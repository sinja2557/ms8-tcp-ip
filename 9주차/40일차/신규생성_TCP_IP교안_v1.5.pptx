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7" r:id="rId2"/>
    <p:sldId id="382" r:id="rId3"/>
    <p:sldId id="315" r:id="rId4"/>
    <p:sldId id="316" r:id="rId5"/>
    <p:sldId id="295" r:id="rId6"/>
    <p:sldId id="298" r:id="rId7"/>
    <p:sldId id="300" r:id="rId8"/>
    <p:sldId id="301" r:id="rId9"/>
    <p:sldId id="303" r:id="rId10"/>
    <p:sldId id="305" r:id="rId11"/>
    <p:sldId id="306" r:id="rId12"/>
    <p:sldId id="307" r:id="rId13"/>
    <p:sldId id="308" r:id="rId14"/>
    <p:sldId id="309" r:id="rId15"/>
    <p:sldId id="310" r:id="rId16"/>
    <p:sldId id="297" r:id="rId17"/>
    <p:sldId id="288" r:id="rId18"/>
    <p:sldId id="289" r:id="rId19"/>
    <p:sldId id="312" r:id="rId20"/>
    <p:sldId id="291" r:id="rId21"/>
    <p:sldId id="383" r:id="rId22"/>
    <p:sldId id="311" r:id="rId23"/>
    <p:sldId id="362" r:id="rId24"/>
    <p:sldId id="258" r:id="rId25"/>
    <p:sldId id="363" r:id="rId26"/>
    <p:sldId id="364" r:id="rId27"/>
    <p:sldId id="365" r:id="rId28"/>
    <p:sldId id="366" r:id="rId29"/>
    <p:sldId id="367" r:id="rId30"/>
    <p:sldId id="259" r:id="rId31"/>
    <p:sldId id="327" r:id="rId32"/>
    <p:sldId id="328" r:id="rId33"/>
    <p:sldId id="329" r:id="rId34"/>
    <p:sldId id="330" r:id="rId35"/>
    <p:sldId id="314" r:id="rId36"/>
    <p:sldId id="319" r:id="rId37"/>
    <p:sldId id="320" r:id="rId38"/>
    <p:sldId id="317" r:id="rId39"/>
    <p:sldId id="384" r:id="rId40"/>
    <p:sldId id="392" r:id="rId41"/>
    <p:sldId id="393" r:id="rId42"/>
    <p:sldId id="394" r:id="rId43"/>
    <p:sldId id="395" r:id="rId44"/>
    <p:sldId id="396" r:id="rId45"/>
    <p:sldId id="385" r:id="rId46"/>
    <p:sldId id="386" r:id="rId47"/>
    <p:sldId id="323" r:id="rId48"/>
    <p:sldId id="260" r:id="rId49"/>
    <p:sldId id="267" r:id="rId50"/>
    <p:sldId id="388" r:id="rId51"/>
    <p:sldId id="376" r:id="rId52"/>
    <p:sldId id="368" r:id="rId53"/>
    <p:sldId id="369" r:id="rId54"/>
    <p:sldId id="370" r:id="rId55"/>
    <p:sldId id="371" r:id="rId56"/>
    <p:sldId id="372" r:id="rId57"/>
    <p:sldId id="373" r:id="rId58"/>
    <p:sldId id="374" r:id="rId59"/>
    <p:sldId id="377" r:id="rId60"/>
    <p:sldId id="378" r:id="rId61"/>
    <p:sldId id="379" r:id="rId62"/>
    <p:sldId id="380" r:id="rId63"/>
    <p:sldId id="381" r:id="rId64"/>
    <p:sldId id="321" r:id="rId65"/>
    <p:sldId id="389" r:id="rId66"/>
    <p:sldId id="390" r:id="rId67"/>
    <p:sldId id="391" r:id="rId68"/>
    <p:sldId id="265" r:id="rId69"/>
    <p:sldId id="326" r:id="rId70"/>
    <p:sldId id="397" r:id="rId71"/>
    <p:sldId id="268" r:id="rId72"/>
    <p:sldId id="269" r:id="rId73"/>
    <p:sldId id="400" r:id="rId74"/>
    <p:sldId id="401" r:id="rId75"/>
    <p:sldId id="398" r:id="rId76"/>
    <p:sldId id="399" r:id="rId77"/>
    <p:sldId id="272" r:id="rId78"/>
    <p:sldId id="273" r:id="rId79"/>
    <p:sldId id="274" r:id="rId80"/>
    <p:sldId id="275" r:id="rId81"/>
    <p:sldId id="276" r:id="rId82"/>
    <p:sldId id="356" r:id="rId83"/>
    <p:sldId id="360" r:id="rId84"/>
    <p:sldId id="357" r:id="rId85"/>
    <p:sldId id="358" r:id="rId86"/>
    <p:sldId id="359" r:id="rId8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9E5CC-320B-417D-94D1-0E46654C13F9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0ECE-7E18-45AB-B3D6-80BF809F3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56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6가지를 먼저 훑고, 각 슬라이드에서 도표로 하나씩 깊이 봅니다. 순서: 데이터를 어떻게 쪼개고(1), 어떤 방식으로 연결하며(2), 얼마나 빠르게(3), 틀리면 어떻게(4), 서로 어떻게 맞추고(5), 순서를 어떻게 지키는가(6).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단편화의 이유: 네트워크마다 한 번에 보낼 수 있는 최대 크기(MTU)가 정해져 있어, 그보다 크면 쪼개야 합니다. 핵심은 '쪼갠 조각에 번호를 붙여야 재결합이 가능하다'는 점 — 이것이 6번 순서화와 연결됩니다. 조각 하나만 유실돼도 재결합이 안 되므로 오류·재전송(4번)도 함께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연결형(TCP)과 비연결형(UDP)을 대표 예로 연결하세요. 연결형: 신뢰성↑, 오버헤드↑ (전화 — 상대가 받아야 통화 시작). 비연결형: 빠름, 신뢰성 보장 안 함 (엽서 — 그냥 보냄, 도착 여부 모름). 각 패킷이 다른 경로로 갈 수 있다는 점이 6번 순서화 문제로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비유: 컵(버퍼)에 물(데이터)을 붓는데, 붓는 속도가 빠르면 넘칩니다. 수신 측이 '잠깐 멈춰'라고 알려주면 넘침을 막을 수 있습니다. 대표 기법으로 정지-대기(Stop-and-Wait), 슬라이딩 윈도우가 있다고 언급만 하세요. 흐름제어는 '수신자 보호', 뒤에 나오지 않지만 혼잡제어는 '네트워크 보호'라는 차이도 짚으면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오류제어 = 검출 + 복구. 검출은 체크섬·CRC 같은 오류검출코드로, 복구는 재전송(ARQ)으로 합니다. NAK(부정 응답)는 '틀렸으니 다시 보내라', ACK(긍정 응답)는 '잘 받았다'. 시간 안에 응답이 없으면(타임아웃) 자동 재전송한다는 점도 언급하세요.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동기화의 핵심은 '양측이 같은 상태를 공유한다'입니다. 두 가지 관점을 설명하세요. (1) 세션 계층의 동기점: 대용량 전송을 체크포인트로 나눠, 장애 시 처음부터가 아니라 마지막 동기점부터 재개. (2) 전송 계층의 초기 순서번호(ISN)·윈도우 크기를 서로 맞추는 것. 그림은 (1)의 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순서화는 단편화(1번)·비연결형(2번)과 짝을 이룹니다. 조각들이 다른 경로로 가면 도착 순서가 섞이는데, 순서 번호가 있어야 원본으로 복원됩니다. 순서 번호는 '중복 도착'과 '유실'도 잡아냅니다(빠진 번호 = 유실). TCP의 시퀀스 번호가 대표 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표준의 필요성은 실생활 비유로 설명하면 쉽습니다. '콘센트 규격', '나사 규격'처럼 통신에도 규격이 필요하다고 하세요. 표준이 없을 때의 혼란(벤더 종속)과 표준이 주는 이점(상호운용성)을 대비시키는 것이 이 슬라이드의 핵심입니다. 이것이 다음 슬라이드의 ISO/OSI로 자연스럽게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40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비교의 뼈대입니다. 왼쪽 7단(회색), 오른쪽 4단(검정)을 앰버 선으로 연결. 세 가지 합쳐짐/1:1 관계를 손으로 짚어 설명하세요. 참고: TCP/IP를 5계층(네트워크 액세스를 물리+데이터링크로 분리)으로 그리기도 하는데, 그러면 OSI와 더 깔끔히 대응됩니다.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핵심: 2차 대전 직후 1947년, 25개국 대표가 모여 제네바에 설립한 비정부 국제기구. 'ISO'가 약자가 아니라는 점(isos=같다)은 학생들이 잘 기억합니다. ISO 9001(품질), ISO 27001(정보보안)처럼 익숙한 표준을 예로 들어 '이 조직이 OSI 모델도 만들었다'로 연결하세요.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개념: OSI = '참조 모델' + 'OSI 프로토콜'. 학생들이 둘을 뭉뚱그리는데, 프로토콜은 실패했고 모델(7계층 틀)만 성공했다는 점이 뒤 'Q5 왜 유명한가'의 핵심 복선입니다. ISO 7498은 통신 분야 ITU-T의 X.200과 같은 표준입니다.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TCP/IP의 태생은 군사·연구 목적. 서로 다른 물리 매체(지상망·위성·무선)를 하나로 잇는 것이 과제였고, 그래서 '네트워크의 네트워크(inter-network)' = 인터넷 개념이 나왔습니다. 1983.1.1 flag day를 '인터넷 생일'로 소개하면 인상적입니다. TCP/IP는 비독점·무료·개방 구조라 빠르게 퍼졌습니다.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타임라인이 'Q4 선후 관계'의 답입니다. 위 트랙 = ISO/OSI, 아래 트랙 = TCP/IP. 결정적 대비: 1983 flag day(아래, 강조) → 1984 OSI 발행(위, 강조)이 나란히 붙어, TCP/IP가 먼저 가동됐음을 한눈에 보여줍니다. 학습 정리의 'TCP/IP는 OSI 이전에 개발' 문장이 이걸로 증명됩니다.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문화 차이를 설명하세요. OSI(유럽·위원회 주도)는 '완벽한 청사진 먼저' 하향식. TCP/IP(미국 연구자 중심)는 표어 'rough consensus and running code(대략의 합의와 동작하는 코드)' 상향식. 이 차이가 왜 TCP/IP가 구현 경쟁에서 이겼는지 설명합니다. 화살표 방향(OSI 아래로, TCP/IP 위로)에 주목시키세요.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관계 핵심: 경쟁이 아니라 분업. TCP/IP가 데이터를 나르고, OSI 7계층은 그 동작을 설명·진단하는 공통 언어가 됩니다. 'L3 스위치', 'L7 로드밸런서' 같은 실무 용어가 OSI 계층에서 나온 것 — 현장에서 매일 듣게 될 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Q5의 답을 균형 있게. OSI가 더 유명한 건 '참조·교육 모델로서' — 계층이 명확하고, 프로토콜 독립적이며, 국제표준 권위가 있고, 실무 공용어(L3 라우터 등)가 됐기 때문. 하지만 반드시 균형: 실제 인터넷은 TCP/IP로 돌아가고 OSI 프로토콜은 실패했습니다. '유명함 ≠ 실사용'이 이 단원의 통찰입니다.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세로로 읽으며 항목별로 대비시키세요. 특히 3개 행이 핵심입니다: '성격'(이론 vs 구현), '개발 순서'(모델 먼저 vs 프로토콜 먼저), '프로토콜 의존성'. 이 세 가지가 왜 OSI는 교과서로, TCP/IP는 실무로 남았는지를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차이가 나는 그룹입니다. OSI는 세션·표현·응용을 나누지만 TCP/IP는 이를 응용 프로그램 레벨에서 통합. 학생들이 쓰는 HTTPS가 좋은 예 — 응용 프로토콜이면서 표현 계층 기능(암호화)까지 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 계층은 두 모델이 가장 잘 맞아떨어집니다(1:1). 포인트: TCP/IP는 TCP(연결형·신뢰성)와 UDP(비연결형·속도)를 명확히 제공. OSI 전송은 TP0~TP4 5등급의 연결형 중심이었다는 정도만 언급하세요.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역할은 대응되지만 이름이 다릅니다(네트워크 ↔ 인터넷). 중요한 차이: OSI 네트워크는 가상회선(연결형)과 데이터그램(비연결형) 둘 다, TCP/IP 인터넷은 비연결형 IP만. 이 단순화가 인터넷의 확장성과 견고함의 비결이라고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하위 그룹입니다. OSI는 물리(신호·매체)와 데이터링크(프레임·MAC)를 분리, TCP/IP는 네트워크 액세스(링크) 하나로 통합. 여기서 4계층 vs 5계층 논쟁을 짚어주세요 — 교재에 따라 TCP/IP를 5계층으로 그려 OSI와 1:1로 맞추기도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443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662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22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216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935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B8A89-85D7-43EE-91CE-19EB3BEAF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6CA665-1311-425D-8382-C29310219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2D42E9-FBD1-4025-BDEC-D03274BD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8D7EA-EE83-4666-8E03-C1CDA081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C746A-9162-4F7A-A712-E0B2F92C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35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3F5E8-3766-45A6-9A1C-CEAD300B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1E87B-2E87-423C-8BA2-1F0A667F2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E07C9-2D5B-4909-9DBC-91CF2A89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2BF3F-B02C-4CD9-992F-AA7539D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8A50A-F608-45E8-93F6-86BC3C12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0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20FB1-45E6-47BE-AA45-74F69219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F1B548-2A27-4629-9A78-156D44427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9ED53B-B714-4E37-86B7-EECDC184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261288-D097-4C2C-97BE-FDBF2BFB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3DC6B-31B5-4696-834B-E7126624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83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3A1F4-83DC-4177-B095-BB2F0C8B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74690-939E-486E-985C-E67084B67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52421D-C149-455A-904E-9D21C414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C01034-2F67-4DCD-B41D-93CF61A9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436DE-3DFD-4A5E-8251-4F191F28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CA6C28-F291-474B-8978-4C2EFE9B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07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F0D61-69E9-4469-966C-CB11038FF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9400D-B8C3-4B89-B536-34FE676E5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6E5591-DD5B-4C6F-9D36-D4464A644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B37B2E-F78D-46D7-8AA6-232C2B501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999D13-FBDB-4436-8983-4A5A16546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B87F61-EEEA-4256-92CC-1D9A296E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4A3F52-A778-4B22-BE3A-1FB99C38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1A7F11-E3A5-4539-A482-BE750E55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9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77B38-C38A-4F7D-B7B6-0CECC377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81AB26-1174-4E2C-BDB3-024FB63F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D15580-F4CB-44A8-8054-C9971BC2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25F231-4AB0-4B97-8DDB-BFD62AFB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E20DFE-A9C6-4D8E-BA74-AA7DEED5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165922-4D39-4DC4-8197-695AF255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ABD7F-5417-400A-BABF-3DF6F44A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76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367BA-4DF8-4FD6-8E44-16535AB7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BBB191-8242-4820-881C-0C114002A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A1C0CC-FB8A-4122-A920-32F93EA31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D0172E-A8CF-4F2C-B87C-474C3AFE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234D0B-D698-44A8-BED0-0769081A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F1E98C-D80D-44C9-B515-59A997DE2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67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8522A-26CC-4BF5-A2A7-C40006CA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A1E5D7-2768-426E-8FD5-D4D08DFEB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C91A76-B9E7-4E1D-B02C-9820E68C4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C2E877-5E30-417B-A1D2-AB8296B28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34F73D-45FE-41D8-B0C8-78AD9F5A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206829-9D4A-431F-B304-A4713910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04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A5621-DC17-4371-87DE-5C96AA07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BF3608-8849-4A47-89DA-193C6F5DC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418250-74EA-444E-892B-FC6D9A71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5804B-E640-4ABE-B9E3-99AA2429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BDD180-C598-4C67-867F-55FF9601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049554-2E19-4D04-82F0-E702AFC97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182EB8-C186-4F63-9A8F-D53DD1C6F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CABD0-C468-44EA-8C3E-FDFB3B09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D92745-C3BC-4CF3-ABF9-5EE1CFA7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0F5665-123D-46F9-B008-FAC09642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936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670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49" b="1" i="0">
                <a:solidFill>
                  <a:srgbClr val="20C5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16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5908300">
              <a:lnSpc>
                <a:spcPts val="2327"/>
              </a:lnSpc>
            </a:pPr>
            <a:fld id="{81D60167-4931-47E6-BA6A-407CBD079E47}" type="slidenum">
              <a:rPr lang="en-US" altLang="ko-KR" spc="37" smtClean="0"/>
              <a:pPr marL="5908300">
                <a:lnSpc>
                  <a:spcPts val="2327"/>
                </a:lnSpc>
              </a:pPr>
              <a:t>‹#›</a:t>
            </a:fld>
            <a:endParaRPr lang="en-US" altLang="ko-KR" spc="37" dirty="0"/>
          </a:p>
        </p:txBody>
      </p:sp>
    </p:spTree>
    <p:extLst>
      <p:ext uri="{BB962C8B-B14F-4D97-AF65-F5344CB8AC3E}">
        <p14:creationId xmlns:p14="http://schemas.microsoft.com/office/powerpoint/2010/main" val="121871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364310-2BDF-44F6-829D-90061540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16E707-2230-4034-A0C9-1DF64645C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89CDA-E714-40A4-BC47-80F46FEF6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27AD-4D8C-4066-AA39-786AFA10A95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E7A10-264E-4B15-AFD0-007DC2C3B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011290-8083-4C1E-A239-B8F3FC8EC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E2439-24B6-4956-A8B4-BDA1FB1E3D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88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mailto:https://www.submarinecablemap.com/?subject=Submarine%20Cable%20Ma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3">
            <a:extLst>
              <a:ext uri="{FF2B5EF4-FFF2-40B4-BE49-F238E27FC236}">
                <a16:creationId xmlns:a16="http://schemas.microsoft.com/office/drawing/2014/main" id="{ED199374-1498-460F-8DD6-EE9D41F52438}"/>
              </a:ext>
            </a:extLst>
          </p:cNvPr>
          <p:cNvSpPr txBox="1">
            <a:spLocks/>
          </p:cNvSpPr>
          <p:nvPr/>
        </p:nvSpPr>
        <p:spPr>
          <a:xfrm>
            <a:off x="0" y="1495245"/>
            <a:ext cx="12192000" cy="3171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8800" dirty="0">
                <a:latin typeface="+mn-lt"/>
              </a:rPr>
              <a:t>TCP/IP </a:t>
            </a:r>
            <a:r>
              <a:rPr lang="ko-KR" altLang="en-US" sz="8800" dirty="0">
                <a:latin typeface="+mn-lt"/>
              </a:rPr>
              <a:t>네트워크 기초</a:t>
            </a:r>
          </a:p>
        </p:txBody>
      </p:sp>
    </p:spTree>
    <p:extLst>
      <p:ext uri="{BB962C8B-B14F-4D97-AF65-F5344CB8AC3E}">
        <p14:creationId xmlns:p14="http://schemas.microsoft.com/office/powerpoint/2010/main" val="318873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3">
            <a:extLst>
              <a:ext uri="{FF2B5EF4-FFF2-40B4-BE49-F238E27FC236}">
                <a16:creationId xmlns:a16="http://schemas.microsoft.com/office/drawing/2014/main" id="{ED199374-1498-460F-8DD6-EE9D41F52438}"/>
              </a:ext>
            </a:extLst>
          </p:cNvPr>
          <p:cNvSpPr txBox="1">
            <a:spLocks/>
          </p:cNvSpPr>
          <p:nvPr/>
        </p:nvSpPr>
        <p:spPr>
          <a:xfrm>
            <a:off x="0" y="3600091"/>
            <a:ext cx="12192000" cy="10667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n-lt"/>
              </a:rPr>
              <a:t>Chapter 1. </a:t>
            </a:r>
            <a:r>
              <a:rPr lang="ko-KR" altLang="en-US" dirty="0">
                <a:latin typeface="+mn-lt"/>
              </a:rPr>
              <a:t>네트워크 기초</a:t>
            </a:r>
          </a:p>
        </p:txBody>
      </p:sp>
    </p:spTree>
    <p:extLst>
      <p:ext uri="{BB962C8B-B14F-4D97-AF65-F5344CB8AC3E}">
        <p14:creationId xmlns:p14="http://schemas.microsoft.com/office/powerpoint/2010/main" val="166339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86286" y="2237145"/>
            <a:ext cx="159863" cy="124263"/>
          </a:xfrm>
          <a:custGeom>
            <a:avLst/>
            <a:gdLst/>
            <a:ahLst/>
            <a:cxnLst/>
            <a:rect l="l" t="t" r="r" b="b"/>
            <a:pathLst>
              <a:path w="151129" h="117475">
                <a:moveTo>
                  <a:pt x="151002" y="0"/>
                </a:moveTo>
                <a:lnTo>
                  <a:pt x="0" y="117347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 dirty="0"/>
          </a:p>
        </p:txBody>
      </p:sp>
      <p:sp>
        <p:nvSpPr>
          <p:cNvPr id="3" name="object 3"/>
          <p:cNvSpPr/>
          <p:nvPr/>
        </p:nvSpPr>
        <p:spPr>
          <a:xfrm>
            <a:off x="1993425" y="5674877"/>
            <a:ext cx="448020" cy="11419"/>
          </a:xfrm>
          <a:custGeom>
            <a:avLst/>
            <a:gdLst/>
            <a:ahLst/>
            <a:cxnLst/>
            <a:rect l="l" t="t" r="r" b="b"/>
            <a:pathLst>
              <a:path w="423544" h="10795">
                <a:moveTo>
                  <a:pt x="0" y="0"/>
                </a:moveTo>
                <a:lnTo>
                  <a:pt x="423036" y="10680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 dirty="0"/>
          </a:p>
        </p:txBody>
      </p:sp>
      <p:sp>
        <p:nvSpPr>
          <p:cNvPr id="9" name="object 9"/>
          <p:cNvSpPr txBox="1"/>
          <p:nvPr/>
        </p:nvSpPr>
        <p:spPr>
          <a:xfrm>
            <a:off x="1616604" y="3282226"/>
            <a:ext cx="7188090" cy="533798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8136">
              <a:spcBef>
                <a:spcPts val="100"/>
              </a:spcBef>
            </a:pPr>
            <a:r>
              <a:rPr sz="3385" spc="-508" dirty="0" err="1">
                <a:latin typeface="Batang"/>
                <a:cs typeface="Batang"/>
              </a:rPr>
              <a:t>네트워크의</a:t>
            </a:r>
            <a:r>
              <a:rPr lang="en-US" altLang="ko-KR" sz="3385" spc="-508" dirty="0">
                <a:latin typeface="Batang"/>
                <a:cs typeface="Batang"/>
              </a:rPr>
              <a:t> </a:t>
            </a:r>
            <a:r>
              <a:rPr sz="3385" spc="-486" dirty="0" err="1">
                <a:latin typeface="+mn-ea"/>
                <a:cs typeface="Batang"/>
              </a:rPr>
              <a:t>구조와</a:t>
            </a:r>
            <a:r>
              <a:rPr sz="3385" spc="-677" dirty="0">
                <a:latin typeface="Batang"/>
                <a:cs typeface="Batang"/>
              </a:rPr>
              <a:t> </a:t>
            </a:r>
            <a:r>
              <a:rPr lang="en-US" altLang="ko-KR" sz="3385" spc="-677" dirty="0">
                <a:latin typeface="Batang"/>
                <a:cs typeface="Batang"/>
              </a:rPr>
              <a:t> </a:t>
            </a:r>
            <a:r>
              <a:rPr sz="3385" spc="-486" dirty="0" err="1">
                <a:latin typeface="Batang"/>
                <a:cs typeface="Batang"/>
              </a:rPr>
              <a:t>개념을</a:t>
            </a:r>
            <a:r>
              <a:rPr sz="3385" spc="-688" dirty="0">
                <a:latin typeface="Batang"/>
                <a:cs typeface="Batang"/>
              </a:rPr>
              <a:t> </a:t>
            </a:r>
            <a:r>
              <a:rPr lang="en-US" altLang="ko-KR" sz="3385" spc="-688" dirty="0">
                <a:latin typeface="Batang"/>
                <a:cs typeface="Batang"/>
              </a:rPr>
              <a:t> </a:t>
            </a:r>
            <a:r>
              <a:rPr lang="ko-KR" altLang="en-US" sz="3385" spc="-486" dirty="0">
                <a:latin typeface="Batang"/>
                <a:cs typeface="Batang"/>
              </a:rPr>
              <a:t>이해한다</a:t>
            </a:r>
            <a:r>
              <a:rPr lang="en-US" altLang="ko-KR" sz="3385" spc="-486" dirty="0">
                <a:latin typeface="Batang"/>
                <a:cs typeface="Batang"/>
              </a:rPr>
              <a:t>.</a:t>
            </a:r>
            <a:endParaRPr sz="3385" dirty="0">
              <a:latin typeface="Batang"/>
              <a:cs typeface="Batang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6" y="3348945"/>
            <a:ext cx="378030" cy="3780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160" y="4554893"/>
            <a:ext cx="378030" cy="37803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369707" y="583758"/>
            <a:ext cx="2283089" cy="606540"/>
            <a:chOff x="2241804" y="561593"/>
            <a:chExt cx="2158365" cy="573405"/>
          </a:xfrm>
        </p:grpSpPr>
        <p:sp>
          <p:nvSpPr>
            <p:cNvPr id="13" name="object 13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616604" y="2232604"/>
            <a:ext cx="8044981" cy="534477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12091">
              <a:lnSpc>
                <a:spcPct val="100000"/>
              </a:lnSpc>
              <a:spcBef>
                <a:spcPts val="106"/>
              </a:spcBef>
            </a:pPr>
            <a:r>
              <a:rPr sz="3385" spc="-512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데이터통신의</a:t>
            </a:r>
            <a:r>
              <a:rPr sz="3385" spc="-682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 </a:t>
            </a:r>
            <a:r>
              <a:rPr sz="3385" spc="-486" dirty="0" err="1">
                <a:solidFill>
                  <a:srgbClr val="000000"/>
                </a:solidFill>
                <a:latin typeface="+mn-ea"/>
                <a:ea typeface="+mn-ea"/>
                <a:cs typeface="Batang"/>
              </a:rPr>
              <a:t>개념과</a:t>
            </a:r>
            <a:r>
              <a:rPr sz="3385" spc="-677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 </a:t>
            </a:r>
            <a:r>
              <a:rPr lang="en-US" altLang="ko-KR" sz="3385" spc="-677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 </a:t>
            </a:r>
            <a:r>
              <a:rPr sz="3385" spc="-550" dirty="0" err="1">
                <a:solidFill>
                  <a:srgbClr val="000000"/>
                </a:solidFill>
                <a:latin typeface="+mn-ea"/>
                <a:ea typeface="+mn-ea"/>
                <a:cs typeface="Batang"/>
              </a:rPr>
              <a:t>구성요소를</a:t>
            </a:r>
            <a:r>
              <a:rPr lang="en-US" altLang="ko-KR" sz="3385" spc="-550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  </a:t>
            </a:r>
            <a:r>
              <a:rPr lang="ko-KR" altLang="en-US" sz="3385" spc="-550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이해한다</a:t>
            </a:r>
            <a:r>
              <a:rPr lang="en-US" altLang="ko-KR" sz="3385" spc="-550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. </a:t>
            </a:r>
            <a:endParaRPr sz="3385" dirty="0">
              <a:latin typeface="+mn-ea"/>
              <a:ea typeface="+mn-ea"/>
              <a:cs typeface="Batang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6" y="2323793"/>
            <a:ext cx="378030" cy="378029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3732" y="1"/>
            <a:ext cx="0" cy="596252"/>
          </a:xfrm>
          <a:prstGeom prst="rect">
            <a:avLst/>
          </a:prstGeom>
        </p:spPr>
        <p:txBody>
          <a:bodyPr vert="horz" wrap="square" lIns="0" tIns="306023" rIns="0" bIns="0" rtlCol="0">
            <a:spAutoFit/>
          </a:bodyPr>
          <a:lstStyle/>
          <a:p>
            <a:pPr marL="5908300">
              <a:lnSpc>
                <a:spcPts val="2327"/>
              </a:lnSpc>
            </a:pPr>
            <a:fld id="{81D60167-4931-47E6-BA6A-407CBD079E47}" type="slidenum">
              <a:rPr spc="37" dirty="0"/>
              <a:pPr marL="5908300">
                <a:lnSpc>
                  <a:spcPts val="2327"/>
                </a:lnSpc>
              </a:pPr>
              <a:t>3</a:t>
            </a:fld>
            <a:endParaRPr spc="37" dirty="0"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72F9DA4F-6157-4CA8-8D6A-246610F8CA19}"/>
              </a:ext>
            </a:extLst>
          </p:cNvPr>
          <p:cNvGrpSpPr/>
          <p:nvPr/>
        </p:nvGrpSpPr>
        <p:grpSpPr>
          <a:xfrm>
            <a:off x="74778" y="50710"/>
            <a:ext cx="2056764" cy="858519"/>
            <a:chOff x="100838" y="38353"/>
            <a:chExt cx="2056764" cy="858519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EEEEB670-BB39-4D7F-B5C9-5071BA647528}"/>
                </a:ext>
              </a:extLst>
            </p:cNvPr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0B9DD31A-BAC2-48AE-8EA2-163C30746A2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35" name="object 7">
              <a:extLst>
                <a:ext uri="{FF2B5EF4-FFF2-40B4-BE49-F238E27FC236}">
                  <a16:creationId xmlns:a16="http://schemas.microsoft.com/office/drawing/2014/main" id="{0BB5339E-B5DF-44BB-AA5D-37E12B4F3E5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37" name="object 9">
            <a:extLst>
              <a:ext uri="{FF2B5EF4-FFF2-40B4-BE49-F238E27FC236}">
                <a16:creationId xmlns:a16="http://schemas.microsoft.com/office/drawing/2014/main" id="{CAED13F0-B392-42E1-B948-15E51BB315FD}"/>
              </a:ext>
            </a:extLst>
          </p:cNvPr>
          <p:cNvSpPr txBox="1"/>
          <p:nvPr/>
        </p:nvSpPr>
        <p:spPr>
          <a:xfrm>
            <a:off x="1616604" y="4439108"/>
            <a:ext cx="9833524" cy="533798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 marR="1739711">
              <a:spcBef>
                <a:spcPts val="3389"/>
              </a:spcBef>
            </a:pPr>
            <a:r>
              <a:rPr sz="3385" spc="-486" dirty="0" err="1">
                <a:latin typeface="Batang"/>
                <a:cs typeface="Batang"/>
              </a:rPr>
              <a:t>인터넷</a:t>
            </a:r>
            <a:r>
              <a:rPr sz="3385" spc="-693" dirty="0">
                <a:latin typeface="Batang"/>
                <a:cs typeface="Batang"/>
              </a:rPr>
              <a:t> </a:t>
            </a:r>
            <a:r>
              <a:rPr sz="3385" spc="-486" dirty="0" err="1">
                <a:latin typeface="Batang"/>
                <a:cs typeface="Batang"/>
              </a:rPr>
              <a:t>구조와</a:t>
            </a:r>
            <a:r>
              <a:rPr sz="3385" spc="-688" dirty="0">
                <a:latin typeface="Batang"/>
                <a:cs typeface="Batang"/>
              </a:rPr>
              <a:t> </a:t>
            </a:r>
            <a:r>
              <a:rPr lang="en-US" altLang="ko-KR" sz="3385" spc="-688" dirty="0">
                <a:latin typeface="Batang"/>
                <a:cs typeface="Batang"/>
              </a:rPr>
              <a:t> </a:t>
            </a:r>
            <a:r>
              <a:rPr lang="en-US" altLang="ko-KR" sz="3385" spc="-693" dirty="0">
                <a:latin typeface="Batang"/>
                <a:cs typeface="Batang"/>
              </a:rPr>
              <a:t> </a:t>
            </a:r>
            <a:r>
              <a:rPr sz="3385" spc="-550" dirty="0" err="1">
                <a:latin typeface="Batang"/>
                <a:cs typeface="Batang"/>
              </a:rPr>
              <a:t>프로토콜</a:t>
            </a:r>
            <a:r>
              <a:rPr lang="ko-KR" altLang="en-US" sz="3385" spc="-550" dirty="0">
                <a:latin typeface="Batang"/>
                <a:cs typeface="Batang"/>
              </a:rPr>
              <a:t>을</a:t>
            </a:r>
            <a:r>
              <a:rPr lang="en-US" altLang="ko-KR" sz="3385" spc="-550" dirty="0">
                <a:latin typeface="Batang"/>
                <a:cs typeface="Batang"/>
              </a:rPr>
              <a:t>  </a:t>
            </a:r>
            <a:r>
              <a:rPr lang="ko-KR" altLang="en-US" sz="3385" spc="-550" dirty="0">
                <a:latin typeface="Batang"/>
                <a:cs typeface="Batang"/>
              </a:rPr>
              <a:t>이해한다</a:t>
            </a:r>
            <a:r>
              <a:rPr lang="en-US" altLang="ko-KR" sz="3385" spc="-550" dirty="0">
                <a:latin typeface="Batang"/>
                <a:cs typeface="Batang"/>
              </a:rPr>
              <a:t>.</a:t>
            </a:r>
            <a:endParaRPr sz="3385" dirty="0">
              <a:latin typeface="Batang"/>
              <a:cs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00635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3">
            <a:extLst>
              <a:ext uri="{FF2B5EF4-FFF2-40B4-BE49-F238E27FC236}">
                <a16:creationId xmlns:a16="http://schemas.microsoft.com/office/drawing/2014/main" id="{4C03D893-9DCE-4600-AB73-1EB4CE65384C}"/>
              </a:ext>
            </a:extLst>
          </p:cNvPr>
          <p:cNvSpPr txBox="1">
            <a:spLocks/>
          </p:cNvSpPr>
          <p:nvPr/>
        </p:nvSpPr>
        <p:spPr>
          <a:xfrm>
            <a:off x="0" y="152400"/>
            <a:ext cx="7924800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000" dirty="0"/>
              <a:t>1. </a:t>
            </a:r>
            <a:r>
              <a:rPr lang="ko-KR" altLang="en-US" sz="4000" dirty="0"/>
              <a:t>네트워크 기초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BC30DED4-8401-4750-8D62-1C74C4AB88AC}"/>
              </a:ext>
            </a:extLst>
          </p:cNvPr>
          <p:cNvSpPr/>
          <p:nvPr/>
        </p:nvSpPr>
        <p:spPr>
          <a:xfrm>
            <a:off x="1880997" y="5364860"/>
            <a:ext cx="423545" cy="10795"/>
          </a:xfrm>
          <a:custGeom>
            <a:avLst/>
            <a:gdLst/>
            <a:ahLst/>
            <a:cxnLst/>
            <a:rect l="l" t="t" r="r" b="b"/>
            <a:pathLst>
              <a:path w="423544" h="10795">
                <a:moveTo>
                  <a:pt x="0" y="0"/>
                </a:moveTo>
                <a:lnTo>
                  <a:pt x="423036" y="10680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BA328FE2-A7E0-4895-A6A9-722368B01B9A}"/>
              </a:ext>
            </a:extLst>
          </p:cNvPr>
          <p:cNvSpPr txBox="1"/>
          <p:nvPr/>
        </p:nvSpPr>
        <p:spPr>
          <a:xfrm>
            <a:off x="2110232" y="2702001"/>
            <a:ext cx="1992630" cy="9766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spc="-290" dirty="0">
                <a:solidFill>
                  <a:srgbClr val="252525"/>
                </a:solidFill>
                <a:latin typeface="Batang"/>
                <a:cs typeface="Batang"/>
              </a:rPr>
              <a:t>①</a:t>
            </a:r>
            <a:r>
              <a:rPr sz="2600" dirty="0">
                <a:solidFill>
                  <a:srgbClr val="252525"/>
                </a:solidFill>
                <a:latin typeface="Batang"/>
                <a:cs typeface="Batang"/>
              </a:rPr>
              <a:t>  </a:t>
            </a:r>
            <a:r>
              <a:rPr sz="2600" spc="-330" dirty="0">
                <a:solidFill>
                  <a:srgbClr val="252525"/>
                </a:solidFill>
                <a:latin typeface="Batang"/>
                <a:cs typeface="Batang"/>
              </a:rPr>
              <a:t>데이터통신</a:t>
            </a:r>
            <a:endParaRPr sz="260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600" spc="-290" dirty="0">
                <a:solidFill>
                  <a:srgbClr val="252525"/>
                </a:solidFill>
                <a:latin typeface="Batang"/>
                <a:cs typeface="Batang"/>
              </a:rPr>
              <a:t>②</a:t>
            </a:r>
            <a:r>
              <a:rPr sz="2600" dirty="0">
                <a:solidFill>
                  <a:srgbClr val="252525"/>
                </a:solidFill>
                <a:latin typeface="Batang"/>
                <a:cs typeface="Batang"/>
              </a:rPr>
              <a:t>  </a:t>
            </a:r>
            <a:r>
              <a:rPr sz="2600" spc="-340" dirty="0">
                <a:solidFill>
                  <a:srgbClr val="252525"/>
                </a:solidFill>
                <a:latin typeface="Batang"/>
                <a:cs typeface="Batang"/>
              </a:rPr>
              <a:t>네트워크</a:t>
            </a:r>
            <a:endParaRPr sz="2600" dirty="0">
              <a:latin typeface="Batang"/>
              <a:cs typeface="Batang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300B2728-54D1-476B-AF7E-025CC922F361}"/>
              </a:ext>
            </a:extLst>
          </p:cNvPr>
          <p:cNvSpPr txBox="1"/>
          <p:nvPr/>
        </p:nvSpPr>
        <p:spPr>
          <a:xfrm>
            <a:off x="1338072" y="2072131"/>
            <a:ext cx="4914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0" dirty="0">
                <a:solidFill>
                  <a:srgbClr val="FFFFFF"/>
                </a:solidFill>
                <a:latin typeface="Batang"/>
                <a:cs typeface="Batang"/>
              </a:rPr>
              <a:t>1차</a:t>
            </a:r>
            <a:endParaRPr sz="1600" dirty="0">
              <a:latin typeface="Batang"/>
              <a:cs typeface="Batang"/>
            </a:endParaRPr>
          </a:p>
        </p:txBody>
      </p:sp>
      <p:sp>
        <p:nvSpPr>
          <p:cNvPr id="14" name="object 15" descr="$PPTXTitle">
            <a:extLst>
              <a:ext uri="{FF2B5EF4-FFF2-40B4-BE49-F238E27FC236}">
                <a16:creationId xmlns:a16="http://schemas.microsoft.com/office/drawing/2014/main" id="{1692FFAE-7F19-4F7A-9714-DDE3E01ED4BC}"/>
              </a:ext>
            </a:extLst>
          </p:cNvPr>
          <p:cNvSpPr txBox="1">
            <a:spLocks/>
          </p:cNvSpPr>
          <p:nvPr/>
        </p:nvSpPr>
        <p:spPr>
          <a:xfrm>
            <a:off x="2032000" y="1925319"/>
            <a:ext cx="4248785" cy="57404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spc="-434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데이터통신</a:t>
            </a:r>
            <a:r>
              <a:rPr lang="ko-KR" altLang="en-US" sz="3600" spc="-509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ko-KR" sz="3600" spc="120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&amp;</a:t>
            </a:r>
            <a:r>
              <a:rPr lang="ko-KR" altLang="en-US" sz="3600" spc="-525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ko-KR" altLang="en-US" sz="3600" spc="-465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네트워크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37ABF7D6-F53F-410C-81F2-A188E3D53B37}"/>
              </a:ext>
            </a:extLst>
          </p:cNvPr>
          <p:cNvSpPr/>
          <p:nvPr/>
        </p:nvSpPr>
        <p:spPr>
          <a:xfrm>
            <a:off x="1933896" y="2581274"/>
            <a:ext cx="5652770" cy="0"/>
          </a:xfrm>
          <a:custGeom>
            <a:avLst/>
            <a:gdLst/>
            <a:ahLst/>
            <a:cxnLst/>
            <a:rect l="l" t="t" r="r" b="b"/>
            <a:pathLst>
              <a:path w="5652770">
                <a:moveTo>
                  <a:pt x="0" y="0"/>
                </a:moveTo>
                <a:lnTo>
                  <a:pt x="5652643" y="0"/>
                </a:lnTo>
              </a:path>
            </a:pathLst>
          </a:custGeom>
          <a:ln w="9906">
            <a:solidFill>
              <a:srgbClr val="1E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6BC60C39-419C-4EC9-ADF7-E4967D01752D}"/>
              </a:ext>
            </a:extLst>
          </p:cNvPr>
          <p:cNvSpPr txBox="1"/>
          <p:nvPr/>
        </p:nvSpPr>
        <p:spPr>
          <a:xfrm>
            <a:off x="2110232" y="4681666"/>
            <a:ext cx="2637790" cy="9772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spc="-290" dirty="0">
                <a:solidFill>
                  <a:srgbClr val="252525"/>
                </a:solidFill>
                <a:latin typeface="Batang"/>
                <a:cs typeface="Batang"/>
              </a:rPr>
              <a:t>①</a:t>
            </a:r>
            <a:r>
              <a:rPr sz="2600" dirty="0">
                <a:solidFill>
                  <a:srgbClr val="252525"/>
                </a:solidFill>
                <a:latin typeface="Batang"/>
                <a:cs typeface="Batang"/>
              </a:rPr>
              <a:t>  </a:t>
            </a:r>
            <a:r>
              <a:rPr sz="2600" spc="-340" dirty="0">
                <a:solidFill>
                  <a:srgbClr val="252525"/>
                </a:solidFill>
                <a:latin typeface="Batang"/>
                <a:cs typeface="Batang"/>
              </a:rPr>
              <a:t>인터넷</a:t>
            </a:r>
            <a:endParaRPr sz="260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spc="-290" dirty="0">
                <a:solidFill>
                  <a:srgbClr val="252525"/>
                </a:solidFill>
                <a:latin typeface="Batang"/>
                <a:cs typeface="Batang"/>
              </a:rPr>
              <a:t>②</a:t>
            </a:r>
            <a:r>
              <a:rPr sz="2600" dirty="0">
                <a:solidFill>
                  <a:srgbClr val="252525"/>
                </a:solidFill>
                <a:latin typeface="Batang"/>
                <a:cs typeface="Batang"/>
              </a:rPr>
              <a:t>  </a:t>
            </a:r>
            <a:r>
              <a:rPr sz="2600" spc="-320" dirty="0" err="1">
                <a:solidFill>
                  <a:srgbClr val="252525"/>
                </a:solidFill>
                <a:latin typeface="Batang"/>
                <a:cs typeface="Batang"/>
              </a:rPr>
              <a:t>프로토콜</a:t>
            </a:r>
            <a:endParaRPr sz="2600" dirty="0">
              <a:latin typeface="Batang"/>
              <a:cs typeface="Batang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07EBC541-5793-4F2D-9776-17889627DB75}"/>
              </a:ext>
            </a:extLst>
          </p:cNvPr>
          <p:cNvSpPr txBox="1"/>
          <p:nvPr/>
        </p:nvSpPr>
        <p:spPr>
          <a:xfrm>
            <a:off x="1338072" y="4052061"/>
            <a:ext cx="4914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0" dirty="0">
                <a:solidFill>
                  <a:srgbClr val="FFFFFF"/>
                </a:solidFill>
                <a:latin typeface="Batang"/>
                <a:cs typeface="Batang"/>
              </a:rPr>
              <a:t>2차시</a:t>
            </a:r>
            <a:endParaRPr sz="1600">
              <a:latin typeface="Batang"/>
              <a:cs typeface="Batang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F93770CC-7831-473E-AEBF-720BA32D8018}"/>
              </a:ext>
            </a:extLst>
          </p:cNvPr>
          <p:cNvSpPr txBox="1"/>
          <p:nvPr/>
        </p:nvSpPr>
        <p:spPr>
          <a:xfrm>
            <a:off x="2032000" y="3905757"/>
            <a:ext cx="475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0" dirty="0">
                <a:solidFill>
                  <a:srgbClr val="001F5F"/>
                </a:solidFill>
                <a:latin typeface="Malgun Gothic"/>
                <a:cs typeface="Malgun Gothic"/>
              </a:rPr>
              <a:t>인터넷</a:t>
            </a:r>
            <a:r>
              <a:rPr sz="3600" b="1" spc="-515" dirty="0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sz="3600" b="1" spc="120" dirty="0">
                <a:solidFill>
                  <a:srgbClr val="001F5F"/>
                </a:solidFill>
                <a:latin typeface="Malgun Gothic"/>
                <a:cs typeface="Malgun Gothic"/>
              </a:rPr>
              <a:t>&amp;</a:t>
            </a:r>
            <a:r>
              <a:rPr sz="3600" b="1" spc="-520" dirty="0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sz="3600" b="1" spc="-434" dirty="0" err="1">
                <a:solidFill>
                  <a:srgbClr val="001F5F"/>
                </a:solidFill>
                <a:latin typeface="Malgun Gothic"/>
                <a:cs typeface="Malgun Gothic"/>
              </a:rPr>
              <a:t>프로토콜</a:t>
            </a:r>
            <a:endParaRPr sz="3600" dirty="0">
              <a:latin typeface="Malgun Gothic"/>
              <a:cs typeface="Malgun Gothic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47D2EACF-8876-4E16-8EB5-3A7F843AF8DE}"/>
              </a:ext>
            </a:extLst>
          </p:cNvPr>
          <p:cNvSpPr/>
          <p:nvPr/>
        </p:nvSpPr>
        <p:spPr>
          <a:xfrm>
            <a:off x="1876389" y="4561713"/>
            <a:ext cx="5652770" cy="0"/>
          </a:xfrm>
          <a:custGeom>
            <a:avLst/>
            <a:gdLst/>
            <a:ahLst/>
            <a:cxnLst/>
            <a:rect l="l" t="t" r="r" b="b"/>
            <a:pathLst>
              <a:path w="5652770">
                <a:moveTo>
                  <a:pt x="0" y="0"/>
                </a:moveTo>
                <a:lnTo>
                  <a:pt x="5652643" y="0"/>
                </a:lnTo>
              </a:path>
            </a:pathLst>
          </a:custGeom>
          <a:ln w="9906">
            <a:solidFill>
              <a:srgbClr val="1E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915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172BF34C-6320-4B50-88EA-E806FFC7B3C9}"/>
              </a:ext>
            </a:extLst>
          </p:cNvPr>
          <p:cNvSpPr/>
          <p:nvPr/>
        </p:nvSpPr>
        <p:spPr>
          <a:xfrm>
            <a:off x="1172735" y="2900934"/>
            <a:ext cx="1052652" cy="10561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74E7C7-FD92-4011-AF72-662427F91EAF}"/>
              </a:ext>
            </a:extLst>
          </p:cNvPr>
          <p:cNvSpPr/>
          <p:nvPr/>
        </p:nvSpPr>
        <p:spPr>
          <a:xfrm>
            <a:off x="1408981" y="2967335"/>
            <a:ext cx="85576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1.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데이터 통신 </a:t>
            </a:r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&amp;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네트워크</a:t>
            </a:r>
            <a:endParaRPr lang="en-US" altLang="ko-KR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299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01758" y="1854907"/>
            <a:ext cx="10568156" cy="1323347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 marL="317044" indent="-182703">
              <a:spcBef>
                <a:spcPts val="1761"/>
              </a:spcBef>
              <a:buFont typeface="Arial"/>
              <a:buChar char="•"/>
              <a:tabLst>
                <a:tab pos="317044" algn="l"/>
              </a:tabLst>
            </a:pPr>
            <a:r>
              <a:rPr sz="2962" spc="-212" dirty="0" err="1">
                <a:solidFill>
                  <a:srgbClr val="252525"/>
                </a:solidFill>
                <a:latin typeface="Batang"/>
                <a:cs typeface="Batang"/>
              </a:rPr>
              <a:t>데이터</a:t>
            </a:r>
            <a:r>
              <a:rPr sz="2962" spc="-212" dirty="0">
                <a:solidFill>
                  <a:srgbClr val="252525"/>
                </a:solidFill>
                <a:latin typeface="Batang"/>
                <a:cs typeface="Batang"/>
              </a:rPr>
              <a:t>(data)</a:t>
            </a:r>
            <a:r>
              <a:rPr sz="2962" spc="-65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127" dirty="0">
                <a:solidFill>
                  <a:srgbClr val="252525"/>
                </a:solidFill>
                <a:latin typeface="Batang"/>
                <a:cs typeface="Batang"/>
              </a:rPr>
              <a:t>:</a:t>
            </a:r>
            <a:r>
              <a:rPr sz="2962" spc="-614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252525"/>
                </a:solidFill>
                <a:latin typeface="바탕" panose="02030600000101010101" pitchFamily="18" charset="-127"/>
                <a:ea typeface="바탕" panose="02030600000101010101" pitchFamily="18" charset="-127"/>
                <a:cs typeface="Batang"/>
              </a:rPr>
              <a:t>사용자</a:t>
            </a:r>
            <a:r>
              <a:rPr sz="2962" spc="-63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07" dirty="0">
                <a:solidFill>
                  <a:srgbClr val="252525"/>
                </a:solidFill>
                <a:latin typeface="Batang"/>
                <a:cs typeface="Batang"/>
              </a:rPr>
              <a:t>간에</a:t>
            </a:r>
            <a:r>
              <a:rPr sz="2962" spc="-629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252525"/>
                </a:solidFill>
                <a:latin typeface="Batang"/>
                <a:cs typeface="Batang"/>
              </a:rPr>
              <a:t>합의된</a:t>
            </a:r>
            <a:r>
              <a:rPr sz="2962" spc="-63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252525"/>
                </a:solidFill>
                <a:latin typeface="Batang"/>
                <a:cs typeface="Batang"/>
              </a:rPr>
              <a:t>임의의</a:t>
            </a:r>
            <a:r>
              <a:rPr sz="2962" spc="-63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252525"/>
                </a:solidFill>
                <a:latin typeface="Batang"/>
                <a:cs typeface="Batang"/>
              </a:rPr>
              <a:t>형태로</a:t>
            </a:r>
            <a:r>
              <a:rPr sz="2962" spc="-63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252525"/>
                </a:solidFill>
                <a:latin typeface="Batang"/>
                <a:cs typeface="Batang"/>
              </a:rPr>
              <a:t>표현된</a:t>
            </a:r>
            <a:r>
              <a:rPr sz="2962" spc="-624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512" dirty="0">
                <a:solidFill>
                  <a:srgbClr val="252525"/>
                </a:solidFill>
                <a:latin typeface="Batang"/>
                <a:cs typeface="Batang"/>
              </a:rPr>
              <a:t>정보</a:t>
            </a:r>
            <a:endParaRPr sz="2962" dirty="0">
              <a:latin typeface="Batang"/>
              <a:cs typeface="Batang"/>
            </a:endParaRPr>
          </a:p>
          <a:p>
            <a:pPr marL="317044" indent="-182703">
              <a:spcBef>
                <a:spcPts val="1063"/>
              </a:spcBef>
              <a:buFont typeface="Arial"/>
              <a:buChar char="•"/>
              <a:tabLst>
                <a:tab pos="317044" algn="l"/>
              </a:tabLst>
            </a:pPr>
            <a:r>
              <a:rPr sz="2962" spc="-206" dirty="0">
                <a:solidFill>
                  <a:srgbClr val="252525"/>
                </a:solidFill>
                <a:latin typeface="Batang"/>
                <a:cs typeface="Batang"/>
              </a:rPr>
              <a:t>통신(</a:t>
            </a:r>
            <a:r>
              <a:rPr sz="2962" spc="-206" dirty="0">
                <a:uFill>
                  <a:solidFill>
                    <a:srgbClr val="F57B1F"/>
                  </a:solidFill>
                </a:uFill>
                <a:latin typeface="Batang"/>
                <a:cs typeface="Batang"/>
              </a:rPr>
              <a:t>tele</a:t>
            </a:r>
            <a:r>
              <a:rPr sz="2962" spc="-206" dirty="0">
                <a:solidFill>
                  <a:srgbClr val="252525"/>
                </a:solidFill>
                <a:latin typeface="Batang"/>
                <a:cs typeface="Batang"/>
              </a:rPr>
              <a:t>communication)</a:t>
            </a:r>
            <a:r>
              <a:rPr sz="2962" spc="-60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127" dirty="0">
                <a:solidFill>
                  <a:srgbClr val="252525"/>
                </a:solidFill>
                <a:latin typeface="Batang"/>
                <a:cs typeface="Batang"/>
              </a:rPr>
              <a:t>:</a:t>
            </a:r>
            <a:r>
              <a:rPr sz="2962" spc="-58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+mn-ea"/>
                <a:cs typeface="Batang"/>
              </a:rPr>
              <a:t>먼</a:t>
            </a:r>
            <a:r>
              <a:rPr sz="2962" spc="-608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sz="2962" spc="-450" dirty="0" err="1">
                <a:solidFill>
                  <a:srgbClr val="252525"/>
                </a:solidFill>
                <a:latin typeface="+mn-ea"/>
                <a:cs typeface="Batang"/>
              </a:rPr>
              <a:t>거리에서</a:t>
            </a:r>
            <a:r>
              <a:rPr sz="2962" spc="-608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en-US" altLang="ko-KR" sz="2962" spc="-4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2962" spc="-450" dirty="0">
                <a:solidFill>
                  <a:srgbClr val="252525"/>
                </a:solidFill>
                <a:latin typeface="+mn-ea"/>
                <a:cs typeface="Batang"/>
              </a:rPr>
              <a:t>이뤄</a:t>
            </a:r>
            <a:r>
              <a:rPr sz="2962" spc="-450" dirty="0" err="1">
                <a:solidFill>
                  <a:srgbClr val="252525"/>
                </a:solidFill>
                <a:latin typeface="+mn-ea"/>
                <a:cs typeface="Batang"/>
              </a:rPr>
              <a:t>지는</a:t>
            </a:r>
            <a:r>
              <a:rPr sz="2962" spc="-614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en-US" altLang="ko-KR" sz="2962" spc="-614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2962" spc="-428" dirty="0">
                <a:solidFill>
                  <a:srgbClr val="252525"/>
                </a:solidFill>
                <a:latin typeface="+mn-ea"/>
                <a:cs typeface="Batang"/>
              </a:rPr>
              <a:t>의사소통</a:t>
            </a:r>
            <a:r>
              <a:rPr sz="2962" spc="-428" dirty="0">
                <a:solidFill>
                  <a:srgbClr val="252525"/>
                </a:solidFill>
                <a:latin typeface="+mn-ea"/>
                <a:cs typeface="Batang"/>
              </a:rPr>
              <a:t>을</a:t>
            </a:r>
            <a:r>
              <a:rPr sz="2962" spc="-608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en-US" altLang="ko-KR" sz="2962" spc="-608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sz="2962" spc="-512" dirty="0" err="1">
                <a:solidFill>
                  <a:srgbClr val="252525"/>
                </a:solidFill>
                <a:latin typeface="+mn-ea"/>
                <a:cs typeface="Batang"/>
              </a:rPr>
              <a:t>의미</a:t>
            </a:r>
            <a:endParaRPr sz="2962" dirty="0">
              <a:latin typeface="+mn-ea"/>
              <a:cs typeface="Batang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965BE1F-BD97-4E9E-BCF8-A772F3343434}"/>
              </a:ext>
            </a:extLst>
          </p:cNvPr>
          <p:cNvSpPr txBox="1"/>
          <p:nvPr/>
        </p:nvSpPr>
        <p:spPr>
          <a:xfrm>
            <a:off x="1565018" y="4128277"/>
            <a:ext cx="8592315" cy="92522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 marR="5374">
              <a:spcBef>
                <a:spcPts val="106"/>
              </a:spcBef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전선이나</a:t>
            </a:r>
            <a:r>
              <a:rPr sz="2962" spc="-33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무선전파와</a:t>
            </a:r>
            <a:r>
              <a:rPr sz="2962" spc="-33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같은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통신매체를</a:t>
            </a:r>
            <a:r>
              <a:rPr sz="2962" spc="-33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통하여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두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252525"/>
                </a:solidFill>
                <a:latin typeface="Batang"/>
                <a:cs typeface="Batang"/>
              </a:rPr>
              <a:t>장치간에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데이터를</a:t>
            </a:r>
            <a:r>
              <a:rPr sz="2962" spc="-33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교환하는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81" dirty="0">
                <a:solidFill>
                  <a:srgbClr val="252525"/>
                </a:solidFill>
                <a:latin typeface="Batang"/>
                <a:cs typeface="Batang"/>
              </a:rPr>
              <a:t>것</a:t>
            </a:r>
            <a:endParaRPr sz="2962" dirty="0">
              <a:latin typeface="Batang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439815" y="3980184"/>
            <a:ext cx="9044156" cy="1287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4492C15-DE08-49B9-8054-2DDD9B3CA7C4}"/>
              </a:ext>
            </a:extLst>
          </p:cNvPr>
          <p:cNvSpPr txBox="1"/>
          <p:nvPr/>
        </p:nvSpPr>
        <p:spPr>
          <a:xfrm>
            <a:off x="1501758" y="3656168"/>
            <a:ext cx="5560286" cy="4721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247858">
              <a:spcBef>
                <a:spcPts val="127"/>
              </a:spcBef>
            </a:pPr>
            <a:r>
              <a:rPr sz="2962" spc="-328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데이터</a:t>
            </a:r>
            <a:r>
              <a:rPr sz="2962" spc="-296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sz="2962" spc="-69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통신</a:t>
            </a:r>
            <a:r>
              <a:rPr sz="2539" spc="-69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(data</a:t>
            </a:r>
            <a:r>
              <a:rPr sz="2539" spc="-222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sz="2539" spc="-1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communication)</a:t>
            </a:r>
            <a:endParaRPr sz="2539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C91A017-3577-428E-AFB3-035058BED45A}"/>
              </a:ext>
            </a:extLst>
          </p:cNvPr>
          <p:cNvSpPr txBox="1"/>
          <p:nvPr/>
        </p:nvSpPr>
        <p:spPr>
          <a:xfrm>
            <a:off x="1343606" y="1446493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데이터</a:t>
            </a:r>
            <a:r>
              <a:rPr lang="ko-KR" altLang="en-US" sz="3200" spc="-37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200" spc="-1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통신</a:t>
            </a:r>
            <a:r>
              <a:rPr lang="en-US" altLang="ko-KR" sz="3200" spc="-1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(data</a:t>
            </a:r>
            <a:r>
              <a:rPr lang="en-US" altLang="ko-KR" sz="3200" spc="37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en-US" altLang="ko-KR" sz="3200" spc="-2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communication)</a:t>
            </a:r>
            <a:r>
              <a:rPr lang="en-US" altLang="ko-KR" sz="3200" spc="-37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200" spc="-2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이란</a:t>
            </a:r>
            <a:r>
              <a:rPr lang="en-US" altLang="ko-KR" sz="3200" spc="-2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?</a:t>
            </a:r>
            <a:endParaRPr lang="ko-KR" altLang="en-US" sz="3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06FE8EE-27D7-4E4B-B668-E4F3B1B1D4D8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90A9C8A-3824-4E67-9479-EE11E8782A6C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통신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Communication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F347A51-62BD-4E5A-B982-591FF681E61B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통신이란 무엇인가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6194B3C-18BE-4956-8210-EEE0DE3DDE7C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32885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352EB51-8A40-4A6C-9069-463DD545156A}"/>
              </a:ext>
            </a:extLst>
          </p:cNvPr>
          <p:cNvGrpSpPr/>
          <p:nvPr/>
        </p:nvGrpSpPr>
        <p:grpSpPr>
          <a:xfrm>
            <a:off x="1885506" y="4265793"/>
            <a:ext cx="7801953" cy="568607"/>
            <a:chOff x="2716523" y="2066494"/>
            <a:chExt cx="7801953" cy="56860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33A5844-D377-44A2-9A84-35FF224C73CD}"/>
                </a:ext>
              </a:extLst>
            </p:cNvPr>
            <p:cNvGrpSpPr/>
            <p:nvPr/>
          </p:nvGrpSpPr>
          <p:grpSpPr>
            <a:xfrm>
              <a:off x="2716523" y="2066494"/>
              <a:ext cx="5341512" cy="568607"/>
              <a:chOff x="4298034" y="2094080"/>
              <a:chExt cx="5341512" cy="568607"/>
            </a:xfrm>
          </p:grpSpPr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2965BE1F-BD97-4E9E-BCF8-A772F3343434}"/>
                  </a:ext>
                </a:extLst>
              </p:cNvPr>
              <p:cNvSpPr txBox="1"/>
              <p:nvPr/>
            </p:nvSpPr>
            <p:spPr>
              <a:xfrm>
                <a:off x="4334618" y="2151590"/>
                <a:ext cx="5304927" cy="469396"/>
              </a:xfrm>
              <a:prstGeom prst="rect">
                <a:avLst/>
              </a:prstGeom>
            </p:spPr>
            <p:txBody>
              <a:bodyPr vert="horz" wrap="square" lIns="0" tIns="13434" rIns="0" bIns="0" rtlCol="0">
                <a:spAutoFit/>
              </a:bodyPr>
              <a:lstStyle/>
              <a:p>
                <a:pPr marL="13434" marR="5374">
                  <a:spcBef>
                    <a:spcPts val="106"/>
                  </a:spcBef>
                </a:pPr>
                <a:r>
                  <a:rPr lang="ko-KR" altLang="en-US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데이터가 이동하는 물리적 경로</a:t>
                </a:r>
                <a:endParaRPr sz="2962" dirty="0">
                  <a:latin typeface="Batang"/>
                  <a:cs typeface="Batang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85B75C9-86A2-46E1-9D32-029B32223C41}"/>
                  </a:ext>
                </a:extLst>
              </p:cNvPr>
              <p:cNvSpPr/>
              <p:nvPr/>
            </p:nvSpPr>
            <p:spPr>
              <a:xfrm>
                <a:off x="4298034" y="2094080"/>
                <a:ext cx="5341512" cy="56860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4492C15-DE08-49B9-8054-2DDD9B3CA7C4}"/>
                </a:ext>
              </a:extLst>
            </p:cNvPr>
            <p:cNvSpPr txBox="1"/>
            <p:nvPr/>
          </p:nvSpPr>
          <p:spPr>
            <a:xfrm>
              <a:off x="7954317" y="2121291"/>
              <a:ext cx="2564159" cy="472109"/>
            </a:xfrm>
            <a:prstGeom prst="rect">
              <a:avLst/>
            </a:prstGeom>
            <a:solidFill>
              <a:srgbClr val="0D2D44"/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247858" algn="ctr">
                <a:spcBef>
                  <a:spcPts val="127"/>
                </a:spcBef>
              </a:pPr>
              <a:r>
                <a:rPr lang="ko-KR" altLang="en-US" sz="2962" spc="-328" dirty="0">
                  <a:solidFill>
                    <a:srgbClr val="FFFFFF"/>
                  </a:solidFill>
                  <a:latin typeface="Batang"/>
                  <a:cs typeface="Batang"/>
                </a:rPr>
                <a:t>전송매체</a:t>
              </a:r>
              <a:endParaRPr sz="2539" dirty="0">
                <a:latin typeface="Batang"/>
                <a:cs typeface="Batang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CDD88DC-60CE-4A36-8A0C-80B7167F23A6}"/>
              </a:ext>
            </a:extLst>
          </p:cNvPr>
          <p:cNvGrpSpPr/>
          <p:nvPr/>
        </p:nvGrpSpPr>
        <p:grpSpPr>
          <a:xfrm>
            <a:off x="1876881" y="2764755"/>
            <a:ext cx="7801953" cy="568607"/>
            <a:chOff x="2716523" y="2066494"/>
            <a:chExt cx="7801953" cy="56860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30602B6-562B-471C-B237-9E47CAEBEB60}"/>
                </a:ext>
              </a:extLst>
            </p:cNvPr>
            <p:cNvGrpSpPr/>
            <p:nvPr/>
          </p:nvGrpSpPr>
          <p:grpSpPr>
            <a:xfrm>
              <a:off x="2716523" y="2066494"/>
              <a:ext cx="5341512" cy="568607"/>
              <a:chOff x="4298034" y="2094080"/>
              <a:chExt cx="5341512" cy="568607"/>
            </a:xfrm>
          </p:grpSpPr>
          <p:sp>
            <p:nvSpPr>
              <p:cNvPr id="31" name="object 10">
                <a:extLst>
                  <a:ext uri="{FF2B5EF4-FFF2-40B4-BE49-F238E27FC236}">
                    <a16:creationId xmlns:a16="http://schemas.microsoft.com/office/drawing/2014/main" id="{DA501740-044D-44CC-8FAE-5FEA59131CBB}"/>
                  </a:ext>
                </a:extLst>
              </p:cNvPr>
              <p:cNvSpPr txBox="1"/>
              <p:nvPr/>
            </p:nvSpPr>
            <p:spPr>
              <a:xfrm>
                <a:off x="4334618" y="2151590"/>
                <a:ext cx="5304927" cy="469396"/>
              </a:xfrm>
              <a:prstGeom prst="rect">
                <a:avLst/>
              </a:prstGeom>
            </p:spPr>
            <p:txBody>
              <a:bodyPr vert="horz" wrap="square" lIns="0" tIns="13434" rIns="0" bIns="0" rtlCol="0">
                <a:spAutoFit/>
              </a:bodyPr>
              <a:lstStyle/>
              <a:p>
                <a:pPr marL="13434" marR="5374">
                  <a:spcBef>
                    <a:spcPts val="106"/>
                  </a:spcBef>
                </a:pPr>
                <a:r>
                  <a:rPr lang="ko-KR" altLang="en-US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메시지를 생성하는 장치</a:t>
                </a:r>
                <a:endParaRPr sz="2962" dirty="0">
                  <a:latin typeface="Batang"/>
                  <a:cs typeface="Batang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6A53E9A-B8D8-4210-9DD5-BF6A8CDD038E}"/>
                  </a:ext>
                </a:extLst>
              </p:cNvPr>
              <p:cNvSpPr/>
              <p:nvPr/>
            </p:nvSpPr>
            <p:spPr>
              <a:xfrm>
                <a:off x="4298034" y="2094080"/>
                <a:ext cx="5341512" cy="56860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6BB8A748-3E38-4E08-AD17-B8CF5A17869A}"/>
                </a:ext>
              </a:extLst>
            </p:cNvPr>
            <p:cNvSpPr txBox="1"/>
            <p:nvPr/>
          </p:nvSpPr>
          <p:spPr>
            <a:xfrm>
              <a:off x="7954317" y="2121291"/>
              <a:ext cx="2564159" cy="472109"/>
            </a:xfrm>
            <a:prstGeom prst="rect">
              <a:avLst/>
            </a:prstGeom>
            <a:solidFill>
              <a:srgbClr val="0D2D44"/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247858" algn="ctr">
                <a:spcBef>
                  <a:spcPts val="127"/>
                </a:spcBef>
              </a:pPr>
              <a:r>
                <a:rPr lang="ko-KR" altLang="en-US" sz="2962" spc="-328" dirty="0">
                  <a:solidFill>
                    <a:srgbClr val="FFFFFF"/>
                  </a:solidFill>
                  <a:latin typeface="Batang"/>
                  <a:cs typeface="Batang"/>
                </a:rPr>
                <a:t>송신자</a:t>
              </a:r>
              <a:endParaRPr sz="2539" dirty="0">
                <a:latin typeface="Batang"/>
                <a:cs typeface="Batang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287DDE2-FBDD-4778-9371-7D0D681D0C3B}"/>
              </a:ext>
            </a:extLst>
          </p:cNvPr>
          <p:cNvGrpSpPr/>
          <p:nvPr/>
        </p:nvGrpSpPr>
        <p:grpSpPr>
          <a:xfrm>
            <a:off x="1885506" y="3518608"/>
            <a:ext cx="7801953" cy="568607"/>
            <a:chOff x="2716523" y="2066494"/>
            <a:chExt cx="7801953" cy="56860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F718F052-FADD-46CD-AFE2-31F7B9EFF564}"/>
                </a:ext>
              </a:extLst>
            </p:cNvPr>
            <p:cNvGrpSpPr/>
            <p:nvPr/>
          </p:nvGrpSpPr>
          <p:grpSpPr>
            <a:xfrm>
              <a:off x="2716523" y="2066494"/>
              <a:ext cx="5341512" cy="568607"/>
              <a:chOff x="4298034" y="2094080"/>
              <a:chExt cx="5341512" cy="568607"/>
            </a:xfrm>
          </p:grpSpPr>
          <p:sp>
            <p:nvSpPr>
              <p:cNvPr id="36" name="object 10">
                <a:extLst>
                  <a:ext uri="{FF2B5EF4-FFF2-40B4-BE49-F238E27FC236}">
                    <a16:creationId xmlns:a16="http://schemas.microsoft.com/office/drawing/2014/main" id="{D7C84349-244D-4A4E-8E79-4194A21915D8}"/>
                  </a:ext>
                </a:extLst>
              </p:cNvPr>
              <p:cNvSpPr txBox="1"/>
              <p:nvPr/>
            </p:nvSpPr>
            <p:spPr>
              <a:xfrm>
                <a:off x="4334618" y="2151590"/>
                <a:ext cx="5304927" cy="469396"/>
              </a:xfrm>
              <a:prstGeom prst="rect">
                <a:avLst/>
              </a:prstGeom>
            </p:spPr>
            <p:txBody>
              <a:bodyPr vert="horz" wrap="square" lIns="0" tIns="13434" rIns="0" bIns="0" rtlCol="0">
                <a:spAutoFit/>
              </a:bodyPr>
              <a:lstStyle/>
              <a:p>
                <a:pPr marL="13434" marR="5374">
                  <a:spcBef>
                    <a:spcPts val="106"/>
                  </a:spcBef>
                </a:pPr>
                <a:r>
                  <a:rPr lang="ko-KR" altLang="en-US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메시지를 받는 장치</a:t>
                </a:r>
                <a:endParaRPr sz="2962" dirty="0">
                  <a:latin typeface="Batang"/>
                  <a:cs typeface="Batang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82D945E-26B4-4ED3-BC1C-85E0341B2A00}"/>
                  </a:ext>
                </a:extLst>
              </p:cNvPr>
              <p:cNvSpPr/>
              <p:nvPr/>
            </p:nvSpPr>
            <p:spPr>
              <a:xfrm>
                <a:off x="4298034" y="2094080"/>
                <a:ext cx="5341512" cy="56860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5" name="object 9">
              <a:extLst>
                <a:ext uri="{FF2B5EF4-FFF2-40B4-BE49-F238E27FC236}">
                  <a16:creationId xmlns:a16="http://schemas.microsoft.com/office/drawing/2014/main" id="{623753A1-691B-4125-9160-AB64877F4EAC}"/>
                </a:ext>
              </a:extLst>
            </p:cNvPr>
            <p:cNvSpPr txBox="1"/>
            <p:nvPr/>
          </p:nvSpPr>
          <p:spPr>
            <a:xfrm>
              <a:off x="7954317" y="2121291"/>
              <a:ext cx="2564159" cy="472109"/>
            </a:xfrm>
            <a:prstGeom prst="rect">
              <a:avLst/>
            </a:prstGeom>
            <a:solidFill>
              <a:srgbClr val="0D2D44"/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247858" algn="ctr">
                <a:spcBef>
                  <a:spcPts val="127"/>
                </a:spcBef>
              </a:pPr>
              <a:r>
                <a:rPr lang="ko-KR" altLang="en-US" sz="2962" spc="-328" dirty="0">
                  <a:solidFill>
                    <a:srgbClr val="FFFFFF"/>
                  </a:solidFill>
                  <a:latin typeface="Batang"/>
                  <a:cs typeface="Batang"/>
                </a:rPr>
                <a:t>수신자</a:t>
              </a:r>
              <a:endParaRPr sz="2539" dirty="0">
                <a:latin typeface="Batang"/>
                <a:cs typeface="Batang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E465860-9338-4C98-96CF-F6EED9EF5236}"/>
              </a:ext>
            </a:extLst>
          </p:cNvPr>
          <p:cNvGrpSpPr/>
          <p:nvPr/>
        </p:nvGrpSpPr>
        <p:grpSpPr>
          <a:xfrm>
            <a:off x="1876881" y="2030666"/>
            <a:ext cx="7801953" cy="568607"/>
            <a:chOff x="2716523" y="2066494"/>
            <a:chExt cx="7801953" cy="568607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EB91285-2C87-4202-A01F-A7AB0966FA05}"/>
                </a:ext>
              </a:extLst>
            </p:cNvPr>
            <p:cNvGrpSpPr/>
            <p:nvPr/>
          </p:nvGrpSpPr>
          <p:grpSpPr>
            <a:xfrm>
              <a:off x="2716523" y="2066494"/>
              <a:ext cx="5341512" cy="568607"/>
              <a:chOff x="4298034" y="2094080"/>
              <a:chExt cx="5341512" cy="568607"/>
            </a:xfrm>
          </p:grpSpPr>
          <p:sp>
            <p:nvSpPr>
              <p:cNvPr id="41" name="object 10">
                <a:extLst>
                  <a:ext uri="{FF2B5EF4-FFF2-40B4-BE49-F238E27FC236}">
                    <a16:creationId xmlns:a16="http://schemas.microsoft.com/office/drawing/2014/main" id="{01B87374-C736-48A0-9022-0AE4ED03BBF1}"/>
                  </a:ext>
                </a:extLst>
              </p:cNvPr>
              <p:cNvSpPr txBox="1"/>
              <p:nvPr/>
            </p:nvSpPr>
            <p:spPr>
              <a:xfrm>
                <a:off x="4334618" y="2151590"/>
                <a:ext cx="5304927" cy="469396"/>
              </a:xfrm>
              <a:prstGeom prst="rect">
                <a:avLst/>
              </a:prstGeom>
            </p:spPr>
            <p:txBody>
              <a:bodyPr vert="horz" wrap="square" lIns="0" tIns="13434" rIns="0" bIns="0" rtlCol="0">
                <a:spAutoFit/>
              </a:bodyPr>
              <a:lstStyle/>
              <a:p>
                <a:pPr marL="13434" marR="5374">
                  <a:spcBef>
                    <a:spcPts val="106"/>
                  </a:spcBef>
                </a:pPr>
                <a:r>
                  <a:rPr lang="ko-KR" altLang="en-US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통신의 대상이 되는 정보</a:t>
                </a:r>
                <a:r>
                  <a:rPr lang="en-US" altLang="ko-KR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(</a:t>
                </a:r>
                <a:r>
                  <a:rPr lang="ko-KR" altLang="en-US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데이터</a:t>
                </a:r>
                <a:r>
                  <a:rPr lang="en-US" altLang="ko-KR" sz="2962" spc="-328" dirty="0">
                    <a:solidFill>
                      <a:srgbClr val="252525"/>
                    </a:solidFill>
                    <a:latin typeface="Batang"/>
                    <a:cs typeface="Batang"/>
                  </a:rPr>
                  <a:t>)</a:t>
                </a:r>
                <a:endParaRPr sz="2962" dirty="0">
                  <a:latin typeface="Batang"/>
                  <a:cs typeface="Batang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F1915E03-18A9-46EF-A45A-9919873099F8}"/>
                  </a:ext>
                </a:extLst>
              </p:cNvPr>
              <p:cNvSpPr/>
              <p:nvPr/>
            </p:nvSpPr>
            <p:spPr>
              <a:xfrm>
                <a:off x="4298034" y="2094080"/>
                <a:ext cx="5341512" cy="56860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object 9">
              <a:extLst>
                <a:ext uri="{FF2B5EF4-FFF2-40B4-BE49-F238E27FC236}">
                  <a16:creationId xmlns:a16="http://schemas.microsoft.com/office/drawing/2014/main" id="{88FE7E58-C874-4CF1-B522-0E3FEFA9B084}"/>
                </a:ext>
              </a:extLst>
            </p:cNvPr>
            <p:cNvSpPr txBox="1"/>
            <p:nvPr/>
          </p:nvSpPr>
          <p:spPr>
            <a:xfrm>
              <a:off x="7954317" y="2121291"/>
              <a:ext cx="2564159" cy="472109"/>
            </a:xfrm>
            <a:prstGeom prst="rect">
              <a:avLst/>
            </a:prstGeom>
            <a:solidFill>
              <a:srgbClr val="0D2D44"/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247858" algn="ctr">
                <a:spcBef>
                  <a:spcPts val="127"/>
                </a:spcBef>
              </a:pPr>
              <a:r>
                <a:rPr lang="ko-KR" altLang="en-US" sz="2962" spc="-328" dirty="0">
                  <a:solidFill>
                    <a:srgbClr val="FFFFFF"/>
                  </a:solidFill>
                  <a:latin typeface="Batang"/>
                  <a:cs typeface="Batang"/>
                </a:rPr>
                <a:t>메시지</a:t>
              </a:r>
              <a:endParaRPr sz="2539" dirty="0">
                <a:latin typeface="Batang"/>
                <a:cs typeface="Batang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903D543-602D-42AE-9C99-718F47F37D27}"/>
              </a:ext>
            </a:extLst>
          </p:cNvPr>
          <p:cNvGrpSpPr/>
          <p:nvPr/>
        </p:nvGrpSpPr>
        <p:grpSpPr>
          <a:xfrm>
            <a:off x="1876881" y="5039720"/>
            <a:ext cx="7801953" cy="568607"/>
            <a:chOff x="2716523" y="2066494"/>
            <a:chExt cx="7801953" cy="568607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952C92D0-8B05-4FE0-A1DE-41E159DEB840}"/>
                </a:ext>
              </a:extLst>
            </p:cNvPr>
            <p:cNvGrpSpPr/>
            <p:nvPr/>
          </p:nvGrpSpPr>
          <p:grpSpPr>
            <a:xfrm>
              <a:off x="2716523" y="2066494"/>
              <a:ext cx="5341512" cy="568607"/>
              <a:chOff x="4298034" y="2094080"/>
              <a:chExt cx="5341512" cy="568607"/>
            </a:xfrm>
          </p:grpSpPr>
          <p:sp>
            <p:nvSpPr>
              <p:cNvPr id="46" name="object 10">
                <a:extLst>
                  <a:ext uri="{FF2B5EF4-FFF2-40B4-BE49-F238E27FC236}">
                    <a16:creationId xmlns:a16="http://schemas.microsoft.com/office/drawing/2014/main" id="{4A0F9DED-8CC5-420B-A8F7-E40EFA9BFE0E}"/>
                  </a:ext>
                </a:extLst>
              </p:cNvPr>
              <p:cNvSpPr txBox="1"/>
              <p:nvPr/>
            </p:nvSpPr>
            <p:spPr>
              <a:xfrm>
                <a:off x="4334618" y="2151590"/>
                <a:ext cx="5304927" cy="469396"/>
              </a:xfrm>
              <a:prstGeom prst="rect">
                <a:avLst/>
              </a:prstGeom>
            </p:spPr>
            <p:txBody>
              <a:bodyPr vert="horz" wrap="square" lIns="0" tIns="13434" rIns="0" bIns="0" rtlCol="0">
                <a:spAutoFit/>
              </a:bodyPr>
              <a:lstStyle/>
              <a:p>
                <a:pPr marL="13434" marR="5374">
                  <a:spcBef>
                    <a:spcPts val="106"/>
                  </a:spcBef>
                </a:pPr>
                <a:r>
                  <a:rPr lang="ko-KR" altLang="en-US" sz="2962" dirty="0">
                    <a:latin typeface="Batang"/>
                    <a:cs typeface="Batang"/>
                  </a:rPr>
                  <a:t>통신을 통제하는 규칙의 집합</a:t>
                </a:r>
                <a:endParaRPr sz="2962" dirty="0">
                  <a:latin typeface="Batang"/>
                  <a:cs typeface="Batang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01FE7401-4FA0-49AD-B2A0-FD38F8301A0C}"/>
                  </a:ext>
                </a:extLst>
              </p:cNvPr>
              <p:cNvSpPr/>
              <p:nvPr/>
            </p:nvSpPr>
            <p:spPr>
              <a:xfrm>
                <a:off x="4298034" y="2094080"/>
                <a:ext cx="5341512" cy="56860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5" name="object 9">
              <a:extLst>
                <a:ext uri="{FF2B5EF4-FFF2-40B4-BE49-F238E27FC236}">
                  <a16:creationId xmlns:a16="http://schemas.microsoft.com/office/drawing/2014/main" id="{94515977-2E20-442E-9A53-4B15666DB1EA}"/>
                </a:ext>
              </a:extLst>
            </p:cNvPr>
            <p:cNvSpPr txBox="1"/>
            <p:nvPr/>
          </p:nvSpPr>
          <p:spPr>
            <a:xfrm>
              <a:off x="7954317" y="2121291"/>
              <a:ext cx="2564159" cy="472109"/>
            </a:xfrm>
            <a:prstGeom prst="rect">
              <a:avLst/>
            </a:prstGeom>
            <a:solidFill>
              <a:srgbClr val="0D2D44"/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247858" algn="ctr">
                <a:spcBef>
                  <a:spcPts val="127"/>
                </a:spcBef>
              </a:pPr>
              <a:r>
                <a:rPr lang="ko-KR" altLang="en-US" sz="2962" spc="-328" dirty="0">
                  <a:solidFill>
                    <a:srgbClr val="FFFFFF"/>
                  </a:solidFill>
                  <a:latin typeface="Batang"/>
                  <a:cs typeface="Batang"/>
                </a:rPr>
                <a:t>프로토콜</a:t>
              </a:r>
              <a:endParaRPr sz="2539" dirty="0">
                <a:latin typeface="Batang"/>
                <a:cs typeface="Batang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B1253E-B978-457F-A3EE-707AFA8EA8B5}"/>
              </a:ext>
            </a:extLst>
          </p:cNvPr>
          <p:cNvSpPr/>
          <p:nvPr/>
        </p:nvSpPr>
        <p:spPr>
          <a:xfrm>
            <a:off x="1380226" y="1414732"/>
            <a:ext cx="8810446" cy="46237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object 9">
            <a:extLst>
              <a:ext uri="{FF2B5EF4-FFF2-40B4-BE49-F238E27FC236}">
                <a16:creationId xmlns:a16="http://schemas.microsoft.com/office/drawing/2014/main" id="{36660802-E089-478A-A894-C39E1D8FA06F}"/>
              </a:ext>
            </a:extLst>
          </p:cNvPr>
          <p:cNvSpPr txBox="1"/>
          <p:nvPr/>
        </p:nvSpPr>
        <p:spPr>
          <a:xfrm>
            <a:off x="1496005" y="1213978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데이터</a:t>
            </a:r>
            <a:r>
              <a:rPr lang="ko-KR" altLang="en-US" sz="3200" spc="-37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200" spc="-1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통신의 구성요소</a:t>
            </a:r>
            <a:endParaRPr lang="ko-KR" altLang="en-US" sz="3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605E0DD9-16A4-45D2-B565-5963B41B6F32}"/>
              </a:ext>
            </a:extLst>
          </p:cNvPr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1" name="Text 0">
            <a:extLst>
              <a:ext uri="{FF2B5EF4-FFF2-40B4-BE49-F238E27FC236}">
                <a16:creationId xmlns:a16="http://schemas.microsoft.com/office/drawing/2014/main" id="{7A0F8009-1587-46B2-948A-258FA6849B3E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D307C7A0-E8CB-4E30-BBFB-D35F8D6BE2AD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통신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</a:t>
            </a:r>
            <a:r>
              <a:rPr lang="en-US" sz="1200" b="1" kern="0" spc="200" dirty="0" err="1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Comminication</a:t>
            </a:r>
            <a:endParaRPr lang="en-US" sz="1200" dirty="0"/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D0761AD1-FDED-4EB5-B79A-DD3B42381A96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통신의 필수 구성요소</a:t>
            </a:r>
            <a:endParaRPr lang="en-US" sz="2600" dirty="0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70164C55-E14D-4075-901C-79AA926A28F5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8878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D2298BC-A5E1-4485-AC68-9E3F7FEA62BE}"/>
              </a:ext>
            </a:extLst>
          </p:cNvPr>
          <p:cNvGrpSpPr/>
          <p:nvPr/>
        </p:nvGrpSpPr>
        <p:grpSpPr>
          <a:xfrm>
            <a:off x="1312690" y="1365744"/>
            <a:ext cx="9118045" cy="3004063"/>
            <a:chOff x="1253706" y="1446493"/>
            <a:chExt cx="9118045" cy="3679856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F3246EF-102B-453B-A8A6-6C9BA61D69F8}"/>
                </a:ext>
              </a:extLst>
            </p:cNvPr>
            <p:cNvSpPr txBox="1"/>
            <p:nvPr/>
          </p:nvSpPr>
          <p:spPr>
            <a:xfrm>
              <a:off x="1457067" y="1799999"/>
              <a:ext cx="8848624" cy="2691873"/>
            </a:xfrm>
            <a:prstGeom prst="rect">
              <a:avLst/>
            </a:prstGeom>
          </p:spPr>
          <p:txBody>
            <a:bodyPr vert="horz" wrap="square" lIns="0" tIns="268006" rIns="0" bIns="0" rtlCol="0">
              <a:spAutoFit/>
            </a:bodyPr>
            <a:lstStyle/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한정된 좁은 지역에 구성된 네트워크 </a:t>
              </a:r>
              <a:endParaRPr lang="en-US" altLang="ko-KR" sz="20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  <a:p>
              <a:pPr>
                <a:buClr>
                  <a:schemeClr val="accent1"/>
                </a:buClr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      (ex. PC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방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사무실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연구소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강의실 등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)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 </a:t>
              </a:r>
              <a:endParaRPr lang="en-US" altLang="ko-KR" sz="20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초기 투자 비용이 높지만 유지 보수비는 낮다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관리는 사내 관리자가 담당한다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LAN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기술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: </a:t>
              </a:r>
              <a:r>
                <a:rPr lang="ko-KR" altLang="en-US" sz="2000" dirty="0" err="1">
                  <a:solidFill>
                    <a:srgbClr val="000000"/>
                  </a:solidFill>
                  <a:ea typeface="굴림" panose="020B0600000101010101" pitchFamily="50" charset="-127"/>
                </a:rPr>
                <a:t>토큰링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FDDI,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이더넷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(Ethernet)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사용한다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LAN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구성 장비로는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Switch(Bridge) , HUB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등이 있다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457200" indent="-4572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LAN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토폴로지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 :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버스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링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스타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확장스타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계층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, </a:t>
              </a:r>
              <a:r>
                <a:rPr lang="ko-KR" altLang="en-US" sz="2000" dirty="0" err="1">
                  <a:solidFill>
                    <a:srgbClr val="000000"/>
                  </a:solidFill>
                  <a:ea typeface="굴림" panose="020B0600000101010101" pitchFamily="50" charset="-127"/>
                </a:rPr>
                <a:t>메쉬형</a:t>
              </a:r>
              <a:endParaRPr sz="2000" dirty="0">
                <a:latin typeface="+mn-ea"/>
                <a:cs typeface="Batang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85B75C9-86A2-46E1-9D32-029B32223C41}"/>
                </a:ext>
              </a:extLst>
            </p:cNvPr>
            <p:cNvSpPr/>
            <p:nvPr/>
          </p:nvSpPr>
          <p:spPr>
            <a:xfrm>
              <a:off x="1253706" y="1622270"/>
              <a:ext cx="9118045" cy="35040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6CE00525-2541-4D25-9EFD-41C97BE510E4}"/>
                </a:ext>
              </a:extLst>
            </p:cNvPr>
            <p:cNvSpPr txBox="1"/>
            <p:nvPr/>
          </p:nvSpPr>
          <p:spPr>
            <a:xfrm>
              <a:off x="1343606" y="1446493"/>
              <a:ext cx="7829149" cy="5646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13434">
                <a:spcBef>
                  <a:spcPts val="2110"/>
                </a:spcBef>
              </a:pPr>
              <a:r>
                <a:rPr lang="ko-KR" altLang="en-US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◎ 근거리</a:t>
              </a:r>
              <a:r>
                <a:rPr lang="en-US" altLang="ko-KR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 </a:t>
              </a:r>
              <a:r>
                <a:rPr lang="ko-KR" altLang="en-US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통신망</a:t>
              </a:r>
              <a:r>
                <a:rPr lang="en-US" altLang="ko-KR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(Local Area Network)</a:t>
              </a:r>
              <a:endParaRPr lang="ko-KR" altLang="en-US" sz="32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endParaRPr>
            </a:p>
          </p:txBody>
        </p:sp>
      </p:grpSp>
      <p:grpSp>
        <p:nvGrpSpPr>
          <p:cNvPr id="29" name="Group 62">
            <a:extLst>
              <a:ext uri="{FF2B5EF4-FFF2-40B4-BE49-F238E27FC236}">
                <a16:creationId xmlns:a16="http://schemas.microsoft.com/office/drawing/2014/main" id="{15EFFC11-3769-4107-8C0E-C3F617A32572}"/>
              </a:ext>
            </a:extLst>
          </p:cNvPr>
          <p:cNvGrpSpPr>
            <a:grpSpLocks/>
          </p:cNvGrpSpPr>
          <p:nvPr/>
        </p:nvGrpSpPr>
        <p:grpSpPr bwMode="auto">
          <a:xfrm>
            <a:off x="1886958" y="5220257"/>
            <a:ext cx="3040063" cy="415925"/>
            <a:chOff x="1438" y="1457"/>
            <a:chExt cx="3219" cy="345"/>
          </a:xfrm>
        </p:grpSpPr>
        <p:pic>
          <p:nvPicPr>
            <p:cNvPr id="30" name="Picture 8">
              <a:extLst>
                <a:ext uri="{FF2B5EF4-FFF2-40B4-BE49-F238E27FC236}">
                  <a16:creationId xmlns:a16="http://schemas.microsoft.com/office/drawing/2014/main" id="{A42AA712-F9BB-4001-B18D-7848A25BDC9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" y="1457"/>
              <a:ext cx="43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EC1A4F41-CB99-47F2-B56E-EEB351570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1" y="1606"/>
              <a:ext cx="2400" cy="0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 type="none" w="sm" len="sm"/>
              <a:tailEnd type="none" w="sm" len="sm"/>
            </a:ln>
            <a:effectLst>
              <a:outerShdw dist="28398" dir="3806097" algn="ctr" rotWithShape="0">
                <a:schemeClr val="bg2"/>
              </a:outerShdw>
            </a:effec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/>
            </a:p>
          </p:txBody>
        </p:sp>
        <p:pic>
          <p:nvPicPr>
            <p:cNvPr id="32" name="Picture 14">
              <a:extLst>
                <a:ext uri="{FF2B5EF4-FFF2-40B4-BE49-F238E27FC236}">
                  <a16:creationId xmlns:a16="http://schemas.microsoft.com/office/drawing/2014/main" id="{43845F8C-6306-4371-B22F-9978A05C917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5" y="1457"/>
              <a:ext cx="43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oup 61">
            <a:extLst>
              <a:ext uri="{FF2B5EF4-FFF2-40B4-BE49-F238E27FC236}">
                <a16:creationId xmlns:a16="http://schemas.microsoft.com/office/drawing/2014/main" id="{EC5989D7-44A2-4127-815F-FEAB2265FF4A}"/>
              </a:ext>
            </a:extLst>
          </p:cNvPr>
          <p:cNvGrpSpPr>
            <a:grpSpLocks/>
          </p:cNvGrpSpPr>
          <p:nvPr/>
        </p:nvGrpSpPr>
        <p:grpSpPr bwMode="auto">
          <a:xfrm>
            <a:off x="5562017" y="4785280"/>
            <a:ext cx="2798761" cy="1079499"/>
            <a:chOff x="2007" y="1763"/>
            <a:chExt cx="2180" cy="908"/>
          </a:xfrm>
        </p:grpSpPr>
        <p:pic>
          <p:nvPicPr>
            <p:cNvPr id="34" name="Picture 15">
              <a:extLst>
                <a:ext uri="{FF2B5EF4-FFF2-40B4-BE49-F238E27FC236}">
                  <a16:creationId xmlns:a16="http://schemas.microsoft.com/office/drawing/2014/main" id="{6836CA76-665A-48DC-98F5-9D9760E311B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2" y="2326"/>
              <a:ext cx="43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86114D50-B064-4049-9108-CC4FA051F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1944"/>
              <a:ext cx="0" cy="384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6" name="Line 17">
              <a:extLst>
                <a:ext uri="{FF2B5EF4-FFF2-40B4-BE49-F238E27FC236}">
                  <a16:creationId xmlns:a16="http://schemas.microsoft.com/office/drawing/2014/main" id="{C7E6C4CC-91B0-4079-998B-6FCE702182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1944"/>
              <a:ext cx="528" cy="384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7" name="Line 18">
              <a:extLst>
                <a:ext uri="{FF2B5EF4-FFF2-40B4-BE49-F238E27FC236}">
                  <a16:creationId xmlns:a16="http://schemas.microsoft.com/office/drawing/2014/main" id="{C1ED6139-B80F-4E05-B7F1-1A57FD14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2" y="1943"/>
              <a:ext cx="672" cy="383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pic>
          <p:nvPicPr>
            <p:cNvPr id="38" name="Picture 49">
              <a:extLst>
                <a:ext uri="{FF2B5EF4-FFF2-40B4-BE49-F238E27FC236}">
                  <a16:creationId xmlns:a16="http://schemas.microsoft.com/office/drawing/2014/main" id="{9954A0C7-FB30-48C1-AC2B-5312F4BDA1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1" y="1763"/>
              <a:ext cx="68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54">
              <a:extLst>
                <a:ext uri="{FF2B5EF4-FFF2-40B4-BE49-F238E27FC236}">
                  <a16:creationId xmlns:a16="http://schemas.microsoft.com/office/drawing/2014/main" id="{56F6FB44-5141-470D-98E3-9D4CA1B2D83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5" y="2326"/>
              <a:ext cx="43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55">
              <a:extLst>
                <a:ext uri="{FF2B5EF4-FFF2-40B4-BE49-F238E27FC236}">
                  <a16:creationId xmlns:a16="http://schemas.microsoft.com/office/drawing/2014/main" id="{08E3B108-6EFC-4E4E-8769-4DE5210C803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7" y="2326"/>
              <a:ext cx="43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" name="AutoShape 44">
            <a:extLst>
              <a:ext uri="{FF2B5EF4-FFF2-40B4-BE49-F238E27FC236}">
                <a16:creationId xmlns:a16="http://schemas.microsoft.com/office/drawing/2014/main" id="{EB7E7043-3FEC-49FA-AF38-C896A60C76BA}"/>
              </a:ext>
            </a:extLst>
          </p:cNvPr>
          <p:cNvSpPr>
            <a:spLocks/>
          </p:cNvSpPr>
          <p:nvPr/>
        </p:nvSpPr>
        <p:spPr bwMode="auto">
          <a:xfrm>
            <a:off x="8330620" y="4632882"/>
            <a:ext cx="381000" cy="1308100"/>
          </a:xfrm>
          <a:prstGeom prst="rightBrace">
            <a:avLst>
              <a:gd name="adj1" fmla="val 4808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2" name="Text Box 45">
            <a:extLst>
              <a:ext uri="{FF2B5EF4-FFF2-40B4-BE49-F238E27FC236}">
                <a16:creationId xmlns:a16="http://schemas.microsoft.com/office/drawing/2014/main" id="{9231B66C-8D53-4C31-8AE7-6FB5BA7F7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20" y="5001182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LAN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CA66271E-1DAB-44A3-A293-71D71701BDFF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97921F4-7FBD-4ECA-B9E4-8A9959FAF51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통신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</a:t>
            </a:r>
            <a:r>
              <a:rPr lang="en-US" sz="1200" b="1" kern="0" spc="200" dirty="0" err="1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Commuinication</a:t>
            </a:r>
            <a:endParaRPr lang="en-US" sz="12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0664368-05E5-4823-BBCE-EF0A003AA6FE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근거리 통신망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</a:t>
            </a:r>
            <a:endParaRPr lang="en-US" sz="26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3ABEFEE3-92A4-4B85-9B02-6D683940D01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0404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">
            <a:extLst>
              <a:ext uri="{FF2B5EF4-FFF2-40B4-BE49-F238E27FC236}">
                <a16:creationId xmlns:a16="http://schemas.microsoft.com/office/drawing/2014/main" id="{C73820C9-1D4C-4789-BFB6-892AC48BD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6486" y="4216417"/>
            <a:ext cx="1944687" cy="1839913"/>
          </a:xfrm>
          <a:prstGeom prst="ellipse">
            <a:avLst/>
          </a:prstGeom>
          <a:solidFill>
            <a:srgbClr val="FFFF99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6" name="Oval 6">
            <a:extLst>
              <a:ext uri="{FF2B5EF4-FFF2-40B4-BE49-F238E27FC236}">
                <a16:creationId xmlns:a16="http://schemas.microsoft.com/office/drawing/2014/main" id="{3EA26C33-720C-4B15-8267-9F9BF0715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511" y="4216417"/>
            <a:ext cx="1944687" cy="1839913"/>
          </a:xfrm>
          <a:prstGeom prst="ellipse">
            <a:avLst/>
          </a:prstGeom>
          <a:solidFill>
            <a:srgbClr val="FFFF99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57" name="Picture 7">
            <a:extLst>
              <a:ext uri="{FF2B5EF4-FFF2-40B4-BE49-F238E27FC236}">
                <a16:creationId xmlns:a16="http://schemas.microsoft.com/office/drawing/2014/main" id="{7EDB0007-B94B-41B1-86EC-4AB04BB739B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011" y="4957780"/>
            <a:ext cx="8382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10">
            <a:extLst>
              <a:ext uri="{FF2B5EF4-FFF2-40B4-BE49-F238E27FC236}">
                <a16:creationId xmlns:a16="http://schemas.microsoft.com/office/drawing/2014/main" id="{29DB9C80-13E8-4E4D-BA07-B1F425013C1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411" y="4957780"/>
            <a:ext cx="8255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Group 11">
            <a:extLst>
              <a:ext uri="{FF2B5EF4-FFF2-40B4-BE49-F238E27FC236}">
                <a16:creationId xmlns:a16="http://schemas.microsoft.com/office/drawing/2014/main" id="{BC2EDECA-1852-4B4F-8469-571D6189EFFF}"/>
              </a:ext>
            </a:extLst>
          </p:cNvPr>
          <p:cNvGrpSpPr>
            <a:grpSpLocks/>
          </p:cNvGrpSpPr>
          <p:nvPr/>
        </p:nvGrpSpPr>
        <p:grpSpPr bwMode="auto">
          <a:xfrm>
            <a:off x="4302011" y="4957780"/>
            <a:ext cx="990600" cy="425450"/>
            <a:chOff x="1920" y="3360"/>
            <a:chExt cx="624" cy="336"/>
          </a:xfrm>
        </p:grpSpPr>
        <p:pic>
          <p:nvPicPr>
            <p:cNvPr id="93" name="Picture 12">
              <a:extLst>
                <a:ext uri="{FF2B5EF4-FFF2-40B4-BE49-F238E27FC236}">
                  <a16:creationId xmlns:a16="http://schemas.microsoft.com/office/drawing/2014/main" id="{E74C945E-2E6F-4C5A-B2E8-02F657D319A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3360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Rectangle 13">
              <a:extLst>
                <a:ext uri="{FF2B5EF4-FFF2-40B4-BE49-F238E27FC236}">
                  <a16:creationId xmlns:a16="http://schemas.microsoft.com/office/drawing/2014/main" id="{23727826-6097-4ED0-B2A5-740B6015F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360"/>
              <a:ext cx="5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ko-KR" sz="1200">
                  <a:ea typeface="굴림" panose="020B0600000101010101" pitchFamily="50" charset="-127"/>
                </a:rPr>
                <a:t>DSU/CSU</a:t>
              </a:r>
            </a:p>
          </p:txBody>
        </p:sp>
      </p:grpSp>
      <p:grpSp>
        <p:nvGrpSpPr>
          <p:cNvPr id="60" name="Group 19">
            <a:extLst>
              <a:ext uri="{FF2B5EF4-FFF2-40B4-BE49-F238E27FC236}">
                <a16:creationId xmlns:a16="http://schemas.microsoft.com/office/drawing/2014/main" id="{C0BB798C-A972-4CB2-92C4-898345A0C402}"/>
              </a:ext>
            </a:extLst>
          </p:cNvPr>
          <p:cNvGrpSpPr>
            <a:grpSpLocks/>
          </p:cNvGrpSpPr>
          <p:nvPr/>
        </p:nvGrpSpPr>
        <p:grpSpPr bwMode="auto">
          <a:xfrm>
            <a:off x="6484823" y="4964130"/>
            <a:ext cx="990600" cy="425450"/>
            <a:chOff x="3312" y="3360"/>
            <a:chExt cx="624" cy="336"/>
          </a:xfrm>
        </p:grpSpPr>
        <p:pic>
          <p:nvPicPr>
            <p:cNvPr id="91" name="Picture 20">
              <a:extLst>
                <a:ext uri="{FF2B5EF4-FFF2-40B4-BE49-F238E27FC236}">
                  <a16:creationId xmlns:a16="http://schemas.microsoft.com/office/drawing/2014/main" id="{38A273C1-695B-4B45-9B83-0FF55C96685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3360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Rectangle 21">
              <a:extLst>
                <a:ext uri="{FF2B5EF4-FFF2-40B4-BE49-F238E27FC236}">
                  <a16:creationId xmlns:a16="http://schemas.microsoft.com/office/drawing/2014/main" id="{AFA5DBE0-D886-4F5E-83CD-7F4553E85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360"/>
              <a:ext cx="5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ko-KR" sz="1200">
                  <a:ea typeface="굴림" panose="020B0600000101010101" pitchFamily="50" charset="-127"/>
                </a:rPr>
                <a:t>DSU/CSU</a:t>
              </a:r>
            </a:p>
          </p:txBody>
        </p:sp>
      </p:grpSp>
      <p:sp>
        <p:nvSpPr>
          <p:cNvPr id="61" name="Freeform 22">
            <a:extLst>
              <a:ext uri="{FF2B5EF4-FFF2-40B4-BE49-F238E27FC236}">
                <a16:creationId xmlns:a16="http://schemas.microsoft.com/office/drawing/2014/main" id="{E576D2B2-6FED-4FDC-99C9-6DA5274D47C6}"/>
              </a:ext>
            </a:extLst>
          </p:cNvPr>
          <p:cNvSpPr>
            <a:spLocks/>
          </p:cNvSpPr>
          <p:nvPr/>
        </p:nvSpPr>
        <p:spPr bwMode="auto">
          <a:xfrm>
            <a:off x="5216411" y="5140342"/>
            <a:ext cx="1295400" cy="603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0" y="0"/>
              </a:cxn>
              <a:cxn ang="0">
                <a:pos x="258" y="84"/>
              </a:cxn>
              <a:cxn ang="0">
                <a:pos x="666" y="84"/>
              </a:cxn>
            </a:cxnLst>
            <a:rect l="0" t="0" r="r" b="b"/>
            <a:pathLst>
              <a:path w="666" h="84">
                <a:moveTo>
                  <a:pt x="0" y="0"/>
                </a:moveTo>
                <a:lnTo>
                  <a:pt x="330" y="0"/>
                </a:lnTo>
                <a:lnTo>
                  <a:pt x="258" y="84"/>
                </a:lnTo>
                <a:lnTo>
                  <a:pt x="666" y="84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  <p:grpSp>
        <p:nvGrpSpPr>
          <p:cNvPr id="62" name="Group 23">
            <a:extLst>
              <a:ext uri="{FF2B5EF4-FFF2-40B4-BE49-F238E27FC236}">
                <a16:creationId xmlns:a16="http://schemas.microsoft.com/office/drawing/2014/main" id="{DC9C90D4-13E6-4388-B50F-81BFAACAE538}"/>
              </a:ext>
            </a:extLst>
          </p:cNvPr>
          <p:cNvGrpSpPr>
            <a:grpSpLocks/>
          </p:cNvGrpSpPr>
          <p:nvPr/>
        </p:nvGrpSpPr>
        <p:grpSpPr bwMode="auto">
          <a:xfrm>
            <a:off x="4123851" y="5142146"/>
            <a:ext cx="3429000" cy="48"/>
            <a:chOff x="1824" y="3504"/>
            <a:chExt cx="2160" cy="48"/>
          </a:xfrm>
        </p:grpSpPr>
        <p:sp>
          <p:nvSpPr>
            <p:cNvPr id="89" name="Line 24">
              <a:extLst>
                <a:ext uri="{FF2B5EF4-FFF2-40B4-BE49-F238E27FC236}">
                  <a16:creationId xmlns:a16="http://schemas.microsoft.com/office/drawing/2014/main" id="{6D3BE9BD-36E0-46B2-B76E-6C67C41B0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552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90" name="Line 25">
              <a:extLst>
                <a:ext uri="{FF2B5EF4-FFF2-40B4-BE49-F238E27FC236}">
                  <a16:creationId xmlns:a16="http://schemas.microsoft.com/office/drawing/2014/main" id="{0F610263-2BD2-4636-80EA-06932468A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504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pic>
        <p:nvPicPr>
          <p:cNvPr id="63" name="Picture 26">
            <a:extLst>
              <a:ext uri="{FF2B5EF4-FFF2-40B4-BE49-F238E27FC236}">
                <a16:creationId xmlns:a16="http://schemas.microsoft.com/office/drawing/2014/main" id="{688DF873-88E7-4FB7-8E7A-EDCF39F9BEF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611" y="4897455"/>
            <a:ext cx="82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27">
            <a:extLst>
              <a:ext uri="{FF2B5EF4-FFF2-40B4-BE49-F238E27FC236}">
                <a16:creationId xmlns:a16="http://schemas.microsoft.com/office/drawing/2014/main" id="{57594E8D-170C-427E-A5D9-F6D4C716B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973" y="4964130"/>
            <a:ext cx="609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28">
            <a:extLst>
              <a:ext uri="{FF2B5EF4-FFF2-40B4-BE49-F238E27FC236}">
                <a16:creationId xmlns:a16="http://schemas.microsoft.com/office/drawing/2014/main" id="{15C8E8EC-157F-47CA-871C-8A5896457BAD}"/>
              </a:ext>
            </a:extLst>
          </p:cNvPr>
          <p:cNvGrpSpPr>
            <a:grpSpLocks/>
          </p:cNvGrpSpPr>
          <p:nvPr/>
        </p:nvGrpSpPr>
        <p:grpSpPr bwMode="auto">
          <a:xfrm>
            <a:off x="9497898" y="4435495"/>
            <a:ext cx="457200" cy="1217614"/>
            <a:chOff x="5184" y="2928"/>
            <a:chExt cx="288" cy="960"/>
          </a:xfrm>
        </p:grpSpPr>
        <p:pic>
          <p:nvPicPr>
            <p:cNvPr id="86" name="Picture 29">
              <a:extLst>
                <a:ext uri="{FF2B5EF4-FFF2-40B4-BE49-F238E27FC236}">
                  <a16:creationId xmlns:a16="http://schemas.microsoft.com/office/drawing/2014/main" id="{A2B88264-9523-4993-B6E1-0EE1CD17C39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30">
              <a:extLst>
                <a:ext uri="{FF2B5EF4-FFF2-40B4-BE49-F238E27FC236}">
                  <a16:creationId xmlns:a16="http://schemas.microsoft.com/office/drawing/2014/main" id="{2B4EDF42-B89B-405D-AAFA-53F0F49289F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326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31">
              <a:extLst>
                <a:ext uri="{FF2B5EF4-FFF2-40B4-BE49-F238E27FC236}">
                  <a16:creationId xmlns:a16="http://schemas.microsoft.com/office/drawing/2014/main" id="{55B40C35-AAC1-4AA8-BEDF-C82AC2FA704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36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6" name="Group 32">
            <a:extLst>
              <a:ext uri="{FF2B5EF4-FFF2-40B4-BE49-F238E27FC236}">
                <a16:creationId xmlns:a16="http://schemas.microsoft.com/office/drawing/2014/main" id="{2E34DE97-9273-4B7B-886E-DC7444D88B15}"/>
              </a:ext>
            </a:extLst>
          </p:cNvPr>
          <p:cNvGrpSpPr>
            <a:grpSpLocks/>
          </p:cNvGrpSpPr>
          <p:nvPr/>
        </p:nvGrpSpPr>
        <p:grpSpPr bwMode="auto">
          <a:xfrm>
            <a:off x="3082811" y="5145321"/>
            <a:ext cx="5486400" cy="48"/>
            <a:chOff x="1152" y="3504"/>
            <a:chExt cx="3456" cy="48"/>
          </a:xfrm>
        </p:grpSpPr>
        <p:sp>
          <p:nvSpPr>
            <p:cNvPr id="84" name="Line 33">
              <a:extLst>
                <a:ext uri="{FF2B5EF4-FFF2-40B4-BE49-F238E27FC236}">
                  <a16:creationId xmlns:a16="http://schemas.microsoft.com/office/drawing/2014/main" id="{00DA380F-26BD-43E6-80C8-11E0E4A9D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552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5" name="Line 34">
              <a:extLst>
                <a:ext uri="{FF2B5EF4-FFF2-40B4-BE49-F238E27FC236}">
                  <a16:creationId xmlns:a16="http://schemas.microsoft.com/office/drawing/2014/main" id="{E575DB92-7406-4669-A1CA-ABDDF1035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504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pic>
        <p:nvPicPr>
          <p:cNvPr id="67" name="Picture 35">
            <a:extLst>
              <a:ext uri="{FF2B5EF4-FFF2-40B4-BE49-F238E27FC236}">
                <a16:creationId xmlns:a16="http://schemas.microsoft.com/office/drawing/2014/main" id="{A80B6FD0-6DFE-4E23-83A7-96CD2623C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411" y="5018105"/>
            <a:ext cx="6096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" name="Group 36">
            <a:extLst>
              <a:ext uri="{FF2B5EF4-FFF2-40B4-BE49-F238E27FC236}">
                <a16:creationId xmlns:a16="http://schemas.microsoft.com/office/drawing/2014/main" id="{25BE4DFD-F193-4709-96C3-A505580E88A4}"/>
              </a:ext>
            </a:extLst>
          </p:cNvPr>
          <p:cNvGrpSpPr>
            <a:grpSpLocks/>
          </p:cNvGrpSpPr>
          <p:nvPr/>
        </p:nvGrpSpPr>
        <p:grpSpPr bwMode="auto">
          <a:xfrm>
            <a:off x="2193017" y="4791898"/>
            <a:ext cx="407987" cy="722288"/>
            <a:chOff x="624" y="3216"/>
            <a:chExt cx="240" cy="576"/>
          </a:xfrm>
        </p:grpSpPr>
        <p:sp>
          <p:nvSpPr>
            <p:cNvPr id="81" name="Line 37">
              <a:extLst>
                <a:ext uri="{FF2B5EF4-FFF2-40B4-BE49-F238E27FC236}">
                  <a16:creationId xmlns:a16="http://schemas.microsoft.com/office/drawing/2014/main" id="{B0144DAE-2DD6-43BF-9BCF-C9AE701CF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504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2" name="Line 38">
              <a:extLst>
                <a:ext uri="{FF2B5EF4-FFF2-40B4-BE49-F238E27FC236}">
                  <a16:creationId xmlns:a16="http://schemas.microsoft.com/office/drawing/2014/main" id="{9A55D3A6-5813-4340-B6D4-B23427743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216"/>
              <a:ext cx="24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3" name="Line 39">
              <a:extLst>
                <a:ext uri="{FF2B5EF4-FFF2-40B4-BE49-F238E27FC236}">
                  <a16:creationId xmlns:a16="http://schemas.microsoft.com/office/drawing/2014/main" id="{7E741F7B-6D1F-44A1-A1A5-617F19E6B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3600"/>
              <a:ext cx="19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69" name="Group 40">
            <a:extLst>
              <a:ext uri="{FF2B5EF4-FFF2-40B4-BE49-F238E27FC236}">
                <a16:creationId xmlns:a16="http://schemas.microsoft.com/office/drawing/2014/main" id="{CD043EC7-22A4-4D5F-990C-1B6ADB6BC7B9}"/>
              </a:ext>
            </a:extLst>
          </p:cNvPr>
          <p:cNvGrpSpPr>
            <a:grpSpLocks/>
          </p:cNvGrpSpPr>
          <p:nvPr/>
        </p:nvGrpSpPr>
        <p:grpSpPr bwMode="auto">
          <a:xfrm>
            <a:off x="9132338" y="4716331"/>
            <a:ext cx="379413" cy="725683"/>
            <a:chOff x="4944" y="3168"/>
            <a:chExt cx="240" cy="624"/>
          </a:xfrm>
        </p:grpSpPr>
        <p:sp>
          <p:nvSpPr>
            <p:cNvPr id="78" name="Line 41">
              <a:extLst>
                <a:ext uri="{FF2B5EF4-FFF2-40B4-BE49-F238E27FC236}">
                  <a16:creationId xmlns:a16="http://schemas.microsoft.com/office/drawing/2014/main" id="{ABBFA927-10D6-4314-829E-A3278CBDB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456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9" name="Line 42">
              <a:extLst>
                <a:ext uri="{FF2B5EF4-FFF2-40B4-BE49-F238E27FC236}">
                  <a16:creationId xmlns:a16="http://schemas.microsoft.com/office/drawing/2014/main" id="{852B003D-8BD4-4A38-A4FE-F66C24F0E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3168"/>
              <a:ext cx="19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0" name="Line 43">
              <a:extLst>
                <a:ext uri="{FF2B5EF4-FFF2-40B4-BE49-F238E27FC236}">
                  <a16:creationId xmlns:a16="http://schemas.microsoft.com/office/drawing/2014/main" id="{625E2CA4-685F-4126-89C4-B09E6E5FF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552"/>
              <a:ext cx="24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b="1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sp>
        <p:nvSpPr>
          <p:cNvPr id="70" name="AutoShape 46">
            <a:extLst>
              <a:ext uri="{FF2B5EF4-FFF2-40B4-BE49-F238E27FC236}">
                <a16:creationId xmlns:a16="http://schemas.microsoft.com/office/drawing/2014/main" id="{7514EB6D-D75A-4D72-8ADE-F187FD316FE2}"/>
              </a:ext>
            </a:extLst>
          </p:cNvPr>
          <p:cNvSpPr>
            <a:spLocks/>
          </p:cNvSpPr>
          <p:nvPr/>
        </p:nvSpPr>
        <p:spPr bwMode="auto">
          <a:xfrm rot="5400000">
            <a:off x="5741873" y="3837005"/>
            <a:ext cx="244475" cy="3581400"/>
          </a:xfrm>
          <a:prstGeom prst="rightBrace">
            <a:avLst>
              <a:gd name="adj1" fmla="val 12207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" name="Text Box 47">
            <a:extLst>
              <a:ext uri="{FF2B5EF4-FFF2-40B4-BE49-F238E27FC236}">
                <a16:creationId xmlns:a16="http://schemas.microsoft.com/office/drawing/2014/main" id="{2F21F369-04C5-40E5-91E4-323281285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611" y="5749942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WAN</a:t>
            </a:r>
          </a:p>
        </p:txBody>
      </p:sp>
      <p:grpSp>
        <p:nvGrpSpPr>
          <p:cNvPr id="72" name="Group 50">
            <a:extLst>
              <a:ext uri="{FF2B5EF4-FFF2-40B4-BE49-F238E27FC236}">
                <a16:creationId xmlns:a16="http://schemas.microsoft.com/office/drawing/2014/main" id="{FCAD8F92-13A7-4603-BC7A-9BC276A082A4}"/>
              </a:ext>
            </a:extLst>
          </p:cNvPr>
          <p:cNvGrpSpPr>
            <a:grpSpLocks/>
          </p:cNvGrpSpPr>
          <p:nvPr/>
        </p:nvGrpSpPr>
        <p:grpSpPr bwMode="auto">
          <a:xfrm>
            <a:off x="1787411" y="4387867"/>
            <a:ext cx="457200" cy="1300163"/>
            <a:chOff x="329" y="2840"/>
            <a:chExt cx="288" cy="1025"/>
          </a:xfrm>
        </p:grpSpPr>
        <p:pic>
          <p:nvPicPr>
            <p:cNvPr id="75" name="Picture 51">
              <a:extLst>
                <a:ext uri="{FF2B5EF4-FFF2-40B4-BE49-F238E27FC236}">
                  <a16:creationId xmlns:a16="http://schemas.microsoft.com/office/drawing/2014/main" id="{01EE5EF2-9C49-48B4-BFAE-70721E616EC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" y="324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" name="Picture 52">
              <a:extLst>
                <a:ext uri="{FF2B5EF4-FFF2-40B4-BE49-F238E27FC236}">
                  <a16:creationId xmlns:a16="http://schemas.microsoft.com/office/drawing/2014/main" id="{00B3938C-0C29-4158-9113-B235EE426ED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" y="357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53">
              <a:extLst>
                <a:ext uri="{FF2B5EF4-FFF2-40B4-BE49-F238E27FC236}">
                  <a16:creationId xmlns:a16="http://schemas.microsoft.com/office/drawing/2014/main" id="{B476D612-20C6-4386-96D8-22F4B0F0E92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2840"/>
              <a:ext cx="227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 Box 56">
            <a:extLst>
              <a:ext uri="{FF2B5EF4-FFF2-40B4-BE49-F238E27FC236}">
                <a16:creationId xmlns:a16="http://schemas.microsoft.com/office/drawing/2014/main" id="{A99A9188-CAEB-4A89-92F3-C72CF8DC4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236" y="5756292"/>
            <a:ext cx="6477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>
                <a:ea typeface="굴림" panose="020B0600000101010101" pitchFamily="50" charset="-127"/>
              </a:rPr>
              <a:t>본사</a:t>
            </a:r>
          </a:p>
        </p:txBody>
      </p:sp>
      <p:sp>
        <p:nvSpPr>
          <p:cNvPr id="74" name="Text Box 57">
            <a:extLst>
              <a:ext uri="{FF2B5EF4-FFF2-40B4-BE49-F238E27FC236}">
                <a16:creationId xmlns:a16="http://schemas.microsoft.com/office/drawing/2014/main" id="{A06661DC-CB24-41C2-A16E-CC9DCFE25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773" y="5756292"/>
            <a:ext cx="6477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b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>
                <a:ea typeface="굴림" panose="020B0600000101010101" pitchFamily="50" charset="-127"/>
              </a:rPr>
              <a:t>지사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4F0531B-EF9F-45DD-9180-A72048E577D2}"/>
              </a:ext>
            </a:extLst>
          </p:cNvPr>
          <p:cNvGrpSpPr/>
          <p:nvPr/>
        </p:nvGrpSpPr>
        <p:grpSpPr>
          <a:xfrm>
            <a:off x="1312690" y="1394298"/>
            <a:ext cx="9118045" cy="2436040"/>
            <a:chOff x="1253706" y="1446493"/>
            <a:chExt cx="9118045" cy="2676933"/>
          </a:xfrm>
        </p:grpSpPr>
        <p:sp>
          <p:nvSpPr>
            <p:cNvPr id="104" name="object 7">
              <a:extLst>
                <a:ext uri="{FF2B5EF4-FFF2-40B4-BE49-F238E27FC236}">
                  <a16:creationId xmlns:a16="http://schemas.microsoft.com/office/drawing/2014/main" id="{D96F7848-99AE-45C9-90A9-8EB231948E17}"/>
                </a:ext>
              </a:extLst>
            </p:cNvPr>
            <p:cNvSpPr txBox="1"/>
            <p:nvPr/>
          </p:nvSpPr>
          <p:spPr>
            <a:xfrm>
              <a:off x="1457067" y="1799999"/>
              <a:ext cx="8848624" cy="1809506"/>
            </a:xfrm>
            <a:prstGeom prst="rect">
              <a:avLst/>
            </a:prstGeom>
          </p:spPr>
          <p:txBody>
            <a:bodyPr vert="horz" wrap="square" lIns="0" tIns="268006" rIns="0" bIns="0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넓은 지역을 연결하는 네트워크</a:t>
              </a:r>
              <a:endParaRPr lang="en-US" altLang="ko-KR" sz="20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  <a:p>
              <a:pPr>
                <a:buClr>
                  <a:schemeClr val="accent1"/>
                </a:buClr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     (ex. LAN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과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LAN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을 서로 연결하는 광역 네트워크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)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 </a:t>
              </a:r>
              <a:endParaRPr lang="en-US" altLang="ko-KR" sz="20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초기 투자 비용이 낮지만 유지 보수비가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LAN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보다 높다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관리는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ISP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업체가 담당한다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WAN 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구성 장비로는 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Router</a:t>
              </a:r>
              <a:r>
                <a:rPr lang="ko-KR" altLang="en-US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가 있다</a:t>
              </a:r>
              <a:r>
                <a:rPr lang="en-US" altLang="ko-KR" sz="2000" dirty="0">
                  <a:solidFill>
                    <a:srgbClr val="000000"/>
                  </a:solidFill>
                  <a:ea typeface="굴림" panose="020B0600000101010101" pitchFamily="50" charset="-127"/>
                </a:rPr>
                <a:t>.</a:t>
              </a: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500529CA-0A2D-4753-AC90-8EFA37E212ED}"/>
                </a:ext>
              </a:extLst>
            </p:cNvPr>
            <p:cNvSpPr/>
            <p:nvPr/>
          </p:nvSpPr>
          <p:spPr>
            <a:xfrm>
              <a:off x="1253706" y="1622270"/>
              <a:ext cx="9118045" cy="250115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object 9">
              <a:extLst>
                <a:ext uri="{FF2B5EF4-FFF2-40B4-BE49-F238E27FC236}">
                  <a16:creationId xmlns:a16="http://schemas.microsoft.com/office/drawing/2014/main" id="{5AB3C953-376E-40D2-9A2D-7FA3758F077B}"/>
                </a:ext>
              </a:extLst>
            </p:cNvPr>
            <p:cNvSpPr txBox="1"/>
            <p:nvPr/>
          </p:nvSpPr>
          <p:spPr>
            <a:xfrm>
              <a:off x="1343606" y="1446493"/>
              <a:ext cx="7829149" cy="5590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wrap="square" lIns="0" tIns="16121" rIns="0" bIns="0" rtlCol="0">
              <a:spAutoFit/>
            </a:bodyPr>
            <a:lstStyle/>
            <a:p>
              <a:pPr marL="13434">
                <a:spcBef>
                  <a:spcPts val="2110"/>
                </a:spcBef>
              </a:pPr>
              <a:r>
                <a:rPr lang="ko-KR" altLang="en-US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◎ 원거리</a:t>
              </a:r>
              <a:r>
                <a:rPr lang="en-US" altLang="ko-KR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 </a:t>
              </a:r>
              <a:r>
                <a:rPr lang="ko-KR" altLang="en-US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통신망</a:t>
              </a:r>
              <a:r>
                <a:rPr lang="en-US" altLang="ko-KR" sz="3200" spc="-381" dirty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tang"/>
                  <a:cs typeface="Batang"/>
                </a:rPr>
                <a:t>(Wide Area Network)</a:t>
              </a:r>
              <a:endParaRPr lang="ko-KR" altLang="en-US" sz="32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endParaRPr>
            </a:p>
          </p:txBody>
        </p:sp>
      </p:grpSp>
      <p:sp>
        <p:nvSpPr>
          <p:cNvPr id="47" name="Text 0">
            <a:extLst>
              <a:ext uri="{FF2B5EF4-FFF2-40B4-BE49-F238E27FC236}">
                <a16:creationId xmlns:a16="http://schemas.microsoft.com/office/drawing/2014/main" id="{11058C85-A420-4C68-85D8-CC06861517D7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3C77FBBF-583C-4193-92C0-2F33A28EF90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통신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</a:t>
            </a:r>
            <a:r>
              <a:rPr lang="en-US" sz="1200" b="1" kern="0" spc="200" dirty="0" err="1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Commuinication</a:t>
            </a:r>
            <a:endParaRPr lang="en-US" sz="12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3F53CAB9-7C92-46AE-B6CD-1FD3F233593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원거리통신망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260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38551ADC-1C3D-485D-9261-34B3107CF9A9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4589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01758" y="1854907"/>
            <a:ext cx="10568156" cy="1323347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 marL="317044" indent="-182703">
              <a:spcBef>
                <a:spcPts val="1761"/>
              </a:spcBef>
              <a:buFont typeface="Arial"/>
              <a:buChar char="•"/>
              <a:tabLst>
                <a:tab pos="317044" algn="l"/>
              </a:tabLst>
            </a:pPr>
            <a:r>
              <a:rPr lang="ko-KR" altLang="en-US" sz="2962" spc="-212" dirty="0">
                <a:solidFill>
                  <a:srgbClr val="252525"/>
                </a:solidFill>
                <a:latin typeface="Batang"/>
                <a:cs typeface="Batang"/>
              </a:rPr>
              <a:t>통신이 가능한 서로 연결된 장치</a:t>
            </a:r>
            <a:r>
              <a:rPr lang="en-US" altLang="ko-KR" sz="2962" spc="-212" dirty="0">
                <a:solidFill>
                  <a:srgbClr val="252525"/>
                </a:solidFill>
                <a:latin typeface="Batang"/>
                <a:cs typeface="Batang"/>
              </a:rPr>
              <a:t>(node)</a:t>
            </a:r>
            <a:r>
              <a:rPr lang="ko-KR" altLang="en-US" sz="2962" spc="-212" dirty="0">
                <a:solidFill>
                  <a:srgbClr val="252525"/>
                </a:solidFill>
                <a:latin typeface="Batang"/>
                <a:cs typeface="Batang"/>
              </a:rPr>
              <a:t>들의 모임</a:t>
            </a:r>
            <a:endParaRPr sz="2962" dirty="0">
              <a:latin typeface="Batang"/>
              <a:cs typeface="Batang"/>
            </a:endParaRPr>
          </a:p>
          <a:p>
            <a:pPr marL="317044" indent="-182703">
              <a:spcBef>
                <a:spcPts val="1063"/>
              </a:spcBef>
              <a:buFont typeface="Arial"/>
              <a:buChar char="•"/>
              <a:tabLst>
                <a:tab pos="317044" algn="l"/>
              </a:tabLst>
            </a:pPr>
            <a:r>
              <a:rPr lang="ko-KR" altLang="en-US" sz="2962" spc="-206" dirty="0">
                <a:solidFill>
                  <a:srgbClr val="252525"/>
                </a:solidFill>
                <a:latin typeface="Batang"/>
                <a:cs typeface="Batang"/>
              </a:rPr>
              <a:t>노드</a:t>
            </a:r>
            <a:r>
              <a:rPr lang="en-US" altLang="ko-KR" sz="2962" spc="-206" dirty="0">
                <a:solidFill>
                  <a:srgbClr val="252525"/>
                </a:solidFill>
                <a:latin typeface="Batang"/>
                <a:cs typeface="Batang"/>
              </a:rPr>
              <a:t>(node)</a:t>
            </a:r>
            <a:r>
              <a:rPr lang="ko-KR" altLang="en-US" sz="2962" spc="-206" dirty="0">
                <a:solidFill>
                  <a:srgbClr val="252525"/>
                </a:solidFill>
                <a:latin typeface="Batang"/>
                <a:cs typeface="Batang"/>
              </a:rPr>
              <a:t>란 호스트</a:t>
            </a:r>
            <a:r>
              <a:rPr lang="en-US" altLang="ko-KR" sz="2962" spc="-206" dirty="0">
                <a:solidFill>
                  <a:srgbClr val="252525"/>
                </a:solidFill>
                <a:latin typeface="Batang"/>
                <a:cs typeface="Batang"/>
              </a:rPr>
              <a:t>, </a:t>
            </a:r>
            <a:r>
              <a:rPr lang="ko-KR" altLang="en-US" sz="2962" spc="-206" dirty="0">
                <a:solidFill>
                  <a:srgbClr val="252525"/>
                </a:solidFill>
                <a:latin typeface="Batang"/>
                <a:cs typeface="Batang"/>
              </a:rPr>
              <a:t>종단시스템</a:t>
            </a:r>
            <a:r>
              <a:rPr lang="en-US" altLang="ko-KR" sz="2962" spc="-206" dirty="0">
                <a:solidFill>
                  <a:srgbClr val="252525"/>
                </a:solidFill>
                <a:latin typeface="Batang"/>
                <a:cs typeface="Batang"/>
              </a:rPr>
              <a:t>, </a:t>
            </a:r>
            <a:r>
              <a:rPr lang="ko-KR" altLang="en-US" sz="2962" spc="-206" dirty="0">
                <a:solidFill>
                  <a:srgbClr val="252525"/>
                </a:solidFill>
                <a:latin typeface="Batang"/>
                <a:cs typeface="Batang"/>
              </a:rPr>
              <a:t>연결장치를 말함</a:t>
            </a:r>
            <a:endParaRPr sz="2962" dirty="0">
              <a:latin typeface="+mn-ea"/>
              <a:cs typeface="Batang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965BE1F-BD97-4E9E-BCF8-A772F3343434}"/>
              </a:ext>
            </a:extLst>
          </p:cNvPr>
          <p:cNvSpPr txBox="1"/>
          <p:nvPr/>
        </p:nvSpPr>
        <p:spPr>
          <a:xfrm>
            <a:off x="1565018" y="4128277"/>
            <a:ext cx="2150639" cy="1998019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470634" marR="5374" indent="-457200" algn="ctr">
              <a:spcBef>
                <a:spcPts val="106"/>
              </a:spcBef>
              <a:buFont typeface="Wingdings" panose="05000000000000000000" pitchFamily="2" charset="2"/>
              <a:buChar char="v"/>
            </a:pPr>
            <a:r>
              <a:rPr lang="ko-KR" altLang="en-US" sz="2962" dirty="0">
                <a:latin typeface="Batang"/>
                <a:cs typeface="Batang"/>
              </a:rPr>
              <a:t>성능</a:t>
            </a:r>
            <a:endParaRPr lang="en-US" altLang="ko-KR" sz="2962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전달시간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응답시간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처리량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지연시간</a:t>
            </a:r>
            <a:endParaRPr sz="2400" dirty="0">
              <a:latin typeface="Batang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439814" y="3980183"/>
            <a:ext cx="9250427" cy="2464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4492C15-DE08-49B9-8054-2DDD9B3CA7C4}"/>
              </a:ext>
            </a:extLst>
          </p:cNvPr>
          <p:cNvSpPr txBox="1"/>
          <p:nvPr/>
        </p:nvSpPr>
        <p:spPr>
          <a:xfrm>
            <a:off x="1501758" y="3656168"/>
            <a:ext cx="5560286" cy="4471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247858">
              <a:spcBef>
                <a:spcPts val="127"/>
              </a:spcBef>
            </a:pPr>
            <a:r>
              <a:rPr lang="ko-KR" altLang="en-US" sz="28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네트워크 평가 기준</a:t>
            </a:r>
            <a:endParaRPr sz="2539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C91A017-3577-428E-AFB3-035058BED45A}"/>
              </a:ext>
            </a:extLst>
          </p:cNvPr>
          <p:cNvSpPr txBox="1"/>
          <p:nvPr/>
        </p:nvSpPr>
        <p:spPr>
          <a:xfrm>
            <a:off x="1343606" y="1446493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네트워크</a:t>
            </a:r>
            <a:r>
              <a:rPr lang="en-US" altLang="ko-KR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(Network)</a:t>
            </a: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는 무엇</a:t>
            </a:r>
            <a:r>
              <a:rPr lang="ko-KR" altLang="en-US" sz="3200" spc="-2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인가</a:t>
            </a:r>
            <a:r>
              <a:rPr lang="en-US" altLang="ko-KR" sz="3200" spc="-26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?</a:t>
            </a:r>
            <a:endParaRPr lang="ko-KR" altLang="en-US" sz="3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1F9E3DA-251A-4AD4-A8C7-01027CB4141F}"/>
              </a:ext>
            </a:extLst>
          </p:cNvPr>
          <p:cNvSpPr txBox="1"/>
          <p:nvPr/>
        </p:nvSpPr>
        <p:spPr>
          <a:xfrm>
            <a:off x="4356232" y="4128277"/>
            <a:ext cx="2705812" cy="161586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470634" marR="5374" indent="-457200" algn="ctr">
              <a:spcBef>
                <a:spcPts val="106"/>
              </a:spcBef>
              <a:buFont typeface="Wingdings" panose="05000000000000000000" pitchFamily="2" charset="2"/>
              <a:buChar char="v"/>
            </a:pPr>
            <a:r>
              <a:rPr lang="ko-KR" altLang="en-US" sz="2962" dirty="0">
                <a:latin typeface="Batang"/>
                <a:cs typeface="Batang"/>
              </a:rPr>
              <a:t>신뢰성</a:t>
            </a:r>
            <a:endParaRPr lang="en-US" altLang="ko-KR" sz="2962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고장의 빈도수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복수시간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재난 시 견고성</a:t>
            </a:r>
            <a:endParaRPr sz="2400" dirty="0">
              <a:latin typeface="Batang"/>
              <a:cs typeface="Batang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AB4F1A46-E9CA-4467-95A8-BF61D6EA05B6}"/>
              </a:ext>
            </a:extLst>
          </p:cNvPr>
          <p:cNvSpPr txBox="1"/>
          <p:nvPr/>
        </p:nvSpPr>
        <p:spPr>
          <a:xfrm>
            <a:off x="7380514" y="4128277"/>
            <a:ext cx="3246468" cy="161586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470634" marR="5374" indent="-457200" algn="ctr">
              <a:spcBef>
                <a:spcPts val="106"/>
              </a:spcBef>
              <a:buFont typeface="Wingdings" panose="05000000000000000000" pitchFamily="2" charset="2"/>
              <a:buChar char="v"/>
            </a:pPr>
            <a:r>
              <a:rPr lang="ko-KR" altLang="en-US" sz="2962" dirty="0">
                <a:latin typeface="Batang"/>
                <a:cs typeface="Batang"/>
              </a:rPr>
              <a:t>보안</a:t>
            </a:r>
            <a:endParaRPr lang="en-US" altLang="ko-KR" sz="2962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불법적인 접근 방지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바이러스 대응능력</a:t>
            </a:r>
            <a:endParaRPr lang="en-US" altLang="ko-KR" sz="2400" dirty="0">
              <a:latin typeface="Batang"/>
              <a:cs typeface="Batang"/>
            </a:endParaRPr>
          </a:p>
          <a:p>
            <a:pPr marL="470634" marR="5374" indent="-457200">
              <a:spcBef>
                <a:spcPts val="106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Batang"/>
                <a:cs typeface="Batang"/>
              </a:rPr>
              <a:t>데이터 보호 능력</a:t>
            </a:r>
            <a:endParaRPr sz="2400" dirty="0">
              <a:latin typeface="Batang"/>
              <a:cs typeface="Batang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154105AA-4084-4E7C-AADA-F71BD32196D2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C022F93-4F3E-4E4F-BECB-C2ABDBBA941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79A1B95-486F-4AF6-8675-7328F6363E28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네트워크란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무엇인가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?</a:t>
            </a:r>
            <a:endParaRPr lang="en-US" sz="26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E35FE2C8-85D8-4E72-870E-1C78F673AFBB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6397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646680" y="1516579"/>
            <a:ext cx="8848624" cy="645385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>
              <a:buClr>
                <a:schemeClr val="accent1"/>
              </a:buClr>
            </a:pPr>
            <a:endParaRPr sz="2000" dirty="0">
              <a:latin typeface="+mn-ea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443319" y="1354687"/>
            <a:ext cx="9118045" cy="52813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CE00525-2541-4D25-9EFD-41C97BE510E4}"/>
              </a:ext>
            </a:extLst>
          </p:cNvPr>
          <p:cNvSpPr txBox="1"/>
          <p:nvPr/>
        </p:nvSpPr>
        <p:spPr>
          <a:xfrm>
            <a:off x="1533219" y="1194572"/>
            <a:ext cx="7829149" cy="5143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링크와 연결된 노드들 간의 관계 형태 </a:t>
            </a:r>
            <a:endParaRPr lang="ko-KR" altLang="en-US" sz="3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/>
              <a:cs typeface="Batang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754ED9-202A-45E6-AFBC-F9698205F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66" y="1708948"/>
            <a:ext cx="8286750" cy="4707967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A60F88B-8AB4-4DED-BD9F-61B0C1091E71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2AECF92-5B8A-416F-A99C-CC9E4738AE26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B1DF1C8-A104-40AC-9BF0-64EF28FAC652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네트워크 구성 형태</a:t>
            </a:r>
            <a:endParaRPr lang="en-US" sz="26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8BFB675-FBD7-4930-8A65-C5E306B02D0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007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16051" y="1758509"/>
            <a:ext cx="8848624" cy="824621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>
              <a:buClr>
                <a:schemeClr val="accent1"/>
              </a:buClr>
            </a:pPr>
            <a:endParaRPr sz="3600" dirty="0">
              <a:latin typeface="+mn-ea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279348" y="1721640"/>
            <a:ext cx="9613623" cy="44259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CE00525-2541-4D25-9EFD-41C97BE510E4}"/>
              </a:ext>
            </a:extLst>
          </p:cNvPr>
          <p:cNvSpPr txBox="1"/>
          <p:nvPr/>
        </p:nvSpPr>
        <p:spPr>
          <a:xfrm>
            <a:off x="1402590" y="1436502"/>
            <a:ext cx="7829149" cy="570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◎ 성형</a:t>
            </a:r>
            <a:r>
              <a:rPr lang="en-US" altLang="ko-KR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(Star)</a:t>
            </a:r>
            <a:endParaRPr lang="ko-KR" altLang="en-US" sz="36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3DA10-765B-4DD1-BD12-79EEC7FA5FBB}"/>
              </a:ext>
            </a:extLst>
          </p:cNvPr>
          <p:cNvSpPr txBox="1"/>
          <p:nvPr/>
        </p:nvSpPr>
        <p:spPr>
          <a:xfrm>
            <a:off x="1647372" y="2278109"/>
            <a:ext cx="6917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30"/>
              </a:spcBef>
              <a:buClr>
                <a:srgbClr val="27446D"/>
              </a:buClr>
              <a:buSzPct val="69230"/>
              <a:tabLst>
                <a:tab pos="227329" algn="l"/>
              </a:tabLst>
            </a:pP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모든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장치들이</a:t>
            </a:r>
            <a:r>
              <a:rPr lang="ko-KR" altLang="en-US" sz="3600" spc="-3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교환</a:t>
            </a:r>
            <a:r>
              <a:rPr lang="ko-KR" altLang="en-US" sz="3600" spc="-30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역할을 수행하는 제어장치를 경유하여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3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연결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FEB85-4DBA-47E2-970A-2FA8C3471F5C}"/>
              </a:ext>
            </a:extLst>
          </p:cNvPr>
          <p:cNvSpPr txBox="1"/>
          <p:nvPr/>
        </p:nvSpPr>
        <p:spPr>
          <a:xfrm>
            <a:off x="1713077" y="3581186"/>
            <a:ext cx="8454571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3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그물형보다</a:t>
            </a:r>
            <a:r>
              <a:rPr lang="ko-KR" altLang="en-US" sz="3200" spc="-229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설치비용이</a:t>
            </a:r>
            <a:r>
              <a:rPr lang="ko-KR" altLang="en-US" sz="3200" spc="-21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20" dirty="0">
                <a:solidFill>
                  <a:srgbClr val="252525"/>
                </a:solidFill>
                <a:latin typeface="Batang"/>
                <a:cs typeface="Batang"/>
              </a:rPr>
              <a:t>저렴함</a:t>
            </a:r>
            <a:endParaRPr lang="ko-KR" altLang="en-US" sz="3200" dirty="0">
              <a:latin typeface="Batang"/>
              <a:cs typeface="Batang"/>
            </a:endParaRPr>
          </a:p>
          <a:p>
            <a:pPr marL="584200" indent="-571500">
              <a:lnSpc>
                <a:spcPct val="100000"/>
              </a:lnSpc>
              <a:spcBef>
                <a:spcPts val="31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설치와</a:t>
            </a:r>
            <a:r>
              <a:rPr lang="ko-KR" altLang="en-US" sz="3200" spc="-2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재구성이</a:t>
            </a:r>
            <a:r>
              <a:rPr lang="ko-KR" altLang="en-US" sz="3200" spc="-24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20" dirty="0">
                <a:solidFill>
                  <a:srgbClr val="252525"/>
                </a:solidFill>
                <a:latin typeface="Batang"/>
                <a:cs typeface="Batang"/>
              </a:rPr>
              <a:t>용이함</a:t>
            </a:r>
            <a:endParaRPr lang="ko-KR" altLang="en-US" sz="3200" dirty="0">
              <a:latin typeface="Batang"/>
              <a:cs typeface="Batang"/>
            </a:endParaRPr>
          </a:p>
          <a:p>
            <a:pPr marL="584200" indent="-57150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440" dirty="0">
                <a:solidFill>
                  <a:srgbClr val="252525"/>
                </a:solidFill>
                <a:latin typeface="Batang"/>
                <a:cs typeface="Batang"/>
              </a:rPr>
              <a:t>링크 고장 시 다른 장치에</a:t>
            </a:r>
            <a:r>
              <a:rPr lang="ko-KR" altLang="en-US" sz="3200" spc="-55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515" dirty="0">
                <a:solidFill>
                  <a:srgbClr val="252525"/>
                </a:solidFill>
                <a:latin typeface="Batang"/>
                <a:cs typeface="Batang"/>
              </a:rPr>
              <a:t>영향을 주지 않음</a:t>
            </a:r>
            <a:endParaRPr lang="ko-KR" altLang="en-US" sz="3200" dirty="0">
              <a:latin typeface="Batang"/>
              <a:cs typeface="Batang"/>
            </a:endParaRPr>
          </a:p>
          <a:p>
            <a:pPr marL="584200" indent="-571500">
              <a:lnSpc>
                <a:spcPct val="100000"/>
              </a:lnSpc>
              <a:spcBef>
                <a:spcPts val="31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허브</a:t>
            </a:r>
            <a:r>
              <a:rPr lang="ko-KR" altLang="en-US" sz="3200" spc="-2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고장</a:t>
            </a:r>
            <a:r>
              <a:rPr lang="ko-KR" altLang="en-US" sz="3200" spc="-2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시</a:t>
            </a:r>
            <a:r>
              <a:rPr lang="ko-KR" altLang="en-US" sz="3200" spc="-26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전체</a:t>
            </a:r>
            <a:r>
              <a:rPr lang="ko-KR" altLang="en-US" sz="3200" spc="-2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시스템이</a:t>
            </a:r>
            <a:r>
              <a:rPr lang="ko-KR" altLang="en-US" sz="3200" spc="-24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20" dirty="0">
                <a:solidFill>
                  <a:srgbClr val="252525"/>
                </a:solidFill>
                <a:latin typeface="Batang"/>
                <a:cs typeface="Batang"/>
              </a:rPr>
              <a:t>고장</a:t>
            </a:r>
            <a:endParaRPr lang="ko-KR" altLang="en-US" sz="3200" dirty="0">
              <a:latin typeface="Batang"/>
              <a:cs typeface="Batang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413061-6A4E-4885-8038-B50C7019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179" y="2043027"/>
            <a:ext cx="1800225" cy="196215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4FCDD494-87A1-474E-AE54-5752BE0AFDD3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8469A44-66DC-48EF-A78C-A7CCB309029C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0179517-132F-4745-AA18-41B50BE3C4CF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성형 구성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01471D8-60DB-4AC4-98E2-3693E84CA2F3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02195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16051" y="1671422"/>
            <a:ext cx="8848624" cy="824621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>
              <a:buClr>
                <a:schemeClr val="accent1"/>
              </a:buClr>
            </a:pPr>
            <a:endParaRPr sz="3600" dirty="0">
              <a:latin typeface="+mn-ea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279348" y="1634553"/>
            <a:ext cx="9613623" cy="42513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CE00525-2541-4D25-9EFD-41C97BE510E4}"/>
              </a:ext>
            </a:extLst>
          </p:cNvPr>
          <p:cNvSpPr txBox="1"/>
          <p:nvPr/>
        </p:nvSpPr>
        <p:spPr>
          <a:xfrm>
            <a:off x="1402590" y="1349415"/>
            <a:ext cx="7829149" cy="570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◎ 그물형</a:t>
            </a:r>
            <a:r>
              <a:rPr lang="en-US" altLang="ko-KR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(Mesh)</a:t>
            </a:r>
            <a:endParaRPr lang="ko-KR" altLang="en-US" sz="36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3DA10-765B-4DD1-BD12-79EEC7FA5FBB}"/>
              </a:ext>
            </a:extLst>
          </p:cNvPr>
          <p:cNvSpPr txBox="1"/>
          <p:nvPr/>
        </p:nvSpPr>
        <p:spPr>
          <a:xfrm>
            <a:off x="1647372" y="2191022"/>
            <a:ext cx="6807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buClr>
                <a:srgbClr val="27446D"/>
              </a:buClr>
              <a:buSzPct val="69230"/>
              <a:tabLst>
                <a:tab pos="227329" algn="l"/>
              </a:tabLst>
            </a:pP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모든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장치들이</a:t>
            </a:r>
            <a:r>
              <a:rPr lang="ko-KR" altLang="en-US" sz="3600" spc="-3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3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서로 간의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전용 통신 선로로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3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연결됨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FEB85-4DBA-47E2-970A-2FA8C3471F5C}"/>
              </a:ext>
            </a:extLst>
          </p:cNvPr>
          <p:cNvSpPr txBox="1"/>
          <p:nvPr/>
        </p:nvSpPr>
        <p:spPr>
          <a:xfrm>
            <a:off x="1713077" y="3494099"/>
            <a:ext cx="8454571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3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409" dirty="0">
                <a:solidFill>
                  <a:srgbClr val="252525"/>
                </a:solidFill>
                <a:latin typeface="+mn-ea"/>
                <a:cs typeface="Batang"/>
              </a:rPr>
              <a:t>전용선으로</a:t>
            </a:r>
            <a:r>
              <a:rPr lang="ko-KR" altLang="en-US" sz="3200" spc="-54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인한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안정성과</a:t>
            </a:r>
            <a:r>
              <a:rPr lang="ko-KR" altLang="en-US" sz="3200" spc="-54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보안성이</a:t>
            </a:r>
            <a:r>
              <a:rPr lang="ko-KR" altLang="en-US" sz="3200" spc="-53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높음</a:t>
            </a:r>
            <a:endParaRPr lang="ko-KR" altLang="en-US" sz="3200" dirty="0">
              <a:latin typeface="+mn-ea"/>
              <a:cs typeface="Batang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장애</a:t>
            </a:r>
            <a:r>
              <a:rPr lang="ko-KR" altLang="en-US" sz="3200" spc="-57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발생시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대체</a:t>
            </a:r>
            <a:r>
              <a:rPr lang="ko-KR" altLang="en-US" sz="3200" spc="-56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경로가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많음</a:t>
            </a:r>
            <a:endParaRPr lang="ko-KR" altLang="en-US" sz="3200" dirty="0">
              <a:latin typeface="+mn-ea"/>
              <a:cs typeface="Batang"/>
            </a:endParaRPr>
          </a:p>
          <a:p>
            <a:pPr marL="527050" indent="-514350">
              <a:lnSpc>
                <a:spcPct val="100000"/>
              </a:lnSpc>
              <a:spcBef>
                <a:spcPts val="31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en-US" altLang="ko-KR" sz="3200" spc="-335" dirty="0">
                <a:solidFill>
                  <a:srgbClr val="252525"/>
                </a:solidFill>
                <a:latin typeface="+mn-ea"/>
                <a:cs typeface="Batang"/>
              </a:rPr>
              <a:t>IO</a:t>
            </a:r>
            <a:r>
              <a:rPr lang="ko-KR" altLang="en-US" sz="3200" spc="-335" dirty="0">
                <a:solidFill>
                  <a:srgbClr val="252525"/>
                </a:solidFill>
                <a:latin typeface="+mn-ea"/>
                <a:cs typeface="Batang"/>
              </a:rPr>
              <a:t>포트와</a:t>
            </a:r>
            <a:r>
              <a:rPr lang="ko-KR" altLang="en-US" sz="3200" spc="-56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통신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케이블의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개수가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많음</a:t>
            </a:r>
            <a:endParaRPr lang="ko-KR" altLang="en-US" sz="3200" dirty="0">
              <a:latin typeface="+mn-ea"/>
              <a:cs typeface="Batang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설치와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재구성이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어려움</a:t>
            </a:r>
            <a:endParaRPr lang="ko-KR" altLang="en-US" sz="3200" dirty="0">
              <a:latin typeface="+mn-ea"/>
              <a:cs typeface="Batang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E9BF6-2A38-4B57-8E04-F02C2627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649" y="1995848"/>
            <a:ext cx="1638300" cy="1590675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35BF60F0-3E56-4C1D-9108-DA550BB7754A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07D913B-A7D3-4046-93F2-325AEF97CA4B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EC1DC03-1484-4EBA-AA90-D248DC5E2568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그물형 구성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B85D1B4A-F238-4952-A22E-5C864F5311A5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45798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16051" y="1573452"/>
            <a:ext cx="8848624" cy="824621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>
              <a:buClr>
                <a:schemeClr val="accent1"/>
              </a:buClr>
            </a:pPr>
            <a:endParaRPr sz="3600" dirty="0">
              <a:latin typeface="+mn-ea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279348" y="1536583"/>
            <a:ext cx="9613623" cy="43427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CE00525-2541-4D25-9EFD-41C97BE510E4}"/>
              </a:ext>
            </a:extLst>
          </p:cNvPr>
          <p:cNvSpPr txBox="1"/>
          <p:nvPr/>
        </p:nvSpPr>
        <p:spPr>
          <a:xfrm>
            <a:off x="1402590" y="1251445"/>
            <a:ext cx="7829149" cy="570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◎ 버스형</a:t>
            </a:r>
            <a:r>
              <a:rPr lang="en-US" altLang="ko-KR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(Bus)</a:t>
            </a:r>
            <a:endParaRPr lang="ko-KR" altLang="en-US" sz="36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3DA10-765B-4DD1-BD12-79EEC7FA5FBB}"/>
              </a:ext>
            </a:extLst>
          </p:cNvPr>
          <p:cNvSpPr txBox="1"/>
          <p:nvPr/>
        </p:nvSpPr>
        <p:spPr>
          <a:xfrm>
            <a:off x="1647372" y="2093052"/>
            <a:ext cx="7307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30"/>
              </a:spcBef>
              <a:buClr>
                <a:srgbClr val="27446D"/>
              </a:buClr>
              <a:buSzPct val="69230"/>
              <a:tabLst>
                <a:tab pos="227329" algn="l"/>
              </a:tabLst>
            </a:pP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모든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장치들이 공용</a:t>
            </a:r>
            <a:r>
              <a:rPr lang="ko-KR" altLang="en-US" sz="3600" spc="-29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19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버스</a:t>
            </a:r>
            <a:r>
              <a:rPr lang="en-US" altLang="ko-KR" sz="3600" spc="-19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</a:t>
            </a:r>
            <a:r>
              <a:rPr lang="ko-KR" altLang="en-US" sz="3600" spc="-19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주</a:t>
            </a:r>
            <a:r>
              <a:rPr lang="ko-KR" altLang="en-US" sz="3600" spc="-30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2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케이블</a:t>
            </a:r>
            <a:r>
              <a:rPr lang="en-US" altLang="ko-KR" sz="3600" spc="-2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)</a:t>
            </a:r>
            <a:r>
              <a:rPr lang="ko-KR" altLang="en-US" sz="3600" spc="-2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를</a:t>
            </a:r>
            <a:r>
              <a:rPr lang="ko-KR" altLang="en-US" sz="3600" spc="-29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통하여</a:t>
            </a:r>
            <a:r>
              <a:rPr lang="ko-KR" altLang="en-US" sz="3600" spc="-30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3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연결됨</a:t>
            </a:r>
            <a:r>
              <a:rPr lang="en-US" altLang="ko-KR" sz="3600" spc="-33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</a:t>
            </a:r>
            <a:r>
              <a:rPr lang="ko-KR" altLang="en-US" sz="3600" spc="-310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다중점</a:t>
            </a:r>
            <a:r>
              <a:rPr lang="ko-KR" altLang="en-US" sz="3600" spc="-3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연결</a:t>
            </a:r>
            <a:r>
              <a:rPr lang="en-US" altLang="ko-KR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)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BC474B-8D30-45AE-90B0-7327AE96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743" y="1847712"/>
            <a:ext cx="2176832" cy="1022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D65EE-E84E-44DF-B342-63A210C5B2BD}"/>
              </a:ext>
            </a:extLst>
          </p:cNvPr>
          <p:cNvSpPr txBox="1"/>
          <p:nvPr/>
        </p:nvSpPr>
        <p:spPr>
          <a:xfrm>
            <a:off x="1713077" y="3372699"/>
            <a:ext cx="9092498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3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케이블</a:t>
            </a:r>
            <a:r>
              <a:rPr lang="ko-KR" altLang="en-US" sz="3200" spc="-56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설치</a:t>
            </a:r>
            <a:r>
              <a:rPr lang="ko-KR" altLang="en-US" sz="3200" spc="-56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작업에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소요되는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비용의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최소화</a:t>
            </a:r>
            <a:endParaRPr lang="ko-KR" altLang="en-US" sz="3200" dirty="0">
              <a:latin typeface="+mn-ea"/>
              <a:cs typeface="Batang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장치의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수가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증가하면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네트워크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성능이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+mn-ea"/>
                <a:cs typeface="Batang"/>
              </a:rPr>
              <a:t>저하됨</a:t>
            </a:r>
            <a:endParaRPr lang="en-US" altLang="ko-KR" sz="3200" spc="-470" dirty="0">
              <a:solidFill>
                <a:srgbClr val="252525"/>
              </a:solidFill>
              <a:latin typeface="+mn-ea"/>
              <a:cs typeface="Batang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네트워크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+mn-ea"/>
                <a:cs typeface="Batang"/>
              </a:rPr>
              <a:t>재구성</a:t>
            </a:r>
            <a:r>
              <a:rPr lang="ko-KR" altLang="en-US" sz="3200" spc="-54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50" dirty="0">
                <a:solidFill>
                  <a:srgbClr val="252525"/>
                </a:solidFill>
                <a:latin typeface="+mn-ea"/>
                <a:cs typeface="Batang"/>
              </a:rPr>
              <a:t>어려움</a:t>
            </a:r>
            <a:r>
              <a:rPr lang="en-US" altLang="ko-KR" sz="3200" spc="-350" dirty="0">
                <a:solidFill>
                  <a:srgbClr val="252525"/>
                </a:solidFill>
                <a:latin typeface="+mn-ea"/>
                <a:cs typeface="Batang"/>
              </a:rPr>
              <a:t>(</a:t>
            </a:r>
            <a:r>
              <a:rPr lang="ko-KR" altLang="en-US" sz="3200" spc="-350" dirty="0">
                <a:solidFill>
                  <a:srgbClr val="252525"/>
                </a:solidFill>
                <a:latin typeface="+mn-ea"/>
                <a:cs typeface="Batang"/>
              </a:rPr>
              <a:t>케이블</a:t>
            </a:r>
            <a:r>
              <a:rPr lang="ko-KR" altLang="en-US" sz="3200" spc="-53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295" dirty="0">
                <a:solidFill>
                  <a:srgbClr val="252525"/>
                </a:solidFill>
                <a:latin typeface="+mn-ea"/>
                <a:cs typeface="Batang"/>
              </a:rPr>
              <a:t>길이</a:t>
            </a:r>
            <a:r>
              <a:rPr lang="en-US" altLang="ko-KR" sz="3200" spc="-295" dirty="0">
                <a:solidFill>
                  <a:srgbClr val="252525"/>
                </a:solidFill>
                <a:latin typeface="+mn-ea"/>
                <a:cs typeface="Batang"/>
              </a:rPr>
              <a:t>,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장치</a:t>
            </a:r>
            <a:r>
              <a:rPr lang="ko-KR" altLang="en-US" sz="3200" spc="-55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수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25" dirty="0">
                <a:solidFill>
                  <a:srgbClr val="252525"/>
                </a:solidFill>
                <a:latin typeface="+mn-ea"/>
                <a:cs typeface="Batang"/>
              </a:rPr>
              <a:t>제한</a:t>
            </a:r>
            <a:r>
              <a:rPr lang="en-US" altLang="ko-KR" sz="3200" spc="-25" dirty="0">
                <a:solidFill>
                  <a:srgbClr val="252525"/>
                </a:solidFill>
                <a:latin typeface="+mn-ea"/>
                <a:cs typeface="Batang"/>
              </a:rPr>
              <a:t>)</a:t>
            </a: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227329" algn="l"/>
              </a:tabLst>
            </a:pPr>
            <a:r>
              <a:rPr lang="ko-KR" altLang="en-US" sz="3200" spc="-290" dirty="0">
                <a:solidFill>
                  <a:srgbClr val="252525"/>
                </a:solidFill>
                <a:latin typeface="+mn-ea"/>
                <a:cs typeface="Batang"/>
              </a:rPr>
              <a:t>주</a:t>
            </a:r>
            <a:r>
              <a:rPr lang="ko-KR" altLang="en-US" sz="3200" spc="-57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케이블</a:t>
            </a:r>
            <a:r>
              <a:rPr lang="ko-KR" altLang="en-US" sz="3200" spc="-54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고장이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+mn-ea"/>
                <a:cs typeface="Batang"/>
              </a:rPr>
              <a:t>전체</a:t>
            </a:r>
            <a:r>
              <a:rPr lang="ko-KR" altLang="en-US" sz="3200" spc="-56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09" dirty="0">
                <a:solidFill>
                  <a:srgbClr val="252525"/>
                </a:solidFill>
                <a:latin typeface="+mn-ea"/>
                <a:cs typeface="Batang"/>
              </a:rPr>
              <a:t>네트워크에</a:t>
            </a:r>
            <a:r>
              <a:rPr lang="ko-KR" altLang="en-US" sz="3200" spc="-540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+mn-ea"/>
                <a:cs typeface="Batang"/>
              </a:rPr>
              <a:t>문제를</a:t>
            </a:r>
            <a:r>
              <a:rPr lang="ko-KR" altLang="en-US" sz="3200" spc="-555" dirty="0">
                <a:solidFill>
                  <a:srgbClr val="252525"/>
                </a:solidFill>
                <a:latin typeface="+mn-ea"/>
                <a:cs typeface="Batang"/>
              </a:rPr>
              <a:t> </a:t>
            </a:r>
            <a:r>
              <a:rPr lang="ko-KR" altLang="en-US" sz="3200" spc="-425" dirty="0">
                <a:solidFill>
                  <a:srgbClr val="252525"/>
                </a:solidFill>
                <a:latin typeface="+mn-ea"/>
                <a:cs typeface="Batang"/>
              </a:rPr>
              <a:t>발생시킴</a:t>
            </a:r>
            <a:endParaRPr lang="ko-KR" altLang="en-US" sz="3200" dirty="0">
              <a:latin typeface="+mn-ea"/>
              <a:cs typeface="Batang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380424D-DB44-42EB-9DA8-0235119B1CD7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8A7DADE3-BBC5-4DEA-A02A-C1FF8AC2A236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D5D91B59-3E2D-41FF-8E92-6E778DAEA9A2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버스형 구성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4F775C54-B898-4698-BFF4-C6D87FB724E5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44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16051" y="1459153"/>
            <a:ext cx="8848624" cy="824621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>
              <a:buClr>
                <a:schemeClr val="accent1"/>
              </a:buClr>
            </a:pPr>
            <a:endParaRPr sz="3600" dirty="0">
              <a:latin typeface="+mn-ea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279348" y="1422284"/>
            <a:ext cx="9613623" cy="52813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CE00525-2541-4D25-9EFD-41C97BE510E4}"/>
              </a:ext>
            </a:extLst>
          </p:cNvPr>
          <p:cNvSpPr txBox="1"/>
          <p:nvPr/>
        </p:nvSpPr>
        <p:spPr>
          <a:xfrm>
            <a:off x="1402590" y="1137146"/>
            <a:ext cx="7829149" cy="570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◎ 링형</a:t>
            </a:r>
            <a:r>
              <a:rPr lang="en-US" altLang="ko-KR" sz="36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Batang"/>
              </a:rPr>
              <a:t>(Ring)</a:t>
            </a:r>
            <a:endParaRPr lang="ko-KR" altLang="en-US" sz="36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3DA10-765B-4DD1-BD12-79EEC7FA5FBB}"/>
              </a:ext>
            </a:extLst>
          </p:cNvPr>
          <p:cNvSpPr txBox="1"/>
          <p:nvPr/>
        </p:nvSpPr>
        <p:spPr>
          <a:xfrm>
            <a:off x="1647372" y="1978753"/>
            <a:ext cx="7307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30"/>
              </a:spcBef>
              <a:buClr>
                <a:srgbClr val="27446D"/>
              </a:buClr>
              <a:buSzPct val="69230"/>
              <a:tabLst>
                <a:tab pos="227329" algn="l"/>
              </a:tabLst>
            </a:pP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데이터를 하나의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방향으로 전달하여</a:t>
            </a:r>
            <a:r>
              <a:rPr lang="ko-KR" altLang="en-US" sz="3600" spc="-30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전체 장치가 고리</a:t>
            </a:r>
            <a:r>
              <a:rPr lang="ko-KR" altLang="en-US" sz="3600" spc="-30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 </a:t>
            </a:r>
            <a:r>
              <a:rPr lang="ko-KR" altLang="en-US" sz="3600" spc="-33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모양으로 연결됨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D65EE-E84E-44DF-B342-63A210C5B2BD}"/>
              </a:ext>
            </a:extLst>
          </p:cNvPr>
          <p:cNvSpPr txBox="1"/>
          <p:nvPr/>
        </p:nvSpPr>
        <p:spPr>
          <a:xfrm>
            <a:off x="1603829" y="3213181"/>
            <a:ext cx="9027885" cy="3264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2301" indent="-457200">
              <a:spcBef>
                <a:spcPts val="53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836930" algn="l"/>
              </a:tabLst>
            </a:pPr>
            <a:r>
              <a:rPr lang="ko-KR" altLang="en-US" sz="3200" spc="-409" dirty="0">
                <a:solidFill>
                  <a:srgbClr val="252525"/>
                </a:solidFill>
                <a:latin typeface="Batang"/>
                <a:cs typeface="Batang"/>
              </a:rPr>
              <a:t>그물형보다는 네트워크 설치나 재구성이 쉬움</a:t>
            </a:r>
            <a:endParaRPr lang="en-US" altLang="ko-KR" sz="3200" spc="-409" dirty="0">
              <a:solidFill>
                <a:srgbClr val="252525"/>
              </a:solidFill>
              <a:latin typeface="Batang"/>
              <a:cs typeface="Batang"/>
            </a:endParaRPr>
          </a:p>
          <a:p>
            <a:pPr marL="622301" indent="-457200">
              <a:spcBef>
                <a:spcPts val="53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836930" algn="l"/>
              </a:tabLst>
            </a:pPr>
            <a:r>
              <a:rPr lang="ko-KR" altLang="en-US" sz="3200" spc="-409" dirty="0">
                <a:solidFill>
                  <a:srgbClr val="252525"/>
                </a:solidFill>
                <a:latin typeface="Batang"/>
                <a:cs typeface="Batang"/>
              </a:rPr>
              <a:t>일반적으로</a:t>
            </a:r>
            <a:r>
              <a:rPr lang="ko-KR" altLang="en-US" sz="3200" spc="-5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Batang"/>
                <a:cs typeface="Batang"/>
              </a:rPr>
              <a:t>신호의</a:t>
            </a:r>
            <a:r>
              <a:rPr lang="ko-KR" altLang="en-US" sz="3200" spc="-5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Batang"/>
                <a:cs typeface="Batang"/>
              </a:rPr>
              <a:t>방향이</a:t>
            </a:r>
            <a:r>
              <a:rPr lang="ko-KR" altLang="en-US" sz="3200" spc="-55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Batang"/>
                <a:cs typeface="Batang"/>
              </a:rPr>
              <a:t>정해져서</a:t>
            </a:r>
            <a:r>
              <a:rPr lang="ko-KR" altLang="en-US" sz="3200" spc="-54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장애</a:t>
            </a:r>
            <a:r>
              <a:rPr lang="ko-KR" altLang="en-US" sz="3200" spc="-5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발생</a:t>
            </a:r>
            <a:r>
              <a:rPr lang="ko-KR" altLang="en-US" sz="3200" spc="-5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시</a:t>
            </a:r>
            <a:r>
              <a:rPr lang="ko-KR" altLang="en-US" sz="3200" spc="-57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위치</a:t>
            </a:r>
            <a:r>
              <a:rPr lang="ko-KR" altLang="en-US" sz="3200" spc="-55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확인</a:t>
            </a:r>
            <a:r>
              <a:rPr lang="ko-KR" altLang="en-US" sz="3200" spc="-55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470" dirty="0">
                <a:solidFill>
                  <a:srgbClr val="252525"/>
                </a:solidFill>
                <a:latin typeface="Batang"/>
                <a:cs typeface="Batang"/>
              </a:rPr>
              <a:t>용이함</a:t>
            </a:r>
            <a:endParaRPr lang="ko-KR" altLang="en-US" sz="3200" dirty="0">
              <a:latin typeface="Batang"/>
              <a:cs typeface="Batang"/>
            </a:endParaRPr>
          </a:p>
          <a:p>
            <a:pPr marL="622301" indent="-457200">
              <a:spcBef>
                <a:spcPts val="615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836930" algn="l"/>
              </a:tabLst>
            </a:pP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링을</a:t>
            </a:r>
            <a:r>
              <a:rPr lang="ko-KR" altLang="en-US" sz="3200" spc="-2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제어하는</a:t>
            </a:r>
            <a:r>
              <a:rPr lang="ko-KR" altLang="en-US" sz="3200" spc="-24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절차가</a:t>
            </a:r>
            <a:r>
              <a:rPr lang="ko-KR" altLang="en-US" sz="3200" spc="-2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20" dirty="0">
                <a:solidFill>
                  <a:srgbClr val="252525"/>
                </a:solidFill>
                <a:latin typeface="Batang"/>
                <a:cs typeface="Batang"/>
              </a:rPr>
              <a:t>복잡함</a:t>
            </a:r>
            <a:endParaRPr lang="ko-KR" altLang="en-US" sz="3200" dirty="0">
              <a:latin typeface="Batang"/>
              <a:cs typeface="Batang"/>
            </a:endParaRPr>
          </a:p>
          <a:p>
            <a:pPr marL="679451" indent="-514350">
              <a:spcBef>
                <a:spcPts val="610"/>
              </a:spcBef>
              <a:buClr>
                <a:srgbClr val="27446D"/>
              </a:buClr>
              <a:buSzPct val="69230"/>
              <a:buFont typeface="Wingdings" panose="05000000000000000000" pitchFamily="2" charset="2"/>
              <a:buChar char="Ø"/>
              <a:tabLst>
                <a:tab pos="836930" algn="l"/>
              </a:tabLst>
            </a:pP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장애</a:t>
            </a:r>
            <a:r>
              <a:rPr lang="ko-KR" altLang="en-US" sz="3200" spc="-5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Batang"/>
                <a:cs typeface="Batang"/>
              </a:rPr>
              <a:t>발생에</a:t>
            </a:r>
            <a:r>
              <a:rPr lang="ko-KR" altLang="en-US" sz="3200" spc="-5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Batang"/>
                <a:cs typeface="Batang"/>
              </a:rPr>
              <a:t>대응하기</a:t>
            </a:r>
            <a:r>
              <a:rPr lang="ko-KR" altLang="en-US" sz="3200" spc="-5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Batang"/>
                <a:cs typeface="Batang"/>
              </a:rPr>
              <a:t>위해서</a:t>
            </a:r>
            <a:r>
              <a:rPr lang="ko-KR" altLang="en-US" sz="3200" spc="-55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다중</a:t>
            </a:r>
            <a:r>
              <a:rPr lang="ko-KR" altLang="en-US" sz="3200" spc="-5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290" dirty="0">
                <a:solidFill>
                  <a:srgbClr val="252525"/>
                </a:solidFill>
                <a:latin typeface="Batang"/>
                <a:cs typeface="Batang"/>
              </a:rPr>
              <a:t>링</a:t>
            </a:r>
            <a:r>
              <a:rPr lang="ko-KR" altLang="en-US" sz="3200" spc="-57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90" dirty="0">
                <a:solidFill>
                  <a:srgbClr val="252525"/>
                </a:solidFill>
                <a:latin typeface="Batang"/>
                <a:cs typeface="Batang"/>
              </a:rPr>
              <a:t>형태로</a:t>
            </a:r>
            <a:r>
              <a:rPr lang="ko-KR" altLang="en-US" sz="3200" spc="-55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405" dirty="0">
                <a:solidFill>
                  <a:srgbClr val="252525"/>
                </a:solidFill>
                <a:latin typeface="Batang"/>
                <a:cs typeface="Batang"/>
              </a:rPr>
              <a:t>구성하는</a:t>
            </a:r>
            <a:r>
              <a:rPr lang="ko-KR" altLang="en-US" sz="3200" spc="-54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365" dirty="0">
                <a:solidFill>
                  <a:srgbClr val="252525"/>
                </a:solidFill>
                <a:latin typeface="Batang"/>
                <a:cs typeface="Batang"/>
              </a:rPr>
              <a:t>것이</a:t>
            </a:r>
            <a:r>
              <a:rPr lang="ko-KR" altLang="en-US" sz="3200" spc="-56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3200" spc="-425" dirty="0">
                <a:solidFill>
                  <a:srgbClr val="252525"/>
                </a:solidFill>
                <a:latin typeface="Batang"/>
                <a:cs typeface="Batang"/>
              </a:rPr>
              <a:t>일반적임</a:t>
            </a:r>
            <a:endParaRPr lang="ko-KR" altLang="en-US" sz="3200" dirty="0">
              <a:latin typeface="Batang"/>
              <a:cs typeface="Batang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319D94-D2AB-4A3F-94DF-A9089776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200" y="1636032"/>
            <a:ext cx="1495425" cy="154305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CA00B646-0C2C-4EA5-9743-C815B97F7396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E658E3E-65F6-473C-B153-EE4AF0D316AB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0E654AB-09E4-40A5-9BCC-5334F243EBB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링형 구성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D6180C3-ADEE-4874-88ED-24AA81956647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17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172BF34C-6320-4B50-88EA-E806FFC7B3C9}"/>
              </a:ext>
            </a:extLst>
          </p:cNvPr>
          <p:cNvSpPr/>
          <p:nvPr/>
        </p:nvSpPr>
        <p:spPr>
          <a:xfrm>
            <a:off x="1172735" y="2900934"/>
            <a:ext cx="1052652" cy="10561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74E7C7-FD92-4011-AF72-662427F91EAF}"/>
              </a:ext>
            </a:extLst>
          </p:cNvPr>
          <p:cNvSpPr/>
          <p:nvPr/>
        </p:nvSpPr>
        <p:spPr>
          <a:xfrm>
            <a:off x="1408981" y="2967335"/>
            <a:ext cx="85576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2.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인터넷 </a:t>
            </a:r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&amp;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프로토콜</a:t>
            </a:r>
            <a:endParaRPr lang="en-US" altLang="ko-KR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4614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44784" y="1971557"/>
            <a:ext cx="1804171" cy="4654842"/>
            <a:chOff x="1362328" y="1863851"/>
            <a:chExt cx="1705610" cy="4400550"/>
          </a:xfrm>
        </p:grpSpPr>
        <p:sp>
          <p:nvSpPr>
            <p:cNvPr id="4" name="object 4"/>
            <p:cNvSpPr/>
            <p:nvPr/>
          </p:nvSpPr>
          <p:spPr>
            <a:xfrm>
              <a:off x="1720596" y="2199131"/>
              <a:ext cx="1347470" cy="2913380"/>
            </a:xfrm>
            <a:custGeom>
              <a:avLst/>
              <a:gdLst/>
              <a:ahLst/>
              <a:cxnLst/>
              <a:rect l="l" t="t" r="r" b="b"/>
              <a:pathLst>
                <a:path w="1347470" h="2913379">
                  <a:moveTo>
                    <a:pt x="1346962" y="2869692"/>
                  </a:moveTo>
                  <a:lnTo>
                    <a:pt x="1320431" y="2829674"/>
                  </a:lnTo>
                  <a:lnTo>
                    <a:pt x="1303528" y="2826258"/>
                  </a:lnTo>
                  <a:lnTo>
                    <a:pt x="1286611" y="2829674"/>
                  </a:lnTo>
                  <a:lnTo>
                    <a:pt x="1272806" y="2838983"/>
                  </a:lnTo>
                  <a:lnTo>
                    <a:pt x="1263497" y="2852788"/>
                  </a:lnTo>
                  <a:lnTo>
                    <a:pt x="1263002" y="2855214"/>
                  </a:lnTo>
                  <a:lnTo>
                    <a:pt x="83947" y="2855214"/>
                  </a:lnTo>
                  <a:lnTo>
                    <a:pt x="83451" y="2852788"/>
                  </a:lnTo>
                  <a:lnTo>
                    <a:pt x="74142" y="2838983"/>
                  </a:lnTo>
                  <a:lnTo>
                    <a:pt x="60337" y="2829674"/>
                  </a:lnTo>
                  <a:lnTo>
                    <a:pt x="43434" y="2826258"/>
                  </a:lnTo>
                  <a:lnTo>
                    <a:pt x="26517" y="2829674"/>
                  </a:lnTo>
                  <a:lnTo>
                    <a:pt x="12712" y="2838983"/>
                  </a:lnTo>
                  <a:lnTo>
                    <a:pt x="3403" y="2852788"/>
                  </a:lnTo>
                  <a:lnTo>
                    <a:pt x="0" y="2869692"/>
                  </a:lnTo>
                  <a:lnTo>
                    <a:pt x="3403" y="2886608"/>
                  </a:lnTo>
                  <a:lnTo>
                    <a:pt x="12712" y="2900413"/>
                  </a:lnTo>
                  <a:lnTo>
                    <a:pt x="26517" y="2909722"/>
                  </a:lnTo>
                  <a:lnTo>
                    <a:pt x="43434" y="2913126"/>
                  </a:lnTo>
                  <a:lnTo>
                    <a:pt x="60337" y="2909722"/>
                  </a:lnTo>
                  <a:lnTo>
                    <a:pt x="74142" y="2900413"/>
                  </a:lnTo>
                  <a:lnTo>
                    <a:pt x="83451" y="2886608"/>
                  </a:lnTo>
                  <a:lnTo>
                    <a:pt x="83947" y="2884170"/>
                  </a:lnTo>
                  <a:lnTo>
                    <a:pt x="1263002" y="2884170"/>
                  </a:lnTo>
                  <a:lnTo>
                    <a:pt x="1263497" y="2886608"/>
                  </a:lnTo>
                  <a:lnTo>
                    <a:pt x="1272806" y="2900413"/>
                  </a:lnTo>
                  <a:lnTo>
                    <a:pt x="1286611" y="2909722"/>
                  </a:lnTo>
                  <a:lnTo>
                    <a:pt x="1303528" y="2913126"/>
                  </a:lnTo>
                  <a:lnTo>
                    <a:pt x="1320431" y="2909722"/>
                  </a:lnTo>
                  <a:lnTo>
                    <a:pt x="1334236" y="2900413"/>
                  </a:lnTo>
                  <a:lnTo>
                    <a:pt x="1343545" y="2886608"/>
                  </a:lnTo>
                  <a:lnTo>
                    <a:pt x="1344041" y="2884170"/>
                  </a:lnTo>
                  <a:lnTo>
                    <a:pt x="1346962" y="2869692"/>
                  </a:lnTo>
                  <a:close/>
                </a:path>
                <a:path w="1347470" h="2913379">
                  <a:moveTo>
                    <a:pt x="1346962" y="1200912"/>
                  </a:moveTo>
                  <a:lnTo>
                    <a:pt x="1320431" y="1160894"/>
                  </a:lnTo>
                  <a:lnTo>
                    <a:pt x="1303528" y="1157478"/>
                  </a:lnTo>
                  <a:lnTo>
                    <a:pt x="1286611" y="1160894"/>
                  </a:lnTo>
                  <a:lnTo>
                    <a:pt x="1272806" y="1170203"/>
                  </a:lnTo>
                  <a:lnTo>
                    <a:pt x="1263497" y="1184008"/>
                  </a:lnTo>
                  <a:lnTo>
                    <a:pt x="1263002" y="1186434"/>
                  </a:lnTo>
                  <a:lnTo>
                    <a:pt x="83947" y="1186434"/>
                  </a:lnTo>
                  <a:lnTo>
                    <a:pt x="83451" y="1184008"/>
                  </a:lnTo>
                  <a:lnTo>
                    <a:pt x="74142" y="1170203"/>
                  </a:lnTo>
                  <a:lnTo>
                    <a:pt x="60337" y="1160894"/>
                  </a:lnTo>
                  <a:lnTo>
                    <a:pt x="43434" y="1157478"/>
                  </a:lnTo>
                  <a:lnTo>
                    <a:pt x="26517" y="1160894"/>
                  </a:lnTo>
                  <a:lnTo>
                    <a:pt x="12712" y="1170203"/>
                  </a:lnTo>
                  <a:lnTo>
                    <a:pt x="3403" y="1184008"/>
                  </a:lnTo>
                  <a:lnTo>
                    <a:pt x="0" y="1200912"/>
                  </a:lnTo>
                  <a:lnTo>
                    <a:pt x="3403" y="1217828"/>
                  </a:lnTo>
                  <a:lnTo>
                    <a:pt x="12712" y="1231633"/>
                  </a:lnTo>
                  <a:lnTo>
                    <a:pt x="26517" y="1240942"/>
                  </a:lnTo>
                  <a:lnTo>
                    <a:pt x="43434" y="1244346"/>
                  </a:lnTo>
                  <a:lnTo>
                    <a:pt x="60337" y="1240942"/>
                  </a:lnTo>
                  <a:lnTo>
                    <a:pt x="74142" y="1231633"/>
                  </a:lnTo>
                  <a:lnTo>
                    <a:pt x="83451" y="1217828"/>
                  </a:lnTo>
                  <a:lnTo>
                    <a:pt x="83947" y="1215390"/>
                  </a:lnTo>
                  <a:lnTo>
                    <a:pt x="1263002" y="1215390"/>
                  </a:lnTo>
                  <a:lnTo>
                    <a:pt x="1263497" y="1217828"/>
                  </a:lnTo>
                  <a:lnTo>
                    <a:pt x="1272806" y="1231633"/>
                  </a:lnTo>
                  <a:lnTo>
                    <a:pt x="1286611" y="1240942"/>
                  </a:lnTo>
                  <a:lnTo>
                    <a:pt x="1303528" y="1244346"/>
                  </a:lnTo>
                  <a:lnTo>
                    <a:pt x="1320431" y="1240942"/>
                  </a:lnTo>
                  <a:lnTo>
                    <a:pt x="1334236" y="1231633"/>
                  </a:lnTo>
                  <a:lnTo>
                    <a:pt x="1343545" y="1217828"/>
                  </a:lnTo>
                  <a:lnTo>
                    <a:pt x="1344041" y="1215390"/>
                  </a:lnTo>
                  <a:lnTo>
                    <a:pt x="1346962" y="1200912"/>
                  </a:lnTo>
                  <a:close/>
                </a:path>
                <a:path w="1347470" h="2913379">
                  <a:moveTo>
                    <a:pt x="1346962" y="43434"/>
                  </a:moveTo>
                  <a:lnTo>
                    <a:pt x="1320431" y="3416"/>
                  </a:lnTo>
                  <a:lnTo>
                    <a:pt x="1303528" y="0"/>
                  </a:lnTo>
                  <a:lnTo>
                    <a:pt x="1286611" y="3416"/>
                  </a:lnTo>
                  <a:lnTo>
                    <a:pt x="1272806" y="12725"/>
                  </a:lnTo>
                  <a:lnTo>
                    <a:pt x="1263497" y="26530"/>
                  </a:lnTo>
                  <a:lnTo>
                    <a:pt x="1263002" y="28956"/>
                  </a:lnTo>
                  <a:lnTo>
                    <a:pt x="83947" y="28956"/>
                  </a:lnTo>
                  <a:lnTo>
                    <a:pt x="83451" y="26530"/>
                  </a:lnTo>
                  <a:lnTo>
                    <a:pt x="74142" y="12725"/>
                  </a:lnTo>
                  <a:lnTo>
                    <a:pt x="60337" y="3416"/>
                  </a:lnTo>
                  <a:lnTo>
                    <a:pt x="43434" y="0"/>
                  </a:lnTo>
                  <a:lnTo>
                    <a:pt x="26517" y="3416"/>
                  </a:lnTo>
                  <a:lnTo>
                    <a:pt x="12712" y="12725"/>
                  </a:lnTo>
                  <a:lnTo>
                    <a:pt x="3403" y="26530"/>
                  </a:lnTo>
                  <a:lnTo>
                    <a:pt x="0" y="43434"/>
                  </a:lnTo>
                  <a:lnTo>
                    <a:pt x="3403" y="60350"/>
                  </a:lnTo>
                  <a:lnTo>
                    <a:pt x="12712" y="74155"/>
                  </a:lnTo>
                  <a:lnTo>
                    <a:pt x="26517" y="83464"/>
                  </a:lnTo>
                  <a:lnTo>
                    <a:pt x="43434" y="86868"/>
                  </a:lnTo>
                  <a:lnTo>
                    <a:pt x="60337" y="83464"/>
                  </a:lnTo>
                  <a:lnTo>
                    <a:pt x="74142" y="74155"/>
                  </a:lnTo>
                  <a:lnTo>
                    <a:pt x="83451" y="60350"/>
                  </a:lnTo>
                  <a:lnTo>
                    <a:pt x="83947" y="57912"/>
                  </a:lnTo>
                  <a:lnTo>
                    <a:pt x="1263002" y="57912"/>
                  </a:lnTo>
                  <a:lnTo>
                    <a:pt x="1263497" y="60350"/>
                  </a:lnTo>
                  <a:lnTo>
                    <a:pt x="1272806" y="74155"/>
                  </a:lnTo>
                  <a:lnTo>
                    <a:pt x="1286611" y="83464"/>
                  </a:lnTo>
                  <a:lnTo>
                    <a:pt x="1303528" y="86868"/>
                  </a:lnTo>
                  <a:lnTo>
                    <a:pt x="1320431" y="83464"/>
                  </a:lnTo>
                  <a:lnTo>
                    <a:pt x="1334236" y="74155"/>
                  </a:lnTo>
                  <a:lnTo>
                    <a:pt x="1343545" y="60350"/>
                  </a:lnTo>
                  <a:lnTo>
                    <a:pt x="1344041" y="57912"/>
                  </a:lnTo>
                  <a:lnTo>
                    <a:pt x="1346962" y="43434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5" name="object 5"/>
            <p:cNvSpPr/>
            <p:nvPr/>
          </p:nvSpPr>
          <p:spPr>
            <a:xfrm>
              <a:off x="1403603" y="1863851"/>
              <a:ext cx="432434" cy="4400550"/>
            </a:xfrm>
            <a:custGeom>
              <a:avLst/>
              <a:gdLst/>
              <a:ahLst/>
              <a:cxnLst/>
              <a:rect l="l" t="t" r="r" b="b"/>
              <a:pathLst>
                <a:path w="432435" h="4400550">
                  <a:moveTo>
                    <a:pt x="324103" y="0"/>
                  </a:moveTo>
                  <a:lnTo>
                    <a:pt x="107950" y="0"/>
                  </a:lnTo>
                  <a:lnTo>
                    <a:pt x="107950" y="4184523"/>
                  </a:lnTo>
                  <a:lnTo>
                    <a:pt x="0" y="4184523"/>
                  </a:lnTo>
                  <a:lnTo>
                    <a:pt x="216027" y="4400550"/>
                  </a:lnTo>
                  <a:lnTo>
                    <a:pt x="432053" y="4184523"/>
                  </a:lnTo>
                  <a:lnTo>
                    <a:pt x="324103" y="4184523"/>
                  </a:lnTo>
                  <a:lnTo>
                    <a:pt x="3241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6" name="object 6"/>
            <p:cNvSpPr/>
            <p:nvPr/>
          </p:nvSpPr>
          <p:spPr>
            <a:xfrm>
              <a:off x="1375028" y="201053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230505" y="0"/>
                  </a:moveTo>
                  <a:lnTo>
                    <a:pt x="184064" y="4685"/>
                  </a:lnTo>
                  <a:lnTo>
                    <a:pt x="140803" y="18121"/>
                  </a:lnTo>
                  <a:lnTo>
                    <a:pt x="101649" y="39379"/>
                  </a:lnTo>
                  <a:lnTo>
                    <a:pt x="67532" y="67532"/>
                  </a:lnTo>
                  <a:lnTo>
                    <a:pt x="39379" y="101649"/>
                  </a:lnTo>
                  <a:lnTo>
                    <a:pt x="18121" y="140803"/>
                  </a:lnTo>
                  <a:lnTo>
                    <a:pt x="4685" y="184064"/>
                  </a:lnTo>
                  <a:lnTo>
                    <a:pt x="0" y="230505"/>
                  </a:lnTo>
                  <a:lnTo>
                    <a:pt x="4685" y="276945"/>
                  </a:lnTo>
                  <a:lnTo>
                    <a:pt x="18121" y="320206"/>
                  </a:lnTo>
                  <a:lnTo>
                    <a:pt x="39379" y="359360"/>
                  </a:lnTo>
                  <a:lnTo>
                    <a:pt x="67532" y="393477"/>
                  </a:lnTo>
                  <a:lnTo>
                    <a:pt x="101649" y="421630"/>
                  </a:lnTo>
                  <a:lnTo>
                    <a:pt x="140803" y="442888"/>
                  </a:lnTo>
                  <a:lnTo>
                    <a:pt x="184064" y="456324"/>
                  </a:lnTo>
                  <a:lnTo>
                    <a:pt x="230505" y="461010"/>
                  </a:lnTo>
                  <a:lnTo>
                    <a:pt x="276945" y="456324"/>
                  </a:lnTo>
                  <a:lnTo>
                    <a:pt x="320206" y="442888"/>
                  </a:lnTo>
                  <a:lnTo>
                    <a:pt x="359360" y="421630"/>
                  </a:lnTo>
                  <a:lnTo>
                    <a:pt x="393477" y="393477"/>
                  </a:lnTo>
                  <a:lnTo>
                    <a:pt x="421630" y="359360"/>
                  </a:lnTo>
                  <a:lnTo>
                    <a:pt x="442888" y="320206"/>
                  </a:lnTo>
                  <a:lnTo>
                    <a:pt x="456324" y="276945"/>
                  </a:lnTo>
                  <a:lnTo>
                    <a:pt x="461009" y="230505"/>
                  </a:lnTo>
                  <a:lnTo>
                    <a:pt x="456324" y="184064"/>
                  </a:lnTo>
                  <a:lnTo>
                    <a:pt x="442888" y="140803"/>
                  </a:lnTo>
                  <a:lnTo>
                    <a:pt x="421630" y="101649"/>
                  </a:lnTo>
                  <a:lnTo>
                    <a:pt x="393477" y="67532"/>
                  </a:lnTo>
                  <a:lnTo>
                    <a:pt x="359360" y="39379"/>
                  </a:lnTo>
                  <a:lnTo>
                    <a:pt x="320206" y="18121"/>
                  </a:lnTo>
                  <a:lnTo>
                    <a:pt x="276945" y="4685"/>
                  </a:lnTo>
                  <a:lnTo>
                    <a:pt x="230505" y="0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1375028" y="201053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0" y="230505"/>
                  </a:moveTo>
                  <a:lnTo>
                    <a:pt x="4685" y="184064"/>
                  </a:lnTo>
                  <a:lnTo>
                    <a:pt x="18121" y="140803"/>
                  </a:lnTo>
                  <a:lnTo>
                    <a:pt x="39379" y="101649"/>
                  </a:lnTo>
                  <a:lnTo>
                    <a:pt x="67532" y="67532"/>
                  </a:lnTo>
                  <a:lnTo>
                    <a:pt x="101649" y="39379"/>
                  </a:lnTo>
                  <a:lnTo>
                    <a:pt x="140803" y="18121"/>
                  </a:lnTo>
                  <a:lnTo>
                    <a:pt x="184064" y="4685"/>
                  </a:lnTo>
                  <a:lnTo>
                    <a:pt x="230505" y="0"/>
                  </a:lnTo>
                  <a:lnTo>
                    <a:pt x="276945" y="4685"/>
                  </a:lnTo>
                  <a:lnTo>
                    <a:pt x="320206" y="18121"/>
                  </a:lnTo>
                  <a:lnTo>
                    <a:pt x="359360" y="39379"/>
                  </a:lnTo>
                  <a:lnTo>
                    <a:pt x="393477" y="67532"/>
                  </a:lnTo>
                  <a:lnTo>
                    <a:pt x="421630" y="101649"/>
                  </a:lnTo>
                  <a:lnTo>
                    <a:pt x="442888" y="140803"/>
                  </a:lnTo>
                  <a:lnTo>
                    <a:pt x="456324" y="184064"/>
                  </a:lnTo>
                  <a:lnTo>
                    <a:pt x="461009" y="230505"/>
                  </a:lnTo>
                  <a:lnTo>
                    <a:pt x="456324" y="276945"/>
                  </a:lnTo>
                  <a:lnTo>
                    <a:pt x="442888" y="320206"/>
                  </a:lnTo>
                  <a:lnTo>
                    <a:pt x="421630" y="359360"/>
                  </a:lnTo>
                  <a:lnTo>
                    <a:pt x="393477" y="393477"/>
                  </a:lnTo>
                  <a:lnTo>
                    <a:pt x="359360" y="421630"/>
                  </a:lnTo>
                  <a:lnTo>
                    <a:pt x="320206" y="442888"/>
                  </a:lnTo>
                  <a:lnTo>
                    <a:pt x="276945" y="456324"/>
                  </a:lnTo>
                  <a:lnTo>
                    <a:pt x="230505" y="461010"/>
                  </a:lnTo>
                  <a:lnTo>
                    <a:pt x="184064" y="456324"/>
                  </a:lnTo>
                  <a:lnTo>
                    <a:pt x="140803" y="442888"/>
                  </a:lnTo>
                  <a:lnTo>
                    <a:pt x="101649" y="421630"/>
                  </a:lnTo>
                  <a:lnTo>
                    <a:pt x="67532" y="393477"/>
                  </a:lnTo>
                  <a:lnTo>
                    <a:pt x="39379" y="359360"/>
                  </a:lnTo>
                  <a:lnTo>
                    <a:pt x="18121" y="320206"/>
                  </a:lnTo>
                  <a:lnTo>
                    <a:pt x="4685" y="276945"/>
                  </a:lnTo>
                  <a:lnTo>
                    <a:pt x="0" y="230505"/>
                  </a:lnTo>
                  <a:close/>
                </a:path>
              </a:pathLst>
            </a:custGeom>
            <a:ln w="25146">
              <a:solidFill>
                <a:srgbClr val="94D7DB"/>
              </a:solidFill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9169" y="2702629"/>
            <a:ext cx="1713492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spc="-127" dirty="0">
                <a:solidFill>
                  <a:srgbClr val="0064AF"/>
                </a:solidFill>
                <a:latin typeface="Batang"/>
                <a:cs typeface="Batang"/>
              </a:rPr>
              <a:t>1960년대</a:t>
            </a:r>
            <a:r>
              <a:rPr sz="2539" spc="-222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2539" spc="-333" dirty="0">
                <a:solidFill>
                  <a:srgbClr val="0064AF"/>
                </a:solidFill>
                <a:latin typeface="Batang"/>
                <a:cs typeface="Batang"/>
              </a:rPr>
              <a:t>초</a:t>
            </a:r>
            <a:endParaRPr sz="2539">
              <a:latin typeface="Batang"/>
              <a:cs typeface="Batang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44919" y="3338589"/>
            <a:ext cx="514517" cy="2279731"/>
            <a:chOff x="1362455" y="3156203"/>
            <a:chExt cx="486409" cy="2155190"/>
          </a:xfrm>
        </p:grpSpPr>
        <p:sp>
          <p:nvSpPr>
            <p:cNvPr id="14" name="object 14"/>
            <p:cNvSpPr/>
            <p:nvPr/>
          </p:nvSpPr>
          <p:spPr>
            <a:xfrm>
              <a:off x="1375028" y="316877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230505" y="0"/>
                  </a:moveTo>
                  <a:lnTo>
                    <a:pt x="184064" y="4685"/>
                  </a:lnTo>
                  <a:lnTo>
                    <a:pt x="140803" y="18121"/>
                  </a:lnTo>
                  <a:lnTo>
                    <a:pt x="101649" y="39379"/>
                  </a:lnTo>
                  <a:lnTo>
                    <a:pt x="67532" y="67532"/>
                  </a:lnTo>
                  <a:lnTo>
                    <a:pt x="39379" y="101649"/>
                  </a:lnTo>
                  <a:lnTo>
                    <a:pt x="18121" y="140803"/>
                  </a:lnTo>
                  <a:lnTo>
                    <a:pt x="4685" y="184064"/>
                  </a:lnTo>
                  <a:lnTo>
                    <a:pt x="0" y="230505"/>
                  </a:lnTo>
                  <a:lnTo>
                    <a:pt x="4685" y="276945"/>
                  </a:lnTo>
                  <a:lnTo>
                    <a:pt x="18121" y="320206"/>
                  </a:lnTo>
                  <a:lnTo>
                    <a:pt x="39379" y="359360"/>
                  </a:lnTo>
                  <a:lnTo>
                    <a:pt x="67532" y="393477"/>
                  </a:lnTo>
                  <a:lnTo>
                    <a:pt x="101649" y="421630"/>
                  </a:lnTo>
                  <a:lnTo>
                    <a:pt x="140803" y="442888"/>
                  </a:lnTo>
                  <a:lnTo>
                    <a:pt x="184064" y="456324"/>
                  </a:lnTo>
                  <a:lnTo>
                    <a:pt x="230505" y="461010"/>
                  </a:lnTo>
                  <a:lnTo>
                    <a:pt x="276945" y="456324"/>
                  </a:lnTo>
                  <a:lnTo>
                    <a:pt x="320206" y="442888"/>
                  </a:lnTo>
                  <a:lnTo>
                    <a:pt x="359360" y="421630"/>
                  </a:lnTo>
                  <a:lnTo>
                    <a:pt x="393477" y="393477"/>
                  </a:lnTo>
                  <a:lnTo>
                    <a:pt x="421630" y="359360"/>
                  </a:lnTo>
                  <a:lnTo>
                    <a:pt x="442888" y="320206"/>
                  </a:lnTo>
                  <a:lnTo>
                    <a:pt x="456324" y="276945"/>
                  </a:lnTo>
                  <a:lnTo>
                    <a:pt x="461009" y="230505"/>
                  </a:lnTo>
                  <a:lnTo>
                    <a:pt x="456324" y="184064"/>
                  </a:lnTo>
                  <a:lnTo>
                    <a:pt x="442888" y="140803"/>
                  </a:lnTo>
                  <a:lnTo>
                    <a:pt x="421630" y="101649"/>
                  </a:lnTo>
                  <a:lnTo>
                    <a:pt x="393477" y="67532"/>
                  </a:lnTo>
                  <a:lnTo>
                    <a:pt x="359360" y="39379"/>
                  </a:lnTo>
                  <a:lnTo>
                    <a:pt x="320206" y="18121"/>
                  </a:lnTo>
                  <a:lnTo>
                    <a:pt x="276945" y="4685"/>
                  </a:lnTo>
                  <a:lnTo>
                    <a:pt x="230505" y="0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5028" y="316877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0" y="230505"/>
                  </a:moveTo>
                  <a:lnTo>
                    <a:pt x="4685" y="184064"/>
                  </a:lnTo>
                  <a:lnTo>
                    <a:pt x="18121" y="140803"/>
                  </a:lnTo>
                  <a:lnTo>
                    <a:pt x="39379" y="101649"/>
                  </a:lnTo>
                  <a:lnTo>
                    <a:pt x="67532" y="67532"/>
                  </a:lnTo>
                  <a:lnTo>
                    <a:pt x="101649" y="39379"/>
                  </a:lnTo>
                  <a:lnTo>
                    <a:pt x="140803" y="18121"/>
                  </a:lnTo>
                  <a:lnTo>
                    <a:pt x="184064" y="4685"/>
                  </a:lnTo>
                  <a:lnTo>
                    <a:pt x="230505" y="0"/>
                  </a:lnTo>
                  <a:lnTo>
                    <a:pt x="276945" y="4685"/>
                  </a:lnTo>
                  <a:lnTo>
                    <a:pt x="320206" y="18121"/>
                  </a:lnTo>
                  <a:lnTo>
                    <a:pt x="359360" y="39379"/>
                  </a:lnTo>
                  <a:lnTo>
                    <a:pt x="393477" y="67532"/>
                  </a:lnTo>
                  <a:lnTo>
                    <a:pt x="421630" y="101649"/>
                  </a:lnTo>
                  <a:lnTo>
                    <a:pt x="442888" y="140803"/>
                  </a:lnTo>
                  <a:lnTo>
                    <a:pt x="456324" y="184064"/>
                  </a:lnTo>
                  <a:lnTo>
                    <a:pt x="461009" y="230505"/>
                  </a:lnTo>
                  <a:lnTo>
                    <a:pt x="456324" y="276945"/>
                  </a:lnTo>
                  <a:lnTo>
                    <a:pt x="442888" y="320206"/>
                  </a:lnTo>
                  <a:lnTo>
                    <a:pt x="421630" y="359360"/>
                  </a:lnTo>
                  <a:lnTo>
                    <a:pt x="393477" y="393477"/>
                  </a:lnTo>
                  <a:lnTo>
                    <a:pt x="359360" y="421630"/>
                  </a:lnTo>
                  <a:lnTo>
                    <a:pt x="320206" y="442888"/>
                  </a:lnTo>
                  <a:lnTo>
                    <a:pt x="276945" y="456324"/>
                  </a:lnTo>
                  <a:lnTo>
                    <a:pt x="230505" y="461010"/>
                  </a:lnTo>
                  <a:lnTo>
                    <a:pt x="184064" y="456324"/>
                  </a:lnTo>
                  <a:lnTo>
                    <a:pt x="140803" y="442888"/>
                  </a:lnTo>
                  <a:lnTo>
                    <a:pt x="101649" y="421630"/>
                  </a:lnTo>
                  <a:lnTo>
                    <a:pt x="67532" y="393477"/>
                  </a:lnTo>
                  <a:lnTo>
                    <a:pt x="39379" y="359360"/>
                  </a:lnTo>
                  <a:lnTo>
                    <a:pt x="18121" y="320206"/>
                  </a:lnTo>
                  <a:lnTo>
                    <a:pt x="4685" y="276945"/>
                  </a:lnTo>
                  <a:lnTo>
                    <a:pt x="0" y="230505"/>
                  </a:lnTo>
                  <a:close/>
                </a:path>
              </a:pathLst>
            </a:custGeom>
            <a:ln w="25146">
              <a:solidFill>
                <a:srgbClr val="94D7DB"/>
              </a:solidFill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16" name="object 16"/>
            <p:cNvSpPr/>
            <p:nvPr/>
          </p:nvSpPr>
          <p:spPr>
            <a:xfrm>
              <a:off x="1375028" y="4836794"/>
              <a:ext cx="461009" cy="462280"/>
            </a:xfrm>
            <a:custGeom>
              <a:avLst/>
              <a:gdLst/>
              <a:ahLst/>
              <a:cxnLst/>
              <a:rect l="l" t="t" r="r" b="b"/>
              <a:pathLst>
                <a:path w="461010" h="462279">
                  <a:moveTo>
                    <a:pt x="230505" y="0"/>
                  </a:moveTo>
                  <a:lnTo>
                    <a:pt x="184064" y="4691"/>
                  </a:lnTo>
                  <a:lnTo>
                    <a:pt x="140803" y="18145"/>
                  </a:lnTo>
                  <a:lnTo>
                    <a:pt x="101649" y="39433"/>
                  </a:lnTo>
                  <a:lnTo>
                    <a:pt x="67532" y="67627"/>
                  </a:lnTo>
                  <a:lnTo>
                    <a:pt x="39379" y="101798"/>
                  </a:lnTo>
                  <a:lnTo>
                    <a:pt x="18121" y="141017"/>
                  </a:lnTo>
                  <a:lnTo>
                    <a:pt x="4685" y="184356"/>
                  </a:lnTo>
                  <a:lnTo>
                    <a:pt x="0" y="230885"/>
                  </a:lnTo>
                  <a:lnTo>
                    <a:pt x="4685" y="277415"/>
                  </a:lnTo>
                  <a:lnTo>
                    <a:pt x="18121" y="320754"/>
                  </a:lnTo>
                  <a:lnTo>
                    <a:pt x="39379" y="359973"/>
                  </a:lnTo>
                  <a:lnTo>
                    <a:pt x="67532" y="394144"/>
                  </a:lnTo>
                  <a:lnTo>
                    <a:pt x="101649" y="422338"/>
                  </a:lnTo>
                  <a:lnTo>
                    <a:pt x="140803" y="443626"/>
                  </a:lnTo>
                  <a:lnTo>
                    <a:pt x="184064" y="457080"/>
                  </a:lnTo>
                  <a:lnTo>
                    <a:pt x="230505" y="461771"/>
                  </a:lnTo>
                  <a:lnTo>
                    <a:pt x="276945" y="457080"/>
                  </a:lnTo>
                  <a:lnTo>
                    <a:pt x="320206" y="443626"/>
                  </a:lnTo>
                  <a:lnTo>
                    <a:pt x="359360" y="422338"/>
                  </a:lnTo>
                  <a:lnTo>
                    <a:pt x="393477" y="394144"/>
                  </a:lnTo>
                  <a:lnTo>
                    <a:pt x="421630" y="359973"/>
                  </a:lnTo>
                  <a:lnTo>
                    <a:pt x="442888" y="320754"/>
                  </a:lnTo>
                  <a:lnTo>
                    <a:pt x="456324" y="277415"/>
                  </a:lnTo>
                  <a:lnTo>
                    <a:pt x="461009" y="230885"/>
                  </a:lnTo>
                  <a:lnTo>
                    <a:pt x="456324" y="184356"/>
                  </a:lnTo>
                  <a:lnTo>
                    <a:pt x="442888" y="141017"/>
                  </a:lnTo>
                  <a:lnTo>
                    <a:pt x="421630" y="101798"/>
                  </a:lnTo>
                  <a:lnTo>
                    <a:pt x="393477" y="67627"/>
                  </a:lnTo>
                  <a:lnTo>
                    <a:pt x="359360" y="39433"/>
                  </a:lnTo>
                  <a:lnTo>
                    <a:pt x="320206" y="18145"/>
                  </a:lnTo>
                  <a:lnTo>
                    <a:pt x="276945" y="4691"/>
                  </a:lnTo>
                  <a:lnTo>
                    <a:pt x="230505" y="0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17" name="object 17"/>
            <p:cNvSpPr/>
            <p:nvPr/>
          </p:nvSpPr>
          <p:spPr>
            <a:xfrm>
              <a:off x="1375028" y="4836794"/>
              <a:ext cx="461009" cy="462280"/>
            </a:xfrm>
            <a:custGeom>
              <a:avLst/>
              <a:gdLst/>
              <a:ahLst/>
              <a:cxnLst/>
              <a:rect l="l" t="t" r="r" b="b"/>
              <a:pathLst>
                <a:path w="461010" h="462279">
                  <a:moveTo>
                    <a:pt x="0" y="230885"/>
                  </a:moveTo>
                  <a:lnTo>
                    <a:pt x="4685" y="184356"/>
                  </a:lnTo>
                  <a:lnTo>
                    <a:pt x="18121" y="141017"/>
                  </a:lnTo>
                  <a:lnTo>
                    <a:pt x="39379" y="101798"/>
                  </a:lnTo>
                  <a:lnTo>
                    <a:pt x="67532" y="67627"/>
                  </a:lnTo>
                  <a:lnTo>
                    <a:pt x="101649" y="39433"/>
                  </a:lnTo>
                  <a:lnTo>
                    <a:pt x="140803" y="18145"/>
                  </a:lnTo>
                  <a:lnTo>
                    <a:pt x="184064" y="4691"/>
                  </a:lnTo>
                  <a:lnTo>
                    <a:pt x="230505" y="0"/>
                  </a:lnTo>
                  <a:lnTo>
                    <a:pt x="276945" y="4691"/>
                  </a:lnTo>
                  <a:lnTo>
                    <a:pt x="320206" y="18145"/>
                  </a:lnTo>
                  <a:lnTo>
                    <a:pt x="359360" y="39433"/>
                  </a:lnTo>
                  <a:lnTo>
                    <a:pt x="393477" y="67627"/>
                  </a:lnTo>
                  <a:lnTo>
                    <a:pt x="421630" y="101798"/>
                  </a:lnTo>
                  <a:lnTo>
                    <a:pt x="442888" y="141017"/>
                  </a:lnTo>
                  <a:lnTo>
                    <a:pt x="456324" y="184356"/>
                  </a:lnTo>
                  <a:lnTo>
                    <a:pt x="461009" y="230885"/>
                  </a:lnTo>
                  <a:lnTo>
                    <a:pt x="456324" y="277415"/>
                  </a:lnTo>
                  <a:lnTo>
                    <a:pt x="442888" y="320754"/>
                  </a:lnTo>
                  <a:lnTo>
                    <a:pt x="421630" y="359973"/>
                  </a:lnTo>
                  <a:lnTo>
                    <a:pt x="393477" y="394144"/>
                  </a:lnTo>
                  <a:lnTo>
                    <a:pt x="359360" y="422338"/>
                  </a:lnTo>
                  <a:lnTo>
                    <a:pt x="320206" y="443626"/>
                  </a:lnTo>
                  <a:lnTo>
                    <a:pt x="276945" y="457080"/>
                  </a:lnTo>
                  <a:lnTo>
                    <a:pt x="230505" y="461771"/>
                  </a:lnTo>
                  <a:lnTo>
                    <a:pt x="184064" y="457080"/>
                  </a:lnTo>
                  <a:lnTo>
                    <a:pt x="140803" y="443626"/>
                  </a:lnTo>
                  <a:lnTo>
                    <a:pt x="101649" y="422338"/>
                  </a:lnTo>
                  <a:lnTo>
                    <a:pt x="67532" y="394144"/>
                  </a:lnTo>
                  <a:lnTo>
                    <a:pt x="39379" y="359973"/>
                  </a:lnTo>
                  <a:lnTo>
                    <a:pt x="18121" y="320754"/>
                  </a:lnTo>
                  <a:lnTo>
                    <a:pt x="4685" y="277415"/>
                  </a:lnTo>
                  <a:lnTo>
                    <a:pt x="0" y="230885"/>
                  </a:lnTo>
                  <a:close/>
                </a:path>
              </a:pathLst>
            </a:custGeom>
            <a:ln w="25145">
              <a:solidFill>
                <a:srgbClr val="94D7DB"/>
              </a:solidFill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8914" y="3927531"/>
            <a:ext cx="1354136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spc="-111" dirty="0">
                <a:solidFill>
                  <a:srgbClr val="0064AF"/>
                </a:solidFill>
                <a:latin typeface="Batang"/>
                <a:cs typeface="Batang"/>
              </a:rPr>
              <a:t>1970년대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6141" y="3350142"/>
            <a:ext cx="7743293" cy="2614534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95466" marR="5374" indent="-182703">
              <a:spcBef>
                <a:spcPts val="106"/>
              </a:spcBef>
              <a:buFont typeface="Arial"/>
              <a:buChar char="•"/>
              <a:tabLst>
                <a:tab pos="196809" algn="l"/>
              </a:tabLst>
            </a:pPr>
            <a:r>
              <a:rPr sz="2539" spc="-280" dirty="0">
                <a:latin typeface="Batang"/>
                <a:cs typeface="Batang"/>
              </a:rPr>
              <a:t>미국</a:t>
            </a:r>
            <a:r>
              <a:rPr sz="2539" spc="-259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국방고등연구</a:t>
            </a:r>
            <a:r>
              <a:rPr sz="2539" spc="-275" dirty="0">
                <a:latin typeface="Batang"/>
                <a:cs typeface="Batang"/>
              </a:rPr>
              <a:t> </a:t>
            </a:r>
            <a:r>
              <a:rPr sz="2539" spc="-175" dirty="0">
                <a:latin typeface="Batang"/>
                <a:cs typeface="Batang"/>
              </a:rPr>
              <a:t>계획국(DARPA)에서</a:t>
            </a:r>
            <a:r>
              <a:rPr sz="2539" spc="-249" dirty="0">
                <a:latin typeface="Batang"/>
                <a:cs typeface="Batang"/>
              </a:rPr>
              <a:t> </a:t>
            </a:r>
            <a:r>
              <a:rPr sz="2539" spc="-238" dirty="0">
                <a:latin typeface="Batang"/>
                <a:cs typeface="Batang"/>
              </a:rPr>
              <a:t>ARPANET이라는 	</a:t>
            </a:r>
            <a:r>
              <a:rPr sz="2539" spc="-280" dirty="0">
                <a:latin typeface="Batang"/>
                <a:cs typeface="Batang"/>
              </a:rPr>
              <a:t>연구</a:t>
            </a:r>
            <a:r>
              <a:rPr sz="2539" spc="-28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목적의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네트워크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구축</a:t>
            </a:r>
            <a:endParaRPr sz="2539" dirty="0">
              <a:latin typeface="Batang"/>
              <a:cs typeface="Batang"/>
            </a:endParaRPr>
          </a:p>
          <a:p>
            <a:pPr marL="195466" marR="1765906" indent="-182703">
              <a:spcBef>
                <a:spcPts val="317"/>
              </a:spcBef>
              <a:buFont typeface="Arial"/>
              <a:buChar char="•"/>
              <a:tabLst>
                <a:tab pos="196809" algn="l"/>
              </a:tabLst>
            </a:pPr>
            <a:r>
              <a:rPr sz="2539" spc="-286" dirty="0">
                <a:solidFill>
                  <a:srgbClr val="252525"/>
                </a:solidFill>
                <a:latin typeface="Batang"/>
                <a:cs typeface="Batang"/>
              </a:rPr>
              <a:t>빈트</a:t>
            </a:r>
            <a:r>
              <a:rPr sz="2539" spc="-264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121" dirty="0">
                <a:solidFill>
                  <a:srgbClr val="252525"/>
                </a:solidFill>
                <a:latin typeface="Batang"/>
                <a:cs typeface="Batang"/>
              </a:rPr>
              <a:t>서프(Vint</a:t>
            </a:r>
            <a:r>
              <a:rPr sz="2539" spc="-238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111" dirty="0">
                <a:solidFill>
                  <a:srgbClr val="252525"/>
                </a:solidFill>
                <a:latin typeface="Batang"/>
                <a:cs typeface="Batang"/>
              </a:rPr>
              <a:t>Cerf)와</a:t>
            </a:r>
            <a:r>
              <a:rPr sz="2539" spc="-24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밥</a:t>
            </a:r>
            <a:r>
              <a:rPr sz="2539" spc="-254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74" dirty="0">
                <a:solidFill>
                  <a:srgbClr val="252525"/>
                </a:solidFill>
                <a:latin typeface="Batang"/>
                <a:cs typeface="Batang"/>
              </a:rPr>
              <a:t>칸(Bob</a:t>
            </a:r>
            <a:r>
              <a:rPr sz="2539" spc="-259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37" dirty="0">
                <a:solidFill>
                  <a:srgbClr val="252525"/>
                </a:solidFill>
                <a:latin typeface="Batang"/>
                <a:cs typeface="Batang"/>
              </a:rPr>
              <a:t>Kahn)이 	</a:t>
            </a:r>
            <a:r>
              <a:rPr sz="2539" spc="-233" dirty="0">
                <a:solidFill>
                  <a:srgbClr val="252525"/>
                </a:solidFill>
                <a:latin typeface="Batang"/>
                <a:cs typeface="Batang"/>
              </a:rPr>
              <a:t>TCP/IP프로토콜을</a:t>
            </a:r>
            <a:r>
              <a:rPr sz="2539" spc="-19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307" dirty="0">
                <a:solidFill>
                  <a:srgbClr val="252525"/>
                </a:solidFill>
                <a:latin typeface="Batang"/>
                <a:cs typeface="Batang"/>
              </a:rPr>
              <a:t>제안</a:t>
            </a:r>
            <a:endParaRPr sz="2539" dirty="0">
              <a:latin typeface="Batang"/>
              <a:cs typeface="Batang"/>
            </a:endParaRPr>
          </a:p>
          <a:p>
            <a:pPr marL="195466" marR="438622" indent="-182703">
              <a:spcBef>
                <a:spcPts val="1692"/>
              </a:spcBef>
              <a:buFont typeface="Arial"/>
              <a:buChar char="•"/>
              <a:tabLst>
                <a:tab pos="196809" algn="l"/>
              </a:tabLst>
            </a:pPr>
            <a:r>
              <a:rPr sz="2539" spc="-280" dirty="0">
                <a:latin typeface="Batang"/>
                <a:cs typeface="Batang"/>
              </a:rPr>
              <a:t>유닉스 운영체제에</a:t>
            </a:r>
            <a:r>
              <a:rPr sz="2539" spc="-286" dirty="0">
                <a:latin typeface="Batang"/>
                <a:cs typeface="Batang"/>
              </a:rPr>
              <a:t> </a:t>
            </a:r>
            <a:r>
              <a:rPr sz="2539" spc="-201" dirty="0">
                <a:latin typeface="Batang"/>
                <a:cs typeface="Batang"/>
              </a:rPr>
              <a:t>TCP/IP가</a:t>
            </a:r>
            <a:r>
              <a:rPr sz="2539" spc="-238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기본적으로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탑재되고 </a:t>
            </a:r>
            <a:r>
              <a:rPr sz="2539" spc="-307" dirty="0">
                <a:latin typeface="Batang"/>
                <a:cs typeface="Batang"/>
              </a:rPr>
              <a:t>많은 	</a:t>
            </a:r>
            <a:r>
              <a:rPr sz="2539" spc="-280" dirty="0">
                <a:latin typeface="Batang"/>
                <a:cs typeface="Batang"/>
              </a:rPr>
              <a:t>사람들이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인터넷을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사용하게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333" dirty="0">
                <a:latin typeface="Batang"/>
                <a:cs typeface="Batang"/>
              </a:rPr>
              <a:t>됨</a:t>
            </a:r>
            <a:endParaRPr sz="2539" dirty="0">
              <a:latin typeface="Batang"/>
              <a:cs typeface="Batang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8914" y="5692743"/>
            <a:ext cx="1354136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spc="-111" dirty="0">
                <a:solidFill>
                  <a:srgbClr val="0064AF"/>
                </a:solidFill>
                <a:latin typeface="Batang"/>
                <a:cs typeface="Batang"/>
              </a:rPr>
              <a:t>1980년대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36141" y="2131421"/>
            <a:ext cx="7322813" cy="795061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95466" marR="5374" indent="-182703">
              <a:spcBef>
                <a:spcPts val="106"/>
              </a:spcBef>
              <a:buFont typeface="Arial"/>
              <a:buChar char="•"/>
              <a:tabLst>
                <a:tab pos="196809" algn="l"/>
              </a:tabLst>
            </a:pPr>
            <a:r>
              <a:rPr sz="2539" spc="-280" dirty="0">
                <a:latin typeface="Batang"/>
                <a:cs typeface="Batang"/>
              </a:rPr>
              <a:t>데이터</a:t>
            </a:r>
            <a:r>
              <a:rPr sz="2539" spc="-307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통신망의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기초</a:t>
            </a:r>
            <a:r>
              <a:rPr sz="2539" spc="-28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기술 및 개념들이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탄생하고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다양한 	</a:t>
            </a:r>
            <a:r>
              <a:rPr sz="2539" spc="-280" dirty="0">
                <a:latin typeface="Batang"/>
                <a:cs typeface="Batang"/>
              </a:rPr>
              <a:t>통신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장비가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출시됨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8F7334C9-E0D7-4283-9DEF-F35C47CF3A75}"/>
              </a:ext>
            </a:extLst>
          </p:cNvPr>
          <p:cNvSpPr txBox="1"/>
          <p:nvPr/>
        </p:nvSpPr>
        <p:spPr>
          <a:xfrm>
            <a:off x="998914" y="1120927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</a:t>
            </a:r>
            <a:r>
              <a:rPr lang="ko-KR" altLang="en-US" sz="3200" spc="-127" dirty="0">
                <a:solidFill>
                  <a:srgbClr val="0064AF"/>
                </a:solidFill>
                <a:latin typeface="Batang"/>
                <a:cs typeface="Batang"/>
              </a:rPr>
              <a:t>인터넷의</a:t>
            </a:r>
            <a:r>
              <a:rPr lang="en-US" altLang="ko-KR" sz="3200" spc="-127" dirty="0">
                <a:solidFill>
                  <a:srgbClr val="0064AF"/>
                </a:solidFill>
                <a:latin typeface="Batang"/>
                <a:cs typeface="Batang"/>
              </a:rPr>
              <a:t>(Internet)</a:t>
            </a:r>
            <a:r>
              <a:rPr lang="ko-KR" altLang="en-US" sz="3200" spc="-275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lang="ko-KR" altLang="en-US" sz="3200" spc="-407" dirty="0">
                <a:solidFill>
                  <a:srgbClr val="0064AF"/>
                </a:solidFill>
                <a:latin typeface="Batang"/>
                <a:cs typeface="Batang"/>
              </a:rPr>
              <a:t>발전</a:t>
            </a:r>
            <a:endParaRPr lang="ko-KR" altLang="en-US" sz="3200" dirty="0">
              <a:latin typeface="Batang"/>
              <a:cs typeface="Batang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A4A5B83-D302-423F-AAAC-BAD9F3F6194C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11C93C9-E03C-43FE-9462-447941E032B9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</a:t>
            </a:r>
            <a:endParaRPr lang="en-US" sz="12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7E9D8536-53EF-4DC6-BB1C-2B678E76A399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인터넷의 발전 역사</a:t>
            </a:r>
            <a:endParaRPr lang="en-US" sz="26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67260FB-7933-424D-A693-68F97EA4E9D6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44784" y="1971557"/>
            <a:ext cx="1804171" cy="3931426"/>
            <a:chOff x="1362328" y="1863851"/>
            <a:chExt cx="1705610" cy="3716654"/>
          </a:xfrm>
        </p:grpSpPr>
        <p:sp>
          <p:nvSpPr>
            <p:cNvPr id="4" name="object 4"/>
            <p:cNvSpPr/>
            <p:nvPr/>
          </p:nvSpPr>
          <p:spPr>
            <a:xfrm>
              <a:off x="1720596" y="2199131"/>
              <a:ext cx="1347470" cy="2109470"/>
            </a:xfrm>
            <a:custGeom>
              <a:avLst/>
              <a:gdLst/>
              <a:ahLst/>
              <a:cxnLst/>
              <a:rect l="l" t="t" r="r" b="b"/>
              <a:pathLst>
                <a:path w="1347470" h="2109470">
                  <a:moveTo>
                    <a:pt x="1346962" y="2065782"/>
                  </a:moveTo>
                  <a:lnTo>
                    <a:pt x="1320431" y="2025764"/>
                  </a:lnTo>
                  <a:lnTo>
                    <a:pt x="1303528" y="2022348"/>
                  </a:lnTo>
                  <a:lnTo>
                    <a:pt x="1286611" y="2025764"/>
                  </a:lnTo>
                  <a:lnTo>
                    <a:pt x="1272806" y="2035073"/>
                  </a:lnTo>
                  <a:lnTo>
                    <a:pt x="1263497" y="2048878"/>
                  </a:lnTo>
                  <a:lnTo>
                    <a:pt x="1263002" y="2051304"/>
                  </a:lnTo>
                  <a:lnTo>
                    <a:pt x="83947" y="2051304"/>
                  </a:lnTo>
                  <a:lnTo>
                    <a:pt x="83451" y="2048878"/>
                  </a:lnTo>
                  <a:lnTo>
                    <a:pt x="74142" y="2035073"/>
                  </a:lnTo>
                  <a:lnTo>
                    <a:pt x="60337" y="2025764"/>
                  </a:lnTo>
                  <a:lnTo>
                    <a:pt x="43434" y="2022348"/>
                  </a:lnTo>
                  <a:lnTo>
                    <a:pt x="26517" y="2025764"/>
                  </a:lnTo>
                  <a:lnTo>
                    <a:pt x="12712" y="2035073"/>
                  </a:lnTo>
                  <a:lnTo>
                    <a:pt x="3403" y="2048878"/>
                  </a:lnTo>
                  <a:lnTo>
                    <a:pt x="0" y="2065782"/>
                  </a:lnTo>
                  <a:lnTo>
                    <a:pt x="3403" y="2082698"/>
                  </a:lnTo>
                  <a:lnTo>
                    <a:pt x="12712" y="2096503"/>
                  </a:lnTo>
                  <a:lnTo>
                    <a:pt x="26517" y="2105812"/>
                  </a:lnTo>
                  <a:lnTo>
                    <a:pt x="43434" y="2109216"/>
                  </a:lnTo>
                  <a:lnTo>
                    <a:pt x="60337" y="2105812"/>
                  </a:lnTo>
                  <a:lnTo>
                    <a:pt x="74142" y="2096503"/>
                  </a:lnTo>
                  <a:lnTo>
                    <a:pt x="83451" y="2082698"/>
                  </a:lnTo>
                  <a:lnTo>
                    <a:pt x="83947" y="2080260"/>
                  </a:lnTo>
                  <a:lnTo>
                    <a:pt x="1263002" y="2080260"/>
                  </a:lnTo>
                  <a:lnTo>
                    <a:pt x="1263497" y="2082698"/>
                  </a:lnTo>
                  <a:lnTo>
                    <a:pt x="1272806" y="2096503"/>
                  </a:lnTo>
                  <a:lnTo>
                    <a:pt x="1286611" y="2105812"/>
                  </a:lnTo>
                  <a:lnTo>
                    <a:pt x="1303528" y="2109216"/>
                  </a:lnTo>
                  <a:lnTo>
                    <a:pt x="1320431" y="2105812"/>
                  </a:lnTo>
                  <a:lnTo>
                    <a:pt x="1334236" y="2096503"/>
                  </a:lnTo>
                  <a:lnTo>
                    <a:pt x="1343545" y="2082698"/>
                  </a:lnTo>
                  <a:lnTo>
                    <a:pt x="1344041" y="2080260"/>
                  </a:lnTo>
                  <a:lnTo>
                    <a:pt x="1346962" y="2065782"/>
                  </a:lnTo>
                  <a:close/>
                </a:path>
                <a:path w="1347470" h="2109470">
                  <a:moveTo>
                    <a:pt x="1346962" y="43434"/>
                  </a:moveTo>
                  <a:lnTo>
                    <a:pt x="1320431" y="3416"/>
                  </a:lnTo>
                  <a:lnTo>
                    <a:pt x="1303528" y="0"/>
                  </a:lnTo>
                  <a:lnTo>
                    <a:pt x="1286611" y="3416"/>
                  </a:lnTo>
                  <a:lnTo>
                    <a:pt x="1272806" y="12725"/>
                  </a:lnTo>
                  <a:lnTo>
                    <a:pt x="1263497" y="26530"/>
                  </a:lnTo>
                  <a:lnTo>
                    <a:pt x="1263002" y="28956"/>
                  </a:lnTo>
                  <a:lnTo>
                    <a:pt x="83947" y="28956"/>
                  </a:lnTo>
                  <a:lnTo>
                    <a:pt x="83451" y="26530"/>
                  </a:lnTo>
                  <a:lnTo>
                    <a:pt x="74142" y="12725"/>
                  </a:lnTo>
                  <a:lnTo>
                    <a:pt x="60337" y="3416"/>
                  </a:lnTo>
                  <a:lnTo>
                    <a:pt x="43434" y="0"/>
                  </a:lnTo>
                  <a:lnTo>
                    <a:pt x="26517" y="3416"/>
                  </a:lnTo>
                  <a:lnTo>
                    <a:pt x="12712" y="12725"/>
                  </a:lnTo>
                  <a:lnTo>
                    <a:pt x="3403" y="26530"/>
                  </a:lnTo>
                  <a:lnTo>
                    <a:pt x="0" y="43434"/>
                  </a:lnTo>
                  <a:lnTo>
                    <a:pt x="3403" y="60350"/>
                  </a:lnTo>
                  <a:lnTo>
                    <a:pt x="12712" y="74155"/>
                  </a:lnTo>
                  <a:lnTo>
                    <a:pt x="26517" y="83464"/>
                  </a:lnTo>
                  <a:lnTo>
                    <a:pt x="43434" y="86868"/>
                  </a:lnTo>
                  <a:lnTo>
                    <a:pt x="60337" y="83464"/>
                  </a:lnTo>
                  <a:lnTo>
                    <a:pt x="74142" y="74155"/>
                  </a:lnTo>
                  <a:lnTo>
                    <a:pt x="83451" y="60350"/>
                  </a:lnTo>
                  <a:lnTo>
                    <a:pt x="83947" y="57912"/>
                  </a:lnTo>
                  <a:lnTo>
                    <a:pt x="1263002" y="57912"/>
                  </a:lnTo>
                  <a:lnTo>
                    <a:pt x="1263497" y="60350"/>
                  </a:lnTo>
                  <a:lnTo>
                    <a:pt x="1272806" y="74155"/>
                  </a:lnTo>
                  <a:lnTo>
                    <a:pt x="1286611" y="83464"/>
                  </a:lnTo>
                  <a:lnTo>
                    <a:pt x="1303528" y="86868"/>
                  </a:lnTo>
                  <a:lnTo>
                    <a:pt x="1320431" y="83464"/>
                  </a:lnTo>
                  <a:lnTo>
                    <a:pt x="1334236" y="74155"/>
                  </a:lnTo>
                  <a:lnTo>
                    <a:pt x="1343545" y="60350"/>
                  </a:lnTo>
                  <a:lnTo>
                    <a:pt x="1344041" y="57912"/>
                  </a:lnTo>
                  <a:lnTo>
                    <a:pt x="1346962" y="43434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5" name="object 5"/>
            <p:cNvSpPr/>
            <p:nvPr/>
          </p:nvSpPr>
          <p:spPr>
            <a:xfrm>
              <a:off x="1403603" y="1863851"/>
              <a:ext cx="432434" cy="3716654"/>
            </a:xfrm>
            <a:custGeom>
              <a:avLst/>
              <a:gdLst/>
              <a:ahLst/>
              <a:cxnLst/>
              <a:rect l="l" t="t" r="r" b="b"/>
              <a:pathLst>
                <a:path w="432435" h="3716654">
                  <a:moveTo>
                    <a:pt x="323977" y="0"/>
                  </a:moveTo>
                  <a:lnTo>
                    <a:pt x="107950" y="0"/>
                  </a:lnTo>
                  <a:lnTo>
                    <a:pt x="107950" y="3500247"/>
                  </a:lnTo>
                  <a:lnTo>
                    <a:pt x="0" y="3500247"/>
                  </a:lnTo>
                  <a:lnTo>
                    <a:pt x="216027" y="3716274"/>
                  </a:lnTo>
                  <a:lnTo>
                    <a:pt x="432053" y="3500247"/>
                  </a:lnTo>
                  <a:lnTo>
                    <a:pt x="323977" y="3500247"/>
                  </a:lnTo>
                  <a:lnTo>
                    <a:pt x="32397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6" name="object 6"/>
            <p:cNvSpPr/>
            <p:nvPr/>
          </p:nvSpPr>
          <p:spPr>
            <a:xfrm>
              <a:off x="1375028" y="4032884"/>
              <a:ext cx="462280" cy="461009"/>
            </a:xfrm>
            <a:custGeom>
              <a:avLst/>
              <a:gdLst/>
              <a:ahLst/>
              <a:cxnLst/>
              <a:rect l="l" t="t" r="r" b="b"/>
              <a:pathLst>
                <a:path w="462280" h="461010">
                  <a:moveTo>
                    <a:pt x="230886" y="0"/>
                  </a:moveTo>
                  <a:lnTo>
                    <a:pt x="184356" y="4685"/>
                  </a:lnTo>
                  <a:lnTo>
                    <a:pt x="141017" y="18121"/>
                  </a:lnTo>
                  <a:lnTo>
                    <a:pt x="101798" y="39379"/>
                  </a:lnTo>
                  <a:lnTo>
                    <a:pt x="67627" y="67532"/>
                  </a:lnTo>
                  <a:lnTo>
                    <a:pt x="39433" y="101649"/>
                  </a:lnTo>
                  <a:lnTo>
                    <a:pt x="18145" y="140803"/>
                  </a:lnTo>
                  <a:lnTo>
                    <a:pt x="4691" y="184064"/>
                  </a:lnTo>
                  <a:lnTo>
                    <a:pt x="0" y="230505"/>
                  </a:lnTo>
                  <a:lnTo>
                    <a:pt x="4691" y="276945"/>
                  </a:lnTo>
                  <a:lnTo>
                    <a:pt x="18145" y="320206"/>
                  </a:lnTo>
                  <a:lnTo>
                    <a:pt x="39433" y="359360"/>
                  </a:lnTo>
                  <a:lnTo>
                    <a:pt x="67627" y="393477"/>
                  </a:lnTo>
                  <a:lnTo>
                    <a:pt x="101798" y="421630"/>
                  </a:lnTo>
                  <a:lnTo>
                    <a:pt x="141017" y="442888"/>
                  </a:lnTo>
                  <a:lnTo>
                    <a:pt x="184356" y="456324"/>
                  </a:lnTo>
                  <a:lnTo>
                    <a:pt x="230886" y="461010"/>
                  </a:lnTo>
                  <a:lnTo>
                    <a:pt x="277415" y="456324"/>
                  </a:lnTo>
                  <a:lnTo>
                    <a:pt x="320754" y="442888"/>
                  </a:lnTo>
                  <a:lnTo>
                    <a:pt x="359973" y="421630"/>
                  </a:lnTo>
                  <a:lnTo>
                    <a:pt x="394144" y="393477"/>
                  </a:lnTo>
                  <a:lnTo>
                    <a:pt x="422338" y="359360"/>
                  </a:lnTo>
                  <a:lnTo>
                    <a:pt x="443626" y="320206"/>
                  </a:lnTo>
                  <a:lnTo>
                    <a:pt x="457080" y="276945"/>
                  </a:lnTo>
                  <a:lnTo>
                    <a:pt x="461772" y="230505"/>
                  </a:lnTo>
                  <a:lnTo>
                    <a:pt x="457080" y="184064"/>
                  </a:lnTo>
                  <a:lnTo>
                    <a:pt x="443626" y="140803"/>
                  </a:lnTo>
                  <a:lnTo>
                    <a:pt x="422338" y="101649"/>
                  </a:lnTo>
                  <a:lnTo>
                    <a:pt x="394144" y="67532"/>
                  </a:lnTo>
                  <a:lnTo>
                    <a:pt x="359973" y="39379"/>
                  </a:lnTo>
                  <a:lnTo>
                    <a:pt x="320754" y="18121"/>
                  </a:lnTo>
                  <a:lnTo>
                    <a:pt x="277415" y="4685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1375028" y="4032884"/>
              <a:ext cx="462280" cy="461009"/>
            </a:xfrm>
            <a:custGeom>
              <a:avLst/>
              <a:gdLst/>
              <a:ahLst/>
              <a:cxnLst/>
              <a:rect l="l" t="t" r="r" b="b"/>
              <a:pathLst>
                <a:path w="462280" h="461010">
                  <a:moveTo>
                    <a:pt x="0" y="230505"/>
                  </a:moveTo>
                  <a:lnTo>
                    <a:pt x="4691" y="184064"/>
                  </a:lnTo>
                  <a:lnTo>
                    <a:pt x="18145" y="140803"/>
                  </a:lnTo>
                  <a:lnTo>
                    <a:pt x="39433" y="101649"/>
                  </a:lnTo>
                  <a:lnTo>
                    <a:pt x="67627" y="67532"/>
                  </a:lnTo>
                  <a:lnTo>
                    <a:pt x="101798" y="39379"/>
                  </a:lnTo>
                  <a:lnTo>
                    <a:pt x="141017" y="18121"/>
                  </a:lnTo>
                  <a:lnTo>
                    <a:pt x="184356" y="4685"/>
                  </a:lnTo>
                  <a:lnTo>
                    <a:pt x="230886" y="0"/>
                  </a:lnTo>
                  <a:lnTo>
                    <a:pt x="277415" y="4685"/>
                  </a:lnTo>
                  <a:lnTo>
                    <a:pt x="320754" y="18121"/>
                  </a:lnTo>
                  <a:lnTo>
                    <a:pt x="359973" y="39379"/>
                  </a:lnTo>
                  <a:lnTo>
                    <a:pt x="394144" y="67532"/>
                  </a:lnTo>
                  <a:lnTo>
                    <a:pt x="422338" y="101649"/>
                  </a:lnTo>
                  <a:lnTo>
                    <a:pt x="443626" y="140803"/>
                  </a:lnTo>
                  <a:lnTo>
                    <a:pt x="457080" y="184064"/>
                  </a:lnTo>
                  <a:lnTo>
                    <a:pt x="461772" y="230505"/>
                  </a:lnTo>
                  <a:lnTo>
                    <a:pt x="457080" y="276945"/>
                  </a:lnTo>
                  <a:lnTo>
                    <a:pt x="443626" y="320206"/>
                  </a:lnTo>
                  <a:lnTo>
                    <a:pt x="422338" y="359360"/>
                  </a:lnTo>
                  <a:lnTo>
                    <a:pt x="394144" y="393477"/>
                  </a:lnTo>
                  <a:lnTo>
                    <a:pt x="359973" y="421630"/>
                  </a:lnTo>
                  <a:lnTo>
                    <a:pt x="320754" y="442888"/>
                  </a:lnTo>
                  <a:lnTo>
                    <a:pt x="277415" y="456324"/>
                  </a:lnTo>
                  <a:lnTo>
                    <a:pt x="230886" y="461010"/>
                  </a:lnTo>
                  <a:lnTo>
                    <a:pt x="184356" y="456324"/>
                  </a:lnTo>
                  <a:lnTo>
                    <a:pt x="141017" y="442888"/>
                  </a:lnTo>
                  <a:lnTo>
                    <a:pt x="101798" y="421630"/>
                  </a:lnTo>
                  <a:lnTo>
                    <a:pt x="67627" y="393477"/>
                  </a:lnTo>
                  <a:lnTo>
                    <a:pt x="39433" y="359360"/>
                  </a:lnTo>
                  <a:lnTo>
                    <a:pt x="18145" y="320206"/>
                  </a:lnTo>
                  <a:lnTo>
                    <a:pt x="4691" y="276945"/>
                  </a:lnTo>
                  <a:lnTo>
                    <a:pt x="0" y="230505"/>
                  </a:lnTo>
                  <a:close/>
                </a:path>
              </a:pathLst>
            </a:custGeom>
            <a:ln w="25146">
              <a:solidFill>
                <a:srgbClr val="94D7DB"/>
              </a:solidFill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96929" y="4842111"/>
            <a:ext cx="1065978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spc="-74" dirty="0">
                <a:solidFill>
                  <a:srgbClr val="0064AF"/>
                </a:solidFill>
                <a:latin typeface="Batang"/>
                <a:cs typeface="Batang"/>
              </a:rPr>
              <a:t>2007년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6411" y="4264721"/>
            <a:ext cx="8112053" cy="795061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95466" marR="5374" indent="-182703">
              <a:spcBef>
                <a:spcPts val="106"/>
              </a:spcBef>
              <a:buFont typeface="Arial"/>
              <a:buChar char="•"/>
              <a:tabLst>
                <a:tab pos="196809" algn="l"/>
              </a:tabLst>
            </a:pPr>
            <a:r>
              <a:rPr sz="2539" spc="-280" dirty="0">
                <a:latin typeface="Batang"/>
                <a:cs typeface="Batang"/>
              </a:rPr>
              <a:t>아이폰을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중심으로</a:t>
            </a:r>
            <a:r>
              <a:rPr sz="2539" spc="-30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각종 스마트폰이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등장하여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시공간의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제약을 	제거함</a:t>
            </a:r>
            <a:endParaRPr sz="2539">
              <a:latin typeface="Batang"/>
              <a:cs typeface="Batang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44918" y="2113418"/>
            <a:ext cx="10479776" cy="1893506"/>
            <a:chOff x="1362455" y="1997963"/>
            <a:chExt cx="9907270" cy="1790064"/>
          </a:xfrm>
        </p:grpSpPr>
        <p:sp>
          <p:nvSpPr>
            <p:cNvPr id="11" name="object 11"/>
            <p:cNvSpPr/>
            <p:nvPr/>
          </p:nvSpPr>
          <p:spPr>
            <a:xfrm>
              <a:off x="1872233" y="3262121"/>
              <a:ext cx="9397365" cy="525780"/>
            </a:xfrm>
            <a:custGeom>
              <a:avLst/>
              <a:gdLst/>
              <a:ahLst/>
              <a:cxnLst/>
              <a:rect l="l" t="t" r="r" b="b"/>
              <a:pathLst>
                <a:path w="9397365" h="525779">
                  <a:moveTo>
                    <a:pt x="9309354" y="0"/>
                  </a:moveTo>
                  <a:lnTo>
                    <a:pt x="87630" y="0"/>
                  </a:lnTo>
                  <a:lnTo>
                    <a:pt x="53524" y="6887"/>
                  </a:lnTo>
                  <a:lnTo>
                    <a:pt x="25669" y="25669"/>
                  </a:lnTo>
                  <a:lnTo>
                    <a:pt x="6887" y="53524"/>
                  </a:lnTo>
                  <a:lnTo>
                    <a:pt x="0" y="87630"/>
                  </a:lnTo>
                  <a:lnTo>
                    <a:pt x="0" y="438150"/>
                  </a:lnTo>
                  <a:lnTo>
                    <a:pt x="6887" y="472255"/>
                  </a:lnTo>
                  <a:lnTo>
                    <a:pt x="25669" y="500110"/>
                  </a:lnTo>
                  <a:lnTo>
                    <a:pt x="53524" y="518892"/>
                  </a:lnTo>
                  <a:lnTo>
                    <a:pt x="87630" y="525780"/>
                  </a:lnTo>
                  <a:lnTo>
                    <a:pt x="9309354" y="525780"/>
                  </a:lnTo>
                  <a:lnTo>
                    <a:pt x="9343459" y="518892"/>
                  </a:lnTo>
                  <a:lnTo>
                    <a:pt x="9371314" y="500110"/>
                  </a:lnTo>
                  <a:lnTo>
                    <a:pt x="9390096" y="472255"/>
                  </a:lnTo>
                  <a:lnTo>
                    <a:pt x="9396984" y="438150"/>
                  </a:lnTo>
                  <a:lnTo>
                    <a:pt x="9396984" y="87630"/>
                  </a:lnTo>
                  <a:lnTo>
                    <a:pt x="9390096" y="53524"/>
                  </a:lnTo>
                  <a:lnTo>
                    <a:pt x="9371314" y="25669"/>
                  </a:lnTo>
                  <a:lnTo>
                    <a:pt x="9343459" y="6887"/>
                  </a:lnTo>
                  <a:lnTo>
                    <a:pt x="9309354" y="0"/>
                  </a:lnTo>
                  <a:close/>
                </a:path>
              </a:pathLst>
            </a:custGeom>
            <a:solidFill>
              <a:srgbClr val="94B3D6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12" name="object 12"/>
            <p:cNvSpPr/>
            <p:nvPr/>
          </p:nvSpPr>
          <p:spPr>
            <a:xfrm>
              <a:off x="1375028" y="201053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230505" y="0"/>
                  </a:moveTo>
                  <a:lnTo>
                    <a:pt x="184064" y="4685"/>
                  </a:lnTo>
                  <a:lnTo>
                    <a:pt x="140803" y="18121"/>
                  </a:lnTo>
                  <a:lnTo>
                    <a:pt x="101649" y="39379"/>
                  </a:lnTo>
                  <a:lnTo>
                    <a:pt x="67532" y="67532"/>
                  </a:lnTo>
                  <a:lnTo>
                    <a:pt x="39379" y="101649"/>
                  </a:lnTo>
                  <a:lnTo>
                    <a:pt x="18121" y="140803"/>
                  </a:lnTo>
                  <a:lnTo>
                    <a:pt x="4685" y="184064"/>
                  </a:lnTo>
                  <a:lnTo>
                    <a:pt x="0" y="230505"/>
                  </a:lnTo>
                  <a:lnTo>
                    <a:pt x="4685" y="276945"/>
                  </a:lnTo>
                  <a:lnTo>
                    <a:pt x="18121" y="320206"/>
                  </a:lnTo>
                  <a:lnTo>
                    <a:pt x="39379" y="359360"/>
                  </a:lnTo>
                  <a:lnTo>
                    <a:pt x="67532" y="393477"/>
                  </a:lnTo>
                  <a:lnTo>
                    <a:pt x="101649" y="421630"/>
                  </a:lnTo>
                  <a:lnTo>
                    <a:pt x="140803" y="442888"/>
                  </a:lnTo>
                  <a:lnTo>
                    <a:pt x="184064" y="456324"/>
                  </a:lnTo>
                  <a:lnTo>
                    <a:pt x="230505" y="461010"/>
                  </a:lnTo>
                  <a:lnTo>
                    <a:pt x="276945" y="456324"/>
                  </a:lnTo>
                  <a:lnTo>
                    <a:pt x="320206" y="442888"/>
                  </a:lnTo>
                  <a:lnTo>
                    <a:pt x="359360" y="421630"/>
                  </a:lnTo>
                  <a:lnTo>
                    <a:pt x="393477" y="393477"/>
                  </a:lnTo>
                  <a:lnTo>
                    <a:pt x="421630" y="359360"/>
                  </a:lnTo>
                  <a:lnTo>
                    <a:pt x="442888" y="320206"/>
                  </a:lnTo>
                  <a:lnTo>
                    <a:pt x="456324" y="276945"/>
                  </a:lnTo>
                  <a:lnTo>
                    <a:pt x="461009" y="230505"/>
                  </a:lnTo>
                  <a:lnTo>
                    <a:pt x="456324" y="184064"/>
                  </a:lnTo>
                  <a:lnTo>
                    <a:pt x="442888" y="140803"/>
                  </a:lnTo>
                  <a:lnTo>
                    <a:pt x="421630" y="101649"/>
                  </a:lnTo>
                  <a:lnTo>
                    <a:pt x="393477" y="67532"/>
                  </a:lnTo>
                  <a:lnTo>
                    <a:pt x="359360" y="39379"/>
                  </a:lnTo>
                  <a:lnTo>
                    <a:pt x="320206" y="18121"/>
                  </a:lnTo>
                  <a:lnTo>
                    <a:pt x="276945" y="4685"/>
                  </a:lnTo>
                  <a:lnTo>
                    <a:pt x="230505" y="0"/>
                  </a:lnTo>
                  <a:close/>
                </a:path>
              </a:pathLst>
            </a:custGeom>
            <a:solidFill>
              <a:srgbClr val="04ABAB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5028" y="2010536"/>
              <a:ext cx="461009" cy="461009"/>
            </a:xfrm>
            <a:custGeom>
              <a:avLst/>
              <a:gdLst/>
              <a:ahLst/>
              <a:cxnLst/>
              <a:rect l="l" t="t" r="r" b="b"/>
              <a:pathLst>
                <a:path w="461010" h="461010">
                  <a:moveTo>
                    <a:pt x="0" y="230505"/>
                  </a:moveTo>
                  <a:lnTo>
                    <a:pt x="4685" y="184064"/>
                  </a:lnTo>
                  <a:lnTo>
                    <a:pt x="18121" y="140803"/>
                  </a:lnTo>
                  <a:lnTo>
                    <a:pt x="39379" y="101649"/>
                  </a:lnTo>
                  <a:lnTo>
                    <a:pt x="67532" y="67532"/>
                  </a:lnTo>
                  <a:lnTo>
                    <a:pt x="101649" y="39379"/>
                  </a:lnTo>
                  <a:lnTo>
                    <a:pt x="140803" y="18121"/>
                  </a:lnTo>
                  <a:lnTo>
                    <a:pt x="184064" y="4685"/>
                  </a:lnTo>
                  <a:lnTo>
                    <a:pt x="230505" y="0"/>
                  </a:lnTo>
                  <a:lnTo>
                    <a:pt x="276945" y="4685"/>
                  </a:lnTo>
                  <a:lnTo>
                    <a:pt x="320206" y="18121"/>
                  </a:lnTo>
                  <a:lnTo>
                    <a:pt x="359360" y="39379"/>
                  </a:lnTo>
                  <a:lnTo>
                    <a:pt x="393477" y="67532"/>
                  </a:lnTo>
                  <a:lnTo>
                    <a:pt x="421630" y="101649"/>
                  </a:lnTo>
                  <a:lnTo>
                    <a:pt x="442888" y="140803"/>
                  </a:lnTo>
                  <a:lnTo>
                    <a:pt x="456324" y="184064"/>
                  </a:lnTo>
                  <a:lnTo>
                    <a:pt x="461009" y="230505"/>
                  </a:lnTo>
                  <a:lnTo>
                    <a:pt x="456324" y="276945"/>
                  </a:lnTo>
                  <a:lnTo>
                    <a:pt x="442888" y="320206"/>
                  </a:lnTo>
                  <a:lnTo>
                    <a:pt x="421630" y="359360"/>
                  </a:lnTo>
                  <a:lnTo>
                    <a:pt x="393477" y="393477"/>
                  </a:lnTo>
                  <a:lnTo>
                    <a:pt x="359360" y="421630"/>
                  </a:lnTo>
                  <a:lnTo>
                    <a:pt x="320206" y="442888"/>
                  </a:lnTo>
                  <a:lnTo>
                    <a:pt x="276945" y="456324"/>
                  </a:lnTo>
                  <a:lnTo>
                    <a:pt x="230505" y="461010"/>
                  </a:lnTo>
                  <a:lnTo>
                    <a:pt x="184064" y="456324"/>
                  </a:lnTo>
                  <a:lnTo>
                    <a:pt x="140803" y="442888"/>
                  </a:lnTo>
                  <a:lnTo>
                    <a:pt x="101649" y="421630"/>
                  </a:lnTo>
                  <a:lnTo>
                    <a:pt x="67532" y="393477"/>
                  </a:lnTo>
                  <a:lnTo>
                    <a:pt x="39379" y="359360"/>
                  </a:lnTo>
                  <a:lnTo>
                    <a:pt x="18121" y="320206"/>
                  </a:lnTo>
                  <a:lnTo>
                    <a:pt x="4685" y="276945"/>
                  </a:lnTo>
                  <a:lnTo>
                    <a:pt x="0" y="230505"/>
                  </a:lnTo>
                  <a:close/>
                </a:path>
              </a:pathLst>
            </a:custGeom>
            <a:ln w="25146">
              <a:solidFill>
                <a:srgbClr val="94D7DB"/>
              </a:solidFill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9563" y="2909315"/>
              <a:ext cx="198120" cy="21564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96929" y="2702629"/>
            <a:ext cx="1065978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spc="-74" dirty="0">
                <a:solidFill>
                  <a:srgbClr val="0064AF"/>
                </a:solidFill>
                <a:latin typeface="Batang"/>
                <a:cs typeface="Batang"/>
              </a:rPr>
              <a:t>1991년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42365" y="2131421"/>
            <a:ext cx="9040335" cy="1794566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789251" marR="5374" indent="-182703">
              <a:spcBef>
                <a:spcPts val="106"/>
              </a:spcBef>
              <a:buFont typeface="Arial"/>
              <a:buChar char="•"/>
              <a:tabLst>
                <a:tab pos="790594" algn="l"/>
              </a:tabLst>
            </a:pPr>
            <a:r>
              <a:rPr sz="2539" spc="-222" dirty="0">
                <a:latin typeface="Batang"/>
                <a:cs typeface="Batang"/>
              </a:rPr>
              <a:t>CERN에서</a:t>
            </a:r>
            <a:r>
              <a:rPr sz="2539" spc="-264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탄생한</a:t>
            </a:r>
            <a:r>
              <a:rPr sz="2539" spc="-259" dirty="0">
                <a:latin typeface="Batang"/>
                <a:cs typeface="Batang"/>
              </a:rPr>
              <a:t> </a:t>
            </a:r>
            <a:r>
              <a:rPr sz="2539" spc="-26" dirty="0">
                <a:latin typeface="Batang"/>
                <a:cs typeface="Batang"/>
              </a:rPr>
              <a:t>WWW(World</a:t>
            </a:r>
            <a:r>
              <a:rPr sz="2539" spc="-212" dirty="0">
                <a:latin typeface="Batang"/>
                <a:cs typeface="Batang"/>
              </a:rPr>
              <a:t> </a:t>
            </a:r>
            <a:r>
              <a:rPr sz="2539" spc="-37" dirty="0">
                <a:latin typeface="Batang"/>
                <a:cs typeface="Batang"/>
              </a:rPr>
              <a:t>Wide</a:t>
            </a:r>
            <a:r>
              <a:rPr sz="2539" spc="-242" dirty="0">
                <a:latin typeface="Batang"/>
                <a:cs typeface="Batang"/>
              </a:rPr>
              <a:t> </a:t>
            </a:r>
            <a:r>
              <a:rPr sz="2539" spc="-42" dirty="0">
                <a:latin typeface="Batang"/>
                <a:cs typeface="Batang"/>
              </a:rPr>
              <a:t>Web)에</a:t>
            </a:r>
            <a:r>
              <a:rPr sz="2539" spc="-233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의해서</a:t>
            </a:r>
            <a:r>
              <a:rPr sz="2539" spc="-249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인터넷 	</a:t>
            </a:r>
            <a:r>
              <a:rPr sz="2539" spc="-280" dirty="0">
                <a:latin typeface="Batang"/>
                <a:cs typeface="Batang"/>
              </a:rPr>
              <a:t>사용이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폭발적으로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급증함</a:t>
            </a:r>
            <a:endParaRPr sz="2539">
              <a:latin typeface="Batang"/>
              <a:cs typeface="Batang"/>
            </a:endParaRPr>
          </a:p>
          <a:p>
            <a:pPr marL="1139880">
              <a:spcBef>
                <a:spcPts val="555"/>
              </a:spcBef>
            </a:pPr>
            <a:r>
              <a:rPr sz="2539" spc="-280" dirty="0">
                <a:latin typeface="Batang"/>
                <a:cs typeface="Batang"/>
              </a:rPr>
              <a:t>상업적인</a:t>
            </a:r>
            <a:r>
              <a:rPr sz="2539" spc="-296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응용이</a:t>
            </a:r>
            <a:r>
              <a:rPr sz="2539" spc="-291" dirty="0">
                <a:latin typeface="Batang"/>
                <a:cs typeface="Batang"/>
              </a:rPr>
              <a:t> </a:t>
            </a:r>
            <a:r>
              <a:rPr sz="2539" spc="-280" dirty="0">
                <a:latin typeface="Batang"/>
                <a:cs typeface="Batang"/>
              </a:rPr>
              <a:t>더욱</a:t>
            </a:r>
            <a:r>
              <a:rPr sz="2539" spc="-286" dirty="0">
                <a:latin typeface="Batang"/>
                <a:cs typeface="Batang"/>
              </a:rPr>
              <a:t> </a:t>
            </a:r>
            <a:r>
              <a:rPr sz="2539" spc="-307" dirty="0">
                <a:latin typeface="Batang"/>
                <a:cs typeface="Batang"/>
              </a:rPr>
              <a:t>추가됨</a:t>
            </a:r>
            <a:endParaRPr sz="2539">
              <a:latin typeface="Batang"/>
              <a:cs typeface="Batang"/>
            </a:endParaRPr>
          </a:p>
          <a:p>
            <a:pPr marL="13434">
              <a:spcBef>
                <a:spcPts val="1084"/>
              </a:spcBef>
            </a:pP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웹 포털 업체가</a:t>
            </a:r>
            <a:r>
              <a:rPr sz="2539" spc="-29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검색엔진</a:t>
            </a:r>
            <a:r>
              <a:rPr sz="2539" spc="-29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기술을</a:t>
            </a:r>
            <a:r>
              <a:rPr sz="2539" spc="-29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통하여 새로운</a:t>
            </a:r>
            <a:r>
              <a:rPr sz="2539" spc="-29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정보에</a:t>
            </a:r>
            <a:r>
              <a:rPr sz="2539" spc="-28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280" dirty="0">
                <a:solidFill>
                  <a:srgbClr val="252525"/>
                </a:solidFill>
                <a:latin typeface="Batang"/>
                <a:cs typeface="Batang"/>
              </a:rPr>
              <a:t>쉽게</a:t>
            </a:r>
            <a:r>
              <a:rPr sz="2539" spc="-28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539" spc="-307" dirty="0">
                <a:solidFill>
                  <a:srgbClr val="252525"/>
                </a:solidFill>
                <a:latin typeface="Batang"/>
                <a:cs typeface="Batang"/>
              </a:rPr>
              <a:t>접근함</a:t>
            </a:r>
            <a:endParaRPr sz="2539">
              <a:latin typeface="Batang"/>
              <a:cs typeface="Batang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5557" y="5702954"/>
            <a:ext cx="8924132" cy="924071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lnSpc>
                <a:spcPts val="3316"/>
              </a:lnSpc>
              <a:spcBef>
                <a:spcPts val="106"/>
              </a:spcBef>
            </a:pPr>
            <a:r>
              <a:rPr sz="2962" b="1" spc="-159" dirty="0">
                <a:solidFill>
                  <a:srgbClr val="0064AF"/>
                </a:solidFill>
                <a:latin typeface="Malgun Gothic"/>
                <a:cs typeface="Malgun Gothic"/>
              </a:rPr>
              <a:t>사물인터넷(IoT,</a:t>
            </a:r>
            <a:r>
              <a:rPr sz="2962" b="1" spc="-360" dirty="0">
                <a:solidFill>
                  <a:srgbClr val="0064AF"/>
                </a:solidFill>
                <a:latin typeface="Malgun Gothic"/>
                <a:cs typeface="Malgun Gothic"/>
              </a:rPr>
              <a:t> </a:t>
            </a:r>
            <a:r>
              <a:rPr sz="2962" b="1" spc="-58" dirty="0">
                <a:solidFill>
                  <a:srgbClr val="0064AF"/>
                </a:solidFill>
                <a:latin typeface="Malgun Gothic"/>
                <a:cs typeface="Malgun Gothic"/>
              </a:rPr>
              <a:t>Internet</a:t>
            </a:r>
            <a:r>
              <a:rPr sz="2962" b="1" spc="-338" dirty="0">
                <a:solidFill>
                  <a:srgbClr val="0064AF"/>
                </a:solidFill>
                <a:latin typeface="Malgun Gothic"/>
                <a:cs typeface="Malgun Gothic"/>
              </a:rPr>
              <a:t> </a:t>
            </a:r>
            <a:r>
              <a:rPr sz="2962" b="1" spc="-127" dirty="0">
                <a:solidFill>
                  <a:srgbClr val="0064AF"/>
                </a:solidFill>
                <a:latin typeface="Malgun Gothic"/>
                <a:cs typeface="Malgun Gothic"/>
              </a:rPr>
              <a:t>of</a:t>
            </a:r>
            <a:r>
              <a:rPr sz="2962" b="1" spc="-349" dirty="0">
                <a:solidFill>
                  <a:srgbClr val="0064AF"/>
                </a:solidFill>
                <a:latin typeface="Malgun Gothic"/>
                <a:cs typeface="Malgun Gothic"/>
              </a:rPr>
              <a:t> </a:t>
            </a:r>
            <a:r>
              <a:rPr sz="2962" b="1" dirty="0">
                <a:solidFill>
                  <a:srgbClr val="0064AF"/>
                </a:solidFill>
                <a:latin typeface="Malgun Gothic"/>
                <a:cs typeface="Malgun Gothic"/>
              </a:rPr>
              <a:t>Things)</a:t>
            </a:r>
            <a:r>
              <a:rPr sz="2962" b="1" spc="-333" dirty="0">
                <a:solidFill>
                  <a:srgbClr val="0064AF"/>
                </a:solidFill>
                <a:latin typeface="Malgun Gothic"/>
                <a:cs typeface="Malgun Gothic"/>
              </a:rPr>
              <a:t> </a:t>
            </a:r>
            <a:r>
              <a:rPr sz="2539" spc="-280" dirty="0">
                <a:solidFill>
                  <a:srgbClr val="0064AF"/>
                </a:solidFill>
                <a:latin typeface="Batang"/>
                <a:cs typeface="Batang"/>
              </a:rPr>
              <a:t>시대가</a:t>
            </a:r>
            <a:r>
              <a:rPr sz="2539" spc="-259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2539" spc="-291" dirty="0">
                <a:solidFill>
                  <a:srgbClr val="0064AF"/>
                </a:solidFill>
                <a:latin typeface="Batang"/>
                <a:cs typeface="Batang"/>
              </a:rPr>
              <a:t>도래</a:t>
            </a:r>
            <a:r>
              <a:rPr sz="2539" spc="-291" dirty="0">
                <a:latin typeface="Batang"/>
                <a:cs typeface="Batang"/>
              </a:rPr>
              <a:t>하면서</a:t>
            </a:r>
            <a:endParaRPr sz="2539">
              <a:latin typeface="Batang"/>
              <a:cs typeface="Batang"/>
            </a:endParaRPr>
          </a:p>
          <a:p>
            <a:pPr marL="2486645">
              <a:lnSpc>
                <a:spcPts val="3824"/>
              </a:lnSpc>
            </a:pPr>
            <a:r>
              <a:rPr sz="2962" spc="-328" dirty="0">
                <a:latin typeface="Batang"/>
                <a:cs typeface="Batang"/>
              </a:rPr>
              <a:t>현실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세계의 모든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정보가 </a:t>
            </a:r>
            <a:r>
              <a:rPr sz="3385" b="1" spc="-381" dirty="0">
                <a:solidFill>
                  <a:srgbClr val="F57B1F"/>
                </a:solidFill>
                <a:latin typeface="Malgun Gothic"/>
                <a:cs typeface="Malgun Gothic"/>
              </a:rPr>
              <a:t>인터넷에</a:t>
            </a:r>
            <a:r>
              <a:rPr sz="3385" b="1" spc="-428" dirty="0">
                <a:solidFill>
                  <a:srgbClr val="F57B1F"/>
                </a:solidFill>
                <a:latin typeface="Malgun Gothic"/>
                <a:cs typeface="Malgun Gothic"/>
              </a:rPr>
              <a:t> </a:t>
            </a:r>
            <a:r>
              <a:rPr sz="3385" b="1" spc="-391" dirty="0">
                <a:solidFill>
                  <a:srgbClr val="F57B1F"/>
                </a:solidFill>
                <a:latin typeface="Malgun Gothic"/>
                <a:cs typeface="Malgun Gothic"/>
              </a:rPr>
              <a:t>융합</a:t>
            </a:r>
            <a:r>
              <a:rPr sz="2962" spc="-391" dirty="0">
                <a:latin typeface="Batang"/>
                <a:cs typeface="Batang"/>
              </a:rPr>
              <a:t>됨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3A16F140-FC85-4E1C-AEF3-7CDE292F7641}"/>
              </a:ext>
            </a:extLst>
          </p:cNvPr>
          <p:cNvSpPr txBox="1"/>
          <p:nvPr/>
        </p:nvSpPr>
        <p:spPr>
          <a:xfrm>
            <a:off x="998914" y="1120927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</a:t>
            </a:r>
            <a:r>
              <a:rPr lang="ko-KR" altLang="en-US" sz="3200" spc="-127" dirty="0">
                <a:solidFill>
                  <a:srgbClr val="0064AF"/>
                </a:solidFill>
                <a:latin typeface="Batang"/>
                <a:cs typeface="Batang"/>
              </a:rPr>
              <a:t>인터넷의</a:t>
            </a:r>
            <a:r>
              <a:rPr lang="en-US" altLang="ko-KR" sz="3200" spc="-127" dirty="0">
                <a:solidFill>
                  <a:srgbClr val="0064AF"/>
                </a:solidFill>
                <a:latin typeface="Batang"/>
                <a:cs typeface="Batang"/>
              </a:rPr>
              <a:t>(Internet)</a:t>
            </a:r>
            <a:r>
              <a:rPr lang="ko-KR" altLang="en-US" sz="3200" spc="-275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lang="ko-KR" altLang="en-US" sz="3200" spc="-407" dirty="0">
                <a:solidFill>
                  <a:srgbClr val="0064AF"/>
                </a:solidFill>
                <a:latin typeface="Batang"/>
                <a:cs typeface="Batang"/>
              </a:rPr>
              <a:t>발전</a:t>
            </a:r>
            <a:endParaRPr lang="ko-KR" altLang="en-US" sz="3200" dirty="0">
              <a:latin typeface="Batang"/>
              <a:cs typeface="Batang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04CDF426-95DA-4B20-99B4-18CCFCD2E989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44E8FD1-6EED-4869-A9C8-E7F6006E12A3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</a:t>
            </a:r>
            <a:endParaRPr lang="en-US" sz="12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505A0AC5-E62A-4A01-B979-430AE77C21BF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인터넷의 발전 역사</a:t>
            </a:r>
            <a:endParaRPr lang="en-US" sz="26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AC001C83-6795-41B3-9085-E9678560D79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64627" y="1830502"/>
            <a:ext cx="11121244" cy="4700928"/>
            <a:chOff x="719327" y="1730501"/>
            <a:chExt cx="10513695" cy="4652010"/>
          </a:xfrm>
        </p:grpSpPr>
        <p:sp>
          <p:nvSpPr>
            <p:cNvPr id="4" name="object 4"/>
            <p:cNvSpPr/>
            <p:nvPr/>
          </p:nvSpPr>
          <p:spPr>
            <a:xfrm>
              <a:off x="852296" y="1740026"/>
              <a:ext cx="10370820" cy="4632960"/>
            </a:xfrm>
            <a:custGeom>
              <a:avLst/>
              <a:gdLst/>
              <a:ahLst/>
              <a:cxnLst/>
              <a:rect l="l" t="t" r="r" b="b"/>
              <a:pathLst>
                <a:path w="10370820" h="4632960">
                  <a:moveTo>
                    <a:pt x="10203307" y="0"/>
                  </a:moveTo>
                  <a:lnTo>
                    <a:pt x="167576" y="0"/>
                  </a:lnTo>
                  <a:lnTo>
                    <a:pt x="123025" y="5987"/>
                  </a:lnTo>
                  <a:lnTo>
                    <a:pt x="82994" y="22883"/>
                  </a:lnTo>
                  <a:lnTo>
                    <a:pt x="49079" y="49085"/>
                  </a:lnTo>
                  <a:lnTo>
                    <a:pt x="22877" y="82992"/>
                  </a:lnTo>
                  <a:lnTo>
                    <a:pt x="5985" y="123001"/>
                  </a:lnTo>
                  <a:lnTo>
                    <a:pt x="0" y="167512"/>
                  </a:lnTo>
                  <a:lnTo>
                    <a:pt x="0" y="4465383"/>
                  </a:lnTo>
                  <a:lnTo>
                    <a:pt x="5985" y="4509930"/>
                  </a:lnTo>
                  <a:lnTo>
                    <a:pt x="22877" y="4549959"/>
                  </a:lnTo>
                  <a:lnTo>
                    <a:pt x="49079" y="4583875"/>
                  </a:lnTo>
                  <a:lnTo>
                    <a:pt x="82994" y="4610078"/>
                  </a:lnTo>
                  <a:lnTo>
                    <a:pt x="123025" y="4626972"/>
                  </a:lnTo>
                  <a:lnTo>
                    <a:pt x="167576" y="4632958"/>
                  </a:lnTo>
                  <a:lnTo>
                    <a:pt x="10203307" y="4632958"/>
                  </a:lnTo>
                  <a:lnTo>
                    <a:pt x="10247818" y="4626972"/>
                  </a:lnTo>
                  <a:lnTo>
                    <a:pt x="10287827" y="4610078"/>
                  </a:lnTo>
                  <a:lnTo>
                    <a:pt x="10321734" y="4583875"/>
                  </a:lnTo>
                  <a:lnTo>
                    <a:pt x="10347936" y="4549959"/>
                  </a:lnTo>
                  <a:lnTo>
                    <a:pt x="10364832" y="4509930"/>
                  </a:lnTo>
                  <a:lnTo>
                    <a:pt x="10370820" y="4465383"/>
                  </a:lnTo>
                  <a:lnTo>
                    <a:pt x="10370820" y="167512"/>
                  </a:lnTo>
                  <a:lnTo>
                    <a:pt x="10364832" y="123001"/>
                  </a:lnTo>
                  <a:lnTo>
                    <a:pt x="10347936" y="82992"/>
                  </a:lnTo>
                  <a:lnTo>
                    <a:pt x="10321734" y="49085"/>
                  </a:lnTo>
                  <a:lnTo>
                    <a:pt x="10287827" y="22883"/>
                  </a:lnTo>
                  <a:lnTo>
                    <a:pt x="10247818" y="5987"/>
                  </a:lnTo>
                  <a:lnTo>
                    <a:pt x="10203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5" name="object 5"/>
            <p:cNvSpPr/>
            <p:nvPr/>
          </p:nvSpPr>
          <p:spPr>
            <a:xfrm>
              <a:off x="842542" y="1730501"/>
              <a:ext cx="10390505" cy="4652010"/>
            </a:xfrm>
            <a:custGeom>
              <a:avLst/>
              <a:gdLst/>
              <a:ahLst/>
              <a:cxnLst/>
              <a:rect l="l" t="t" r="r" b="b"/>
              <a:pathLst>
                <a:path w="10390505" h="4652010">
                  <a:moveTo>
                    <a:pt x="15011" y="4446346"/>
                  </a:moveTo>
                  <a:lnTo>
                    <a:pt x="4496" y="4446346"/>
                  </a:lnTo>
                  <a:lnTo>
                    <a:pt x="229" y="4450613"/>
                  </a:lnTo>
                  <a:lnTo>
                    <a:pt x="229" y="4461154"/>
                  </a:lnTo>
                  <a:lnTo>
                    <a:pt x="4496" y="4465408"/>
                  </a:lnTo>
                  <a:lnTo>
                    <a:pt x="15011" y="4465408"/>
                  </a:lnTo>
                  <a:lnTo>
                    <a:pt x="19279" y="4461154"/>
                  </a:lnTo>
                  <a:lnTo>
                    <a:pt x="19279" y="4450613"/>
                  </a:lnTo>
                  <a:lnTo>
                    <a:pt x="15011" y="4446346"/>
                  </a:lnTo>
                  <a:close/>
                </a:path>
                <a:path w="10390505" h="4652010">
                  <a:moveTo>
                    <a:pt x="15011" y="4408220"/>
                  </a:moveTo>
                  <a:lnTo>
                    <a:pt x="4496" y="4408220"/>
                  </a:lnTo>
                  <a:lnTo>
                    <a:pt x="229" y="4412488"/>
                  </a:lnTo>
                  <a:lnTo>
                    <a:pt x="229" y="4423029"/>
                  </a:lnTo>
                  <a:lnTo>
                    <a:pt x="4496" y="4427296"/>
                  </a:lnTo>
                  <a:lnTo>
                    <a:pt x="15011" y="4427296"/>
                  </a:lnTo>
                  <a:lnTo>
                    <a:pt x="19279" y="4423029"/>
                  </a:lnTo>
                  <a:lnTo>
                    <a:pt x="19279" y="4412488"/>
                  </a:lnTo>
                  <a:lnTo>
                    <a:pt x="15011" y="4408220"/>
                  </a:lnTo>
                  <a:close/>
                </a:path>
                <a:path w="10390505" h="4652010">
                  <a:moveTo>
                    <a:pt x="15011" y="4370108"/>
                  </a:moveTo>
                  <a:lnTo>
                    <a:pt x="4496" y="4370108"/>
                  </a:lnTo>
                  <a:lnTo>
                    <a:pt x="229" y="4374362"/>
                  </a:lnTo>
                  <a:lnTo>
                    <a:pt x="229" y="4384903"/>
                  </a:lnTo>
                  <a:lnTo>
                    <a:pt x="4496" y="4389170"/>
                  </a:lnTo>
                  <a:lnTo>
                    <a:pt x="15011" y="4389170"/>
                  </a:lnTo>
                  <a:lnTo>
                    <a:pt x="19279" y="4384903"/>
                  </a:lnTo>
                  <a:lnTo>
                    <a:pt x="19279" y="4374362"/>
                  </a:lnTo>
                  <a:lnTo>
                    <a:pt x="15011" y="4370108"/>
                  </a:lnTo>
                  <a:close/>
                </a:path>
                <a:path w="10390505" h="4652010">
                  <a:moveTo>
                    <a:pt x="15011" y="4331982"/>
                  </a:moveTo>
                  <a:lnTo>
                    <a:pt x="4496" y="4331982"/>
                  </a:lnTo>
                  <a:lnTo>
                    <a:pt x="229" y="4336249"/>
                  </a:lnTo>
                  <a:lnTo>
                    <a:pt x="229" y="4346790"/>
                  </a:lnTo>
                  <a:lnTo>
                    <a:pt x="4496" y="4351058"/>
                  </a:lnTo>
                  <a:lnTo>
                    <a:pt x="15011" y="4351058"/>
                  </a:lnTo>
                  <a:lnTo>
                    <a:pt x="19279" y="4346790"/>
                  </a:lnTo>
                  <a:lnTo>
                    <a:pt x="19279" y="4336249"/>
                  </a:lnTo>
                  <a:lnTo>
                    <a:pt x="15011" y="4331982"/>
                  </a:lnTo>
                  <a:close/>
                </a:path>
                <a:path w="10390505" h="4652010">
                  <a:moveTo>
                    <a:pt x="15011" y="4293870"/>
                  </a:moveTo>
                  <a:lnTo>
                    <a:pt x="4496" y="4293870"/>
                  </a:lnTo>
                  <a:lnTo>
                    <a:pt x="229" y="4298124"/>
                  </a:lnTo>
                  <a:lnTo>
                    <a:pt x="229" y="4308665"/>
                  </a:lnTo>
                  <a:lnTo>
                    <a:pt x="4496" y="4312932"/>
                  </a:lnTo>
                  <a:lnTo>
                    <a:pt x="15011" y="4312932"/>
                  </a:lnTo>
                  <a:lnTo>
                    <a:pt x="19279" y="4308665"/>
                  </a:lnTo>
                  <a:lnTo>
                    <a:pt x="19279" y="4298124"/>
                  </a:lnTo>
                  <a:lnTo>
                    <a:pt x="15011" y="4293870"/>
                  </a:lnTo>
                  <a:close/>
                </a:path>
                <a:path w="10390505" h="4652010">
                  <a:moveTo>
                    <a:pt x="15011" y="4255744"/>
                  </a:moveTo>
                  <a:lnTo>
                    <a:pt x="4496" y="4255744"/>
                  </a:lnTo>
                  <a:lnTo>
                    <a:pt x="229" y="4260011"/>
                  </a:lnTo>
                  <a:lnTo>
                    <a:pt x="229" y="4270552"/>
                  </a:lnTo>
                  <a:lnTo>
                    <a:pt x="4496" y="4274820"/>
                  </a:lnTo>
                  <a:lnTo>
                    <a:pt x="15011" y="4274820"/>
                  </a:lnTo>
                  <a:lnTo>
                    <a:pt x="19279" y="4270552"/>
                  </a:lnTo>
                  <a:lnTo>
                    <a:pt x="19279" y="4260011"/>
                  </a:lnTo>
                  <a:lnTo>
                    <a:pt x="15011" y="4255744"/>
                  </a:lnTo>
                  <a:close/>
                </a:path>
                <a:path w="10390505" h="4652010">
                  <a:moveTo>
                    <a:pt x="15011" y="4217631"/>
                  </a:moveTo>
                  <a:lnTo>
                    <a:pt x="4496" y="4217631"/>
                  </a:lnTo>
                  <a:lnTo>
                    <a:pt x="229" y="4221886"/>
                  </a:lnTo>
                  <a:lnTo>
                    <a:pt x="229" y="4232427"/>
                  </a:lnTo>
                  <a:lnTo>
                    <a:pt x="4496" y="4236694"/>
                  </a:lnTo>
                  <a:lnTo>
                    <a:pt x="15011" y="4236694"/>
                  </a:lnTo>
                  <a:lnTo>
                    <a:pt x="19279" y="4232427"/>
                  </a:lnTo>
                  <a:lnTo>
                    <a:pt x="19279" y="4221886"/>
                  </a:lnTo>
                  <a:lnTo>
                    <a:pt x="15011" y="4217631"/>
                  </a:lnTo>
                  <a:close/>
                </a:path>
                <a:path w="10390505" h="4652010">
                  <a:moveTo>
                    <a:pt x="15011" y="4179506"/>
                  </a:moveTo>
                  <a:lnTo>
                    <a:pt x="4496" y="4179506"/>
                  </a:lnTo>
                  <a:lnTo>
                    <a:pt x="229" y="4183773"/>
                  </a:lnTo>
                  <a:lnTo>
                    <a:pt x="229" y="4194314"/>
                  </a:lnTo>
                  <a:lnTo>
                    <a:pt x="4496" y="4198581"/>
                  </a:lnTo>
                  <a:lnTo>
                    <a:pt x="15011" y="4198581"/>
                  </a:lnTo>
                  <a:lnTo>
                    <a:pt x="19279" y="4194314"/>
                  </a:lnTo>
                  <a:lnTo>
                    <a:pt x="19279" y="4183773"/>
                  </a:lnTo>
                  <a:lnTo>
                    <a:pt x="15011" y="4179506"/>
                  </a:lnTo>
                  <a:close/>
                </a:path>
                <a:path w="10390505" h="4652010">
                  <a:moveTo>
                    <a:pt x="15011" y="4141393"/>
                  </a:moveTo>
                  <a:lnTo>
                    <a:pt x="4496" y="4141393"/>
                  </a:lnTo>
                  <a:lnTo>
                    <a:pt x="229" y="4145648"/>
                  </a:lnTo>
                  <a:lnTo>
                    <a:pt x="229" y="4156189"/>
                  </a:lnTo>
                  <a:lnTo>
                    <a:pt x="4496" y="4160456"/>
                  </a:lnTo>
                  <a:lnTo>
                    <a:pt x="15011" y="4160456"/>
                  </a:lnTo>
                  <a:lnTo>
                    <a:pt x="19279" y="4156189"/>
                  </a:lnTo>
                  <a:lnTo>
                    <a:pt x="19279" y="4145648"/>
                  </a:lnTo>
                  <a:lnTo>
                    <a:pt x="15011" y="4141393"/>
                  </a:lnTo>
                  <a:close/>
                </a:path>
                <a:path w="10390505" h="4652010">
                  <a:moveTo>
                    <a:pt x="15011" y="4103268"/>
                  </a:moveTo>
                  <a:lnTo>
                    <a:pt x="4496" y="4103268"/>
                  </a:lnTo>
                  <a:lnTo>
                    <a:pt x="229" y="4107535"/>
                  </a:lnTo>
                  <a:lnTo>
                    <a:pt x="229" y="4118076"/>
                  </a:lnTo>
                  <a:lnTo>
                    <a:pt x="4496" y="4122343"/>
                  </a:lnTo>
                  <a:lnTo>
                    <a:pt x="15011" y="4122343"/>
                  </a:lnTo>
                  <a:lnTo>
                    <a:pt x="19279" y="4118076"/>
                  </a:lnTo>
                  <a:lnTo>
                    <a:pt x="19279" y="4107535"/>
                  </a:lnTo>
                  <a:lnTo>
                    <a:pt x="15011" y="4103268"/>
                  </a:lnTo>
                  <a:close/>
                </a:path>
                <a:path w="10390505" h="4652010">
                  <a:moveTo>
                    <a:pt x="15011" y="4065155"/>
                  </a:moveTo>
                  <a:lnTo>
                    <a:pt x="4496" y="4065155"/>
                  </a:lnTo>
                  <a:lnTo>
                    <a:pt x="229" y="4069410"/>
                  </a:lnTo>
                  <a:lnTo>
                    <a:pt x="229" y="4079951"/>
                  </a:lnTo>
                  <a:lnTo>
                    <a:pt x="4496" y="4084218"/>
                  </a:lnTo>
                  <a:lnTo>
                    <a:pt x="15011" y="4084218"/>
                  </a:lnTo>
                  <a:lnTo>
                    <a:pt x="19279" y="4079951"/>
                  </a:lnTo>
                  <a:lnTo>
                    <a:pt x="19279" y="4069410"/>
                  </a:lnTo>
                  <a:lnTo>
                    <a:pt x="15011" y="4065155"/>
                  </a:lnTo>
                  <a:close/>
                </a:path>
                <a:path w="10390505" h="4652010">
                  <a:moveTo>
                    <a:pt x="15011" y="4027030"/>
                  </a:moveTo>
                  <a:lnTo>
                    <a:pt x="4496" y="4027030"/>
                  </a:lnTo>
                  <a:lnTo>
                    <a:pt x="229" y="4031297"/>
                  </a:lnTo>
                  <a:lnTo>
                    <a:pt x="229" y="4041838"/>
                  </a:lnTo>
                  <a:lnTo>
                    <a:pt x="4496" y="4046105"/>
                  </a:lnTo>
                  <a:lnTo>
                    <a:pt x="15011" y="4046105"/>
                  </a:lnTo>
                  <a:lnTo>
                    <a:pt x="19279" y="4041838"/>
                  </a:lnTo>
                  <a:lnTo>
                    <a:pt x="19279" y="4031297"/>
                  </a:lnTo>
                  <a:lnTo>
                    <a:pt x="15011" y="4027030"/>
                  </a:lnTo>
                  <a:close/>
                </a:path>
                <a:path w="10390505" h="4652010">
                  <a:moveTo>
                    <a:pt x="15011" y="3988904"/>
                  </a:moveTo>
                  <a:lnTo>
                    <a:pt x="4496" y="3988904"/>
                  </a:lnTo>
                  <a:lnTo>
                    <a:pt x="229" y="3993172"/>
                  </a:lnTo>
                  <a:lnTo>
                    <a:pt x="229" y="4003713"/>
                  </a:lnTo>
                  <a:lnTo>
                    <a:pt x="4496" y="4007980"/>
                  </a:lnTo>
                  <a:lnTo>
                    <a:pt x="15011" y="4007980"/>
                  </a:lnTo>
                  <a:lnTo>
                    <a:pt x="19279" y="4003713"/>
                  </a:lnTo>
                  <a:lnTo>
                    <a:pt x="19279" y="3993172"/>
                  </a:lnTo>
                  <a:lnTo>
                    <a:pt x="15011" y="3988904"/>
                  </a:lnTo>
                  <a:close/>
                </a:path>
                <a:path w="10390505" h="4652010">
                  <a:moveTo>
                    <a:pt x="15011" y="3950792"/>
                  </a:moveTo>
                  <a:lnTo>
                    <a:pt x="4496" y="3950792"/>
                  </a:lnTo>
                  <a:lnTo>
                    <a:pt x="229" y="3955059"/>
                  </a:lnTo>
                  <a:lnTo>
                    <a:pt x="229" y="3965600"/>
                  </a:lnTo>
                  <a:lnTo>
                    <a:pt x="4496" y="3969854"/>
                  </a:lnTo>
                  <a:lnTo>
                    <a:pt x="15011" y="3969854"/>
                  </a:lnTo>
                  <a:lnTo>
                    <a:pt x="19279" y="3965600"/>
                  </a:lnTo>
                  <a:lnTo>
                    <a:pt x="19279" y="3955059"/>
                  </a:lnTo>
                  <a:lnTo>
                    <a:pt x="15011" y="3950792"/>
                  </a:lnTo>
                  <a:close/>
                </a:path>
                <a:path w="10390505" h="4652010">
                  <a:moveTo>
                    <a:pt x="15011" y="3912666"/>
                  </a:moveTo>
                  <a:lnTo>
                    <a:pt x="4496" y="3912666"/>
                  </a:lnTo>
                  <a:lnTo>
                    <a:pt x="229" y="3916934"/>
                  </a:lnTo>
                  <a:lnTo>
                    <a:pt x="229" y="3927475"/>
                  </a:lnTo>
                  <a:lnTo>
                    <a:pt x="4496" y="3931742"/>
                  </a:lnTo>
                  <a:lnTo>
                    <a:pt x="15011" y="3931742"/>
                  </a:lnTo>
                  <a:lnTo>
                    <a:pt x="19279" y="3927475"/>
                  </a:lnTo>
                  <a:lnTo>
                    <a:pt x="19279" y="3916934"/>
                  </a:lnTo>
                  <a:lnTo>
                    <a:pt x="15011" y="3912666"/>
                  </a:lnTo>
                  <a:close/>
                </a:path>
                <a:path w="10390505" h="4652010">
                  <a:moveTo>
                    <a:pt x="15011" y="3874554"/>
                  </a:moveTo>
                  <a:lnTo>
                    <a:pt x="4496" y="3874554"/>
                  </a:lnTo>
                  <a:lnTo>
                    <a:pt x="229" y="3878821"/>
                  </a:lnTo>
                  <a:lnTo>
                    <a:pt x="229" y="3889362"/>
                  </a:lnTo>
                  <a:lnTo>
                    <a:pt x="4496" y="3893616"/>
                  </a:lnTo>
                  <a:lnTo>
                    <a:pt x="15011" y="3893616"/>
                  </a:lnTo>
                  <a:lnTo>
                    <a:pt x="19279" y="3889362"/>
                  </a:lnTo>
                  <a:lnTo>
                    <a:pt x="19279" y="3878821"/>
                  </a:lnTo>
                  <a:lnTo>
                    <a:pt x="15011" y="3874554"/>
                  </a:lnTo>
                  <a:close/>
                </a:path>
                <a:path w="10390505" h="4652010">
                  <a:moveTo>
                    <a:pt x="15011" y="3836428"/>
                  </a:moveTo>
                  <a:lnTo>
                    <a:pt x="4496" y="3836428"/>
                  </a:lnTo>
                  <a:lnTo>
                    <a:pt x="229" y="3840695"/>
                  </a:lnTo>
                  <a:lnTo>
                    <a:pt x="229" y="3851236"/>
                  </a:lnTo>
                  <a:lnTo>
                    <a:pt x="4496" y="3855504"/>
                  </a:lnTo>
                  <a:lnTo>
                    <a:pt x="15011" y="3855504"/>
                  </a:lnTo>
                  <a:lnTo>
                    <a:pt x="19279" y="3851236"/>
                  </a:lnTo>
                  <a:lnTo>
                    <a:pt x="19279" y="3840695"/>
                  </a:lnTo>
                  <a:lnTo>
                    <a:pt x="15011" y="3836428"/>
                  </a:lnTo>
                  <a:close/>
                </a:path>
                <a:path w="10390505" h="4652010">
                  <a:moveTo>
                    <a:pt x="15011" y="3798316"/>
                  </a:moveTo>
                  <a:lnTo>
                    <a:pt x="4496" y="3798316"/>
                  </a:lnTo>
                  <a:lnTo>
                    <a:pt x="229" y="3802583"/>
                  </a:lnTo>
                  <a:lnTo>
                    <a:pt x="229" y="3813124"/>
                  </a:lnTo>
                  <a:lnTo>
                    <a:pt x="4496" y="3817378"/>
                  </a:lnTo>
                  <a:lnTo>
                    <a:pt x="15011" y="3817378"/>
                  </a:lnTo>
                  <a:lnTo>
                    <a:pt x="19279" y="3813124"/>
                  </a:lnTo>
                  <a:lnTo>
                    <a:pt x="19279" y="3802583"/>
                  </a:lnTo>
                  <a:lnTo>
                    <a:pt x="15011" y="3798316"/>
                  </a:lnTo>
                  <a:close/>
                </a:path>
                <a:path w="10390505" h="4652010">
                  <a:moveTo>
                    <a:pt x="15011" y="3760190"/>
                  </a:moveTo>
                  <a:lnTo>
                    <a:pt x="4496" y="3760190"/>
                  </a:lnTo>
                  <a:lnTo>
                    <a:pt x="229" y="3764457"/>
                  </a:lnTo>
                  <a:lnTo>
                    <a:pt x="229" y="3774998"/>
                  </a:lnTo>
                  <a:lnTo>
                    <a:pt x="4496" y="3779266"/>
                  </a:lnTo>
                  <a:lnTo>
                    <a:pt x="15011" y="3779266"/>
                  </a:lnTo>
                  <a:lnTo>
                    <a:pt x="19279" y="3774998"/>
                  </a:lnTo>
                  <a:lnTo>
                    <a:pt x="19279" y="3764457"/>
                  </a:lnTo>
                  <a:lnTo>
                    <a:pt x="15011" y="3760190"/>
                  </a:lnTo>
                  <a:close/>
                </a:path>
                <a:path w="10390505" h="4652010">
                  <a:moveTo>
                    <a:pt x="15011" y="3722077"/>
                  </a:moveTo>
                  <a:lnTo>
                    <a:pt x="4496" y="3722077"/>
                  </a:lnTo>
                  <a:lnTo>
                    <a:pt x="229" y="3726345"/>
                  </a:lnTo>
                  <a:lnTo>
                    <a:pt x="229" y="3736886"/>
                  </a:lnTo>
                  <a:lnTo>
                    <a:pt x="4496" y="3741140"/>
                  </a:lnTo>
                  <a:lnTo>
                    <a:pt x="15011" y="3741140"/>
                  </a:lnTo>
                  <a:lnTo>
                    <a:pt x="19279" y="3736886"/>
                  </a:lnTo>
                  <a:lnTo>
                    <a:pt x="19279" y="3726345"/>
                  </a:lnTo>
                  <a:lnTo>
                    <a:pt x="15011" y="3722077"/>
                  </a:lnTo>
                  <a:close/>
                </a:path>
                <a:path w="10390505" h="4652010">
                  <a:moveTo>
                    <a:pt x="15011" y="3683952"/>
                  </a:moveTo>
                  <a:lnTo>
                    <a:pt x="4496" y="3683952"/>
                  </a:lnTo>
                  <a:lnTo>
                    <a:pt x="229" y="3688219"/>
                  </a:lnTo>
                  <a:lnTo>
                    <a:pt x="229" y="3698760"/>
                  </a:lnTo>
                  <a:lnTo>
                    <a:pt x="4496" y="3703027"/>
                  </a:lnTo>
                  <a:lnTo>
                    <a:pt x="15011" y="3703027"/>
                  </a:lnTo>
                  <a:lnTo>
                    <a:pt x="19279" y="3698760"/>
                  </a:lnTo>
                  <a:lnTo>
                    <a:pt x="19279" y="3688219"/>
                  </a:lnTo>
                  <a:lnTo>
                    <a:pt x="15011" y="3683952"/>
                  </a:lnTo>
                  <a:close/>
                </a:path>
                <a:path w="10390505" h="4652010">
                  <a:moveTo>
                    <a:pt x="15011" y="3645839"/>
                  </a:moveTo>
                  <a:lnTo>
                    <a:pt x="4496" y="3645839"/>
                  </a:lnTo>
                  <a:lnTo>
                    <a:pt x="229" y="3650107"/>
                  </a:lnTo>
                  <a:lnTo>
                    <a:pt x="229" y="3660648"/>
                  </a:lnTo>
                  <a:lnTo>
                    <a:pt x="4496" y="3664902"/>
                  </a:lnTo>
                  <a:lnTo>
                    <a:pt x="15011" y="3664902"/>
                  </a:lnTo>
                  <a:lnTo>
                    <a:pt x="19279" y="3660648"/>
                  </a:lnTo>
                  <a:lnTo>
                    <a:pt x="19279" y="3650107"/>
                  </a:lnTo>
                  <a:lnTo>
                    <a:pt x="15011" y="3645839"/>
                  </a:lnTo>
                  <a:close/>
                </a:path>
                <a:path w="10390505" h="4652010">
                  <a:moveTo>
                    <a:pt x="15011" y="3607714"/>
                  </a:moveTo>
                  <a:lnTo>
                    <a:pt x="4496" y="3607714"/>
                  </a:lnTo>
                  <a:lnTo>
                    <a:pt x="229" y="3611981"/>
                  </a:lnTo>
                  <a:lnTo>
                    <a:pt x="229" y="3622522"/>
                  </a:lnTo>
                  <a:lnTo>
                    <a:pt x="4496" y="3626789"/>
                  </a:lnTo>
                  <a:lnTo>
                    <a:pt x="15011" y="3626789"/>
                  </a:lnTo>
                  <a:lnTo>
                    <a:pt x="19279" y="3622522"/>
                  </a:lnTo>
                  <a:lnTo>
                    <a:pt x="19279" y="3611981"/>
                  </a:lnTo>
                  <a:lnTo>
                    <a:pt x="15011" y="3607714"/>
                  </a:lnTo>
                  <a:close/>
                </a:path>
                <a:path w="10390505" h="4652010">
                  <a:moveTo>
                    <a:pt x="15011" y="3569601"/>
                  </a:moveTo>
                  <a:lnTo>
                    <a:pt x="4496" y="3569601"/>
                  </a:lnTo>
                  <a:lnTo>
                    <a:pt x="229" y="3573868"/>
                  </a:lnTo>
                  <a:lnTo>
                    <a:pt x="229" y="3584409"/>
                  </a:lnTo>
                  <a:lnTo>
                    <a:pt x="4496" y="3588664"/>
                  </a:lnTo>
                  <a:lnTo>
                    <a:pt x="15011" y="3588664"/>
                  </a:lnTo>
                  <a:lnTo>
                    <a:pt x="19279" y="3584409"/>
                  </a:lnTo>
                  <a:lnTo>
                    <a:pt x="19279" y="3573868"/>
                  </a:lnTo>
                  <a:lnTo>
                    <a:pt x="15011" y="3569601"/>
                  </a:lnTo>
                  <a:close/>
                </a:path>
                <a:path w="10390505" h="4652010">
                  <a:moveTo>
                    <a:pt x="15011" y="3531476"/>
                  </a:moveTo>
                  <a:lnTo>
                    <a:pt x="4496" y="3531476"/>
                  </a:lnTo>
                  <a:lnTo>
                    <a:pt x="229" y="3535743"/>
                  </a:lnTo>
                  <a:lnTo>
                    <a:pt x="229" y="3546284"/>
                  </a:lnTo>
                  <a:lnTo>
                    <a:pt x="4496" y="3550551"/>
                  </a:lnTo>
                  <a:lnTo>
                    <a:pt x="15011" y="3550551"/>
                  </a:lnTo>
                  <a:lnTo>
                    <a:pt x="19279" y="3546284"/>
                  </a:lnTo>
                  <a:lnTo>
                    <a:pt x="19279" y="3535743"/>
                  </a:lnTo>
                  <a:lnTo>
                    <a:pt x="15011" y="3531476"/>
                  </a:lnTo>
                  <a:close/>
                </a:path>
                <a:path w="10390505" h="4652010">
                  <a:moveTo>
                    <a:pt x="15011" y="3493363"/>
                  </a:moveTo>
                  <a:lnTo>
                    <a:pt x="4496" y="3493363"/>
                  </a:lnTo>
                  <a:lnTo>
                    <a:pt x="229" y="3497630"/>
                  </a:lnTo>
                  <a:lnTo>
                    <a:pt x="229" y="3508171"/>
                  </a:lnTo>
                  <a:lnTo>
                    <a:pt x="4496" y="3512426"/>
                  </a:lnTo>
                  <a:lnTo>
                    <a:pt x="15011" y="3512426"/>
                  </a:lnTo>
                  <a:lnTo>
                    <a:pt x="19279" y="3508171"/>
                  </a:lnTo>
                  <a:lnTo>
                    <a:pt x="19279" y="3497630"/>
                  </a:lnTo>
                  <a:lnTo>
                    <a:pt x="15011" y="3493363"/>
                  </a:lnTo>
                  <a:close/>
                </a:path>
                <a:path w="10390505" h="4652010">
                  <a:moveTo>
                    <a:pt x="15011" y="3455289"/>
                  </a:moveTo>
                  <a:lnTo>
                    <a:pt x="4496" y="3455289"/>
                  </a:lnTo>
                  <a:lnTo>
                    <a:pt x="229" y="3459480"/>
                  </a:lnTo>
                  <a:lnTo>
                    <a:pt x="229" y="3470021"/>
                  </a:lnTo>
                  <a:lnTo>
                    <a:pt x="4496" y="3474339"/>
                  </a:lnTo>
                  <a:lnTo>
                    <a:pt x="15011" y="3474339"/>
                  </a:lnTo>
                  <a:lnTo>
                    <a:pt x="19279" y="3470021"/>
                  </a:lnTo>
                  <a:lnTo>
                    <a:pt x="19279" y="3459480"/>
                  </a:lnTo>
                  <a:lnTo>
                    <a:pt x="15011" y="3455289"/>
                  </a:lnTo>
                  <a:close/>
                </a:path>
                <a:path w="10390505" h="4652010">
                  <a:moveTo>
                    <a:pt x="15011" y="3417062"/>
                  </a:moveTo>
                  <a:lnTo>
                    <a:pt x="4496" y="3417062"/>
                  </a:lnTo>
                  <a:lnTo>
                    <a:pt x="229" y="3421380"/>
                  </a:lnTo>
                  <a:lnTo>
                    <a:pt x="229" y="3431921"/>
                  </a:lnTo>
                  <a:lnTo>
                    <a:pt x="4496" y="3436239"/>
                  </a:lnTo>
                  <a:lnTo>
                    <a:pt x="15011" y="3436239"/>
                  </a:lnTo>
                  <a:lnTo>
                    <a:pt x="19279" y="3431921"/>
                  </a:lnTo>
                  <a:lnTo>
                    <a:pt x="19279" y="3426714"/>
                  </a:lnTo>
                  <a:lnTo>
                    <a:pt x="6579" y="3426714"/>
                  </a:lnTo>
                  <a:lnTo>
                    <a:pt x="6579" y="3426587"/>
                  </a:lnTo>
                  <a:lnTo>
                    <a:pt x="19279" y="3426587"/>
                  </a:lnTo>
                  <a:lnTo>
                    <a:pt x="19279" y="3421380"/>
                  </a:lnTo>
                  <a:lnTo>
                    <a:pt x="15011" y="3417062"/>
                  </a:lnTo>
                  <a:close/>
                </a:path>
                <a:path w="10390505" h="4652010">
                  <a:moveTo>
                    <a:pt x="19279" y="3426587"/>
                  </a:moveTo>
                  <a:lnTo>
                    <a:pt x="12929" y="3426587"/>
                  </a:lnTo>
                  <a:lnTo>
                    <a:pt x="12929" y="3426714"/>
                  </a:lnTo>
                  <a:lnTo>
                    <a:pt x="19279" y="3426714"/>
                  </a:lnTo>
                  <a:lnTo>
                    <a:pt x="19279" y="3426587"/>
                  </a:lnTo>
                  <a:close/>
                </a:path>
                <a:path w="10390505" h="4652010">
                  <a:moveTo>
                    <a:pt x="15011" y="3378962"/>
                  </a:moveTo>
                  <a:lnTo>
                    <a:pt x="4496" y="3378962"/>
                  </a:lnTo>
                  <a:lnTo>
                    <a:pt x="229" y="3383280"/>
                  </a:lnTo>
                  <a:lnTo>
                    <a:pt x="229" y="3393821"/>
                  </a:lnTo>
                  <a:lnTo>
                    <a:pt x="4496" y="3398012"/>
                  </a:lnTo>
                  <a:lnTo>
                    <a:pt x="15011" y="3398012"/>
                  </a:lnTo>
                  <a:lnTo>
                    <a:pt x="19279" y="3393821"/>
                  </a:lnTo>
                  <a:lnTo>
                    <a:pt x="19279" y="3383280"/>
                  </a:lnTo>
                  <a:lnTo>
                    <a:pt x="15011" y="3378962"/>
                  </a:lnTo>
                  <a:close/>
                </a:path>
                <a:path w="10390505" h="4652010">
                  <a:moveTo>
                    <a:pt x="15011" y="3340862"/>
                  </a:moveTo>
                  <a:lnTo>
                    <a:pt x="4496" y="3340862"/>
                  </a:lnTo>
                  <a:lnTo>
                    <a:pt x="229" y="3345180"/>
                  </a:lnTo>
                  <a:lnTo>
                    <a:pt x="229" y="3355721"/>
                  </a:lnTo>
                  <a:lnTo>
                    <a:pt x="4496" y="3359912"/>
                  </a:lnTo>
                  <a:lnTo>
                    <a:pt x="15011" y="3359912"/>
                  </a:lnTo>
                  <a:lnTo>
                    <a:pt x="19279" y="3355721"/>
                  </a:lnTo>
                  <a:lnTo>
                    <a:pt x="19279" y="3345180"/>
                  </a:lnTo>
                  <a:lnTo>
                    <a:pt x="15011" y="3340862"/>
                  </a:lnTo>
                  <a:close/>
                </a:path>
                <a:path w="10390505" h="4652010">
                  <a:moveTo>
                    <a:pt x="15011" y="3302762"/>
                  </a:moveTo>
                  <a:lnTo>
                    <a:pt x="4496" y="3302762"/>
                  </a:lnTo>
                  <a:lnTo>
                    <a:pt x="229" y="3307080"/>
                  </a:lnTo>
                  <a:lnTo>
                    <a:pt x="229" y="3317621"/>
                  </a:lnTo>
                  <a:lnTo>
                    <a:pt x="4496" y="3321812"/>
                  </a:lnTo>
                  <a:lnTo>
                    <a:pt x="15011" y="3321812"/>
                  </a:lnTo>
                  <a:lnTo>
                    <a:pt x="19279" y="3317621"/>
                  </a:lnTo>
                  <a:lnTo>
                    <a:pt x="19279" y="3307080"/>
                  </a:lnTo>
                  <a:lnTo>
                    <a:pt x="15011" y="3302762"/>
                  </a:lnTo>
                  <a:close/>
                </a:path>
                <a:path w="10390505" h="4652010">
                  <a:moveTo>
                    <a:pt x="15011" y="3264662"/>
                  </a:moveTo>
                  <a:lnTo>
                    <a:pt x="4496" y="3264662"/>
                  </a:lnTo>
                  <a:lnTo>
                    <a:pt x="229" y="3268853"/>
                  </a:lnTo>
                  <a:lnTo>
                    <a:pt x="229" y="3279394"/>
                  </a:lnTo>
                  <a:lnTo>
                    <a:pt x="4496" y="3283712"/>
                  </a:lnTo>
                  <a:lnTo>
                    <a:pt x="15011" y="3283712"/>
                  </a:lnTo>
                  <a:lnTo>
                    <a:pt x="19279" y="3279394"/>
                  </a:lnTo>
                  <a:lnTo>
                    <a:pt x="19279" y="3268853"/>
                  </a:lnTo>
                  <a:lnTo>
                    <a:pt x="15011" y="3264662"/>
                  </a:lnTo>
                  <a:close/>
                </a:path>
                <a:path w="10390505" h="4652010">
                  <a:moveTo>
                    <a:pt x="15011" y="3226562"/>
                  </a:moveTo>
                  <a:lnTo>
                    <a:pt x="4496" y="3226562"/>
                  </a:lnTo>
                  <a:lnTo>
                    <a:pt x="229" y="3230753"/>
                  </a:lnTo>
                  <a:lnTo>
                    <a:pt x="229" y="3241294"/>
                  </a:lnTo>
                  <a:lnTo>
                    <a:pt x="4496" y="3245612"/>
                  </a:lnTo>
                  <a:lnTo>
                    <a:pt x="15011" y="3245612"/>
                  </a:lnTo>
                  <a:lnTo>
                    <a:pt x="19279" y="3241294"/>
                  </a:lnTo>
                  <a:lnTo>
                    <a:pt x="19279" y="3230753"/>
                  </a:lnTo>
                  <a:lnTo>
                    <a:pt x="15011" y="3226562"/>
                  </a:lnTo>
                  <a:close/>
                </a:path>
                <a:path w="10390505" h="4652010">
                  <a:moveTo>
                    <a:pt x="15011" y="3188462"/>
                  </a:moveTo>
                  <a:lnTo>
                    <a:pt x="4496" y="3188462"/>
                  </a:lnTo>
                  <a:lnTo>
                    <a:pt x="229" y="3192653"/>
                  </a:lnTo>
                  <a:lnTo>
                    <a:pt x="229" y="3203194"/>
                  </a:lnTo>
                  <a:lnTo>
                    <a:pt x="4496" y="3207512"/>
                  </a:lnTo>
                  <a:lnTo>
                    <a:pt x="15011" y="3207512"/>
                  </a:lnTo>
                  <a:lnTo>
                    <a:pt x="19279" y="3203194"/>
                  </a:lnTo>
                  <a:lnTo>
                    <a:pt x="19279" y="3192653"/>
                  </a:lnTo>
                  <a:lnTo>
                    <a:pt x="15011" y="3188462"/>
                  </a:lnTo>
                  <a:close/>
                </a:path>
                <a:path w="10390505" h="4652010">
                  <a:moveTo>
                    <a:pt x="15011" y="3150235"/>
                  </a:moveTo>
                  <a:lnTo>
                    <a:pt x="4496" y="3150235"/>
                  </a:lnTo>
                  <a:lnTo>
                    <a:pt x="229" y="3154553"/>
                  </a:lnTo>
                  <a:lnTo>
                    <a:pt x="229" y="3165094"/>
                  </a:lnTo>
                  <a:lnTo>
                    <a:pt x="4496" y="3169412"/>
                  </a:lnTo>
                  <a:lnTo>
                    <a:pt x="15011" y="3169412"/>
                  </a:lnTo>
                  <a:lnTo>
                    <a:pt x="19279" y="3165094"/>
                  </a:lnTo>
                  <a:lnTo>
                    <a:pt x="19279" y="3159887"/>
                  </a:lnTo>
                  <a:lnTo>
                    <a:pt x="6579" y="3159887"/>
                  </a:lnTo>
                  <a:lnTo>
                    <a:pt x="19279" y="3159760"/>
                  </a:lnTo>
                  <a:lnTo>
                    <a:pt x="19279" y="3154553"/>
                  </a:lnTo>
                  <a:lnTo>
                    <a:pt x="15011" y="3150235"/>
                  </a:lnTo>
                  <a:close/>
                </a:path>
                <a:path w="10390505" h="4652010">
                  <a:moveTo>
                    <a:pt x="19279" y="3159760"/>
                  </a:moveTo>
                  <a:lnTo>
                    <a:pt x="12929" y="3159760"/>
                  </a:lnTo>
                  <a:lnTo>
                    <a:pt x="19279" y="3159887"/>
                  </a:lnTo>
                  <a:close/>
                </a:path>
                <a:path w="10390505" h="4652010">
                  <a:moveTo>
                    <a:pt x="15011" y="3112135"/>
                  </a:moveTo>
                  <a:lnTo>
                    <a:pt x="4496" y="3112135"/>
                  </a:lnTo>
                  <a:lnTo>
                    <a:pt x="229" y="3116453"/>
                  </a:lnTo>
                  <a:lnTo>
                    <a:pt x="229" y="3126994"/>
                  </a:lnTo>
                  <a:lnTo>
                    <a:pt x="4496" y="3131185"/>
                  </a:lnTo>
                  <a:lnTo>
                    <a:pt x="15011" y="3131185"/>
                  </a:lnTo>
                  <a:lnTo>
                    <a:pt x="19279" y="3126994"/>
                  </a:lnTo>
                  <a:lnTo>
                    <a:pt x="19279" y="3116453"/>
                  </a:lnTo>
                  <a:lnTo>
                    <a:pt x="15011" y="3112135"/>
                  </a:lnTo>
                  <a:close/>
                </a:path>
                <a:path w="10390505" h="4652010">
                  <a:moveTo>
                    <a:pt x="15011" y="3074035"/>
                  </a:moveTo>
                  <a:lnTo>
                    <a:pt x="4496" y="3074035"/>
                  </a:lnTo>
                  <a:lnTo>
                    <a:pt x="229" y="3078353"/>
                  </a:lnTo>
                  <a:lnTo>
                    <a:pt x="229" y="3088894"/>
                  </a:lnTo>
                  <a:lnTo>
                    <a:pt x="4496" y="3093085"/>
                  </a:lnTo>
                  <a:lnTo>
                    <a:pt x="15011" y="3093085"/>
                  </a:lnTo>
                  <a:lnTo>
                    <a:pt x="19279" y="3088894"/>
                  </a:lnTo>
                  <a:lnTo>
                    <a:pt x="19279" y="3078353"/>
                  </a:lnTo>
                  <a:lnTo>
                    <a:pt x="15011" y="3074035"/>
                  </a:lnTo>
                  <a:close/>
                </a:path>
                <a:path w="10390505" h="4652010">
                  <a:moveTo>
                    <a:pt x="15011" y="3035935"/>
                  </a:moveTo>
                  <a:lnTo>
                    <a:pt x="4496" y="3035935"/>
                  </a:lnTo>
                  <a:lnTo>
                    <a:pt x="229" y="3040253"/>
                  </a:lnTo>
                  <a:lnTo>
                    <a:pt x="229" y="3050794"/>
                  </a:lnTo>
                  <a:lnTo>
                    <a:pt x="4496" y="3054985"/>
                  </a:lnTo>
                  <a:lnTo>
                    <a:pt x="15011" y="3054985"/>
                  </a:lnTo>
                  <a:lnTo>
                    <a:pt x="19279" y="3050794"/>
                  </a:lnTo>
                  <a:lnTo>
                    <a:pt x="19279" y="3040253"/>
                  </a:lnTo>
                  <a:lnTo>
                    <a:pt x="15011" y="3035935"/>
                  </a:lnTo>
                  <a:close/>
                </a:path>
                <a:path w="10390505" h="4652010">
                  <a:moveTo>
                    <a:pt x="15011" y="2997835"/>
                  </a:moveTo>
                  <a:lnTo>
                    <a:pt x="4496" y="2997835"/>
                  </a:lnTo>
                  <a:lnTo>
                    <a:pt x="229" y="3002026"/>
                  </a:lnTo>
                  <a:lnTo>
                    <a:pt x="229" y="3012567"/>
                  </a:lnTo>
                  <a:lnTo>
                    <a:pt x="4496" y="3016885"/>
                  </a:lnTo>
                  <a:lnTo>
                    <a:pt x="15011" y="3016885"/>
                  </a:lnTo>
                  <a:lnTo>
                    <a:pt x="19279" y="3012567"/>
                  </a:lnTo>
                  <a:lnTo>
                    <a:pt x="19279" y="3002026"/>
                  </a:lnTo>
                  <a:lnTo>
                    <a:pt x="15011" y="2997835"/>
                  </a:lnTo>
                  <a:close/>
                </a:path>
                <a:path w="10390505" h="4652010">
                  <a:moveTo>
                    <a:pt x="15011" y="2959735"/>
                  </a:moveTo>
                  <a:lnTo>
                    <a:pt x="4496" y="2959735"/>
                  </a:lnTo>
                  <a:lnTo>
                    <a:pt x="229" y="2963926"/>
                  </a:lnTo>
                  <a:lnTo>
                    <a:pt x="229" y="2974467"/>
                  </a:lnTo>
                  <a:lnTo>
                    <a:pt x="4496" y="2978785"/>
                  </a:lnTo>
                  <a:lnTo>
                    <a:pt x="15011" y="2978785"/>
                  </a:lnTo>
                  <a:lnTo>
                    <a:pt x="19279" y="2974467"/>
                  </a:lnTo>
                  <a:lnTo>
                    <a:pt x="19279" y="2963926"/>
                  </a:lnTo>
                  <a:lnTo>
                    <a:pt x="15011" y="2959735"/>
                  </a:lnTo>
                  <a:close/>
                </a:path>
                <a:path w="10390505" h="4652010">
                  <a:moveTo>
                    <a:pt x="15011" y="2921635"/>
                  </a:moveTo>
                  <a:lnTo>
                    <a:pt x="4496" y="2921635"/>
                  </a:lnTo>
                  <a:lnTo>
                    <a:pt x="229" y="2925826"/>
                  </a:lnTo>
                  <a:lnTo>
                    <a:pt x="229" y="2936367"/>
                  </a:lnTo>
                  <a:lnTo>
                    <a:pt x="4496" y="2940685"/>
                  </a:lnTo>
                  <a:lnTo>
                    <a:pt x="15011" y="2940685"/>
                  </a:lnTo>
                  <a:lnTo>
                    <a:pt x="19279" y="2936367"/>
                  </a:lnTo>
                  <a:lnTo>
                    <a:pt x="19279" y="2925826"/>
                  </a:lnTo>
                  <a:lnTo>
                    <a:pt x="15011" y="2921635"/>
                  </a:lnTo>
                  <a:close/>
                </a:path>
                <a:path w="10390505" h="4652010">
                  <a:moveTo>
                    <a:pt x="15011" y="2883408"/>
                  </a:moveTo>
                  <a:lnTo>
                    <a:pt x="4496" y="2883408"/>
                  </a:lnTo>
                  <a:lnTo>
                    <a:pt x="229" y="2887726"/>
                  </a:lnTo>
                  <a:lnTo>
                    <a:pt x="229" y="2898267"/>
                  </a:lnTo>
                  <a:lnTo>
                    <a:pt x="4496" y="2902585"/>
                  </a:lnTo>
                  <a:lnTo>
                    <a:pt x="15011" y="2902585"/>
                  </a:lnTo>
                  <a:lnTo>
                    <a:pt x="19279" y="2898267"/>
                  </a:lnTo>
                  <a:lnTo>
                    <a:pt x="19279" y="2887726"/>
                  </a:lnTo>
                  <a:lnTo>
                    <a:pt x="15011" y="2883408"/>
                  </a:lnTo>
                  <a:close/>
                </a:path>
                <a:path w="10390505" h="4652010">
                  <a:moveTo>
                    <a:pt x="15011" y="2845308"/>
                  </a:moveTo>
                  <a:lnTo>
                    <a:pt x="4496" y="2845308"/>
                  </a:lnTo>
                  <a:lnTo>
                    <a:pt x="229" y="2849626"/>
                  </a:lnTo>
                  <a:lnTo>
                    <a:pt x="229" y="2860167"/>
                  </a:lnTo>
                  <a:lnTo>
                    <a:pt x="4496" y="2864358"/>
                  </a:lnTo>
                  <a:lnTo>
                    <a:pt x="15011" y="2864358"/>
                  </a:lnTo>
                  <a:lnTo>
                    <a:pt x="19279" y="2860167"/>
                  </a:lnTo>
                  <a:lnTo>
                    <a:pt x="19279" y="2849626"/>
                  </a:lnTo>
                  <a:lnTo>
                    <a:pt x="15011" y="2845308"/>
                  </a:lnTo>
                  <a:close/>
                </a:path>
                <a:path w="10390505" h="4652010">
                  <a:moveTo>
                    <a:pt x="15011" y="2807208"/>
                  </a:moveTo>
                  <a:lnTo>
                    <a:pt x="4496" y="2807208"/>
                  </a:lnTo>
                  <a:lnTo>
                    <a:pt x="229" y="2811526"/>
                  </a:lnTo>
                  <a:lnTo>
                    <a:pt x="229" y="2822067"/>
                  </a:lnTo>
                  <a:lnTo>
                    <a:pt x="4496" y="2826258"/>
                  </a:lnTo>
                  <a:lnTo>
                    <a:pt x="15011" y="2826258"/>
                  </a:lnTo>
                  <a:lnTo>
                    <a:pt x="19279" y="2822067"/>
                  </a:lnTo>
                  <a:lnTo>
                    <a:pt x="19279" y="2811526"/>
                  </a:lnTo>
                  <a:lnTo>
                    <a:pt x="15011" y="2807208"/>
                  </a:lnTo>
                  <a:close/>
                </a:path>
                <a:path w="10390505" h="4652010">
                  <a:moveTo>
                    <a:pt x="15011" y="2769108"/>
                  </a:moveTo>
                  <a:lnTo>
                    <a:pt x="4496" y="2769108"/>
                  </a:lnTo>
                  <a:lnTo>
                    <a:pt x="229" y="2773299"/>
                  </a:lnTo>
                  <a:lnTo>
                    <a:pt x="229" y="2783840"/>
                  </a:lnTo>
                  <a:lnTo>
                    <a:pt x="4496" y="2788158"/>
                  </a:lnTo>
                  <a:lnTo>
                    <a:pt x="15011" y="2788158"/>
                  </a:lnTo>
                  <a:lnTo>
                    <a:pt x="19279" y="2783840"/>
                  </a:lnTo>
                  <a:lnTo>
                    <a:pt x="19279" y="2773299"/>
                  </a:lnTo>
                  <a:lnTo>
                    <a:pt x="15011" y="2769108"/>
                  </a:lnTo>
                  <a:close/>
                </a:path>
                <a:path w="10390505" h="4652010">
                  <a:moveTo>
                    <a:pt x="15011" y="2731008"/>
                  </a:moveTo>
                  <a:lnTo>
                    <a:pt x="4496" y="2731008"/>
                  </a:lnTo>
                  <a:lnTo>
                    <a:pt x="229" y="2735199"/>
                  </a:lnTo>
                  <a:lnTo>
                    <a:pt x="229" y="2745740"/>
                  </a:lnTo>
                  <a:lnTo>
                    <a:pt x="4496" y="2750058"/>
                  </a:lnTo>
                  <a:lnTo>
                    <a:pt x="15011" y="2750058"/>
                  </a:lnTo>
                  <a:lnTo>
                    <a:pt x="19279" y="2745740"/>
                  </a:lnTo>
                  <a:lnTo>
                    <a:pt x="19279" y="2735199"/>
                  </a:lnTo>
                  <a:lnTo>
                    <a:pt x="15011" y="2731008"/>
                  </a:lnTo>
                  <a:close/>
                </a:path>
                <a:path w="10390505" h="4652010">
                  <a:moveTo>
                    <a:pt x="15011" y="2692908"/>
                  </a:moveTo>
                  <a:lnTo>
                    <a:pt x="4496" y="2692908"/>
                  </a:lnTo>
                  <a:lnTo>
                    <a:pt x="229" y="2697099"/>
                  </a:lnTo>
                  <a:lnTo>
                    <a:pt x="229" y="2707640"/>
                  </a:lnTo>
                  <a:lnTo>
                    <a:pt x="4496" y="2711958"/>
                  </a:lnTo>
                  <a:lnTo>
                    <a:pt x="15011" y="2711958"/>
                  </a:lnTo>
                  <a:lnTo>
                    <a:pt x="19279" y="2707640"/>
                  </a:lnTo>
                  <a:lnTo>
                    <a:pt x="19279" y="2697099"/>
                  </a:lnTo>
                  <a:lnTo>
                    <a:pt x="15011" y="2692908"/>
                  </a:lnTo>
                  <a:close/>
                </a:path>
                <a:path w="10390505" h="4652010">
                  <a:moveTo>
                    <a:pt x="15011" y="2654681"/>
                  </a:moveTo>
                  <a:lnTo>
                    <a:pt x="4496" y="2654681"/>
                  </a:lnTo>
                  <a:lnTo>
                    <a:pt x="229" y="2658999"/>
                  </a:lnTo>
                  <a:lnTo>
                    <a:pt x="229" y="2669540"/>
                  </a:lnTo>
                  <a:lnTo>
                    <a:pt x="4496" y="2673858"/>
                  </a:lnTo>
                  <a:lnTo>
                    <a:pt x="15011" y="2673858"/>
                  </a:lnTo>
                  <a:lnTo>
                    <a:pt x="19279" y="2669540"/>
                  </a:lnTo>
                  <a:lnTo>
                    <a:pt x="19279" y="2658999"/>
                  </a:lnTo>
                  <a:lnTo>
                    <a:pt x="15011" y="2654681"/>
                  </a:lnTo>
                  <a:close/>
                </a:path>
                <a:path w="10390505" h="4652010">
                  <a:moveTo>
                    <a:pt x="15011" y="2616581"/>
                  </a:moveTo>
                  <a:lnTo>
                    <a:pt x="4496" y="2616581"/>
                  </a:lnTo>
                  <a:lnTo>
                    <a:pt x="229" y="2620899"/>
                  </a:lnTo>
                  <a:lnTo>
                    <a:pt x="229" y="2631440"/>
                  </a:lnTo>
                  <a:lnTo>
                    <a:pt x="4496" y="2635631"/>
                  </a:lnTo>
                  <a:lnTo>
                    <a:pt x="15011" y="2635631"/>
                  </a:lnTo>
                  <a:lnTo>
                    <a:pt x="19279" y="2631440"/>
                  </a:lnTo>
                  <a:lnTo>
                    <a:pt x="19279" y="2620899"/>
                  </a:lnTo>
                  <a:lnTo>
                    <a:pt x="15011" y="2616581"/>
                  </a:lnTo>
                  <a:close/>
                </a:path>
                <a:path w="10390505" h="4652010">
                  <a:moveTo>
                    <a:pt x="15011" y="2578481"/>
                  </a:moveTo>
                  <a:lnTo>
                    <a:pt x="4496" y="2578481"/>
                  </a:lnTo>
                  <a:lnTo>
                    <a:pt x="229" y="2582799"/>
                  </a:lnTo>
                  <a:lnTo>
                    <a:pt x="229" y="2593340"/>
                  </a:lnTo>
                  <a:lnTo>
                    <a:pt x="4496" y="2597531"/>
                  </a:lnTo>
                  <a:lnTo>
                    <a:pt x="15011" y="2597531"/>
                  </a:lnTo>
                  <a:lnTo>
                    <a:pt x="19279" y="2593340"/>
                  </a:lnTo>
                  <a:lnTo>
                    <a:pt x="19279" y="2582799"/>
                  </a:lnTo>
                  <a:lnTo>
                    <a:pt x="15011" y="2578481"/>
                  </a:lnTo>
                  <a:close/>
                </a:path>
                <a:path w="10390505" h="4652010">
                  <a:moveTo>
                    <a:pt x="15011" y="2540381"/>
                  </a:moveTo>
                  <a:lnTo>
                    <a:pt x="4496" y="2540381"/>
                  </a:lnTo>
                  <a:lnTo>
                    <a:pt x="229" y="2544699"/>
                  </a:lnTo>
                  <a:lnTo>
                    <a:pt x="229" y="2555240"/>
                  </a:lnTo>
                  <a:lnTo>
                    <a:pt x="4496" y="2559431"/>
                  </a:lnTo>
                  <a:lnTo>
                    <a:pt x="15011" y="2559431"/>
                  </a:lnTo>
                  <a:lnTo>
                    <a:pt x="19279" y="2555240"/>
                  </a:lnTo>
                  <a:lnTo>
                    <a:pt x="19279" y="2544699"/>
                  </a:lnTo>
                  <a:lnTo>
                    <a:pt x="15011" y="2540381"/>
                  </a:lnTo>
                  <a:close/>
                </a:path>
                <a:path w="10390505" h="4652010">
                  <a:moveTo>
                    <a:pt x="15011" y="2502281"/>
                  </a:moveTo>
                  <a:lnTo>
                    <a:pt x="4496" y="2502281"/>
                  </a:lnTo>
                  <a:lnTo>
                    <a:pt x="229" y="2506472"/>
                  </a:lnTo>
                  <a:lnTo>
                    <a:pt x="229" y="2517013"/>
                  </a:lnTo>
                  <a:lnTo>
                    <a:pt x="4496" y="2521331"/>
                  </a:lnTo>
                  <a:lnTo>
                    <a:pt x="15011" y="2521331"/>
                  </a:lnTo>
                  <a:lnTo>
                    <a:pt x="19279" y="2517013"/>
                  </a:lnTo>
                  <a:lnTo>
                    <a:pt x="19279" y="2506472"/>
                  </a:lnTo>
                  <a:lnTo>
                    <a:pt x="15011" y="2502281"/>
                  </a:lnTo>
                  <a:close/>
                </a:path>
                <a:path w="10390505" h="4652010">
                  <a:moveTo>
                    <a:pt x="15011" y="2464181"/>
                  </a:moveTo>
                  <a:lnTo>
                    <a:pt x="4496" y="2464181"/>
                  </a:lnTo>
                  <a:lnTo>
                    <a:pt x="229" y="2468372"/>
                  </a:lnTo>
                  <a:lnTo>
                    <a:pt x="229" y="2478913"/>
                  </a:lnTo>
                  <a:lnTo>
                    <a:pt x="4496" y="2483231"/>
                  </a:lnTo>
                  <a:lnTo>
                    <a:pt x="15011" y="2483231"/>
                  </a:lnTo>
                  <a:lnTo>
                    <a:pt x="19279" y="2478913"/>
                  </a:lnTo>
                  <a:lnTo>
                    <a:pt x="19279" y="2468372"/>
                  </a:lnTo>
                  <a:lnTo>
                    <a:pt x="15011" y="2464181"/>
                  </a:lnTo>
                  <a:close/>
                </a:path>
                <a:path w="10390505" h="4652010">
                  <a:moveTo>
                    <a:pt x="15011" y="2426081"/>
                  </a:moveTo>
                  <a:lnTo>
                    <a:pt x="4496" y="2426081"/>
                  </a:lnTo>
                  <a:lnTo>
                    <a:pt x="229" y="2430272"/>
                  </a:lnTo>
                  <a:lnTo>
                    <a:pt x="229" y="2440813"/>
                  </a:lnTo>
                  <a:lnTo>
                    <a:pt x="4496" y="2445131"/>
                  </a:lnTo>
                  <a:lnTo>
                    <a:pt x="15011" y="2445131"/>
                  </a:lnTo>
                  <a:lnTo>
                    <a:pt x="19279" y="2440813"/>
                  </a:lnTo>
                  <a:lnTo>
                    <a:pt x="19279" y="2430272"/>
                  </a:lnTo>
                  <a:lnTo>
                    <a:pt x="15011" y="2426081"/>
                  </a:lnTo>
                  <a:close/>
                </a:path>
                <a:path w="10390505" h="4652010">
                  <a:moveTo>
                    <a:pt x="15011" y="2387854"/>
                  </a:moveTo>
                  <a:lnTo>
                    <a:pt x="4496" y="2387854"/>
                  </a:lnTo>
                  <a:lnTo>
                    <a:pt x="229" y="2392172"/>
                  </a:lnTo>
                  <a:lnTo>
                    <a:pt x="229" y="2402713"/>
                  </a:lnTo>
                  <a:lnTo>
                    <a:pt x="4496" y="2407031"/>
                  </a:lnTo>
                  <a:lnTo>
                    <a:pt x="15011" y="2407031"/>
                  </a:lnTo>
                  <a:lnTo>
                    <a:pt x="19279" y="2402713"/>
                  </a:lnTo>
                  <a:lnTo>
                    <a:pt x="19279" y="2397506"/>
                  </a:lnTo>
                  <a:lnTo>
                    <a:pt x="6579" y="2397506"/>
                  </a:lnTo>
                  <a:lnTo>
                    <a:pt x="6579" y="2397379"/>
                  </a:lnTo>
                  <a:lnTo>
                    <a:pt x="19279" y="2397379"/>
                  </a:lnTo>
                  <a:lnTo>
                    <a:pt x="19279" y="2392172"/>
                  </a:lnTo>
                  <a:lnTo>
                    <a:pt x="15011" y="2387854"/>
                  </a:lnTo>
                  <a:close/>
                </a:path>
                <a:path w="10390505" h="4652010">
                  <a:moveTo>
                    <a:pt x="19279" y="2397379"/>
                  </a:moveTo>
                  <a:lnTo>
                    <a:pt x="12929" y="2397379"/>
                  </a:lnTo>
                  <a:lnTo>
                    <a:pt x="12929" y="2397506"/>
                  </a:lnTo>
                  <a:lnTo>
                    <a:pt x="19279" y="2397506"/>
                  </a:lnTo>
                  <a:lnTo>
                    <a:pt x="19279" y="2397379"/>
                  </a:lnTo>
                  <a:close/>
                </a:path>
                <a:path w="10390505" h="4652010">
                  <a:moveTo>
                    <a:pt x="15011" y="2349754"/>
                  </a:moveTo>
                  <a:lnTo>
                    <a:pt x="4496" y="2349754"/>
                  </a:lnTo>
                  <a:lnTo>
                    <a:pt x="229" y="2354072"/>
                  </a:lnTo>
                  <a:lnTo>
                    <a:pt x="229" y="2364613"/>
                  </a:lnTo>
                  <a:lnTo>
                    <a:pt x="4496" y="2368804"/>
                  </a:lnTo>
                  <a:lnTo>
                    <a:pt x="15011" y="2368804"/>
                  </a:lnTo>
                  <a:lnTo>
                    <a:pt x="19279" y="2364613"/>
                  </a:lnTo>
                  <a:lnTo>
                    <a:pt x="19279" y="2354072"/>
                  </a:lnTo>
                  <a:lnTo>
                    <a:pt x="15011" y="2349754"/>
                  </a:lnTo>
                  <a:close/>
                </a:path>
                <a:path w="10390505" h="4652010">
                  <a:moveTo>
                    <a:pt x="15011" y="2311654"/>
                  </a:moveTo>
                  <a:lnTo>
                    <a:pt x="4496" y="2311654"/>
                  </a:lnTo>
                  <a:lnTo>
                    <a:pt x="229" y="2315972"/>
                  </a:lnTo>
                  <a:lnTo>
                    <a:pt x="229" y="2326513"/>
                  </a:lnTo>
                  <a:lnTo>
                    <a:pt x="4496" y="2330704"/>
                  </a:lnTo>
                  <a:lnTo>
                    <a:pt x="15011" y="2330704"/>
                  </a:lnTo>
                  <a:lnTo>
                    <a:pt x="19279" y="2326513"/>
                  </a:lnTo>
                  <a:lnTo>
                    <a:pt x="19279" y="2315972"/>
                  </a:lnTo>
                  <a:lnTo>
                    <a:pt x="15011" y="2311654"/>
                  </a:lnTo>
                  <a:close/>
                </a:path>
                <a:path w="10390505" h="4652010">
                  <a:moveTo>
                    <a:pt x="15011" y="2273554"/>
                  </a:moveTo>
                  <a:lnTo>
                    <a:pt x="4496" y="2273554"/>
                  </a:lnTo>
                  <a:lnTo>
                    <a:pt x="229" y="2277872"/>
                  </a:lnTo>
                  <a:lnTo>
                    <a:pt x="229" y="2288413"/>
                  </a:lnTo>
                  <a:lnTo>
                    <a:pt x="4496" y="2292604"/>
                  </a:lnTo>
                  <a:lnTo>
                    <a:pt x="15011" y="2292604"/>
                  </a:lnTo>
                  <a:lnTo>
                    <a:pt x="19279" y="2288413"/>
                  </a:lnTo>
                  <a:lnTo>
                    <a:pt x="19279" y="2277872"/>
                  </a:lnTo>
                  <a:lnTo>
                    <a:pt x="15011" y="2273554"/>
                  </a:lnTo>
                  <a:close/>
                </a:path>
                <a:path w="10390505" h="4652010">
                  <a:moveTo>
                    <a:pt x="15011" y="2235454"/>
                  </a:moveTo>
                  <a:lnTo>
                    <a:pt x="4496" y="2235454"/>
                  </a:lnTo>
                  <a:lnTo>
                    <a:pt x="229" y="2239645"/>
                  </a:lnTo>
                  <a:lnTo>
                    <a:pt x="229" y="2250186"/>
                  </a:lnTo>
                  <a:lnTo>
                    <a:pt x="4496" y="2254504"/>
                  </a:lnTo>
                  <a:lnTo>
                    <a:pt x="15011" y="2254504"/>
                  </a:lnTo>
                  <a:lnTo>
                    <a:pt x="19279" y="2250186"/>
                  </a:lnTo>
                  <a:lnTo>
                    <a:pt x="19279" y="2239645"/>
                  </a:lnTo>
                  <a:lnTo>
                    <a:pt x="15011" y="2235454"/>
                  </a:lnTo>
                  <a:close/>
                </a:path>
                <a:path w="10390505" h="4652010">
                  <a:moveTo>
                    <a:pt x="15011" y="2197354"/>
                  </a:moveTo>
                  <a:lnTo>
                    <a:pt x="4496" y="2197354"/>
                  </a:lnTo>
                  <a:lnTo>
                    <a:pt x="229" y="2201545"/>
                  </a:lnTo>
                  <a:lnTo>
                    <a:pt x="229" y="2212086"/>
                  </a:lnTo>
                  <a:lnTo>
                    <a:pt x="4496" y="2216404"/>
                  </a:lnTo>
                  <a:lnTo>
                    <a:pt x="15011" y="2216404"/>
                  </a:lnTo>
                  <a:lnTo>
                    <a:pt x="19279" y="2212086"/>
                  </a:lnTo>
                  <a:lnTo>
                    <a:pt x="19279" y="2201545"/>
                  </a:lnTo>
                  <a:lnTo>
                    <a:pt x="15011" y="2197354"/>
                  </a:lnTo>
                  <a:close/>
                </a:path>
                <a:path w="10390505" h="4652010">
                  <a:moveTo>
                    <a:pt x="15011" y="2159127"/>
                  </a:moveTo>
                  <a:lnTo>
                    <a:pt x="4496" y="2159127"/>
                  </a:lnTo>
                  <a:lnTo>
                    <a:pt x="229" y="2163445"/>
                  </a:lnTo>
                  <a:lnTo>
                    <a:pt x="229" y="2173986"/>
                  </a:lnTo>
                  <a:lnTo>
                    <a:pt x="4496" y="2178304"/>
                  </a:lnTo>
                  <a:lnTo>
                    <a:pt x="15011" y="2178304"/>
                  </a:lnTo>
                  <a:lnTo>
                    <a:pt x="19279" y="2173986"/>
                  </a:lnTo>
                  <a:lnTo>
                    <a:pt x="19279" y="2163445"/>
                  </a:lnTo>
                  <a:lnTo>
                    <a:pt x="15011" y="2159127"/>
                  </a:lnTo>
                  <a:close/>
                </a:path>
                <a:path w="10390505" h="4652010">
                  <a:moveTo>
                    <a:pt x="15011" y="2121027"/>
                  </a:moveTo>
                  <a:lnTo>
                    <a:pt x="4496" y="2121027"/>
                  </a:lnTo>
                  <a:lnTo>
                    <a:pt x="229" y="2125345"/>
                  </a:lnTo>
                  <a:lnTo>
                    <a:pt x="229" y="2135886"/>
                  </a:lnTo>
                  <a:lnTo>
                    <a:pt x="4496" y="2140077"/>
                  </a:lnTo>
                  <a:lnTo>
                    <a:pt x="15011" y="2140077"/>
                  </a:lnTo>
                  <a:lnTo>
                    <a:pt x="19279" y="2135886"/>
                  </a:lnTo>
                  <a:lnTo>
                    <a:pt x="19279" y="2125345"/>
                  </a:lnTo>
                  <a:lnTo>
                    <a:pt x="15011" y="2121027"/>
                  </a:lnTo>
                  <a:close/>
                </a:path>
                <a:path w="10390505" h="4652010">
                  <a:moveTo>
                    <a:pt x="15011" y="2082927"/>
                  </a:moveTo>
                  <a:lnTo>
                    <a:pt x="4496" y="2082927"/>
                  </a:lnTo>
                  <a:lnTo>
                    <a:pt x="229" y="2087245"/>
                  </a:lnTo>
                  <a:lnTo>
                    <a:pt x="229" y="2097786"/>
                  </a:lnTo>
                  <a:lnTo>
                    <a:pt x="4496" y="2101977"/>
                  </a:lnTo>
                  <a:lnTo>
                    <a:pt x="15011" y="2101977"/>
                  </a:lnTo>
                  <a:lnTo>
                    <a:pt x="19279" y="2097786"/>
                  </a:lnTo>
                  <a:lnTo>
                    <a:pt x="19279" y="2087245"/>
                  </a:lnTo>
                  <a:lnTo>
                    <a:pt x="15011" y="2082927"/>
                  </a:lnTo>
                  <a:close/>
                </a:path>
                <a:path w="10390505" h="4652010">
                  <a:moveTo>
                    <a:pt x="15011" y="2044827"/>
                  </a:moveTo>
                  <a:lnTo>
                    <a:pt x="4496" y="2044827"/>
                  </a:lnTo>
                  <a:lnTo>
                    <a:pt x="229" y="2049145"/>
                  </a:lnTo>
                  <a:lnTo>
                    <a:pt x="229" y="2059686"/>
                  </a:lnTo>
                  <a:lnTo>
                    <a:pt x="4496" y="2063877"/>
                  </a:lnTo>
                  <a:lnTo>
                    <a:pt x="15011" y="2063877"/>
                  </a:lnTo>
                  <a:lnTo>
                    <a:pt x="19279" y="2059686"/>
                  </a:lnTo>
                  <a:lnTo>
                    <a:pt x="19279" y="2049145"/>
                  </a:lnTo>
                  <a:lnTo>
                    <a:pt x="15011" y="2044827"/>
                  </a:lnTo>
                  <a:close/>
                </a:path>
                <a:path w="10390505" h="4652010">
                  <a:moveTo>
                    <a:pt x="15011" y="2006727"/>
                  </a:moveTo>
                  <a:lnTo>
                    <a:pt x="4496" y="2006727"/>
                  </a:lnTo>
                  <a:lnTo>
                    <a:pt x="229" y="2010918"/>
                  </a:lnTo>
                  <a:lnTo>
                    <a:pt x="229" y="2021459"/>
                  </a:lnTo>
                  <a:lnTo>
                    <a:pt x="4496" y="2025777"/>
                  </a:lnTo>
                  <a:lnTo>
                    <a:pt x="15011" y="2025777"/>
                  </a:lnTo>
                  <a:lnTo>
                    <a:pt x="19279" y="2021459"/>
                  </a:lnTo>
                  <a:lnTo>
                    <a:pt x="19279" y="2010918"/>
                  </a:lnTo>
                  <a:lnTo>
                    <a:pt x="15011" y="2006727"/>
                  </a:lnTo>
                  <a:close/>
                </a:path>
                <a:path w="10390505" h="4652010">
                  <a:moveTo>
                    <a:pt x="15011" y="1968627"/>
                  </a:moveTo>
                  <a:lnTo>
                    <a:pt x="4496" y="1968627"/>
                  </a:lnTo>
                  <a:lnTo>
                    <a:pt x="229" y="1972818"/>
                  </a:lnTo>
                  <a:lnTo>
                    <a:pt x="229" y="1983359"/>
                  </a:lnTo>
                  <a:lnTo>
                    <a:pt x="4496" y="1987677"/>
                  </a:lnTo>
                  <a:lnTo>
                    <a:pt x="15011" y="1987677"/>
                  </a:lnTo>
                  <a:lnTo>
                    <a:pt x="19279" y="1983359"/>
                  </a:lnTo>
                  <a:lnTo>
                    <a:pt x="19279" y="1972818"/>
                  </a:lnTo>
                  <a:lnTo>
                    <a:pt x="15011" y="1968627"/>
                  </a:lnTo>
                  <a:close/>
                </a:path>
                <a:path w="10390505" h="4652010">
                  <a:moveTo>
                    <a:pt x="15011" y="1930527"/>
                  </a:moveTo>
                  <a:lnTo>
                    <a:pt x="4496" y="1930527"/>
                  </a:lnTo>
                  <a:lnTo>
                    <a:pt x="229" y="1934718"/>
                  </a:lnTo>
                  <a:lnTo>
                    <a:pt x="229" y="1945259"/>
                  </a:lnTo>
                  <a:lnTo>
                    <a:pt x="4496" y="1949577"/>
                  </a:lnTo>
                  <a:lnTo>
                    <a:pt x="15011" y="1949577"/>
                  </a:lnTo>
                  <a:lnTo>
                    <a:pt x="19279" y="1945259"/>
                  </a:lnTo>
                  <a:lnTo>
                    <a:pt x="19279" y="1934718"/>
                  </a:lnTo>
                  <a:lnTo>
                    <a:pt x="15011" y="1930527"/>
                  </a:lnTo>
                  <a:close/>
                </a:path>
                <a:path w="10390505" h="4652010">
                  <a:moveTo>
                    <a:pt x="15011" y="1892300"/>
                  </a:moveTo>
                  <a:lnTo>
                    <a:pt x="4496" y="1892300"/>
                  </a:lnTo>
                  <a:lnTo>
                    <a:pt x="229" y="1896618"/>
                  </a:lnTo>
                  <a:lnTo>
                    <a:pt x="229" y="1907159"/>
                  </a:lnTo>
                  <a:lnTo>
                    <a:pt x="4496" y="1911477"/>
                  </a:lnTo>
                  <a:lnTo>
                    <a:pt x="15011" y="1911477"/>
                  </a:lnTo>
                  <a:lnTo>
                    <a:pt x="19279" y="1907159"/>
                  </a:lnTo>
                  <a:lnTo>
                    <a:pt x="19279" y="1896618"/>
                  </a:lnTo>
                  <a:lnTo>
                    <a:pt x="15011" y="1892300"/>
                  </a:lnTo>
                  <a:close/>
                </a:path>
                <a:path w="10390505" h="4652010">
                  <a:moveTo>
                    <a:pt x="15011" y="1854200"/>
                  </a:moveTo>
                  <a:lnTo>
                    <a:pt x="4496" y="1854200"/>
                  </a:lnTo>
                  <a:lnTo>
                    <a:pt x="229" y="1858518"/>
                  </a:lnTo>
                  <a:lnTo>
                    <a:pt x="229" y="1869059"/>
                  </a:lnTo>
                  <a:lnTo>
                    <a:pt x="4496" y="1873250"/>
                  </a:lnTo>
                  <a:lnTo>
                    <a:pt x="15011" y="1873250"/>
                  </a:lnTo>
                  <a:lnTo>
                    <a:pt x="19279" y="1869059"/>
                  </a:lnTo>
                  <a:lnTo>
                    <a:pt x="19279" y="1858518"/>
                  </a:lnTo>
                  <a:lnTo>
                    <a:pt x="15011" y="1854200"/>
                  </a:lnTo>
                  <a:close/>
                </a:path>
                <a:path w="10390505" h="4652010">
                  <a:moveTo>
                    <a:pt x="15011" y="1816100"/>
                  </a:moveTo>
                  <a:lnTo>
                    <a:pt x="4496" y="1816100"/>
                  </a:lnTo>
                  <a:lnTo>
                    <a:pt x="229" y="1820418"/>
                  </a:lnTo>
                  <a:lnTo>
                    <a:pt x="229" y="1830959"/>
                  </a:lnTo>
                  <a:lnTo>
                    <a:pt x="4496" y="1835150"/>
                  </a:lnTo>
                  <a:lnTo>
                    <a:pt x="15011" y="1835150"/>
                  </a:lnTo>
                  <a:lnTo>
                    <a:pt x="19279" y="1830959"/>
                  </a:lnTo>
                  <a:lnTo>
                    <a:pt x="19279" y="1820418"/>
                  </a:lnTo>
                  <a:lnTo>
                    <a:pt x="15011" y="1816100"/>
                  </a:lnTo>
                  <a:close/>
                </a:path>
                <a:path w="10390505" h="4652010">
                  <a:moveTo>
                    <a:pt x="15011" y="1778000"/>
                  </a:moveTo>
                  <a:lnTo>
                    <a:pt x="4496" y="1778000"/>
                  </a:lnTo>
                  <a:lnTo>
                    <a:pt x="229" y="1782318"/>
                  </a:lnTo>
                  <a:lnTo>
                    <a:pt x="229" y="1792859"/>
                  </a:lnTo>
                  <a:lnTo>
                    <a:pt x="4496" y="1797050"/>
                  </a:lnTo>
                  <a:lnTo>
                    <a:pt x="15011" y="1797050"/>
                  </a:lnTo>
                  <a:lnTo>
                    <a:pt x="19279" y="1792859"/>
                  </a:lnTo>
                  <a:lnTo>
                    <a:pt x="19279" y="1782318"/>
                  </a:lnTo>
                  <a:lnTo>
                    <a:pt x="15011" y="1778000"/>
                  </a:lnTo>
                  <a:close/>
                </a:path>
                <a:path w="10390505" h="4652010">
                  <a:moveTo>
                    <a:pt x="15011" y="1739900"/>
                  </a:moveTo>
                  <a:lnTo>
                    <a:pt x="4496" y="1739900"/>
                  </a:lnTo>
                  <a:lnTo>
                    <a:pt x="229" y="1744091"/>
                  </a:lnTo>
                  <a:lnTo>
                    <a:pt x="229" y="1754632"/>
                  </a:lnTo>
                  <a:lnTo>
                    <a:pt x="4496" y="1758950"/>
                  </a:lnTo>
                  <a:lnTo>
                    <a:pt x="15011" y="1758950"/>
                  </a:lnTo>
                  <a:lnTo>
                    <a:pt x="19279" y="1754632"/>
                  </a:lnTo>
                  <a:lnTo>
                    <a:pt x="19279" y="1744091"/>
                  </a:lnTo>
                  <a:lnTo>
                    <a:pt x="15011" y="1739900"/>
                  </a:lnTo>
                  <a:close/>
                </a:path>
                <a:path w="10390505" h="4652010">
                  <a:moveTo>
                    <a:pt x="15011" y="1701800"/>
                  </a:moveTo>
                  <a:lnTo>
                    <a:pt x="4496" y="1701800"/>
                  </a:lnTo>
                  <a:lnTo>
                    <a:pt x="229" y="1705991"/>
                  </a:lnTo>
                  <a:lnTo>
                    <a:pt x="229" y="1716532"/>
                  </a:lnTo>
                  <a:lnTo>
                    <a:pt x="4496" y="1720850"/>
                  </a:lnTo>
                  <a:lnTo>
                    <a:pt x="15011" y="1720850"/>
                  </a:lnTo>
                  <a:lnTo>
                    <a:pt x="19279" y="1716532"/>
                  </a:lnTo>
                  <a:lnTo>
                    <a:pt x="19279" y="1705991"/>
                  </a:lnTo>
                  <a:lnTo>
                    <a:pt x="15011" y="1701800"/>
                  </a:lnTo>
                  <a:close/>
                </a:path>
                <a:path w="10390505" h="4652010">
                  <a:moveTo>
                    <a:pt x="15011" y="1663700"/>
                  </a:moveTo>
                  <a:lnTo>
                    <a:pt x="4496" y="1663700"/>
                  </a:lnTo>
                  <a:lnTo>
                    <a:pt x="229" y="1667891"/>
                  </a:lnTo>
                  <a:lnTo>
                    <a:pt x="229" y="1678432"/>
                  </a:lnTo>
                  <a:lnTo>
                    <a:pt x="4496" y="1682750"/>
                  </a:lnTo>
                  <a:lnTo>
                    <a:pt x="15011" y="1682750"/>
                  </a:lnTo>
                  <a:lnTo>
                    <a:pt x="19279" y="1678432"/>
                  </a:lnTo>
                  <a:lnTo>
                    <a:pt x="19279" y="1667891"/>
                  </a:lnTo>
                  <a:lnTo>
                    <a:pt x="15011" y="1663700"/>
                  </a:lnTo>
                  <a:close/>
                </a:path>
                <a:path w="10390505" h="4652010">
                  <a:moveTo>
                    <a:pt x="15011" y="1625473"/>
                  </a:moveTo>
                  <a:lnTo>
                    <a:pt x="4496" y="1625473"/>
                  </a:lnTo>
                  <a:lnTo>
                    <a:pt x="229" y="1629791"/>
                  </a:lnTo>
                  <a:lnTo>
                    <a:pt x="229" y="1640332"/>
                  </a:lnTo>
                  <a:lnTo>
                    <a:pt x="4496" y="1644650"/>
                  </a:lnTo>
                  <a:lnTo>
                    <a:pt x="15011" y="1644650"/>
                  </a:lnTo>
                  <a:lnTo>
                    <a:pt x="19279" y="1640332"/>
                  </a:lnTo>
                  <a:lnTo>
                    <a:pt x="19279" y="1635125"/>
                  </a:lnTo>
                  <a:lnTo>
                    <a:pt x="6579" y="1635125"/>
                  </a:lnTo>
                  <a:lnTo>
                    <a:pt x="6579" y="1634998"/>
                  </a:lnTo>
                  <a:lnTo>
                    <a:pt x="19279" y="1634998"/>
                  </a:lnTo>
                  <a:lnTo>
                    <a:pt x="19279" y="1629791"/>
                  </a:lnTo>
                  <a:lnTo>
                    <a:pt x="15011" y="1625473"/>
                  </a:lnTo>
                  <a:close/>
                </a:path>
                <a:path w="10390505" h="4652010">
                  <a:moveTo>
                    <a:pt x="19279" y="1634998"/>
                  </a:moveTo>
                  <a:lnTo>
                    <a:pt x="12929" y="1634998"/>
                  </a:lnTo>
                  <a:lnTo>
                    <a:pt x="12929" y="1635125"/>
                  </a:lnTo>
                  <a:lnTo>
                    <a:pt x="19279" y="1635125"/>
                  </a:lnTo>
                  <a:lnTo>
                    <a:pt x="19279" y="1634998"/>
                  </a:lnTo>
                  <a:close/>
                </a:path>
                <a:path w="10390505" h="4652010">
                  <a:moveTo>
                    <a:pt x="15011" y="1587373"/>
                  </a:moveTo>
                  <a:lnTo>
                    <a:pt x="4496" y="1587373"/>
                  </a:lnTo>
                  <a:lnTo>
                    <a:pt x="229" y="1591691"/>
                  </a:lnTo>
                  <a:lnTo>
                    <a:pt x="229" y="1602232"/>
                  </a:lnTo>
                  <a:lnTo>
                    <a:pt x="4496" y="1606423"/>
                  </a:lnTo>
                  <a:lnTo>
                    <a:pt x="15011" y="1606423"/>
                  </a:lnTo>
                  <a:lnTo>
                    <a:pt x="19279" y="1602232"/>
                  </a:lnTo>
                  <a:lnTo>
                    <a:pt x="19279" y="1591691"/>
                  </a:lnTo>
                  <a:lnTo>
                    <a:pt x="15011" y="1587373"/>
                  </a:lnTo>
                  <a:close/>
                </a:path>
                <a:path w="10390505" h="4652010">
                  <a:moveTo>
                    <a:pt x="15011" y="1549273"/>
                  </a:moveTo>
                  <a:lnTo>
                    <a:pt x="4496" y="1549273"/>
                  </a:lnTo>
                  <a:lnTo>
                    <a:pt x="229" y="1553591"/>
                  </a:lnTo>
                  <a:lnTo>
                    <a:pt x="229" y="1564132"/>
                  </a:lnTo>
                  <a:lnTo>
                    <a:pt x="4496" y="1568323"/>
                  </a:lnTo>
                  <a:lnTo>
                    <a:pt x="15011" y="1568323"/>
                  </a:lnTo>
                  <a:lnTo>
                    <a:pt x="19279" y="1564132"/>
                  </a:lnTo>
                  <a:lnTo>
                    <a:pt x="19279" y="1553591"/>
                  </a:lnTo>
                  <a:lnTo>
                    <a:pt x="15011" y="1549273"/>
                  </a:lnTo>
                  <a:close/>
                </a:path>
                <a:path w="10390505" h="4652010">
                  <a:moveTo>
                    <a:pt x="15011" y="1511173"/>
                  </a:moveTo>
                  <a:lnTo>
                    <a:pt x="4496" y="1511173"/>
                  </a:lnTo>
                  <a:lnTo>
                    <a:pt x="229" y="1515364"/>
                  </a:lnTo>
                  <a:lnTo>
                    <a:pt x="229" y="1525905"/>
                  </a:lnTo>
                  <a:lnTo>
                    <a:pt x="4496" y="1530223"/>
                  </a:lnTo>
                  <a:lnTo>
                    <a:pt x="15011" y="1530223"/>
                  </a:lnTo>
                  <a:lnTo>
                    <a:pt x="19279" y="1525905"/>
                  </a:lnTo>
                  <a:lnTo>
                    <a:pt x="19279" y="1515364"/>
                  </a:lnTo>
                  <a:lnTo>
                    <a:pt x="15011" y="1511173"/>
                  </a:lnTo>
                  <a:close/>
                </a:path>
                <a:path w="10390505" h="4652010">
                  <a:moveTo>
                    <a:pt x="15011" y="1473073"/>
                  </a:moveTo>
                  <a:lnTo>
                    <a:pt x="4496" y="1473073"/>
                  </a:lnTo>
                  <a:lnTo>
                    <a:pt x="229" y="1477264"/>
                  </a:lnTo>
                  <a:lnTo>
                    <a:pt x="229" y="1487805"/>
                  </a:lnTo>
                  <a:lnTo>
                    <a:pt x="4496" y="1492123"/>
                  </a:lnTo>
                  <a:lnTo>
                    <a:pt x="15011" y="1492123"/>
                  </a:lnTo>
                  <a:lnTo>
                    <a:pt x="19279" y="1487805"/>
                  </a:lnTo>
                  <a:lnTo>
                    <a:pt x="19279" y="1477264"/>
                  </a:lnTo>
                  <a:lnTo>
                    <a:pt x="15011" y="1473073"/>
                  </a:lnTo>
                  <a:close/>
                </a:path>
                <a:path w="10390505" h="4652010">
                  <a:moveTo>
                    <a:pt x="15011" y="1434973"/>
                  </a:moveTo>
                  <a:lnTo>
                    <a:pt x="4496" y="1434973"/>
                  </a:lnTo>
                  <a:lnTo>
                    <a:pt x="229" y="1439164"/>
                  </a:lnTo>
                  <a:lnTo>
                    <a:pt x="229" y="1449705"/>
                  </a:lnTo>
                  <a:lnTo>
                    <a:pt x="4496" y="1454023"/>
                  </a:lnTo>
                  <a:lnTo>
                    <a:pt x="15011" y="1454023"/>
                  </a:lnTo>
                  <a:lnTo>
                    <a:pt x="19279" y="1449705"/>
                  </a:lnTo>
                  <a:lnTo>
                    <a:pt x="19279" y="1439164"/>
                  </a:lnTo>
                  <a:lnTo>
                    <a:pt x="15011" y="1434973"/>
                  </a:lnTo>
                  <a:close/>
                </a:path>
                <a:path w="10390505" h="4652010">
                  <a:moveTo>
                    <a:pt x="15011" y="1396746"/>
                  </a:moveTo>
                  <a:lnTo>
                    <a:pt x="4496" y="1396746"/>
                  </a:lnTo>
                  <a:lnTo>
                    <a:pt x="229" y="1401064"/>
                  </a:lnTo>
                  <a:lnTo>
                    <a:pt x="229" y="1411605"/>
                  </a:lnTo>
                  <a:lnTo>
                    <a:pt x="4496" y="1415923"/>
                  </a:lnTo>
                  <a:lnTo>
                    <a:pt x="15011" y="1415923"/>
                  </a:lnTo>
                  <a:lnTo>
                    <a:pt x="19279" y="1411605"/>
                  </a:lnTo>
                  <a:lnTo>
                    <a:pt x="19279" y="1401064"/>
                  </a:lnTo>
                  <a:lnTo>
                    <a:pt x="15011" y="1396746"/>
                  </a:lnTo>
                  <a:close/>
                </a:path>
                <a:path w="10390505" h="4652010">
                  <a:moveTo>
                    <a:pt x="15011" y="1358646"/>
                  </a:moveTo>
                  <a:lnTo>
                    <a:pt x="4496" y="1358646"/>
                  </a:lnTo>
                  <a:lnTo>
                    <a:pt x="229" y="1362964"/>
                  </a:lnTo>
                  <a:lnTo>
                    <a:pt x="229" y="1373505"/>
                  </a:lnTo>
                  <a:lnTo>
                    <a:pt x="4496" y="1377696"/>
                  </a:lnTo>
                  <a:lnTo>
                    <a:pt x="15011" y="1377696"/>
                  </a:lnTo>
                  <a:lnTo>
                    <a:pt x="19279" y="1373505"/>
                  </a:lnTo>
                  <a:lnTo>
                    <a:pt x="19279" y="1362964"/>
                  </a:lnTo>
                  <a:lnTo>
                    <a:pt x="15011" y="1358646"/>
                  </a:lnTo>
                  <a:close/>
                </a:path>
                <a:path w="10390505" h="4652010">
                  <a:moveTo>
                    <a:pt x="15011" y="1320546"/>
                  </a:moveTo>
                  <a:lnTo>
                    <a:pt x="4496" y="1320546"/>
                  </a:lnTo>
                  <a:lnTo>
                    <a:pt x="229" y="1324864"/>
                  </a:lnTo>
                  <a:lnTo>
                    <a:pt x="229" y="1335405"/>
                  </a:lnTo>
                  <a:lnTo>
                    <a:pt x="4496" y="1339596"/>
                  </a:lnTo>
                  <a:lnTo>
                    <a:pt x="15011" y="1339596"/>
                  </a:lnTo>
                  <a:lnTo>
                    <a:pt x="19279" y="1335405"/>
                  </a:lnTo>
                  <a:lnTo>
                    <a:pt x="19279" y="1324864"/>
                  </a:lnTo>
                  <a:lnTo>
                    <a:pt x="15011" y="1320546"/>
                  </a:lnTo>
                  <a:close/>
                </a:path>
                <a:path w="10390505" h="4652010">
                  <a:moveTo>
                    <a:pt x="15011" y="1282446"/>
                  </a:moveTo>
                  <a:lnTo>
                    <a:pt x="4496" y="1282446"/>
                  </a:lnTo>
                  <a:lnTo>
                    <a:pt x="229" y="1286764"/>
                  </a:lnTo>
                  <a:lnTo>
                    <a:pt x="229" y="1297305"/>
                  </a:lnTo>
                  <a:lnTo>
                    <a:pt x="4496" y="1301496"/>
                  </a:lnTo>
                  <a:lnTo>
                    <a:pt x="15011" y="1301496"/>
                  </a:lnTo>
                  <a:lnTo>
                    <a:pt x="19279" y="1297305"/>
                  </a:lnTo>
                  <a:lnTo>
                    <a:pt x="19279" y="1286764"/>
                  </a:lnTo>
                  <a:lnTo>
                    <a:pt x="15011" y="1282446"/>
                  </a:lnTo>
                  <a:close/>
                </a:path>
                <a:path w="10390505" h="4652010">
                  <a:moveTo>
                    <a:pt x="15011" y="1244346"/>
                  </a:moveTo>
                  <a:lnTo>
                    <a:pt x="4496" y="1244346"/>
                  </a:lnTo>
                  <a:lnTo>
                    <a:pt x="229" y="1248537"/>
                  </a:lnTo>
                  <a:lnTo>
                    <a:pt x="229" y="1259078"/>
                  </a:lnTo>
                  <a:lnTo>
                    <a:pt x="4496" y="1263396"/>
                  </a:lnTo>
                  <a:lnTo>
                    <a:pt x="15011" y="1263396"/>
                  </a:lnTo>
                  <a:lnTo>
                    <a:pt x="19279" y="1259078"/>
                  </a:lnTo>
                  <a:lnTo>
                    <a:pt x="19279" y="1248537"/>
                  </a:lnTo>
                  <a:lnTo>
                    <a:pt x="15011" y="1244346"/>
                  </a:lnTo>
                  <a:close/>
                </a:path>
                <a:path w="10390505" h="4652010">
                  <a:moveTo>
                    <a:pt x="15011" y="1206246"/>
                  </a:moveTo>
                  <a:lnTo>
                    <a:pt x="4496" y="1206246"/>
                  </a:lnTo>
                  <a:lnTo>
                    <a:pt x="229" y="1210437"/>
                  </a:lnTo>
                  <a:lnTo>
                    <a:pt x="229" y="1220978"/>
                  </a:lnTo>
                  <a:lnTo>
                    <a:pt x="4496" y="1225296"/>
                  </a:lnTo>
                  <a:lnTo>
                    <a:pt x="15011" y="1225296"/>
                  </a:lnTo>
                  <a:lnTo>
                    <a:pt x="19279" y="1220978"/>
                  </a:lnTo>
                  <a:lnTo>
                    <a:pt x="19279" y="1210437"/>
                  </a:lnTo>
                  <a:lnTo>
                    <a:pt x="15011" y="1206246"/>
                  </a:lnTo>
                  <a:close/>
                </a:path>
                <a:path w="10390505" h="4652010">
                  <a:moveTo>
                    <a:pt x="15011" y="1168146"/>
                  </a:moveTo>
                  <a:lnTo>
                    <a:pt x="4496" y="1168146"/>
                  </a:lnTo>
                  <a:lnTo>
                    <a:pt x="229" y="1172337"/>
                  </a:lnTo>
                  <a:lnTo>
                    <a:pt x="229" y="1182878"/>
                  </a:lnTo>
                  <a:lnTo>
                    <a:pt x="4496" y="1187196"/>
                  </a:lnTo>
                  <a:lnTo>
                    <a:pt x="15011" y="1187196"/>
                  </a:lnTo>
                  <a:lnTo>
                    <a:pt x="19279" y="1182878"/>
                  </a:lnTo>
                  <a:lnTo>
                    <a:pt x="19279" y="1172337"/>
                  </a:lnTo>
                  <a:lnTo>
                    <a:pt x="15011" y="1168146"/>
                  </a:lnTo>
                  <a:close/>
                </a:path>
                <a:path w="10390505" h="4652010">
                  <a:moveTo>
                    <a:pt x="15011" y="1129919"/>
                  </a:moveTo>
                  <a:lnTo>
                    <a:pt x="4496" y="1129919"/>
                  </a:lnTo>
                  <a:lnTo>
                    <a:pt x="229" y="1134237"/>
                  </a:lnTo>
                  <a:lnTo>
                    <a:pt x="229" y="1144778"/>
                  </a:lnTo>
                  <a:lnTo>
                    <a:pt x="4496" y="1149096"/>
                  </a:lnTo>
                  <a:lnTo>
                    <a:pt x="15011" y="1149096"/>
                  </a:lnTo>
                  <a:lnTo>
                    <a:pt x="19279" y="1144778"/>
                  </a:lnTo>
                  <a:lnTo>
                    <a:pt x="19279" y="1134237"/>
                  </a:lnTo>
                  <a:lnTo>
                    <a:pt x="15011" y="1129919"/>
                  </a:lnTo>
                  <a:close/>
                </a:path>
                <a:path w="10390505" h="4652010">
                  <a:moveTo>
                    <a:pt x="15011" y="1091819"/>
                  </a:moveTo>
                  <a:lnTo>
                    <a:pt x="4496" y="1091819"/>
                  </a:lnTo>
                  <a:lnTo>
                    <a:pt x="229" y="1096137"/>
                  </a:lnTo>
                  <a:lnTo>
                    <a:pt x="229" y="1106678"/>
                  </a:lnTo>
                  <a:lnTo>
                    <a:pt x="4496" y="1110869"/>
                  </a:lnTo>
                  <a:lnTo>
                    <a:pt x="15011" y="1110869"/>
                  </a:lnTo>
                  <a:lnTo>
                    <a:pt x="19279" y="1106678"/>
                  </a:lnTo>
                  <a:lnTo>
                    <a:pt x="19279" y="1096137"/>
                  </a:lnTo>
                  <a:lnTo>
                    <a:pt x="15011" y="1091819"/>
                  </a:lnTo>
                  <a:close/>
                </a:path>
                <a:path w="10390505" h="4652010">
                  <a:moveTo>
                    <a:pt x="15011" y="1053719"/>
                  </a:moveTo>
                  <a:lnTo>
                    <a:pt x="4496" y="1053719"/>
                  </a:lnTo>
                  <a:lnTo>
                    <a:pt x="229" y="1058037"/>
                  </a:lnTo>
                  <a:lnTo>
                    <a:pt x="229" y="1068578"/>
                  </a:lnTo>
                  <a:lnTo>
                    <a:pt x="4496" y="1072769"/>
                  </a:lnTo>
                  <a:lnTo>
                    <a:pt x="15011" y="1072769"/>
                  </a:lnTo>
                  <a:lnTo>
                    <a:pt x="19279" y="1068578"/>
                  </a:lnTo>
                  <a:lnTo>
                    <a:pt x="19279" y="1058037"/>
                  </a:lnTo>
                  <a:lnTo>
                    <a:pt x="15011" y="1053719"/>
                  </a:lnTo>
                  <a:close/>
                </a:path>
                <a:path w="10390505" h="4652010">
                  <a:moveTo>
                    <a:pt x="15011" y="1015619"/>
                  </a:moveTo>
                  <a:lnTo>
                    <a:pt x="4496" y="1015619"/>
                  </a:lnTo>
                  <a:lnTo>
                    <a:pt x="229" y="1019937"/>
                  </a:lnTo>
                  <a:lnTo>
                    <a:pt x="229" y="1030478"/>
                  </a:lnTo>
                  <a:lnTo>
                    <a:pt x="4496" y="1034669"/>
                  </a:lnTo>
                  <a:lnTo>
                    <a:pt x="15011" y="1034669"/>
                  </a:lnTo>
                  <a:lnTo>
                    <a:pt x="19279" y="1030478"/>
                  </a:lnTo>
                  <a:lnTo>
                    <a:pt x="19279" y="1019937"/>
                  </a:lnTo>
                  <a:lnTo>
                    <a:pt x="15011" y="1015619"/>
                  </a:lnTo>
                  <a:close/>
                </a:path>
                <a:path w="10390505" h="4652010">
                  <a:moveTo>
                    <a:pt x="15011" y="977519"/>
                  </a:moveTo>
                  <a:lnTo>
                    <a:pt x="4496" y="977519"/>
                  </a:lnTo>
                  <a:lnTo>
                    <a:pt x="229" y="981710"/>
                  </a:lnTo>
                  <a:lnTo>
                    <a:pt x="229" y="992251"/>
                  </a:lnTo>
                  <a:lnTo>
                    <a:pt x="4496" y="996569"/>
                  </a:lnTo>
                  <a:lnTo>
                    <a:pt x="15011" y="996569"/>
                  </a:lnTo>
                  <a:lnTo>
                    <a:pt x="19279" y="992251"/>
                  </a:lnTo>
                  <a:lnTo>
                    <a:pt x="19279" y="981710"/>
                  </a:lnTo>
                  <a:lnTo>
                    <a:pt x="15011" y="977519"/>
                  </a:lnTo>
                  <a:close/>
                </a:path>
                <a:path w="10390505" h="4652010">
                  <a:moveTo>
                    <a:pt x="15011" y="939419"/>
                  </a:moveTo>
                  <a:lnTo>
                    <a:pt x="4496" y="939419"/>
                  </a:lnTo>
                  <a:lnTo>
                    <a:pt x="229" y="943610"/>
                  </a:lnTo>
                  <a:lnTo>
                    <a:pt x="229" y="954151"/>
                  </a:lnTo>
                  <a:lnTo>
                    <a:pt x="4496" y="958469"/>
                  </a:lnTo>
                  <a:lnTo>
                    <a:pt x="15011" y="958469"/>
                  </a:lnTo>
                  <a:lnTo>
                    <a:pt x="19279" y="954151"/>
                  </a:lnTo>
                  <a:lnTo>
                    <a:pt x="19279" y="943610"/>
                  </a:lnTo>
                  <a:lnTo>
                    <a:pt x="15011" y="939419"/>
                  </a:lnTo>
                  <a:close/>
                </a:path>
                <a:path w="10390505" h="4652010">
                  <a:moveTo>
                    <a:pt x="15011" y="901319"/>
                  </a:moveTo>
                  <a:lnTo>
                    <a:pt x="4496" y="901319"/>
                  </a:lnTo>
                  <a:lnTo>
                    <a:pt x="229" y="905510"/>
                  </a:lnTo>
                  <a:lnTo>
                    <a:pt x="229" y="916051"/>
                  </a:lnTo>
                  <a:lnTo>
                    <a:pt x="4496" y="920369"/>
                  </a:lnTo>
                  <a:lnTo>
                    <a:pt x="15011" y="920369"/>
                  </a:lnTo>
                  <a:lnTo>
                    <a:pt x="19279" y="916051"/>
                  </a:lnTo>
                  <a:lnTo>
                    <a:pt x="19279" y="905510"/>
                  </a:lnTo>
                  <a:lnTo>
                    <a:pt x="15011" y="901319"/>
                  </a:lnTo>
                  <a:close/>
                </a:path>
                <a:path w="10390505" h="4652010">
                  <a:moveTo>
                    <a:pt x="15011" y="863092"/>
                  </a:moveTo>
                  <a:lnTo>
                    <a:pt x="4496" y="863092"/>
                  </a:lnTo>
                  <a:lnTo>
                    <a:pt x="229" y="867410"/>
                  </a:lnTo>
                  <a:lnTo>
                    <a:pt x="229" y="877951"/>
                  </a:lnTo>
                  <a:lnTo>
                    <a:pt x="4496" y="882269"/>
                  </a:lnTo>
                  <a:lnTo>
                    <a:pt x="15011" y="882269"/>
                  </a:lnTo>
                  <a:lnTo>
                    <a:pt x="19279" y="877951"/>
                  </a:lnTo>
                  <a:lnTo>
                    <a:pt x="19279" y="867410"/>
                  </a:lnTo>
                  <a:lnTo>
                    <a:pt x="15011" y="863092"/>
                  </a:lnTo>
                  <a:close/>
                </a:path>
                <a:path w="10390505" h="4652010">
                  <a:moveTo>
                    <a:pt x="15011" y="824992"/>
                  </a:moveTo>
                  <a:lnTo>
                    <a:pt x="4496" y="824992"/>
                  </a:lnTo>
                  <a:lnTo>
                    <a:pt x="229" y="829310"/>
                  </a:lnTo>
                  <a:lnTo>
                    <a:pt x="229" y="839851"/>
                  </a:lnTo>
                  <a:lnTo>
                    <a:pt x="4496" y="844042"/>
                  </a:lnTo>
                  <a:lnTo>
                    <a:pt x="15011" y="844042"/>
                  </a:lnTo>
                  <a:lnTo>
                    <a:pt x="19279" y="839851"/>
                  </a:lnTo>
                  <a:lnTo>
                    <a:pt x="19279" y="829310"/>
                  </a:lnTo>
                  <a:lnTo>
                    <a:pt x="15011" y="824992"/>
                  </a:lnTo>
                  <a:close/>
                </a:path>
                <a:path w="10390505" h="4652010">
                  <a:moveTo>
                    <a:pt x="15011" y="786892"/>
                  </a:moveTo>
                  <a:lnTo>
                    <a:pt x="4496" y="786892"/>
                  </a:lnTo>
                  <a:lnTo>
                    <a:pt x="229" y="791210"/>
                  </a:lnTo>
                  <a:lnTo>
                    <a:pt x="229" y="801751"/>
                  </a:lnTo>
                  <a:lnTo>
                    <a:pt x="4496" y="805942"/>
                  </a:lnTo>
                  <a:lnTo>
                    <a:pt x="15011" y="805942"/>
                  </a:lnTo>
                  <a:lnTo>
                    <a:pt x="19279" y="801751"/>
                  </a:lnTo>
                  <a:lnTo>
                    <a:pt x="19279" y="791210"/>
                  </a:lnTo>
                  <a:lnTo>
                    <a:pt x="15011" y="786892"/>
                  </a:lnTo>
                  <a:close/>
                </a:path>
                <a:path w="10390505" h="4652010">
                  <a:moveTo>
                    <a:pt x="15011" y="748792"/>
                  </a:moveTo>
                  <a:lnTo>
                    <a:pt x="4496" y="748792"/>
                  </a:lnTo>
                  <a:lnTo>
                    <a:pt x="229" y="752983"/>
                  </a:lnTo>
                  <a:lnTo>
                    <a:pt x="229" y="763524"/>
                  </a:lnTo>
                  <a:lnTo>
                    <a:pt x="4496" y="767842"/>
                  </a:lnTo>
                  <a:lnTo>
                    <a:pt x="15011" y="767842"/>
                  </a:lnTo>
                  <a:lnTo>
                    <a:pt x="19279" y="763524"/>
                  </a:lnTo>
                  <a:lnTo>
                    <a:pt x="19279" y="752983"/>
                  </a:lnTo>
                  <a:lnTo>
                    <a:pt x="15011" y="748792"/>
                  </a:lnTo>
                  <a:close/>
                </a:path>
                <a:path w="10390505" h="4652010">
                  <a:moveTo>
                    <a:pt x="15011" y="710692"/>
                  </a:moveTo>
                  <a:lnTo>
                    <a:pt x="4496" y="710692"/>
                  </a:lnTo>
                  <a:lnTo>
                    <a:pt x="229" y="714883"/>
                  </a:lnTo>
                  <a:lnTo>
                    <a:pt x="229" y="725424"/>
                  </a:lnTo>
                  <a:lnTo>
                    <a:pt x="4496" y="729742"/>
                  </a:lnTo>
                  <a:lnTo>
                    <a:pt x="15011" y="729742"/>
                  </a:lnTo>
                  <a:lnTo>
                    <a:pt x="19279" y="725424"/>
                  </a:lnTo>
                  <a:lnTo>
                    <a:pt x="19279" y="714883"/>
                  </a:lnTo>
                  <a:lnTo>
                    <a:pt x="15011" y="710692"/>
                  </a:lnTo>
                  <a:close/>
                </a:path>
                <a:path w="10390505" h="4652010">
                  <a:moveTo>
                    <a:pt x="15011" y="672592"/>
                  </a:moveTo>
                  <a:lnTo>
                    <a:pt x="4496" y="672592"/>
                  </a:lnTo>
                  <a:lnTo>
                    <a:pt x="229" y="676783"/>
                  </a:lnTo>
                  <a:lnTo>
                    <a:pt x="229" y="687324"/>
                  </a:lnTo>
                  <a:lnTo>
                    <a:pt x="4496" y="691642"/>
                  </a:lnTo>
                  <a:lnTo>
                    <a:pt x="15011" y="691642"/>
                  </a:lnTo>
                  <a:lnTo>
                    <a:pt x="19279" y="687324"/>
                  </a:lnTo>
                  <a:lnTo>
                    <a:pt x="19279" y="676783"/>
                  </a:lnTo>
                  <a:lnTo>
                    <a:pt x="15011" y="672592"/>
                  </a:lnTo>
                  <a:close/>
                </a:path>
                <a:path w="10390505" h="4652010">
                  <a:moveTo>
                    <a:pt x="15011" y="634365"/>
                  </a:moveTo>
                  <a:lnTo>
                    <a:pt x="4496" y="634365"/>
                  </a:lnTo>
                  <a:lnTo>
                    <a:pt x="229" y="638683"/>
                  </a:lnTo>
                  <a:lnTo>
                    <a:pt x="229" y="649224"/>
                  </a:lnTo>
                  <a:lnTo>
                    <a:pt x="4496" y="653542"/>
                  </a:lnTo>
                  <a:lnTo>
                    <a:pt x="15011" y="653542"/>
                  </a:lnTo>
                  <a:lnTo>
                    <a:pt x="19279" y="649224"/>
                  </a:lnTo>
                  <a:lnTo>
                    <a:pt x="19279" y="638683"/>
                  </a:lnTo>
                  <a:lnTo>
                    <a:pt x="15011" y="634365"/>
                  </a:lnTo>
                  <a:close/>
                </a:path>
                <a:path w="10390505" h="4652010">
                  <a:moveTo>
                    <a:pt x="15011" y="596265"/>
                  </a:moveTo>
                  <a:lnTo>
                    <a:pt x="4496" y="596265"/>
                  </a:lnTo>
                  <a:lnTo>
                    <a:pt x="229" y="600583"/>
                  </a:lnTo>
                  <a:lnTo>
                    <a:pt x="229" y="611124"/>
                  </a:lnTo>
                  <a:lnTo>
                    <a:pt x="4496" y="615315"/>
                  </a:lnTo>
                  <a:lnTo>
                    <a:pt x="15011" y="615315"/>
                  </a:lnTo>
                  <a:lnTo>
                    <a:pt x="19279" y="611124"/>
                  </a:lnTo>
                  <a:lnTo>
                    <a:pt x="19279" y="600583"/>
                  </a:lnTo>
                  <a:lnTo>
                    <a:pt x="15011" y="596265"/>
                  </a:lnTo>
                  <a:close/>
                </a:path>
                <a:path w="10390505" h="4652010">
                  <a:moveTo>
                    <a:pt x="15011" y="558165"/>
                  </a:moveTo>
                  <a:lnTo>
                    <a:pt x="4496" y="558165"/>
                  </a:lnTo>
                  <a:lnTo>
                    <a:pt x="229" y="562483"/>
                  </a:lnTo>
                  <a:lnTo>
                    <a:pt x="229" y="573024"/>
                  </a:lnTo>
                  <a:lnTo>
                    <a:pt x="4496" y="577215"/>
                  </a:lnTo>
                  <a:lnTo>
                    <a:pt x="15011" y="577215"/>
                  </a:lnTo>
                  <a:lnTo>
                    <a:pt x="19279" y="573024"/>
                  </a:lnTo>
                  <a:lnTo>
                    <a:pt x="19279" y="562483"/>
                  </a:lnTo>
                  <a:lnTo>
                    <a:pt x="15011" y="558165"/>
                  </a:lnTo>
                  <a:close/>
                </a:path>
                <a:path w="10390505" h="4652010">
                  <a:moveTo>
                    <a:pt x="15011" y="520065"/>
                  </a:moveTo>
                  <a:lnTo>
                    <a:pt x="4496" y="520065"/>
                  </a:lnTo>
                  <a:lnTo>
                    <a:pt x="229" y="524383"/>
                  </a:lnTo>
                  <a:lnTo>
                    <a:pt x="229" y="534924"/>
                  </a:lnTo>
                  <a:lnTo>
                    <a:pt x="4496" y="539115"/>
                  </a:lnTo>
                  <a:lnTo>
                    <a:pt x="15011" y="539115"/>
                  </a:lnTo>
                  <a:lnTo>
                    <a:pt x="19279" y="534924"/>
                  </a:lnTo>
                  <a:lnTo>
                    <a:pt x="19279" y="524383"/>
                  </a:lnTo>
                  <a:lnTo>
                    <a:pt x="15011" y="520065"/>
                  </a:lnTo>
                  <a:close/>
                </a:path>
                <a:path w="10390505" h="4652010">
                  <a:moveTo>
                    <a:pt x="15011" y="481965"/>
                  </a:moveTo>
                  <a:lnTo>
                    <a:pt x="4496" y="481965"/>
                  </a:lnTo>
                  <a:lnTo>
                    <a:pt x="229" y="486156"/>
                  </a:lnTo>
                  <a:lnTo>
                    <a:pt x="229" y="496697"/>
                  </a:lnTo>
                  <a:lnTo>
                    <a:pt x="4496" y="501015"/>
                  </a:lnTo>
                  <a:lnTo>
                    <a:pt x="15011" y="501015"/>
                  </a:lnTo>
                  <a:lnTo>
                    <a:pt x="19279" y="496697"/>
                  </a:lnTo>
                  <a:lnTo>
                    <a:pt x="19279" y="486156"/>
                  </a:lnTo>
                  <a:lnTo>
                    <a:pt x="15011" y="481965"/>
                  </a:lnTo>
                  <a:close/>
                </a:path>
                <a:path w="10390505" h="4652010">
                  <a:moveTo>
                    <a:pt x="15011" y="443865"/>
                  </a:moveTo>
                  <a:lnTo>
                    <a:pt x="4496" y="443865"/>
                  </a:lnTo>
                  <a:lnTo>
                    <a:pt x="229" y="448056"/>
                  </a:lnTo>
                  <a:lnTo>
                    <a:pt x="229" y="458597"/>
                  </a:lnTo>
                  <a:lnTo>
                    <a:pt x="4496" y="462915"/>
                  </a:lnTo>
                  <a:lnTo>
                    <a:pt x="15011" y="462915"/>
                  </a:lnTo>
                  <a:lnTo>
                    <a:pt x="19279" y="458597"/>
                  </a:lnTo>
                  <a:lnTo>
                    <a:pt x="19279" y="448056"/>
                  </a:lnTo>
                  <a:lnTo>
                    <a:pt x="15011" y="443865"/>
                  </a:lnTo>
                  <a:close/>
                </a:path>
                <a:path w="10390505" h="4652010">
                  <a:moveTo>
                    <a:pt x="15011" y="405765"/>
                  </a:moveTo>
                  <a:lnTo>
                    <a:pt x="4496" y="405765"/>
                  </a:lnTo>
                  <a:lnTo>
                    <a:pt x="229" y="409956"/>
                  </a:lnTo>
                  <a:lnTo>
                    <a:pt x="229" y="420497"/>
                  </a:lnTo>
                  <a:lnTo>
                    <a:pt x="4496" y="424815"/>
                  </a:lnTo>
                  <a:lnTo>
                    <a:pt x="15011" y="424815"/>
                  </a:lnTo>
                  <a:lnTo>
                    <a:pt x="19279" y="420497"/>
                  </a:lnTo>
                  <a:lnTo>
                    <a:pt x="19279" y="409956"/>
                  </a:lnTo>
                  <a:lnTo>
                    <a:pt x="15011" y="405765"/>
                  </a:lnTo>
                  <a:close/>
                </a:path>
                <a:path w="10390505" h="4652010">
                  <a:moveTo>
                    <a:pt x="15011" y="367538"/>
                  </a:moveTo>
                  <a:lnTo>
                    <a:pt x="4496" y="367538"/>
                  </a:lnTo>
                  <a:lnTo>
                    <a:pt x="229" y="371856"/>
                  </a:lnTo>
                  <a:lnTo>
                    <a:pt x="229" y="382397"/>
                  </a:lnTo>
                  <a:lnTo>
                    <a:pt x="4496" y="386715"/>
                  </a:lnTo>
                  <a:lnTo>
                    <a:pt x="15011" y="386715"/>
                  </a:lnTo>
                  <a:lnTo>
                    <a:pt x="19279" y="382397"/>
                  </a:lnTo>
                  <a:lnTo>
                    <a:pt x="19279" y="377190"/>
                  </a:lnTo>
                  <a:lnTo>
                    <a:pt x="6579" y="377190"/>
                  </a:lnTo>
                  <a:lnTo>
                    <a:pt x="6579" y="377063"/>
                  </a:lnTo>
                  <a:lnTo>
                    <a:pt x="19279" y="377063"/>
                  </a:lnTo>
                  <a:lnTo>
                    <a:pt x="19279" y="371856"/>
                  </a:lnTo>
                  <a:lnTo>
                    <a:pt x="15011" y="367538"/>
                  </a:lnTo>
                  <a:close/>
                </a:path>
                <a:path w="10390505" h="4652010">
                  <a:moveTo>
                    <a:pt x="19279" y="377063"/>
                  </a:moveTo>
                  <a:lnTo>
                    <a:pt x="12929" y="377063"/>
                  </a:lnTo>
                  <a:lnTo>
                    <a:pt x="12929" y="377190"/>
                  </a:lnTo>
                  <a:lnTo>
                    <a:pt x="19279" y="377190"/>
                  </a:lnTo>
                  <a:lnTo>
                    <a:pt x="19279" y="377063"/>
                  </a:lnTo>
                  <a:close/>
                </a:path>
                <a:path w="10390505" h="4652010">
                  <a:moveTo>
                    <a:pt x="15011" y="329438"/>
                  </a:moveTo>
                  <a:lnTo>
                    <a:pt x="4496" y="329438"/>
                  </a:lnTo>
                  <a:lnTo>
                    <a:pt x="229" y="333756"/>
                  </a:lnTo>
                  <a:lnTo>
                    <a:pt x="229" y="344297"/>
                  </a:lnTo>
                  <a:lnTo>
                    <a:pt x="4496" y="348488"/>
                  </a:lnTo>
                  <a:lnTo>
                    <a:pt x="15011" y="348488"/>
                  </a:lnTo>
                  <a:lnTo>
                    <a:pt x="19279" y="344297"/>
                  </a:lnTo>
                  <a:lnTo>
                    <a:pt x="19279" y="333756"/>
                  </a:lnTo>
                  <a:lnTo>
                    <a:pt x="15011" y="329438"/>
                  </a:lnTo>
                  <a:close/>
                </a:path>
                <a:path w="10390505" h="4652010">
                  <a:moveTo>
                    <a:pt x="15011" y="291338"/>
                  </a:moveTo>
                  <a:lnTo>
                    <a:pt x="4496" y="291338"/>
                  </a:lnTo>
                  <a:lnTo>
                    <a:pt x="229" y="295656"/>
                  </a:lnTo>
                  <a:lnTo>
                    <a:pt x="229" y="306197"/>
                  </a:lnTo>
                  <a:lnTo>
                    <a:pt x="4496" y="310388"/>
                  </a:lnTo>
                  <a:lnTo>
                    <a:pt x="15011" y="310388"/>
                  </a:lnTo>
                  <a:lnTo>
                    <a:pt x="19279" y="306197"/>
                  </a:lnTo>
                  <a:lnTo>
                    <a:pt x="19279" y="295656"/>
                  </a:lnTo>
                  <a:lnTo>
                    <a:pt x="15011" y="291338"/>
                  </a:lnTo>
                  <a:close/>
                </a:path>
                <a:path w="10390505" h="4652010">
                  <a:moveTo>
                    <a:pt x="15011" y="253237"/>
                  </a:moveTo>
                  <a:lnTo>
                    <a:pt x="4496" y="253237"/>
                  </a:lnTo>
                  <a:lnTo>
                    <a:pt x="229" y="257556"/>
                  </a:lnTo>
                  <a:lnTo>
                    <a:pt x="229" y="268097"/>
                  </a:lnTo>
                  <a:lnTo>
                    <a:pt x="4496" y="272288"/>
                  </a:lnTo>
                  <a:lnTo>
                    <a:pt x="15011" y="272288"/>
                  </a:lnTo>
                  <a:lnTo>
                    <a:pt x="19279" y="268097"/>
                  </a:lnTo>
                  <a:lnTo>
                    <a:pt x="19279" y="257556"/>
                  </a:lnTo>
                  <a:lnTo>
                    <a:pt x="15011" y="253237"/>
                  </a:lnTo>
                  <a:close/>
                </a:path>
                <a:path w="10390505" h="4652010">
                  <a:moveTo>
                    <a:pt x="15011" y="215137"/>
                  </a:moveTo>
                  <a:lnTo>
                    <a:pt x="4496" y="215137"/>
                  </a:lnTo>
                  <a:lnTo>
                    <a:pt x="229" y="219329"/>
                  </a:lnTo>
                  <a:lnTo>
                    <a:pt x="229" y="229870"/>
                  </a:lnTo>
                  <a:lnTo>
                    <a:pt x="4496" y="234187"/>
                  </a:lnTo>
                  <a:lnTo>
                    <a:pt x="15011" y="234187"/>
                  </a:lnTo>
                  <a:lnTo>
                    <a:pt x="19279" y="229870"/>
                  </a:lnTo>
                  <a:lnTo>
                    <a:pt x="19279" y="219329"/>
                  </a:lnTo>
                  <a:lnTo>
                    <a:pt x="15011" y="215137"/>
                  </a:lnTo>
                  <a:close/>
                </a:path>
                <a:path w="10390505" h="4652010">
                  <a:moveTo>
                    <a:pt x="15011" y="177037"/>
                  </a:moveTo>
                  <a:lnTo>
                    <a:pt x="4496" y="177037"/>
                  </a:lnTo>
                  <a:lnTo>
                    <a:pt x="229" y="181229"/>
                  </a:lnTo>
                  <a:lnTo>
                    <a:pt x="229" y="191770"/>
                  </a:lnTo>
                  <a:lnTo>
                    <a:pt x="4496" y="196087"/>
                  </a:lnTo>
                  <a:lnTo>
                    <a:pt x="15011" y="196087"/>
                  </a:lnTo>
                  <a:lnTo>
                    <a:pt x="19279" y="191770"/>
                  </a:lnTo>
                  <a:lnTo>
                    <a:pt x="19279" y="181229"/>
                  </a:lnTo>
                  <a:lnTo>
                    <a:pt x="15011" y="177037"/>
                  </a:lnTo>
                  <a:close/>
                </a:path>
                <a:path w="10390505" h="4652010">
                  <a:moveTo>
                    <a:pt x="2959" y="147066"/>
                  </a:moveTo>
                  <a:lnTo>
                    <a:pt x="2159" y="152273"/>
                  </a:lnTo>
                  <a:lnTo>
                    <a:pt x="5728" y="157225"/>
                  </a:lnTo>
                  <a:lnTo>
                    <a:pt x="16116" y="158750"/>
                  </a:lnTo>
                  <a:lnTo>
                    <a:pt x="20993" y="155194"/>
                  </a:lnTo>
                  <a:lnTo>
                    <a:pt x="21793" y="149987"/>
                  </a:lnTo>
                  <a:lnTo>
                    <a:pt x="15519" y="149098"/>
                  </a:lnTo>
                  <a:lnTo>
                    <a:pt x="16061" y="149098"/>
                  </a:lnTo>
                  <a:lnTo>
                    <a:pt x="9510" y="148082"/>
                  </a:lnTo>
                  <a:lnTo>
                    <a:pt x="9246" y="148082"/>
                  </a:lnTo>
                  <a:lnTo>
                    <a:pt x="2959" y="147066"/>
                  </a:lnTo>
                  <a:close/>
                </a:path>
                <a:path w="10390505" h="4652010">
                  <a:moveTo>
                    <a:pt x="16061" y="149098"/>
                  </a:moveTo>
                  <a:lnTo>
                    <a:pt x="15519" y="149098"/>
                  </a:lnTo>
                  <a:lnTo>
                    <a:pt x="21793" y="149987"/>
                  </a:lnTo>
                  <a:lnTo>
                    <a:pt x="16061" y="149098"/>
                  </a:lnTo>
                  <a:close/>
                </a:path>
                <a:path w="10390505" h="4652010">
                  <a:moveTo>
                    <a:pt x="8636" y="138303"/>
                  </a:moveTo>
                  <a:lnTo>
                    <a:pt x="3772" y="141859"/>
                  </a:lnTo>
                  <a:lnTo>
                    <a:pt x="2959" y="147066"/>
                  </a:lnTo>
                  <a:lnTo>
                    <a:pt x="21793" y="149987"/>
                  </a:lnTo>
                  <a:lnTo>
                    <a:pt x="22593" y="144780"/>
                  </a:lnTo>
                  <a:lnTo>
                    <a:pt x="19025" y="139954"/>
                  </a:lnTo>
                  <a:lnTo>
                    <a:pt x="13830" y="139192"/>
                  </a:lnTo>
                  <a:lnTo>
                    <a:pt x="8636" y="138303"/>
                  </a:lnTo>
                  <a:close/>
                </a:path>
                <a:path w="10390505" h="4652010">
                  <a:moveTo>
                    <a:pt x="2959" y="147066"/>
                  </a:moveTo>
                  <a:lnTo>
                    <a:pt x="9246" y="148082"/>
                  </a:lnTo>
                  <a:lnTo>
                    <a:pt x="9510" y="148082"/>
                  </a:lnTo>
                  <a:lnTo>
                    <a:pt x="2959" y="147066"/>
                  </a:lnTo>
                  <a:close/>
                </a:path>
                <a:path w="10390505" h="4652010">
                  <a:moveTo>
                    <a:pt x="13907" y="108712"/>
                  </a:moveTo>
                  <a:lnTo>
                    <a:pt x="12116" y="113665"/>
                  </a:lnTo>
                  <a:lnTo>
                    <a:pt x="14656" y="119125"/>
                  </a:lnTo>
                  <a:lnTo>
                    <a:pt x="19596" y="121031"/>
                  </a:lnTo>
                  <a:lnTo>
                    <a:pt x="24549" y="122809"/>
                  </a:lnTo>
                  <a:lnTo>
                    <a:pt x="30010" y="120269"/>
                  </a:lnTo>
                  <a:lnTo>
                    <a:pt x="31814" y="115316"/>
                  </a:lnTo>
                  <a:lnTo>
                    <a:pt x="27337" y="113665"/>
                  </a:lnTo>
                  <a:lnTo>
                    <a:pt x="25845" y="113157"/>
                  </a:lnTo>
                  <a:lnTo>
                    <a:pt x="13907" y="108712"/>
                  </a:lnTo>
                  <a:close/>
                </a:path>
                <a:path w="10390505" h="4652010">
                  <a:moveTo>
                    <a:pt x="21184" y="101219"/>
                  </a:moveTo>
                  <a:lnTo>
                    <a:pt x="15710" y="103759"/>
                  </a:lnTo>
                  <a:lnTo>
                    <a:pt x="13907" y="108712"/>
                  </a:lnTo>
                  <a:lnTo>
                    <a:pt x="18481" y="110362"/>
                  </a:lnTo>
                  <a:lnTo>
                    <a:pt x="19769" y="110871"/>
                  </a:lnTo>
                  <a:lnTo>
                    <a:pt x="31814" y="115316"/>
                  </a:lnTo>
                  <a:lnTo>
                    <a:pt x="33617" y="110362"/>
                  </a:lnTo>
                  <a:lnTo>
                    <a:pt x="31064" y="104901"/>
                  </a:lnTo>
                  <a:lnTo>
                    <a:pt x="26124" y="102997"/>
                  </a:lnTo>
                  <a:lnTo>
                    <a:pt x="21184" y="101219"/>
                  </a:lnTo>
                  <a:close/>
                </a:path>
                <a:path w="10390505" h="4652010">
                  <a:moveTo>
                    <a:pt x="34074" y="73279"/>
                  </a:moveTo>
                  <a:lnTo>
                    <a:pt x="30937" y="77597"/>
                  </a:lnTo>
                  <a:lnTo>
                    <a:pt x="31814" y="83566"/>
                  </a:lnTo>
                  <a:lnTo>
                    <a:pt x="36043" y="86613"/>
                  </a:lnTo>
                  <a:lnTo>
                    <a:pt x="40272" y="89788"/>
                  </a:lnTo>
                  <a:lnTo>
                    <a:pt x="46228" y="88900"/>
                  </a:lnTo>
                  <a:lnTo>
                    <a:pt x="49365" y="84709"/>
                  </a:lnTo>
                  <a:lnTo>
                    <a:pt x="34074" y="73279"/>
                  </a:lnTo>
                  <a:close/>
                </a:path>
                <a:path w="10390505" h="4652010">
                  <a:moveTo>
                    <a:pt x="43180" y="68199"/>
                  </a:moveTo>
                  <a:lnTo>
                    <a:pt x="37224" y="69087"/>
                  </a:lnTo>
                  <a:lnTo>
                    <a:pt x="34087" y="73279"/>
                  </a:lnTo>
                  <a:lnTo>
                    <a:pt x="49378" y="84709"/>
                  </a:lnTo>
                  <a:lnTo>
                    <a:pt x="52515" y="80391"/>
                  </a:lnTo>
                  <a:lnTo>
                    <a:pt x="51638" y="74422"/>
                  </a:lnTo>
                  <a:lnTo>
                    <a:pt x="47409" y="71374"/>
                  </a:lnTo>
                  <a:lnTo>
                    <a:pt x="43180" y="68199"/>
                  </a:lnTo>
                  <a:close/>
                </a:path>
                <a:path w="10390505" h="4652010">
                  <a:moveTo>
                    <a:pt x="60897" y="43942"/>
                  </a:moveTo>
                  <a:lnTo>
                    <a:pt x="57023" y="47498"/>
                  </a:lnTo>
                  <a:lnTo>
                    <a:pt x="56780" y="53212"/>
                  </a:lnTo>
                  <a:lnTo>
                    <a:pt x="56769" y="53467"/>
                  </a:lnTo>
                  <a:lnTo>
                    <a:pt x="60338" y="57404"/>
                  </a:lnTo>
                  <a:lnTo>
                    <a:pt x="63894" y="61213"/>
                  </a:lnTo>
                  <a:lnTo>
                    <a:pt x="69926" y="61468"/>
                  </a:lnTo>
                  <a:lnTo>
                    <a:pt x="73787" y="57912"/>
                  </a:lnTo>
                  <a:lnTo>
                    <a:pt x="60897" y="43942"/>
                  </a:lnTo>
                  <a:close/>
                </a:path>
                <a:path w="10390505" h="4652010">
                  <a:moveTo>
                    <a:pt x="64783" y="40386"/>
                  </a:moveTo>
                  <a:lnTo>
                    <a:pt x="60909" y="43942"/>
                  </a:lnTo>
                  <a:lnTo>
                    <a:pt x="64255" y="47498"/>
                  </a:lnTo>
                  <a:lnTo>
                    <a:pt x="65132" y="48513"/>
                  </a:lnTo>
                  <a:lnTo>
                    <a:pt x="69494" y="53212"/>
                  </a:lnTo>
                  <a:lnTo>
                    <a:pt x="73812" y="57912"/>
                  </a:lnTo>
                  <a:lnTo>
                    <a:pt x="77673" y="54356"/>
                  </a:lnTo>
                  <a:lnTo>
                    <a:pt x="77922" y="48513"/>
                  </a:lnTo>
                  <a:lnTo>
                    <a:pt x="77124" y="47498"/>
                  </a:lnTo>
                  <a:lnTo>
                    <a:pt x="74371" y="44450"/>
                  </a:lnTo>
                  <a:lnTo>
                    <a:pt x="70815" y="40640"/>
                  </a:lnTo>
                  <a:lnTo>
                    <a:pt x="64783" y="40386"/>
                  </a:lnTo>
                  <a:close/>
                </a:path>
                <a:path w="10390505" h="4652010">
                  <a:moveTo>
                    <a:pt x="94437" y="20574"/>
                  </a:moveTo>
                  <a:lnTo>
                    <a:pt x="89700" y="22860"/>
                  </a:lnTo>
                  <a:lnTo>
                    <a:pt x="87694" y="28575"/>
                  </a:lnTo>
                  <a:lnTo>
                    <a:pt x="89980" y="33274"/>
                  </a:lnTo>
                  <a:lnTo>
                    <a:pt x="92253" y="38100"/>
                  </a:lnTo>
                  <a:lnTo>
                    <a:pt x="97955" y="40005"/>
                  </a:lnTo>
                  <a:lnTo>
                    <a:pt x="102692" y="37719"/>
                  </a:lnTo>
                  <a:lnTo>
                    <a:pt x="94437" y="20574"/>
                  </a:lnTo>
                  <a:close/>
                </a:path>
                <a:path w="10390505" h="4652010">
                  <a:moveTo>
                    <a:pt x="99200" y="18287"/>
                  </a:moveTo>
                  <a:lnTo>
                    <a:pt x="94450" y="20574"/>
                  </a:lnTo>
                  <a:lnTo>
                    <a:pt x="102705" y="37719"/>
                  </a:lnTo>
                  <a:lnTo>
                    <a:pt x="107455" y="35433"/>
                  </a:lnTo>
                  <a:lnTo>
                    <a:pt x="109449" y="29845"/>
                  </a:lnTo>
                  <a:lnTo>
                    <a:pt x="107163" y="25019"/>
                  </a:lnTo>
                  <a:lnTo>
                    <a:pt x="105012" y="20574"/>
                  </a:lnTo>
                  <a:lnTo>
                    <a:pt x="104889" y="20320"/>
                  </a:lnTo>
                  <a:lnTo>
                    <a:pt x="99200" y="18287"/>
                  </a:lnTo>
                  <a:close/>
                </a:path>
                <a:path w="10390505" h="4652010">
                  <a:moveTo>
                    <a:pt x="131636" y="6223"/>
                  </a:moveTo>
                  <a:lnTo>
                    <a:pt x="126543" y="7493"/>
                  </a:lnTo>
                  <a:lnTo>
                    <a:pt x="123469" y="12700"/>
                  </a:lnTo>
                  <a:lnTo>
                    <a:pt x="126073" y="22860"/>
                  </a:lnTo>
                  <a:lnTo>
                    <a:pt x="131267" y="25908"/>
                  </a:lnTo>
                  <a:lnTo>
                    <a:pt x="136360" y="24637"/>
                  </a:lnTo>
                  <a:lnTo>
                    <a:pt x="131636" y="6223"/>
                  </a:lnTo>
                  <a:close/>
                </a:path>
                <a:path w="10390505" h="4652010">
                  <a:moveTo>
                    <a:pt x="136754" y="4825"/>
                  </a:moveTo>
                  <a:lnTo>
                    <a:pt x="131648" y="6223"/>
                  </a:lnTo>
                  <a:lnTo>
                    <a:pt x="136373" y="24637"/>
                  </a:lnTo>
                  <a:lnTo>
                    <a:pt x="141478" y="23368"/>
                  </a:lnTo>
                  <a:lnTo>
                    <a:pt x="144551" y="18161"/>
                  </a:lnTo>
                  <a:lnTo>
                    <a:pt x="141935" y="8000"/>
                  </a:lnTo>
                  <a:lnTo>
                    <a:pt x="136754" y="4825"/>
                  </a:lnTo>
                  <a:close/>
                </a:path>
                <a:path w="10390505" h="4652010">
                  <a:moveTo>
                    <a:pt x="171120" y="254"/>
                  </a:moveTo>
                  <a:lnTo>
                    <a:pt x="165862" y="508"/>
                  </a:lnTo>
                  <a:lnTo>
                    <a:pt x="161823" y="5080"/>
                  </a:lnTo>
                  <a:lnTo>
                    <a:pt x="162217" y="12954"/>
                  </a:lnTo>
                  <a:lnTo>
                    <a:pt x="162300" y="14605"/>
                  </a:lnTo>
                  <a:lnTo>
                    <a:pt x="162344" y="15494"/>
                  </a:lnTo>
                  <a:lnTo>
                    <a:pt x="166815" y="19558"/>
                  </a:lnTo>
                  <a:lnTo>
                    <a:pt x="172072" y="19304"/>
                  </a:lnTo>
                  <a:lnTo>
                    <a:pt x="171133" y="508"/>
                  </a:lnTo>
                  <a:lnTo>
                    <a:pt x="171120" y="254"/>
                  </a:lnTo>
                  <a:close/>
                </a:path>
                <a:path w="10390505" h="4652010">
                  <a:moveTo>
                    <a:pt x="176390" y="0"/>
                  </a:moveTo>
                  <a:lnTo>
                    <a:pt x="171133" y="254"/>
                  </a:lnTo>
                  <a:lnTo>
                    <a:pt x="172072" y="19050"/>
                  </a:lnTo>
                  <a:lnTo>
                    <a:pt x="172085" y="19304"/>
                  </a:lnTo>
                  <a:lnTo>
                    <a:pt x="177343" y="19050"/>
                  </a:lnTo>
                  <a:lnTo>
                    <a:pt x="181394" y="14605"/>
                  </a:lnTo>
                  <a:lnTo>
                    <a:pt x="180989" y="6604"/>
                  </a:lnTo>
                  <a:lnTo>
                    <a:pt x="180912" y="5080"/>
                  </a:lnTo>
                  <a:lnTo>
                    <a:pt x="180861" y="4063"/>
                  </a:lnTo>
                  <a:lnTo>
                    <a:pt x="176390" y="0"/>
                  </a:lnTo>
                  <a:close/>
                </a:path>
                <a:path w="10390505" h="4652010">
                  <a:moveTo>
                    <a:pt x="209702" y="0"/>
                  </a:moveTo>
                  <a:lnTo>
                    <a:pt x="204445" y="0"/>
                  </a:lnTo>
                  <a:lnTo>
                    <a:pt x="200177" y="4318"/>
                  </a:lnTo>
                  <a:lnTo>
                    <a:pt x="200177" y="14732"/>
                  </a:lnTo>
                  <a:lnTo>
                    <a:pt x="204445" y="19050"/>
                  </a:lnTo>
                  <a:lnTo>
                    <a:pt x="209702" y="19050"/>
                  </a:lnTo>
                  <a:lnTo>
                    <a:pt x="209702" y="0"/>
                  </a:lnTo>
                  <a:close/>
                </a:path>
                <a:path w="10390505" h="4652010">
                  <a:moveTo>
                    <a:pt x="214986" y="0"/>
                  </a:moveTo>
                  <a:lnTo>
                    <a:pt x="209728" y="0"/>
                  </a:lnTo>
                  <a:lnTo>
                    <a:pt x="209728" y="19050"/>
                  </a:lnTo>
                  <a:lnTo>
                    <a:pt x="214986" y="19050"/>
                  </a:lnTo>
                  <a:lnTo>
                    <a:pt x="219253" y="14732"/>
                  </a:lnTo>
                  <a:lnTo>
                    <a:pt x="219253" y="4318"/>
                  </a:lnTo>
                  <a:lnTo>
                    <a:pt x="214986" y="0"/>
                  </a:lnTo>
                  <a:close/>
                </a:path>
                <a:path w="10390505" h="4652010">
                  <a:moveTo>
                    <a:pt x="247828" y="0"/>
                  </a:moveTo>
                  <a:lnTo>
                    <a:pt x="242570" y="0"/>
                  </a:lnTo>
                  <a:lnTo>
                    <a:pt x="238303" y="4318"/>
                  </a:lnTo>
                  <a:lnTo>
                    <a:pt x="238303" y="14732"/>
                  </a:lnTo>
                  <a:lnTo>
                    <a:pt x="242570" y="19050"/>
                  </a:lnTo>
                  <a:lnTo>
                    <a:pt x="247828" y="19050"/>
                  </a:lnTo>
                  <a:lnTo>
                    <a:pt x="247828" y="0"/>
                  </a:lnTo>
                  <a:close/>
                </a:path>
                <a:path w="10390505" h="4652010">
                  <a:moveTo>
                    <a:pt x="253111" y="0"/>
                  </a:moveTo>
                  <a:lnTo>
                    <a:pt x="247841" y="0"/>
                  </a:lnTo>
                  <a:lnTo>
                    <a:pt x="247841" y="19050"/>
                  </a:lnTo>
                  <a:lnTo>
                    <a:pt x="253111" y="19050"/>
                  </a:lnTo>
                  <a:lnTo>
                    <a:pt x="257366" y="14732"/>
                  </a:lnTo>
                  <a:lnTo>
                    <a:pt x="257366" y="4318"/>
                  </a:lnTo>
                  <a:lnTo>
                    <a:pt x="253111" y="0"/>
                  </a:lnTo>
                  <a:close/>
                </a:path>
                <a:path w="10390505" h="4652010">
                  <a:moveTo>
                    <a:pt x="285941" y="0"/>
                  </a:moveTo>
                  <a:lnTo>
                    <a:pt x="280683" y="0"/>
                  </a:lnTo>
                  <a:lnTo>
                    <a:pt x="276416" y="4318"/>
                  </a:lnTo>
                  <a:lnTo>
                    <a:pt x="276416" y="14732"/>
                  </a:lnTo>
                  <a:lnTo>
                    <a:pt x="280683" y="19050"/>
                  </a:lnTo>
                  <a:lnTo>
                    <a:pt x="285941" y="19050"/>
                  </a:lnTo>
                  <a:lnTo>
                    <a:pt x="285941" y="0"/>
                  </a:lnTo>
                  <a:close/>
                </a:path>
                <a:path w="10390505" h="4652010">
                  <a:moveTo>
                    <a:pt x="291224" y="0"/>
                  </a:moveTo>
                  <a:lnTo>
                    <a:pt x="285966" y="0"/>
                  </a:lnTo>
                  <a:lnTo>
                    <a:pt x="285966" y="19050"/>
                  </a:lnTo>
                  <a:lnTo>
                    <a:pt x="291224" y="19050"/>
                  </a:lnTo>
                  <a:lnTo>
                    <a:pt x="295491" y="14732"/>
                  </a:lnTo>
                  <a:lnTo>
                    <a:pt x="295491" y="4318"/>
                  </a:lnTo>
                  <a:lnTo>
                    <a:pt x="291224" y="0"/>
                  </a:lnTo>
                  <a:close/>
                </a:path>
                <a:path w="10390505" h="4652010">
                  <a:moveTo>
                    <a:pt x="324066" y="0"/>
                  </a:moveTo>
                  <a:lnTo>
                    <a:pt x="318808" y="0"/>
                  </a:lnTo>
                  <a:lnTo>
                    <a:pt x="314541" y="4318"/>
                  </a:lnTo>
                  <a:lnTo>
                    <a:pt x="314541" y="14732"/>
                  </a:lnTo>
                  <a:lnTo>
                    <a:pt x="318808" y="19050"/>
                  </a:lnTo>
                  <a:lnTo>
                    <a:pt x="324066" y="19050"/>
                  </a:lnTo>
                  <a:lnTo>
                    <a:pt x="324066" y="0"/>
                  </a:lnTo>
                  <a:close/>
                </a:path>
                <a:path w="10390505" h="4652010">
                  <a:moveTo>
                    <a:pt x="329349" y="0"/>
                  </a:moveTo>
                  <a:lnTo>
                    <a:pt x="324079" y="0"/>
                  </a:lnTo>
                  <a:lnTo>
                    <a:pt x="324079" y="19050"/>
                  </a:lnTo>
                  <a:lnTo>
                    <a:pt x="329349" y="19050"/>
                  </a:lnTo>
                  <a:lnTo>
                    <a:pt x="333604" y="14732"/>
                  </a:lnTo>
                  <a:lnTo>
                    <a:pt x="333604" y="4318"/>
                  </a:lnTo>
                  <a:lnTo>
                    <a:pt x="329349" y="0"/>
                  </a:lnTo>
                  <a:close/>
                </a:path>
                <a:path w="10390505" h="4652010">
                  <a:moveTo>
                    <a:pt x="362179" y="0"/>
                  </a:moveTo>
                  <a:lnTo>
                    <a:pt x="356921" y="0"/>
                  </a:lnTo>
                  <a:lnTo>
                    <a:pt x="352654" y="4318"/>
                  </a:lnTo>
                  <a:lnTo>
                    <a:pt x="352654" y="14732"/>
                  </a:lnTo>
                  <a:lnTo>
                    <a:pt x="356921" y="19050"/>
                  </a:lnTo>
                  <a:lnTo>
                    <a:pt x="362179" y="19050"/>
                  </a:lnTo>
                  <a:lnTo>
                    <a:pt x="362179" y="0"/>
                  </a:lnTo>
                  <a:close/>
                </a:path>
                <a:path w="10390505" h="4652010">
                  <a:moveTo>
                    <a:pt x="367462" y="0"/>
                  </a:moveTo>
                  <a:lnTo>
                    <a:pt x="362204" y="0"/>
                  </a:lnTo>
                  <a:lnTo>
                    <a:pt x="362204" y="19050"/>
                  </a:lnTo>
                  <a:lnTo>
                    <a:pt x="367462" y="19050"/>
                  </a:lnTo>
                  <a:lnTo>
                    <a:pt x="371729" y="14732"/>
                  </a:lnTo>
                  <a:lnTo>
                    <a:pt x="371729" y="4318"/>
                  </a:lnTo>
                  <a:lnTo>
                    <a:pt x="367462" y="0"/>
                  </a:lnTo>
                  <a:close/>
                </a:path>
                <a:path w="10390505" h="4652010">
                  <a:moveTo>
                    <a:pt x="400304" y="0"/>
                  </a:moveTo>
                  <a:lnTo>
                    <a:pt x="395046" y="0"/>
                  </a:lnTo>
                  <a:lnTo>
                    <a:pt x="390779" y="4318"/>
                  </a:lnTo>
                  <a:lnTo>
                    <a:pt x="390779" y="14732"/>
                  </a:lnTo>
                  <a:lnTo>
                    <a:pt x="395046" y="19050"/>
                  </a:lnTo>
                  <a:lnTo>
                    <a:pt x="400304" y="19050"/>
                  </a:lnTo>
                  <a:lnTo>
                    <a:pt x="400304" y="0"/>
                  </a:lnTo>
                  <a:close/>
                </a:path>
                <a:path w="10390505" h="4652010">
                  <a:moveTo>
                    <a:pt x="405587" y="0"/>
                  </a:moveTo>
                  <a:lnTo>
                    <a:pt x="400317" y="0"/>
                  </a:lnTo>
                  <a:lnTo>
                    <a:pt x="400317" y="19050"/>
                  </a:lnTo>
                  <a:lnTo>
                    <a:pt x="405587" y="19050"/>
                  </a:lnTo>
                  <a:lnTo>
                    <a:pt x="409842" y="14732"/>
                  </a:lnTo>
                  <a:lnTo>
                    <a:pt x="409842" y="4318"/>
                  </a:lnTo>
                  <a:lnTo>
                    <a:pt x="405587" y="0"/>
                  </a:lnTo>
                  <a:close/>
                </a:path>
                <a:path w="10390505" h="4652010">
                  <a:moveTo>
                    <a:pt x="438379" y="0"/>
                  </a:moveTo>
                  <a:lnTo>
                    <a:pt x="433172" y="0"/>
                  </a:lnTo>
                  <a:lnTo>
                    <a:pt x="428854" y="4318"/>
                  </a:lnTo>
                  <a:lnTo>
                    <a:pt x="428854" y="14732"/>
                  </a:lnTo>
                  <a:lnTo>
                    <a:pt x="433172" y="19050"/>
                  </a:lnTo>
                  <a:lnTo>
                    <a:pt x="438379" y="19050"/>
                  </a:lnTo>
                  <a:lnTo>
                    <a:pt x="438379" y="0"/>
                  </a:lnTo>
                  <a:close/>
                </a:path>
                <a:path w="10390505" h="4652010">
                  <a:moveTo>
                    <a:pt x="443713" y="0"/>
                  </a:moveTo>
                  <a:lnTo>
                    <a:pt x="438379" y="0"/>
                  </a:lnTo>
                  <a:lnTo>
                    <a:pt x="438379" y="19050"/>
                  </a:lnTo>
                  <a:lnTo>
                    <a:pt x="443713" y="19050"/>
                  </a:lnTo>
                  <a:lnTo>
                    <a:pt x="447904" y="14732"/>
                  </a:lnTo>
                  <a:lnTo>
                    <a:pt x="447904" y="4318"/>
                  </a:lnTo>
                  <a:lnTo>
                    <a:pt x="443713" y="0"/>
                  </a:lnTo>
                  <a:close/>
                </a:path>
                <a:path w="10390505" h="4652010">
                  <a:moveTo>
                    <a:pt x="476479" y="0"/>
                  </a:moveTo>
                  <a:lnTo>
                    <a:pt x="471272" y="0"/>
                  </a:lnTo>
                  <a:lnTo>
                    <a:pt x="466954" y="4318"/>
                  </a:lnTo>
                  <a:lnTo>
                    <a:pt x="466954" y="14732"/>
                  </a:lnTo>
                  <a:lnTo>
                    <a:pt x="471272" y="19050"/>
                  </a:lnTo>
                  <a:lnTo>
                    <a:pt x="476479" y="19050"/>
                  </a:lnTo>
                  <a:lnTo>
                    <a:pt x="476479" y="0"/>
                  </a:lnTo>
                  <a:close/>
                </a:path>
                <a:path w="10390505" h="4652010">
                  <a:moveTo>
                    <a:pt x="476606" y="12700"/>
                  </a:moveTo>
                  <a:lnTo>
                    <a:pt x="476479" y="12700"/>
                  </a:lnTo>
                  <a:lnTo>
                    <a:pt x="476479" y="19050"/>
                  </a:lnTo>
                  <a:lnTo>
                    <a:pt x="476606" y="19050"/>
                  </a:lnTo>
                  <a:lnTo>
                    <a:pt x="476606" y="12700"/>
                  </a:lnTo>
                  <a:close/>
                </a:path>
                <a:path w="10390505" h="4652010">
                  <a:moveTo>
                    <a:pt x="481813" y="0"/>
                  </a:moveTo>
                  <a:lnTo>
                    <a:pt x="476606" y="0"/>
                  </a:lnTo>
                  <a:lnTo>
                    <a:pt x="476606" y="19050"/>
                  </a:lnTo>
                  <a:lnTo>
                    <a:pt x="481813" y="19050"/>
                  </a:lnTo>
                  <a:lnTo>
                    <a:pt x="486131" y="14732"/>
                  </a:lnTo>
                  <a:lnTo>
                    <a:pt x="486131" y="4318"/>
                  </a:lnTo>
                  <a:lnTo>
                    <a:pt x="481813" y="0"/>
                  </a:lnTo>
                  <a:close/>
                </a:path>
                <a:path w="10390505" h="4652010">
                  <a:moveTo>
                    <a:pt x="476606" y="0"/>
                  </a:moveTo>
                  <a:lnTo>
                    <a:pt x="476479" y="0"/>
                  </a:lnTo>
                  <a:lnTo>
                    <a:pt x="476479" y="6350"/>
                  </a:lnTo>
                  <a:lnTo>
                    <a:pt x="476606" y="6350"/>
                  </a:lnTo>
                  <a:lnTo>
                    <a:pt x="476606" y="0"/>
                  </a:lnTo>
                  <a:close/>
                </a:path>
                <a:path w="10390505" h="4652010">
                  <a:moveTo>
                    <a:pt x="514706" y="0"/>
                  </a:moveTo>
                  <a:lnTo>
                    <a:pt x="509372" y="0"/>
                  </a:lnTo>
                  <a:lnTo>
                    <a:pt x="505181" y="4318"/>
                  </a:lnTo>
                  <a:lnTo>
                    <a:pt x="505181" y="14732"/>
                  </a:lnTo>
                  <a:lnTo>
                    <a:pt x="509372" y="19050"/>
                  </a:lnTo>
                  <a:lnTo>
                    <a:pt x="514706" y="19050"/>
                  </a:lnTo>
                  <a:lnTo>
                    <a:pt x="514706" y="0"/>
                  </a:lnTo>
                  <a:close/>
                </a:path>
                <a:path w="10390505" h="4652010">
                  <a:moveTo>
                    <a:pt x="519913" y="0"/>
                  </a:moveTo>
                  <a:lnTo>
                    <a:pt x="514706" y="0"/>
                  </a:lnTo>
                  <a:lnTo>
                    <a:pt x="514706" y="19050"/>
                  </a:lnTo>
                  <a:lnTo>
                    <a:pt x="519913" y="19050"/>
                  </a:lnTo>
                  <a:lnTo>
                    <a:pt x="524231" y="14732"/>
                  </a:lnTo>
                  <a:lnTo>
                    <a:pt x="524231" y="4318"/>
                  </a:lnTo>
                  <a:lnTo>
                    <a:pt x="519913" y="0"/>
                  </a:lnTo>
                  <a:close/>
                </a:path>
                <a:path w="10390505" h="4652010">
                  <a:moveTo>
                    <a:pt x="552806" y="0"/>
                  </a:moveTo>
                  <a:lnTo>
                    <a:pt x="547472" y="0"/>
                  </a:lnTo>
                  <a:lnTo>
                    <a:pt x="543281" y="4318"/>
                  </a:lnTo>
                  <a:lnTo>
                    <a:pt x="543281" y="14732"/>
                  </a:lnTo>
                  <a:lnTo>
                    <a:pt x="547472" y="19050"/>
                  </a:lnTo>
                  <a:lnTo>
                    <a:pt x="552806" y="19050"/>
                  </a:lnTo>
                  <a:lnTo>
                    <a:pt x="552806" y="0"/>
                  </a:lnTo>
                  <a:close/>
                </a:path>
                <a:path w="10390505" h="4652010">
                  <a:moveTo>
                    <a:pt x="558013" y="0"/>
                  </a:moveTo>
                  <a:lnTo>
                    <a:pt x="552806" y="0"/>
                  </a:lnTo>
                  <a:lnTo>
                    <a:pt x="552806" y="19050"/>
                  </a:lnTo>
                  <a:lnTo>
                    <a:pt x="558013" y="19050"/>
                  </a:lnTo>
                  <a:lnTo>
                    <a:pt x="562331" y="14732"/>
                  </a:lnTo>
                  <a:lnTo>
                    <a:pt x="562331" y="4318"/>
                  </a:lnTo>
                  <a:lnTo>
                    <a:pt x="558013" y="0"/>
                  </a:lnTo>
                  <a:close/>
                </a:path>
                <a:path w="10390505" h="4652010">
                  <a:moveTo>
                    <a:pt x="590906" y="0"/>
                  </a:moveTo>
                  <a:lnTo>
                    <a:pt x="585699" y="0"/>
                  </a:lnTo>
                  <a:lnTo>
                    <a:pt x="581381" y="4318"/>
                  </a:lnTo>
                  <a:lnTo>
                    <a:pt x="581381" y="14732"/>
                  </a:lnTo>
                  <a:lnTo>
                    <a:pt x="585699" y="19050"/>
                  </a:lnTo>
                  <a:lnTo>
                    <a:pt x="590906" y="19050"/>
                  </a:lnTo>
                  <a:lnTo>
                    <a:pt x="590906" y="0"/>
                  </a:lnTo>
                  <a:close/>
                </a:path>
                <a:path w="10390505" h="4652010">
                  <a:moveTo>
                    <a:pt x="596240" y="0"/>
                  </a:moveTo>
                  <a:lnTo>
                    <a:pt x="590906" y="0"/>
                  </a:lnTo>
                  <a:lnTo>
                    <a:pt x="590906" y="19050"/>
                  </a:lnTo>
                  <a:lnTo>
                    <a:pt x="596240" y="19050"/>
                  </a:lnTo>
                  <a:lnTo>
                    <a:pt x="600431" y="14732"/>
                  </a:lnTo>
                  <a:lnTo>
                    <a:pt x="600431" y="4318"/>
                  </a:lnTo>
                  <a:lnTo>
                    <a:pt x="596240" y="0"/>
                  </a:lnTo>
                  <a:close/>
                </a:path>
                <a:path w="10390505" h="4652010">
                  <a:moveTo>
                    <a:pt x="629006" y="0"/>
                  </a:moveTo>
                  <a:lnTo>
                    <a:pt x="623799" y="0"/>
                  </a:lnTo>
                  <a:lnTo>
                    <a:pt x="619481" y="4318"/>
                  </a:lnTo>
                  <a:lnTo>
                    <a:pt x="619481" y="14732"/>
                  </a:lnTo>
                  <a:lnTo>
                    <a:pt x="623799" y="19050"/>
                  </a:lnTo>
                  <a:lnTo>
                    <a:pt x="629006" y="19050"/>
                  </a:lnTo>
                  <a:lnTo>
                    <a:pt x="629006" y="0"/>
                  </a:lnTo>
                  <a:close/>
                </a:path>
                <a:path w="10390505" h="4652010">
                  <a:moveTo>
                    <a:pt x="634340" y="0"/>
                  </a:moveTo>
                  <a:lnTo>
                    <a:pt x="629006" y="0"/>
                  </a:lnTo>
                  <a:lnTo>
                    <a:pt x="629006" y="19050"/>
                  </a:lnTo>
                  <a:lnTo>
                    <a:pt x="634340" y="19050"/>
                  </a:lnTo>
                  <a:lnTo>
                    <a:pt x="638531" y="14732"/>
                  </a:lnTo>
                  <a:lnTo>
                    <a:pt x="638531" y="4318"/>
                  </a:lnTo>
                  <a:lnTo>
                    <a:pt x="634340" y="0"/>
                  </a:lnTo>
                  <a:close/>
                </a:path>
                <a:path w="10390505" h="4652010">
                  <a:moveTo>
                    <a:pt x="667106" y="0"/>
                  </a:moveTo>
                  <a:lnTo>
                    <a:pt x="661899" y="0"/>
                  </a:lnTo>
                  <a:lnTo>
                    <a:pt x="657581" y="4318"/>
                  </a:lnTo>
                  <a:lnTo>
                    <a:pt x="657581" y="14732"/>
                  </a:lnTo>
                  <a:lnTo>
                    <a:pt x="661899" y="19050"/>
                  </a:lnTo>
                  <a:lnTo>
                    <a:pt x="667106" y="19050"/>
                  </a:lnTo>
                  <a:lnTo>
                    <a:pt x="667106" y="0"/>
                  </a:lnTo>
                  <a:close/>
                </a:path>
                <a:path w="10390505" h="4652010">
                  <a:moveTo>
                    <a:pt x="672440" y="0"/>
                  </a:moveTo>
                  <a:lnTo>
                    <a:pt x="667106" y="0"/>
                  </a:lnTo>
                  <a:lnTo>
                    <a:pt x="667106" y="19050"/>
                  </a:lnTo>
                  <a:lnTo>
                    <a:pt x="672440" y="19050"/>
                  </a:lnTo>
                  <a:lnTo>
                    <a:pt x="676631" y="14732"/>
                  </a:lnTo>
                  <a:lnTo>
                    <a:pt x="676631" y="4318"/>
                  </a:lnTo>
                  <a:lnTo>
                    <a:pt x="672440" y="0"/>
                  </a:lnTo>
                  <a:close/>
                </a:path>
                <a:path w="10390505" h="4652010">
                  <a:moveTo>
                    <a:pt x="705206" y="0"/>
                  </a:moveTo>
                  <a:lnTo>
                    <a:pt x="699999" y="0"/>
                  </a:lnTo>
                  <a:lnTo>
                    <a:pt x="695681" y="4318"/>
                  </a:lnTo>
                  <a:lnTo>
                    <a:pt x="695681" y="14732"/>
                  </a:lnTo>
                  <a:lnTo>
                    <a:pt x="699999" y="19050"/>
                  </a:lnTo>
                  <a:lnTo>
                    <a:pt x="705206" y="19050"/>
                  </a:lnTo>
                  <a:lnTo>
                    <a:pt x="705206" y="0"/>
                  </a:lnTo>
                  <a:close/>
                </a:path>
                <a:path w="10390505" h="4652010">
                  <a:moveTo>
                    <a:pt x="710540" y="0"/>
                  </a:moveTo>
                  <a:lnTo>
                    <a:pt x="705333" y="0"/>
                  </a:lnTo>
                  <a:lnTo>
                    <a:pt x="705333" y="19050"/>
                  </a:lnTo>
                  <a:lnTo>
                    <a:pt x="710540" y="19050"/>
                  </a:lnTo>
                  <a:lnTo>
                    <a:pt x="714858" y="14732"/>
                  </a:lnTo>
                  <a:lnTo>
                    <a:pt x="714858" y="4318"/>
                  </a:lnTo>
                  <a:lnTo>
                    <a:pt x="710540" y="0"/>
                  </a:lnTo>
                  <a:close/>
                </a:path>
                <a:path w="10390505" h="4652010">
                  <a:moveTo>
                    <a:pt x="743433" y="0"/>
                  </a:moveTo>
                  <a:lnTo>
                    <a:pt x="738099" y="0"/>
                  </a:lnTo>
                  <a:lnTo>
                    <a:pt x="733908" y="4318"/>
                  </a:lnTo>
                  <a:lnTo>
                    <a:pt x="733908" y="14732"/>
                  </a:lnTo>
                  <a:lnTo>
                    <a:pt x="738099" y="19050"/>
                  </a:lnTo>
                  <a:lnTo>
                    <a:pt x="743433" y="19050"/>
                  </a:lnTo>
                  <a:lnTo>
                    <a:pt x="743433" y="0"/>
                  </a:lnTo>
                  <a:close/>
                </a:path>
                <a:path w="10390505" h="4652010">
                  <a:moveTo>
                    <a:pt x="748640" y="0"/>
                  </a:moveTo>
                  <a:lnTo>
                    <a:pt x="743433" y="0"/>
                  </a:lnTo>
                  <a:lnTo>
                    <a:pt x="743433" y="19050"/>
                  </a:lnTo>
                  <a:lnTo>
                    <a:pt x="748640" y="19050"/>
                  </a:lnTo>
                  <a:lnTo>
                    <a:pt x="752958" y="14732"/>
                  </a:lnTo>
                  <a:lnTo>
                    <a:pt x="752958" y="4318"/>
                  </a:lnTo>
                  <a:lnTo>
                    <a:pt x="748640" y="0"/>
                  </a:lnTo>
                  <a:close/>
                </a:path>
                <a:path w="10390505" h="4652010">
                  <a:moveTo>
                    <a:pt x="781533" y="0"/>
                  </a:moveTo>
                  <a:lnTo>
                    <a:pt x="776199" y="0"/>
                  </a:lnTo>
                  <a:lnTo>
                    <a:pt x="772008" y="4318"/>
                  </a:lnTo>
                  <a:lnTo>
                    <a:pt x="772008" y="14732"/>
                  </a:lnTo>
                  <a:lnTo>
                    <a:pt x="776199" y="19050"/>
                  </a:lnTo>
                  <a:lnTo>
                    <a:pt x="781533" y="19050"/>
                  </a:lnTo>
                  <a:lnTo>
                    <a:pt x="781533" y="0"/>
                  </a:lnTo>
                  <a:close/>
                </a:path>
                <a:path w="10390505" h="4652010">
                  <a:moveTo>
                    <a:pt x="786740" y="0"/>
                  </a:moveTo>
                  <a:lnTo>
                    <a:pt x="781533" y="0"/>
                  </a:lnTo>
                  <a:lnTo>
                    <a:pt x="781533" y="19050"/>
                  </a:lnTo>
                  <a:lnTo>
                    <a:pt x="786740" y="19050"/>
                  </a:lnTo>
                  <a:lnTo>
                    <a:pt x="791058" y="14732"/>
                  </a:lnTo>
                  <a:lnTo>
                    <a:pt x="791058" y="4318"/>
                  </a:lnTo>
                  <a:lnTo>
                    <a:pt x="786740" y="0"/>
                  </a:lnTo>
                  <a:close/>
                </a:path>
                <a:path w="10390505" h="4652010">
                  <a:moveTo>
                    <a:pt x="819633" y="0"/>
                  </a:moveTo>
                  <a:lnTo>
                    <a:pt x="814299" y="0"/>
                  </a:lnTo>
                  <a:lnTo>
                    <a:pt x="810108" y="4318"/>
                  </a:lnTo>
                  <a:lnTo>
                    <a:pt x="810108" y="14732"/>
                  </a:lnTo>
                  <a:lnTo>
                    <a:pt x="814299" y="19050"/>
                  </a:lnTo>
                  <a:lnTo>
                    <a:pt x="819633" y="19050"/>
                  </a:lnTo>
                  <a:lnTo>
                    <a:pt x="819633" y="0"/>
                  </a:lnTo>
                  <a:close/>
                </a:path>
                <a:path w="10390505" h="4652010">
                  <a:moveTo>
                    <a:pt x="824840" y="0"/>
                  </a:moveTo>
                  <a:lnTo>
                    <a:pt x="819633" y="0"/>
                  </a:lnTo>
                  <a:lnTo>
                    <a:pt x="819633" y="19050"/>
                  </a:lnTo>
                  <a:lnTo>
                    <a:pt x="824840" y="19050"/>
                  </a:lnTo>
                  <a:lnTo>
                    <a:pt x="829158" y="14732"/>
                  </a:lnTo>
                  <a:lnTo>
                    <a:pt x="829158" y="4318"/>
                  </a:lnTo>
                  <a:lnTo>
                    <a:pt x="824840" y="0"/>
                  </a:lnTo>
                  <a:close/>
                </a:path>
                <a:path w="10390505" h="4652010">
                  <a:moveTo>
                    <a:pt x="857733" y="0"/>
                  </a:moveTo>
                  <a:lnTo>
                    <a:pt x="852526" y="0"/>
                  </a:lnTo>
                  <a:lnTo>
                    <a:pt x="848208" y="4318"/>
                  </a:lnTo>
                  <a:lnTo>
                    <a:pt x="848208" y="14732"/>
                  </a:lnTo>
                  <a:lnTo>
                    <a:pt x="852526" y="19050"/>
                  </a:lnTo>
                  <a:lnTo>
                    <a:pt x="857733" y="19050"/>
                  </a:lnTo>
                  <a:lnTo>
                    <a:pt x="857733" y="0"/>
                  </a:lnTo>
                  <a:close/>
                </a:path>
                <a:path w="10390505" h="4652010">
                  <a:moveTo>
                    <a:pt x="863067" y="0"/>
                  </a:moveTo>
                  <a:lnTo>
                    <a:pt x="857733" y="0"/>
                  </a:lnTo>
                  <a:lnTo>
                    <a:pt x="857733" y="19050"/>
                  </a:lnTo>
                  <a:lnTo>
                    <a:pt x="863067" y="19050"/>
                  </a:lnTo>
                  <a:lnTo>
                    <a:pt x="867258" y="14732"/>
                  </a:lnTo>
                  <a:lnTo>
                    <a:pt x="867258" y="4318"/>
                  </a:lnTo>
                  <a:lnTo>
                    <a:pt x="863067" y="0"/>
                  </a:lnTo>
                  <a:close/>
                </a:path>
                <a:path w="10390505" h="4652010">
                  <a:moveTo>
                    <a:pt x="895833" y="0"/>
                  </a:moveTo>
                  <a:lnTo>
                    <a:pt x="890626" y="0"/>
                  </a:lnTo>
                  <a:lnTo>
                    <a:pt x="886308" y="4318"/>
                  </a:lnTo>
                  <a:lnTo>
                    <a:pt x="886308" y="14732"/>
                  </a:lnTo>
                  <a:lnTo>
                    <a:pt x="890626" y="19050"/>
                  </a:lnTo>
                  <a:lnTo>
                    <a:pt x="895833" y="19050"/>
                  </a:lnTo>
                  <a:lnTo>
                    <a:pt x="895833" y="0"/>
                  </a:lnTo>
                  <a:close/>
                </a:path>
                <a:path w="10390505" h="4652010">
                  <a:moveTo>
                    <a:pt x="901167" y="0"/>
                  </a:moveTo>
                  <a:lnTo>
                    <a:pt x="895833" y="0"/>
                  </a:lnTo>
                  <a:lnTo>
                    <a:pt x="895833" y="19050"/>
                  </a:lnTo>
                  <a:lnTo>
                    <a:pt x="901167" y="19050"/>
                  </a:lnTo>
                  <a:lnTo>
                    <a:pt x="905358" y="14732"/>
                  </a:lnTo>
                  <a:lnTo>
                    <a:pt x="905358" y="4318"/>
                  </a:lnTo>
                  <a:lnTo>
                    <a:pt x="901167" y="0"/>
                  </a:lnTo>
                  <a:close/>
                </a:path>
                <a:path w="10390505" h="4652010">
                  <a:moveTo>
                    <a:pt x="933933" y="0"/>
                  </a:moveTo>
                  <a:lnTo>
                    <a:pt x="928726" y="0"/>
                  </a:lnTo>
                  <a:lnTo>
                    <a:pt x="924408" y="4318"/>
                  </a:lnTo>
                  <a:lnTo>
                    <a:pt x="924408" y="14732"/>
                  </a:lnTo>
                  <a:lnTo>
                    <a:pt x="928726" y="19050"/>
                  </a:lnTo>
                  <a:lnTo>
                    <a:pt x="933933" y="19050"/>
                  </a:lnTo>
                  <a:lnTo>
                    <a:pt x="933933" y="0"/>
                  </a:lnTo>
                  <a:close/>
                </a:path>
                <a:path w="10390505" h="4652010">
                  <a:moveTo>
                    <a:pt x="939267" y="0"/>
                  </a:moveTo>
                  <a:lnTo>
                    <a:pt x="933933" y="0"/>
                  </a:lnTo>
                  <a:lnTo>
                    <a:pt x="933933" y="19050"/>
                  </a:lnTo>
                  <a:lnTo>
                    <a:pt x="939267" y="19050"/>
                  </a:lnTo>
                  <a:lnTo>
                    <a:pt x="943458" y="14732"/>
                  </a:lnTo>
                  <a:lnTo>
                    <a:pt x="943458" y="4318"/>
                  </a:lnTo>
                  <a:lnTo>
                    <a:pt x="939267" y="0"/>
                  </a:lnTo>
                  <a:close/>
                </a:path>
                <a:path w="10390505" h="4652010">
                  <a:moveTo>
                    <a:pt x="972033" y="0"/>
                  </a:moveTo>
                  <a:lnTo>
                    <a:pt x="966826" y="0"/>
                  </a:lnTo>
                  <a:lnTo>
                    <a:pt x="962508" y="4318"/>
                  </a:lnTo>
                  <a:lnTo>
                    <a:pt x="962508" y="14732"/>
                  </a:lnTo>
                  <a:lnTo>
                    <a:pt x="966826" y="19050"/>
                  </a:lnTo>
                  <a:lnTo>
                    <a:pt x="972033" y="19050"/>
                  </a:lnTo>
                  <a:lnTo>
                    <a:pt x="972033" y="0"/>
                  </a:lnTo>
                  <a:close/>
                </a:path>
                <a:path w="10390505" h="4652010">
                  <a:moveTo>
                    <a:pt x="977367" y="0"/>
                  </a:moveTo>
                  <a:lnTo>
                    <a:pt x="972160" y="0"/>
                  </a:lnTo>
                  <a:lnTo>
                    <a:pt x="972160" y="19050"/>
                  </a:lnTo>
                  <a:lnTo>
                    <a:pt x="977367" y="19050"/>
                  </a:lnTo>
                  <a:lnTo>
                    <a:pt x="981685" y="14732"/>
                  </a:lnTo>
                  <a:lnTo>
                    <a:pt x="981685" y="4318"/>
                  </a:lnTo>
                  <a:lnTo>
                    <a:pt x="977367" y="0"/>
                  </a:lnTo>
                  <a:close/>
                </a:path>
                <a:path w="10390505" h="4652010">
                  <a:moveTo>
                    <a:pt x="1010260" y="0"/>
                  </a:moveTo>
                  <a:lnTo>
                    <a:pt x="1004926" y="0"/>
                  </a:lnTo>
                  <a:lnTo>
                    <a:pt x="1000735" y="4318"/>
                  </a:lnTo>
                  <a:lnTo>
                    <a:pt x="1000735" y="14732"/>
                  </a:lnTo>
                  <a:lnTo>
                    <a:pt x="1004926" y="19050"/>
                  </a:lnTo>
                  <a:lnTo>
                    <a:pt x="1010260" y="19050"/>
                  </a:lnTo>
                  <a:lnTo>
                    <a:pt x="1010260" y="0"/>
                  </a:lnTo>
                  <a:close/>
                </a:path>
                <a:path w="10390505" h="4652010">
                  <a:moveTo>
                    <a:pt x="1015467" y="0"/>
                  </a:moveTo>
                  <a:lnTo>
                    <a:pt x="1010260" y="0"/>
                  </a:lnTo>
                  <a:lnTo>
                    <a:pt x="1010260" y="19050"/>
                  </a:lnTo>
                  <a:lnTo>
                    <a:pt x="1015467" y="19050"/>
                  </a:lnTo>
                  <a:lnTo>
                    <a:pt x="1019785" y="14732"/>
                  </a:lnTo>
                  <a:lnTo>
                    <a:pt x="1019785" y="4318"/>
                  </a:lnTo>
                  <a:lnTo>
                    <a:pt x="1015467" y="0"/>
                  </a:lnTo>
                  <a:close/>
                </a:path>
                <a:path w="10390505" h="4652010">
                  <a:moveTo>
                    <a:pt x="1048360" y="0"/>
                  </a:moveTo>
                  <a:lnTo>
                    <a:pt x="1043026" y="0"/>
                  </a:lnTo>
                  <a:lnTo>
                    <a:pt x="1038835" y="4318"/>
                  </a:lnTo>
                  <a:lnTo>
                    <a:pt x="1038835" y="14732"/>
                  </a:lnTo>
                  <a:lnTo>
                    <a:pt x="1043026" y="19050"/>
                  </a:lnTo>
                  <a:lnTo>
                    <a:pt x="1048360" y="19050"/>
                  </a:lnTo>
                  <a:lnTo>
                    <a:pt x="1048360" y="0"/>
                  </a:lnTo>
                  <a:close/>
                </a:path>
                <a:path w="10390505" h="4652010">
                  <a:moveTo>
                    <a:pt x="1053567" y="0"/>
                  </a:moveTo>
                  <a:lnTo>
                    <a:pt x="1048360" y="0"/>
                  </a:lnTo>
                  <a:lnTo>
                    <a:pt x="1048360" y="19050"/>
                  </a:lnTo>
                  <a:lnTo>
                    <a:pt x="1053567" y="19050"/>
                  </a:lnTo>
                  <a:lnTo>
                    <a:pt x="1057885" y="14732"/>
                  </a:lnTo>
                  <a:lnTo>
                    <a:pt x="1057885" y="4318"/>
                  </a:lnTo>
                  <a:lnTo>
                    <a:pt x="1053567" y="0"/>
                  </a:lnTo>
                  <a:close/>
                </a:path>
                <a:path w="10390505" h="4652010">
                  <a:moveTo>
                    <a:pt x="1086460" y="0"/>
                  </a:moveTo>
                  <a:lnTo>
                    <a:pt x="1081126" y="0"/>
                  </a:lnTo>
                  <a:lnTo>
                    <a:pt x="1076935" y="4318"/>
                  </a:lnTo>
                  <a:lnTo>
                    <a:pt x="1076935" y="14732"/>
                  </a:lnTo>
                  <a:lnTo>
                    <a:pt x="1081126" y="19050"/>
                  </a:lnTo>
                  <a:lnTo>
                    <a:pt x="1086460" y="19050"/>
                  </a:lnTo>
                  <a:lnTo>
                    <a:pt x="1086460" y="0"/>
                  </a:lnTo>
                  <a:close/>
                </a:path>
                <a:path w="10390505" h="4652010">
                  <a:moveTo>
                    <a:pt x="1091667" y="0"/>
                  </a:moveTo>
                  <a:lnTo>
                    <a:pt x="1086460" y="0"/>
                  </a:lnTo>
                  <a:lnTo>
                    <a:pt x="1086460" y="19050"/>
                  </a:lnTo>
                  <a:lnTo>
                    <a:pt x="1091667" y="19050"/>
                  </a:lnTo>
                  <a:lnTo>
                    <a:pt x="1095985" y="14732"/>
                  </a:lnTo>
                  <a:lnTo>
                    <a:pt x="1095985" y="4318"/>
                  </a:lnTo>
                  <a:lnTo>
                    <a:pt x="1091667" y="0"/>
                  </a:lnTo>
                  <a:close/>
                </a:path>
                <a:path w="10390505" h="4652010">
                  <a:moveTo>
                    <a:pt x="1124560" y="0"/>
                  </a:moveTo>
                  <a:lnTo>
                    <a:pt x="1119353" y="0"/>
                  </a:lnTo>
                  <a:lnTo>
                    <a:pt x="1115035" y="4318"/>
                  </a:lnTo>
                  <a:lnTo>
                    <a:pt x="1115035" y="14732"/>
                  </a:lnTo>
                  <a:lnTo>
                    <a:pt x="1119353" y="19050"/>
                  </a:lnTo>
                  <a:lnTo>
                    <a:pt x="1124560" y="19050"/>
                  </a:lnTo>
                  <a:lnTo>
                    <a:pt x="1124560" y="0"/>
                  </a:lnTo>
                  <a:close/>
                </a:path>
                <a:path w="10390505" h="4652010">
                  <a:moveTo>
                    <a:pt x="1129894" y="0"/>
                  </a:moveTo>
                  <a:lnTo>
                    <a:pt x="1124560" y="0"/>
                  </a:lnTo>
                  <a:lnTo>
                    <a:pt x="1124560" y="19050"/>
                  </a:lnTo>
                  <a:lnTo>
                    <a:pt x="1129894" y="19050"/>
                  </a:lnTo>
                  <a:lnTo>
                    <a:pt x="1134085" y="14732"/>
                  </a:lnTo>
                  <a:lnTo>
                    <a:pt x="1134085" y="4318"/>
                  </a:lnTo>
                  <a:lnTo>
                    <a:pt x="1129894" y="0"/>
                  </a:lnTo>
                  <a:close/>
                </a:path>
                <a:path w="10390505" h="4652010">
                  <a:moveTo>
                    <a:pt x="1162660" y="0"/>
                  </a:moveTo>
                  <a:lnTo>
                    <a:pt x="1157453" y="0"/>
                  </a:lnTo>
                  <a:lnTo>
                    <a:pt x="1153135" y="4318"/>
                  </a:lnTo>
                  <a:lnTo>
                    <a:pt x="1153135" y="14732"/>
                  </a:lnTo>
                  <a:lnTo>
                    <a:pt x="1157453" y="19050"/>
                  </a:lnTo>
                  <a:lnTo>
                    <a:pt x="1162660" y="19050"/>
                  </a:lnTo>
                  <a:lnTo>
                    <a:pt x="1162660" y="0"/>
                  </a:lnTo>
                  <a:close/>
                </a:path>
                <a:path w="10390505" h="4652010">
                  <a:moveTo>
                    <a:pt x="1167994" y="0"/>
                  </a:moveTo>
                  <a:lnTo>
                    <a:pt x="1162660" y="0"/>
                  </a:lnTo>
                  <a:lnTo>
                    <a:pt x="1162660" y="19050"/>
                  </a:lnTo>
                  <a:lnTo>
                    <a:pt x="1167994" y="19050"/>
                  </a:lnTo>
                  <a:lnTo>
                    <a:pt x="1172185" y="14732"/>
                  </a:lnTo>
                  <a:lnTo>
                    <a:pt x="1172185" y="4318"/>
                  </a:lnTo>
                  <a:lnTo>
                    <a:pt x="1167994" y="0"/>
                  </a:lnTo>
                  <a:close/>
                </a:path>
                <a:path w="10390505" h="4652010">
                  <a:moveTo>
                    <a:pt x="1200760" y="0"/>
                  </a:moveTo>
                  <a:lnTo>
                    <a:pt x="1195553" y="0"/>
                  </a:lnTo>
                  <a:lnTo>
                    <a:pt x="1191235" y="4318"/>
                  </a:lnTo>
                  <a:lnTo>
                    <a:pt x="1191235" y="14732"/>
                  </a:lnTo>
                  <a:lnTo>
                    <a:pt x="1195553" y="19050"/>
                  </a:lnTo>
                  <a:lnTo>
                    <a:pt x="1200760" y="19050"/>
                  </a:lnTo>
                  <a:lnTo>
                    <a:pt x="1200760" y="0"/>
                  </a:lnTo>
                  <a:close/>
                </a:path>
                <a:path w="10390505" h="4652010">
                  <a:moveTo>
                    <a:pt x="1206094" y="0"/>
                  </a:moveTo>
                  <a:lnTo>
                    <a:pt x="1200760" y="0"/>
                  </a:lnTo>
                  <a:lnTo>
                    <a:pt x="1200760" y="19050"/>
                  </a:lnTo>
                  <a:lnTo>
                    <a:pt x="1206094" y="19050"/>
                  </a:lnTo>
                  <a:lnTo>
                    <a:pt x="1210285" y="14732"/>
                  </a:lnTo>
                  <a:lnTo>
                    <a:pt x="1210285" y="4318"/>
                  </a:lnTo>
                  <a:lnTo>
                    <a:pt x="1206094" y="0"/>
                  </a:lnTo>
                  <a:close/>
                </a:path>
                <a:path w="10390505" h="4652010">
                  <a:moveTo>
                    <a:pt x="1238860" y="0"/>
                  </a:moveTo>
                  <a:lnTo>
                    <a:pt x="1233653" y="0"/>
                  </a:lnTo>
                  <a:lnTo>
                    <a:pt x="1229335" y="4318"/>
                  </a:lnTo>
                  <a:lnTo>
                    <a:pt x="1229335" y="14732"/>
                  </a:lnTo>
                  <a:lnTo>
                    <a:pt x="1233653" y="19050"/>
                  </a:lnTo>
                  <a:lnTo>
                    <a:pt x="1238860" y="19050"/>
                  </a:lnTo>
                  <a:lnTo>
                    <a:pt x="1238860" y="0"/>
                  </a:lnTo>
                  <a:close/>
                </a:path>
                <a:path w="10390505" h="4652010">
                  <a:moveTo>
                    <a:pt x="1238987" y="12700"/>
                  </a:moveTo>
                  <a:lnTo>
                    <a:pt x="1238860" y="12700"/>
                  </a:lnTo>
                  <a:lnTo>
                    <a:pt x="1238860" y="19050"/>
                  </a:lnTo>
                  <a:lnTo>
                    <a:pt x="1238987" y="19050"/>
                  </a:lnTo>
                  <a:lnTo>
                    <a:pt x="1238987" y="12700"/>
                  </a:lnTo>
                  <a:close/>
                </a:path>
                <a:path w="10390505" h="4652010">
                  <a:moveTo>
                    <a:pt x="1244194" y="0"/>
                  </a:moveTo>
                  <a:lnTo>
                    <a:pt x="1238987" y="0"/>
                  </a:lnTo>
                  <a:lnTo>
                    <a:pt x="1238987" y="19050"/>
                  </a:lnTo>
                  <a:lnTo>
                    <a:pt x="1244194" y="19050"/>
                  </a:lnTo>
                  <a:lnTo>
                    <a:pt x="1248512" y="14732"/>
                  </a:lnTo>
                  <a:lnTo>
                    <a:pt x="1248512" y="4318"/>
                  </a:lnTo>
                  <a:lnTo>
                    <a:pt x="1244194" y="0"/>
                  </a:lnTo>
                  <a:close/>
                </a:path>
                <a:path w="10390505" h="4652010">
                  <a:moveTo>
                    <a:pt x="1238987" y="0"/>
                  </a:moveTo>
                  <a:lnTo>
                    <a:pt x="1238860" y="0"/>
                  </a:lnTo>
                  <a:lnTo>
                    <a:pt x="1238860" y="6350"/>
                  </a:lnTo>
                  <a:lnTo>
                    <a:pt x="1238987" y="6350"/>
                  </a:lnTo>
                  <a:lnTo>
                    <a:pt x="1238987" y="0"/>
                  </a:lnTo>
                  <a:close/>
                </a:path>
                <a:path w="10390505" h="4652010">
                  <a:moveTo>
                    <a:pt x="1277087" y="0"/>
                  </a:moveTo>
                  <a:lnTo>
                    <a:pt x="1271753" y="0"/>
                  </a:lnTo>
                  <a:lnTo>
                    <a:pt x="1267562" y="4318"/>
                  </a:lnTo>
                  <a:lnTo>
                    <a:pt x="1267562" y="14732"/>
                  </a:lnTo>
                  <a:lnTo>
                    <a:pt x="1271753" y="19050"/>
                  </a:lnTo>
                  <a:lnTo>
                    <a:pt x="1277087" y="19050"/>
                  </a:lnTo>
                  <a:lnTo>
                    <a:pt x="1277087" y="0"/>
                  </a:lnTo>
                  <a:close/>
                </a:path>
                <a:path w="10390505" h="4652010">
                  <a:moveTo>
                    <a:pt x="1282294" y="0"/>
                  </a:moveTo>
                  <a:lnTo>
                    <a:pt x="1277087" y="0"/>
                  </a:lnTo>
                  <a:lnTo>
                    <a:pt x="1277087" y="19050"/>
                  </a:lnTo>
                  <a:lnTo>
                    <a:pt x="1282294" y="19050"/>
                  </a:lnTo>
                  <a:lnTo>
                    <a:pt x="1286612" y="14732"/>
                  </a:lnTo>
                  <a:lnTo>
                    <a:pt x="1286612" y="4318"/>
                  </a:lnTo>
                  <a:lnTo>
                    <a:pt x="1282294" y="0"/>
                  </a:lnTo>
                  <a:close/>
                </a:path>
                <a:path w="10390505" h="4652010">
                  <a:moveTo>
                    <a:pt x="1315187" y="0"/>
                  </a:moveTo>
                  <a:lnTo>
                    <a:pt x="1309853" y="0"/>
                  </a:lnTo>
                  <a:lnTo>
                    <a:pt x="1305662" y="4318"/>
                  </a:lnTo>
                  <a:lnTo>
                    <a:pt x="1305662" y="14732"/>
                  </a:lnTo>
                  <a:lnTo>
                    <a:pt x="1309853" y="19050"/>
                  </a:lnTo>
                  <a:lnTo>
                    <a:pt x="1315187" y="19050"/>
                  </a:lnTo>
                  <a:lnTo>
                    <a:pt x="1315187" y="0"/>
                  </a:lnTo>
                  <a:close/>
                </a:path>
                <a:path w="10390505" h="4652010">
                  <a:moveTo>
                    <a:pt x="1320394" y="0"/>
                  </a:moveTo>
                  <a:lnTo>
                    <a:pt x="1315187" y="0"/>
                  </a:lnTo>
                  <a:lnTo>
                    <a:pt x="1315187" y="19050"/>
                  </a:lnTo>
                  <a:lnTo>
                    <a:pt x="1320394" y="19050"/>
                  </a:lnTo>
                  <a:lnTo>
                    <a:pt x="1324712" y="14732"/>
                  </a:lnTo>
                  <a:lnTo>
                    <a:pt x="1324712" y="4318"/>
                  </a:lnTo>
                  <a:lnTo>
                    <a:pt x="1320394" y="0"/>
                  </a:lnTo>
                  <a:close/>
                </a:path>
                <a:path w="10390505" h="4652010">
                  <a:moveTo>
                    <a:pt x="1353287" y="0"/>
                  </a:moveTo>
                  <a:lnTo>
                    <a:pt x="1348080" y="0"/>
                  </a:lnTo>
                  <a:lnTo>
                    <a:pt x="1343762" y="4318"/>
                  </a:lnTo>
                  <a:lnTo>
                    <a:pt x="1343762" y="14732"/>
                  </a:lnTo>
                  <a:lnTo>
                    <a:pt x="1348080" y="19050"/>
                  </a:lnTo>
                  <a:lnTo>
                    <a:pt x="1353287" y="19050"/>
                  </a:lnTo>
                  <a:lnTo>
                    <a:pt x="1353287" y="0"/>
                  </a:lnTo>
                  <a:close/>
                </a:path>
                <a:path w="10390505" h="4652010">
                  <a:moveTo>
                    <a:pt x="1358621" y="0"/>
                  </a:moveTo>
                  <a:lnTo>
                    <a:pt x="1353287" y="0"/>
                  </a:lnTo>
                  <a:lnTo>
                    <a:pt x="1353287" y="19050"/>
                  </a:lnTo>
                  <a:lnTo>
                    <a:pt x="1358621" y="19050"/>
                  </a:lnTo>
                  <a:lnTo>
                    <a:pt x="1362812" y="14732"/>
                  </a:lnTo>
                  <a:lnTo>
                    <a:pt x="1362812" y="4318"/>
                  </a:lnTo>
                  <a:lnTo>
                    <a:pt x="1358621" y="0"/>
                  </a:lnTo>
                  <a:close/>
                </a:path>
                <a:path w="10390505" h="4652010">
                  <a:moveTo>
                    <a:pt x="1391387" y="0"/>
                  </a:moveTo>
                  <a:lnTo>
                    <a:pt x="1386180" y="0"/>
                  </a:lnTo>
                  <a:lnTo>
                    <a:pt x="1381862" y="4318"/>
                  </a:lnTo>
                  <a:lnTo>
                    <a:pt x="1381862" y="14732"/>
                  </a:lnTo>
                  <a:lnTo>
                    <a:pt x="1386180" y="19050"/>
                  </a:lnTo>
                  <a:lnTo>
                    <a:pt x="1391387" y="19050"/>
                  </a:lnTo>
                  <a:lnTo>
                    <a:pt x="1391387" y="0"/>
                  </a:lnTo>
                  <a:close/>
                </a:path>
                <a:path w="10390505" h="4652010">
                  <a:moveTo>
                    <a:pt x="1396721" y="0"/>
                  </a:moveTo>
                  <a:lnTo>
                    <a:pt x="1391387" y="0"/>
                  </a:lnTo>
                  <a:lnTo>
                    <a:pt x="1391387" y="19050"/>
                  </a:lnTo>
                  <a:lnTo>
                    <a:pt x="1396721" y="19050"/>
                  </a:lnTo>
                  <a:lnTo>
                    <a:pt x="1400912" y="14732"/>
                  </a:lnTo>
                  <a:lnTo>
                    <a:pt x="1400912" y="4318"/>
                  </a:lnTo>
                  <a:lnTo>
                    <a:pt x="1396721" y="0"/>
                  </a:lnTo>
                  <a:close/>
                </a:path>
                <a:path w="10390505" h="4652010">
                  <a:moveTo>
                    <a:pt x="1429487" y="0"/>
                  </a:moveTo>
                  <a:lnTo>
                    <a:pt x="1424280" y="0"/>
                  </a:lnTo>
                  <a:lnTo>
                    <a:pt x="1419962" y="4318"/>
                  </a:lnTo>
                  <a:lnTo>
                    <a:pt x="1419962" y="14732"/>
                  </a:lnTo>
                  <a:lnTo>
                    <a:pt x="1424280" y="19050"/>
                  </a:lnTo>
                  <a:lnTo>
                    <a:pt x="1429487" y="19050"/>
                  </a:lnTo>
                  <a:lnTo>
                    <a:pt x="1429487" y="0"/>
                  </a:lnTo>
                  <a:close/>
                </a:path>
                <a:path w="10390505" h="4652010">
                  <a:moveTo>
                    <a:pt x="1434821" y="0"/>
                  </a:moveTo>
                  <a:lnTo>
                    <a:pt x="1429487" y="0"/>
                  </a:lnTo>
                  <a:lnTo>
                    <a:pt x="1429487" y="19050"/>
                  </a:lnTo>
                  <a:lnTo>
                    <a:pt x="1434821" y="19050"/>
                  </a:lnTo>
                  <a:lnTo>
                    <a:pt x="1439012" y="14732"/>
                  </a:lnTo>
                  <a:lnTo>
                    <a:pt x="1439012" y="4318"/>
                  </a:lnTo>
                  <a:lnTo>
                    <a:pt x="1434821" y="0"/>
                  </a:lnTo>
                  <a:close/>
                </a:path>
                <a:path w="10390505" h="4652010">
                  <a:moveTo>
                    <a:pt x="1467587" y="0"/>
                  </a:moveTo>
                  <a:lnTo>
                    <a:pt x="1462380" y="0"/>
                  </a:lnTo>
                  <a:lnTo>
                    <a:pt x="1458062" y="4318"/>
                  </a:lnTo>
                  <a:lnTo>
                    <a:pt x="1458062" y="14732"/>
                  </a:lnTo>
                  <a:lnTo>
                    <a:pt x="1462380" y="19050"/>
                  </a:lnTo>
                  <a:lnTo>
                    <a:pt x="1467587" y="19050"/>
                  </a:lnTo>
                  <a:lnTo>
                    <a:pt x="1467587" y="0"/>
                  </a:lnTo>
                  <a:close/>
                </a:path>
                <a:path w="10390505" h="4652010">
                  <a:moveTo>
                    <a:pt x="1472921" y="0"/>
                  </a:moveTo>
                  <a:lnTo>
                    <a:pt x="1467714" y="0"/>
                  </a:lnTo>
                  <a:lnTo>
                    <a:pt x="1467714" y="19050"/>
                  </a:lnTo>
                  <a:lnTo>
                    <a:pt x="1472921" y="19050"/>
                  </a:lnTo>
                  <a:lnTo>
                    <a:pt x="1477239" y="14732"/>
                  </a:lnTo>
                  <a:lnTo>
                    <a:pt x="1477239" y="4318"/>
                  </a:lnTo>
                  <a:lnTo>
                    <a:pt x="1472921" y="0"/>
                  </a:lnTo>
                  <a:close/>
                </a:path>
                <a:path w="10390505" h="4652010">
                  <a:moveTo>
                    <a:pt x="1505814" y="0"/>
                  </a:moveTo>
                  <a:lnTo>
                    <a:pt x="1500480" y="0"/>
                  </a:lnTo>
                  <a:lnTo>
                    <a:pt x="1496289" y="4318"/>
                  </a:lnTo>
                  <a:lnTo>
                    <a:pt x="1496289" y="14732"/>
                  </a:lnTo>
                  <a:lnTo>
                    <a:pt x="1500480" y="19050"/>
                  </a:lnTo>
                  <a:lnTo>
                    <a:pt x="1505814" y="19050"/>
                  </a:lnTo>
                  <a:lnTo>
                    <a:pt x="1505814" y="0"/>
                  </a:lnTo>
                  <a:close/>
                </a:path>
                <a:path w="10390505" h="4652010">
                  <a:moveTo>
                    <a:pt x="1511021" y="0"/>
                  </a:moveTo>
                  <a:lnTo>
                    <a:pt x="1505814" y="0"/>
                  </a:lnTo>
                  <a:lnTo>
                    <a:pt x="1505814" y="19050"/>
                  </a:lnTo>
                  <a:lnTo>
                    <a:pt x="1511021" y="19050"/>
                  </a:lnTo>
                  <a:lnTo>
                    <a:pt x="1515339" y="14732"/>
                  </a:lnTo>
                  <a:lnTo>
                    <a:pt x="1515339" y="4318"/>
                  </a:lnTo>
                  <a:lnTo>
                    <a:pt x="1511021" y="0"/>
                  </a:lnTo>
                  <a:close/>
                </a:path>
                <a:path w="10390505" h="4652010">
                  <a:moveTo>
                    <a:pt x="1543914" y="0"/>
                  </a:moveTo>
                  <a:lnTo>
                    <a:pt x="1538580" y="0"/>
                  </a:lnTo>
                  <a:lnTo>
                    <a:pt x="1534389" y="4318"/>
                  </a:lnTo>
                  <a:lnTo>
                    <a:pt x="1534389" y="14732"/>
                  </a:lnTo>
                  <a:lnTo>
                    <a:pt x="1538580" y="19050"/>
                  </a:lnTo>
                  <a:lnTo>
                    <a:pt x="1543914" y="19050"/>
                  </a:lnTo>
                  <a:lnTo>
                    <a:pt x="1543914" y="0"/>
                  </a:lnTo>
                  <a:close/>
                </a:path>
                <a:path w="10390505" h="4652010">
                  <a:moveTo>
                    <a:pt x="1549121" y="0"/>
                  </a:moveTo>
                  <a:lnTo>
                    <a:pt x="1543914" y="0"/>
                  </a:lnTo>
                  <a:lnTo>
                    <a:pt x="1543914" y="19050"/>
                  </a:lnTo>
                  <a:lnTo>
                    <a:pt x="1549121" y="19050"/>
                  </a:lnTo>
                  <a:lnTo>
                    <a:pt x="1553439" y="14732"/>
                  </a:lnTo>
                  <a:lnTo>
                    <a:pt x="1553439" y="4318"/>
                  </a:lnTo>
                  <a:lnTo>
                    <a:pt x="1549121" y="0"/>
                  </a:lnTo>
                  <a:close/>
                </a:path>
                <a:path w="10390505" h="4652010">
                  <a:moveTo>
                    <a:pt x="1582014" y="0"/>
                  </a:moveTo>
                  <a:lnTo>
                    <a:pt x="1576680" y="0"/>
                  </a:lnTo>
                  <a:lnTo>
                    <a:pt x="1572489" y="4318"/>
                  </a:lnTo>
                  <a:lnTo>
                    <a:pt x="1572489" y="14732"/>
                  </a:lnTo>
                  <a:lnTo>
                    <a:pt x="1576680" y="19050"/>
                  </a:lnTo>
                  <a:lnTo>
                    <a:pt x="1582014" y="19050"/>
                  </a:lnTo>
                  <a:lnTo>
                    <a:pt x="1582014" y="0"/>
                  </a:lnTo>
                  <a:close/>
                </a:path>
                <a:path w="10390505" h="4652010">
                  <a:moveTo>
                    <a:pt x="1587221" y="0"/>
                  </a:moveTo>
                  <a:lnTo>
                    <a:pt x="1582014" y="0"/>
                  </a:lnTo>
                  <a:lnTo>
                    <a:pt x="1582014" y="19050"/>
                  </a:lnTo>
                  <a:lnTo>
                    <a:pt x="1587221" y="19050"/>
                  </a:lnTo>
                  <a:lnTo>
                    <a:pt x="1591539" y="14732"/>
                  </a:lnTo>
                  <a:lnTo>
                    <a:pt x="1591539" y="4318"/>
                  </a:lnTo>
                  <a:lnTo>
                    <a:pt x="1587221" y="0"/>
                  </a:lnTo>
                  <a:close/>
                </a:path>
                <a:path w="10390505" h="4652010">
                  <a:moveTo>
                    <a:pt x="1620114" y="0"/>
                  </a:moveTo>
                  <a:lnTo>
                    <a:pt x="1614907" y="0"/>
                  </a:lnTo>
                  <a:lnTo>
                    <a:pt x="1610589" y="4318"/>
                  </a:lnTo>
                  <a:lnTo>
                    <a:pt x="1610589" y="14732"/>
                  </a:lnTo>
                  <a:lnTo>
                    <a:pt x="1614907" y="19050"/>
                  </a:lnTo>
                  <a:lnTo>
                    <a:pt x="1620114" y="19050"/>
                  </a:lnTo>
                  <a:lnTo>
                    <a:pt x="1620114" y="0"/>
                  </a:lnTo>
                  <a:close/>
                </a:path>
                <a:path w="10390505" h="4652010">
                  <a:moveTo>
                    <a:pt x="1625448" y="0"/>
                  </a:moveTo>
                  <a:lnTo>
                    <a:pt x="1620114" y="0"/>
                  </a:lnTo>
                  <a:lnTo>
                    <a:pt x="1620114" y="19050"/>
                  </a:lnTo>
                  <a:lnTo>
                    <a:pt x="1625448" y="19050"/>
                  </a:lnTo>
                  <a:lnTo>
                    <a:pt x="1629639" y="14732"/>
                  </a:lnTo>
                  <a:lnTo>
                    <a:pt x="1629639" y="4318"/>
                  </a:lnTo>
                  <a:lnTo>
                    <a:pt x="1625448" y="0"/>
                  </a:lnTo>
                  <a:close/>
                </a:path>
                <a:path w="10390505" h="4652010">
                  <a:moveTo>
                    <a:pt x="1658214" y="0"/>
                  </a:moveTo>
                  <a:lnTo>
                    <a:pt x="1653007" y="0"/>
                  </a:lnTo>
                  <a:lnTo>
                    <a:pt x="1648689" y="4318"/>
                  </a:lnTo>
                  <a:lnTo>
                    <a:pt x="1648689" y="14732"/>
                  </a:lnTo>
                  <a:lnTo>
                    <a:pt x="1653007" y="19050"/>
                  </a:lnTo>
                  <a:lnTo>
                    <a:pt x="1658214" y="19050"/>
                  </a:lnTo>
                  <a:lnTo>
                    <a:pt x="1658214" y="0"/>
                  </a:lnTo>
                  <a:close/>
                </a:path>
                <a:path w="10390505" h="4652010">
                  <a:moveTo>
                    <a:pt x="1663548" y="0"/>
                  </a:moveTo>
                  <a:lnTo>
                    <a:pt x="1658214" y="0"/>
                  </a:lnTo>
                  <a:lnTo>
                    <a:pt x="1658214" y="19050"/>
                  </a:lnTo>
                  <a:lnTo>
                    <a:pt x="1663548" y="19050"/>
                  </a:lnTo>
                  <a:lnTo>
                    <a:pt x="1667739" y="14732"/>
                  </a:lnTo>
                  <a:lnTo>
                    <a:pt x="1667739" y="4318"/>
                  </a:lnTo>
                  <a:lnTo>
                    <a:pt x="1663548" y="0"/>
                  </a:lnTo>
                  <a:close/>
                </a:path>
                <a:path w="10390505" h="4652010">
                  <a:moveTo>
                    <a:pt x="1696314" y="0"/>
                  </a:moveTo>
                  <a:lnTo>
                    <a:pt x="1691107" y="0"/>
                  </a:lnTo>
                  <a:lnTo>
                    <a:pt x="1686789" y="4318"/>
                  </a:lnTo>
                  <a:lnTo>
                    <a:pt x="1686789" y="14732"/>
                  </a:lnTo>
                  <a:lnTo>
                    <a:pt x="1691107" y="19050"/>
                  </a:lnTo>
                  <a:lnTo>
                    <a:pt x="1696314" y="19050"/>
                  </a:lnTo>
                  <a:lnTo>
                    <a:pt x="1696314" y="0"/>
                  </a:lnTo>
                  <a:close/>
                </a:path>
                <a:path w="10390505" h="4652010">
                  <a:moveTo>
                    <a:pt x="1701648" y="0"/>
                  </a:moveTo>
                  <a:lnTo>
                    <a:pt x="1696314" y="0"/>
                  </a:lnTo>
                  <a:lnTo>
                    <a:pt x="1696314" y="19050"/>
                  </a:lnTo>
                  <a:lnTo>
                    <a:pt x="1701648" y="19050"/>
                  </a:lnTo>
                  <a:lnTo>
                    <a:pt x="1705839" y="14732"/>
                  </a:lnTo>
                  <a:lnTo>
                    <a:pt x="1705839" y="4318"/>
                  </a:lnTo>
                  <a:lnTo>
                    <a:pt x="1701648" y="0"/>
                  </a:lnTo>
                  <a:close/>
                </a:path>
                <a:path w="10390505" h="4652010">
                  <a:moveTo>
                    <a:pt x="1734414" y="0"/>
                  </a:moveTo>
                  <a:lnTo>
                    <a:pt x="1729207" y="0"/>
                  </a:lnTo>
                  <a:lnTo>
                    <a:pt x="1724889" y="4318"/>
                  </a:lnTo>
                  <a:lnTo>
                    <a:pt x="1724889" y="14732"/>
                  </a:lnTo>
                  <a:lnTo>
                    <a:pt x="1729207" y="19050"/>
                  </a:lnTo>
                  <a:lnTo>
                    <a:pt x="1734414" y="19050"/>
                  </a:lnTo>
                  <a:lnTo>
                    <a:pt x="1734414" y="0"/>
                  </a:lnTo>
                  <a:close/>
                </a:path>
                <a:path w="10390505" h="4652010">
                  <a:moveTo>
                    <a:pt x="1739748" y="0"/>
                  </a:moveTo>
                  <a:lnTo>
                    <a:pt x="1734541" y="0"/>
                  </a:lnTo>
                  <a:lnTo>
                    <a:pt x="1734541" y="19050"/>
                  </a:lnTo>
                  <a:lnTo>
                    <a:pt x="1739748" y="19050"/>
                  </a:lnTo>
                  <a:lnTo>
                    <a:pt x="1744066" y="14732"/>
                  </a:lnTo>
                  <a:lnTo>
                    <a:pt x="1744066" y="4318"/>
                  </a:lnTo>
                  <a:lnTo>
                    <a:pt x="1739748" y="0"/>
                  </a:lnTo>
                  <a:close/>
                </a:path>
                <a:path w="10390505" h="4652010">
                  <a:moveTo>
                    <a:pt x="1772641" y="0"/>
                  </a:moveTo>
                  <a:lnTo>
                    <a:pt x="1767307" y="0"/>
                  </a:lnTo>
                  <a:lnTo>
                    <a:pt x="1763116" y="4318"/>
                  </a:lnTo>
                  <a:lnTo>
                    <a:pt x="1763116" y="14732"/>
                  </a:lnTo>
                  <a:lnTo>
                    <a:pt x="1767307" y="19050"/>
                  </a:lnTo>
                  <a:lnTo>
                    <a:pt x="1772641" y="19050"/>
                  </a:lnTo>
                  <a:lnTo>
                    <a:pt x="1772641" y="0"/>
                  </a:lnTo>
                  <a:close/>
                </a:path>
                <a:path w="10390505" h="4652010">
                  <a:moveTo>
                    <a:pt x="1777848" y="0"/>
                  </a:moveTo>
                  <a:lnTo>
                    <a:pt x="1772641" y="0"/>
                  </a:lnTo>
                  <a:lnTo>
                    <a:pt x="1772641" y="19050"/>
                  </a:lnTo>
                  <a:lnTo>
                    <a:pt x="1777848" y="19050"/>
                  </a:lnTo>
                  <a:lnTo>
                    <a:pt x="1782166" y="14732"/>
                  </a:lnTo>
                  <a:lnTo>
                    <a:pt x="1782166" y="4318"/>
                  </a:lnTo>
                  <a:lnTo>
                    <a:pt x="1777848" y="0"/>
                  </a:lnTo>
                  <a:close/>
                </a:path>
                <a:path w="10390505" h="4652010">
                  <a:moveTo>
                    <a:pt x="1810741" y="0"/>
                  </a:moveTo>
                  <a:lnTo>
                    <a:pt x="1805407" y="0"/>
                  </a:lnTo>
                  <a:lnTo>
                    <a:pt x="1801216" y="4318"/>
                  </a:lnTo>
                  <a:lnTo>
                    <a:pt x="1801216" y="14732"/>
                  </a:lnTo>
                  <a:lnTo>
                    <a:pt x="1805407" y="19050"/>
                  </a:lnTo>
                  <a:lnTo>
                    <a:pt x="1810741" y="19050"/>
                  </a:lnTo>
                  <a:lnTo>
                    <a:pt x="1810741" y="0"/>
                  </a:lnTo>
                  <a:close/>
                </a:path>
                <a:path w="10390505" h="4652010">
                  <a:moveTo>
                    <a:pt x="1815948" y="0"/>
                  </a:moveTo>
                  <a:lnTo>
                    <a:pt x="1810741" y="0"/>
                  </a:lnTo>
                  <a:lnTo>
                    <a:pt x="1810741" y="19050"/>
                  </a:lnTo>
                  <a:lnTo>
                    <a:pt x="1815948" y="19050"/>
                  </a:lnTo>
                  <a:lnTo>
                    <a:pt x="1820266" y="14732"/>
                  </a:lnTo>
                  <a:lnTo>
                    <a:pt x="1820266" y="4318"/>
                  </a:lnTo>
                  <a:lnTo>
                    <a:pt x="1815948" y="0"/>
                  </a:lnTo>
                  <a:close/>
                </a:path>
                <a:path w="10390505" h="4652010">
                  <a:moveTo>
                    <a:pt x="1848841" y="0"/>
                  </a:moveTo>
                  <a:lnTo>
                    <a:pt x="1843507" y="0"/>
                  </a:lnTo>
                  <a:lnTo>
                    <a:pt x="1839316" y="4318"/>
                  </a:lnTo>
                  <a:lnTo>
                    <a:pt x="1839316" y="14732"/>
                  </a:lnTo>
                  <a:lnTo>
                    <a:pt x="1843507" y="19050"/>
                  </a:lnTo>
                  <a:lnTo>
                    <a:pt x="1848841" y="19050"/>
                  </a:lnTo>
                  <a:lnTo>
                    <a:pt x="1848841" y="0"/>
                  </a:lnTo>
                  <a:close/>
                </a:path>
                <a:path w="10390505" h="4652010">
                  <a:moveTo>
                    <a:pt x="1854048" y="0"/>
                  </a:moveTo>
                  <a:lnTo>
                    <a:pt x="1848841" y="0"/>
                  </a:lnTo>
                  <a:lnTo>
                    <a:pt x="1848841" y="19050"/>
                  </a:lnTo>
                  <a:lnTo>
                    <a:pt x="1854048" y="19050"/>
                  </a:lnTo>
                  <a:lnTo>
                    <a:pt x="1858366" y="14732"/>
                  </a:lnTo>
                  <a:lnTo>
                    <a:pt x="1858366" y="4318"/>
                  </a:lnTo>
                  <a:lnTo>
                    <a:pt x="1854048" y="0"/>
                  </a:lnTo>
                  <a:close/>
                </a:path>
                <a:path w="10390505" h="4652010">
                  <a:moveTo>
                    <a:pt x="1886941" y="0"/>
                  </a:moveTo>
                  <a:lnTo>
                    <a:pt x="1881734" y="0"/>
                  </a:lnTo>
                  <a:lnTo>
                    <a:pt x="1877416" y="4318"/>
                  </a:lnTo>
                  <a:lnTo>
                    <a:pt x="1877416" y="14732"/>
                  </a:lnTo>
                  <a:lnTo>
                    <a:pt x="1881734" y="19050"/>
                  </a:lnTo>
                  <a:lnTo>
                    <a:pt x="1886941" y="19050"/>
                  </a:lnTo>
                  <a:lnTo>
                    <a:pt x="1886941" y="0"/>
                  </a:lnTo>
                  <a:close/>
                </a:path>
                <a:path w="10390505" h="4652010">
                  <a:moveTo>
                    <a:pt x="1892275" y="0"/>
                  </a:moveTo>
                  <a:lnTo>
                    <a:pt x="1886941" y="0"/>
                  </a:lnTo>
                  <a:lnTo>
                    <a:pt x="1886941" y="19050"/>
                  </a:lnTo>
                  <a:lnTo>
                    <a:pt x="1892275" y="19050"/>
                  </a:lnTo>
                  <a:lnTo>
                    <a:pt x="1896466" y="14732"/>
                  </a:lnTo>
                  <a:lnTo>
                    <a:pt x="1896466" y="4318"/>
                  </a:lnTo>
                  <a:lnTo>
                    <a:pt x="1892275" y="0"/>
                  </a:lnTo>
                  <a:close/>
                </a:path>
                <a:path w="10390505" h="4652010">
                  <a:moveTo>
                    <a:pt x="1925041" y="0"/>
                  </a:moveTo>
                  <a:lnTo>
                    <a:pt x="1919834" y="0"/>
                  </a:lnTo>
                  <a:lnTo>
                    <a:pt x="1915516" y="4318"/>
                  </a:lnTo>
                  <a:lnTo>
                    <a:pt x="1915516" y="14732"/>
                  </a:lnTo>
                  <a:lnTo>
                    <a:pt x="1919834" y="19050"/>
                  </a:lnTo>
                  <a:lnTo>
                    <a:pt x="1925041" y="19050"/>
                  </a:lnTo>
                  <a:lnTo>
                    <a:pt x="1925041" y="0"/>
                  </a:lnTo>
                  <a:close/>
                </a:path>
                <a:path w="10390505" h="4652010">
                  <a:moveTo>
                    <a:pt x="1930375" y="0"/>
                  </a:moveTo>
                  <a:lnTo>
                    <a:pt x="1925041" y="0"/>
                  </a:lnTo>
                  <a:lnTo>
                    <a:pt x="1925041" y="19050"/>
                  </a:lnTo>
                  <a:lnTo>
                    <a:pt x="1930375" y="19050"/>
                  </a:lnTo>
                  <a:lnTo>
                    <a:pt x="1934566" y="14732"/>
                  </a:lnTo>
                  <a:lnTo>
                    <a:pt x="1934566" y="4318"/>
                  </a:lnTo>
                  <a:lnTo>
                    <a:pt x="1930375" y="0"/>
                  </a:lnTo>
                  <a:close/>
                </a:path>
                <a:path w="10390505" h="4652010">
                  <a:moveTo>
                    <a:pt x="1963141" y="0"/>
                  </a:moveTo>
                  <a:lnTo>
                    <a:pt x="1957934" y="0"/>
                  </a:lnTo>
                  <a:lnTo>
                    <a:pt x="1953616" y="4318"/>
                  </a:lnTo>
                  <a:lnTo>
                    <a:pt x="1953616" y="14732"/>
                  </a:lnTo>
                  <a:lnTo>
                    <a:pt x="1957934" y="19050"/>
                  </a:lnTo>
                  <a:lnTo>
                    <a:pt x="1963141" y="19050"/>
                  </a:lnTo>
                  <a:lnTo>
                    <a:pt x="1963141" y="0"/>
                  </a:lnTo>
                  <a:close/>
                </a:path>
                <a:path w="10390505" h="4652010">
                  <a:moveTo>
                    <a:pt x="1968475" y="0"/>
                  </a:moveTo>
                  <a:lnTo>
                    <a:pt x="1963141" y="0"/>
                  </a:lnTo>
                  <a:lnTo>
                    <a:pt x="1963141" y="19050"/>
                  </a:lnTo>
                  <a:lnTo>
                    <a:pt x="1968475" y="19050"/>
                  </a:lnTo>
                  <a:lnTo>
                    <a:pt x="1972666" y="14732"/>
                  </a:lnTo>
                  <a:lnTo>
                    <a:pt x="1972666" y="4318"/>
                  </a:lnTo>
                  <a:lnTo>
                    <a:pt x="1968475" y="0"/>
                  </a:lnTo>
                  <a:close/>
                </a:path>
                <a:path w="10390505" h="4652010">
                  <a:moveTo>
                    <a:pt x="2001241" y="0"/>
                  </a:moveTo>
                  <a:lnTo>
                    <a:pt x="1996034" y="0"/>
                  </a:lnTo>
                  <a:lnTo>
                    <a:pt x="1991716" y="4318"/>
                  </a:lnTo>
                  <a:lnTo>
                    <a:pt x="1991716" y="14732"/>
                  </a:lnTo>
                  <a:lnTo>
                    <a:pt x="1996034" y="19050"/>
                  </a:lnTo>
                  <a:lnTo>
                    <a:pt x="2001241" y="19050"/>
                  </a:lnTo>
                  <a:lnTo>
                    <a:pt x="2001241" y="0"/>
                  </a:lnTo>
                  <a:close/>
                </a:path>
                <a:path w="10390505" h="4652010">
                  <a:moveTo>
                    <a:pt x="2001368" y="12700"/>
                  </a:moveTo>
                  <a:lnTo>
                    <a:pt x="2001241" y="12700"/>
                  </a:lnTo>
                  <a:lnTo>
                    <a:pt x="2001241" y="19050"/>
                  </a:lnTo>
                  <a:lnTo>
                    <a:pt x="2001368" y="19050"/>
                  </a:lnTo>
                  <a:lnTo>
                    <a:pt x="2001368" y="12700"/>
                  </a:lnTo>
                  <a:close/>
                </a:path>
                <a:path w="10390505" h="4652010">
                  <a:moveTo>
                    <a:pt x="2006575" y="0"/>
                  </a:moveTo>
                  <a:lnTo>
                    <a:pt x="2001368" y="0"/>
                  </a:lnTo>
                  <a:lnTo>
                    <a:pt x="2001368" y="19050"/>
                  </a:lnTo>
                  <a:lnTo>
                    <a:pt x="2006575" y="19050"/>
                  </a:lnTo>
                  <a:lnTo>
                    <a:pt x="2010893" y="14732"/>
                  </a:lnTo>
                  <a:lnTo>
                    <a:pt x="2010893" y="4318"/>
                  </a:lnTo>
                  <a:lnTo>
                    <a:pt x="2006575" y="0"/>
                  </a:lnTo>
                  <a:close/>
                </a:path>
                <a:path w="10390505" h="4652010">
                  <a:moveTo>
                    <a:pt x="2001368" y="0"/>
                  </a:moveTo>
                  <a:lnTo>
                    <a:pt x="2001241" y="0"/>
                  </a:lnTo>
                  <a:lnTo>
                    <a:pt x="2001241" y="6350"/>
                  </a:lnTo>
                  <a:lnTo>
                    <a:pt x="2001368" y="6350"/>
                  </a:lnTo>
                  <a:lnTo>
                    <a:pt x="2001368" y="0"/>
                  </a:lnTo>
                  <a:close/>
                </a:path>
                <a:path w="10390505" h="4652010">
                  <a:moveTo>
                    <a:pt x="2039468" y="0"/>
                  </a:moveTo>
                  <a:lnTo>
                    <a:pt x="2034134" y="0"/>
                  </a:lnTo>
                  <a:lnTo>
                    <a:pt x="2029943" y="4318"/>
                  </a:lnTo>
                  <a:lnTo>
                    <a:pt x="2029943" y="14732"/>
                  </a:lnTo>
                  <a:lnTo>
                    <a:pt x="2034134" y="19050"/>
                  </a:lnTo>
                  <a:lnTo>
                    <a:pt x="2039468" y="19050"/>
                  </a:lnTo>
                  <a:lnTo>
                    <a:pt x="2039468" y="0"/>
                  </a:lnTo>
                  <a:close/>
                </a:path>
                <a:path w="10390505" h="4652010">
                  <a:moveTo>
                    <a:pt x="2044675" y="0"/>
                  </a:moveTo>
                  <a:lnTo>
                    <a:pt x="2039468" y="0"/>
                  </a:lnTo>
                  <a:lnTo>
                    <a:pt x="2039468" y="19050"/>
                  </a:lnTo>
                  <a:lnTo>
                    <a:pt x="2044675" y="19050"/>
                  </a:lnTo>
                  <a:lnTo>
                    <a:pt x="2048993" y="14732"/>
                  </a:lnTo>
                  <a:lnTo>
                    <a:pt x="2048993" y="4318"/>
                  </a:lnTo>
                  <a:lnTo>
                    <a:pt x="2044675" y="0"/>
                  </a:lnTo>
                  <a:close/>
                </a:path>
                <a:path w="10390505" h="4652010">
                  <a:moveTo>
                    <a:pt x="2077568" y="0"/>
                  </a:moveTo>
                  <a:lnTo>
                    <a:pt x="2072234" y="0"/>
                  </a:lnTo>
                  <a:lnTo>
                    <a:pt x="2068043" y="4318"/>
                  </a:lnTo>
                  <a:lnTo>
                    <a:pt x="2068043" y="14732"/>
                  </a:lnTo>
                  <a:lnTo>
                    <a:pt x="2072234" y="19050"/>
                  </a:lnTo>
                  <a:lnTo>
                    <a:pt x="2077568" y="19050"/>
                  </a:lnTo>
                  <a:lnTo>
                    <a:pt x="2077568" y="0"/>
                  </a:lnTo>
                  <a:close/>
                </a:path>
                <a:path w="10390505" h="4652010">
                  <a:moveTo>
                    <a:pt x="2082775" y="0"/>
                  </a:moveTo>
                  <a:lnTo>
                    <a:pt x="2077568" y="0"/>
                  </a:lnTo>
                  <a:lnTo>
                    <a:pt x="2077568" y="19050"/>
                  </a:lnTo>
                  <a:lnTo>
                    <a:pt x="2082775" y="19050"/>
                  </a:lnTo>
                  <a:lnTo>
                    <a:pt x="2087093" y="14732"/>
                  </a:lnTo>
                  <a:lnTo>
                    <a:pt x="2087093" y="4318"/>
                  </a:lnTo>
                  <a:lnTo>
                    <a:pt x="2082775" y="0"/>
                  </a:lnTo>
                  <a:close/>
                </a:path>
                <a:path w="10390505" h="4652010">
                  <a:moveTo>
                    <a:pt x="2115668" y="0"/>
                  </a:moveTo>
                  <a:lnTo>
                    <a:pt x="2110461" y="0"/>
                  </a:lnTo>
                  <a:lnTo>
                    <a:pt x="2106143" y="4318"/>
                  </a:lnTo>
                  <a:lnTo>
                    <a:pt x="2106143" y="14732"/>
                  </a:lnTo>
                  <a:lnTo>
                    <a:pt x="2110461" y="19050"/>
                  </a:lnTo>
                  <a:lnTo>
                    <a:pt x="2115668" y="19050"/>
                  </a:lnTo>
                  <a:lnTo>
                    <a:pt x="2115668" y="0"/>
                  </a:lnTo>
                  <a:close/>
                </a:path>
                <a:path w="10390505" h="4652010">
                  <a:moveTo>
                    <a:pt x="2121002" y="0"/>
                  </a:moveTo>
                  <a:lnTo>
                    <a:pt x="2115668" y="0"/>
                  </a:lnTo>
                  <a:lnTo>
                    <a:pt x="2115668" y="19050"/>
                  </a:lnTo>
                  <a:lnTo>
                    <a:pt x="2121002" y="19050"/>
                  </a:lnTo>
                  <a:lnTo>
                    <a:pt x="2125193" y="14732"/>
                  </a:lnTo>
                  <a:lnTo>
                    <a:pt x="2125193" y="4318"/>
                  </a:lnTo>
                  <a:lnTo>
                    <a:pt x="2121002" y="0"/>
                  </a:lnTo>
                  <a:close/>
                </a:path>
                <a:path w="10390505" h="4652010">
                  <a:moveTo>
                    <a:pt x="2153768" y="0"/>
                  </a:moveTo>
                  <a:lnTo>
                    <a:pt x="2148561" y="0"/>
                  </a:lnTo>
                  <a:lnTo>
                    <a:pt x="2144243" y="4318"/>
                  </a:lnTo>
                  <a:lnTo>
                    <a:pt x="2144243" y="14732"/>
                  </a:lnTo>
                  <a:lnTo>
                    <a:pt x="2148561" y="19050"/>
                  </a:lnTo>
                  <a:lnTo>
                    <a:pt x="2153768" y="19050"/>
                  </a:lnTo>
                  <a:lnTo>
                    <a:pt x="2153768" y="0"/>
                  </a:lnTo>
                  <a:close/>
                </a:path>
                <a:path w="10390505" h="4652010">
                  <a:moveTo>
                    <a:pt x="2159102" y="0"/>
                  </a:moveTo>
                  <a:lnTo>
                    <a:pt x="2153768" y="0"/>
                  </a:lnTo>
                  <a:lnTo>
                    <a:pt x="2153768" y="19050"/>
                  </a:lnTo>
                  <a:lnTo>
                    <a:pt x="2159102" y="19050"/>
                  </a:lnTo>
                  <a:lnTo>
                    <a:pt x="2163293" y="14732"/>
                  </a:lnTo>
                  <a:lnTo>
                    <a:pt x="2163293" y="4318"/>
                  </a:lnTo>
                  <a:lnTo>
                    <a:pt x="2159102" y="0"/>
                  </a:lnTo>
                  <a:close/>
                </a:path>
                <a:path w="10390505" h="4652010">
                  <a:moveTo>
                    <a:pt x="2191868" y="0"/>
                  </a:moveTo>
                  <a:lnTo>
                    <a:pt x="2186661" y="0"/>
                  </a:lnTo>
                  <a:lnTo>
                    <a:pt x="2182343" y="4318"/>
                  </a:lnTo>
                  <a:lnTo>
                    <a:pt x="2182343" y="14732"/>
                  </a:lnTo>
                  <a:lnTo>
                    <a:pt x="2186661" y="19050"/>
                  </a:lnTo>
                  <a:lnTo>
                    <a:pt x="2191868" y="19050"/>
                  </a:lnTo>
                  <a:lnTo>
                    <a:pt x="2191868" y="0"/>
                  </a:lnTo>
                  <a:close/>
                </a:path>
                <a:path w="10390505" h="4652010">
                  <a:moveTo>
                    <a:pt x="2197202" y="0"/>
                  </a:moveTo>
                  <a:lnTo>
                    <a:pt x="2191868" y="0"/>
                  </a:lnTo>
                  <a:lnTo>
                    <a:pt x="2191868" y="19050"/>
                  </a:lnTo>
                  <a:lnTo>
                    <a:pt x="2197202" y="19050"/>
                  </a:lnTo>
                  <a:lnTo>
                    <a:pt x="2201393" y="14732"/>
                  </a:lnTo>
                  <a:lnTo>
                    <a:pt x="2201393" y="4318"/>
                  </a:lnTo>
                  <a:lnTo>
                    <a:pt x="2197202" y="0"/>
                  </a:lnTo>
                  <a:close/>
                </a:path>
                <a:path w="10390505" h="4652010">
                  <a:moveTo>
                    <a:pt x="2229968" y="0"/>
                  </a:moveTo>
                  <a:lnTo>
                    <a:pt x="2224761" y="0"/>
                  </a:lnTo>
                  <a:lnTo>
                    <a:pt x="2220443" y="4318"/>
                  </a:lnTo>
                  <a:lnTo>
                    <a:pt x="2220443" y="14732"/>
                  </a:lnTo>
                  <a:lnTo>
                    <a:pt x="2224761" y="19050"/>
                  </a:lnTo>
                  <a:lnTo>
                    <a:pt x="2229968" y="19050"/>
                  </a:lnTo>
                  <a:lnTo>
                    <a:pt x="2229968" y="0"/>
                  </a:lnTo>
                  <a:close/>
                </a:path>
                <a:path w="10390505" h="4652010">
                  <a:moveTo>
                    <a:pt x="2235302" y="0"/>
                  </a:moveTo>
                  <a:lnTo>
                    <a:pt x="2230095" y="0"/>
                  </a:lnTo>
                  <a:lnTo>
                    <a:pt x="2230095" y="19050"/>
                  </a:lnTo>
                  <a:lnTo>
                    <a:pt x="2235302" y="19050"/>
                  </a:lnTo>
                  <a:lnTo>
                    <a:pt x="2239620" y="14732"/>
                  </a:lnTo>
                  <a:lnTo>
                    <a:pt x="2239620" y="4318"/>
                  </a:lnTo>
                  <a:lnTo>
                    <a:pt x="2235302" y="0"/>
                  </a:lnTo>
                  <a:close/>
                </a:path>
                <a:path w="10390505" h="4652010">
                  <a:moveTo>
                    <a:pt x="2268195" y="0"/>
                  </a:moveTo>
                  <a:lnTo>
                    <a:pt x="2262861" y="0"/>
                  </a:lnTo>
                  <a:lnTo>
                    <a:pt x="2258670" y="4318"/>
                  </a:lnTo>
                  <a:lnTo>
                    <a:pt x="2258670" y="14732"/>
                  </a:lnTo>
                  <a:lnTo>
                    <a:pt x="2262861" y="19050"/>
                  </a:lnTo>
                  <a:lnTo>
                    <a:pt x="2268195" y="19050"/>
                  </a:lnTo>
                  <a:lnTo>
                    <a:pt x="2268195" y="0"/>
                  </a:lnTo>
                  <a:close/>
                </a:path>
                <a:path w="10390505" h="4652010">
                  <a:moveTo>
                    <a:pt x="2273402" y="0"/>
                  </a:moveTo>
                  <a:lnTo>
                    <a:pt x="2268195" y="0"/>
                  </a:lnTo>
                  <a:lnTo>
                    <a:pt x="2268195" y="19050"/>
                  </a:lnTo>
                  <a:lnTo>
                    <a:pt x="2273402" y="19050"/>
                  </a:lnTo>
                  <a:lnTo>
                    <a:pt x="2277720" y="14732"/>
                  </a:lnTo>
                  <a:lnTo>
                    <a:pt x="2277720" y="4318"/>
                  </a:lnTo>
                  <a:lnTo>
                    <a:pt x="2273402" y="0"/>
                  </a:lnTo>
                  <a:close/>
                </a:path>
                <a:path w="10390505" h="4652010">
                  <a:moveTo>
                    <a:pt x="2306295" y="0"/>
                  </a:moveTo>
                  <a:lnTo>
                    <a:pt x="2300961" y="0"/>
                  </a:lnTo>
                  <a:lnTo>
                    <a:pt x="2296770" y="4318"/>
                  </a:lnTo>
                  <a:lnTo>
                    <a:pt x="2296770" y="14732"/>
                  </a:lnTo>
                  <a:lnTo>
                    <a:pt x="2300961" y="19050"/>
                  </a:lnTo>
                  <a:lnTo>
                    <a:pt x="2306295" y="19050"/>
                  </a:lnTo>
                  <a:lnTo>
                    <a:pt x="2306295" y="0"/>
                  </a:lnTo>
                  <a:close/>
                </a:path>
                <a:path w="10390505" h="4652010">
                  <a:moveTo>
                    <a:pt x="2311502" y="0"/>
                  </a:moveTo>
                  <a:lnTo>
                    <a:pt x="2306295" y="0"/>
                  </a:lnTo>
                  <a:lnTo>
                    <a:pt x="2306295" y="19050"/>
                  </a:lnTo>
                  <a:lnTo>
                    <a:pt x="2311502" y="19050"/>
                  </a:lnTo>
                  <a:lnTo>
                    <a:pt x="2315820" y="14732"/>
                  </a:lnTo>
                  <a:lnTo>
                    <a:pt x="2315820" y="4318"/>
                  </a:lnTo>
                  <a:lnTo>
                    <a:pt x="2311502" y="0"/>
                  </a:lnTo>
                  <a:close/>
                </a:path>
                <a:path w="10390505" h="4652010">
                  <a:moveTo>
                    <a:pt x="2344395" y="0"/>
                  </a:moveTo>
                  <a:lnTo>
                    <a:pt x="2339061" y="0"/>
                  </a:lnTo>
                  <a:lnTo>
                    <a:pt x="2334870" y="4318"/>
                  </a:lnTo>
                  <a:lnTo>
                    <a:pt x="2334870" y="14732"/>
                  </a:lnTo>
                  <a:lnTo>
                    <a:pt x="2339061" y="19050"/>
                  </a:lnTo>
                  <a:lnTo>
                    <a:pt x="2344395" y="19050"/>
                  </a:lnTo>
                  <a:lnTo>
                    <a:pt x="2344395" y="0"/>
                  </a:lnTo>
                  <a:close/>
                </a:path>
                <a:path w="10390505" h="4652010">
                  <a:moveTo>
                    <a:pt x="2349602" y="0"/>
                  </a:moveTo>
                  <a:lnTo>
                    <a:pt x="2344395" y="0"/>
                  </a:lnTo>
                  <a:lnTo>
                    <a:pt x="2344395" y="19050"/>
                  </a:lnTo>
                  <a:lnTo>
                    <a:pt x="2349602" y="19050"/>
                  </a:lnTo>
                  <a:lnTo>
                    <a:pt x="2353920" y="14732"/>
                  </a:lnTo>
                  <a:lnTo>
                    <a:pt x="2353920" y="4318"/>
                  </a:lnTo>
                  <a:lnTo>
                    <a:pt x="2349602" y="0"/>
                  </a:lnTo>
                  <a:close/>
                </a:path>
                <a:path w="10390505" h="4652010">
                  <a:moveTo>
                    <a:pt x="2382495" y="0"/>
                  </a:moveTo>
                  <a:lnTo>
                    <a:pt x="2377288" y="0"/>
                  </a:lnTo>
                  <a:lnTo>
                    <a:pt x="2372970" y="4318"/>
                  </a:lnTo>
                  <a:lnTo>
                    <a:pt x="2372970" y="14732"/>
                  </a:lnTo>
                  <a:lnTo>
                    <a:pt x="2377288" y="19050"/>
                  </a:lnTo>
                  <a:lnTo>
                    <a:pt x="2382495" y="19050"/>
                  </a:lnTo>
                  <a:lnTo>
                    <a:pt x="2382495" y="0"/>
                  </a:lnTo>
                  <a:close/>
                </a:path>
                <a:path w="10390505" h="4652010">
                  <a:moveTo>
                    <a:pt x="2387829" y="0"/>
                  </a:moveTo>
                  <a:lnTo>
                    <a:pt x="2382495" y="0"/>
                  </a:lnTo>
                  <a:lnTo>
                    <a:pt x="2382495" y="19050"/>
                  </a:lnTo>
                  <a:lnTo>
                    <a:pt x="2387829" y="19050"/>
                  </a:lnTo>
                  <a:lnTo>
                    <a:pt x="2392020" y="14732"/>
                  </a:lnTo>
                  <a:lnTo>
                    <a:pt x="2392020" y="4318"/>
                  </a:lnTo>
                  <a:lnTo>
                    <a:pt x="2387829" y="0"/>
                  </a:lnTo>
                  <a:close/>
                </a:path>
                <a:path w="10390505" h="4652010">
                  <a:moveTo>
                    <a:pt x="2420595" y="0"/>
                  </a:moveTo>
                  <a:lnTo>
                    <a:pt x="2415388" y="0"/>
                  </a:lnTo>
                  <a:lnTo>
                    <a:pt x="2411070" y="4318"/>
                  </a:lnTo>
                  <a:lnTo>
                    <a:pt x="2411070" y="14732"/>
                  </a:lnTo>
                  <a:lnTo>
                    <a:pt x="2415388" y="19050"/>
                  </a:lnTo>
                  <a:lnTo>
                    <a:pt x="2420595" y="19050"/>
                  </a:lnTo>
                  <a:lnTo>
                    <a:pt x="2420595" y="0"/>
                  </a:lnTo>
                  <a:close/>
                </a:path>
                <a:path w="10390505" h="4652010">
                  <a:moveTo>
                    <a:pt x="2425929" y="0"/>
                  </a:moveTo>
                  <a:lnTo>
                    <a:pt x="2420595" y="0"/>
                  </a:lnTo>
                  <a:lnTo>
                    <a:pt x="2420595" y="19050"/>
                  </a:lnTo>
                  <a:lnTo>
                    <a:pt x="2425929" y="19050"/>
                  </a:lnTo>
                  <a:lnTo>
                    <a:pt x="2430120" y="14732"/>
                  </a:lnTo>
                  <a:lnTo>
                    <a:pt x="2430120" y="4318"/>
                  </a:lnTo>
                  <a:lnTo>
                    <a:pt x="2425929" y="0"/>
                  </a:lnTo>
                  <a:close/>
                </a:path>
                <a:path w="10390505" h="4652010">
                  <a:moveTo>
                    <a:pt x="2458695" y="0"/>
                  </a:moveTo>
                  <a:lnTo>
                    <a:pt x="2453488" y="0"/>
                  </a:lnTo>
                  <a:lnTo>
                    <a:pt x="2449170" y="4318"/>
                  </a:lnTo>
                  <a:lnTo>
                    <a:pt x="2449170" y="14732"/>
                  </a:lnTo>
                  <a:lnTo>
                    <a:pt x="2453488" y="19050"/>
                  </a:lnTo>
                  <a:lnTo>
                    <a:pt x="2458695" y="19050"/>
                  </a:lnTo>
                  <a:lnTo>
                    <a:pt x="2458695" y="0"/>
                  </a:lnTo>
                  <a:close/>
                </a:path>
                <a:path w="10390505" h="4652010">
                  <a:moveTo>
                    <a:pt x="2464029" y="0"/>
                  </a:moveTo>
                  <a:lnTo>
                    <a:pt x="2458695" y="0"/>
                  </a:lnTo>
                  <a:lnTo>
                    <a:pt x="2458695" y="19050"/>
                  </a:lnTo>
                  <a:lnTo>
                    <a:pt x="2464029" y="19050"/>
                  </a:lnTo>
                  <a:lnTo>
                    <a:pt x="2468220" y="14732"/>
                  </a:lnTo>
                  <a:lnTo>
                    <a:pt x="2468220" y="4318"/>
                  </a:lnTo>
                  <a:lnTo>
                    <a:pt x="2464029" y="0"/>
                  </a:lnTo>
                  <a:close/>
                </a:path>
                <a:path w="10390505" h="4652010">
                  <a:moveTo>
                    <a:pt x="2496795" y="0"/>
                  </a:moveTo>
                  <a:lnTo>
                    <a:pt x="2491588" y="0"/>
                  </a:lnTo>
                  <a:lnTo>
                    <a:pt x="2487270" y="4318"/>
                  </a:lnTo>
                  <a:lnTo>
                    <a:pt x="2487270" y="14732"/>
                  </a:lnTo>
                  <a:lnTo>
                    <a:pt x="2491588" y="19050"/>
                  </a:lnTo>
                  <a:lnTo>
                    <a:pt x="2496795" y="19050"/>
                  </a:lnTo>
                  <a:lnTo>
                    <a:pt x="2496795" y="0"/>
                  </a:lnTo>
                  <a:close/>
                </a:path>
                <a:path w="10390505" h="4652010">
                  <a:moveTo>
                    <a:pt x="2502129" y="0"/>
                  </a:moveTo>
                  <a:lnTo>
                    <a:pt x="2496922" y="0"/>
                  </a:lnTo>
                  <a:lnTo>
                    <a:pt x="2496922" y="19050"/>
                  </a:lnTo>
                  <a:lnTo>
                    <a:pt x="2502129" y="19050"/>
                  </a:lnTo>
                  <a:lnTo>
                    <a:pt x="2506447" y="14732"/>
                  </a:lnTo>
                  <a:lnTo>
                    <a:pt x="2506447" y="4318"/>
                  </a:lnTo>
                  <a:lnTo>
                    <a:pt x="2502129" y="0"/>
                  </a:lnTo>
                  <a:close/>
                </a:path>
                <a:path w="10390505" h="4652010">
                  <a:moveTo>
                    <a:pt x="2535022" y="0"/>
                  </a:moveTo>
                  <a:lnTo>
                    <a:pt x="2529688" y="0"/>
                  </a:lnTo>
                  <a:lnTo>
                    <a:pt x="2525497" y="4318"/>
                  </a:lnTo>
                  <a:lnTo>
                    <a:pt x="2525497" y="14732"/>
                  </a:lnTo>
                  <a:lnTo>
                    <a:pt x="2529688" y="19050"/>
                  </a:lnTo>
                  <a:lnTo>
                    <a:pt x="2535022" y="19050"/>
                  </a:lnTo>
                  <a:lnTo>
                    <a:pt x="2535022" y="0"/>
                  </a:lnTo>
                  <a:close/>
                </a:path>
                <a:path w="10390505" h="4652010">
                  <a:moveTo>
                    <a:pt x="2540229" y="0"/>
                  </a:moveTo>
                  <a:lnTo>
                    <a:pt x="2535022" y="0"/>
                  </a:lnTo>
                  <a:lnTo>
                    <a:pt x="2535022" y="19050"/>
                  </a:lnTo>
                  <a:lnTo>
                    <a:pt x="2540229" y="19050"/>
                  </a:lnTo>
                  <a:lnTo>
                    <a:pt x="2544547" y="14732"/>
                  </a:lnTo>
                  <a:lnTo>
                    <a:pt x="2544547" y="4318"/>
                  </a:lnTo>
                  <a:lnTo>
                    <a:pt x="2540229" y="0"/>
                  </a:lnTo>
                  <a:close/>
                </a:path>
                <a:path w="10390505" h="4652010">
                  <a:moveTo>
                    <a:pt x="2573122" y="0"/>
                  </a:moveTo>
                  <a:lnTo>
                    <a:pt x="2567788" y="0"/>
                  </a:lnTo>
                  <a:lnTo>
                    <a:pt x="2563597" y="4318"/>
                  </a:lnTo>
                  <a:lnTo>
                    <a:pt x="2563597" y="14732"/>
                  </a:lnTo>
                  <a:lnTo>
                    <a:pt x="2567788" y="19050"/>
                  </a:lnTo>
                  <a:lnTo>
                    <a:pt x="2573122" y="19050"/>
                  </a:lnTo>
                  <a:lnTo>
                    <a:pt x="2573122" y="0"/>
                  </a:lnTo>
                  <a:close/>
                </a:path>
                <a:path w="10390505" h="4652010">
                  <a:moveTo>
                    <a:pt x="2578329" y="0"/>
                  </a:moveTo>
                  <a:lnTo>
                    <a:pt x="2573122" y="0"/>
                  </a:lnTo>
                  <a:lnTo>
                    <a:pt x="2573122" y="19050"/>
                  </a:lnTo>
                  <a:lnTo>
                    <a:pt x="2578329" y="19050"/>
                  </a:lnTo>
                  <a:lnTo>
                    <a:pt x="2582647" y="14732"/>
                  </a:lnTo>
                  <a:lnTo>
                    <a:pt x="2582647" y="4318"/>
                  </a:lnTo>
                  <a:lnTo>
                    <a:pt x="2578329" y="0"/>
                  </a:lnTo>
                  <a:close/>
                </a:path>
                <a:path w="10390505" h="4652010">
                  <a:moveTo>
                    <a:pt x="2611222" y="0"/>
                  </a:moveTo>
                  <a:lnTo>
                    <a:pt x="2605888" y="0"/>
                  </a:lnTo>
                  <a:lnTo>
                    <a:pt x="2601697" y="4318"/>
                  </a:lnTo>
                  <a:lnTo>
                    <a:pt x="2601697" y="14732"/>
                  </a:lnTo>
                  <a:lnTo>
                    <a:pt x="2605888" y="19050"/>
                  </a:lnTo>
                  <a:lnTo>
                    <a:pt x="2611222" y="19050"/>
                  </a:lnTo>
                  <a:lnTo>
                    <a:pt x="2611222" y="0"/>
                  </a:lnTo>
                  <a:close/>
                </a:path>
                <a:path w="10390505" h="4652010">
                  <a:moveTo>
                    <a:pt x="2616429" y="0"/>
                  </a:moveTo>
                  <a:lnTo>
                    <a:pt x="2611222" y="0"/>
                  </a:lnTo>
                  <a:lnTo>
                    <a:pt x="2611222" y="19050"/>
                  </a:lnTo>
                  <a:lnTo>
                    <a:pt x="2616429" y="19050"/>
                  </a:lnTo>
                  <a:lnTo>
                    <a:pt x="2620747" y="14732"/>
                  </a:lnTo>
                  <a:lnTo>
                    <a:pt x="2620747" y="4318"/>
                  </a:lnTo>
                  <a:lnTo>
                    <a:pt x="2616429" y="0"/>
                  </a:lnTo>
                  <a:close/>
                </a:path>
                <a:path w="10390505" h="4652010">
                  <a:moveTo>
                    <a:pt x="2649322" y="0"/>
                  </a:moveTo>
                  <a:lnTo>
                    <a:pt x="2644115" y="0"/>
                  </a:lnTo>
                  <a:lnTo>
                    <a:pt x="2639797" y="4318"/>
                  </a:lnTo>
                  <a:lnTo>
                    <a:pt x="2639797" y="14732"/>
                  </a:lnTo>
                  <a:lnTo>
                    <a:pt x="2644115" y="19050"/>
                  </a:lnTo>
                  <a:lnTo>
                    <a:pt x="2649322" y="19050"/>
                  </a:lnTo>
                  <a:lnTo>
                    <a:pt x="2649322" y="0"/>
                  </a:lnTo>
                  <a:close/>
                </a:path>
                <a:path w="10390505" h="4652010">
                  <a:moveTo>
                    <a:pt x="2654656" y="0"/>
                  </a:moveTo>
                  <a:lnTo>
                    <a:pt x="2649322" y="0"/>
                  </a:lnTo>
                  <a:lnTo>
                    <a:pt x="2649322" y="19050"/>
                  </a:lnTo>
                  <a:lnTo>
                    <a:pt x="2654656" y="19050"/>
                  </a:lnTo>
                  <a:lnTo>
                    <a:pt x="2658847" y="14732"/>
                  </a:lnTo>
                  <a:lnTo>
                    <a:pt x="2658847" y="4318"/>
                  </a:lnTo>
                  <a:lnTo>
                    <a:pt x="2654656" y="0"/>
                  </a:lnTo>
                  <a:close/>
                </a:path>
                <a:path w="10390505" h="4652010">
                  <a:moveTo>
                    <a:pt x="2687422" y="0"/>
                  </a:moveTo>
                  <a:lnTo>
                    <a:pt x="2682215" y="0"/>
                  </a:lnTo>
                  <a:lnTo>
                    <a:pt x="2677897" y="4318"/>
                  </a:lnTo>
                  <a:lnTo>
                    <a:pt x="2677897" y="14732"/>
                  </a:lnTo>
                  <a:lnTo>
                    <a:pt x="2682215" y="19050"/>
                  </a:lnTo>
                  <a:lnTo>
                    <a:pt x="2687422" y="19050"/>
                  </a:lnTo>
                  <a:lnTo>
                    <a:pt x="2687422" y="0"/>
                  </a:lnTo>
                  <a:close/>
                </a:path>
                <a:path w="10390505" h="4652010">
                  <a:moveTo>
                    <a:pt x="2692756" y="0"/>
                  </a:moveTo>
                  <a:lnTo>
                    <a:pt x="2687422" y="0"/>
                  </a:lnTo>
                  <a:lnTo>
                    <a:pt x="2687422" y="19050"/>
                  </a:lnTo>
                  <a:lnTo>
                    <a:pt x="2692756" y="19050"/>
                  </a:lnTo>
                  <a:lnTo>
                    <a:pt x="2696947" y="14732"/>
                  </a:lnTo>
                  <a:lnTo>
                    <a:pt x="2696947" y="4318"/>
                  </a:lnTo>
                  <a:lnTo>
                    <a:pt x="2692756" y="0"/>
                  </a:lnTo>
                  <a:close/>
                </a:path>
                <a:path w="10390505" h="4652010">
                  <a:moveTo>
                    <a:pt x="2725522" y="0"/>
                  </a:moveTo>
                  <a:lnTo>
                    <a:pt x="2720315" y="0"/>
                  </a:lnTo>
                  <a:lnTo>
                    <a:pt x="2715997" y="4318"/>
                  </a:lnTo>
                  <a:lnTo>
                    <a:pt x="2715997" y="14732"/>
                  </a:lnTo>
                  <a:lnTo>
                    <a:pt x="2720315" y="19050"/>
                  </a:lnTo>
                  <a:lnTo>
                    <a:pt x="2725522" y="19050"/>
                  </a:lnTo>
                  <a:lnTo>
                    <a:pt x="2725522" y="0"/>
                  </a:lnTo>
                  <a:close/>
                </a:path>
                <a:path w="10390505" h="4652010">
                  <a:moveTo>
                    <a:pt x="2730856" y="0"/>
                  </a:moveTo>
                  <a:lnTo>
                    <a:pt x="2725522" y="0"/>
                  </a:lnTo>
                  <a:lnTo>
                    <a:pt x="2725522" y="19050"/>
                  </a:lnTo>
                  <a:lnTo>
                    <a:pt x="2730856" y="19050"/>
                  </a:lnTo>
                  <a:lnTo>
                    <a:pt x="2735047" y="14732"/>
                  </a:lnTo>
                  <a:lnTo>
                    <a:pt x="2735047" y="4318"/>
                  </a:lnTo>
                  <a:lnTo>
                    <a:pt x="2730856" y="0"/>
                  </a:lnTo>
                  <a:close/>
                </a:path>
                <a:path w="10390505" h="4652010">
                  <a:moveTo>
                    <a:pt x="2763622" y="0"/>
                  </a:moveTo>
                  <a:lnTo>
                    <a:pt x="2758415" y="0"/>
                  </a:lnTo>
                  <a:lnTo>
                    <a:pt x="2754097" y="4318"/>
                  </a:lnTo>
                  <a:lnTo>
                    <a:pt x="2754097" y="14732"/>
                  </a:lnTo>
                  <a:lnTo>
                    <a:pt x="2758415" y="19050"/>
                  </a:lnTo>
                  <a:lnTo>
                    <a:pt x="2763622" y="19050"/>
                  </a:lnTo>
                  <a:lnTo>
                    <a:pt x="2763622" y="0"/>
                  </a:lnTo>
                  <a:close/>
                </a:path>
                <a:path w="10390505" h="4652010">
                  <a:moveTo>
                    <a:pt x="2768956" y="0"/>
                  </a:moveTo>
                  <a:lnTo>
                    <a:pt x="2763749" y="0"/>
                  </a:lnTo>
                  <a:lnTo>
                    <a:pt x="2763749" y="19050"/>
                  </a:lnTo>
                  <a:lnTo>
                    <a:pt x="2768956" y="19050"/>
                  </a:lnTo>
                  <a:lnTo>
                    <a:pt x="2773274" y="14732"/>
                  </a:lnTo>
                  <a:lnTo>
                    <a:pt x="2773274" y="4318"/>
                  </a:lnTo>
                  <a:lnTo>
                    <a:pt x="2768956" y="0"/>
                  </a:lnTo>
                  <a:close/>
                </a:path>
                <a:path w="10390505" h="4652010">
                  <a:moveTo>
                    <a:pt x="2801849" y="0"/>
                  </a:moveTo>
                  <a:lnTo>
                    <a:pt x="2796515" y="0"/>
                  </a:lnTo>
                  <a:lnTo>
                    <a:pt x="2792324" y="4318"/>
                  </a:lnTo>
                  <a:lnTo>
                    <a:pt x="2792324" y="14732"/>
                  </a:lnTo>
                  <a:lnTo>
                    <a:pt x="2796515" y="19050"/>
                  </a:lnTo>
                  <a:lnTo>
                    <a:pt x="2801849" y="19050"/>
                  </a:lnTo>
                  <a:lnTo>
                    <a:pt x="2801849" y="0"/>
                  </a:lnTo>
                  <a:close/>
                </a:path>
                <a:path w="10390505" h="4652010">
                  <a:moveTo>
                    <a:pt x="2807056" y="0"/>
                  </a:moveTo>
                  <a:lnTo>
                    <a:pt x="2801849" y="0"/>
                  </a:lnTo>
                  <a:lnTo>
                    <a:pt x="2801849" y="19050"/>
                  </a:lnTo>
                  <a:lnTo>
                    <a:pt x="2807056" y="19050"/>
                  </a:lnTo>
                  <a:lnTo>
                    <a:pt x="2811374" y="14732"/>
                  </a:lnTo>
                  <a:lnTo>
                    <a:pt x="2811374" y="4318"/>
                  </a:lnTo>
                  <a:lnTo>
                    <a:pt x="2807056" y="0"/>
                  </a:lnTo>
                  <a:close/>
                </a:path>
                <a:path w="10390505" h="4652010">
                  <a:moveTo>
                    <a:pt x="2839949" y="0"/>
                  </a:moveTo>
                  <a:lnTo>
                    <a:pt x="2834615" y="0"/>
                  </a:lnTo>
                  <a:lnTo>
                    <a:pt x="2830424" y="4318"/>
                  </a:lnTo>
                  <a:lnTo>
                    <a:pt x="2830424" y="14732"/>
                  </a:lnTo>
                  <a:lnTo>
                    <a:pt x="2834615" y="19050"/>
                  </a:lnTo>
                  <a:lnTo>
                    <a:pt x="2839949" y="19050"/>
                  </a:lnTo>
                  <a:lnTo>
                    <a:pt x="2839949" y="0"/>
                  </a:lnTo>
                  <a:close/>
                </a:path>
                <a:path w="10390505" h="4652010">
                  <a:moveTo>
                    <a:pt x="2845156" y="0"/>
                  </a:moveTo>
                  <a:lnTo>
                    <a:pt x="2839949" y="0"/>
                  </a:lnTo>
                  <a:lnTo>
                    <a:pt x="2839949" y="19050"/>
                  </a:lnTo>
                  <a:lnTo>
                    <a:pt x="2845156" y="19050"/>
                  </a:lnTo>
                  <a:lnTo>
                    <a:pt x="2849474" y="14732"/>
                  </a:lnTo>
                  <a:lnTo>
                    <a:pt x="2849474" y="4318"/>
                  </a:lnTo>
                  <a:lnTo>
                    <a:pt x="2845156" y="0"/>
                  </a:lnTo>
                  <a:close/>
                </a:path>
                <a:path w="10390505" h="4652010">
                  <a:moveTo>
                    <a:pt x="2878049" y="0"/>
                  </a:moveTo>
                  <a:lnTo>
                    <a:pt x="2872842" y="0"/>
                  </a:lnTo>
                  <a:lnTo>
                    <a:pt x="2868524" y="4318"/>
                  </a:lnTo>
                  <a:lnTo>
                    <a:pt x="2868524" y="14732"/>
                  </a:lnTo>
                  <a:lnTo>
                    <a:pt x="2872842" y="19050"/>
                  </a:lnTo>
                  <a:lnTo>
                    <a:pt x="2878049" y="19050"/>
                  </a:lnTo>
                  <a:lnTo>
                    <a:pt x="2878049" y="0"/>
                  </a:lnTo>
                  <a:close/>
                </a:path>
                <a:path w="10390505" h="4652010">
                  <a:moveTo>
                    <a:pt x="2883383" y="0"/>
                  </a:moveTo>
                  <a:lnTo>
                    <a:pt x="2878049" y="0"/>
                  </a:lnTo>
                  <a:lnTo>
                    <a:pt x="2878049" y="19050"/>
                  </a:lnTo>
                  <a:lnTo>
                    <a:pt x="2883383" y="19050"/>
                  </a:lnTo>
                  <a:lnTo>
                    <a:pt x="2887574" y="14732"/>
                  </a:lnTo>
                  <a:lnTo>
                    <a:pt x="2887574" y="4318"/>
                  </a:lnTo>
                  <a:lnTo>
                    <a:pt x="2883383" y="0"/>
                  </a:lnTo>
                  <a:close/>
                </a:path>
                <a:path w="10390505" h="4652010">
                  <a:moveTo>
                    <a:pt x="2916149" y="0"/>
                  </a:moveTo>
                  <a:lnTo>
                    <a:pt x="2910942" y="0"/>
                  </a:lnTo>
                  <a:lnTo>
                    <a:pt x="2906624" y="4318"/>
                  </a:lnTo>
                  <a:lnTo>
                    <a:pt x="2906624" y="14732"/>
                  </a:lnTo>
                  <a:lnTo>
                    <a:pt x="2910942" y="19050"/>
                  </a:lnTo>
                  <a:lnTo>
                    <a:pt x="2916149" y="19050"/>
                  </a:lnTo>
                  <a:lnTo>
                    <a:pt x="2916149" y="0"/>
                  </a:lnTo>
                  <a:close/>
                </a:path>
                <a:path w="10390505" h="4652010">
                  <a:moveTo>
                    <a:pt x="2921483" y="0"/>
                  </a:moveTo>
                  <a:lnTo>
                    <a:pt x="2916149" y="0"/>
                  </a:lnTo>
                  <a:lnTo>
                    <a:pt x="2916149" y="19050"/>
                  </a:lnTo>
                  <a:lnTo>
                    <a:pt x="2921483" y="19050"/>
                  </a:lnTo>
                  <a:lnTo>
                    <a:pt x="2925674" y="14732"/>
                  </a:lnTo>
                  <a:lnTo>
                    <a:pt x="2925674" y="4318"/>
                  </a:lnTo>
                  <a:lnTo>
                    <a:pt x="2921483" y="0"/>
                  </a:lnTo>
                  <a:close/>
                </a:path>
                <a:path w="10390505" h="4652010">
                  <a:moveTo>
                    <a:pt x="2954249" y="0"/>
                  </a:moveTo>
                  <a:lnTo>
                    <a:pt x="2949042" y="0"/>
                  </a:lnTo>
                  <a:lnTo>
                    <a:pt x="2944724" y="4318"/>
                  </a:lnTo>
                  <a:lnTo>
                    <a:pt x="2944724" y="14732"/>
                  </a:lnTo>
                  <a:lnTo>
                    <a:pt x="2949042" y="19050"/>
                  </a:lnTo>
                  <a:lnTo>
                    <a:pt x="2954249" y="19050"/>
                  </a:lnTo>
                  <a:lnTo>
                    <a:pt x="2954249" y="0"/>
                  </a:lnTo>
                  <a:close/>
                </a:path>
                <a:path w="10390505" h="4652010">
                  <a:moveTo>
                    <a:pt x="2959583" y="0"/>
                  </a:moveTo>
                  <a:lnTo>
                    <a:pt x="2954249" y="0"/>
                  </a:lnTo>
                  <a:lnTo>
                    <a:pt x="2954249" y="19050"/>
                  </a:lnTo>
                  <a:lnTo>
                    <a:pt x="2959583" y="19050"/>
                  </a:lnTo>
                  <a:lnTo>
                    <a:pt x="2963774" y="14732"/>
                  </a:lnTo>
                  <a:lnTo>
                    <a:pt x="2963774" y="4318"/>
                  </a:lnTo>
                  <a:lnTo>
                    <a:pt x="2959583" y="0"/>
                  </a:lnTo>
                  <a:close/>
                </a:path>
                <a:path w="10390505" h="4652010">
                  <a:moveTo>
                    <a:pt x="2992349" y="0"/>
                  </a:moveTo>
                  <a:lnTo>
                    <a:pt x="2987142" y="0"/>
                  </a:lnTo>
                  <a:lnTo>
                    <a:pt x="2982824" y="4318"/>
                  </a:lnTo>
                  <a:lnTo>
                    <a:pt x="2982824" y="14732"/>
                  </a:lnTo>
                  <a:lnTo>
                    <a:pt x="2987142" y="19050"/>
                  </a:lnTo>
                  <a:lnTo>
                    <a:pt x="2992349" y="19050"/>
                  </a:lnTo>
                  <a:lnTo>
                    <a:pt x="2992349" y="0"/>
                  </a:lnTo>
                  <a:close/>
                </a:path>
                <a:path w="10390505" h="4652010">
                  <a:moveTo>
                    <a:pt x="2992476" y="12700"/>
                  </a:moveTo>
                  <a:lnTo>
                    <a:pt x="2992349" y="12700"/>
                  </a:lnTo>
                  <a:lnTo>
                    <a:pt x="2992349" y="19050"/>
                  </a:lnTo>
                  <a:lnTo>
                    <a:pt x="2992476" y="19050"/>
                  </a:lnTo>
                  <a:lnTo>
                    <a:pt x="2992476" y="12700"/>
                  </a:lnTo>
                  <a:close/>
                </a:path>
                <a:path w="10390505" h="4652010">
                  <a:moveTo>
                    <a:pt x="2997683" y="0"/>
                  </a:moveTo>
                  <a:lnTo>
                    <a:pt x="2992476" y="0"/>
                  </a:lnTo>
                  <a:lnTo>
                    <a:pt x="2992476" y="19050"/>
                  </a:lnTo>
                  <a:lnTo>
                    <a:pt x="2997683" y="19050"/>
                  </a:lnTo>
                  <a:lnTo>
                    <a:pt x="3002001" y="14732"/>
                  </a:lnTo>
                  <a:lnTo>
                    <a:pt x="3002001" y="4318"/>
                  </a:lnTo>
                  <a:lnTo>
                    <a:pt x="2997683" y="0"/>
                  </a:lnTo>
                  <a:close/>
                </a:path>
                <a:path w="10390505" h="4652010">
                  <a:moveTo>
                    <a:pt x="2992476" y="0"/>
                  </a:moveTo>
                  <a:lnTo>
                    <a:pt x="2992349" y="0"/>
                  </a:lnTo>
                  <a:lnTo>
                    <a:pt x="2992349" y="6350"/>
                  </a:lnTo>
                  <a:lnTo>
                    <a:pt x="2992476" y="6350"/>
                  </a:lnTo>
                  <a:lnTo>
                    <a:pt x="2992476" y="0"/>
                  </a:lnTo>
                  <a:close/>
                </a:path>
                <a:path w="10390505" h="4652010">
                  <a:moveTo>
                    <a:pt x="3030576" y="0"/>
                  </a:moveTo>
                  <a:lnTo>
                    <a:pt x="3025242" y="0"/>
                  </a:lnTo>
                  <a:lnTo>
                    <a:pt x="3021051" y="4318"/>
                  </a:lnTo>
                  <a:lnTo>
                    <a:pt x="3021051" y="14732"/>
                  </a:lnTo>
                  <a:lnTo>
                    <a:pt x="3025242" y="19050"/>
                  </a:lnTo>
                  <a:lnTo>
                    <a:pt x="3030576" y="19050"/>
                  </a:lnTo>
                  <a:lnTo>
                    <a:pt x="3030576" y="0"/>
                  </a:lnTo>
                  <a:close/>
                </a:path>
                <a:path w="10390505" h="4652010">
                  <a:moveTo>
                    <a:pt x="3035783" y="0"/>
                  </a:moveTo>
                  <a:lnTo>
                    <a:pt x="3030576" y="0"/>
                  </a:lnTo>
                  <a:lnTo>
                    <a:pt x="3030576" y="19050"/>
                  </a:lnTo>
                  <a:lnTo>
                    <a:pt x="3035783" y="19050"/>
                  </a:lnTo>
                  <a:lnTo>
                    <a:pt x="3040101" y="14732"/>
                  </a:lnTo>
                  <a:lnTo>
                    <a:pt x="3040101" y="4318"/>
                  </a:lnTo>
                  <a:lnTo>
                    <a:pt x="3035783" y="0"/>
                  </a:lnTo>
                  <a:close/>
                </a:path>
                <a:path w="10390505" h="4652010">
                  <a:moveTo>
                    <a:pt x="3068676" y="0"/>
                  </a:moveTo>
                  <a:lnTo>
                    <a:pt x="3063342" y="0"/>
                  </a:lnTo>
                  <a:lnTo>
                    <a:pt x="3059151" y="4318"/>
                  </a:lnTo>
                  <a:lnTo>
                    <a:pt x="3059151" y="14732"/>
                  </a:lnTo>
                  <a:lnTo>
                    <a:pt x="3063342" y="19050"/>
                  </a:lnTo>
                  <a:lnTo>
                    <a:pt x="3068676" y="19050"/>
                  </a:lnTo>
                  <a:lnTo>
                    <a:pt x="3068676" y="0"/>
                  </a:lnTo>
                  <a:close/>
                </a:path>
                <a:path w="10390505" h="4652010">
                  <a:moveTo>
                    <a:pt x="3073883" y="0"/>
                  </a:moveTo>
                  <a:lnTo>
                    <a:pt x="3068676" y="0"/>
                  </a:lnTo>
                  <a:lnTo>
                    <a:pt x="3068676" y="19050"/>
                  </a:lnTo>
                  <a:lnTo>
                    <a:pt x="3073883" y="19050"/>
                  </a:lnTo>
                  <a:lnTo>
                    <a:pt x="3078201" y="14732"/>
                  </a:lnTo>
                  <a:lnTo>
                    <a:pt x="3078201" y="4318"/>
                  </a:lnTo>
                  <a:lnTo>
                    <a:pt x="3073883" y="0"/>
                  </a:lnTo>
                  <a:close/>
                </a:path>
                <a:path w="10390505" h="4652010">
                  <a:moveTo>
                    <a:pt x="3106776" y="0"/>
                  </a:moveTo>
                  <a:lnTo>
                    <a:pt x="3101442" y="0"/>
                  </a:lnTo>
                  <a:lnTo>
                    <a:pt x="3097251" y="4318"/>
                  </a:lnTo>
                  <a:lnTo>
                    <a:pt x="3097251" y="14732"/>
                  </a:lnTo>
                  <a:lnTo>
                    <a:pt x="3101442" y="19050"/>
                  </a:lnTo>
                  <a:lnTo>
                    <a:pt x="3106776" y="19050"/>
                  </a:lnTo>
                  <a:lnTo>
                    <a:pt x="3106776" y="0"/>
                  </a:lnTo>
                  <a:close/>
                </a:path>
                <a:path w="10390505" h="4652010">
                  <a:moveTo>
                    <a:pt x="3111983" y="0"/>
                  </a:moveTo>
                  <a:lnTo>
                    <a:pt x="3106776" y="0"/>
                  </a:lnTo>
                  <a:lnTo>
                    <a:pt x="3106776" y="19050"/>
                  </a:lnTo>
                  <a:lnTo>
                    <a:pt x="3111983" y="19050"/>
                  </a:lnTo>
                  <a:lnTo>
                    <a:pt x="3116301" y="14732"/>
                  </a:lnTo>
                  <a:lnTo>
                    <a:pt x="3116301" y="4318"/>
                  </a:lnTo>
                  <a:lnTo>
                    <a:pt x="3111983" y="0"/>
                  </a:lnTo>
                  <a:close/>
                </a:path>
                <a:path w="10390505" h="4652010">
                  <a:moveTo>
                    <a:pt x="3144876" y="0"/>
                  </a:moveTo>
                  <a:lnTo>
                    <a:pt x="3139669" y="0"/>
                  </a:lnTo>
                  <a:lnTo>
                    <a:pt x="3135351" y="4318"/>
                  </a:lnTo>
                  <a:lnTo>
                    <a:pt x="3135351" y="14732"/>
                  </a:lnTo>
                  <a:lnTo>
                    <a:pt x="3139669" y="19050"/>
                  </a:lnTo>
                  <a:lnTo>
                    <a:pt x="3144876" y="19050"/>
                  </a:lnTo>
                  <a:lnTo>
                    <a:pt x="3144876" y="0"/>
                  </a:lnTo>
                  <a:close/>
                </a:path>
                <a:path w="10390505" h="4652010">
                  <a:moveTo>
                    <a:pt x="3150210" y="0"/>
                  </a:moveTo>
                  <a:lnTo>
                    <a:pt x="3144876" y="0"/>
                  </a:lnTo>
                  <a:lnTo>
                    <a:pt x="3144876" y="19050"/>
                  </a:lnTo>
                  <a:lnTo>
                    <a:pt x="3150210" y="19050"/>
                  </a:lnTo>
                  <a:lnTo>
                    <a:pt x="3154401" y="14732"/>
                  </a:lnTo>
                  <a:lnTo>
                    <a:pt x="3154401" y="4318"/>
                  </a:lnTo>
                  <a:lnTo>
                    <a:pt x="3150210" y="0"/>
                  </a:lnTo>
                  <a:close/>
                </a:path>
                <a:path w="10390505" h="4652010">
                  <a:moveTo>
                    <a:pt x="3182976" y="0"/>
                  </a:moveTo>
                  <a:lnTo>
                    <a:pt x="3177769" y="0"/>
                  </a:lnTo>
                  <a:lnTo>
                    <a:pt x="3173451" y="4318"/>
                  </a:lnTo>
                  <a:lnTo>
                    <a:pt x="3173451" y="14732"/>
                  </a:lnTo>
                  <a:lnTo>
                    <a:pt x="3177769" y="19050"/>
                  </a:lnTo>
                  <a:lnTo>
                    <a:pt x="3182976" y="19050"/>
                  </a:lnTo>
                  <a:lnTo>
                    <a:pt x="3182976" y="0"/>
                  </a:lnTo>
                  <a:close/>
                </a:path>
                <a:path w="10390505" h="4652010">
                  <a:moveTo>
                    <a:pt x="3188310" y="0"/>
                  </a:moveTo>
                  <a:lnTo>
                    <a:pt x="3182976" y="0"/>
                  </a:lnTo>
                  <a:lnTo>
                    <a:pt x="3182976" y="19050"/>
                  </a:lnTo>
                  <a:lnTo>
                    <a:pt x="3188310" y="19050"/>
                  </a:lnTo>
                  <a:lnTo>
                    <a:pt x="3192501" y="14732"/>
                  </a:lnTo>
                  <a:lnTo>
                    <a:pt x="3192501" y="4318"/>
                  </a:lnTo>
                  <a:lnTo>
                    <a:pt x="3188310" y="0"/>
                  </a:lnTo>
                  <a:close/>
                </a:path>
                <a:path w="10390505" h="4652010">
                  <a:moveTo>
                    <a:pt x="3221076" y="0"/>
                  </a:moveTo>
                  <a:lnTo>
                    <a:pt x="3215869" y="0"/>
                  </a:lnTo>
                  <a:lnTo>
                    <a:pt x="3211551" y="4318"/>
                  </a:lnTo>
                  <a:lnTo>
                    <a:pt x="3211551" y="14732"/>
                  </a:lnTo>
                  <a:lnTo>
                    <a:pt x="3215869" y="19050"/>
                  </a:lnTo>
                  <a:lnTo>
                    <a:pt x="3221076" y="19050"/>
                  </a:lnTo>
                  <a:lnTo>
                    <a:pt x="3221076" y="0"/>
                  </a:lnTo>
                  <a:close/>
                </a:path>
                <a:path w="10390505" h="4652010">
                  <a:moveTo>
                    <a:pt x="3226410" y="0"/>
                  </a:moveTo>
                  <a:lnTo>
                    <a:pt x="3221076" y="0"/>
                  </a:lnTo>
                  <a:lnTo>
                    <a:pt x="3221076" y="19050"/>
                  </a:lnTo>
                  <a:lnTo>
                    <a:pt x="3226410" y="19050"/>
                  </a:lnTo>
                  <a:lnTo>
                    <a:pt x="3230601" y="14732"/>
                  </a:lnTo>
                  <a:lnTo>
                    <a:pt x="3230601" y="4318"/>
                  </a:lnTo>
                  <a:lnTo>
                    <a:pt x="3226410" y="0"/>
                  </a:lnTo>
                  <a:close/>
                </a:path>
                <a:path w="10390505" h="4652010">
                  <a:moveTo>
                    <a:pt x="3259176" y="0"/>
                  </a:moveTo>
                  <a:lnTo>
                    <a:pt x="3253969" y="0"/>
                  </a:lnTo>
                  <a:lnTo>
                    <a:pt x="3249651" y="4318"/>
                  </a:lnTo>
                  <a:lnTo>
                    <a:pt x="3249651" y="14732"/>
                  </a:lnTo>
                  <a:lnTo>
                    <a:pt x="3253969" y="19050"/>
                  </a:lnTo>
                  <a:lnTo>
                    <a:pt x="3259176" y="19050"/>
                  </a:lnTo>
                  <a:lnTo>
                    <a:pt x="3259176" y="0"/>
                  </a:lnTo>
                  <a:close/>
                </a:path>
                <a:path w="10390505" h="4652010">
                  <a:moveTo>
                    <a:pt x="3264510" y="0"/>
                  </a:moveTo>
                  <a:lnTo>
                    <a:pt x="3259303" y="0"/>
                  </a:lnTo>
                  <a:lnTo>
                    <a:pt x="3259303" y="19050"/>
                  </a:lnTo>
                  <a:lnTo>
                    <a:pt x="3264510" y="19050"/>
                  </a:lnTo>
                  <a:lnTo>
                    <a:pt x="3268828" y="14732"/>
                  </a:lnTo>
                  <a:lnTo>
                    <a:pt x="3268828" y="4318"/>
                  </a:lnTo>
                  <a:lnTo>
                    <a:pt x="3264510" y="0"/>
                  </a:lnTo>
                  <a:close/>
                </a:path>
                <a:path w="10390505" h="4652010">
                  <a:moveTo>
                    <a:pt x="3297403" y="0"/>
                  </a:moveTo>
                  <a:lnTo>
                    <a:pt x="3292069" y="0"/>
                  </a:lnTo>
                  <a:lnTo>
                    <a:pt x="3287878" y="4318"/>
                  </a:lnTo>
                  <a:lnTo>
                    <a:pt x="3287878" y="14732"/>
                  </a:lnTo>
                  <a:lnTo>
                    <a:pt x="3292069" y="19050"/>
                  </a:lnTo>
                  <a:lnTo>
                    <a:pt x="3297403" y="19050"/>
                  </a:lnTo>
                  <a:lnTo>
                    <a:pt x="3297403" y="0"/>
                  </a:lnTo>
                  <a:close/>
                </a:path>
                <a:path w="10390505" h="4652010">
                  <a:moveTo>
                    <a:pt x="3302610" y="0"/>
                  </a:moveTo>
                  <a:lnTo>
                    <a:pt x="3297403" y="0"/>
                  </a:lnTo>
                  <a:lnTo>
                    <a:pt x="3297403" y="19050"/>
                  </a:lnTo>
                  <a:lnTo>
                    <a:pt x="3302610" y="19050"/>
                  </a:lnTo>
                  <a:lnTo>
                    <a:pt x="3306928" y="14732"/>
                  </a:lnTo>
                  <a:lnTo>
                    <a:pt x="3306928" y="4318"/>
                  </a:lnTo>
                  <a:lnTo>
                    <a:pt x="3302610" y="0"/>
                  </a:lnTo>
                  <a:close/>
                </a:path>
                <a:path w="10390505" h="4652010">
                  <a:moveTo>
                    <a:pt x="3335503" y="0"/>
                  </a:moveTo>
                  <a:lnTo>
                    <a:pt x="3330169" y="0"/>
                  </a:lnTo>
                  <a:lnTo>
                    <a:pt x="3325978" y="4318"/>
                  </a:lnTo>
                  <a:lnTo>
                    <a:pt x="3325978" y="14732"/>
                  </a:lnTo>
                  <a:lnTo>
                    <a:pt x="3330169" y="19050"/>
                  </a:lnTo>
                  <a:lnTo>
                    <a:pt x="3335503" y="19050"/>
                  </a:lnTo>
                  <a:lnTo>
                    <a:pt x="3335503" y="0"/>
                  </a:lnTo>
                  <a:close/>
                </a:path>
                <a:path w="10390505" h="4652010">
                  <a:moveTo>
                    <a:pt x="3340710" y="0"/>
                  </a:moveTo>
                  <a:lnTo>
                    <a:pt x="3335503" y="0"/>
                  </a:lnTo>
                  <a:lnTo>
                    <a:pt x="3335503" y="19050"/>
                  </a:lnTo>
                  <a:lnTo>
                    <a:pt x="3340710" y="19050"/>
                  </a:lnTo>
                  <a:lnTo>
                    <a:pt x="3345028" y="14732"/>
                  </a:lnTo>
                  <a:lnTo>
                    <a:pt x="3345028" y="4318"/>
                  </a:lnTo>
                  <a:lnTo>
                    <a:pt x="3340710" y="0"/>
                  </a:lnTo>
                  <a:close/>
                </a:path>
                <a:path w="10390505" h="4652010">
                  <a:moveTo>
                    <a:pt x="3373603" y="0"/>
                  </a:moveTo>
                  <a:lnTo>
                    <a:pt x="3368269" y="0"/>
                  </a:lnTo>
                  <a:lnTo>
                    <a:pt x="3364078" y="4318"/>
                  </a:lnTo>
                  <a:lnTo>
                    <a:pt x="3364078" y="14732"/>
                  </a:lnTo>
                  <a:lnTo>
                    <a:pt x="3368269" y="19050"/>
                  </a:lnTo>
                  <a:lnTo>
                    <a:pt x="3373603" y="19050"/>
                  </a:lnTo>
                  <a:lnTo>
                    <a:pt x="3373603" y="0"/>
                  </a:lnTo>
                  <a:close/>
                </a:path>
                <a:path w="10390505" h="4652010">
                  <a:moveTo>
                    <a:pt x="3378810" y="0"/>
                  </a:moveTo>
                  <a:lnTo>
                    <a:pt x="3373603" y="0"/>
                  </a:lnTo>
                  <a:lnTo>
                    <a:pt x="3373603" y="19050"/>
                  </a:lnTo>
                  <a:lnTo>
                    <a:pt x="3378810" y="19050"/>
                  </a:lnTo>
                  <a:lnTo>
                    <a:pt x="3383128" y="14732"/>
                  </a:lnTo>
                  <a:lnTo>
                    <a:pt x="3383128" y="4318"/>
                  </a:lnTo>
                  <a:lnTo>
                    <a:pt x="3378810" y="0"/>
                  </a:lnTo>
                  <a:close/>
                </a:path>
                <a:path w="10390505" h="4652010">
                  <a:moveTo>
                    <a:pt x="3411703" y="0"/>
                  </a:moveTo>
                  <a:lnTo>
                    <a:pt x="3406496" y="0"/>
                  </a:lnTo>
                  <a:lnTo>
                    <a:pt x="3402178" y="4318"/>
                  </a:lnTo>
                  <a:lnTo>
                    <a:pt x="3402178" y="14732"/>
                  </a:lnTo>
                  <a:lnTo>
                    <a:pt x="3406496" y="19050"/>
                  </a:lnTo>
                  <a:lnTo>
                    <a:pt x="3411703" y="19050"/>
                  </a:lnTo>
                  <a:lnTo>
                    <a:pt x="3411703" y="0"/>
                  </a:lnTo>
                  <a:close/>
                </a:path>
                <a:path w="10390505" h="4652010">
                  <a:moveTo>
                    <a:pt x="3417037" y="0"/>
                  </a:moveTo>
                  <a:lnTo>
                    <a:pt x="3411703" y="0"/>
                  </a:lnTo>
                  <a:lnTo>
                    <a:pt x="3411703" y="19050"/>
                  </a:lnTo>
                  <a:lnTo>
                    <a:pt x="3417037" y="19050"/>
                  </a:lnTo>
                  <a:lnTo>
                    <a:pt x="3421228" y="14732"/>
                  </a:lnTo>
                  <a:lnTo>
                    <a:pt x="3421228" y="4318"/>
                  </a:lnTo>
                  <a:lnTo>
                    <a:pt x="3417037" y="0"/>
                  </a:lnTo>
                  <a:close/>
                </a:path>
                <a:path w="10390505" h="4652010">
                  <a:moveTo>
                    <a:pt x="3449803" y="0"/>
                  </a:moveTo>
                  <a:lnTo>
                    <a:pt x="3444596" y="0"/>
                  </a:lnTo>
                  <a:lnTo>
                    <a:pt x="3440278" y="4318"/>
                  </a:lnTo>
                  <a:lnTo>
                    <a:pt x="3440278" y="14732"/>
                  </a:lnTo>
                  <a:lnTo>
                    <a:pt x="3444596" y="19050"/>
                  </a:lnTo>
                  <a:lnTo>
                    <a:pt x="3449803" y="19050"/>
                  </a:lnTo>
                  <a:lnTo>
                    <a:pt x="3449803" y="0"/>
                  </a:lnTo>
                  <a:close/>
                </a:path>
                <a:path w="10390505" h="4652010">
                  <a:moveTo>
                    <a:pt x="3455137" y="0"/>
                  </a:moveTo>
                  <a:lnTo>
                    <a:pt x="3449803" y="0"/>
                  </a:lnTo>
                  <a:lnTo>
                    <a:pt x="3449803" y="19050"/>
                  </a:lnTo>
                  <a:lnTo>
                    <a:pt x="3455137" y="19050"/>
                  </a:lnTo>
                  <a:lnTo>
                    <a:pt x="3459328" y="14732"/>
                  </a:lnTo>
                  <a:lnTo>
                    <a:pt x="3459328" y="4318"/>
                  </a:lnTo>
                  <a:lnTo>
                    <a:pt x="3455137" y="0"/>
                  </a:lnTo>
                  <a:close/>
                </a:path>
                <a:path w="10390505" h="4652010">
                  <a:moveTo>
                    <a:pt x="3487903" y="0"/>
                  </a:moveTo>
                  <a:lnTo>
                    <a:pt x="3482696" y="0"/>
                  </a:lnTo>
                  <a:lnTo>
                    <a:pt x="3478378" y="4318"/>
                  </a:lnTo>
                  <a:lnTo>
                    <a:pt x="3478378" y="14732"/>
                  </a:lnTo>
                  <a:lnTo>
                    <a:pt x="3482696" y="19050"/>
                  </a:lnTo>
                  <a:lnTo>
                    <a:pt x="3487903" y="19050"/>
                  </a:lnTo>
                  <a:lnTo>
                    <a:pt x="3487903" y="0"/>
                  </a:lnTo>
                  <a:close/>
                </a:path>
                <a:path w="10390505" h="4652010">
                  <a:moveTo>
                    <a:pt x="3493237" y="0"/>
                  </a:moveTo>
                  <a:lnTo>
                    <a:pt x="3488030" y="0"/>
                  </a:lnTo>
                  <a:lnTo>
                    <a:pt x="3488030" y="19050"/>
                  </a:lnTo>
                  <a:lnTo>
                    <a:pt x="3493237" y="19050"/>
                  </a:lnTo>
                  <a:lnTo>
                    <a:pt x="3497555" y="14732"/>
                  </a:lnTo>
                  <a:lnTo>
                    <a:pt x="3497555" y="4318"/>
                  </a:lnTo>
                  <a:lnTo>
                    <a:pt x="3493237" y="0"/>
                  </a:lnTo>
                  <a:close/>
                </a:path>
                <a:path w="10390505" h="4652010">
                  <a:moveTo>
                    <a:pt x="3526130" y="0"/>
                  </a:moveTo>
                  <a:lnTo>
                    <a:pt x="3520796" y="0"/>
                  </a:lnTo>
                  <a:lnTo>
                    <a:pt x="3516605" y="4318"/>
                  </a:lnTo>
                  <a:lnTo>
                    <a:pt x="3516605" y="14732"/>
                  </a:lnTo>
                  <a:lnTo>
                    <a:pt x="3520796" y="19050"/>
                  </a:lnTo>
                  <a:lnTo>
                    <a:pt x="3526130" y="19050"/>
                  </a:lnTo>
                  <a:lnTo>
                    <a:pt x="3526130" y="0"/>
                  </a:lnTo>
                  <a:close/>
                </a:path>
                <a:path w="10390505" h="4652010">
                  <a:moveTo>
                    <a:pt x="3531337" y="0"/>
                  </a:moveTo>
                  <a:lnTo>
                    <a:pt x="3526130" y="0"/>
                  </a:lnTo>
                  <a:lnTo>
                    <a:pt x="3526130" y="19050"/>
                  </a:lnTo>
                  <a:lnTo>
                    <a:pt x="3531337" y="19050"/>
                  </a:lnTo>
                  <a:lnTo>
                    <a:pt x="3535655" y="14732"/>
                  </a:lnTo>
                  <a:lnTo>
                    <a:pt x="3535655" y="4318"/>
                  </a:lnTo>
                  <a:lnTo>
                    <a:pt x="3531337" y="0"/>
                  </a:lnTo>
                  <a:close/>
                </a:path>
                <a:path w="10390505" h="4652010">
                  <a:moveTo>
                    <a:pt x="3564230" y="0"/>
                  </a:moveTo>
                  <a:lnTo>
                    <a:pt x="3558896" y="0"/>
                  </a:lnTo>
                  <a:lnTo>
                    <a:pt x="3554705" y="4318"/>
                  </a:lnTo>
                  <a:lnTo>
                    <a:pt x="3554705" y="14732"/>
                  </a:lnTo>
                  <a:lnTo>
                    <a:pt x="3558896" y="19050"/>
                  </a:lnTo>
                  <a:lnTo>
                    <a:pt x="3564230" y="19050"/>
                  </a:lnTo>
                  <a:lnTo>
                    <a:pt x="3564230" y="0"/>
                  </a:lnTo>
                  <a:close/>
                </a:path>
                <a:path w="10390505" h="4652010">
                  <a:moveTo>
                    <a:pt x="3569437" y="0"/>
                  </a:moveTo>
                  <a:lnTo>
                    <a:pt x="3564230" y="0"/>
                  </a:lnTo>
                  <a:lnTo>
                    <a:pt x="3564230" y="19050"/>
                  </a:lnTo>
                  <a:lnTo>
                    <a:pt x="3569437" y="19050"/>
                  </a:lnTo>
                  <a:lnTo>
                    <a:pt x="3573755" y="14732"/>
                  </a:lnTo>
                  <a:lnTo>
                    <a:pt x="3573755" y="4318"/>
                  </a:lnTo>
                  <a:lnTo>
                    <a:pt x="3569437" y="0"/>
                  </a:lnTo>
                  <a:close/>
                </a:path>
                <a:path w="10390505" h="4652010">
                  <a:moveTo>
                    <a:pt x="3602330" y="0"/>
                  </a:moveTo>
                  <a:lnTo>
                    <a:pt x="3596996" y="0"/>
                  </a:lnTo>
                  <a:lnTo>
                    <a:pt x="3592805" y="4318"/>
                  </a:lnTo>
                  <a:lnTo>
                    <a:pt x="3592805" y="14732"/>
                  </a:lnTo>
                  <a:lnTo>
                    <a:pt x="3596996" y="19050"/>
                  </a:lnTo>
                  <a:lnTo>
                    <a:pt x="3602330" y="19050"/>
                  </a:lnTo>
                  <a:lnTo>
                    <a:pt x="3602330" y="0"/>
                  </a:lnTo>
                  <a:close/>
                </a:path>
                <a:path w="10390505" h="4652010">
                  <a:moveTo>
                    <a:pt x="3607537" y="0"/>
                  </a:moveTo>
                  <a:lnTo>
                    <a:pt x="3602330" y="0"/>
                  </a:lnTo>
                  <a:lnTo>
                    <a:pt x="3602330" y="19050"/>
                  </a:lnTo>
                  <a:lnTo>
                    <a:pt x="3607537" y="19050"/>
                  </a:lnTo>
                  <a:lnTo>
                    <a:pt x="3611855" y="14732"/>
                  </a:lnTo>
                  <a:lnTo>
                    <a:pt x="3611855" y="4318"/>
                  </a:lnTo>
                  <a:lnTo>
                    <a:pt x="3607537" y="0"/>
                  </a:lnTo>
                  <a:close/>
                </a:path>
                <a:path w="10390505" h="4652010">
                  <a:moveTo>
                    <a:pt x="3640430" y="0"/>
                  </a:moveTo>
                  <a:lnTo>
                    <a:pt x="3635223" y="0"/>
                  </a:lnTo>
                  <a:lnTo>
                    <a:pt x="3630905" y="4318"/>
                  </a:lnTo>
                  <a:lnTo>
                    <a:pt x="3630905" y="14732"/>
                  </a:lnTo>
                  <a:lnTo>
                    <a:pt x="3635223" y="19050"/>
                  </a:lnTo>
                  <a:lnTo>
                    <a:pt x="3640430" y="19050"/>
                  </a:lnTo>
                  <a:lnTo>
                    <a:pt x="3640430" y="0"/>
                  </a:lnTo>
                  <a:close/>
                </a:path>
                <a:path w="10390505" h="4652010">
                  <a:moveTo>
                    <a:pt x="3645764" y="0"/>
                  </a:moveTo>
                  <a:lnTo>
                    <a:pt x="3640430" y="0"/>
                  </a:lnTo>
                  <a:lnTo>
                    <a:pt x="3640430" y="19050"/>
                  </a:lnTo>
                  <a:lnTo>
                    <a:pt x="3645764" y="19050"/>
                  </a:lnTo>
                  <a:lnTo>
                    <a:pt x="3649955" y="14732"/>
                  </a:lnTo>
                  <a:lnTo>
                    <a:pt x="3649955" y="4318"/>
                  </a:lnTo>
                  <a:lnTo>
                    <a:pt x="3645764" y="0"/>
                  </a:lnTo>
                  <a:close/>
                </a:path>
                <a:path w="10390505" h="4652010">
                  <a:moveTo>
                    <a:pt x="3678530" y="0"/>
                  </a:moveTo>
                  <a:lnTo>
                    <a:pt x="3673323" y="0"/>
                  </a:lnTo>
                  <a:lnTo>
                    <a:pt x="3669005" y="4318"/>
                  </a:lnTo>
                  <a:lnTo>
                    <a:pt x="3669005" y="14732"/>
                  </a:lnTo>
                  <a:lnTo>
                    <a:pt x="3673323" y="19050"/>
                  </a:lnTo>
                  <a:lnTo>
                    <a:pt x="3678530" y="19050"/>
                  </a:lnTo>
                  <a:lnTo>
                    <a:pt x="3678530" y="0"/>
                  </a:lnTo>
                  <a:close/>
                </a:path>
                <a:path w="10390505" h="4652010">
                  <a:moveTo>
                    <a:pt x="3683864" y="0"/>
                  </a:moveTo>
                  <a:lnTo>
                    <a:pt x="3678530" y="0"/>
                  </a:lnTo>
                  <a:lnTo>
                    <a:pt x="3678530" y="19050"/>
                  </a:lnTo>
                  <a:lnTo>
                    <a:pt x="3683864" y="19050"/>
                  </a:lnTo>
                  <a:lnTo>
                    <a:pt x="3688055" y="14732"/>
                  </a:lnTo>
                  <a:lnTo>
                    <a:pt x="3688055" y="4318"/>
                  </a:lnTo>
                  <a:lnTo>
                    <a:pt x="3683864" y="0"/>
                  </a:lnTo>
                  <a:close/>
                </a:path>
                <a:path w="10390505" h="4652010">
                  <a:moveTo>
                    <a:pt x="3716630" y="0"/>
                  </a:moveTo>
                  <a:lnTo>
                    <a:pt x="3711423" y="0"/>
                  </a:lnTo>
                  <a:lnTo>
                    <a:pt x="3707105" y="4318"/>
                  </a:lnTo>
                  <a:lnTo>
                    <a:pt x="3707105" y="14732"/>
                  </a:lnTo>
                  <a:lnTo>
                    <a:pt x="3711423" y="19050"/>
                  </a:lnTo>
                  <a:lnTo>
                    <a:pt x="3716630" y="19050"/>
                  </a:lnTo>
                  <a:lnTo>
                    <a:pt x="3716630" y="0"/>
                  </a:lnTo>
                  <a:close/>
                </a:path>
                <a:path w="10390505" h="4652010">
                  <a:moveTo>
                    <a:pt x="3721964" y="0"/>
                  </a:moveTo>
                  <a:lnTo>
                    <a:pt x="3716630" y="0"/>
                  </a:lnTo>
                  <a:lnTo>
                    <a:pt x="3716630" y="19050"/>
                  </a:lnTo>
                  <a:lnTo>
                    <a:pt x="3721964" y="19050"/>
                  </a:lnTo>
                  <a:lnTo>
                    <a:pt x="3726155" y="14732"/>
                  </a:lnTo>
                  <a:lnTo>
                    <a:pt x="3726155" y="4318"/>
                  </a:lnTo>
                  <a:lnTo>
                    <a:pt x="3721964" y="0"/>
                  </a:lnTo>
                  <a:close/>
                </a:path>
                <a:path w="10390505" h="4652010">
                  <a:moveTo>
                    <a:pt x="3754730" y="0"/>
                  </a:moveTo>
                  <a:lnTo>
                    <a:pt x="3749523" y="0"/>
                  </a:lnTo>
                  <a:lnTo>
                    <a:pt x="3745205" y="4318"/>
                  </a:lnTo>
                  <a:lnTo>
                    <a:pt x="3745205" y="14732"/>
                  </a:lnTo>
                  <a:lnTo>
                    <a:pt x="3749523" y="19050"/>
                  </a:lnTo>
                  <a:lnTo>
                    <a:pt x="3754730" y="19050"/>
                  </a:lnTo>
                  <a:lnTo>
                    <a:pt x="3754730" y="0"/>
                  </a:lnTo>
                  <a:close/>
                </a:path>
                <a:path w="10390505" h="4652010">
                  <a:moveTo>
                    <a:pt x="3760064" y="0"/>
                  </a:moveTo>
                  <a:lnTo>
                    <a:pt x="3754857" y="0"/>
                  </a:lnTo>
                  <a:lnTo>
                    <a:pt x="3754857" y="19050"/>
                  </a:lnTo>
                  <a:lnTo>
                    <a:pt x="3760064" y="19050"/>
                  </a:lnTo>
                  <a:lnTo>
                    <a:pt x="3764382" y="14732"/>
                  </a:lnTo>
                  <a:lnTo>
                    <a:pt x="3764382" y="4318"/>
                  </a:lnTo>
                  <a:lnTo>
                    <a:pt x="3760064" y="0"/>
                  </a:lnTo>
                  <a:close/>
                </a:path>
                <a:path w="10390505" h="4652010">
                  <a:moveTo>
                    <a:pt x="3792957" y="0"/>
                  </a:moveTo>
                  <a:lnTo>
                    <a:pt x="3787623" y="0"/>
                  </a:lnTo>
                  <a:lnTo>
                    <a:pt x="3783432" y="4318"/>
                  </a:lnTo>
                  <a:lnTo>
                    <a:pt x="3783432" y="14732"/>
                  </a:lnTo>
                  <a:lnTo>
                    <a:pt x="3787623" y="19050"/>
                  </a:lnTo>
                  <a:lnTo>
                    <a:pt x="3792957" y="19050"/>
                  </a:lnTo>
                  <a:lnTo>
                    <a:pt x="3792957" y="0"/>
                  </a:lnTo>
                  <a:close/>
                </a:path>
                <a:path w="10390505" h="4652010">
                  <a:moveTo>
                    <a:pt x="3798164" y="0"/>
                  </a:moveTo>
                  <a:lnTo>
                    <a:pt x="3792957" y="0"/>
                  </a:lnTo>
                  <a:lnTo>
                    <a:pt x="3792957" y="19050"/>
                  </a:lnTo>
                  <a:lnTo>
                    <a:pt x="3798164" y="19050"/>
                  </a:lnTo>
                  <a:lnTo>
                    <a:pt x="3802482" y="14732"/>
                  </a:lnTo>
                  <a:lnTo>
                    <a:pt x="3802482" y="4318"/>
                  </a:lnTo>
                  <a:lnTo>
                    <a:pt x="3798164" y="0"/>
                  </a:lnTo>
                  <a:close/>
                </a:path>
                <a:path w="10390505" h="4652010">
                  <a:moveTo>
                    <a:pt x="3831057" y="0"/>
                  </a:moveTo>
                  <a:lnTo>
                    <a:pt x="3825723" y="0"/>
                  </a:lnTo>
                  <a:lnTo>
                    <a:pt x="3821532" y="4318"/>
                  </a:lnTo>
                  <a:lnTo>
                    <a:pt x="3821532" y="14732"/>
                  </a:lnTo>
                  <a:lnTo>
                    <a:pt x="3825723" y="19050"/>
                  </a:lnTo>
                  <a:lnTo>
                    <a:pt x="3831057" y="19050"/>
                  </a:lnTo>
                  <a:lnTo>
                    <a:pt x="3831057" y="0"/>
                  </a:lnTo>
                  <a:close/>
                </a:path>
                <a:path w="10390505" h="4652010">
                  <a:moveTo>
                    <a:pt x="3836264" y="0"/>
                  </a:moveTo>
                  <a:lnTo>
                    <a:pt x="3831057" y="0"/>
                  </a:lnTo>
                  <a:lnTo>
                    <a:pt x="3831057" y="19050"/>
                  </a:lnTo>
                  <a:lnTo>
                    <a:pt x="3836264" y="19050"/>
                  </a:lnTo>
                  <a:lnTo>
                    <a:pt x="3840582" y="14732"/>
                  </a:lnTo>
                  <a:lnTo>
                    <a:pt x="3840582" y="4318"/>
                  </a:lnTo>
                  <a:lnTo>
                    <a:pt x="3836264" y="0"/>
                  </a:lnTo>
                  <a:close/>
                </a:path>
                <a:path w="10390505" h="4652010">
                  <a:moveTo>
                    <a:pt x="3869157" y="0"/>
                  </a:moveTo>
                  <a:lnTo>
                    <a:pt x="3863823" y="0"/>
                  </a:lnTo>
                  <a:lnTo>
                    <a:pt x="3859632" y="4318"/>
                  </a:lnTo>
                  <a:lnTo>
                    <a:pt x="3859632" y="14732"/>
                  </a:lnTo>
                  <a:lnTo>
                    <a:pt x="3863823" y="19050"/>
                  </a:lnTo>
                  <a:lnTo>
                    <a:pt x="3869157" y="19050"/>
                  </a:lnTo>
                  <a:lnTo>
                    <a:pt x="3869157" y="0"/>
                  </a:lnTo>
                  <a:close/>
                </a:path>
                <a:path w="10390505" h="4652010">
                  <a:moveTo>
                    <a:pt x="3874364" y="0"/>
                  </a:moveTo>
                  <a:lnTo>
                    <a:pt x="3869157" y="0"/>
                  </a:lnTo>
                  <a:lnTo>
                    <a:pt x="3869157" y="19050"/>
                  </a:lnTo>
                  <a:lnTo>
                    <a:pt x="3874364" y="19050"/>
                  </a:lnTo>
                  <a:lnTo>
                    <a:pt x="3878682" y="14732"/>
                  </a:lnTo>
                  <a:lnTo>
                    <a:pt x="3878682" y="4318"/>
                  </a:lnTo>
                  <a:lnTo>
                    <a:pt x="3874364" y="0"/>
                  </a:lnTo>
                  <a:close/>
                </a:path>
                <a:path w="10390505" h="4652010">
                  <a:moveTo>
                    <a:pt x="3907257" y="0"/>
                  </a:moveTo>
                  <a:lnTo>
                    <a:pt x="3902050" y="0"/>
                  </a:lnTo>
                  <a:lnTo>
                    <a:pt x="3897732" y="4318"/>
                  </a:lnTo>
                  <a:lnTo>
                    <a:pt x="3897732" y="14732"/>
                  </a:lnTo>
                  <a:lnTo>
                    <a:pt x="3902050" y="19050"/>
                  </a:lnTo>
                  <a:lnTo>
                    <a:pt x="3907257" y="19050"/>
                  </a:lnTo>
                  <a:lnTo>
                    <a:pt x="3907257" y="0"/>
                  </a:lnTo>
                  <a:close/>
                </a:path>
                <a:path w="10390505" h="4652010">
                  <a:moveTo>
                    <a:pt x="3912591" y="0"/>
                  </a:moveTo>
                  <a:lnTo>
                    <a:pt x="3907257" y="0"/>
                  </a:lnTo>
                  <a:lnTo>
                    <a:pt x="3907257" y="19050"/>
                  </a:lnTo>
                  <a:lnTo>
                    <a:pt x="3912591" y="19050"/>
                  </a:lnTo>
                  <a:lnTo>
                    <a:pt x="3916782" y="14732"/>
                  </a:lnTo>
                  <a:lnTo>
                    <a:pt x="3916782" y="4318"/>
                  </a:lnTo>
                  <a:lnTo>
                    <a:pt x="3912591" y="0"/>
                  </a:lnTo>
                  <a:close/>
                </a:path>
                <a:path w="10390505" h="4652010">
                  <a:moveTo>
                    <a:pt x="3945357" y="0"/>
                  </a:moveTo>
                  <a:lnTo>
                    <a:pt x="3940150" y="0"/>
                  </a:lnTo>
                  <a:lnTo>
                    <a:pt x="3935832" y="4318"/>
                  </a:lnTo>
                  <a:lnTo>
                    <a:pt x="3935832" y="14732"/>
                  </a:lnTo>
                  <a:lnTo>
                    <a:pt x="3940150" y="19050"/>
                  </a:lnTo>
                  <a:lnTo>
                    <a:pt x="3945357" y="19050"/>
                  </a:lnTo>
                  <a:lnTo>
                    <a:pt x="3945357" y="0"/>
                  </a:lnTo>
                  <a:close/>
                </a:path>
                <a:path w="10390505" h="4652010">
                  <a:moveTo>
                    <a:pt x="3950691" y="0"/>
                  </a:moveTo>
                  <a:lnTo>
                    <a:pt x="3945357" y="0"/>
                  </a:lnTo>
                  <a:lnTo>
                    <a:pt x="3945357" y="19050"/>
                  </a:lnTo>
                  <a:lnTo>
                    <a:pt x="3950691" y="19050"/>
                  </a:lnTo>
                  <a:lnTo>
                    <a:pt x="3954882" y="14732"/>
                  </a:lnTo>
                  <a:lnTo>
                    <a:pt x="3954882" y="4318"/>
                  </a:lnTo>
                  <a:lnTo>
                    <a:pt x="3950691" y="0"/>
                  </a:lnTo>
                  <a:close/>
                </a:path>
                <a:path w="10390505" h="4652010">
                  <a:moveTo>
                    <a:pt x="3983457" y="0"/>
                  </a:moveTo>
                  <a:lnTo>
                    <a:pt x="3978250" y="0"/>
                  </a:lnTo>
                  <a:lnTo>
                    <a:pt x="3973932" y="4318"/>
                  </a:lnTo>
                  <a:lnTo>
                    <a:pt x="3973932" y="14732"/>
                  </a:lnTo>
                  <a:lnTo>
                    <a:pt x="3978250" y="19050"/>
                  </a:lnTo>
                  <a:lnTo>
                    <a:pt x="3983457" y="19050"/>
                  </a:lnTo>
                  <a:lnTo>
                    <a:pt x="3983457" y="0"/>
                  </a:lnTo>
                  <a:close/>
                </a:path>
                <a:path w="10390505" h="4652010">
                  <a:moveTo>
                    <a:pt x="3988791" y="0"/>
                  </a:moveTo>
                  <a:lnTo>
                    <a:pt x="3983457" y="0"/>
                  </a:lnTo>
                  <a:lnTo>
                    <a:pt x="3983457" y="19050"/>
                  </a:lnTo>
                  <a:lnTo>
                    <a:pt x="3988791" y="19050"/>
                  </a:lnTo>
                  <a:lnTo>
                    <a:pt x="3992982" y="14732"/>
                  </a:lnTo>
                  <a:lnTo>
                    <a:pt x="3992982" y="4318"/>
                  </a:lnTo>
                  <a:lnTo>
                    <a:pt x="3988791" y="0"/>
                  </a:lnTo>
                  <a:close/>
                </a:path>
                <a:path w="10390505" h="4652010">
                  <a:moveTo>
                    <a:pt x="4021557" y="0"/>
                  </a:moveTo>
                  <a:lnTo>
                    <a:pt x="4016350" y="0"/>
                  </a:lnTo>
                  <a:lnTo>
                    <a:pt x="4012032" y="4318"/>
                  </a:lnTo>
                  <a:lnTo>
                    <a:pt x="4012032" y="14732"/>
                  </a:lnTo>
                  <a:lnTo>
                    <a:pt x="4016350" y="19050"/>
                  </a:lnTo>
                  <a:lnTo>
                    <a:pt x="4021557" y="19050"/>
                  </a:lnTo>
                  <a:lnTo>
                    <a:pt x="4021557" y="0"/>
                  </a:lnTo>
                  <a:close/>
                </a:path>
                <a:path w="10390505" h="4652010">
                  <a:moveTo>
                    <a:pt x="4026891" y="0"/>
                  </a:moveTo>
                  <a:lnTo>
                    <a:pt x="4021684" y="0"/>
                  </a:lnTo>
                  <a:lnTo>
                    <a:pt x="4021684" y="19050"/>
                  </a:lnTo>
                  <a:lnTo>
                    <a:pt x="4026891" y="19050"/>
                  </a:lnTo>
                  <a:lnTo>
                    <a:pt x="4031209" y="14732"/>
                  </a:lnTo>
                  <a:lnTo>
                    <a:pt x="4031209" y="4318"/>
                  </a:lnTo>
                  <a:lnTo>
                    <a:pt x="4026891" y="0"/>
                  </a:lnTo>
                  <a:close/>
                </a:path>
                <a:path w="10390505" h="4652010">
                  <a:moveTo>
                    <a:pt x="4059784" y="0"/>
                  </a:moveTo>
                  <a:lnTo>
                    <a:pt x="4054450" y="0"/>
                  </a:lnTo>
                  <a:lnTo>
                    <a:pt x="4050259" y="4318"/>
                  </a:lnTo>
                  <a:lnTo>
                    <a:pt x="4050259" y="14732"/>
                  </a:lnTo>
                  <a:lnTo>
                    <a:pt x="4054450" y="19050"/>
                  </a:lnTo>
                  <a:lnTo>
                    <a:pt x="4059784" y="19050"/>
                  </a:lnTo>
                  <a:lnTo>
                    <a:pt x="4059784" y="0"/>
                  </a:lnTo>
                  <a:close/>
                </a:path>
                <a:path w="10390505" h="4652010">
                  <a:moveTo>
                    <a:pt x="4064991" y="0"/>
                  </a:moveTo>
                  <a:lnTo>
                    <a:pt x="4059784" y="0"/>
                  </a:lnTo>
                  <a:lnTo>
                    <a:pt x="4059784" y="19050"/>
                  </a:lnTo>
                  <a:lnTo>
                    <a:pt x="4064991" y="19050"/>
                  </a:lnTo>
                  <a:lnTo>
                    <a:pt x="4069309" y="14732"/>
                  </a:lnTo>
                  <a:lnTo>
                    <a:pt x="4069309" y="4318"/>
                  </a:lnTo>
                  <a:lnTo>
                    <a:pt x="4064991" y="0"/>
                  </a:lnTo>
                  <a:close/>
                </a:path>
                <a:path w="10390505" h="4652010">
                  <a:moveTo>
                    <a:pt x="4097884" y="0"/>
                  </a:moveTo>
                  <a:lnTo>
                    <a:pt x="4092550" y="0"/>
                  </a:lnTo>
                  <a:lnTo>
                    <a:pt x="4088359" y="4318"/>
                  </a:lnTo>
                  <a:lnTo>
                    <a:pt x="4088359" y="14732"/>
                  </a:lnTo>
                  <a:lnTo>
                    <a:pt x="4092550" y="19050"/>
                  </a:lnTo>
                  <a:lnTo>
                    <a:pt x="4097884" y="19050"/>
                  </a:lnTo>
                  <a:lnTo>
                    <a:pt x="4097884" y="0"/>
                  </a:lnTo>
                  <a:close/>
                </a:path>
                <a:path w="10390505" h="4652010">
                  <a:moveTo>
                    <a:pt x="4103091" y="0"/>
                  </a:moveTo>
                  <a:lnTo>
                    <a:pt x="4097884" y="0"/>
                  </a:lnTo>
                  <a:lnTo>
                    <a:pt x="4097884" y="19050"/>
                  </a:lnTo>
                  <a:lnTo>
                    <a:pt x="4103091" y="19050"/>
                  </a:lnTo>
                  <a:lnTo>
                    <a:pt x="4107409" y="14732"/>
                  </a:lnTo>
                  <a:lnTo>
                    <a:pt x="4107409" y="4318"/>
                  </a:lnTo>
                  <a:lnTo>
                    <a:pt x="4103091" y="0"/>
                  </a:lnTo>
                  <a:close/>
                </a:path>
                <a:path w="10390505" h="4652010">
                  <a:moveTo>
                    <a:pt x="4135984" y="0"/>
                  </a:moveTo>
                  <a:lnTo>
                    <a:pt x="4130777" y="0"/>
                  </a:lnTo>
                  <a:lnTo>
                    <a:pt x="4126459" y="4318"/>
                  </a:lnTo>
                  <a:lnTo>
                    <a:pt x="4126459" y="14732"/>
                  </a:lnTo>
                  <a:lnTo>
                    <a:pt x="4130777" y="19050"/>
                  </a:lnTo>
                  <a:lnTo>
                    <a:pt x="4135984" y="19050"/>
                  </a:lnTo>
                  <a:lnTo>
                    <a:pt x="4135984" y="0"/>
                  </a:lnTo>
                  <a:close/>
                </a:path>
                <a:path w="10390505" h="4652010">
                  <a:moveTo>
                    <a:pt x="4141318" y="0"/>
                  </a:moveTo>
                  <a:lnTo>
                    <a:pt x="4135984" y="0"/>
                  </a:lnTo>
                  <a:lnTo>
                    <a:pt x="4135984" y="19050"/>
                  </a:lnTo>
                  <a:lnTo>
                    <a:pt x="4141318" y="19050"/>
                  </a:lnTo>
                  <a:lnTo>
                    <a:pt x="4145509" y="14732"/>
                  </a:lnTo>
                  <a:lnTo>
                    <a:pt x="4145509" y="4318"/>
                  </a:lnTo>
                  <a:lnTo>
                    <a:pt x="4141318" y="0"/>
                  </a:lnTo>
                  <a:close/>
                </a:path>
                <a:path w="10390505" h="4652010">
                  <a:moveTo>
                    <a:pt x="4174084" y="0"/>
                  </a:moveTo>
                  <a:lnTo>
                    <a:pt x="4168877" y="0"/>
                  </a:lnTo>
                  <a:lnTo>
                    <a:pt x="4164559" y="4318"/>
                  </a:lnTo>
                  <a:lnTo>
                    <a:pt x="4164559" y="14732"/>
                  </a:lnTo>
                  <a:lnTo>
                    <a:pt x="4168877" y="19050"/>
                  </a:lnTo>
                  <a:lnTo>
                    <a:pt x="4174084" y="19050"/>
                  </a:lnTo>
                  <a:lnTo>
                    <a:pt x="4174084" y="0"/>
                  </a:lnTo>
                  <a:close/>
                </a:path>
                <a:path w="10390505" h="4652010">
                  <a:moveTo>
                    <a:pt x="4179418" y="0"/>
                  </a:moveTo>
                  <a:lnTo>
                    <a:pt x="4174084" y="0"/>
                  </a:lnTo>
                  <a:lnTo>
                    <a:pt x="4174084" y="19050"/>
                  </a:lnTo>
                  <a:lnTo>
                    <a:pt x="4179418" y="19050"/>
                  </a:lnTo>
                  <a:lnTo>
                    <a:pt x="4183609" y="14732"/>
                  </a:lnTo>
                  <a:lnTo>
                    <a:pt x="4183609" y="4318"/>
                  </a:lnTo>
                  <a:lnTo>
                    <a:pt x="4179418" y="0"/>
                  </a:lnTo>
                  <a:close/>
                </a:path>
                <a:path w="10390505" h="4652010">
                  <a:moveTo>
                    <a:pt x="4212184" y="0"/>
                  </a:moveTo>
                  <a:lnTo>
                    <a:pt x="4206977" y="0"/>
                  </a:lnTo>
                  <a:lnTo>
                    <a:pt x="4202659" y="4318"/>
                  </a:lnTo>
                  <a:lnTo>
                    <a:pt x="4202659" y="14732"/>
                  </a:lnTo>
                  <a:lnTo>
                    <a:pt x="4206977" y="19050"/>
                  </a:lnTo>
                  <a:lnTo>
                    <a:pt x="4212184" y="19050"/>
                  </a:lnTo>
                  <a:lnTo>
                    <a:pt x="4212184" y="0"/>
                  </a:lnTo>
                  <a:close/>
                </a:path>
                <a:path w="10390505" h="4652010">
                  <a:moveTo>
                    <a:pt x="4217518" y="0"/>
                  </a:moveTo>
                  <a:lnTo>
                    <a:pt x="4212184" y="0"/>
                  </a:lnTo>
                  <a:lnTo>
                    <a:pt x="4212184" y="19050"/>
                  </a:lnTo>
                  <a:lnTo>
                    <a:pt x="4217518" y="19050"/>
                  </a:lnTo>
                  <a:lnTo>
                    <a:pt x="4221709" y="14732"/>
                  </a:lnTo>
                  <a:lnTo>
                    <a:pt x="4221709" y="4318"/>
                  </a:lnTo>
                  <a:lnTo>
                    <a:pt x="4217518" y="0"/>
                  </a:lnTo>
                  <a:close/>
                </a:path>
                <a:path w="10390505" h="4652010">
                  <a:moveTo>
                    <a:pt x="4250284" y="0"/>
                  </a:moveTo>
                  <a:lnTo>
                    <a:pt x="4245077" y="0"/>
                  </a:lnTo>
                  <a:lnTo>
                    <a:pt x="4240759" y="4318"/>
                  </a:lnTo>
                  <a:lnTo>
                    <a:pt x="4240759" y="14732"/>
                  </a:lnTo>
                  <a:lnTo>
                    <a:pt x="4245077" y="19050"/>
                  </a:lnTo>
                  <a:lnTo>
                    <a:pt x="4250284" y="19050"/>
                  </a:lnTo>
                  <a:lnTo>
                    <a:pt x="4250284" y="0"/>
                  </a:lnTo>
                  <a:close/>
                </a:path>
                <a:path w="10390505" h="4652010">
                  <a:moveTo>
                    <a:pt x="4255618" y="0"/>
                  </a:moveTo>
                  <a:lnTo>
                    <a:pt x="4250411" y="0"/>
                  </a:lnTo>
                  <a:lnTo>
                    <a:pt x="4250411" y="19050"/>
                  </a:lnTo>
                  <a:lnTo>
                    <a:pt x="4255618" y="19050"/>
                  </a:lnTo>
                  <a:lnTo>
                    <a:pt x="4259936" y="14732"/>
                  </a:lnTo>
                  <a:lnTo>
                    <a:pt x="4259936" y="4318"/>
                  </a:lnTo>
                  <a:lnTo>
                    <a:pt x="4255618" y="0"/>
                  </a:lnTo>
                  <a:close/>
                </a:path>
                <a:path w="10390505" h="4652010">
                  <a:moveTo>
                    <a:pt x="4288511" y="0"/>
                  </a:moveTo>
                  <a:lnTo>
                    <a:pt x="4283177" y="0"/>
                  </a:lnTo>
                  <a:lnTo>
                    <a:pt x="4278986" y="4318"/>
                  </a:lnTo>
                  <a:lnTo>
                    <a:pt x="4278986" y="14732"/>
                  </a:lnTo>
                  <a:lnTo>
                    <a:pt x="4283177" y="19050"/>
                  </a:lnTo>
                  <a:lnTo>
                    <a:pt x="4288511" y="19050"/>
                  </a:lnTo>
                  <a:lnTo>
                    <a:pt x="4288511" y="0"/>
                  </a:lnTo>
                  <a:close/>
                </a:path>
                <a:path w="10390505" h="4652010">
                  <a:moveTo>
                    <a:pt x="4293718" y="0"/>
                  </a:moveTo>
                  <a:lnTo>
                    <a:pt x="4288511" y="0"/>
                  </a:lnTo>
                  <a:lnTo>
                    <a:pt x="4288511" y="19050"/>
                  </a:lnTo>
                  <a:lnTo>
                    <a:pt x="4293718" y="19050"/>
                  </a:lnTo>
                  <a:lnTo>
                    <a:pt x="4298036" y="14732"/>
                  </a:lnTo>
                  <a:lnTo>
                    <a:pt x="4298036" y="4318"/>
                  </a:lnTo>
                  <a:lnTo>
                    <a:pt x="4293718" y="0"/>
                  </a:lnTo>
                  <a:close/>
                </a:path>
                <a:path w="10390505" h="4652010">
                  <a:moveTo>
                    <a:pt x="4326611" y="0"/>
                  </a:moveTo>
                  <a:lnTo>
                    <a:pt x="4321277" y="0"/>
                  </a:lnTo>
                  <a:lnTo>
                    <a:pt x="4317086" y="4318"/>
                  </a:lnTo>
                  <a:lnTo>
                    <a:pt x="4317086" y="14732"/>
                  </a:lnTo>
                  <a:lnTo>
                    <a:pt x="4321277" y="19050"/>
                  </a:lnTo>
                  <a:lnTo>
                    <a:pt x="4326611" y="19050"/>
                  </a:lnTo>
                  <a:lnTo>
                    <a:pt x="4326611" y="0"/>
                  </a:lnTo>
                  <a:close/>
                </a:path>
                <a:path w="10390505" h="4652010">
                  <a:moveTo>
                    <a:pt x="4331818" y="0"/>
                  </a:moveTo>
                  <a:lnTo>
                    <a:pt x="4326611" y="0"/>
                  </a:lnTo>
                  <a:lnTo>
                    <a:pt x="4326611" y="19050"/>
                  </a:lnTo>
                  <a:lnTo>
                    <a:pt x="4331818" y="19050"/>
                  </a:lnTo>
                  <a:lnTo>
                    <a:pt x="4336136" y="14732"/>
                  </a:lnTo>
                  <a:lnTo>
                    <a:pt x="4336136" y="4318"/>
                  </a:lnTo>
                  <a:lnTo>
                    <a:pt x="4331818" y="0"/>
                  </a:lnTo>
                  <a:close/>
                </a:path>
                <a:path w="10390505" h="4652010">
                  <a:moveTo>
                    <a:pt x="4364711" y="0"/>
                  </a:moveTo>
                  <a:lnTo>
                    <a:pt x="4359377" y="0"/>
                  </a:lnTo>
                  <a:lnTo>
                    <a:pt x="4355186" y="4318"/>
                  </a:lnTo>
                  <a:lnTo>
                    <a:pt x="4355186" y="14732"/>
                  </a:lnTo>
                  <a:lnTo>
                    <a:pt x="4359377" y="19050"/>
                  </a:lnTo>
                  <a:lnTo>
                    <a:pt x="4364711" y="19050"/>
                  </a:lnTo>
                  <a:lnTo>
                    <a:pt x="4364711" y="0"/>
                  </a:lnTo>
                  <a:close/>
                </a:path>
                <a:path w="10390505" h="4652010">
                  <a:moveTo>
                    <a:pt x="4369918" y="0"/>
                  </a:moveTo>
                  <a:lnTo>
                    <a:pt x="4364711" y="0"/>
                  </a:lnTo>
                  <a:lnTo>
                    <a:pt x="4364711" y="19050"/>
                  </a:lnTo>
                  <a:lnTo>
                    <a:pt x="4369918" y="19050"/>
                  </a:lnTo>
                  <a:lnTo>
                    <a:pt x="4374236" y="14732"/>
                  </a:lnTo>
                  <a:lnTo>
                    <a:pt x="4374236" y="4318"/>
                  </a:lnTo>
                  <a:lnTo>
                    <a:pt x="4369918" y="0"/>
                  </a:lnTo>
                  <a:close/>
                </a:path>
                <a:path w="10390505" h="4652010">
                  <a:moveTo>
                    <a:pt x="4402811" y="0"/>
                  </a:moveTo>
                  <a:lnTo>
                    <a:pt x="4397604" y="0"/>
                  </a:lnTo>
                  <a:lnTo>
                    <a:pt x="4393286" y="4318"/>
                  </a:lnTo>
                  <a:lnTo>
                    <a:pt x="4393286" y="14732"/>
                  </a:lnTo>
                  <a:lnTo>
                    <a:pt x="4397604" y="19050"/>
                  </a:lnTo>
                  <a:lnTo>
                    <a:pt x="4402811" y="19050"/>
                  </a:lnTo>
                  <a:lnTo>
                    <a:pt x="4402811" y="0"/>
                  </a:lnTo>
                  <a:close/>
                </a:path>
                <a:path w="10390505" h="4652010">
                  <a:moveTo>
                    <a:pt x="4408145" y="0"/>
                  </a:moveTo>
                  <a:lnTo>
                    <a:pt x="4402811" y="0"/>
                  </a:lnTo>
                  <a:lnTo>
                    <a:pt x="4402811" y="19050"/>
                  </a:lnTo>
                  <a:lnTo>
                    <a:pt x="4408145" y="19050"/>
                  </a:lnTo>
                  <a:lnTo>
                    <a:pt x="4412336" y="14732"/>
                  </a:lnTo>
                  <a:lnTo>
                    <a:pt x="4412336" y="4318"/>
                  </a:lnTo>
                  <a:lnTo>
                    <a:pt x="4408145" y="0"/>
                  </a:lnTo>
                  <a:close/>
                </a:path>
                <a:path w="10390505" h="4652010">
                  <a:moveTo>
                    <a:pt x="4440911" y="0"/>
                  </a:moveTo>
                  <a:lnTo>
                    <a:pt x="4435704" y="0"/>
                  </a:lnTo>
                  <a:lnTo>
                    <a:pt x="4431386" y="4318"/>
                  </a:lnTo>
                  <a:lnTo>
                    <a:pt x="4431386" y="14732"/>
                  </a:lnTo>
                  <a:lnTo>
                    <a:pt x="4435704" y="19050"/>
                  </a:lnTo>
                  <a:lnTo>
                    <a:pt x="4440911" y="19050"/>
                  </a:lnTo>
                  <a:lnTo>
                    <a:pt x="4440911" y="0"/>
                  </a:lnTo>
                  <a:close/>
                </a:path>
                <a:path w="10390505" h="4652010">
                  <a:moveTo>
                    <a:pt x="4446245" y="0"/>
                  </a:moveTo>
                  <a:lnTo>
                    <a:pt x="4440911" y="0"/>
                  </a:lnTo>
                  <a:lnTo>
                    <a:pt x="4440911" y="19050"/>
                  </a:lnTo>
                  <a:lnTo>
                    <a:pt x="4446245" y="19050"/>
                  </a:lnTo>
                  <a:lnTo>
                    <a:pt x="4450436" y="14732"/>
                  </a:lnTo>
                  <a:lnTo>
                    <a:pt x="4450436" y="4318"/>
                  </a:lnTo>
                  <a:lnTo>
                    <a:pt x="4446245" y="0"/>
                  </a:lnTo>
                  <a:close/>
                </a:path>
                <a:path w="10390505" h="4652010">
                  <a:moveTo>
                    <a:pt x="4479011" y="0"/>
                  </a:moveTo>
                  <a:lnTo>
                    <a:pt x="4473804" y="0"/>
                  </a:lnTo>
                  <a:lnTo>
                    <a:pt x="4469486" y="4318"/>
                  </a:lnTo>
                  <a:lnTo>
                    <a:pt x="4469486" y="14732"/>
                  </a:lnTo>
                  <a:lnTo>
                    <a:pt x="4473804" y="19050"/>
                  </a:lnTo>
                  <a:lnTo>
                    <a:pt x="4479011" y="19050"/>
                  </a:lnTo>
                  <a:lnTo>
                    <a:pt x="4479011" y="0"/>
                  </a:lnTo>
                  <a:close/>
                </a:path>
                <a:path w="10390505" h="4652010">
                  <a:moveTo>
                    <a:pt x="4484345" y="0"/>
                  </a:moveTo>
                  <a:lnTo>
                    <a:pt x="4479011" y="0"/>
                  </a:lnTo>
                  <a:lnTo>
                    <a:pt x="4479011" y="19050"/>
                  </a:lnTo>
                  <a:lnTo>
                    <a:pt x="4484345" y="19050"/>
                  </a:lnTo>
                  <a:lnTo>
                    <a:pt x="4488536" y="14732"/>
                  </a:lnTo>
                  <a:lnTo>
                    <a:pt x="4488536" y="4318"/>
                  </a:lnTo>
                  <a:lnTo>
                    <a:pt x="4484345" y="0"/>
                  </a:lnTo>
                  <a:close/>
                </a:path>
                <a:path w="10390505" h="4652010">
                  <a:moveTo>
                    <a:pt x="4517111" y="0"/>
                  </a:moveTo>
                  <a:lnTo>
                    <a:pt x="4511904" y="0"/>
                  </a:lnTo>
                  <a:lnTo>
                    <a:pt x="4507586" y="4318"/>
                  </a:lnTo>
                  <a:lnTo>
                    <a:pt x="4507586" y="14732"/>
                  </a:lnTo>
                  <a:lnTo>
                    <a:pt x="4511904" y="19050"/>
                  </a:lnTo>
                  <a:lnTo>
                    <a:pt x="4517111" y="19050"/>
                  </a:lnTo>
                  <a:lnTo>
                    <a:pt x="4517111" y="0"/>
                  </a:lnTo>
                  <a:close/>
                </a:path>
                <a:path w="10390505" h="4652010">
                  <a:moveTo>
                    <a:pt x="4522445" y="0"/>
                  </a:moveTo>
                  <a:lnTo>
                    <a:pt x="4517238" y="0"/>
                  </a:lnTo>
                  <a:lnTo>
                    <a:pt x="4517238" y="19050"/>
                  </a:lnTo>
                  <a:lnTo>
                    <a:pt x="4522445" y="19050"/>
                  </a:lnTo>
                  <a:lnTo>
                    <a:pt x="4526763" y="14732"/>
                  </a:lnTo>
                  <a:lnTo>
                    <a:pt x="4526763" y="4318"/>
                  </a:lnTo>
                  <a:lnTo>
                    <a:pt x="4522445" y="0"/>
                  </a:lnTo>
                  <a:close/>
                </a:path>
                <a:path w="10390505" h="4652010">
                  <a:moveTo>
                    <a:pt x="4555338" y="0"/>
                  </a:moveTo>
                  <a:lnTo>
                    <a:pt x="4550004" y="0"/>
                  </a:lnTo>
                  <a:lnTo>
                    <a:pt x="4545813" y="4318"/>
                  </a:lnTo>
                  <a:lnTo>
                    <a:pt x="4545813" y="14732"/>
                  </a:lnTo>
                  <a:lnTo>
                    <a:pt x="4550004" y="19050"/>
                  </a:lnTo>
                  <a:lnTo>
                    <a:pt x="4555338" y="19050"/>
                  </a:lnTo>
                  <a:lnTo>
                    <a:pt x="4555338" y="0"/>
                  </a:lnTo>
                  <a:close/>
                </a:path>
                <a:path w="10390505" h="4652010">
                  <a:moveTo>
                    <a:pt x="4560545" y="0"/>
                  </a:moveTo>
                  <a:lnTo>
                    <a:pt x="4555338" y="0"/>
                  </a:lnTo>
                  <a:lnTo>
                    <a:pt x="4555338" y="19050"/>
                  </a:lnTo>
                  <a:lnTo>
                    <a:pt x="4560545" y="19050"/>
                  </a:lnTo>
                  <a:lnTo>
                    <a:pt x="4564863" y="14732"/>
                  </a:lnTo>
                  <a:lnTo>
                    <a:pt x="4564863" y="4318"/>
                  </a:lnTo>
                  <a:lnTo>
                    <a:pt x="4560545" y="0"/>
                  </a:lnTo>
                  <a:close/>
                </a:path>
                <a:path w="10390505" h="4652010">
                  <a:moveTo>
                    <a:pt x="4593438" y="0"/>
                  </a:moveTo>
                  <a:lnTo>
                    <a:pt x="4588104" y="0"/>
                  </a:lnTo>
                  <a:lnTo>
                    <a:pt x="4583913" y="4318"/>
                  </a:lnTo>
                  <a:lnTo>
                    <a:pt x="4583913" y="14732"/>
                  </a:lnTo>
                  <a:lnTo>
                    <a:pt x="4588104" y="19050"/>
                  </a:lnTo>
                  <a:lnTo>
                    <a:pt x="4593438" y="19050"/>
                  </a:lnTo>
                  <a:lnTo>
                    <a:pt x="4593438" y="0"/>
                  </a:lnTo>
                  <a:close/>
                </a:path>
                <a:path w="10390505" h="4652010">
                  <a:moveTo>
                    <a:pt x="4598645" y="0"/>
                  </a:moveTo>
                  <a:lnTo>
                    <a:pt x="4593438" y="0"/>
                  </a:lnTo>
                  <a:lnTo>
                    <a:pt x="4593438" y="19050"/>
                  </a:lnTo>
                  <a:lnTo>
                    <a:pt x="4598645" y="19050"/>
                  </a:lnTo>
                  <a:lnTo>
                    <a:pt x="4602963" y="14732"/>
                  </a:lnTo>
                  <a:lnTo>
                    <a:pt x="4602963" y="4318"/>
                  </a:lnTo>
                  <a:lnTo>
                    <a:pt x="4598645" y="0"/>
                  </a:lnTo>
                  <a:close/>
                </a:path>
                <a:path w="10390505" h="4652010">
                  <a:moveTo>
                    <a:pt x="4631538" y="0"/>
                  </a:moveTo>
                  <a:lnTo>
                    <a:pt x="4626204" y="0"/>
                  </a:lnTo>
                  <a:lnTo>
                    <a:pt x="4622013" y="4318"/>
                  </a:lnTo>
                  <a:lnTo>
                    <a:pt x="4622013" y="14732"/>
                  </a:lnTo>
                  <a:lnTo>
                    <a:pt x="4626204" y="19050"/>
                  </a:lnTo>
                  <a:lnTo>
                    <a:pt x="4631538" y="19050"/>
                  </a:lnTo>
                  <a:lnTo>
                    <a:pt x="4631538" y="0"/>
                  </a:lnTo>
                  <a:close/>
                </a:path>
                <a:path w="10390505" h="4652010">
                  <a:moveTo>
                    <a:pt x="4636745" y="0"/>
                  </a:moveTo>
                  <a:lnTo>
                    <a:pt x="4631538" y="0"/>
                  </a:lnTo>
                  <a:lnTo>
                    <a:pt x="4631538" y="19050"/>
                  </a:lnTo>
                  <a:lnTo>
                    <a:pt x="4636745" y="19050"/>
                  </a:lnTo>
                  <a:lnTo>
                    <a:pt x="4641063" y="14732"/>
                  </a:lnTo>
                  <a:lnTo>
                    <a:pt x="4641063" y="4318"/>
                  </a:lnTo>
                  <a:lnTo>
                    <a:pt x="4636745" y="0"/>
                  </a:lnTo>
                  <a:close/>
                </a:path>
                <a:path w="10390505" h="4652010">
                  <a:moveTo>
                    <a:pt x="4669638" y="0"/>
                  </a:moveTo>
                  <a:lnTo>
                    <a:pt x="4664431" y="0"/>
                  </a:lnTo>
                  <a:lnTo>
                    <a:pt x="4660113" y="4318"/>
                  </a:lnTo>
                  <a:lnTo>
                    <a:pt x="4660113" y="14732"/>
                  </a:lnTo>
                  <a:lnTo>
                    <a:pt x="4664431" y="19050"/>
                  </a:lnTo>
                  <a:lnTo>
                    <a:pt x="4669638" y="19050"/>
                  </a:lnTo>
                  <a:lnTo>
                    <a:pt x="4669638" y="0"/>
                  </a:lnTo>
                  <a:close/>
                </a:path>
                <a:path w="10390505" h="4652010">
                  <a:moveTo>
                    <a:pt x="4674972" y="0"/>
                  </a:moveTo>
                  <a:lnTo>
                    <a:pt x="4669638" y="0"/>
                  </a:lnTo>
                  <a:lnTo>
                    <a:pt x="4669638" y="19050"/>
                  </a:lnTo>
                  <a:lnTo>
                    <a:pt x="4674972" y="19050"/>
                  </a:lnTo>
                  <a:lnTo>
                    <a:pt x="4679163" y="14732"/>
                  </a:lnTo>
                  <a:lnTo>
                    <a:pt x="4679163" y="4318"/>
                  </a:lnTo>
                  <a:lnTo>
                    <a:pt x="4674972" y="0"/>
                  </a:lnTo>
                  <a:close/>
                </a:path>
                <a:path w="10390505" h="4652010">
                  <a:moveTo>
                    <a:pt x="4707738" y="0"/>
                  </a:moveTo>
                  <a:lnTo>
                    <a:pt x="4702531" y="0"/>
                  </a:lnTo>
                  <a:lnTo>
                    <a:pt x="4698213" y="4318"/>
                  </a:lnTo>
                  <a:lnTo>
                    <a:pt x="4698213" y="14732"/>
                  </a:lnTo>
                  <a:lnTo>
                    <a:pt x="4702531" y="19050"/>
                  </a:lnTo>
                  <a:lnTo>
                    <a:pt x="4707738" y="19050"/>
                  </a:lnTo>
                  <a:lnTo>
                    <a:pt x="4707738" y="0"/>
                  </a:lnTo>
                  <a:close/>
                </a:path>
                <a:path w="10390505" h="4652010">
                  <a:moveTo>
                    <a:pt x="4713072" y="0"/>
                  </a:moveTo>
                  <a:lnTo>
                    <a:pt x="4707738" y="0"/>
                  </a:lnTo>
                  <a:lnTo>
                    <a:pt x="4707738" y="19050"/>
                  </a:lnTo>
                  <a:lnTo>
                    <a:pt x="4713072" y="19050"/>
                  </a:lnTo>
                  <a:lnTo>
                    <a:pt x="4717263" y="14732"/>
                  </a:lnTo>
                  <a:lnTo>
                    <a:pt x="4717263" y="4318"/>
                  </a:lnTo>
                  <a:lnTo>
                    <a:pt x="4713072" y="0"/>
                  </a:lnTo>
                  <a:close/>
                </a:path>
                <a:path w="10390505" h="4652010">
                  <a:moveTo>
                    <a:pt x="4745838" y="0"/>
                  </a:moveTo>
                  <a:lnTo>
                    <a:pt x="4740631" y="0"/>
                  </a:lnTo>
                  <a:lnTo>
                    <a:pt x="4736313" y="4318"/>
                  </a:lnTo>
                  <a:lnTo>
                    <a:pt x="4736313" y="14732"/>
                  </a:lnTo>
                  <a:lnTo>
                    <a:pt x="4740631" y="19050"/>
                  </a:lnTo>
                  <a:lnTo>
                    <a:pt x="4745838" y="19050"/>
                  </a:lnTo>
                  <a:lnTo>
                    <a:pt x="4745838" y="0"/>
                  </a:lnTo>
                  <a:close/>
                </a:path>
                <a:path w="10390505" h="4652010">
                  <a:moveTo>
                    <a:pt x="4751172" y="0"/>
                  </a:moveTo>
                  <a:lnTo>
                    <a:pt x="4745838" y="0"/>
                  </a:lnTo>
                  <a:lnTo>
                    <a:pt x="4745838" y="19050"/>
                  </a:lnTo>
                  <a:lnTo>
                    <a:pt x="4751172" y="19050"/>
                  </a:lnTo>
                  <a:lnTo>
                    <a:pt x="4755363" y="14732"/>
                  </a:lnTo>
                  <a:lnTo>
                    <a:pt x="4755363" y="4318"/>
                  </a:lnTo>
                  <a:lnTo>
                    <a:pt x="4751172" y="0"/>
                  </a:lnTo>
                  <a:close/>
                </a:path>
                <a:path w="10390505" h="4652010">
                  <a:moveTo>
                    <a:pt x="4783938" y="0"/>
                  </a:moveTo>
                  <a:lnTo>
                    <a:pt x="4778731" y="0"/>
                  </a:lnTo>
                  <a:lnTo>
                    <a:pt x="4774413" y="4318"/>
                  </a:lnTo>
                  <a:lnTo>
                    <a:pt x="4774413" y="14732"/>
                  </a:lnTo>
                  <a:lnTo>
                    <a:pt x="4778731" y="19050"/>
                  </a:lnTo>
                  <a:lnTo>
                    <a:pt x="4783938" y="19050"/>
                  </a:lnTo>
                  <a:lnTo>
                    <a:pt x="4783938" y="0"/>
                  </a:lnTo>
                  <a:close/>
                </a:path>
                <a:path w="10390505" h="4652010">
                  <a:moveTo>
                    <a:pt x="4784065" y="12700"/>
                  </a:moveTo>
                  <a:lnTo>
                    <a:pt x="4783938" y="12700"/>
                  </a:lnTo>
                  <a:lnTo>
                    <a:pt x="4783938" y="19050"/>
                  </a:lnTo>
                  <a:lnTo>
                    <a:pt x="4784065" y="19050"/>
                  </a:lnTo>
                  <a:lnTo>
                    <a:pt x="4784065" y="12700"/>
                  </a:lnTo>
                  <a:close/>
                </a:path>
                <a:path w="10390505" h="4652010">
                  <a:moveTo>
                    <a:pt x="4789272" y="0"/>
                  </a:moveTo>
                  <a:lnTo>
                    <a:pt x="4784065" y="0"/>
                  </a:lnTo>
                  <a:lnTo>
                    <a:pt x="4784065" y="19050"/>
                  </a:lnTo>
                  <a:lnTo>
                    <a:pt x="4789272" y="19050"/>
                  </a:lnTo>
                  <a:lnTo>
                    <a:pt x="4793590" y="14732"/>
                  </a:lnTo>
                  <a:lnTo>
                    <a:pt x="4793590" y="4318"/>
                  </a:lnTo>
                  <a:lnTo>
                    <a:pt x="4789272" y="0"/>
                  </a:lnTo>
                  <a:close/>
                </a:path>
                <a:path w="10390505" h="4652010">
                  <a:moveTo>
                    <a:pt x="4784065" y="0"/>
                  </a:moveTo>
                  <a:lnTo>
                    <a:pt x="4783938" y="0"/>
                  </a:lnTo>
                  <a:lnTo>
                    <a:pt x="4783938" y="6350"/>
                  </a:lnTo>
                  <a:lnTo>
                    <a:pt x="4784065" y="6350"/>
                  </a:lnTo>
                  <a:lnTo>
                    <a:pt x="4784065" y="0"/>
                  </a:lnTo>
                  <a:close/>
                </a:path>
                <a:path w="10390505" h="4652010">
                  <a:moveTo>
                    <a:pt x="4822165" y="0"/>
                  </a:moveTo>
                  <a:lnTo>
                    <a:pt x="4816831" y="0"/>
                  </a:lnTo>
                  <a:lnTo>
                    <a:pt x="4812640" y="4318"/>
                  </a:lnTo>
                  <a:lnTo>
                    <a:pt x="4812640" y="14732"/>
                  </a:lnTo>
                  <a:lnTo>
                    <a:pt x="4816831" y="19050"/>
                  </a:lnTo>
                  <a:lnTo>
                    <a:pt x="4822165" y="19050"/>
                  </a:lnTo>
                  <a:lnTo>
                    <a:pt x="4822165" y="0"/>
                  </a:lnTo>
                  <a:close/>
                </a:path>
                <a:path w="10390505" h="4652010">
                  <a:moveTo>
                    <a:pt x="4827372" y="0"/>
                  </a:moveTo>
                  <a:lnTo>
                    <a:pt x="4822165" y="0"/>
                  </a:lnTo>
                  <a:lnTo>
                    <a:pt x="4822165" y="19050"/>
                  </a:lnTo>
                  <a:lnTo>
                    <a:pt x="4827372" y="19050"/>
                  </a:lnTo>
                  <a:lnTo>
                    <a:pt x="4831690" y="14732"/>
                  </a:lnTo>
                  <a:lnTo>
                    <a:pt x="4831690" y="4318"/>
                  </a:lnTo>
                  <a:lnTo>
                    <a:pt x="4827372" y="0"/>
                  </a:lnTo>
                  <a:close/>
                </a:path>
                <a:path w="10390505" h="4652010">
                  <a:moveTo>
                    <a:pt x="4860265" y="0"/>
                  </a:moveTo>
                  <a:lnTo>
                    <a:pt x="4854931" y="0"/>
                  </a:lnTo>
                  <a:lnTo>
                    <a:pt x="4850740" y="4318"/>
                  </a:lnTo>
                  <a:lnTo>
                    <a:pt x="4850740" y="14732"/>
                  </a:lnTo>
                  <a:lnTo>
                    <a:pt x="4854931" y="19050"/>
                  </a:lnTo>
                  <a:lnTo>
                    <a:pt x="4860265" y="19050"/>
                  </a:lnTo>
                  <a:lnTo>
                    <a:pt x="4860265" y="0"/>
                  </a:lnTo>
                  <a:close/>
                </a:path>
                <a:path w="10390505" h="4652010">
                  <a:moveTo>
                    <a:pt x="4865472" y="0"/>
                  </a:moveTo>
                  <a:lnTo>
                    <a:pt x="4860265" y="0"/>
                  </a:lnTo>
                  <a:lnTo>
                    <a:pt x="4860265" y="19050"/>
                  </a:lnTo>
                  <a:lnTo>
                    <a:pt x="4865472" y="19050"/>
                  </a:lnTo>
                  <a:lnTo>
                    <a:pt x="4869790" y="14732"/>
                  </a:lnTo>
                  <a:lnTo>
                    <a:pt x="4869790" y="4318"/>
                  </a:lnTo>
                  <a:lnTo>
                    <a:pt x="4865472" y="0"/>
                  </a:lnTo>
                  <a:close/>
                </a:path>
                <a:path w="10390505" h="4652010">
                  <a:moveTo>
                    <a:pt x="4898365" y="0"/>
                  </a:moveTo>
                  <a:lnTo>
                    <a:pt x="4893158" y="0"/>
                  </a:lnTo>
                  <a:lnTo>
                    <a:pt x="4888840" y="4318"/>
                  </a:lnTo>
                  <a:lnTo>
                    <a:pt x="4888840" y="14732"/>
                  </a:lnTo>
                  <a:lnTo>
                    <a:pt x="4893158" y="19050"/>
                  </a:lnTo>
                  <a:lnTo>
                    <a:pt x="4898365" y="19050"/>
                  </a:lnTo>
                  <a:lnTo>
                    <a:pt x="4898365" y="0"/>
                  </a:lnTo>
                  <a:close/>
                </a:path>
                <a:path w="10390505" h="4652010">
                  <a:moveTo>
                    <a:pt x="4903699" y="0"/>
                  </a:moveTo>
                  <a:lnTo>
                    <a:pt x="4898365" y="0"/>
                  </a:lnTo>
                  <a:lnTo>
                    <a:pt x="4898365" y="19050"/>
                  </a:lnTo>
                  <a:lnTo>
                    <a:pt x="4903699" y="19050"/>
                  </a:lnTo>
                  <a:lnTo>
                    <a:pt x="4907890" y="14732"/>
                  </a:lnTo>
                  <a:lnTo>
                    <a:pt x="4907890" y="4318"/>
                  </a:lnTo>
                  <a:lnTo>
                    <a:pt x="4903699" y="0"/>
                  </a:lnTo>
                  <a:close/>
                </a:path>
                <a:path w="10390505" h="4652010">
                  <a:moveTo>
                    <a:pt x="4936465" y="0"/>
                  </a:moveTo>
                  <a:lnTo>
                    <a:pt x="4931258" y="0"/>
                  </a:lnTo>
                  <a:lnTo>
                    <a:pt x="4926940" y="4318"/>
                  </a:lnTo>
                  <a:lnTo>
                    <a:pt x="4926940" y="14732"/>
                  </a:lnTo>
                  <a:lnTo>
                    <a:pt x="4931258" y="19050"/>
                  </a:lnTo>
                  <a:lnTo>
                    <a:pt x="4936465" y="19050"/>
                  </a:lnTo>
                  <a:lnTo>
                    <a:pt x="4936465" y="0"/>
                  </a:lnTo>
                  <a:close/>
                </a:path>
                <a:path w="10390505" h="4652010">
                  <a:moveTo>
                    <a:pt x="4941799" y="0"/>
                  </a:moveTo>
                  <a:lnTo>
                    <a:pt x="4936465" y="0"/>
                  </a:lnTo>
                  <a:lnTo>
                    <a:pt x="4936465" y="19050"/>
                  </a:lnTo>
                  <a:lnTo>
                    <a:pt x="4941799" y="19050"/>
                  </a:lnTo>
                  <a:lnTo>
                    <a:pt x="4945990" y="14732"/>
                  </a:lnTo>
                  <a:lnTo>
                    <a:pt x="4945990" y="4318"/>
                  </a:lnTo>
                  <a:lnTo>
                    <a:pt x="4941799" y="0"/>
                  </a:lnTo>
                  <a:close/>
                </a:path>
                <a:path w="10390505" h="4652010">
                  <a:moveTo>
                    <a:pt x="4974565" y="0"/>
                  </a:moveTo>
                  <a:lnTo>
                    <a:pt x="4969358" y="0"/>
                  </a:lnTo>
                  <a:lnTo>
                    <a:pt x="4965040" y="4318"/>
                  </a:lnTo>
                  <a:lnTo>
                    <a:pt x="4965040" y="14732"/>
                  </a:lnTo>
                  <a:lnTo>
                    <a:pt x="4969358" y="19050"/>
                  </a:lnTo>
                  <a:lnTo>
                    <a:pt x="4974565" y="19050"/>
                  </a:lnTo>
                  <a:lnTo>
                    <a:pt x="4974565" y="0"/>
                  </a:lnTo>
                  <a:close/>
                </a:path>
                <a:path w="10390505" h="4652010">
                  <a:moveTo>
                    <a:pt x="4979899" y="0"/>
                  </a:moveTo>
                  <a:lnTo>
                    <a:pt x="4974565" y="0"/>
                  </a:lnTo>
                  <a:lnTo>
                    <a:pt x="4974565" y="19050"/>
                  </a:lnTo>
                  <a:lnTo>
                    <a:pt x="4979899" y="19050"/>
                  </a:lnTo>
                  <a:lnTo>
                    <a:pt x="4984090" y="14732"/>
                  </a:lnTo>
                  <a:lnTo>
                    <a:pt x="4984090" y="4318"/>
                  </a:lnTo>
                  <a:lnTo>
                    <a:pt x="4979899" y="0"/>
                  </a:lnTo>
                  <a:close/>
                </a:path>
                <a:path w="10390505" h="4652010">
                  <a:moveTo>
                    <a:pt x="5012665" y="0"/>
                  </a:moveTo>
                  <a:lnTo>
                    <a:pt x="5007458" y="0"/>
                  </a:lnTo>
                  <a:lnTo>
                    <a:pt x="5003140" y="4318"/>
                  </a:lnTo>
                  <a:lnTo>
                    <a:pt x="5003140" y="14732"/>
                  </a:lnTo>
                  <a:lnTo>
                    <a:pt x="5007458" y="19050"/>
                  </a:lnTo>
                  <a:lnTo>
                    <a:pt x="5012665" y="19050"/>
                  </a:lnTo>
                  <a:lnTo>
                    <a:pt x="5012665" y="0"/>
                  </a:lnTo>
                  <a:close/>
                </a:path>
                <a:path w="10390505" h="4652010">
                  <a:moveTo>
                    <a:pt x="5017999" y="0"/>
                  </a:moveTo>
                  <a:lnTo>
                    <a:pt x="5012792" y="0"/>
                  </a:lnTo>
                  <a:lnTo>
                    <a:pt x="5012792" y="19050"/>
                  </a:lnTo>
                  <a:lnTo>
                    <a:pt x="5017999" y="19050"/>
                  </a:lnTo>
                  <a:lnTo>
                    <a:pt x="5022317" y="14732"/>
                  </a:lnTo>
                  <a:lnTo>
                    <a:pt x="5022317" y="4318"/>
                  </a:lnTo>
                  <a:lnTo>
                    <a:pt x="5017999" y="0"/>
                  </a:lnTo>
                  <a:close/>
                </a:path>
                <a:path w="10390505" h="4652010">
                  <a:moveTo>
                    <a:pt x="5050892" y="0"/>
                  </a:moveTo>
                  <a:lnTo>
                    <a:pt x="5045558" y="0"/>
                  </a:lnTo>
                  <a:lnTo>
                    <a:pt x="5041367" y="4318"/>
                  </a:lnTo>
                  <a:lnTo>
                    <a:pt x="5041367" y="14732"/>
                  </a:lnTo>
                  <a:lnTo>
                    <a:pt x="5045558" y="19050"/>
                  </a:lnTo>
                  <a:lnTo>
                    <a:pt x="5050892" y="19050"/>
                  </a:lnTo>
                  <a:lnTo>
                    <a:pt x="5050892" y="0"/>
                  </a:lnTo>
                  <a:close/>
                </a:path>
                <a:path w="10390505" h="4652010">
                  <a:moveTo>
                    <a:pt x="5056099" y="0"/>
                  </a:moveTo>
                  <a:lnTo>
                    <a:pt x="5050892" y="0"/>
                  </a:lnTo>
                  <a:lnTo>
                    <a:pt x="5050892" y="19050"/>
                  </a:lnTo>
                  <a:lnTo>
                    <a:pt x="5056099" y="19050"/>
                  </a:lnTo>
                  <a:lnTo>
                    <a:pt x="5060417" y="14732"/>
                  </a:lnTo>
                  <a:lnTo>
                    <a:pt x="5060417" y="4318"/>
                  </a:lnTo>
                  <a:lnTo>
                    <a:pt x="5056099" y="0"/>
                  </a:lnTo>
                  <a:close/>
                </a:path>
                <a:path w="10390505" h="4652010">
                  <a:moveTo>
                    <a:pt x="5088992" y="0"/>
                  </a:moveTo>
                  <a:lnTo>
                    <a:pt x="5083658" y="0"/>
                  </a:lnTo>
                  <a:lnTo>
                    <a:pt x="5079467" y="4318"/>
                  </a:lnTo>
                  <a:lnTo>
                    <a:pt x="5079467" y="14732"/>
                  </a:lnTo>
                  <a:lnTo>
                    <a:pt x="5083658" y="19050"/>
                  </a:lnTo>
                  <a:lnTo>
                    <a:pt x="5088992" y="19050"/>
                  </a:lnTo>
                  <a:lnTo>
                    <a:pt x="5088992" y="0"/>
                  </a:lnTo>
                  <a:close/>
                </a:path>
                <a:path w="10390505" h="4652010">
                  <a:moveTo>
                    <a:pt x="5094199" y="0"/>
                  </a:moveTo>
                  <a:lnTo>
                    <a:pt x="5088992" y="0"/>
                  </a:lnTo>
                  <a:lnTo>
                    <a:pt x="5088992" y="19050"/>
                  </a:lnTo>
                  <a:lnTo>
                    <a:pt x="5094199" y="19050"/>
                  </a:lnTo>
                  <a:lnTo>
                    <a:pt x="5098517" y="14732"/>
                  </a:lnTo>
                  <a:lnTo>
                    <a:pt x="5098517" y="4318"/>
                  </a:lnTo>
                  <a:lnTo>
                    <a:pt x="5094199" y="0"/>
                  </a:lnTo>
                  <a:close/>
                </a:path>
                <a:path w="10390505" h="4652010">
                  <a:moveTo>
                    <a:pt x="5127092" y="0"/>
                  </a:moveTo>
                  <a:lnTo>
                    <a:pt x="5121758" y="0"/>
                  </a:lnTo>
                  <a:lnTo>
                    <a:pt x="5117567" y="4318"/>
                  </a:lnTo>
                  <a:lnTo>
                    <a:pt x="5117567" y="14732"/>
                  </a:lnTo>
                  <a:lnTo>
                    <a:pt x="5121758" y="19050"/>
                  </a:lnTo>
                  <a:lnTo>
                    <a:pt x="5127092" y="19050"/>
                  </a:lnTo>
                  <a:lnTo>
                    <a:pt x="5127092" y="0"/>
                  </a:lnTo>
                  <a:close/>
                </a:path>
                <a:path w="10390505" h="4652010">
                  <a:moveTo>
                    <a:pt x="5132299" y="0"/>
                  </a:moveTo>
                  <a:lnTo>
                    <a:pt x="5127092" y="0"/>
                  </a:lnTo>
                  <a:lnTo>
                    <a:pt x="5127092" y="19050"/>
                  </a:lnTo>
                  <a:lnTo>
                    <a:pt x="5132299" y="19050"/>
                  </a:lnTo>
                  <a:lnTo>
                    <a:pt x="5136617" y="14732"/>
                  </a:lnTo>
                  <a:lnTo>
                    <a:pt x="5136617" y="4318"/>
                  </a:lnTo>
                  <a:lnTo>
                    <a:pt x="5132299" y="0"/>
                  </a:lnTo>
                  <a:close/>
                </a:path>
                <a:path w="10390505" h="4652010">
                  <a:moveTo>
                    <a:pt x="5165192" y="0"/>
                  </a:moveTo>
                  <a:lnTo>
                    <a:pt x="5159985" y="0"/>
                  </a:lnTo>
                  <a:lnTo>
                    <a:pt x="5155667" y="4318"/>
                  </a:lnTo>
                  <a:lnTo>
                    <a:pt x="5155667" y="14732"/>
                  </a:lnTo>
                  <a:lnTo>
                    <a:pt x="5159985" y="19050"/>
                  </a:lnTo>
                  <a:lnTo>
                    <a:pt x="5165192" y="19050"/>
                  </a:lnTo>
                  <a:lnTo>
                    <a:pt x="5165192" y="0"/>
                  </a:lnTo>
                  <a:close/>
                </a:path>
                <a:path w="10390505" h="4652010">
                  <a:moveTo>
                    <a:pt x="5170526" y="0"/>
                  </a:moveTo>
                  <a:lnTo>
                    <a:pt x="5165192" y="0"/>
                  </a:lnTo>
                  <a:lnTo>
                    <a:pt x="5165192" y="19050"/>
                  </a:lnTo>
                  <a:lnTo>
                    <a:pt x="5170526" y="19050"/>
                  </a:lnTo>
                  <a:lnTo>
                    <a:pt x="5174717" y="14732"/>
                  </a:lnTo>
                  <a:lnTo>
                    <a:pt x="5174717" y="4318"/>
                  </a:lnTo>
                  <a:lnTo>
                    <a:pt x="5170526" y="0"/>
                  </a:lnTo>
                  <a:close/>
                </a:path>
                <a:path w="10390505" h="4652010">
                  <a:moveTo>
                    <a:pt x="5203292" y="0"/>
                  </a:moveTo>
                  <a:lnTo>
                    <a:pt x="5198085" y="0"/>
                  </a:lnTo>
                  <a:lnTo>
                    <a:pt x="5193767" y="4318"/>
                  </a:lnTo>
                  <a:lnTo>
                    <a:pt x="5193767" y="14732"/>
                  </a:lnTo>
                  <a:lnTo>
                    <a:pt x="5198085" y="19050"/>
                  </a:lnTo>
                  <a:lnTo>
                    <a:pt x="5203292" y="19050"/>
                  </a:lnTo>
                  <a:lnTo>
                    <a:pt x="5203292" y="0"/>
                  </a:lnTo>
                  <a:close/>
                </a:path>
                <a:path w="10390505" h="4652010">
                  <a:moveTo>
                    <a:pt x="5208626" y="0"/>
                  </a:moveTo>
                  <a:lnTo>
                    <a:pt x="5203292" y="0"/>
                  </a:lnTo>
                  <a:lnTo>
                    <a:pt x="5203292" y="19050"/>
                  </a:lnTo>
                  <a:lnTo>
                    <a:pt x="5208626" y="19050"/>
                  </a:lnTo>
                  <a:lnTo>
                    <a:pt x="5212817" y="14732"/>
                  </a:lnTo>
                  <a:lnTo>
                    <a:pt x="5212817" y="4318"/>
                  </a:lnTo>
                  <a:lnTo>
                    <a:pt x="5208626" y="0"/>
                  </a:lnTo>
                  <a:close/>
                </a:path>
                <a:path w="10390505" h="4652010">
                  <a:moveTo>
                    <a:pt x="5241392" y="0"/>
                  </a:moveTo>
                  <a:lnTo>
                    <a:pt x="5236185" y="0"/>
                  </a:lnTo>
                  <a:lnTo>
                    <a:pt x="5231867" y="4318"/>
                  </a:lnTo>
                  <a:lnTo>
                    <a:pt x="5231867" y="14732"/>
                  </a:lnTo>
                  <a:lnTo>
                    <a:pt x="5236185" y="19050"/>
                  </a:lnTo>
                  <a:lnTo>
                    <a:pt x="5241392" y="19050"/>
                  </a:lnTo>
                  <a:lnTo>
                    <a:pt x="5241392" y="0"/>
                  </a:lnTo>
                  <a:close/>
                </a:path>
                <a:path w="10390505" h="4652010">
                  <a:moveTo>
                    <a:pt x="5246726" y="0"/>
                  </a:moveTo>
                  <a:lnTo>
                    <a:pt x="5241392" y="0"/>
                  </a:lnTo>
                  <a:lnTo>
                    <a:pt x="5241392" y="19050"/>
                  </a:lnTo>
                  <a:lnTo>
                    <a:pt x="5246726" y="19050"/>
                  </a:lnTo>
                  <a:lnTo>
                    <a:pt x="5250917" y="14732"/>
                  </a:lnTo>
                  <a:lnTo>
                    <a:pt x="5250917" y="4318"/>
                  </a:lnTo>
                  <a:lnTo>
                    <a:pt x="5246726" y="0"/>
                  </a:lnTo>
                  <a:close/>
                </a:path>
                <a:path w="10390505" h="4652010">
                  <a:moveTo>
                    <a:pt x="5279492" y="0"/>
                  </a:moveTo>
                  <a:lnTo>
                    <a:pt x="5274285" y="0"/>
                  </a:lnTo>
                  <a:lnTo>
                    <a:pt x="5269967" y="4318"/>
                  </a:lnTo>
                  <a:lnTo>
                    <a:pt x="5269967" y="14732"/>
                  </a:lnTo>
                  <a:lnTo>
                    <a:pt x="5274285" y="19050"/>
                  </a:lnTo>
                  <a:lnTo>
                    <a:pt x="5279492" y="19050"/>
                  </a:lnTo>
                  <a:lnTo>
                    <a:pt x="5279492" y="0"/>
                  </a:lnTo>
                  <a:close/>
                </a:path>
                <a:path w="10390505" h="4652010">
                  <a:moveTo>
                    <a:pt x="5284826" y="0"/>
                  </a:moveTo>
                  <a:lnTo>
                    <a:pt x="5279619" y="0"/>
                  </a:lnTo>
                  <a:lnTo>
                    <a:pt x="5279619" y="19050"/>
                  </a:lnTo>
                  <a:lnTo>
                    <a:pt x="5284826" y="19050"/>
                  </a:lnTo>
                  <a:lnTo>
                    <a:pt x="5289144" y="14732"/>
                  </a:lnTo>
                  <a:lnTo>
                    <a:pt x="5289144" y="4318"/>
                  </a:lnTo>
                  <a:lnTo>
                    <a:pt x="5284826" y="0"/>
                  </a:lnTo>
                  <a:close/>
                </a:path>
                <a:path w="10390505" h="4652010">
                  <a:moveTo>
                    <a:pt x="5317719" y="0"/>
                  </a:moveTo>
                  <a:lnTo>
                    <a:pt x="5312385" y="0"/>
                  </a:lnTo>
                  <a:lnTo>
                    <a:pt x="5308194" y="4318"/>
                  </a:lnTo>
                  <a:lnTo>
                    <a:pt x="5308194" y="14732"/>
                  </a:lnTo>
                  <a:lnTo>
                    <a:pt x="5312385" y="19050"/>
                  </a:lnTo>
                  <a:lnTo>
                    <a:pt x="5317719" y="19050"/>
                  </a:lnTo>
                  <a:lnTo>
                    <a:pt x="5317719" y="0"/>
                  </a:lnTo>
                  <a:close/>
                </a:path>
                <a:path w="10390505" h="4652010">
                  <a:moveTo>
                    <a:pt x="5322926" y="0"/>
                  </a:moveTo>
                  <a:lnTo>
                    <a:pt x="5317719" y="0"/>
                  </a:lnTo>
                  <a:lnTo>
                    <a:pt x="5317719" y="19050"/>
                  </a:lnTo>
                  <a:lnTo>
                    <a:pt x="5322926" y="19050"/>
                  </a:lnTo>
                  <a:lnTo>
                    <a:pt x="5327244" y="14732"/>
                  </a:lnTo>
                  <a:lnTo>
                    <a:pt x="5327244" y="4318"/>
                  </a:lnTo>
                  <a:lnTo>
                    <a:pt x="5322926" y="0"/>
                  </a:lnTo>
                  <a:close/>
                </a:path>
                <a:path w="10390505" h="4652010">
                  <a:moveTo>
                    <a:pt x="5355819" y="0"/>
                  </a:moveTo>
                  <a:lnTo>
                    <a:pt x="5350485" y="0"/>
                  </a:lnTo>
                  <a:lnTo>
                    <a:pt x="5346294" y="4318"/>
                  </a:lnTo>
                  <a:lnTo>
                    <a:pt x="5346294" y="14732"/>
                  </a:lnTo>
                  <a:lnTo>
                    <a:pt x="5350485" y="19050"/>
                  </a:lnTo>
                  <a:lnTo>
                    <a:pt x="5355819" y="19050"/>
                  </a:lnTo>
                  <a:lnTo>
                    <a:pt x="5355819" y="0"/>
                  </a:lnTo>
                  <a:close/>
                </a:path>
                <a:path w="10390505" h="4652010">
                  <a:moveTo>
                    <a:pt x="5361026" y="0"/>
                  </a:moveTo>
                  <a:lnTo>
                    <a:pt x="5355819" y="0"/>
                  </a:lnTo>
                  <a:lnTo>
                    <a:pt x="5355819" y="19050"/>
                  </a:lnTo>
                  <a:lnTo>
                    <a:pt x="5361026" y="19050"/>
                  </a:lnTo>
                  <a:lnTo>
                    <a:pt x="5365344" y="14732"/>
                  </a:lnTo>
                  <a:lnTo>
                    <a:pt x="5365344" y="4318"/>
                  </a:lnTo>
                  <a:lnTo>
                    <a:pt x="5361026" y="0"/>
                  </a:lnTo>
                  <a:close/>
                </a:path>
                <a:path w="10390505" h="4652010">
                  <a:moveTo>
                    <a:pt x="5393919" y="0"/>
                  </a:moveTo>
                  <a:lnTo>
                    <a:pt x="5388712" y="0"/>
                  </a:lnTo>
                  <a:lnTo>
                    <a:pt x="5384394" y="4318"/>
                  </a:lnTo>
                  <a:lnTo>
                    <a:pt x="5384394" y="14732"/>
                  </a:lnTo>
                  <a:lnTo>
                    <a:pt x="5388712" y="19050"/>
                  </a:lnTo>
                  <a:lnTo>
                    <a:pt x="5393919" y="19050"/>
                  </a:lnTo>
                  <a:lnTo>
                    <a:pt x="5393919" y="0"/>
                  </a:lnTo>
                  <a:close/>
                </a:path>
                <a:path w="10390505" h="4652010">
                  <a:moveTo>
                    <a:pt x="5399253" y="0"/>
                  </a:moveTo>
                  <a:lnTo>
                    <a:pt x="5393919" y="0"/>
                  </a:lnTo>
                  <a:lnTo>
                    <a:pt x="5393919" y="19050"/>
                  </a:lnTo>
                  <a:lnTo>
                    <a:pt x="5399253" y="19050"/>
                  </a:lnTo>
                  <a:lnTo>
                    <a:pt x="5403444" y="14732"/>
                  </a:lnTo>
                  <a:lnTo>
                    <a:pt x="5403444" y="4318"/>
                  </a:lnTo>
                  <a:lnTo>
                    <a:pt x="5399253" y="0"/>
                  </a:lnTo>
                  <a:close/>
                </a:path>
                <a:path w="10390505" h="4652010">
                  <a:moveTo>
                    <a:pt x="5432019" y="0"/>
                  </a:moveTo>
                  <a:lnTo>
                    <a:pt x="5426812" y="0"/>
                  </a:lnTo>
                  <a:lnTo>
                    <a:pt x="5422494" y="4318"/>
                  </a:lnTo>
                  <a:lnTo>
                    <a:pt x="5422494" y="14732"/>
                  </a:lnTo>
                  <a:lnTo>
                    <a:pt x="5426812" y="19050"/>
                  </a:lnTo>
                  <a:lnTo>
                    <a:pt x="5432019" y="19050"/>
                  </a:lnTo>
                  <a:lnTo>
                    <a:pt x="5432019" y="0"/>
                  </a:lnTo>
                  <a:close/>
                </a:path>
                <a:path w="10390505" h="4652010">
                  <a:moveTo>
                    <a:pt x="5437353" y="0"/>
                  </a:moveTo>
                  <a:lnTo>
                    <a:pt x="5432019" y="0"/>
                  </a:lnTo>
                  <a:lnTo>
                    <a:pt x="5432019" y="19050"/>
                  </a:lnTo>
                  <a:lnTo>
                    <a:pt x="5437353" y="19050"/>
                  </a:lnTo>
                  <a:lnTo>
                    <a:pt x="5441544" y="14732"/>
                  </a:lnTo>
                  <a:lnTo>
                    <a:pt x="5441544" y="4318"/>
                  </a:lnTo>
                  <a:lnTo>
                    <a:pt x="5437353" y="0"/>
                  </a:lnTo>
                  <a:close/>
                </a:path>
                <a:path w="10390505" h="4652010">
                  <a:moveTo>
                    <a:pt x="5470119" y="0"/>
                  </a:moveTo>
                  <a:lnTo>
                    <a:pt x="5464912" y="0"/>
                  </a:lnTo>
                  <a:lnTo>
                    <a:pt x="5460594" y="4318"/>
                  </a:lnTo>
                  <a:lnTo>
                    <a:pt x="5460594" y="14732"/>
                  </a:lnTo>
                  <a:lnTo>
                    <a:pt x="5464912" y="19050"/>
                  </a:lnTo>
                  <a:lnTo>
                    <a:pt x="5470119" y="19050"/>
                  </a:lnTo>
                  <a:lnTo>
                    <a:pt x="5470119" y="0"/>
                  </a:lnTo>
                  <a:close/>
                </a:path>
                <a:path w="10390505" h="4652010">
                  <a:moveTo>
                    <a:pt x="5475453" y="0"/>
                  </a:moveTo>
                  <a:lnTo>
                    <a:pt x="5470119" y="0"/>
                  </a:lnTo>
                  <a:lnTo>
                    <a:pt x="5470119" y="19050"/>
                  </a:lnTo>
                  <a:lnTo>
                    <a:pt x="5475453" y="19050"/>
                  </a:lnTo>
                  <a:lnTo>
                    <a:pt x="5479644" y="14732"/>
                  </a:lnTo>
                  <a:lnTo>
                    <a:pt x="5479644" y="4318"/>
                  </a:lnTo>
                  <a:lnTo>
                    <a:pt x="5475453" y="0"/>
                  </a:lnTo>
                  <a:close/>
                </a:path>
                <a:path w="10390505" h="4652010">
                  <a:moveTo>
                    <a:pt x="5508219" y="0"/>
                  </a:moveTo>
                  <a:lnTo>
                    <a:pt x="5503012" y="0"/>
                  </a:lnTo>
                  <a:lnTo>
                    <a:pt x="5498694" y="4318"/>
                  </a:lnTo>
                  <a:lnTo>
                    <a:pt x="5498694" y="14732"/>
                  </a:lnTo>
                  <a:lnTo>
                    <a:pt x="5503012" y="19050"/>
                  </a:lnTo>
                  <a:lnTo>
                    <a:pt x="5508219" y="19050"/>
                  </a:lnTo>
                  <a:lnTo>
                    <a:pt x="5508219" y="0"/>
                  </a:lnTo>
                  <a:close/>
                </a:path>
                <a:path w="10390505" h="4652010">
                  <a:moveTo>
                    <a:pt x="5513553" y="0"/>
                  </a:moveTo>
                  <a:lnTo>
                    <a:pt x="5508346" y="0"/>
                  </a:lnTo>
                  <a:lnTo>
                    <a:pt x="5508346" y="19050"/>
                  </a:lnTo>
                  <a:lnTo>
                    <a:pt x="5513553" y="19050"/>
                  </a:lnTo>
                  <a:lnTo>
                    <a:pt x="5517871" y="14732"/>
                  </a:lnTo>
                  <a:lnTo>
                    <a:pt x="5517871" y="4318"/>
                  </a:lnTo>
                  <a:lnTo>
                    <a:pt x="5513553" y="0"/>
                  </a:lnTo>
                  <a:close/>
                </a:path>
                <a:path w="10390505" h="4652010">
                  <a:moveTo>
                    <a:pt x="5546446" y="0"/>
                  </a:moveTo>
                  <a:lnTo>
                    <a:pt x="5541112" y="0"/>
                  </a:lnTo>
                  <a:lnTo>
                    <a:pt x="5536921" y="4318"/>
                  </a:lnTo>
                  <a:lnTo>
                    <a:pt x="5536921" y="14732"/>
                  </a:lnTo>
                  <a:lnTo>
                    <a:pt x="5541112" y="19050"/>
                  </a:lnTo>
                  <a:lnTo>
                    <a:pt x="5546446" y="19050"/>
                  </a:lnTo>
                  <a:lnTo>
                    <a:pt x="5546446" y="0"/>
                  </a:lnTo>
                  <a:close/>
                </a:path>
                <a:path w="10390505" h="4652010">
                  <a:moveTo>
                    <a:pt x="5551653" y="0"/>
                  </a:moveTo>
                  <a:lnTo>
                    <a:pt x="5546446" y="0"/>
                  </a:lnTo>
                  <a:lnTo>
                    <a:pt x="5546446" y="19050"/>
                  </a:lnTo>
                  <a:lnTo>
                    <a:pt x="5551653" y="19050"/>
                  </a:lnTo>
                  <a:lnTo>
                    <a:pt x="5555971" y="14732"/>
                  </a:lnTo>
                  <a:lnTo>
                    <a:pt x="5555971" y="4318"/>
                  </a:lnTo>
                  <a:lnTo>
                    <a:pt x="5551653" y="0"/>
                  </a:lnTo>
                  <a:close/>
                </a:path>
                <a:path w="10390505" h="4652010">
                  <a:moveTo>
                    <a:pt x="5584546" y="0"/>
                  </a:moveTo>
                  <a:lnTo>
                    <a:pt x="5579212" y="0"/>
                  </a:lnTo>
                  <a:lnTo>
                    <a:pt x="5575021" y="4318"/>
                  </a:lnTo>
                  <a:lnTo>
                    <a:pt x="5575021" y="14732"/>
                  </a:lnTo>
                  <a:lnTo>
                    <a:pt x="5579212" y="19050"/>
                  </a:lnTo>
                  <a:lnTo>
                    <a:pt x="5584546" y="19050"/>
                  </a:lnTo>
                  <a:lnTo>
                    <a:pt x="5584546" y="0"/>
                  </a:lnTo>
                  <a:close/>
                </a:path>
                <a:path w="10390505" h="4652010">
                  <a:moveTo>
                    <a:pt x="5589753" y="0"/>
                  </a:moveTo>
                  <a:lnTo>
                    <a:pt x="5584546" y="0"/>
                  </a:lnTo>
                  <a:lnTo>
                    <a:pt x="5584546" y="19050"/>
                  </a:lnTo>
                  <a:lnTo>
                    <a:pt x="5589753" y="19050"/>
                  </a:lnTo>
                  <a:lnTo>
                    <a:pt x="5594071" y="14732"/>
                  </a:lnTo>
                  <a:lnTo>
                    <a:pt x="5594071" y="4318"/>
                  </a:lnTo>
                  <a:lnTo>
                    <a:pt x="5589753" y="0"/>
                  </a:lnTo>
                  <a:close/>
                </a:path>
                <a:path w="10390505" h="4652010">
                  <a:moveTo>
                    <a:pt x="5622646" y="0"/>
                  </a:moveTo>
                  <a:lnTo>
                    <a:pt x="5617312" y="0"/>
                  </a:lnTo>
                  <a:lnTo>
                    <a:pt x="5613121" y="4318"/>
                  </a:lnTo>
                  <a:lnTo>
                    <a:pt x="5613121" y="14732"/>
                  </a:lnTo>
                  <a:lnTo>
                    <a:pt x="5617312" y="19050"/>
                  </a:lnTo>
                  <a:lnTo>
                    <a:pt x="5622646" y="19050"/>
                  </a:lnTo>
                  <a:lnTo>
                    <a:pt x="5622646" y="0"/>
                  </a:lnTo>
                  <a:close/>
                </a:path>
                <a:path w="10390505" h="4652010">
                  <a:moveTo>
                    <a:pt x="5627853" y="0"/>
                  </a:moveTo>
                  <a:lnTo>
                    <a:pt x="5622646" y="0"/>
                  </a:lnTo>
                  <a:lnTo>
                    <a:pt x="5622646" y="19050"/>
                  </a:lnTo>
                  <a:lnTo>
                    <a:pt x="5627853" y="19050"/>
                  </a:lnTo>
                  <a:lnTo>
                    <a:pt x="5632171" y="14732"/>
                  </a:lnTo>
                  <a:lnTo>
                    <a:pt x="5632171" y="4318"/>
                  </a:lnTo>
                  <a:lnTo>
                    <a:pt x="5627853" y="0"/>
                  </a:lnTo>
                  <a:close/>
                </a:path>
                <a:path w="10390505" h="4652010">
                  <a:moveTo>
                    <a:pt x="5660746" y="0"/>
                  </a:moveTo>
                  <a:lnTo>
                    <a:pt x="5655539" y="0"/>
                  </a:lnTo>
                  <a:lnTo>
                    <a:pt x="5651221" y="4318"/>
                  </a:lnTo>
                  <a:lnTo>
                    <a:pt x="5651221" y="14732"/>
                  </a:lnTo>
                  <a:lnTo>
                    <a:pt x="5655539" y="19050"/>
                  </a:lnTo>
                  <a:lnTo>
                    <a:pt x="5660746" y="19050"/>
                  </a:lnTo>
                  <a:lnTo>
                    <a:pt x="5660746" y="0"/>
                  </a:lnTo>
                  <a:close/>
                </a:path>
                <a:path w="10390505" h="4652010">
                  <a:moveTo>
                    <a:pt x="5666080" y="0"/>
                  </a:moveTo>
                  <a:lnTo>
                    <a:pt x="5660746" y="0"/>
                  </a:lnTo>
                  <a:lnTo>
                    <a:pt x="5660746" y="19050"/>
                  </a:lnTo>
                  <a:lnTo>
                    <a:pt x="5666080" y="19050"/>
                  </a:lnTo>
                  <a:lnTo>
                    <a:pt x="5670271" y="14732"/>
                  </a:lnTo>
                  <a:lnTo>
                    <a:pt x="5670271" y="4318"/>
                  </a:lnTo>
                  <a:lnTo>
                    <a:pt x="5666080" y="0"/>
                  </a:lnTo>
                  <a:close/>
                </a:path>
                <a:path w="10390505" h="4652010">
                  <a:moveTo>
                    <a:pt x="5698846" y="0"/>
                  </a:moveTo>
                  <a:lnTo>
                    <a:pt x="5693639" y="0"/>
                  </a:lnTo>
                  <a:lnTo>
                    <a:pt x="5689321" y="4318"/>
                  </a:lnTo>
                  <a:lnTo>
                    <a:pt x="5689321" y="14732"/>
                  </a:lnTo>
                  <a:lnTo>
                    <a:pt x="5693639" y="19050"/>
                  </a:lnTo>
                  <a:lnTo>
                    <a:pt x="5698846" y="19050"/>
                  </a:lnTo>
                  <a:lnTo>
                    <a:pt x="5698846" y="0"/>
                  </a:lnTo>
                  <a:close/>
                </a:path>
                <a:path w="10390505" h="4652010">
                  <a:moveTo>
                    <a:pt x="5704180" y="0"/>
                  </a:moveTo>
                  <a:lnTo>
                    <a:pt x="5698846" y="0"/>
                  </a:lnTo>
                  <a:lnTo>
                    <a:pt x="5698846" y="19050"/>
                  </a:lnTo>
                  <a:lnTo>
                    <a:pt x="5704180" y="19050"/>
                  </a:lnTo>
                  <a:lnTo>
                    <a:pt x="5708371" y="14732"/>
                  </a:lnTo>
                  <a:lnTo>
                    <a:pt x="5708371" y="4318"/>
                  </a:lnTo>
                  <a:lnTo>
                    <a:pt x="5704180" y="0"/>
                  </a:lnTo>
                  <a:close/>
                </a:path>
                <a:path w="10390505" h="4652010">
                  <a:moveTo>
                    <a:pt x="5736946" y="0"/>
                  </a:moveTo>
                  <a:lnTo>
                    <a:pt x="5731739" y="0"/>
                  </a:lnTo>
                  <a:lnTo>
                    <a:pt x="5727421" y="4318"/>
                  </a:lnTo>
                  <a:lnTo>
                    <a:pt x="5727421" y="14732"/>
                  </a:lnTo>
                  <a:lnTo>
                    <a:pt x="5731739" y="19050"/>
                  </a:lnTo>
                  <a:lnTo>
                    <a:pt x="5736946" y="19050"/>
                  </a:lnTo>
                  <a:lnTo>
                    <a:pt x="5736946" y="0"/>
                  </a:lnTo>
                  <a:close/>
                </a:path>
                <a:path w="10390505" h="4652010">
                  <a:moveTo>
                    <a:pt x="5742280" y="0"/>
                  </a:moveTo>
                  <a:lnTo>
                    <a:pt x="5736946" y="0"/>
                  </a:lnTo>
                  <a:lnTo>
                    <a:pt x="5736946" y="19050"/>
                  </a:lnTo>
                  <a:lnTo>
                    <a:pt x="5742280" y="19050"/>
                  </a:lnTo>
                  <a:lnTo>
                    <a:pt x="5746471" y="14732"/>
                  </a:lnTo>
                  <a:lnTo>
                    <a:pt x="5746471" y="4318"/>
                  </a:lnTo>
                  <a:lnTo>
                    <a:pt x="5742280" y="0"/>
                  </a:lnTo>
                  <a:close/>
                </a:path>
                <a:path w="10390505" h="4652010">
                  <a:moveTo>
                    <a:pt x="5775046" y="0"/>
                  </a:moveTo>
                  <a:lnTo>
                    <a:pt x="5769839" y="0"/>
                  </a:lnTo>
                  <a:lnTo>
                    <a:pt x="5765521" y="4318"/>
                  </a:lnTo>
                  <a:lnTo>
                    <a:pt x="5765521" y="14732"/>
                  </a:lnTo>
                  <a:lnTo>
                    <a:pt x="5769839" y="19050"/>
                  </a:lnTo>
                  <a:lnTo>
                    <a:pt x="5775046" y="19050"/>
                  </a:lnTo>
                  <a:lnTo>
                    <a:pt x="5775046" y="0"/>
                  </a:lnTo>
                  <a:close/>
                </a:path>
                <a:path w="10390505" h="4652010">
                  <a:moveTo>
                    <a:pt x="5780380" y="0"/>
                  </a:moveTo>
                  <a:lnTo>
                    <a:pt x="5775173" y="0"/>
                  </a:lnTo>
                  <a:lnTo>
                    <a:pt x="5775173" y="19050"/>
                  </a:lnTo>
                  <a:lnTo>
                    <a:pt x="5780380" y="19050"/>
                  </a:lnTo>
                  <a:lnTo>
                    <a:pt x="5784698" y="14732"/>
                  </a:lnTo>
                  <a:lnTo>
                    <a:pt x="5784698" y="4318"/>
                  </a:lnTo>
                  <a:lnTo>
                    <a:pt x="5780380" y="0"/>
                  </a:lnTo>
                  <a:close/>
                </a:path>
                <a:path w="10390505" h="4652010">
                  <a:moveTo>
                    <a:pt x="5813273" y="0"/>
                  </a:moveTo>
                  <a:lnTo>
                    <a:pt x="5807939" y="0"/>
                  </a:lnTo>
                  <a:lnTo>
                    <a:pt x="5803748" y="4318"/>
                  </a:lnTo>
                  <a:lnTo>
                    <a:pt x="5803748" y="14732"/>
                  </a:lnTo>
                  <a:lnTo>
                    <a:pt x="5807939" y="19050"/>
                  </a:lnTo>
                  <a:lnTo>
                    <a:pt x="5813273" y="19050"/>
                  </a:lnTo>
                  <a:lnTo>
                    <a:pt x="5813273" y="0"/>
                  </a:lnTo>
                  <a:close/>
                </a:path>
                <a:path w="10390505" h="4652010">
                  <a:moveTo>
                    <a:pt x="5818480" y="0"/>
                  </a:moveTo>
                  <a:lnTo>
                    <a:pt x="5813273" y="0"/>
                  </a:lnTo>
                  <a:lnTo>
                    <a:pt x="5813273" y="19050"/>
                  </a:lnTo>
                  <a:lnTo>
                    <a:pt x="5818480" y="19050"/>
                  </a:lnTo>
                  <a:lnTo>
                    <a:pt x="5822798" y="14732"/>
                  </a:lnTo>
                  <a:lnTo>
                    <a:pt x="5822798" y="4318"/>
                  </a:lnTo>
                  <a:lnTo>
                    <a:pt x="5818480" y="0"/>
                  </a:lnTo>
                  <a:close/>
                </a:path>
                <a:path w="10390505" h="4652010">
                  <a:moveTo>
                    <a:pt x="5851373" y="0"/>
                  </a:moveTo>
                  <a:lnTo>
                    <a:pt x="5846039" y="0"/>
                  </a:lnTo>
                  <a:lnTo>
                    <a:pt x="5841848" y="4318"/>
                  </a:lnTo>
                  <a:lnTo>
                    <a:pt x="5841848" y="14732"/>
                  </a:lnTo>
                  <a:lnTo>
                    <a:pt x="5846039" y="19050"/>
                  </a:lnTo>
                  <a:lnTo>
                    <a:pt x="5851373" y="19050"/>
                  </a:lnTo>
                  <a:lnTo>
                    <a:pt x="5851373" y="0"/>
                  </a:lnTo>
                  <a:close/>
                </a:path>
                <a:path w="10390505" h="4652010">
                  <a:moveTo>
                    <a:pt x="5856580" y="0"/>
                  </a:moveTo>
                  <a:lnTo>
                    <a:pt x="5851373" y="0"/>
                  </a:lnTo>
                  <a:lnTo>
                    <a:pt x="5851373" y="19050"/>
                  </a:lnTo>
                  <a:lnTo>
                    <a:pt x="5856580" y="19050"/>
                  </a:lnTo>
                  <a:lnTo>
                    <a:pt x="5860898" y="14732"/>
                  </a:lnTo>
                  <a:lnTo>
                    <a:pt x="5860898" y="4318"/>
                  </a:lnTo>
                  <a:lnTo>
                    <a:pt x="5856580" y="0"/>
                  </a:lnTo>
                  <a:close/>
                </a:path>
                <a:path w="10390505" h="4652010">
                  <a:moveTo>
                    <a:pt x="5889473" y="0"/>
                  </a:moveTo>
                  <a:lnTo>
                    <a:pt x="5884266" y="0"/>
                  </a:lnTo>
                  <a:lnTo>
                    <a:pt x="5879948" y="4318"/>
                  </a:lnTo>
                  <a:lnTo>
                    <a:pt x="5879948" y="14732"/>
                  </a:lnTo>
                  <a:lnTo>
                    <a:pt x="5884266" y="19050"/>
                  </a:lnTo>
                  <a:lnTo>
                    <a:pt x="5889473" y="19050"/>
                  </a:lnTo>
                  <a:lnTo>
                    <a:pt x="5889473" y="0"/>
                  </a:lnTo>
                  <a:close/>
                </a:path>
                <a:path w="10390505" h="4652010">
                  <a:moveTo>
                    <a:pt x="5894807" y="0"/>
                  </a:moveTo>
                  <a:lnTo>
                    <a:pt x="5889473" y="0"/>
                  </a:lnTo>
                  <a:lnTo>
                    <a:pt x="5889473" y="19050"/>
                  </a:lnTo>
                  <a:lnTo>
                    <a:pt x="5894807" y="19050"/>
                  </a:lnTo>
                  <a:lnTo>
                    <a:pt x="5898998" y="14732"/>
                  </a:lnTo>
                  <a:lnTo>
                    <a:pt x="5898998" y="4318"/>
                  </a:lnTo>
                  <a:lnTo>
                    <a:pt x="5894807" y="0"/>
                  </a:lnTo>
                  <a:close/>
                </a:path>
                <a:path w="10390505" h="4652010">
                  <a:moveTo>
                    <a:pt x="5927573" y="0"/>
                  </a:moveTo>
                  <a:lnTo>
                    <a:pt x="5922366" y="0"/>
                  </a:lnTo>
                  <a:lnTo>
                    <a:pt x="5918048" y="4318"/>
                  </a:lnTo>
                  <a:lnTo>
                    <a:pt x="5918048" y="14732"/>
                  </a:lnTo>
                  <a:lnTo>
                    <a:pt x="5922366" y="19050"/>
                  </a:lnTo>
                  <a:lnTo>
                    <a:pt x="5927573" y="19050"/>
                  </a:lnTo>
                  <a:lnTo>
                    <a:pt x="5927573" y="0"/>
                  </a:lnTo>
                  <a:close/>
                </a:path>
                <a:path w="10390505" h="4652010">
                  <a:moveTo>
                    <a:pt x="5932907" y="0"/>
                  </a:moveTo>
                  <a:lnTo>
                    <a:pt x="5927573" y="0"/>
                  </a:lnTo>
                  <a:lnTo>
                    <a:pt x="5927573" y="19050"/>
                  </a:lnTo>
                  <a:lnTo>
                    <a:pt x="5932907" y="19050"/>
                  </a:lnTo>
                  <a:lnTo>
                    <a:pt x="5937098" y="14732"/>
                  </a:lnTo>
                  <a:lnTo>
                    <a:pt x="5937098" y="4318"/>
                  </a:lnTo>
                  <a:lnTo>
                    <a:pt x="5932907" y="0"/>
                  </a:lnTo>
                  <a:close/>
                </a:path>
                <a:path w="10390505" h="4652010">
                  <a:moveTo>
                    <a:pt x="5965673" y="0"/>
                  </a:moveTo>
                  <a:lnTo>
                    <a:pt x="5960466" y="0"/>
                  </a:lnTo>
                  <a:lnTo>
                    <a:pt x="5956148" y="4318"/>
                  </a:lnTo>
                  <a:lnTo>
                    <a:pt x="5956148" y="14732"/>
                  </a:lnTo>
                  <a:lnTo>
                    <a:pt x="5960466" y="19050"/>
                  </a:lnTo>
                  <a:lnTo>
                    <a:pt x="5965673" y="19050"/>
                  </a:lnTo>
                  <a:lnTo>
                    <a:pt x="5965673" y="0"/>
                  </a:lnTo>
                  <a:close/>
                </a:path>
                <a:path w="10390505" h="4652010">
                  <a:moveTo>
                    <a:pt x="5971007" y="0"/>
                  </a:moveTo>
                  <a:lnTo>
                    <a:pt x="5965673" y="0"/>
                  </a:lnTo>
                  <a:lnTo>
                    <a:pt x="5965673" y="19050"/>
                  </a:lnTo>
                  <a:lnTo>
                    <a:pt x="5971007" y="19050"/>
                  </a:lnTo>
                  <a:lnTo>
                    <a:pt x="5975198" y="14732"/>
                  </a:lnTo>
                  <a:lnTo>
                    <a:pt x="5975198" y="4318"/>
                  </a:lnTo>
                  <a:lnTo>
                    <a:pt x="5971007" y="0"/>
                  </a:lnTo>
                  <a:close/>
                </a:path>
                <a:path w="10390505" h="4652010">
                  <a:moveTo>
                    <a:pt x="6003773" y="0"/>
                  </a:moveTo>
                  <a:lnTo>
                    <a:pt x="5998566" y="0"/>
                  </a:lnTo>
                  <a:lnTo>
                    <a:pt x="5994248" y="4318"/>
                  </a:lnTo>
                  <a:lnTo>
                    <a:pt x="5994248" y="14732"/>
                  </a:lnTo>
                  <a:lnTo>
                    <a:pt x="5998566" y="19050"/>
                  </a:lnTo>
                  <a:lnTo>
                    <a:pt x="6003773" y="19050"/>
                  </a:lnTo>
                  <a:lnTo>
                    <a:pt x="6003773" y="0"/>
                  </a:lnTo>
                  <a:close/>
                </a:path>
                <a:path w="10390505" h="4652010">
                  <a:moveTo>
                    <a:pt x="6009107" y="0"/>
                  </a:moveTo>
                  <a:lnTo>
                    <a:pt x="6003900" y="0"/>
                  </a:lnTo>
                  <a:lnTo>
                    <a:pt x="6003900" y="19050"/>
                  </a:lnTo>
                  <a:lnTo>
                    <a:pt x="6009107" y="19050"/>
                  </a:lnTo>
                  <a:lnTo>
                    <a:pt x="6013425" y="14732"/>
                  </a:lnTo>
                  <a:lnTo>
                    <a:pt x="6013425" y="4318"/>
                  </a:lnTo>
                  <a:lnTo>
                    <a:pt x="6009107" y="0"/>
                  </a:lnTo>
                  <a:close/>
                </a:path>
                <a:path w="10390505" h="4652010">
                  <a:moveTo>
                    <a:pt x="6042000" y="0"/>
                  </a:moveTo>
                  <a:lnTo>
                    <a:pt x="6036666" y="0"/>
                  </a:lnTo>
                  <a:lnTo>
                    <a:pt x="6032475" y="4318"/>
                  </a:lnTo>
                  <a:lnTo>
                    <a:pt x="6032475" y="14732"/>
                  </a:lnTo>
                  <a:lnTo>
                    <a:pt x="6036666" y="19050"/>
                  </a:lnTo>
                  <a:lnTo>
                    <a:pt x="6042000" y="19050"/>
                  </a:lnTo>
                  <a:lnTo>
                    <a:pt x="6042000" y="0"/>
                  </a:lnTo>
                  <a:close/>
                </a:path>
                <a:path w="10390505" h="4652010">
                  <a:moveTo>
                    <a:pt x="6047207" y="0"/>
                  </a:moveTo>
                  <a:lnTo>
                    <a:pt x="6042000" y="0"/>
                  </a:lnTo>
                  <a:lnTo>
                    <a:pt x="6042000" y="19050"/>
                  </a:lnTo>
                  <a:lnTo>
                    <a:pt x="6047207" y="19050"/>
                  </a:lnTo>
                  <a:lnTo>
                    <a:pt x="6051525" y="14732"/>
                  </a:lnTo>
                  <a:lnTo>
                    <a:pt x="6051525" y="4318"/>
                  </a:lnTo>
                  <a:lnTo>
                    <a:pt x="6047207" y="0"/>
                  </a:lnTo>
                  <a:close/>
                </a:path>
                <a:path w="10390505" h="4652010">
                  <a:moveTo>
                    <a:pt x="6080100" y="0"/>
                  </a:moveTo>
                  <a:lnTo>
                    <a:pt x="6074766" y="0"/>
                  </a:lnTo>
                  <a:lnTo>
                    <a:pt x="6070575" y="4318"/>
                  </a:lnTo>
                  <a:lnTo>
                    <a:pt x="6070575" y="14732"/>
                  </a:lnTo>
                  <a:lnTo>
                    <a:pt x="6074766" y="19050"/>
                  </a:lnTo>
                  <a:lnTo>
                    <a:pt x="6080100" y="19050"/>
                  </a:lnTo>
                  <a:lnTo>
                    <a:pt x="6080100" y="0"/>
                  </a:lnTo>
                  <a:close/>
                </a:path>
                <a:path w="10390505" h="4652010">
                  <a:moveTo>
                    <a:pt x="6085307" y="0"/>
                  </a:moveTo>
                  <a:lnTo>
                    <a:pt x="6080100" y="0"/>
                  </a:lnTo>
                  <a:lnTo>
                    <a:pt x="6080100" y="19050"/>
                  </a:lnTo>
                  <a:lnTo>
                    <a:pt x="6085307" y="19050"/>
                  </a:lnTo>
                  <a:lnTo>
                    <a:pt x="6089625" y="14732"/>
                  </a:lnTo>
                  <a:lnTo>
                    <a:pt x="6089625" y="4318"/>
                  </a:lnTo>
                  <a:lnTo>
                    <a:pt x="6085307" y="0"/>
                  </a:lnTo>
                  <a:close/>
                </a:path>
                <a:path w="10390505" h="4652010">
                  <a:moveTo>
                    <a:pt x="6118200" y="0"/>
                  </a:moveTo>
                  <a:lnTo>
                    <a:pt x="6112866" y="0"/>
                  </a:lnTo>
                  <a:lnTo>
                    <a:pt x="6108675" y="4318"/>
                  </a:lnTo>
                  <a:lnTo>
                    <a:pt x="6108675" y="14732"/>
                  </a:lnTo>
                  <a:lnTo>
                    <a:pt x="6112866" y="19050"/>
                  </a:lnTo>
                  <a:lnTo>
                    <a:pt x="6118200" y="19050"/>
                  </a:lnTo>
                  <a:lnTo>
                    <a:pt x="6118200" y="0"/>
                  </a:lnTo>
                  <a:close/>
                </a:path>
                <a:path w="10390505" h="4652010">
                  <a:moveTo>
                    <a:pt x="6123407" y="0"/>
                  </a:moveTo>
                  <a:lnTo>
                    <a:pt x="6118200" y="0"/>
                  </a:lnTo>
                  <a:lnTo>
                    <a:pt x="6118200" y="19050"/>
                  </a:lnTo>
                  <a:lnTo>
                    <a:pt x="6123407" y="19050"/>
                  </a:lnTo>
                  <a:lnTo>
                    <a:pt x="6127725" y="14732"/>
                  </a:lnTo>
                  <a:lnTo>
                    <a:pt x="6127725" y="4318"/>
                  </a:lnTo>
                  <a:lnTo>
                    <a:pt x="6123407" y="0"/>
                  </a:lnTo>
                  <a:close/>
                </a:path>
                <a:path w="10390505" h="4652010">
                  <a:moveTo>
                    <a:pt x="6156300" y="0"/>
                  </a:moveTo>
                  <a:lnTo>
                    <a:pt x="6151093" y="0"/>
                  </a:lnTo>
                  <a:lnTo>
                    <a:pt x="6146775" y="4318"/>
                  </a:lnTo>
                  <a:lnTo>
                    <a:pt x="6146775" y="14732"/>
                  </a:lnTo>
                  <a:lnTo>
                    <a:pt x="6151093" y="19050"/>
                  </a:lnTo>
                  <a:lnTo>
                    <a:pt x="6156300" y="19050"/>
                  </a:lnTo>
                  <a:lnTo>
                    <a:pt x="6156300" y="0"/>
                  </a:lnTo>
                  <a:close/>
                </a:path>
                <a:path w="10390505" h="4652010">
                  <a:moveTo>
                    <a:pt x="6161634" y="0"/>
                  </a:moveTo>
                  <a:lnTo>
                    <a:pt x="6156300" y="0"/>
                  </a:lnTo>
                  <a:lnTo>
                    <a:pt x="6156300" y="19050"/>
                  </a:lnTo>
                  <a:lnTo>
                    <a:pt x="6161634" y="19050"/>
                  </a:lnTo>
                  <a:lnTo>
                    <a:pt x="6165825" y="14732"/>
                  </a:lnTo>
                  <a:lnTo>
                    <a:pt x="6165825" y="4318"/>
                  </a:lnTo>
                  <a:lnTo>
                    <a:pt x="6161634" y="0"/>
                  </a:lnTo>
                  <a:close/>
                </a:path>
                <a:path w="10390505" h="4652010">
                  <a:moveTo>
                    <a:pt x="6194400" y="0"/>
                  </a:moveTo>
                  <a:lnTo>
                    <a:pt x="6189193" y="0"/>
                  </a:lnTo>
                  <a:lnTo>
                    <a:pt x="6184875" y="4318"/>
                  </a:lnTo>
                  <a:lnTo>
                    <a:pt x="6184875" y="14732"/>
                  </a:lnTo>
                  <a:lnTo>
                    <a:pt x="6189193" y="19050"/>
                  </a:lnTo>
                  <a:lnTo>
                    <a:pt x="6194400" y="19050"/>
                  </a:lnTo>
                  <a:lnTo>
                    <a:pt x="6194400" y="0"/>
                  </a:lnTo>
                  <a:close/>
                </a:path>
                <a:path w="10390505" h="4652010">
                  <a:moveTo>
                    <a:pt x="6199734" y="0"/>
                  </a:moveTo>
                  <a:lnTo>
                    <a:pt x="6194400" y="0"/>
                  </a:lnTo>
                  <a:lnTo>
                    <a:pt x="6194400" y="19050"/>
                  </a:lnTo>
                  <a:lnTo>
                    <a:pt x="6199734" y="19050"/>
                  </a:lnTo>
                  <a:lnTo>
                    <a:pt x="6203925" y="14732"/>
                  </a:lnTo>
                  <a:lnTo>
                    <a:pt x="6203925" y="4318"/>
                  </a:lnTo>
                  <a:lnTo>
                    <a:pt x="6199734" y="0"/>
                  </a:lnTo>
                  <a:close/>
                </a:path>
                <a:path w="10390505" h="4652010">
                  <a:moveTo>
                    <a:pt x="6232500" y="0"/>
                  </a:moveTo>
                  <a:lnTo>
                    <a:pt x="6227293" y="0"/>
                  </a:lnTo>
                  <a:lnTo>
                    <a:pt x="6222975" y="4318"/>
                  </a:lnTo>
                  <a:lnTo>
                    <a:pt x="6222975" y="14732"/>
                  </a:lnTo>
                  <a:lnTo>
                    <a:pt x="6227293" y="19050"/>
                  </a:lnTo>
                  <a:lnTo>
                    <a:pt x="6232500" y="19050"/>
                  </a:lnTo>
                  <a:lnTo>
                    <a:pt x="6232500" y="0"/>
                  </a:lnTo>
                  <a:close/>
                </a:path>
                <a:path w="10390505" h="4652010">
                  <a:moveTo>
                    <a:pt x="6237834" y="0"/>
                  </a:moveTo>
                  <a:lnTo>
                    <a:pt x="6232500" y="0"/>
                  </a:lnTo>
                  <a:lnTo>
                    <a:pt x="6232500" y="19050"/>
                  </a:lnTo>
                  <a:lnTo>
                    <a:pt x="6237834" y="19050"/>
                  </a:lnTo>
                  <a:lnTo>
                    <a:pt x="6242025" y="14732"/>
                  </a:lnTo>
                  <a:lnTo>
                    <a:pt x="6242025" y="4318"/>
                  </a:lnTo>
                  <a:lnTo>
                    <a:pt x="6237834" y="0"/>
                  </a:lnTo>
                  <a:close/>
                </a:path>
                <a:path w="10390505" h="4652010">
                  <a:moveTo>
                    <a:pt x="6270600" y="0"/>
                  </a:moveTo>
                  <a:lnTo>
                    <a:pt x="6265393" y="0"/>
                  </a:lnTo>
                  <a:lnTo>
                    <a:pt x="6261075" y="4318"/>
                  </a:lnTo>
                  <a:lnTo>
                    <a:pt x="6261075" y="14732"/>
                  </a:lnTo>
                  <a:lnTo>
                    <a:pt x="6265393" y="19050"/>
                  </a:lnTo>
                  <a:lnTo>
                    <a:pt x="6270600" y="19050"/>
                  </a:lnTo>
                  <a:lnTo>
                    <a:pt x="6270600" y="0"/>
                  </a:lnTo>
                  <a:close/>
                </a:path>
                <a:path w="10390505" h="4652010">
                  <a:moveTo>
                    <a:pt x="6275934" y="0"/>
                  </a:moveTo>
                  <a:lnTo>
                    <a:pt x="6270727" y="0"/>
                  </a:lnTo>
                  <a:lnTo>
                    <a:pt x="6270727" y="19050"/>
                  </a:lnTo>
                  <a:lnTo>
                    <a:pt x="6275934" y="19050"/>
                  </a:lnTo>
                  <a:lnTo>
                    <a:pt x="6280252" y="14732"/>
                  </a:lnTo>
                  <a:lnTo>
                    <a:pt x="6280252" y="4318"/>
                  </a:lnTo>
                  <a:lnTo>
                    <a:pt x="6275934" y="0"/>
                  </a:lnTo>
                  <a:close/>
                </a:path>
                <a:path w="10390505" h="4652010">
                  <a:moveTo>
                    <a:pt x="6308827" y="0"/>
                  </a:moveTo>
                  <a:lnTo>
                    <a:pt x="6303493" y="0"/>
                  </a:lnTo>
                  <a:lnTo>
                    <a:pt x="6299302" y="4318"/>
                  </a:lnTo>
                  <a:lnTo>
                    <a:pt x="6299302" y="14732"/>
                  </a:lnTo>
                  <a:lnTo>
                    <a:pt x="6303493" y="19050"/>
                  </a:lnTo>
                  <a:lnTo>
                    <a:pt x="6308827" y="19050"/>
                  </a:lnTo>
                  <a:lnTo>
                    <a:pt x="6308827" y="0"/>
                  </a:lnTo>
                  <a:close/>
                </a:path>
                <a:path w="10390505" h="4652010">
                  <a:moveTo>
                    <a:pt x="6314034" y="0"/>
                  </a:moveTo>
                  <a:lnTo>
                    <a:pt x="6308827" y="0"/>
                  </a:lnTo>
                  <a:lnTo>
                    <a:pt x="6308827" y="19050"/>
                  </a:lnTo>
                  <a:lnTo>
                    <a:pt x="6314034" y="19050"/>
                  </a:lnTo>
                  <a:lnTo>
                    <a:pt x="6318352" y="14732"/>
                  </a:lnTo>
                  <a:lnTo>
                    <a:pt x="6318352" y="4318"/>
                  </a:lnTo>
                  <a:lnTo>
                    <a:pt x="6314034" y="0"/>
                  </a:lnTo>
                  <a:close/>
                </a:path>
                <a:path w="10390505" h="4652010">
                  <a:moveTo>
                    <a:pt x="6346927" y="0"/>
                  </a:moveTo>
                  <a:lnTo>
                    <a:pt x="6341593" y="0"/>
                  </a:lnTo>
                  <a:lnTo>
                    <a:pt x="6337402" y="4318"/>
                  </a:lnTo>
                  <a:lnTo>
                    <a:pt x="6337402" y="14732"/>
                  </a:lnTo>
                  <a:lnTo>
                    <a:pt x="6341593" y="19050"/>
                  </a:lnTo>
                  <a:lnTo>
                    <a:pt x="6346927" y="19050"/>
                  </a:lnTo>
                  <a:lnTo>
                    <a:pt x="6346927" y="0"/>
                  </a:lnTo>
                  <a:close/>
                </a:path>
                <a:path w="10390505" h="4652010">
                  <a:moveTo>
                    <a:pt x="6352134" y="0"/>
                  </a:moveTo>
                  <a:lnTo>
                    <a:pt x="6346927" y="0"/>
                  </a:lnTo>
                  <a:lnTo>
                    <a:pt x="6346927" y="19050"/>
                  </a:lnTo>
                  <a:lnTo>
                    <a:pt x="6352134" y="19050"/>
                  </a:lnTo>
                  <a:lnTo>
                    <a:pt x="6356452" y="14732"/>
                  </a:lnTo>
                  <a:lnTo>
                    <a:pt x="6356452" y="4318"/>
                  </a:lnTo>
                  <a:lnTo>
                    <a:pt x="6352134" y="0"/>
                  </a:lnTo>
                  <a:close/>
                </a:path>
                <a:path w="10390505" h="4652010">
                  <a:moveTo>
                    <a:pt x="6385027" y="0"/>
                  </a:moveTo>
                  <a:lnTo>
                    <a:pt x="6379820" y="0"/>
                  </a:lnTo>
                  <a:lnTo>
                    <a:pt x="6375502" y="4318"/>
                  </a:lnTo>
                  <a:lnTo>
                    <a:pt x="6375502" y="14732"/>
                  </a:lnTo>
                  <a:lnTo>
                    <a:pt x="6379820" y="19050"/>
                  </a:lnTo>
                  <a:lnTo>
                    <a:pt x="6385027" y="19050"/>
                  </a:lnTo>
                  <a:lnTo>
                    <a:pt x="6385027" y="0"/>
                  </a:lnTo>
                  <a:close/>
                </a:path>
                <a:path w="10390505" h="4652010">
                  <a:moveTo>
                    <a:pt x="6390234" y="0"/>
                  </a:moveTo>
                  <a:lnTo>
                    <a:pt x="6385027" y="0"/>
                  </a:lnTo>
                  <a:lnTo>
                    <a:pt x="6385027" y="19050"/>
                  </a:lnTo>
                  <a:lnTo>
                    <a:pt x="6390234" y="19050"/>
                  </a:lnTo>
                  <a:lnTo>
                    <a:pt x="6394552" y="14732"/>
                  </a:lnTo>
                  <a:lnTo>
                    <a:pt x="6394552" y="4318"/>
                  </a:lnTo>
                  <a:lnTo>
                    <a:pt x="6390234" y="0"/>
                  </a:lnTo>
                  <a:close/>
                </a:path>
                <a:path w="10390505" h="4652010">
                  <a:moveTo>
                    <a:pt x="6423127" y="0"/>
                  </a:moveTo>
                  <a:lnTo>
                    <a:pt x="6417920" y="0"/>
                  </a:lnTo>
                  <a:lnTo>
                    <a:pt x="6413602" y="4318"/>
                  </a:lnTo>
                  <a:lnTo>
                    <a:pt x="6413602" y="14732"/>
                  </a:lnTo>
                  <a:lnTo>
                    <a:pt x="6417920" y="19050"/>
                  </a:lnTo>
                  <a:lnTo>
                    <a:pt x="6423127" y="19050"/>
                  </a:lnTo>
                  <a:lnTo>
                    <a:pt x="6423127" y="0"/>
                  </a:lnTo>
                  <a:close/>
                </a:path>
                <a:path w="10390505" h="4652010">
                  <a:moveTo>
                    <a:pt x="6428461" y="0"/>
                  </a:moveTo>
                  <a:lnTo>
                    <a:pt x="6423127" y="0"/>
                  </a:lnTo>
                  <a:lnTo>
                    <a:pt x="6423127" y="19050"/>
                  </a:lnTo>
                  <a:lnTo>
                    <a:pt x="6428461" y="19050"/>
                  </a:lnTo>
                  <a:lnTo>
                    <a:pt x="6432652" y="14732"/>
                  </a:lnTo>
                  <a:lnTo>
                    <a:pt x="6432652" y="4318"/>
                  </a:lnTo>
                  <a:lnTo>
                    <a:pt x="6428461" y="0"/>
                  </a:lnTo>
                  <a:close/>
                </a:path>
                <a:path w="10390505" h="4652010">
                  <a:moveTo>
                    <a:pt x="6461227" y="0"/>
                  </a:moveTo>
                  <a:lnTo>
                    <a:pt x="6456020" y="0"/>
                  </a:lnTo>
                  <a:lnTo>
                    <a:pt x="6451702" y="4318"/>
                  </a:lnTo>
                  <a:lnTo>
                    <a:pt x="6451702" y="14732"/>
                  </a:lnTo>
                  <a:lnTo>
                    <a:pt x="6456020" y="19050"/>
                  </a:lnTo>
                  <a:lnTo>
                    <a:pt x="6461227" y="19050"/>
                  </a:lnTo>
                  <a:lnTo>
                    <a:pt x="6461227" y="0"/>
                  </a:lnTo>
                  <a:close/>
                </a:path>
                <a:path w="10390505" h="4652010">
                  <a:moveTo>
                    <a:pt x="6466561" y="0"/>
                  </a:moveTo>
                  <a:lnTo>
                    <a:pt x="6461227" y="0"/>
                  </a:lnTo>
                  <a:lnTo>
                    <a:pt x="6461227" y="19050"/>
                  </a:lnTo>
                  <a:lnTo>
                    <a:pt x="6466561" y="19050"/>
                  </a:lnTo>
                  <a:lnTo>
                    <a:pt x="6470752" y="14732"/>
                  </a:lnTo>
                  <a:lnTo>
                    <a:pt x="6470752" y="4318"/>
                  </a:lnTo>
                  <a:lnTo>
                    <a:pt x="6466561" y="0"/>
                  </a:lnTo>
                  <a:close/>
                </a:path>
                <a:path w="10390505" h="4652010">
                  <a:moveTo>
                    <a:pt x="6499327" y="0"/>
                  </a:moveTo>
                  <a:lnTo>
                    <a:pt x="6494120" y="0"/>
                  </a:lnTo>
                  <a:lnTo>
                    <a:pt x="6489802" y="4318"/>
                  </a:lnTo>
                  <a:lnTo>
                    <a:pt x="6489802" y="14732"/>
                  </a:lnTo>
                  <a:lnTo>
                    <a:pt x="6494120" y="19050"/>
                  </a:lnTo>
                  <a:lnTo>
                    <a:pt x="6499327" y="19050"/>
                  </a:lnTo>
                  <a:lnTo>
                    <a:pt x="6499327" y="0"/>
                  </a:lnTo>
                  <a:close/>
                </a:path>
                <a:path w="10390505" h="4652010">
                  <a:moveTo>
                    <a:pt x="6504661" y="0"/>
                  </a:moveTo>
                  <a:lnTo>
                    <a:pt x="6499454" y="0"/>
                  </a:lnTo>
                  <a:lnTo>
                    <a:pt x="6499454" y="19050"/>
                  </a:lnTo>
                  <a:lnTo>
                    <a:pt x="6504661" y="19050"/>
                  </a:lnTo>
                  <a:lnTo>
                    <a:pt x="6508979" y="14732"/>
                  </a:lnTo>
                  <a:lnTo>
                    <a:pt x="6508979" y="4318"/>
                  </a:lnTo>
                  <a:lnTo>
                    <a:pt x="6504661" y="0"/>
                  </a:lnTo>
                  <a:close/>
                </a:path>
                <a:path w="10390505" h="4652010">
                  <a:moveTo>
                    <a:pt x="6537554" y="0"/>
                  </a:moveTo>
                  <a:lnTo>
                    <a:pt x="6532220" y="0"/>
                  </a:lnTo>
                  <a:lnTo>
                    <a:pt x="6528029" y="4318"/>
                  </a:lnTo>
                  <a:lnTo>
                    <a:pt x="6528029" y="14732"/>
                  </a:lnTo>
                  <a:lnTo>
                    <a:pt x="6532220" y="19050"/>
                  </a:lnTo>
                  <a:lnTo>
                    <a:pt x="6537554" y="19050"/>
                  </a:lnTo>
                  <a:lnTo>
                    <a:pt x="6537554" y="0"/>
                  </a:lnTo>
                  <a:close/>
                </a:path>
                <a:path w="10390505" h="4652010">
                  <a:moveTo>
                    <a:pt x="6542761" y="0"/>
                  </a:moveTo>
                  <a:lnTo>
                    <a:pt x="6537554" y="0"/>
                  </a:lnTo>
                  <a:lnTo>
                    <a:pt x="6537554" y="19050"/>
                  </a:lnTo>
                  <a:lnTo>
                    <a:pt x="6542761" y="19050"/>
                  </a:lnTo>
                  <a:lnTo>
                    <a:pt x="6547079" y="14732"/>
                  </a:lnTo>
                  <a:lnTo>
                    <a:pt x="6547079" y="4318"/>
                  </a:lnTo>
                  <a:lnTo>
                    <a:pt x="6542761" y="0"/>
                  </a:lnTo>
                  <a:close/>
                </a:path>
                <a:path w="10390505" h="4652010">
                  <a:moveTo>
                    <a:pt x="6575654" y="0"/>
                  </a:moveTo>
                  <a:lnTo>
                    <a:pt x="6570320" y="0"/>
                  </a:lnTo>
                  <a:lnTo>
                    <a:pt x="6566129" y="4318"/>
                  </a:lnTo>
                  <a:lnTo>
                    <a:pt x="6566129" y="14732"/>
                  </a:lnTo>
                  <a:lnTo>
                    <a:pt x="6570320" y="19050"/>
                  </a:lnTo>
                  <a:lnTo>
                    <a:pt x="6575654" y="19050"/>
                  </a:lnTo>
                  <a:lnTo>
                    <a:pt x="6575654" y="0"/>
                  </a:lnTo>
                  <a:close/>
                </a:path>
                <a:path w="10390505" h="4652010">
                  <a:moveTo>
                    <a:pt x="6580861" y="0"/>
                  </a:moveTo>
                  <a:lnTo>
                    <a:pt x="6575654" y="0"/>
                  </a:lnTo>
                  <a:lnTo>
                    <a:pt x="6575654" y="19050"/>
                  </a:lnTo>
                  <a:lnTo>
                    <a:pt x="6580861" y="19050"/>
                  </a:lnTo>
                  <a:lnTo>
                    <a:pt x="6585179" y="14732"/>
                  </a:lnTo>
                  <a:lnTo>
                    <a:pt x="6585179" y="4318"/>
                  </a:lnTo>
                  <a:lnTo>
                    <a:pt x="6580861" y="0"/>
                  </a:lnTo>
                  <a:close/>
                </a:path>
                <a:path w="10390505" h="4652010">
                  <a:moveTo>
                    <a:pt x="6613754" y="0"/>
                  </a:moveTo>
                  <a:lnTo>
                    <a:pt x="6608420" y="0"/>
                  </a:lnTo>
                  <a:lnTo>
                    <a:pt x="6604229" y="4318"/>
                  </a:lnTo>
                  <a:lnTo>
                    <a:pt x="6604229" y="14732"/>
                  </a:lnTo>
                  <a:lnTo>
                    <a:pt x="6608420" y="19050"/>
                  </a:lnTo>
                  <a:lnTo>
                    <a:pt x="6613754" y="19050"/>
                  </a:lnTo>
                  <a:lnTo>
                    <a:pt x="6613754" y="0"/>
                  </a:lnTo>
                  <a:close/>
                </a:path>
                <a:path w="10390505" h="4652010">
                  <a:moveTo>
                    <a:pt x="6618961" y="0"/>
                  </a:moveTo>
                  <a:lnTo>
                    <a:pt x="6613754" y="0"/>
                  </a:lnTo>
                  <a:lnTo>
                    <a:pt x="6613754" y="19050"/>
                  </a:lnTo>
                  <a:lnTo>
                    <a:pt x="6618961" y="19050"/>
                  </a:lnTo>
                  <a:lnTo>
                    <a:pt x="6623279" y="14732"/>
                  </a:lnTo>
                  <a:lnTo>
                    <a:pt x="6623279" y="4318"/>
                  </a:lnTo>
                  <a:lnTo>
                    <a:pt x="6618961" y="0"/>
                  </a:lnTo>
                  <a:close/>
                </a:path>
                <a:path w="10390505" h="4652010">
                  <a:moveTo>
                    <a:pt x="6651854" y="0"/>
                  </a:moveTo>
                  <a:lnTo>
                    <a:pt x="6646647" y="0"/>
                  </a:lnTo>
                  <a:lnTo>
                    <a:pt x="6642329" y="4318"/>
                  </a:lnTo>
                  <a:lnTo>
                    <a:pt x="6642329" y="14732"/>
                  </a:lnTo>
                  <a:lnTo>
                    <a:pt x="6646647" y="19050"/>
                  </a:lnTo>
                  <a:lnTo>
                    <a:pt x="6651854" y="19050"/>
                  </a:lnTo>
                  <a:lnTo>
                    <a:pt x="6651854" y="0"/>
                  </a:lnTo>
                  <a:close/>
                </a:path>
                <a:path w="10390505" h="4652010">
                  <a:moveTo>
                    <a:pt x="6657188" y="0"/>
                  </a:moveTo>
                  <a:lnTo>
                    <a:pt x="6651854" y="0"/>
                  </a:lnTo>
                  <a:lnTo>
                    <a:pt x="6651854" y="19050"/>
                  </a:lnTo>
                  <a:lnTo>
                    <a:pt x="6657188" y="19050"/>
                  </a:lnTo>
                  <a:lnTo>
                    <a:pt x="6661379" y="14732"/>
                  </a:lnTo>
                  <a:lnTo>
                    <a:pt x="6661379" y="4318"/>
                  </a:lnTo>
                  <a:lnTo>
                    <a:pt x="6657188" y="0"/>
                  </a:lnTo>
                  <a:close/>
                </a:path>
                <a:path w="10390505" h="4652010">
                  <a:moveTo>
                    <a:pt x="6689954" y="0"/>
                  </a:moveTo>
                  <a:lnTo>
                    <a:pt x="6684747" y="0"/>
                  </a:lnTo>
                  <a:lnTo>
                    <a:pt x="6680429" y="4318"/>
                  </a:lnTo>
                  <a:lnTo>
                    <a:pt x="6680429" y="14732"/>
                  </a:lnTo>
                  <a:lnTo>
                    <a:pt x="6684747" y="19050"/>
                  </a:lnTo>
                  <a:lnTo>
                    <a:pt x="6689954" y="19050"/>
                  </a:lnTo>
                  <a:lnTo>
                    <a:pt x="6689954" y="0"/>
                  </a:lnTo>
                  <a:close/>
                </a:path>
                <a:path w="10390505" h="4652010">
                  <a:moveTo>
                    <a:pt x="6695288" y="0"/>
                  </a:moveTo>
                  <a:lnTo>
                    <a:pt x="6689954" y="0"/>
                  </a:lnTo>
                  <a:lnTo>
                    <a:pt x="6689954" y="19050"/>
                  </a:lnTo>
                  <a:lnTo>
                    <a:pt x="6695288" y="19050"/>
                  </a:lnTo>
                  <a:lnTo>
                    <a:pt x="6699479" y="14732"/>
                  </a:lnTo>
                  <a:lnTo>
                    <a:pt x="6699479" y="4318"/>
                  </a:lnTo>
                  <a:lnTo>
                    <a:pt x="6695288" y="0"/>
                  </a:lnTo>
                  <a:close/>
                </a:path>
                <a:path w="10390505" h="4652010">
                  <a:moveTo>
                    <a:pt x="6728054" y="0"/>
                  </a:moveTo>
                  <a:lnTo>
                    <a:pt x="6722847" y="0"/>
                  </a:lnTo>
                  <a:lnTo>
                    <a:pt x="6718529" y="4318"/>
                  </a:lnTo>
                  <a:lnTo>
                    <a:pt x="6718529" y="14732"/>
                  </a:lnTo>
                  <a:lnTo>
                    <a:pt x="6722847" y="19050"/>
                  </a:lnTo>
                  <a:lnTo>
                    <a:pt x="6728054" y="19050"/>
                  </a:lnTo>
                  <a:lnTo>
                    <a:pt x="6728054" y="0"/>
                  </a:lnTo>
                  <a:close/>
                </a:path>
                <a:path w="10390505" h="4652010">
                  <a:moveTo>
                    <a:pt x="6733388" y="0"/>
                  </a:moveTo>
                  <a:lnTo>
                    <a:pt x="6728054" y="0"/>
                  </a:lnTo>
                  <a:lnTo>
                    <a:pt x="6728054" y="19050"/>
                  </a:lnTo>
                  <a:lnTo>
                    <a:pt x="6733388" y="19050"/>
                  </a:lnTo>
                  <a:lnTo>
                    <a:pt x="6737579" y="14732"/>
                  </a:lnTo>
                  <a:lnTo>
                    <a:pt x="6737579" y="4318"/>
                  </a:lnTo>
                  <a:lnTo>
                    <a:pt x="6733388" y="0"/>
                  </a:lnTo>
                  <a:close/>
                </a:path>
                <a:path w="10390505" h="4652010">
                  <a:moveTo>
                    <a:pt x="6766154" y="0"/>
                  </a:moveTo>
                  <a:lnTo>
                    <a:pt x="6760947" y="0"/>
                  </a:lnTo>
                  <a:lnTo>
                    <a:pt x="6756629" y="4318"/>
                  </a:lnTo>
                  <a:lnTo>
                    <a:pt x="6756629" y="14732"/>
                  </a:lnTo>
                  <a:lnTo>
                    <a:pt x="6760947" y="19050"/>
                  </a:lnTo>
                  <a:lnTo>
                    <a:pt x="6766154" y="19050"/>
                  </a:lnTo>
                  <a:lnTo>
                    <a:pt x="6766154" y="0"/>
                  </a:lnTo>
                  <a:close/>
                </a:path>
                <a:path w="10390505" h="4652010">
                  <a:moveTo>
                    <a:pt x="6771488" y="0"/>
                  </a:moveTo>
                  <a:lnTo>
                    <a:pt x="6766281" y="0"/>
                  </a:lnTo>
                  <a:lnTo>
                    <a:pt x="6766281" y="19050"/>
                  </a:lnTo>
                  <a:lnTo>
                    <a:pt x="6771488" y="19050"/>
                  </a:lnTo>
                  <a:lnTo>
                    <a:pt x="6775806" y="14732"/>
                  </a:lnTo>
                  <a:lnTo>
                    <a:pt x="6775806" y="4318"/>
                  </a:lnTo>
                  <a:lnTo>
                    <a:pt x="6771488" y="0"/>
                  </a:lnTo>
                  <a:close/>
                </a:path>
                <a:path w="10390505" h="4652010">
                  <a:moveTo>
                    <a:pt x="6804381" y="0"/>
                  </a:moveTo>
                  <a:lnTo>
                    <a:pt x="6799047" y="0"/>
                  </a:lnTo>
                  <a:lnTo>
                    <a:pt x="6794856" y="4318"/>
                  </a:lnTo>
                  <a:lnTo>
                    <a:pt x="6794856" y="14732"/>
                  </a:lnTo>
                  <a:lnTo>
                    <a:pt x="6799047" y="19050"/>
                  </a:lnTo>
                  <a:lnTo>
                    <a:pt x="6804381" y="19050"/>
                  </a:lnTo>
                  <a:lnTo>
                    <a:pt x="6804381" y="0"/>
                  </a:lnTo>
                  <a:close/>
                </a:path>
                <a:path w="10390505" h="4652010">
                  <a:moveTo>
                    <a:pt x="6809588" y="0"/>
                  </a:moveTo>
                  <a:lnTo>
                    <a:pt x="6804381" y="0"/>
                  </a:lnTo>
                  <a:lnTo>
                    <a:pt x="6804381" y="19050"/>
                  </a:lnTo>
                  <a:lnTo>
                    <a:pt x="6809588" y="19050"/>
                  </a:lnTo>
                  <a:lnTo>
                    <a:pt x="6813906" y="14732"/>
                  </a:lnTo>
                  <a:lnTo>
                    <a:pt x="6813906" y="4318"/>
                  </a:lnTo>
                  <a:lnTo>
                    <a:pt x="6809588" y="0"/>
                  </a:lnTo>
                  <a:close/>
                </a:path>
                <a:path w="10390505" h="4652010">
                  <a:moveTo>
                    <a:pt x="6842481" y="0"/>
                  </a:moveTo>
                  <a:lnTo>
                    <a:pt x="6837147" y="0"/>
                  </a:lnTo>
                  <a:lnTo>
                    <a:pt x="6832956" y="4318"/>
                  </a:lnTo>
                  <a:lnTo>
                    <a:pt x="6832956" y="14732"/>
                  </a:lnTo>
                  <a:lnTo>
                    <a:pt x="6837147" y="19050"/>
                  </a:lnTo>
                  <a:lnTo>
                    <a:pt x="6842481" y="19050"/>
                  </a:lnTo>
                  <a:lnTo>
                    <a:pt x="6842481" y="0"/>
                  </a:lnTo>
                  <a:close/>
                </a:path>
                <a:path w="10390505" h="4652010">
                  <a:moveTo>
                    <a:pt x="6847688" y="0"/>
                  </a:moveTo>
                  <a:lnTo>
                    <a:pt x="6842481" y="0"/>
                  </a:lnTo>
                  <a:lnTo>
                    <a:pt x="6842481" y="19050"/>
                  </a:lnTo>
                  <a:lnTo>
                    <a:pt x="6847688" y="19050"/>
                  </a:lnTo>
                  <a:lnTo>
                    <a:pt x="6852006" y="14732"/>
                  </a:lnTo>
                  <a:lnTo>
                    <a:pt x="6852006" y="4318"/>
                  </a:lnTo>
                  <a:lnTo>
                    <a:pt x="6847688" y="0"/>
                  </a:lnTo>
                  <a:close/>
                </a:path>
                <a:path w="10390505" h="4652010">
                  <a:moveTo>
                    <a:pt x="6880581" y="0"/>
                  </a:moveTo>
                  <a:lnTo>
                    <a:pt x="6875247" y="0"/>
                  </a:lnTo>
                  <a:lnTo>
                    <a:pt x="6871056" y="4318"/>
                  </a:lnTo>
                  <a:lnTo>
                    <a:pt x="6871056" y="14732"/>
                  </a:lnTo>
                  <a:lnTo>
                    <a:pt x="6875247" y="19050"/>
                  </a:lnTo>
                  <a:lnTo>
                    <a:pt x="6880581" y="19050"/>
                  </a:lnTo>
                  <a:lnTo>
                    <a:pt x="6880581" y="0"/>
                  </a:lnTo>
                  <a:close/>
                </a:path>
                <a:path w="10390505" h="4652010">
                  <a:moveTo>
                    <a:pt x="6885788" y="0"/>
                  </a:moveTo>
                  <a:lnTo>
                    <a:pt x="6880581" y="0"/>
                  </a:lnTo>
                  <a:lnTo>
                    <a:pt x="6880581" y="19050"/>
                  </a:lnTo>
                  <a:lnTo>
                    <a:pt x="6885788" y="19050"/>
                  </a:lnTo>
                  <a:lnTo>
                    <a:pt x="6890106" y="14732"/>
                  </a:lnTo>
                  <a:lnTo>
                    <a:pt x="6890106" y="4318"/>
                  </a:lnTo>
                  <a:lnTo>
                    <a:pt x="6885788" y="0"/>
                  </a:lnTo>
                  <a:close/>
                </a:path>
                <a:path w="10390505" h="4652010">
                  <a:moveTo>
                    <a:pt x="6918681" y="0"/>
                  </a:moveTo>
                  <a:lnTo>
                    <a:pt x="6913474" y="0"/>
                  </a:lnTo>
                  <a:lnTo>
                    <a:pt x="6909156" y="4318"/>
                  </a:lnTo>
                  <a:lnTo>
                    <a:pt x="6909156" y="14732"/>
                  </a:lnTo>
                  <a:lnTo>
                    <a:pt x="6913474" y="19050"/>
                  </a:lnTo>
                  <a:lnTo>
                    <a:pt x="6918681" y="19050"/>
                  </a:lnTo>
                  <a:lnTo>
                    <a:pt x="6918681" y="0"/>
                  </a:lnTo>
                  <a:close/>
                </a:path>
                <a:path w="10390505" h="4652010">
                  <a:moveTo>
                    <a:pt x="6924015" y="0"/>
                  </a:moveTo>
                  <a:lnTo>
                    <a:pt x="6918681" y="0"/>
                  </a:lnTo>
                  <a:lnTo>
                    <a:pt x="6918681" y="19050"/>
                  </a:lnTo>
                  <a:lnTo>
                    <a:pt x="6924015" y="19050"/>
                  </a:lnTo>
                  <a:lnTo>
                    <a:pt x="6928206" y="14732"/>
                  </a:lnTo>
                  <a:lnTo>
                    <a:pt x="6928206" y="4318"/>
                  </a:lnTo>
                  <a:lnTo>
                    <a:pt x="6924015" y="0"/>
                  </a:lnTo>
                  <a:close/>
                </a:path>
                <a:path w="10390505" h="4652010">
                  <a:moveTo>
                    <a:pt x="6956781" y="0"/>
                  </a:moveTo>
                  <a:lnTo>
                    <a:pt x="6951574" y="0"/>
                  </a:lnTo>
                  <a:lnTo>
                    <a:pt x="6947256" y="4318"/>
                  </a:lnTo>
                  <a:lnTo>
                    <a:pt x="6947256" y="14732"/>
                  </a:lnTo>
                  <a:lnTo>
                    <a:pt x="6951574" y="19050"/>
                  </a:lnTo>
                  <a:lnTo>
                    <a:pt x="6956781" y="19050"/>
                  </a:lnTo>
                  <a:lnTo>
                    <a:pt x="6956781" y="0"/>
                  </a:lnTo>
                  <a:close/>
                </a:path>
                <a:path w="10390505" h="4652010">
                  <a:moveTo>
                    <a:pt x="6962115" y="0"/>
                  </a:moveTo>
                  <a:lnTo>
                    <a:pt x="6956781" y="0"/>
                  </a:lnTo>
                  <a:lnTo>
                    <a:pt x="6956781" y="19050"/>
                  </a:lnTo>
                  <a:lnTo>
                    <a:pt x="6962115" y="19050"/>
                  </a:lnTo>
                  <a:lnTo>
                    <a:pt x="6966306" y="14732"/>
                  </a:lnTo>
                  <a:lnTo>
                    <a:pt x="6966306" y="4318"/>
                  </a:lnTo>
                  <a:lnTo>
                    <a:pt x="6962115" y="0"/>
                  </a:lnTo>
                  <a:close/>
                </a:path>
                <a:path w="10390505" h="4652010">
                  <a:moveTo>
                    <a:pt x="6994881" y="0"/>
                  </a:moveTo>
                  <a:lnTo>
                    <a:pt x="6989674" y="0"/>
                  </a:lnTo>
                  <a:lnTo>
                    <a:pt x="6985356" y="4318"/>
                  </a:lnTo>
                  <a:lnTo>
                    <a:pt x="6985356" y="14732"/>
                  </a:lnTo>
                  <a:lnTo>
                    <a:pt x="6989674" y="19050"/>
                  </a:lnTo>
                  <a:lnTo>
                    <a:pt x="6994881" y="19050"/>
                  </a:lnTo>
                  <a:lnTo>
                    <a:pt x="6994881" y="0"/>
                  </a:lnTo>
                  <a:close/>
                </a:path>
                <a:path w="10390505" h="4652010">
                  <a:moveTo>
                    <a:pt x="7000215" y="0"/>
                  </a:moveTo>
                  <a:lnTo>
                    <a:pt x="6995008" y="0"/>
                  </a:lnTo>
                  <a:lnTo>
                    <a:pt x="6995008" y="19050"/>
                  </a:lnTo>
                  <a:lnTo>
                    <a:pt x="7000215" y="19050"/>
                  </a:lnTo>
                  <a:lnTo>
                    <a:pt x="7004533" y="14732"/>
                  </a:lnTo>
                  <a:lnTo>
                    <a:pt x="7004533" y="4318"/>
                  </a:lnTo>
                  <a:lnTo>
                    <a:pt x="7000215" y="0"/>
                  </a:lnTo>
                  <a:close/>
                </a:path>
                <a:path w="10390505" h="4652010">
                  <a:moveTo>
                    <a:pt x="7033108" y="0"/>
                  </a:moveTo>
                  <a:lnTo>
                    <a:pt x="7027774" y="0"/>
                  </a:lnTo>
                  <a:lnTo>
                    <a:pt x="7023583" y="4318"/>
                  </a:lnTo>
                  <a:lnTo>
                    <a:pt x="7023583" y="14732"/>
                  </a:lnTo>
                  <a:lnTo>
                    <a:pt x="7027774" y="19050"/>
                  </a:lnTo>
                  <a:lnTo>
                    <a:pt x="7033108" y="19050"/>
                  </a:lnTo>
                  <a:lnTo>
                    <a:pt x="7033108" y="0"/>
                  </a:lnTo>
                  <a:close/>
                </a:path>
                <a:path w="10390505" h="4652010">
                  <a:moveTo>
                    <a:pt x="7038315" y="0"/>
                  </a:moveTo>
                  <a:lnTo>
                    <a:pt x="7033108" y="0"/>
                  </a:lnTo>
                  <a:lnTo>
                    <a:pt x="7033108" y="19050"/>
                  </a:lnTo>
                  <a:lnTo>
                    <a:pt x="7038315" y="19050"/>
                  </a:lnTo>
                  <a:lnTo>
                    <a:pt x="7042633" y="14732"/>
                  </a:lnTo>
                  <a:lnTo>
                    <a:pt x="7042633" y="4318"/>
                  </a:lnTo>
                  <a:lnTo>
                    <a:pt x="7038315" y="0"/>
                  </a:lnTo>
                  <a:close/>
                </a:path>
                <a:path w="10390505" h="4652010">
                  <a:moveTo>
                    <a:pt x="7071208" y="0"/>
                  </a:moveTo>
                  <a:lnTo>
                    <a:pt x="7065874" y="0"/>
                  </a:lnTo>
                  <a:lnTo>
                    <a:pt x="7061683" y="4318"/>
                  </a:lnTo>
                  <a:lnTo>
                    <a:pt x="7061683" y="14732"/>
                  </a:lnTo>
                  <a:lnTo>
                    <a:pt x="7065874" y="19050"/>
                  </a:lnTo>
                  <a:lnTo>
                    <a:pt x="7071208" y="19050"/>
                  </a:lnTo>
                  <a:lnTo>
                    <a:pt x="7071208" y="0"/>
                  </a:lnTo>
                  <a:close/>
                </a:path>
                <a:path w="10390505" h="4652010">
                  <a:moveTo>
                    <a:pt x="7076415" y="0"/>
                  </a:moveTo>
                  <a:lnTo>
                    <a:pt x="7071208" y="0"/>
                  </a:lnTo>
                  <a:lnTo>
                    <a:pt x="7071208" y="19050"/>
                  </a:lnTo>
                  <a:lnTo>
                    <a:pt x="7076415" y="19050"/>
                  </a:lnTo>
                  <a:lnTo>
                    <a:pt x="7080733" y="14732"/>
                  </a:lnTo>
                  <a:lnTo>
                    <a:pt x="7080733" y="4318"/>
                  </a:lnTo>
                  <a:lnTo>
                    <a:pt x="7076415" y="0"/>
                  </a:lnTo>
                  <a:close/>
                </a:path>
                <a:path w="10390505" h="4652010">
                  <a:moveTo>
                    <a:pt x="7109308" y="0"/>
                  </a:moveTo>
                  <a:lnTo>
                    <a:pt x="7103974" y="0"/>
                  </a:lnTo>
                  <a:lnTo>
                    <a:pt x="7099783" y="4318"/>
                  </a:lnTo>
                  <a:lnTo>
                    <a:pt x="7099783" y="14732"/>
                  </a:lnTo>
                  <a:lnTo>
                    <a:pt x="7103974" y="19050"/>
                  </a:lnTo>
                  <a:lnTo>
                    <a:pt x="7109308" y="19050"/>
                  </a:lnTo>
                  <a:lnTo>
                    <a:pt x="7109308" y="0"/>
                  </a:lnTo>
                  <a:close/>
                </a:path>
                <a:path w="10390505" h="4652010">
                  <a:moveTo>
                    <a:pt x="7114515" y="0"/>
                  </a:moveTo>
                  <a:lnTo>
                    <a:pt x="7109308" y="0"/>
                  </a:lnTo>
                  <a:lnTo>
                    <a:pt x="7109308" y="19050"/>
                  </a:lnTo>
                  <a:lnTo>
                    <a:pt x="7114515" y="19050"/>
                  </a:lnTo>
                  <a:lnTo>
                    <a:pt x="7118833" y="14732"/>
                  </a:lnTo>
                  <a:lnTo>
                    <a:pt x="7118833" y="4318"/>
                  </a:lnTo>
                  <a:lnTo>
                    <a:pt x="7114515" y="0"/>
                  </a:lnTo>
                  <a:close/>
                </a:path>
                <a:path w="10390505" h="4652010">
                  <a:moveTo>
                    <a:pt x="7147408" y="0"/>
                  </a:moveTo>
                  <a:lnTo>
                    <a:pt x="7142201" y="0"/>
                  </a:lnTo>
                  <a:lnTo>
                    <a:pt x="7137883" y="4318"/>
                  </a:lnTo>
                  <a:lnTo>
                    <a:pt x="7137883" y="14732"/>
                  </a:lnTo>
                  <a:lnTo>
                    <a:pt x="7142201" y="19050"/>
                  </a:lnTo>
                  <a:lnTo>
                    <a:pt x="7147408" y="19050"/>
                  </a:lnTo>
                  <a:lnTo>
                    <a:pt x="7147408" y="0"/>
                  </a:lnTo>
                  <a:close/>
                </a:path>
                <a:path w="10390505" h="4652010">
                  <a:moveTo>
                    <a:pt x="7152742" y="0"/>
                  </a:moveTo>
                  <a:lnTo>
                    <a:pt x="7147408" y="0"/>
                  </a:lnTo>
                  <a:lnTo>
                    <a:pt x="7147408" y="19050"/>
                  </a:lnTo>
                  <a:lnTo>
                    <a:pt x="7152742" y="19050"/>
                  </a:lnTo>
                  <a:lnTo>
                    <a:pt x="7156933" y="14732"/>
                  </a:lnTo>
                  <a:lnTo>
                    <a:pt x="7156933" y="4318"/>
                  </a:lnTo>
                  <a:lnTo>
                    <a:pt x="7152742" y="0"/>
                  </a:lnTo>
                  <a:close/>
                </a:path>
                <a:path w="10390505" h="4652010">
                  <a:moveTo>
                    <a:pt x="7185508" y="0"/>
                  </a:moveTo>
                  <a:lnTo>
                    <a:pt x="7180301" y="0"/>
                  </a:lnTo>
                  <a:lnTo>
                    <a:pt x="7175983" y="4318"/>
                  </a:lnTo>
                  <a:lnTo>
                    <a:pt x="7175983" y="14732"/>
                  </a:lnTo>
                  <a:lnTo>
                    <a:pt x="7180301" y="19050"/>
                  </a:lnTo>
                  <a:lnTo>
                    <a:pt x="7185508" y="19050"/>
                  </a:lnTo>
                  <a:lnTo>
                    <a:pt x="7185508" y="0"/>
                  </a:lnTo>
                  <a:close/>
                </a:path>
                <a:path w="10390505" h="4652010">
                  <a:moveTo>
                    <a:pt x="7190842" y="0"/>
                  </a:moveTo>
                  <a:lnTo>
                    <a:pt x="7185508" y="0"/>
                  </a:lnTo>
                  <a:lnTo>
                    <a:pt x="7185508" y="19050"/>
                  </a:lnTo>
                  <a:lnTo>
                    <a:pt x="7190842" y="19050"/>
                  </a:lnTo>
                  <a:lnTo>
                    <a:pt x="7195033" y="14732"/>
                  </a:lnTo>
                  <a:lnTo>
                    <a:pt x="7195033" y="4318"/>
                  </a:lnTo>
                  <a:lnTo>
                    <a:pt x="7190842" y="0"/>
                  </a:lnTo>
                  <a:close/>
                </a:path>
                <a:path w="10390505" h="4652010">
                  <a:moveTo>
                    <a:pt x="7223608" y="0"/>
                  </a:moveTo>
                  <a:lnTo>
                    <a:pt x="7218401" y="0"/>
                  </a:lnTo>
                  <a:lnTo>
                    <a:pt x="7214083" y="4318"/>
                  </a:lnTo>
                  <a:lnTo>
                    <a:pt x="7214083" y="14732"/>
                  </a:lnTo>
                  <a:lnTo>
                    <a:pt x="7218401" y="19050"/>
                  </a:lnTo>
                  <a:lnTo>
                    <a:pt x="7223608" y="19050"/>
                  </a:lnTo>
                  <a:lnTo>
                    <a:pt x="7223608" y="0"/>
                  </a:lnTo>
                  <a:close/>
                </a:path>
                <a:path w="10390505" h="4652010">
                  <a:moveTo>
                    <a:pt x="7228942" y="0"/>
                  </a:moveTo>
                  <a:lnTo>
                    <a:pt x="7223608" y="0"/>
                  </a:lnTo>
                  <a:lnTo>
                    <a:pt x="7223608" y="19050"/>
                  </a:lnTo>
                  <a:lnTo>
                    <a:pt x="7228942" y="19050"/>
                  </a:lnTo>
                  <a:lnTo>
                    <a:pt x="7233133" y="14732"/>
                  </a:lnTo>
                  <a:lnTo>
                    <a:pt x="7233133" y="4318"/>
                  </a:lnTo>
                  <a:lnTo>
                    <a:pt x="7228942" y="0"/>
                  </a:lnTo>
                  <a:close/>
                </a:path>
                <a:path w="10390505" h="4652010">
                  <a:moveTo>
                    <a:pt x="7261708" y="0"/>
                  </a:moveTo>
                  <a:lnTo>
                    <a:pt x="7256501" y="0"/>
                  </a:lnTo>
                  <a:lnTo>
                    <a:pt x="7252183" y="4318"/>
                  </a:lnTo>
                  <a:lnTo>
                    <a:pt x="7252183" y="14732"/>
                  </a:lnTo>
                  <a:lnTo>
                    <a:pt x="7256501" y="19050"/>
                  </a:lnTo>
                  <a:lnTo>
                    <a:pt x="7261708" y="19050"/>
                  </a:lnTo>
                  <a:lnTo>
                    <a:pt x="7261708" y="0"/>
                  </a:lnTo>
                  <a:close/>
                </a:path>
                <a:path w="10390505" h="4652010">
                  <a:moveTo>
                    <a:pt x="7267042" y="0"/>
                  </a:moveTo>
                  <a:lnTo>
                    <a:pt x="7261835" y="0"/>
                  </a:lnTo>
                  <a:lnTo>
                    <a:pt x="7261835" y="19050"/>
                  </a:lnTo>
                  <a:lnTo>
                    <a:pt x="7267042" y="19050"/>
                  </a:lnTo>
                  <a:lnTo>
                    <a:pt x="7271360" y="14732"/>
                  </a:lnTo>
                  <a:lnTo>
                    <a:pt x="7271360" y="4318"/>
                  </a:lnTo>
                  <a:lnTo>
                    <a:pt x="7267042" y="0"/>
                  </a:lnTo>
                  <a:close/>
                </a:path>
                <a:path w="10390505" h="4652010">
                  <a:moveTo>
                    <a:pt x="7299935" y="0"/>
                  </a:moveTo>
                  <a:lnTo>
                    <a:pt x="7294601" y="0"/>
                  </a:lnTo>
                  <a:lnTo>
                    <a:pt x="7290410" y="4318"/>
                  </a:lnTo>
                  <a:lnTo>
                    <a:pt x="7290410" y="14732"/>
                  </a:lnTo>
                  <a:lnTo>
                    <a:pt x="7294601" y="19050"/>
                  </a:lnTo>
                  <a:lnTo>
                    <a:pt x="7299935" y="19050"/>
                  </a:lnTo>
                  <a:lnTo>
                    <a:pt x="7299935" y="0"/>
                  </a:lnTo>
                  <a:close/>
                </a:path>
                <a:path w="10390505" h="4652010">
                  <a:moveTo>
                    <a:pt x="7305142" y="0"/>
                  </a:moveTo>
                  <a:lnTo>
                    <a:pt x="7299935" y="0"/>
                  </a:lnTo>
                  <a:lnTo>
                    <a:pt x="7299935" y="19050"/>
                  </a:lnTo>
                  <a:lnTo>
                    <a:pt x="7305142" y="19050"/>
                  </a:lnTo>
                  <a:lnTo>
                    <a:pt x="7309460" y="14732"/>
                  </a:lnTo>
                  <a:lnTo>
                    <a:pt x="7309460" y="4318"/>
                  </a:lnTo>
                  <a:lnTo>
                    <a:pt x="7305142" y="0"/>
                  </a:lnTo>
                  <a:close/>
                </a:path>
                <a:path w="10390505" h="4652010">
                  <a:moveTo>
                    <a:pt x="7338035" y="0"/>
                  </a:moveTo>
                  <a:lnTo>
                    <a:pt x="7332701" y="0"/>
                  </a:lnTo>
                  <a:lnTo>
                    <a:pt x="7328510" y="4318"/>
                  </a:lnTo>
                  <a:lnTo>
                    <a:pt x="7328510" y="14732"/>
                  </a:lnTo>
                  <a:lnTo>
                    <a:pt x="7332701" y="19050"/>
                  </a:lnTo>
                  <a:lnTo>
                    <a:pt x="7338035" y="19050"/>
                  </a:lnTo>
                  <a:lnTo>
                    <a:pt x="7338035" y="0"/>
                  </a:lnTo>
                  <a:close/>
                </a:path>
                <a:path w="10390505" h="4652010">
                  <a:moveTo>
                    <a:pt x="7343242" y="0"/>
                  </a:moveTo>
                  <a:lnTo>
                    <a:pt x="7338035" y="0"/>
                  </a:lnTo>
                  <a:lnTo>
                    <a:pt x="7338035" y="19050"/>
                  </a:lnTo>
                  <a:lnTo>
                    <a:pt x="7343242" y="19050"/>
                  </a:lnTo>
                  <a:lnTo>
                    <a:pt x="7347560" y="14732"/>
                  </a:lnTo>
                  <a:lnTo>
                    <a:pt x="7347560" y="4318"/>
                  </a:lnTo>
                  <a:lnTo>
                    <a:pt x="7343242" y="0"/>
                  </a:lnTo>
                  <a:close/>
                </a:path>
                <a:path w="10390505" h="4652010">
                  <a:moveTo>
                    <a:pt x="7376135" y="0"/>
                  </a:moveTo>
                  <a:lnTo>
                    <a:pt x="7370801" y="0"/>
                  </a:lnTo>
                  <a:lnTo>
                    <a:pt x="7366610" y="4318"/>
                  </a:lnTo>
                  <a:lnTo>
                    <a:pt x="7366610" y="14732"/>
                  </a:lnTo>
                  <a:lnTo>
                    <a:pt x="7370801" y="19050"/>
                  </a:lnTo>
                  <a:lnTo>
                    <a:pt x="7376135" y="19050"/>
                  </a:lnTo>
                  <a:lnTo>
                    <a:pt x="7376135" y="0"/>
                  </a:lnTo>
                  <a:close/>
                </a:path>
                <a:path w="10390505" h="4652010">
                  <a:moveTo>
                    <a:pt x="7381342" y="0"/>
                  </a:moveTo>
                  <a:lnTo>
                    <a:pt x="7376135" y="0"/>
                  </a:lnTo>
                  <a:lnTo>
                    <a:pt x="7376135" y="19050"/>
                  </a:lnTo>
                  <a:lnTo>
                    <a:pt x="7381342" y="19050"/>
                  </a:lnTo>
                  <a:lnTo>
                    <a:pt x="7385660" y="14732"/>
                  </a:lnTo>
                  <a:lnTo>
                    <a:pt x="7385660" y="4318"/>
                  </a:lnTo>
                  <a:lnTo>
                    <a:pt x="7381342" y="0"/>
                  </a:lnTo>
                  <a:close/>
                </a:path>
                <a:path w="10390505" h="4652010">
                  <a:moveTo>
                    <a:pt x="7414235" y="0"/>
                  </a:moveTo>
                  <a:lnTo>
                    <a:pt x="7409028" y="0"/>
                  </a:lnTo>
                  <a:lnTo>
                    <a:pt x="7404710" y="4318"/>
                  </a:lnTo>
                  <a:lnTo>
                    <a:pt x="7404710" y="14732"/>
                  </a:lnTo>
                  <a:lnTo>
                    <a:pt x="7409028" y="19050"/>
                  </a:lnTo>
                  <a:lnTo>
                    <a:pt x="7414235" y="19050"/>
                  </a:lnTo>
                  <a:lnTo>
                    <a:pt x="7414235" y="0"/>
                  </a:lnTo>
                  <a:close/>
                </a:path>
                <a:path w="10390505" h="4652010">
                  <a:moveTo>
                    <a:pt x="7419569" y="0"/>
                  </a:moveTo>
                  <a:lnTo>
                    <a:pt x="7414235" y="0"/>
                  </a:lnTo>
                  <a:lnTo>
                    <a:pt x="7414235" y="19050"/>
                  </a:lnTo>
                  <a:lnTo>
                    <a:pt x="7419569" y="19050"/>
                  </a:lnTo>
                  <a:lnTo>
                    <a:pt x="7423760" y="14732"/>
                  </a:lnTo>
                  <a:lnTo>
                    <a:pt x="7423760" y="4318"/>
                  </a:lnTo>
                  <a:lnTo>
                    <a:pt x="7419569" y="0"/>
                  </a:lnTo>
                  <a:close/>
                </a:path>
                <a:path w="10390505" h="4652010">
                  <a:moveTo>
                    <a:pt x="7452335" y="0"/>
                  </a:moveTo>
                  <a:lnTo>
                    <a:pt x="7447128" y="0"/>
                  </a:lnTo>
                  <a:lnTo>
                    <a:pt x="7442810" y="4318"/>
                  </a:lnTo>
                  <a:lnTo>
                    <a:pt x="7442810" y="14732"/>
                  </a:lnTo>
                  <a:lnTo>
                    <a:pt x="7447128" y="19050"/>
                  </a:lnTo>
                  <a:lnTo>
                    <a:pt x="7452335" y="19050"/>
                  </a:lnTo>
                  <a:lnTo>
                    <a:pt x="7452335" y="0"/>
                  </a:lnTo>
                  <a:close/>
                </a:path>
                <a:path w="10390505" h="4652010">
                  <a:moveTo>
                    <a:pt x="7457669" y="0"/>
                  </a:moveTo>
                  <a:lnTo>
                    <a:pt x="7452335" y="0"/>
                  </a:lnTo>
                  <a:lnTo>
                    <a:pt x="7452335" y="19050"/>
                  </a:lnTo>
                  <a:lnTo>
                    <a:pt x="7457669" y="19050"/>
                  </a:lnTo>
                  <a:lnTo>
                    <a:pt x="7461860" y="14732"/>
                  </a:lnTo>
                  <a:lnTo>
                    <a:pt x="7461860" y="4318"/>
                  </a:lnTo>
                  <a:lnTo>
                    <a:pt x="7457669" y="0"/>
                  </a:lnTo>
                  <a:close/>
                </a:path>
                <a:path w="10390505" h="4652010">
                  <a:moveTo>
                    <a:pt x="7490435" y="0"/>
                  </a:moveTo>
                  <a:lnTo>
                    <a:pt x="7485228" y="0"/>
                  </a:lnTo>
                  <a:lnTo>
                    <a:pt x="7480910" y="4318"/>
                  </a:lnTo>
                  <a:lnTo>
                    <a:pt x="7480910" y="14732"/>
                  </a:lnTo>
                  <a:lnTo>
                    <a:pt x="7485228" y="19050"/>
                  </a:lnTo>
                  <a:lnTo>
                    <a:pt x="7490435" y="19050"/>
                  </a:lnTo>
                  <a:lnTo>
                    <a:pt x="7490435" y="0"/>
                  </a:lnTo>
                  <a:close/>
                </a:path>
                <a:path w="10390505" h="4652010">
                  <a:moveTo>
                    <a:pt x="7495769" y="0"/>
                  </a:moveTo>
                  <a:lnTo>
                    <a:pt x="7490562" y="0"/>
                  </a:lnTo>
                  <a:lnTo>
                    <a:pt x="7490562" y="19050"/>
                  </a:lnTo>
                  <a:lnTo>
                    <a:pt x="7495769" y="19050"/>
                  </a:lnTo>
                  <a:lnTo>
                    <a:pt x="7500087" y="14732"/>
                  </a:lnTo>
                  <a:lnTo>
                    <a:pt x="7500087" y="4318"/>
                  </a:lnTo>
                  <a:lnTo>
                    <a:pt x="7495769" y="0"/>
                  </a:lnTo>
                  <a:close/>
                </a:path>
                <a:path w="10390505" h="4652010">
                  <a:moveTo>
                    <a:pt x="7528662" y="0"/>
                  </a:moveTo>
                  <a:lnTo>
                    <a:pt x="7523328" y="0"/>
                  </a:lnTo>
                  <a:lnTo>
                    <a:pt x="7519137" y="4318"/>
                  </a:lnTo>
                  <a:lnTo>
                    <a:pt x="7519137" y="14732"/>
                  </a:lnTo>
                  <a:lnTo>
                    <a:pt x="7523328" y="19050"/>
                  </a:lnTo>
                  <a:lnTo>
                    <a:pt x="7528662" y="19050"/>
                  </a:lnTo>
                  <a:lnTo>
                    <a:pt x="7528662" y="0"/>
                  </a:lnTo>
                  <a:close/>
                </a:path>
                <a:path w="10390505" h="4652010">
                  <a:moveTo>
                    <a:pt x="7533869" y="0"/>
                  </a:moveTo>
                  <a:lnTo>
                    <a:pt x="7528662" y="0"/>
                  </a:lnTo>
                  <a:lnTo>
                    <a:pt x="7528662" y="19050"/>
                  </a:lnTo>
                  <a:lnTo>
                    <a:pt x="7533869" y="19050"/>
                  </a:lnTo>
                  <a:lnTo>
                    <a:pt x="7538187" y="14732"/>
                  </a:lnTo>
                  <a:lnTo>
                    <a:pt x="7538187" y="4318"/>
                  </a:lnTo>
                  <a:lnTo>
                    <a:pt x="7533869" y="0"/>
                  </a:lnTo>
                  <a:close/>
                </a:path>
                <a:path w="10390505" h="4652010">
                  <a:moveTo>
                    <a:pt x="7566762" y="0"/>
                  </a:moveTo>
                  <a:lnTo>
                    <a:pt x="7561428" y="0"/>
                  </a:lnTo>
                  <a:lnTo>
                    <a:pt x="7557237" y="4318"/>
                  </a:lnTo>
                  <a:lnTo>
                    <a:pt x="7557237" y="14732"/>
                  </a:lnTo>
                  <a:lnTo>
                    <a:pt x="7561428" y="19050"/>
                  </a:lnTo>
                  <a:lnTo>
                    <a:pt x="7566762" y="19050"/>
                  </a:lnTo>
                  <a:lnTo>
                    <a:pt x="7566762" y="0"/>
                  </a:lnTo>
                  <a:close/>
                </a:path>
                <a:path w="10390505" h="4652010">
                  <a:moveTo>
                    <a:pt x="7571969" y="0"/>
                  </a:moveTo>
                  <a:lnTo>
                    <a:pt x="7566762" y="0"/>
                  </a:lnTo>
                  <a:lnTo>
                    <a:pt x="7566762" y="19050"/>
                  </a:lnTo>
                  <a:lnTo>
                    <a:pt x="7571969" y="19050"/>
                  </a:lnTo>
                  <a:lnTo>
                    <a:pt x="7576287" y="14732"/>
                  </a:lnTo>
                  <a:lnTo>
                    <a:pt x="7576287" y="4318"/>
                  </a:lnTo>
                  <a:lnTo>
                    <a:pt x="7571969" y="0"/>
                  </a:lnTo>
                  <a:close/>
                </a:path>
                <a:path w="10390505" h="4652010">
                  <a:moveTo>
                    <a:pt x="7604862" y="0"/>
                  </a:moveTo>
                  <a:lnTo>
                    <a:pt x="7599528" y="0"/>
                  </a:lnTo>
                  <a:lnTo>
                    <a:pt x="7595337" y="4318"/>
                  </a:lnTo>
                  <a:lnTo>
                    <a:pt x="7595337" y="14732"/>
                  </a:lnTo>
                  <a:lnTo>
                    <a:pt x="7599528" y="19050"/>
                  </a:lnTo>
                  <a:lnTo>
                    <a:pt x="7604862" y="19050"/>
                  </a:lnTo>
                  <a:lnTo>
                    <a:pt x="7604862" y="0"/>
                  </a:lnTo>
                  <a:close/>
                </a:path>
                <a:path w="10390505" h="4652010">
                  <a:moveTo>
                    <a:pt x="7610069" y="0"/>
                  </a:moveTo>
                  <a:lnTo>
                    <a:pt x="7604862" y="0"/>
                  </a:lnTo>
                  <a:lnTo>
                    <a:pt x="7604862" y="19050"/>
                  </a:lnTo>
                  <a:lnTo>
                    <a:pt x="7610069" y="19050"/>
                  </a:lnTo>
                  <a:lnTo>
                    <a:pt x="7614387" y="14732"/>
                  </a:lnTo>
                  <a:lnTo>
                    <a:pt x="7614387" y="4318"/>
                  </a:lnTo>
                  <a:lnTo>
                    <a:pt x="7610069" y="0"/>
                  </a:lnTo>
                  <a:close/>
                </a:path>
                <a:path w="10390505" h="4652010">
                  <a:moveTo>
                    <a:pt x="7642962" y="0"/>
                  </a:moveTo>
                  <a:lnTo>
                    <a:pt x="7637755" y="0"/>
                  </a:lnTo>
                  <a:lnTo>
                    <a:pt x="7633437" y="4318"/>
                  </a:lnTo>
                  <a:lnTo>
                    <a:pt x="7633437" y="14732"/>
                  </a:lnTo>
                  <a:lnTo>
                    <a:pt x="7637755" y="19050"/>
                  </a:lnTo>
                  <a:lnTo>
                    <a:pt x="7642962" y="19050"/>
                  </a:lnTo>
                  <a:lnTo>
                    <a:pt x="7642962" y="0"/>
                  </a:lnTo>
                  <a:close/>
                </a:path>
                <a:path w="10390505" h="4652010">
                  <a:moveTo>
                    <a:pt x="7648296" y="0"/>
                  </a:moveTo>
                  <a:lnTo>
                    <a:pt x="7642962" y="0"/>
                  </a:lnTo>
                  <a:lnTo>
                    <a:pt x="7642962" y="19050"/>
                  </a:lnTo>
                  <a:lnTo>
                    <a:pt x="7648296" y="19050"/>
                  </a:lnTo>
                  <a:lnTo>
                    <a:pt x="7652487" y="14732"/>
                  </a:lnTo>
                  <a:lnTo>
                    <a:pt x="7652487" y="4318"/>
                  </a:lnTo>
                  <a:lnTo>
                    <a:pt x="7648296" y="0"/>
                  </a:lnTo>
                  <a:close/>
                </a:path>
                <a:path w="10390505" h="4652010">
                  <a:moveTo>
                    <a:pt x="7681062" y="0"/>
                  </a:moveTo>
                  <a:lnTo>
                    <a:pt x="7675855" y="0"/>
                  </a:lnTo>
                  <a:lnTo>
                    <a:pt x="7671537" y="4318"/>
                  </a:lnTo>
                  <a:lnTo>
                    <a:pt x="7671537" y="14732"/>
                  </a:lnTo>
                  <a:lnTo>
                    <a:pt x="7675855" y="19050"/>
                  </a:lnTo>
                  <a:lnTo>
                    <a:pt x="7681062" y="19050"/>
                  </a:lnTo>
                  <a:lnTo>
                    <a:pt x="7681062" y="0"/>
                  </a:lnTo>
                  <a:close/>
                </a:path>
                <a:path w="10390505" h="4652010">
                  <a:moveTo>
                    <a:pt x="7686396" y="0"/>
                  </a:moveTo>
                  <a:lnTo>
                    <a:pt x="7681062" y="0"/>
                  </a:lnTo>
                  <a:lnTo>
                    <a:pt x="7681062" y="19050"/>
                  </a:lnTo>
                  <a:lnTo>
                    <a:pt x="7686396" y="19050"/>
                  </a:lnTo>
                  <a:lnTo>
                    <a:pt x="7690587" y="14732"/>
                  </a:lnTo>
                  <a:lnTo>
                    <a:pt x="7690587" y="4318"/>
                  </a:lnTo>
                  <a:lnTo>
                    <a:pt x="7686396" y="0"/>
                  </a:lnTo>
                  <a:close/>
                </a:path>
                <a:path w="10390505" h="4652010">
                  <a:moveTo>
                    <a:pt x="7719162" y="0"/>
                  </a:moveTo>
                  <a:lnTo>
                    <a:pt x="7713955" y="0"/>
                  </a:lnTo>
                  <a:lnTo>
                    <a:pt x="7709637" y="4318"/>
                  </a:lnTo>
                  <a:lnTo>
                    <a:pt x="7709637" y="14732"/>
                  </a:lnTo>
                  <a:lnTo>
                    <a:pt x="7713955" y="19050"/>
                  </a:lnTo>
                  <a:lnTo>
                    <a:pt x="7719162" y="19050"/>
                  </a:lnTo>
                  <a:lnTo>
                    <a:pt x="7719162" y="0"/>
                  </a:lnTo>
                  <a:close/>
                </a:path>
                <a:path w="10390505" h="4652010">
                  <a:moveTo>
                    <a:pt x="7724496" y="0"/>
                  </a:moveTo>
                  <a:lnTo>
                    <a:pt x="7719162" y="0"/>
                  </a:lnTo>
                  <a:lnTo>
                    <a:pt x="7719162" y="19050"/>
                  </a:lnTo>
                  <a:lnTo>
                    <a:pt x="7724496" y="19050"/>
                  </a:lnTo>
                  <a:lnTo>
                    <a:pt x="7728687" y="14732"/>
                  </a:lnTo>
                  <a:lnTo>
                    <a:pt x="7728687" y="4318"/>
                  </a:lnTo>
                  <a:lnTo>
                    <a:pt x="7724496" y="0"/>
                  </a:lnTo>
                  <a:close/>
                </a:path>
                <a:path w="10390505" h="4652010">
                  <a:moveTo>
                    <a:pt x="7757262" y="0"/>
                  </a:moveTo>
                  <a:lnTo>
                    <a:pt x="7752055" y="0"/>
                  </a:lnTo>
                  <a:lnTo>
                    <a:pt x="7747737" y="4318"/>
                  </a:lnTo>
                  <a:lnTo>
                    <a:pt x="7747737" y="14732"/>
                  </a:lnTo>
                  <a:lnTo>
                    <a:pt x="7752055" y="19050"/>
                  </a:lnTo>
                  <a:lnTo>
                    <a:pt x="7757262" y="19050"/>
                  </a:lnTo>
                  <a:lnTo>
                    <a:pt x="7757262" y="0"/>
                  </a:lnTo>
                  <a:close/>
                </a:path>
                <a:path w="10390505" h="4652010">
                  <a:moveTo>
                    <a:pt x="7762596" y="0"/>
                  </a:moveTo>
                  <a:lnTo>
                    <a:pt x="7757389" y="0"/>
                  </a:lnTo>
                  <a:lnTo>
                    <a:pt x="7757389" y="19050"/>
                  </a:lnTo>
                  <a:lnTo>
                    <a:pt x="7762596" y="19050"/>
                  </a:lnTo>
                  <a:lnTo>
                    <a:pt x="7766914" y="14732"/>
                  </a:lnTo>
                  <a:lnTo>
                    <a:pt x="7766914" y="4318"/>
                  </a:lnTo>
                  <a:lnTo>
                    <a:pt x="7762596" y="0"/>
                  </a:lnTo>
                  <a:close/>
                </a:path>
                <a:path w="10390505" h="4652010">
                  <a:moveTo>
                    <a:pt x="7795489" y="0"/>
                  </a:moveTo>
                  <a:lnTo>
                    <a:pt x="7790155" y="0"/>
                  </a:lnTo>
                  <a:lnTo>
                    <a:pt x="7785964" y="4318"/>
                  </a:lnTo>
                  <a:lnTo>
                    <a:pt x="7785964" y="14732"/>
                  </a:lnTo>
                  <a:lnTo>
                    <a:pt x="7790155" y="19050"/>
                  </a:lnTo>
                  <a:lnTo>
                    <a:pt x="7795489" y="19050"/>
                  </a:lnTo>
                  <a:lnTo>
                    <a:pt x="7795489" y="0"/>
                  </a:lnTo>
                  <a:close/>
                </a:path>
                <a:path w="10390505" h="4652010">
                  <a:moveTo>
                    <a:pt x="7800696" y="0"/>
                  </a:moveTo>
                  <a:lnTo>
                    <a:pt x="7795489" y="0"/>
                  </a:lnTo>
                  <a:lnTo>
                    <a:pt x="7795489" y="19050"/>
                  </a:lnTo>
                  <a:lnTo>
                    <a:pt x="7800696" y="19050"/>
                  </a:lnTo>
                  <a:lnTo>
                    <a:pt x="7805014" y="14732"/>
                  </a:lnTo>
                  <a:lnTo>
                    <a:pt x="7805014" y="4318"/>
                  </a:lnTo>
                  <a:lnTo>
                    <a:pt x="7800696" y="0"/>
                  </a:lnTo>
                  <a:close/>
                </a:path>
                <a:path w="10390505" h="4652010">
                  <a:moveTo>
                    <a:pt x="7833589" y="0"/>
                  </a:moveTo>
                  <a:lnTo>
                    <a:pt x="7828255" y="0"/>
                  </a:lnTo>
                  <a:lnTo>
                    <a:pt x="7824064" y="4318"/>
                  </a:lnTo>
                  <a:lnTo>
                    <a:pt x="7824064" y="14732"/>
                  </a:lnTo>
                  <a:lnTo>
                    <a:pt x="7828255" y="19050"/>
                  </a:lnTo>
                  <a:lnTo>
                    <a:pt x="7833589" y="19050"/>
                  </a:lnTo>
                  <a:lnTo>
                    <a:pt x="7833589" y="0"/>
                  </a:lnTo>
                  <a:close/>
                </a:path>
                <a:path w="10390505" h="4652010">
                  <a:moveTo>
                    <a:pt x="7838796" y="0"/>
                  </a:moveTo>
                  <a:lnTo>
                    <a:pt x="7833589" y="0"/>
                  </a:lnTo>
                  <a:lnTo>
                    <a:pt x="7833589" y="19050"/>
                  </a:lnTo>
                  <a:lnTo>
                    <a:pt x="7838796" y="19050"/>
                  </a:lnTo>
                  <a:lnTo>
                    <a:pt x="7843114" y="14732"/>
                  </a:lnTo>
                  <a:lnTo>
                    <a:pt x="7843114" y="4318"/>
                  </a:lnTo>
                  <a:lnTo>
                    <a:pt x="7838796" y="0"/>
                  </a:lnTo>
                  <a:close/>
                </a:path>
                <a:path w="10390505" h="4652010">
                  <a:moveTo>
                    <a:pt x="7871689" y="0"/>
                  </a:moveTo>
                  <a:lnTo>
                    <a:pt x="7866355" y="0"/>
                  </a:lnTo>
                  <a:lnTo>
                    <a:pt x="7862164" y="4318"/>
                  </a:lnTo>
                  <a:lnTo>
                    <a:pt x="7862164" y="14732"/>
                  </a:lnTo>
                  <a:lnTo>
                    <a:pt x="7866355" y="19050"/>
                  </a:lnTo>
                  <a:lnTo>
                    <a:pt x="7871689" y="19050"/>
                  </a:lnTo>
                  <a:lnTo>
                    <a:pt x="7871689" y="0"/>
                  </a:lnTo>
                  <a:close/>
                </a:path>
                <a:path w="10390505" h="4652010">
                  <a:moveTo>
                    <a:pt x="7876896" y="0"/>
                  </a:moveTo>
                  <a:lnTo>
                    <a:pt x="7871689" y="0"/>
                  </a:lnTo>
                  <a:lnTo>
                    <a:pt x="7871689" y="19050"/>
                  </a:lnTo>
                  <a:lnTo>
                    <a:pt x="7876896" y="19050"/>
                  </a:lnTo>
                  <a:lnTo>
                    <a:pt x="7881214" y="14732"/>
                  </a:lnTo>
                  <a:lnTo>
                    <a:pt x="7881214" y="4318"/>
                  </a:lnTo>
                  <a:lnTo>
                    <a:pt x="7876896" y="0"/>
                  </a:lnTo>
                  <a:close/>
                </a:path>
                <a:path w="10390505" h="4652010">
                  <a:moveTo>
                    <a:pt x="7909789" y="0"/>
                  </a:moveTo>
                  <a:lnTo>
                    <a:pt x="7904582" y="0"/>
                  </a:lnTo>
                  <a:lnTo>
                    <a:pt x="7900264" y="4318"/>
                  </a:lnTo>
                  <a:lnTo>
                    <a:pt x="7900264" y="14732"/>
                  </a:lnTo>
                  <a:lnTo>
                    <a:pt x="7904582" y="19050"/>
                  </a:lnTo>
                  <a:lnTo>
                    <a:pt x="7909789" y="19050"/>
                  </a:lnTo>
                  <a:lnTo>
                    <a:pt x="7909789" y="0"/>
                  </a:lnTo>
                  <a:close/>
                </a:path>
                <a:path w="10390505" h="4652010">
                  <a:moveTo>
                    <a:pt x="7915123" y="0"/>
                  </a:moveTo>
                  <a:lnTo>
                    <a:pt x="7909789" y="0"/>
                  </a:lnTo>
                  <a:lnTo>
                    <a:pt x="7909789" y="19050"/>
                  </a:lnTo>
                  <a:lnTo>
                    <a:pt x="7915123" y="19050"/>
                  </a:lnTo>
                  <a:lnTo>
                    <a:pt x="7919314" y="14732"/>
                  </a:lnTo>
                  <a:lnTo>
                    <a:pt x="7919314" y="4318"/>
                  </a:lnTo>
                  <a:lnTo>
                    <a:pt x="7915123" y="0"/>
                  </a:lnTo>
                  <a:close/>
                </a:path>
                <a:path w="10390505" h="4652010">
                  <a:moveTo>
                    <a:pt x="7947889" y="0"/>
                  </a:moveTo>
                  <a:lnTo>
                    <a:pt x="7942682" y="0"/>
                  </a:lnTo>
                  <a:lnTo>
                    <a:pt x="7938364" y="4318"/>
                  </a:lnTo>
                  <a:lnTo>
                    <a:pt x="7938364" y="14732"/>
                  </a:lnTo>
                  <a:lnTo>
                    <a:pt x="7942682" y="19050"/>
                  </a:lnTo>
                  <a:lnTo>
                    <a:pt x="7947889" y="19050"/>
                  </a:lnTo>
                  <a:lnTo>
                    <a:pt x="7947889" y="0"/>
                  </a:lnTo>
                  <a:close/>
                </a:path>
                <a:path w="10390505" h="4652010">
                  <a:moveTo>
                    <a:pt x="7953223" y="0"/>
                  </a:moveTo>
                  <a:lnTo>
                    <a:pt x="7947889" y="0"/>
                  </a:lnTo>
                  <a:lnTo>
                    <a:pt x="7947889" y="19050"/>
                  </a:lnTo>
                  <a:lnTo>
                    <a:pt x="7953223" y="19050"/>
                  </a:lnTo>
                  <a:lnTo>
                    <a:pt x="7957414" y="14732"/>
                  </a:lnTo>
                  <a:lnTo>
                    <a:pt x="7957414" y="4318"/>
                  </a:lnTo>
                  <a:lnTo>
                    <a:pt x="7953223" y="0"/>
                  </a:lnTo>
                  <a:close/>
                </a:path>
                <a:path w="10390505" h="4652010">
                  <a:moveTo>
                    <a:pt x="7985989" y="0"/>
                  </a:moveTo>
                  <a:lnTo>
                    <a:pt x="7980782" y="0"/>
                  </a:lnTo>
                  <a:lnTo>
                    <a:pt x="7976464" y="4318"/>
                  </a:lnTo>
                  <a:lnTo>
                    <a:pt x="7976464" y="14732"/>
                  </a:lnTo>
                  <a:lnTo>
                    <a:pt x="7980782" y="19050"/>
                  </a:lnTo>
                  <a:lnTo>
                    <a:pt x="7985989" y="19050"/>
                  </a:lnTo>
                  <a:lnTo>
                    <a:pt x="7985989" y="0"/>
                  </a:lnTo>
                  <a:close/>
                </a:path>
                <a:path w="10390505" h="4652010">
                  <a:moveTo>
                    <a:pt x="7991323" y="0"/>
                  </a:moveTo>
                  <a:lnTo>
                    <a:pt x="7986116" y="0"/>
                  </a:lnTo>
                  <a:lnTo>
                    <a:pt x="7986116" y="19050"/>
                  </a:lnTo>
                  <a:lnTo>
                    <a:pt x="7991323" y="19050"/>
                  </a:lnTo>
                  <a:lnTo>
                    <a:pt x="7995641" y="14732"/>
                  </a:lnTo>
                  <a:lnTo>
                    <a:pt x="7995641" y="4318"/>
                  </a:lnTo>
                  <a:lnTo>
                    <a:pt x="7991323" y="0"/>
                  </a:lnTo>
                  <a:close/>
                </a:path>
                <a:path w="10390505" h="4652010">
                  <a:moveTo>
                    <a:pt x="8024216" y="0"/>
                  </a:moveTo>
                  <a:lnTo>
                    <a:pt x="8018882" y="0"/>
                  </a:lnTo>
                  <a:lnTo>
                    <a:pt x="8014691" y="4318"/>
                  </a:lnTo>
                  <a:lnTo>
                    <a:pt x="8014691" y="14732"/>
                  </a:lnTo>
                  <a:lnTo>
                    <a:pt x="8018882" y="19050"/>
                  </a:lnTo>
                  <a:lnTo>
                    <a:pt x="8024216" y="19050"/>
                  </a:lnTo>
                  <a:lnTo>
                    <a:pt x="8024216" y="0"/>
                  </a:lnTo>
                  <a:close/>
                </a:path>
                <a:path w="10390505" h="4652010">
                  <a:moveTo>
                    <a:pt x="8029423" y="0"/>
                  </a:moveTo>
                  <a:lnTo>
                    <a:pt x="8024216" y="0"/>
                  </a:lnTo>
                  <a:lnTo>
                    <a:pt x="8024216" y="19050"/>
                  </a:lnTo>
                  <a:lnTo>
                    <a:pt x="8029423" y="19050"/>
                  </a:lnTo>
                  <a:lnTo>
                    <a:pt x="8033741" y="14732"/>
                  </a:lnTo>
                  <a:lnTo>
                    <a:pt x="8033741" y="4318"/>
                  </a:lnTo>
                  <a:lnTo>
                    <a:pt x="8029423" y="0"/>
                  </a:lnTo>
                  <a:close/>
                </a:path>
                <a:path w="10390505" h="4652010">
                  <a:moveTo>
                    <a:pt x="8062316" y="0"/>
                  </a:moveTo>
                  <a:lnTo>
                    <a:pt x="8056982" y="0"/>
                  </a:lnTo>
                  <a:lnTo>
                    <a:pt x="8052791" y="4318"/>
                  </a:lnTo>
                  <a:lnTo>
                    <a:pt x="8052791" y="14732"/>
                  </a:lnTo>
                  <a:lnTo>
                    <a:pt x="8056982" y="19050"/>
                  </a:lnTo>
                  <a:lnTo>
                    <a:pt x="8062316" y="19050"/>
                  </a:lnTo>
                  <a:lnTo>
                    <a:pt x="8062316" y="0"/>
                  </a:lnTo>
                  <a:close/>
                </a:path>
                <a:path w="10390505" h="4652010">
                  <a:moveTo>
                    <a:pt x="8067523" y="0"/>
                  </a:moveTo>
                  <a:lnTo>
                    <a:pt x="8062316" y="0"/>
                  </a:lnTo>
                  <a:lnTo>
                    <a:pt x="8062316" y="19050"/>
                  </a:lnTo>
                  <a:lnTo>
                    <a:pt x="8067523" y="19050"/>
                  </a:lnTo>
                  <a:lnTo>
                    <a:pt x="8071841" y="14732"/>
                  </a:lnTo>
                  <a:lnTo>
                    <a:pt x="8071841" y="4318"/>
                  </a:lnTo>
                  <a:lnTo>
                    <a:pt x="8067523" y="0"/>
                  </a:lnTo>
                  <a:close/>
                </a:path>
                <a:path w="10390505" h="4652010">
                  <a:moveTo>
                    <a:pt x="8100416" y="0"/>
                  </a:moveTo>
                  <a:lnTo>
                    <a:pt x="8095082" y="0"/>
                  </a:lnTo>
                  <a:lnTo>
                    <a:pt x="8090891" y="4318"/>
                  </a:lnTo>
                  <a:lnTo>
                    <a:pt x="8090891" y="14732"/>
                  </a:lnTo>
                  <a:lnTo>
                    <a:pt x="8095082" y="19050"/>
                  </a:lnTo>
                  <a:lnTo>
                    <a:pt x="8100416" y="19050"/>
                  </a:lnTo>
                  <a:lnTo>
                    <a:pt x="8100416" y="0"/>
                  </a:lnTo>
                  <a:close/>
                </a:path>
                <a:path w="10390505" h="4652010">
                  <a:moveTo>
                    <a:pt x="8105623" y="0"/>
                  </a:moveTo>
                  <a:lnTo>
                    <a:pt x="8100416" y="0"/>
                  </a:lnTo>
                  <a:lnTo>
                    <a:pt x="8100416" y="19050"/>
                  </a:lnTo>
                  <a:lnTo>
                    <a:pt x="8105623" y="19050"/>
                  </a:lnTo>
                  <a:lnTo>
                    <a:pt x="8109941" y="14732"/>
                  </a:lnTo>
                  <a:lnTo>
                    <a:pt x="8109941" y="4318"/>
                  </a:lnTo>
                  <a:lnTo>
                    <a:pt x="8105623" y="0"/>
                  </a:lnTo>
                  <a:close/>
                </a:path>
                <a:path w="10390505" h="4652010">
                  <a:moveTo>
                    <a:pt x="8138516" y="0"/>
                  </a:moveTo>
                  <a:lnTo>
                    <a:pt x="8133309" y="0"/>
                  </a:lnTo>
                  <a:lnTo>
                    <a:pt x="8128991" y="4318"/>
                  </a:lnTo>
                  <a:lnTo>
                    <a:pt x="8128991" y="14732"/>
                  </a:lnTo>
                  <a:lnTo>
                    <a:pt x="8133309" y="19050"/>
                  </a:lnTo>
                  <a:lnTo>
                    <a:pt x="8138516" y="19050"/>
                  </a:lnTo>
                  <a:lnTo>
                    <a:pt x="8138516" y="0"/>
                  </a:lnTo>
                  <a:close/>
                </a:path>
                <a:path w="10390505" h="4652010">
                  <a:moveTo>
                    <a:pt x="8143850" y="0"/>
                  </a:moveTo>
                  <a:lnTo>
                    <a:pt x="8138516" y="0"/>
                  </a:lnTo>
                  <a:lnTo>
                    <a:pt x="8138516" y="19050"/>
                  </a:lnTo>
                  <a:lnTo>
                    <a:pt x="8143850" y="19050"/>
                  </a:lnTo>
                  <a:lnTo>
                    <a:pt x="8148041" y="14732"/>
                  </a:lnTo>
                  <a:lnTo>
                    <a:pt x="8148041" y="4318"/>
                  </a:lnTo>
                  <a:lnTo>
                    <a:pt x="8143850" y="0"/>
                  </a:lnTo>
                  <a:close/>
                </a:path>
                <a:path w="10390505" h="4652010">
                  <a:moveTo>
                    <a:pt x="8176616" y="0"/>
                  </a:moveTo>
                  <a:lnTo>
                    <a:pt x="8171409" y="0"/>
                  </a:lnTo>
                  <a:lnTo>
                    <a:pt x="8167091" y="4318"/>
                  </a:lnTo>
                  <a:lnTo>
                    <a:pt x="8167091" y="14732"/>
                  </a:lnTo>
                  <a:lnTo>
                    <a:pt x="8171409" y="19050"/>
                  </a:lnTo>
                  <a:lnTo>
                    <a:pt x="8176616" y="19050"/>
                  </a:lnTo>
                  <a:lnTo>
                    <a:pt x="8176616" y="0"/>
                  </a:lnTo>
                  <a:close/>
                </a:path>
                <a:path w="10390505" h="4652010">
                  <a:moveTo>
                    <a:pt x="8181950" y="0"/>
                  </a:moveTo>
                  <a:lnTo>
                    <a:pt x="8176616" y="0"/>
                  </a:lnTo>
                  <a:lnTo>
                    <a:pt x="8176616" y="19050"/>
                  </a:lnTo>
                  <a:lnTo>
                    <a:pt x="8181950" y="19050"/>
                  </a:lnTo>
                  <a:lnTo>
                    <a:pt x="8186141" y="14732"/>
                  </a:lnTo>
                  <a:lnTo>
                    <a:pt x="8186141" y="4318"/>
                  </a:lnTo>
                  <a:lnTo>
                    <a:pt x="8181950" y="0"/>
                  </a:lnTo>
                  <a:close/>
                </a:path>
                <a:path w="10390505" h="4652010">
                  <a:moveTo>
                    <a:pt x="8214716" y="0"/>
                  </a:moveTo>
                  <a:lnTo>
                    <a:pt x="8209509" y="0"/>
                  </a:lnTo>
                  <a:lnTo>
                    <a:pt x="8205191" y="4318"/>
                  </a:lnTo>
                  <a:lnTo>
                    <a:pt x="8205191" y="14732"/>
                  </a:lnTo>
                  <a:lnTo>
                    <a:pt x="8209509" y="19050"/>
                  </a:lnTo>
                  <a:lnTo>
                    <a:pt x="8214716" y="19050"/>
                  </a:lnTo>
                  <a:lnTo>
                    <a:pt x="8214716" y="0"/>
                  </a:lnTo>
                  <a:close/>
                </a:path>
                <a:path w="10390505" h="4652010">
                  <a:moveTo>
                    <a:pt x="8220050" y="0"/>
                  </a:moveTo>
                  <a:lnTo>
                    <a:pt x="8214716" y="0"/>
                  </a:lnTo>
                  <a:lnTo>
                    <a:pt x="8214716" y="19050"/>
                  </a:lnTo>
                  <a:lnTo>
                    <a:pt x="8220050" y="19050"/>
                  </a:lnTo>
                  <a:lnTo>
                    <a:pt x="8224241" y="14732"/>
                  </a:lnTo>
                  <a:lnTo>
                    <a:pt x="8224241" y="4318"/>
                  </a:lnTo>
                  <a:lnTo>
                    <a:pt x="8220050" y="0"/>
                  </a:lnTo>
                  <a:close/>
                </a:path>
                <a:path w="10390505" h="4652010">
                  <a:moveTo>
                    <a:pt x="8252816" y="0"/>
                  </a:moveTo>
                  <a:lnTo>
                    <a:pt x="8247609" y="0"/>
                  </a:lnTo>
                  <a:lnTo>
                    <a:pt x="8243291" y="4318"/>
                  </a:lnTo>
                  <a:lnTo>
                    <a:pt x="8243291" y="14732"/>
                  </a:lnTo>
                  <a:lnTo>
                    <a:pt x="8247609" y="19050"/>
                  </a:lnTo>
                  <a:lnTo>
                    <a:pt x="8252816" y="19050"/>
                  </a:lnTo>
                  <a:lnTo>
                    <a:pt x="8252816" y="0"/>
                  </a:lnTo>
                  <a:close/>
                </a:path>
                <a:path w="10390505" h="4652010">
                  <a:moveTo>
                    <a:pt x="8258150" y="0"/>
                  </a:moveTo>
                  <a:lnTo>
                    <a:pt x="8252943" y="0"/>
                  </a:lnTo>
                  <a:lnTo>
                    <a:pt x="8252943" y="19050"/>
                  </a:lnTo>
                  <a:lnTo>
                    <a:pt x="8258150" y="19050"/>
                  </a:lnTo>
                  <a:lnTo>
                    <a:pt x="8262468" y="14732"/>
                  </a:lnTo>
                  <a:lnTo>
                    <a:pt x="8262468" y="4318"/>
                  </a:lnTo>
                  <a:lnTo>
                    <a:pt x="8258150" y="0"/>
                  </a:lnTo>
                  <a:close/>
                </a:path>
                <a:path w="10390505" h="4652010">
                  <a:moveTo>
                    <a:pt x="8291043" y="0"/>
                  </a:moveTo>
                  <a:lnTo>
                    <a:pt x="8285709" y="0"/>
                  </a:lnTo>
                  <a:lnTo>
                    <a:pt x="8281518" y="4318"/>
                  </a:lnTo>
                  <a:lnTo>
                    <a:pt x="8281518" y="14732"/>
                  </a:lnTo>
                  <a:lnTo>
                    <a:pt x="8285709" y="19050"/>
                  </a:lnTo>
                  <a:lnTo>
                    <a:pt x="8291043" y="19050"/>
                  </a:lnTo>
                  <a:lnTo>
                    <a:pt x="8291043" y="0"/>
                  </a:lnTo>
                  <a:close/>
                </a:path>
                <a:path w="10390505" h="4652010">
                  <a:moveTo>
                    <a:pt x="8296250" y="0"/>
                  </a:moveTo>
                  <a:lnTo>
                    <a:pt x="8291043" y="0"/>
                  </a:lnTo>
                  <a:lnTo>
                    <a:pt x="8291043" y="19050"/>
                  </a:lnTo>
                  <a:lnTo>
                    <a:pt x="8296250" y="19050"/>
                  </a:lnTo>
                  <a:lnTo>
                    <a:pt x="8300568" y="14732"/>
                  </a:lnTo>
                  <a:lnTo>
                    <a:pt x="8300568" y="4318"/>
                  </a:lnTo>
                  <a:lnTo>
                    <a:pt x="8296250" y="0"/>
                  </a:lnTo>
                  <a:close/>
                </a:path>
                <a:path w="10390505" h="4652010">
                  <a:moveTo>
                    <a:pt x="8329143" y="0"/>
                  </a:moveTo>
                  <a:lnTo>
                    <a:pt x="8323809" y="0"/>
                  </a:lnTo>
                  <a:lnTo>
                    <a:pt x="8319618" y="4318"/>
                  </a:lnTo>
                  <a:lnTo>
                    <a:pt x="8319618" y="14732"/>
                  </a:lnTo>
                  <a:lnTo>
                    <a:pt x="8323809" y="19050"/>
                  </a:lnTo>
                  <a:lnTo>
                    <a:pt x="8329143" y="19050"/>
                  </a:lnTo>
                  <a:lnTo>
                    <a:pt x="8329143" y="0"/>
                  </a:lnTo>
                  <a:close/>
                </a:path>
                <a:path w="10390505" h="4652010">
                  <a:moveTo>
                    <a:pt x="8334350" y="0"/>
                  </a:moveTo>
                  <a:lnTo>
                    <a:pt x="8329143" y="0"/>
                  </a:lnTo>
                  <a:lnTo>
                    <a:pt x="8329143" y="19050"/>
                  </a:lnTo>
                  <a:lnTo>
                    <a:pt x="8334350" y="19050"/>
                  </a:lnTo>
                  <a:lnTo>
                    <a:pt x="8338668" y="14732"/>
                  </a:lnTo>
                  <a:lnTo>
                    <a:pt x="8338668" y="4318"/>
                  </a:lnTo>
                  <a:lnTo>
                    <a:pt x="8334350" y="0"/>
                  </a:lnTo>
                  <a:close/>
                </a:path>
                <a:path w="10390505" h="4652010">
                  <a:moveTo>
                    <a:pt x="8367243" y="0"/>
                  </a:moveTo>
                  <a:lnTo>
                    <a:pt x="8362036" y="0"/>
                  </a:lnTo>
                  <a:lnTo>
                    <a:pt x="8357718" y="4318"/>
                  </a:lnTo>
                  <a:lnTo>
                    <a:pt x="8357718" y="14732"/>
                  </a:lnTo>
                  <a:lnTo>
                    <a:pt x="8362036" y="19050"/>
                  </a:lnTo>
                  <a:lnTo>
                    <a:pt x="8367243" y="19050"/>
                  </a:lnTo>
                  <a:lnTo>
                    <a:pt x="8367243" y="0"/>
                  </a:lnTo>
                  <a:close/>
                </a:path>
                <a:path w="10390505" h="4652010">
                  <a:moveTo>
                    <a:pt x="8372577" y="0"/>
                  </a:moveTo>
                  <a:lnTo>
                    <a:pt x="8367243" y="0"/>
                  </a:lnTo>
                  <a:lnTo>
                    <a:pt x="8367243" y="19050"/>
                  </a:lnTo>
                  <a:lnTo>
                    <a:pt x="8372577" y="19050"/>
                  </a:lnTo>
                  <a:lnTo>
                    <a:pt x="8376768" y="14732"/>
                  </a:lnTo>
                  <a:lnTo>
                    <a:pt x="8376768" y="4318"/>
                  </a:lnTo>
                  <a:lnTo>
                    <a:pt x="8372577" y="0"/>
                  </a:lnTo>
                  <a:close/>
                </a:path>
                <a:path w="10390505" h="4652010">
                  <a:moveTo>
                    <a:pt x="8405343" y="0"/>
                  </a:moveTo>
                  <a:lnTo>
                    <a:pt x="8400136" y="0"/>
                  </a:lnTo>
                  <a:lnTo>
                    <a:pt x="8395818" y="4318"/>
                  </a:lnTo>
                  <a:lnTo>
                    <a:pt x="8395818" y="14732"/>
                  </a:lnTo>
                  <a:lnTo>
                    <a:pt x="8400136" y="19050"/>
                  </a:lnTo>
                  <a:lnTo>
                    <a:pt x="8405343" y="19050"/>
                  </a:lnTo>
                  <a:lnTo>
                    <a:pt x="8405343" y="0"/>
                  </a:lnTo>
                  <a:close/>
                </a:path>
                <a:path w="10390505" h="4652010">
                  <a:moveTo>
                    <a:pt x="8410677" y="0"/>
                  </a:moveTo>
                  <a:lnTo>
                    <a:pt x="8405343" y="0"/>
                  </a:lnTo>
                  <a:lnTo>
                    <a:pt x="8405343" y="19050"/>
                  </a:lnTo>
                  <a:lnTo>
                    <a:pt x="8410677" y="19050"/>
                  </a:lnTo>
                  <a:lnTo>
                    <a:pt x="8414868" y="14732"/>
                  </a:lnTo>
                  <a:lnTo>
                    <a:pt x="8414868" y="4318"/>
                  </a:lnTo>
                  <a:lnTo>
                    <a:pt x="8410677" y="0"/>
                  </a:lnTo>
                  <a:close/>
                </a:path>
                <a:path w="10390505" h="4652010">
                  <a:moveTo>
                    <a:pt x="8443443" y="0"/>
                  </a:moveTo>
                  <a:lnTo>
                    <a:pt x="8438236" y="0"/>
                  </a:lnTo>
                  <a:lnTo>
                    <a:pt x="8433918" y="4318"/>
                  </a:lnTo>
                  <a:lnTo>
                    <a:pt x="8433918" y="14732"/>
                  </a:lnTo>
                  <a:lnTo>
                    <a:pt x="8438236" y="19050"/>
                  </a:lnTo>
                  <a:lnTo>
                    <a:pt x="8443443" y="19050"/>
                  </a:lnTo>
                  <a:lnTo>
                    <a:pt x="8443443" y="0"/>
                  </a:lnTo>
                  <a:close/>
                </a:path>
                <a:path w="10390505" h="4652010">
                  <a:moveTo>
                    <a:pt x="8448777" y="0"/>
                  </a:moveTo>
                  <a:lnTo>
                    <a:pt x="8443443" y="0"/>
                  </a:lnTo>
                  <a:lnTo>
                    <a:pt x="8443443" y="19050"/>
                  </a:lnTo>
                  <a:lnTo>
                    <a:pt x="8448777" y="19050"/>
                  </a:lnTo>
                  <a:lnTo>
                    <a:pt x="8452968" y="14732"/>
                  </a:lnTo>
                  <a:lnTo>
                    <a:pt x="8452968" y="4318"/>
                  </a:lnTo>
                  <a:lnTo>
                    <a:pt x="8448777" y="0"/>
                  </a:lnTo>
                  <a:close/>
                </a:path>
                <a:path w="10390505" h="4652010">
                  <a:moveTo>
                    <a:pt x="8481543" y="0"/>
                  </a:moveTo>
                  <a:lnTo>
                    <a:pt x="8476336" y="0"/>
                  </a:lnTo>
                  <a:lnTo>
                    <a:pt x="8472018" y="4318"/>
                  </a:lnTo>
                  <a:lnTo>
                    <a:pt x="8472018" y="14732"/>
                  </a:lnTo>
                  <a:lnTo>
                    <a:pt x="8476336" y="19050"/>
                  </a:lnTo>
                  <a:lnTo>
                    <a:pt x="8481543" y="19050"/>
                  </a:lnTo>
                  <a:lnTo>
                    <a:pt x="8481543" y="0"/>
                  </a:lnTo>
                  <a:close/>
                </a:path>
                <a:path w="10390505" h="4652010">
                  <a:moveTo>
                    <a:pt x="8481670" y="12700"/>
                  </a:moveTo>
                  <a:lnTo>
                    <a:pt x="8481543" y="12700"/>
                  </a:lnTo>
                  <a:lnTo>
                    <a:pt x="8481543" y="19050"/>
                  </a:lnTo>
                  <a:lnTo>
                    <a:pt x="8481670" y="19050"/>
                  </a:lnTo>
                  <a:lnTo>
                    <a:pt x="8481670" y="12700"/>
                  </a:lnTo>
                  <a:close/>
                </a:path>
                <a:path w="10390505" h="4652010">
                  <a:moveTo>
                    <a:pt x="8486877" y="0"/>
                  </a:moveTo>
                  <a:lnTo>
                    <a:pt x="8481670" y="0"/>
                  </a:lnTo>
                  <a:lnTo>
                    <a:pt x="8481670" y="19050"/>
                  </a:lnTo>
                  <a:lnTo>
                    <a:pt x="8486877" y="19050"/>
                  </a:lnTo>
                  <a:lnTo>
                    <a:pt x="8491195" y="14732"/>
                  </a:lnTo>
                  <a:lnTo>
                    <a:pt x="8491195" y="4318"/>
                  </a:lnTo>
                  <a:lnTo>
                    <a:pt x="8486877" y="0"/>
                  </a:lnTo>
                  <a:close/>
                </a:path>
                <a:path w="10390505" h="4652010">
                  <a:moveTo>
                    <a:pt x="8481670" y="0"/>
                  </a:moveTo>
                  <a:lnTo>
                    <a:pt x="8481543" y="0"/>
                  </a:lnTo>
                  <a:lnTo>
                    <a:pt x="8481543" y="6350"/>
                  </a:lnTo>
                  <a:lnTo>
                    <a:pt x="8481670" y="6350"/>
                  </a:lnTo>
                  <a:lnTo>
                    <a:pt x="8481670" y="0"/>
                  </a:lnTo>
                  <a:close/>
                </a:path>
                <a:path w="10390505" h="4652010">
                  <a:moveTo>
                    <a:pt x="8519770" y="0"/>
                  </a:moveTo>
                  <a:lnTo>
                    <a:pt x="8514436" y="0"/>
                  </a:lnTo>
                  <a:lnTo>
                    <a:pt x="8510245" y="4318"/>
                  </a:lnTo>
                  <a:lnTo>
                    <a:pt x="8510245" y="14732"/>
                  </a:lnTo>
                  <a:lnTo>
                    <a:pt x="8514436" y="19050"/>
                  </a:lnTo>
                  <a:lnTo>
                    <a:pt x="8519770" y="19050"/>
                  </a:lnTo>
                  <a:lnTo>
                    <a:pt x="8519770" y="0"/>
                  </a:lnTo>
                  <a:close/>
                </a:path>
                <a:path w="10390505" h="4652010">
                  <a:moveTo>
                    <a:pt x="8524977" y="0"/>
                  </a:moveTo>
                  <a:lnTo>
                    <a:pt x="8519770" y="0"/>
                  </a:lnTo>
                  <a:lnTo>
                    <a:pt x="8519770" y="19050"/>
                  </a:lnTo>
                  <a:lnTo>
                    <a:pt x="8524977" y="19050"/>
                  </a:lnTo>
                  <a:lnTo>
                    <a:pt x="8529295" y="14732"/>
                  </a:lnTo>
                  <a:lnTo>
                    <a:pt x="8529295" y="4318"/>
                  </a:lnTo>
                  <a:lnTo>
                    <a:pt x="8524977" y="0"/>
                  </a:lnTo>
                  <a:close/>
                </a:path>
                <a:path w="10390505" h="4652010">
                  <a:moveTo>
                    <a:pt x="8557870" y="0"/>
                  </a:moveTo>
                  <a:lnTo>
                    <a:pt x="8552536" y="0"/>
                  </a:lnTo>
                  <a:lnTo>
                    <a:pt x="8548345" y="4318"/>
                  </a:lnTo>
                  <a:lnTo>
                    <a:pt x="8548345" y="14732"/>
                  </a:lnTo>
                  <a:lnTo>
                    <a:pt x="8552536" y="19050"/>
                  </a:lnTo>
                  <a:lnTo>
                    <a:pt x="8557870" y="19050"/>
                  </a:lnTo>
                  <a:lnTo>
                    <a:pt x="8557870" y="0"/>
                  </a:lnTo>
                  <a:close/>
                </a:path>
                <a:path w="10390505" h="4652010">
                  <a:moveTo>
                    <a:pt x="8563077" y="0"/>
                  </a:moveTo>
                  <a:lnTo>
                    <a:pt x="8557870" y="0"/>
                  </a:lnTo>
                  <a:lnTo>
                    <a:pt x="8557870" y="19050"/>
                  </a:lnTo>
                  <a:lnTo>
                    <a:pt x="8563077" y="19050"/>
                  </a:lnTo>
                  <a:lnTo>
                    <a:pt x="8567395" y="14732"/>
                  </a:lnTo>
                  <a:lnTo>
                    <a:pt x="8567395" y="4318"/>
                  </a:lnTo>
                  <a:lnTo>
                    <a:pt x="8563077" y="0"/>
                  </a:lnTo>
                  <a:close/>
                </a:path>
                <a:path w="10390505" h="4652010">
                  <a:moveTo>
                    <a:pt x="8595970" y="0"/>
                  </a:moveTo>
                  <a:lnTo>
                    <a:pt x="8590636" y="0"/>
                  </a:lnTo>
                  <a:lnTo>
                    <a:pt x="8586445" y="4318"/>
                  </a:lnTo>
                  <a:lnTo>
                    <a:pt x="8586445" y="14732"/>
                  </a:lnTo>
                  <a:lnTo>
                    <a:pt x="8590636" y="19050"/>
                  </a:lnTo>
                  <a:lnTo>
                    <a:pt x="8595970" y="19050"/>
                  </a:lnTo>
                  <a:lnTo>
                    <a:pt x="8595970" y="0"/>
                  </a:lnTo>
                  <a:close/>
                </a:path>
                <a:path w="10390505" h="4652010">
                  <a:moveTo>
                    <a:pt x="8601177" y="0"/>
                  </a:moveTo>
                  <a:lnTo>
                    <a:pt x="8595970" y="0"/>
                  </a:lnTo>
                  <a:lnTo>
                    <a:pt x="8595970" y="19050"/>
                  </a:lnTo>
                  <a:lnTo>
                    <a:pt x="8601177" y="19050"/>
                  </a:lnTo>
                  <a:lnTo>
                    <a:pt x="8605495" y="14732"/>
                  </a:lnTo>
                  <a:lnTo>
                    <a:pt x="8605495" y="4318"/>
                  </a:lnTo>
                  <a:lnTo>
                    <a:pt x="8601177" y="0"/>
                  </a:lnTo>
                  <a:close/>
                </a:path>
                <a:path w="10390505" h="4652010">
                  <a:moveTo>
                    <a:pt x="8634070" y="0"/>
                  </a:moveTo>
                  <a:lnTo>
                    <a:pt x="8628863" y="0"/>
                  </a:lnTo>
                  <a:lnTo>
                    <a:pt x="8624545" y="4318"/>
                  </a:lnTo>
                  <a:lnTo>
                    <a:pt x="8624545" y="14732"/>
                  </a:lnTo>
                  <a:lnTo>
                    <a:pt x="8628863" y="19050"/>
                  </a:lnTo>
                  <a:lnTo>
                    <a:pt x="8634070" y="19050"/>
                  </a:lnTo>
                  <a:lnTo>
                    <a:pt x="8634070" y="0"/>
                  </a:lnTo>
                  <a:close/>
                </a:path>
                <a:path w="10390505" h="4652010">
                  <a:moveTo>
                    <a:pt x="8639404" y="0"/>
                  </a:moveTo>
                  <a:lnTo>
                    <a:pt x="8634070" y="0"/>
                  </a:lnTo>
                  <a:lnTo>
                    <a:pt x="8634070" y="19050"/>
                  </a:lnTo>
                  <a:lnTo>
                    <a:pt x="8639404" y="19050"/>
                  </a:lnTo>
                  <a:lnTo>
                    <a:pt x="8643595" y="14732"/>
                  </a:lnTo>
                  <a:lnTo>
                    <a:pt x="8643595" y="4318"/>
                  </a:lnTo>
                  <a:lnTo>
                    <a:pt x="8639404" y="0"/>
                  </a:lnTo>
                  <a:close/>
                </a:path>
                <a:path w="10390505" h="4652010">
                  <a:moveTo>
                    <a:pt x="8672170" y="0"/>
                  </a:moveTo>
                  <a:lnTo>
                    <a:pt x="8666963" y="0"/>
                  </a:lnTo>
                  <a:lnTo>
                    <a:pt x="8662645" y="4318"/>
                  </a:lnTo>
                  <a:lnTo>
                    <a:pt x="8662645" y="14732"/>
                  </a:lnTo>
                  <a:lnTo>
                    <a:pt x="8666963" y="19050"/>
                  </a:lnTo>
                  <a:lnTo>
                    <a:pt x="8672170" y="19050"/>
                  </a:lnTo>
                  <a:lnTo>
                    <a:pt x="8672170" y="0"/>
                  </a:lnTo>
                  <a:close/>
                </a:path>
                <a:path w="10390505" h="4652010">
                  <a:moveTo>
                    <a:pt x="8677504" y="0"/>
                  </a:moveTo>
                  <a:lnTo>
                    <a:pt x="8672170" y="0"/>
                  </a:lnTo>
                  <a:lnTo>
                    <a:pt x="8672170" y="19050"/>
                  </a:lnTo>
                  <a:lnTo>
                    <a:pt x="8677504" y="19050"/>
                  </a:lnTo>
                  <a:lnTo>
                    <a:pt x="8681695" y="14732"/>
                  </a:lnTo>
                  <a:lnTo>
                    <a:pt x="8681695" y="4318"/>
                  </a:lnTo>
                  <a:lnTo>
                    <a:pt x="8677504" y="0"/>
                  </a:lnTo>
                  <a:close/>
                </a:path>
                <a:path w="10390505" h="4652010">
                  <a:moveTo>
                    <a:pt x="8710270" y="0"/>
                  </a:moveTo>
                  <a:lnTo>
                    <a:pt x="8705063" y="0"/>
                  </a:lnTo>
                  <a:lnTo>
                    <a:pt x="8700745" y="4318"/>
                  </a:lnTo>
                  <a:lnTo>
                    <a:pt x="8700745" y="14732"/>
                  </a:lnTo>
                  <a:lnTo>
                    <a:pt x="8705063" y="19050"/>
                  </a:lnTo>
                  <a:lnTo>
                    <a:pt x="8710270" y="19050"/>
                  </a:lnTo>
                  <a:lnTo>
                    <a:pt x="8710270" y="0"/>
                  </a:lnTo>
                  <a:close/>
                </a:path>
                <a:path w="10390505" h="4652010">
                  <a:moveTo>
                    <a:pt x="8715604" y="0"/>
                  </a:moveTo>
                  <a:lnTo>
                    <a:pt x="8710397" y="0"/>
                  </a:lnTo>
                  <a:lnTo>
                    <a:pt x="8710397" y="19050"/>
                  </a:lnTo>
                  <a:lnTo>
                    <a:pt x="8715604" y="19050"/>
                  </a:lnTo>
                  <a:lnTo>
                    <a:pt x="8719922" y="14732"/>
                  </a:lnTo>
                  <a:lnTo>
                    <a:pt x="8719922" y="4318"/>
                  </a:lnTo>
                  <a:lnTo>
                    <a:pt x="8715604" y="0"/>
                  </a:lnTo>
                  <a:close/>
                </a:path>
                <a:path w="10390505" h="4652010">
                  <a:moveTo>
                    <a:pt x="8748497" y="0"/>
                  </a:moveTo>
                  <a:lnTo>
                    <a:pt x="8743163" y="0"/>
                  </a:lnTo>
                  <a:lnTo>
                    <a:pt x="8738972" y="4318"/>
                  </a:lnTo>
                  <a:lnTo>
                    <a:pt x="8738972" y="14732"/>
                  </a:lnTo>
                  <a:lnTo>
                    <a:pt x="8743163" y="19050"/>
                  </a:lnTo>
                  <a:lnTo>
                    <a:pt x="8748497" y="19050"/>
                  </a:lnTo>
                  <a:lnTo>
                    <a:pt x="8748497" y="0"/>
                  </a:lnTo>
                  <a:close/>
                </a:path>
                <a:path w="10390505" h="4652010">
                  <a:moveTo>
                    <a:pt x="8753704" y="0"/>
                  </a:moveTo>
                  <a:lnTo>
                    <a:pt x="8748497" y="0"/>
                  </a:lnTo>
                  <a:lnTo>
                    <a:pt x="8748497" y="19050"/>
                  </a:lnTo>
                  <a:lnTo>
                    <a:pt x="8753704" y="19050"/>
                  </a:lnTo>
                  <a:lnTo>
                    <a:pt x="8758022" y="14732"/>
                  </a:lnTo>
                  <a:lnTo>
                    <a:pt x="8758022" y="4318"/>
                  </a:lnTo>
                  <a:lnTo>
                    <a:pt x="8753704" y="0"/>
                  </a:lnTo>
                  <a:close/>
                </a:path>
                <a:path w="10390505" h="4652010">
                  <a:moveTo>
                    <a:pt x="8786597" y="0"/>
                  </a:moveTo>
                  <a:lnTo>
                    <a:pt x="8781263" y="0"/>
                  </a:lnTo>
                  <a:lnTo>
                    <a:pt x="8777072" y="4318"/>
                  </a:lnTo>
                  <a:lnTo>
                    <a:pt x="8777072" y="14732"/>
                  </a:lnTo>
                  <a:lnTo>
                    <a:pt x="8781263" y="19050"/>
                  </a:lnTo>
                  <a:lnTo>
                    <a:pt x="8786597" y="19050"/>
                  </a:lnTo>
                  <a:lnTo>
                    <a:pt x="8786597" y="0"/>
                  </a:lnTo>
                  <a:close/>
                </a:path>
                <a:path w="10390505" h="4652010">
                  <a:moveTo>
                    <a:pt x="8791804" y="0"/>
                  </a:moveTo>
                  <a:lnTo>
                    <a:pt x="8786597" y="0"/>
                  </a:lnTo>
                  <a:lnTo>
                    <a:pt x="8786597" y="19050"/>
                  </a:lnTo>
                  <a:lnTo>
                    <a:pt x="8791804" y="19050"/>
                  </a:lnTo>
                  <a:lnTo>
                    <a:pt x="8796122" y="14732"/>
                  </a:lnTo>
                  <a:lnTo>
                    <a:pt x="8796122" y="4318"/>
                  </a:lnTo>
                  <a:lnTo>
                    <a:pt x="8791804" y="0"/>
                  </a:lnTo>
                  <a:close/>
                </a:path>
                <a:path w="10390505" h="4652010">
                  <a:moveTo>
                    <a:pt x="8824697" y="0"/>
                  </a:moveTo>
                  <a:lnTo>
                    <a:pt x="8819363" y="0"/>
                  </a:lnTo>
                  <a:lnTo>
                    <a:pt x="8815172" y="4318"/>
                  </a:lnTo>
                  <a:lnTo>
                    <a:pt x="8815172" y="14732"/>
                  </a:lnTo>
                  <a:lnTo>
                    <a:pt x="8819363" y="19050"/>
                  </a:lnTo>
                  <a:lnTo>
                    <a:pt x="8824697" y="19050"/>
                  </a:lnTo>
                  <a:lnTo>
                    <a:pt x="8824697" y="0"/>
                  </a:lnTo>
                  <a:close/>
                </a:path>
                <a:path w="10390505" h="4652010">
                  <a:moveTo>
                    <a:pt x="8829904" y="0"/>
                  </a:moveTo>
                  <a:lnTo>
                    <a:pt x="8824697" y="0"/>
                  </a:lnTo>
                  <a:lnTo>
                    <a:pt x="8824697" y="19050"/>
                  </a:lnTo>
                  <a:lnTo>
                    <a:pt x="8829904" y="19050"/>
                  </a:lnTo>
                  <a:lnTo>
                    <a:pt x="8834222" y="14732"/>
                  </a:lnTo>
                  <a:lnTo>
                    <a:pt x="8834222" y="4318"/>
                  </a:lnTo>
                  <a:lnTo>
                    <a:pt x="8829904" y="0"/>
                  </a:lnTo>
                  <a:close/>
                </a:path>
                <a:path w="10390505" h="4652010">
                  <a:moveTo>
                    <a:pt x="8862797" y="0"/>
                  </a:moveTo>
                  <a:lnTo>
                    <a:pt x="8857590" y="0"/>
                  </a:lnTo>
                  <a:lnTo>
                    <a:pt x="8853272" y="4318"/>
                  </a:lnTo>
                  <a:lnTo>
                    <a:pt x="8853272" y="14732"/>
                  </a:lnTo>
                  <a:lnTo>
                    <a:pt x="8857590" y="19050"/>
                  </a:lnTo>
                  <a:lnTo>
                    <a:pt x="8862797" y="19050"/>
                  </a:lnTo>
                  <a:lnTo>
                    <a:pt x="8862797" y="0"/>
                  </a:lnTo>
                  <a:close/>
                </a:path>
                <a:path w="10390505" h="4652010">
                  <a:moveTo>
                    <a:pt x="8868131" y="0"/>
                  </a:moveTo>
                  <a:lnTo>
                    <a:pt x="8862797" y="0"/>
                  </a:lnTo>
                  <a:lnTo>
                    <a:pt x="8862797" y="19050"/>
                  </a:lnTo>
                  <a:lnTo>
                    <a:pt x="8868131" y="19050"/>
                  </a:lnTo>
                  <a:lnTo>
                    <a:pt x="8872322" y="14732"/>
                  </a:lnTo>
                  <a:lnTo>
                    <a:pt x="8872322" y="4318"/>
                  </a:lnTo>
                  <a:lnTo>
                    <a:pt x="8868131" y="0"/>
                  </a:lnTo>
                  <a:close/>
                </a:path>
                <a:path w="10390505" h="4652010">
                  <a:moveTo>
                    <a:pt x="8900897" y="0"/>
                  </a:moveTo>
                  <a:lnTo>
                    <a:pt x="8895690" y="0"/>
                  </a:lnTo>
                  <a:lnTo>
                    <a:pt x="8891372" y="4318"/>
                  </a:lnTo>
                  <a:lnTo>
                    <a:pt x="8891372" y="14732"/>
                  </a:lnTo>
                  <a:lnTo>
                    <a:pt x="8895690" y="19050"/>
                  </a:lnTo>
                  <a:lnTo>
                    <a:pt x="8900897" y="19050"/>
                  </a:lnTo>
                  <a:lnTo>
                    <a:pt x="8900897" y="0"/>
                  </a:lnTo>
                  <a:close/>
                </a:path>
                <a:path w="10390505" h="4652010">
                  <a:moveTo>
                    <a:pt x="8906231" y="0"/>
                  </a:moveTo>
                  <a:lnTo>
                    <a:pt x="8900897" y="0"/>
                  </a:lnTo>
                  <a:lnTo>
                    <a:pt x="8900897" y="19050"/>
                  </a:lnTo>
                  <a:lnTo>
                    <a:pt x="8906231" y="19050"/>
                  </a:lnTo>
                  <a:lnTo>
                    <a:pt x="8910422" y="14732"/>
                  </a:lnTo>
                  <a:lnTo>
                    <a:pt x="8910422" y="4318"/>
                  </a:lnTo>
                  <a:lnTo>
                    <a:pt x="8906231" y="0"/>
                  </a:lnTo>
                  <a:close/>
                </a:path>
                <a:path w="10390505" h="4652010">
                  <a:moveTo>
                    <a:pt x="8938997" y="0"/>
                  </a:moveTo>
                  <a:lnTo>
                    <a:pt x="8933790" y="0"/>
                  </a:lnTo>
                  <a:lnTo>
                    <a:pt x="8929472" y="4318"/>
                  </a:lnTo>
                  <a:lnTo>
                    <a:pt x="8929472" y="14732"/>
                  </a:lnTo>
                  <a:lnTo>
                    <a:pt x="8933790" y="19050"/>
                  </a:lnTo>
                  <a:lnTo>
                    <a:pt x="8938997" y="19050"/>
                  </a:lnTo>
                  <a:lnTo>
                    <a:pt x="8938997" y="0"/>
                  </a:lnTo>
                  <a:close/>
                </a:path>
                <a:path w="10390505" h="4652010">
                  <a:moveTo>
                    <a:pt x="8944331" y="0"/>
                  </a:moveTo>
                  <a:lnTo>
                    <a:pt x="8938997" y="0"/>
                  </a:lnTo>
                  <a:lnTo>
                    <a:pt x="8938997" y="19050"/>
                  </a:lnTo>
                  <a:lnTo>
                    <a:pt x="8944331" y="19050"/>
                  </a:lnTo>
                  <a:lnTo>
                    <a:pt x="8948522" y="14732"/>
                  </a:lnTo>
                  <a:lnTo>
                    <a:pt x="8948522" y="4318"/>
                  </a:lnTo>
                  <a:lnTo>
                    <a:pt x="8944331" y="0"/>
                  </a:lnTo>
                  <a:close/>
                </a:path>
                <a:path w="10390505" h="4652010">
                  <a:moveTo>
                    <a:pt x="8977097" y="0"/>
                  </a:moveTo>
                  <a:lnTo>
                    <a:pt x="8971890" y="0"/>
                  </a:lnTo>
                  <a:lnTo>
                    <a:pt x="8967572" y="4318"/>
                  </a:lnTo>
                  <a:lnTo>
                    <a:pt x="8967572" y="14732"/>
                  </a:lnTo>
                  <a:lnTo>
                    <a:pt x="8971890" y="19050"/>
                  </a:lnTo>
                  <a:lnTo>
                    <a:pt x="8977097" y="19050"/>
                  </a:lnTo>
                  <a:lnTo>
                    <a:pt x="8977097" y="0"/>
                  </a:lnTo>
                  <a:close/>
                </a:path>
                <a:path w="10390505" h="4652010">
                  <a:moveTo>
                    <a:pt x="8982431" y="0"/>
                  </a:moveTo>
                  <a:lnTo>
                    <a:pt x="8977224" y="0"/>
                  </a:lnTo>
                  <a:lnTo>
                    <a:pt x="8977224" y="19050"/>
                  </a:lnTo>
                  <a:lnTo>
                    <a:pt x="8982431" y="19050"/>
                  </a:lnTo>
                  <a:lnTo>
                    <a:pt x="8986749" y="14732"/>
                  </a:lnTo>
                  <a:lnTo>
                    <a:pt x="8986749" y="4318"/>
                  </a:lnTo>
                  <a:lnTo>
                    <a:pt x="8982431" y="0"/>
                  </a:lnTo>
                  <a:close/>
                </a:path>
                <a:path w="10390505" h="4652010">
                  <a:moveTo>
                    <a:pt x="9015324" y="0"/>
                  </a:moveTo>
                  <a:lnTo>
                    <a:pt x="9009990" y="0"/>
                  </a:lnTo>
                  <a:lnTo>
                    <a:pt x="9005799" y="4318"/>
                  </a:lnTo>
                  <a:lnTo>
                    <a:pt x="9005799" y="14732"/>
                  </a:lnTo>
                  <a:lnTo>
                    <a:pt x="9009990" y="19050"/>
                  </a:lnTo>
                  <a:lnTo>
                    <a:pt x="9015324" y="19050"/>
                  </a:lnTo>
                  <a:lnTo>
                    <a:pt x="9015324" y="0"/>
                  </a:lnTo>
                  <a:close/>
                </a:path>
                <a:path w="10390505" h="4652010">
                  <a:moveTo>
                    <a:pt x="9020531" y="0"/>
                  </a:moveTo>
                  <a:lnTo>
                    <a:pt x="9015324" y="0"/>
                  </a:lnTo>
                  <a:lnTo>
                    <a:pt x="9015324" y="19050"/>
                  </a:lnTo>
                  <a:lnTo>
                    <a:pt x="9020531" y="19050"/>
                  </a:lnTo>
                  <a:lnTo>
                    <a:pt x="9024849" y="14732"/>
                  </a:lnTo>
                  <a:lnTo>
                    <a:pt x="9024849" y="4318"/>
                  </a:lnTo>
                  <a:lnTo>
                    <a:pt x="9020531" y="0"/>
                  </a:lnTo>
                  <a:close/>
                </a:path>
                <a:path w="10390505" h="4652010">
                  <a:moveTo>
                    <a:pt x="9053424" y="0"/>
                  </a:moveTo>
                  <a:lnTo>
                    <a:pt x="9048090" y="0"/>
                  </a:lnTo>
                  <a:lnTo>
                    <a:pt x="9043899" y="4318"/>
                  </a:lnTo>
                  <a:lnTo>
                    <a:pt x="9043899" y="14732"/>
                  </a:lnTo>
                  <a:lnTo>
                    <a:pt x="9048090" y="19050"/>
                  </a:lnTo>
                  <a:lnTo>
                    <a:pt x="9053424" y="19050"/>
                  </a:lnTo>
                  <a:lnTo>
                    <a:pt x="9053424" y="0"/>
                  </a:lnTo>
                  <a:close/>
                </a:path>
                <a:path w="10390505" h="4652010">
                  <a:moveTo>
                    <a:pt x="9058631" y="0"/>
                  </a:moveTo>
                  <a:lnTo>
                    <a:pt x="9053424" y="0"/>
                  </a:lnTo>
                  <a:lnTo>
                    <a:pt x="9053424" y="19050"/>
                  </a:lnTo>
                  <a:lnTo>
                    <a:pt x="9058631" y="19050"/>
                  </a:lnTo>
                  <a:lnTo>
                    <a:pt x="9062949" y="14732"/>
                  </a:lnTo>
                  <a:lnTo>
                    <a:pt x="9062949" y="4318"/>
                  </a:lnTo>
                  <a:lnTo>
                    <a:pt x="9058631" y="0"/>
                  </a:lnTo>
                  <a:close/>
                </a:path>
                <a:path w="10390505" h="4652010">
                  <a:moveTo>
                    <a:pt x="9091524" y="0"/>
                  </a:moveTo>
                  <a:lnTo>
                    <a:pt x="9086190" y="0"/>
                  </a:lnTo>
                  <a:lnTo>
                    <a:pt x="9081999" y="4318"/>
                  </a:lnTo>
                  <a:lnTo>
                    <a:pt x="9081999" y="14732"/>
                  </a:lnTo>
                  <a:lnTo>
                    <a:pt x="9086190" y="19050"/>
                  </a:lnTo>
                  <a:lnTo>
                    <a:pt x="9091524" y="19050"/>
                  </a:lnTo>
                  <a:lnTo>
                    <a:pt x="9091524" y="0"/>
                  </a:lnTo>
                  <a:close/>
                </a:path>
                <a:path w="10390505" h="4652010">
                  <a:moveTo>
                    <a:pt x="9096731" y="0"/>
                  </a:moveTo>
                  <a:lnTo>
                    <a:pt x="9091524" y="0"/>
                  </a:lnTo>
                  <a:lnTo>
                    <a:pt x="9091524" y="19050"/>
                  </a:lnTo>
                  <a:lnTo>
                    <a:pt x="9096731" y="19050"/>
                  </a:lnTo>
                  <a:lnTo>
                    <a:pt x="9101049" y="14732"/>
                  </a:lnTo>
                  <a:lnTo>
                    <a:pt x="9101049" y="4318"/>
                  </a:lnTo>
                  <a:lnTo>
                    <a:pt x="9096731" y="0"/>
                  </a:lnTo>
                  <a:close/>
                </a:path>
                <a:path w="10390505" h="4652010">
                  <a:moveTo>
                    <a:pt x="9129624" y="0"/>
                  </a:moveTo>
                  <a:lnTo>
                    <a:pt x="9124417" y="0"/>
                  </a:lnTo>
                  <a:lnTo>
                    <a:pt x="9120099" y="4318"/>
                  </a:lnTo>
                  <a:lnTo>
                    <a:pt x="9120099" y="14732"/>
                  </a:lnTo>
                  <a:lnTo>
                    <a:pt x="9124417" y="19050"/>
                  </a:lnTo>
                  <a:lnTo>
                    <a:pt x="9129624" y="19050"/>
                  </a:lnTo>
                  <a:lnTo>
                    <a:pt x="9129624" y="0"/>
                  </a:lnTo>
                  <a:close/>
                </a:path>
                <a:path w="10390505" h="4652010">
                  <a:moveTo>
                    <a:pt x="9134958" y="0"/>
                  </a:moveTo>
                  <a:lnTo>
                    <a:pt x="9129624" y="0"/>
                  </a:lnTo>
                  <a:lnTo>
                    <a:pt x="9129624" y="19050"/>
                  </a:lnTo>
                  <a:lnTo>
                    <a:pt x="9134958" y="19050"/>
                  </a:lnTo>
                  <a:lnTo>
                    <a:pt x="9139149" y="14732"/>
                  </a:lnTo>
                  <a:lnTo>
                    <a:pt x="9139149" y="4318"/>
                  </a:lnTo>
                  <a:lnTo>
                    <a:pt x="9134958" y="0"/>
                  </a:lnTo>
                  <a:close/>
                </a:path>
                <a:path w="10390505" h="4652010">
                  <a:moveTo>
                    <a:pt x="9167724" y="0"/>
                  </a:moveTo>
                  <a:lnTo>
                    <a:pt x="9162517" y="0"/>
                  </a:lnTo>
                  <a:lnTo>
                    <a:pt x="9158199" y="4318"/>
                  </a:lnTo>
                  <a:lnTo>
                    <a:pt x="9158199" y="14732"/>
                  </a:lnTo>
                  <a:lnTo>
                    <a:pt x="9162517" y="19050"/>
                  </a:lnTo>
                  <a:lnTo>
                    <a:pt x="9167724" y="19050"/>
                  </a:lnTo>
                  <a:lnTo>
                    <a:pt x="9167724" y="0"/>
                  </a:lnTo>
                  <a:close/>
                </a:path>
                <a:path w="10390505" h="4652010">
                  <a:moveTo>
                    <a:pt x="9173058" y="0"/>
                  </a:moveTo>
                  <a:lnTo>
                    <a:pt x="9167724" y="0"/>
                  </a:lnTo>
                  <a:lnTo>
                    <a:pt x="9167724" y="19050"/>
                  </a:lnTo>
                  <a:lnTo>
                    <a:pt x="9173058" y="19050"/>
                  </a:lnTo>
                  <a:lnTo>
                    <a:pt x="9177249" y="14732"/>
                  </a:lnTo>
                  <a:lnTo>
                    <a:pt x="9177249" y="4318"/>
                  </a:lnTo>
                  <a:lnTo>
                    <a:pt x="9173058" y="0"/>
                  </a:lnTo>
                  <a:close/>
                </a:path>
                <a:path w="10390505" h="4652010">
                  <a:moveTo>
                    <a:pt x="9205824" y="0"/>
                  </a:moveTo>
                  <a:lnTo>
                    <a:pt x="9200617" y="0"/>
                  </a:lnTo>
                  <a:lnTo>
                    <a:pt x="9196299" y="4318"/>
                  </a:lnTo>
                  <a:lnTo>
                    <a:pt x="9196299" y="14732"/>
                  </a:lnTo>
                  <a:lnTo>
                    <a:pt x="9200617" y="19050"/>
                  </a:lnTo>
                  <a:lnTo>
                    <a:pt x="9205824" y="19050"/>
                  </a:lnTo>
                  <a:lnTo>
                    <a:pt x="9205824" y="0"/>
                  </a:lnTo>
                  <a:close/>
                </a:path>
                <a:path w="10390505" h="4652010">
                  <a:moveTo>
                    <a:pt x="9211158" y="0"/>
                  </a:moveTo>
                  <a:lnTo>
                    <a:pt x="9205951" y="0"/>
                  </a:lnTo>
                  <a:lnTo>
                    <a:pt x="9205951" y="19050"/>
                  </a:lnTo>
                  <a:lnTo>
                    <a:pt x="9211158" y="19050"/>
                  </a:lnTo>
                  <a:lnTo>
                    <a:pt x="9215476" y="14732"/>
                  </a:lnTo>
                  <a:lnTo>
                    <a:pt x="9215476" y="4318"/>
                  </a:lnTo>
                  <a:lnTo>
                    <a:pt x="9211158" y="0"/>
                  </a:lnTo>
                  <a:close/>
                </a:path>
                <a:path w="10390505" h="4652010">
                  <a:moveTo>
                    <a:pt x="9244051" y="0"/>
                  </a:moveTo>
                  <a:lnTo>
                    <a:pt x="9238717" y="0"/>
                  </a:lnTo>
                  <a:lnTo>
                    <a:pt x="9234526" y="4318"/>
                  </a:lnTo>
                  <a:lnTo>
                    <a:pt x="9234526" y="14732"/>
                  </a:lnTo>
                  <a:lnTo>
                    <a:pt x="9238717" y="19050"/>
                  </a:lnTo>
                  <a:lnTo>
                    <a:pt x="9244051" y="19050"/>
                  </a:lnTo>
                  <a:lnTo>
                    <a:pt x="9244051" y="0"/>
                  </a:lnTo>
                  <a:close/>
                </a:path>
                <a:path w="10390505" h="4652010">
                  <a:moveTo>
                    <a:pt x="9249258" y="0"/>
                  </a:moveTo>
                  <a:lnTo>
                    <a:pt x="9244051" y="0"/>
                  </a:lnTo>
                  <a:lnTo>
                    <a:pt x="9244051" y="19050"/>
                  </a:lnTo>
                  <a:lnTo>
                    <a:pt x="9249258" y="19050"/>
                  </a:lnTo>
                  <a:lnTo>
                    <a:pt x="9253576" y="14732"/>
                  </a:lnTo>
                  <a:lnTo>
                    <a:pt x="9253576" y="4318"/>
                  </a:lnTo>
                  <a:lnTo>
                    <a:pt x="9249258" y="0"/>
                  </a:lnTo>
                  <a:close/>
                </a:path>
                <a:path w="10390505" h="4652010">
                  <a:moveTo>
                    <a:pt x="9282151" y="0"/>
                  </a:moveTo>
                  <a:lnTo>
                    <a:pt x="9276817" y="0"/>
                  </a:lnTo>
                  <a:lnTo>
                    <a:pt x="9272626" y="4318"/>
                  </a:lnTo>
                  <a:lnTo>
                    <a:pt x="9272626" y="14732"/>
                  </a:lnTo>
                  <a:lnTo>
                    <a:pt x="9276817" y="19050"/>
                  </a:lnTo>
                  <a:lnTo>
                    <a:pt x="9282151" y="19050"/>
                  </a:lnTo>
                  <a:lnTo>
                    <a:pt x="9282151" y="0"/>
                  </a:lnTo>
                  <a:close/>
                </a:path>
                <a:path w="10390505" h="4652010">
                  <a:moveTo>
                    <a:pt x="9287358" y="0"/>
                  </a:moveTo>
                  <a:lnTo>
                    <a:pt x="9282151" y="0"/>
                  </a:lnTo>
                  <a:lnTo>
                    <a:pt x="9282151" y="19050"/>
                  </a:lnTo>
                  <a:lnTo>
                    <a:pt x="9287358" y="19050"/>
                  </a:lnTo>
                  <a:lnTo>
                    <a:pt x="9291676" y="14732"/>
                  </a:lnTo>
                  <a:lnTo>
                    <a:pt x="9291676" y="4318"/>
                  </a:lnTo>
                  <a:lnTo>
                    <a:pt x="9287358" y="0"/>
                  </a:lnTo>
                  <a:close/>
                </a:path>
                <a:path w="10390505" h="4652010">
                  <a:moveTo>
                    <a:pt x="9320251" y="0"/>
                  </a:moveTo>
                  <a:lnTo>
                    <a:pt x="9314917" y="0"/>
                  </a:lnTo>
                  <a:lnTo>
                    <a:pt x="9310726" y="4318"/>
                  </a:lnTo>
                  <a:lnTo>
                    <a:pt x="9310726" y="14732"/>
                  </a:lnTo>
                  <a:lnTo>
                    <a:pt x="9314917" y="19050"/>
                  </a:lnTo>
                  <a:lnTo>
                    <a:pt x="9320251" y="19050"/>
                  </a:lnTo>
                  <a:lnTo>
                    <a:pt x="9320251" y="0"/>
                  </a:lnTo>
                  <a:close/>
                </a:path>
                <a:path w="10390505" h="4652010">
                  <a:moveTo>
                    <a:pt x="9325458" y="0"/>
                  </a:moveTo>
                  <a:lnTo>
                    <a:pt x="9320251" y="0"/>
                  </a:lnTo>
                  <a:lnTo>
                    <a:pt x="9320251" y="19050"/>
                  </a:lnTo>
                  <a:lnTo>
                    <a:pt x="9325458" y="19050"/>
                  </a:lnTo>
                  <a:lnTo>
                    <a:pt x="9329776" y="14732"/>
                  </a:lnTo>
                  <a:lnTo>
                    <a:pt x="9329776" y="4318"/>
                  </a:lnTo>
                  <a:lnTo>
                    <a:pt x="9325458" y="0"/>
                  </a:lnTo>
                  <a:close/>
                </a:path>
                <a:path w="10390505" h="4652010">
                  <a:moveTo>
                    <a:pt x="9358351" y="0"/>
                  </a:moveTo>
                  <a:lnTo>
                    <a:pt x="9353144" y="0"/>
                  </a:lnTo>
                  <a:lnTo>
                    <a:pt x="9348826" y="4318"/>
                  </a:lnTo>
                  <a:lnTo>
                    <a:pt x="9348826" y="14732"/>
                  </a:lnTo>
                  <a:lnTo>
                    <a:pt x="9353144" y="19050"/>
                  </a:lnTo>
                  <a:lnTo>
                    <a:pt x="9358351" y="19050"/>
                  </a:lnTo>
                  <a:lnTo>
                    <a:pt x="9358351" y="0"/>
                  </a:lnTo>
                  <a:close/>
                </a:path>
                <a:path w="10390505" h="4652010">
                  <a:moveTo>
                    <a:pt x="9363685" y="0"/>
                  </a:moveTo>
                  <a:lnTo>
                    <a:pt x="9358351" y="0"/>
                  </a:lnTo>
                  <a:lnTo>
                    <a:pt x="9358351" y="19050"/>
                  </a:lnTo>
                  <a:lnTo>
                    <a:pt x="9363685" y="19050"/>
                  </a:lnTo>
                  <a:lnTo>
                    <a:pt x="9367876" y="14732"/>
                  </a:lnTo>
                  <a:lnTo>
                    <a:pt x="9367876" y="4318"/>
                  </a:lnTo>
                  <a:lnTo>
                    <a:pt x="9363685" y="0"/>
                  </a:lnTo>
                  <a:close/>
                </a:path>
                <a:path w="10390505" h="4652010">
                  <a:moveTo>
                    <a:pt x="9396451" y="0"/>
                  </a:moveTo>
                  <a:lnTo>
                    <a:pt x="9391244" y="0"/>
                  </a:lnTo>
                  <a:lnTo>
                    <a:pt x="9386926" y="4318"/>
                  </a:lnTo>
                  <a:lnTo>
                    <a:pt x="9386926" y="14732"/>
                  </a:lnTo>
                  <a:lnTo>
                    <a:pt x="9391244" y="19050"/>
                  </a:lnTo>
                  <a:lnTo>
                    <a:pt x="9396451" y="19050"/>
                  </a:lnTo>
                  <a:lnTo>
                    <a:pt x="9396451" y="0"/>
                  </a:lnTo>
                  <a:close/>
                </a:path>
                <a:path w="10390505" h="4652010">
                  <a:moveTo>
                    <a:pt x="9401785" y="0"/>
                  </a:moveTo>
                  <a:lnTo>
                    <a:pt x="9396451" y="0"/>
                  </a:lnTo>
                  <a:lnTo>
                    <a:pt x="9396451" y="19050"/>
                  </a:lnTo>
                  <a:lnTo>
                    <a:pt x="9401785" y="19050"/>
                  </a:lnTo>
                  <a:lnTo>
                    <a:pt x="9405976" y="14732"/>
                  </a:lnTo>
                  <a:lnTo>
                    <a:pt x="9405976" y="4318"/>
                  </a:lnTo>
                  <a:lnTo>
                    <a:pt x="9401785" y="0"/>
                  </a:lnTo>
                  <a:close/>
                </a:path>
                <a:path w="10390505" h="4652010">
                  <a:moveTo>
                    <a:pt x="9434551" y="0"/>
                  </a:moveTo>
                  <a:lnTo>
                    <a:pt x="9429344" y="0"/>
                  </a:lnTo>
                  <a:lnTo>
                    <a:pt x="9425026" y="4318"/>
                  </a:lnTo>
                  <a:lnTo>
                    <a:pt x="9425026" y="14732"/>
                  </a:lnTo>
                  <a:lnTo>
                    <a:pt x="9429344" y="19050"/>
                  </a:lnTo>
                  <a:lnTo>
                    <a:pt x="9434551" y="19050"/>
                  </a:lnTo>
                  <a:lnTo>
                    <a:pt x="9434551" y="0"/>
                  </a:lnTo>
                  <a:close/>
                </a:path>
                <a:path w="10390505" h="4652010">
                  <a:moveTo>
                    <a:pt x="9439885" y="0"/>
                  </a:moveTo>
                  <a:lnTo>
                    <a:pt x="9434551" y="0"/>
                  </a:lnTo>
                  <a:lnTo>
                    <a:pt x="9434551" y="19050"/>
                  </a:lnTo>
                  <a:lnTo>
                    <a:pt x="9439885" y="19050"/>
                  </a:lnTo>
                  <a:lnTo>
                    <a:pt x="9444076" y="14732"/>
                  </a:lnTo>
                  <a:lnTo>
                    <a:pt x="9444076" y="4318"/>
                  </a:lnTo>
                  <a:lnTo>
                    <a:pt x="9439885" y="0"/>
                  </a:lnTo>
                  <a:close/>
                </a:path>
                <a:path w="10390505" h="4652010">
                  <a:moveTo>
                    <a:pt x="9472778" y="0"/>
                  </a:moveTo>
                  <a:lnTo>
                    <a:pt x="9467444" y="0"/>
                  </a:lnTo>
                  <a:lnTo>
                    <a:pt x="9463253" y="4318"/>
                  </a:lnTo>
                  <a:lnTo>
                    <a:pt x="9463253" y="14732"/>
                  </a:lnTo>
                  <a:lnTo>
                    <a:pt x="9467444" y="19050"/>
                  </a:lnTo>
                  <a:lnTo>
                    <a:pt x="9472778" y="19050"/>
                  </a:lnTo>
                  <a:lnTo>
                    <a:pt x="9472778" y="0"/>
                  </a:lnTo>
                  <a:close/>
                </a:path>
                <a:path w="10390505" h="4652010">
                  <a:moveTo>
                    <a:pt x="9477985" y="0"/>
                  </a:moveTo>
                  <a:lnTo>
                    <a:pt x="9472778" y="0"/>
                  </a:lnTo>
                  <a:lnTo>
                    <a:pt x="9472778" y="19050"/>
                  </a:lnTo>
                  <a:lnTo>
                    <a:pt x="9477985" y="19050"/>
                  </a:lnTo>
                  <a:lnTo>
                    <a:pt x="9482303" y="14732"/>
                  </a:lnTo>
                  <a:lnTo>
                    <a:pt x="9482303" y="4318"/>
                  </a:lnTo>
                  <a:lnTo>
                    <a:pt x="9477985" y="0"/>
                  </a:lnTo>
                  <a:close/>
                </a:path>
                <a:path w="10390505" h="4652010">
                  <a:moveTo>
                    <a:pt x="9510878" y="0"/>
                  </a:moveTo>
                  <a:lnTo>
                    <a:pt x="9505544" y="0"/>
                  </a:lnTo>
                  <a:lnTo>
                    <a:pt x="9501353" y="4318"/>
                  </a:lnTo>
                  <a:lnTo>
                    <a:pt x="9501353" y="14732"/>
                  </a:lnTo>
                  <a:lnTo>
                    <a:pt x="9505544" y="19050"/>
                  </a:lnTo>
                  <a:lnTo>
                    <a:pt x="9510878" y="19050"/>
                  </a:lnTo>
                  <a:lnTo>
                    <a:pt x="9510878" y="0"/>
                  </a:lnTo>
                  <a:close/>
                </a:path>
                <a:path w="10390505" h="4652010">
                  <a:moveTo>
                    <a:pt x="9516085" y="0"/>
                  </a:moveTo>
                  <a:lnTo>
                    <a:pt x="9510878" y="0"/>
                  </a:lnTo>
                  <a:lnTo>
                    <a:pt x="9510878" y="19050"/>
                  </a:lnTo>
                  <a:lnTo>
                    <a:pt x="9516085" y="19050"/>
                  </a:lnTo>
                  <a:lnTo>
                    <a:pt x="9520403" y="14732"/>
                  </a:lnTo>
                  <a:lnTo>
                    <a:pt x="9520403" y="4318"/>
                  </a:lnTo>
                  <a:lnTo>
                    <a:pt x="9516085" y="0"/>
                  </a:lnTo>
                  <a:close/>
                </a:path>
                <a:path w="10390505" h="4652010">
                  <a:moveTo>
                    <a:pt x="9548978" y="0"/>
                  </a:moveTo>
                  <a:lnTo>
                    <a:pt x="9543644" y="0"/>
                  </a:lnTo>
                  <a:lnTo>
                    <a:pt x="9539453" y="4318"/>
                  </a:lnTo>
                  <a:lnTo>
                    <a:pt x="9539453" y="14732"/>
                  </a:lnTo>
                  <a:lnTo>
                    <a:pt x="9543644" y="19050"/>
                  </a:lnTo>
                  <a:lnTo>
                    <a:pt x="9548978" y="19050"/>
                  </a:lnTo>
                  <a:lnTo>
                    <a:pt x="9548978" y="0"/>
                  </a:lnTo>
                  <a:close/>
                </a:path>
                <a:path w="10390505" h="4652010">
                  <a:moveTo>
                    <a:pt x="9554185" y="0"/>
                  </a:moveTo>
                  <a:lnTo>
                    <a:pt x="9548978" y="0"/>
                  </a:lnTo>
                  <a:lnTo>
                    <a:pt x="9548978" y="19050"/>
                  </a:lnTo>
                  <a:lnTo>
                    <a:pt x="9554185" y="19050"/>
                  </a:lnTo>
                  <a:lnTo>
                    <a:pt x="9558503" y="14732"/>
                  </a:lnTo>
                  <a:lnTo>
                    <a:pt x="9558503" y="4318"/>
                  </a:lnTo>
                  <a:lnTo>
                    <a:pt x="9554185" y="0"/>
                  </a:lnTo>
                  <a:close/>
                </a:path>
                <a:path w="10390505" h="4652010">
                  <a:moveTo>
                    <a:pt x="9587078" y="0"/>
                  </a:moveTo>
                  <a:lnTo>
                    <a:pt x="9581871" y="0"/>
                  </a:lnTo>
                  <a:lnTo>
                    <a:pt x="9577553" y="4318"/>
                  </a:lnTo>
                  <a:lnTo>
                    <a:pt x="9577553" y="14732"/>
                  </a:lnTo>
                  <a:lnTo>
                    <a:pt x="9581871" y="19050"/>
                  </a:lnTo>
                  <a:lnTo>
                    <a:pt x="9587078" y="19050"/>
                  </a:lnTo>
                  <a:lnTo>
                    <a:pt x="9587078" y="0"/>
                  </a:lnTo>
                  <a:close/>
                </a:path>
                <a:path w="10390505" h="4652010">
                  <a:moveTo>
                    <a:pt x="9592412" y="0"/>
                  </a:moveTo>
                  <a:lnTo>
                    <a:pt x="9587078" y="0"/>
                  </a:lnTo>
                  <a:lnTo>
                    <a:pt x="9587078" y="19050"/>
                  </a:lnTo>
                  <a:lnTo>
                    <a:pt x="9592412" y="19050"/>
                  </a:lnTo>
                  <a:lnTo>
                    <a:pt x="9596603" y="14732"/>
                  </a:lnTo>
                  <a:lnTo>
                    <a:pt x="9596603" y="4318"/>
                  </a:lnTo>
                  <a:lnTo>
                    <a:pt x="9592412" y="0"/>
                  </a:lnTo>
                  <a:close/>
                </a:path>
                <a:path w="10390505" h="4652010">
                  <a:moveTo>
                    <a:pt x="9625178" y="0"/>
                  </a:moveTo>
                  <a:lnTo>
                    <a:pt x="9619971" y="0"/>
                  </a:lnTo>
                  <a:lnTo>
                    <a:pt x="9615653" y="4318"/>
                  </a:lnTo>
                  <a:lnTo>
                    <a:pt x="9615653" y="14732"/>
                  </a:lnTo>
                  <a:lnTo>
                    <a:pt x="9619971" y="19050"/>
                  </a:lnTo>
                  <a:lnTo>
                    <a:pt x="9625178" y="19050"/>
                  </a:lnTo>
                  <a:lnTo>
                    <a:pt x="9625178" y="0"/>
                  </a:lnTo>
                  <a:close/>
                </a:path>
                <a:path w="10390505" h="4652010">
                  <a:moveTo>
                    <a:pt x="9630512" y="0"/>
                  </a:moveTo>
                  <a:lnTo>
                    <a:pt x="9625178" y="0"/>
                  </a:lnTo>
                  <a:lnTo>
                    <a:pt x="9625178" y="19050"/>
                  </a:lnTo>
                  <a:lnTo>
                    <a:pt x="9630512" y="19050"/>
                  </a:lnTo>
                  <a:lnTo>
                    <a:pt x="9634703" y="14732"/>
                  </a:lnTo>
                  <a:lnTo>
                    <a:pt x="9634703" y="4318"/>
                  </a:lnTo>
                  <a:lnTo>
                    <a:pt x="9630512" y="0"/>
                  </a:lnTo>
                  <a:close/>
                </a:path>
                <a:path w="10390505" h="4652010">
                  <a:moveTo>
                    <a:pt x="9663278" y="0"/>
                  </a:moveTo>
                  <a:lnTo>
                    <a:pt x="9658071" y="0"/>
                  </a:lnTo>
                  <a:lnTo>
                    <a:pt x="9653753" y="4318"/>
                  </a:lnTo>
                  <a:lnTo>
                    <a:pt x="9653753" y="14732"/>
                  </a:lnTo>
                  <a:lnTo>
                    <a:pt x="9658071" y="19050"/>
                  </a:lnTo>
                  <a:lnTo>
                    <a:pt x="9663278" y="19050"/>
                  </a:lnTo>
                  <a:lnTo>
                    <a:pt x="9663278" y="0"/>
                  </a:lnTo>
                  <a:close/>
                </a:path>
                <a:path w="10390505" h="4652010">
                  <a:moveTo>
                    <a:pt x="9668612" y="0"/>
                  </a:moveTo>
                  <a:lnTo>
                    <a:pt x="9663278" y="0"/>
                  </a:lnTo>
                  <a:lnTo>
                    <a:pt x="9663278" y="19050"/>
                  </a:lnTo>
                  <a:lnTo>
                    <a:pt x="9668612" y="19050"/>
                  </a:lnTo>
                  <a:lnTo>
                    <a:pt x="9672803" y="14732"/>
                  </a:lnTo>
                  <a:lnTo>
                    <a:pt x="9672803" y="4318"/>
                  </a:lnTo>
                  <a:lnTo>
                    <a:pt x="9668612" y="0"/>
                  </a:lnTo>
                  <a:close/>
                </a:path>
                <a:path w="10390505" h="4652010">
                  <a:moveTo>
                    <a:pt x="9701378" y="0"/>
                  </a:moveTo>
                  <a:lnTo>
                    <a:pt x="9696171" y="0"/>
                  </a:lnTo>
                  <a:lnTo>
                    <a:pt x="9691853" y="4318"/>
                  </a:lnTo>
                  <a:lnTo>
                    <a:pt x="9691853" y="14732"/>
                  </a:lnTo>
                  <a:lnTo>
                    <a:pt x="9696171" y="19050"/>
                  </a:lnTo>
                  <a:lnTo>
                    <a:pt x="9701378" y="19050"/>
                  </a:lnTo>
                  <a:lnTo>
                    <a:pt x="9701378" y="0"/>
                  </a:lnTo>
                  <a:close/>
                </a:path>
                <a:path w="10390505" h="4652010">
                  <a:moveTo>
                    <a:pt x="9706712" y="0"/>
                  </a:moveTo>
                  <a:lnTo>
                    <a:pt x="9701505" y="0"/>
                  </a:lnTo>
                  <a:lnTo>
                    <a:pt x="9701505" y="19050"/>
                  </a:lnTo>
                  <a:lnTo>
                    <a:pt x="9706712" y="19050"/>
                  </a:lnTo>
                  <a:lnTo>
                    <a:pt x="9711030" y="14732"/>
                  </a:lnTo>
                  <a:lnTo>
                    <a:pt x="9711030" y="4318"/>
                  </a:lnTo>
                  <a:lnTo>
                    <a:pt x="9706712" y="0"/>
                  </a:lnTo>
                  <a:close/>
                </a:path>
                <a:path w="10390505" h="4652010">
                  <a:moveTo>
                    <a:pt x="9739605" y="0"/>
                  </a:moveTo>
                  <a:lnTo>
                    <a:pt x="9734271" y="0"/>
                  </a:lnTo>
                  <a:lnTo>
                    <a:pt x="9730080" y="4318"/>
                  </a:lnTo>
                  <a:lnTo>
                    <a:pt x="9730080" y="14732"/>
                  </a:lnTo>
                  <a:lnTo>
                    <a:pt x="9734271" y="19050"/>
                  </a:lnTo>
                  <a:lnTo>
                    <a:pt x="9739605" y="19050"/>
                  </a:lnTo>
                  <a:lnTo>
                    <a:pt x="9739605" y="0"/>
                  </a:lnTo>
                  <a:close/>
                </a:path>
                <a:path w="10390505" h="4652010">
                  <a:moveTo>
                    <a:pt x="9744812" y="0"/>
                  </a:moveTo>
                  <a:lnTo>
                    <a:pt x="9739605" y="0"/>
                  </a:lnTo>
                  <a:lnTo>
                    <a:pt x="9739605" y="19050"/>
                  </a:lnTo>
                  <a:lnTo>
                    <a:pt x="9744812" y="19050"/>
                  </a:lnTo>
                  <a:lnTo>
                    <a:pt x="9749130" y="14732"/>
                  </a:lnTo>
                  <a:lnTo>
                    <a:pt x="9749130" y="4318"/>
                  </a:lnTo>
                  <a:lnTo>
                    <a:pt x="9744812" y="0"/>
                  </a:lnTo>
                  <a:close/>
                </a:path>
                <a:path w="10390505" h="4652010">
                  <a:moveTo>
                    <a:pt x="9777705" y="0"/>
                  </a:moveTo>
                  <a:lnTo>
                    <a:pt x="9772371" y="0"/>
                  </a:lnTo>
                  <a:lnTo>
                    <a:pt x="9768180" y="4318"/>
                  </a:lnTo>
                  <a:lnTo>
                    <a:pt x="9768180" y="14732"/>
                  </a:lnTo>
                  <a:lnTo>
                    <a:pt x="9772371" y="19050"/>
                  </a:lnTo>
                  <a:lnTo>
                    <a:pt x="9777705" y="19050"/>
                  </a:lnTo>
                  <a:lnTo>
                    <a:pt x="9777705" y="0"/>
                  </a:lnTo>
                  <a:close/>
                </a:path>
                <a:path w="10390505" h="4652010">
                  <a:moveTo>
                    <a:pt x="9782912" y="0"/>
                  </a:moveTo>
                  <a:lnTo>
                    <a:pt x="9777705" y="0"/>
                  </a:lnTo>
                  <a:lnTo>
                    <a:pt x="9777705" y="19050"/>
                  </a:lnTo>
                  <a:lnTo>
                    <a:pt x="9782912" y="19050"/>
                  </a:lnTo>
                  <a:lnTo>
                    <a:pt x="9787230" y="14732"/>
                  </a:lnTo>
                  <a:lnTo>
                    <a:pt x="9787230" y="4318"/>
                  </a:lnTo>
                  <a:lnTo>
                    <a:pt x="9782912" y="0"/>
                  </a:lnTo>
                  <a:close/>
                </a:path>
                <a:path w="10390505" h="4652010">
                  <a:moveTo>
                    <a:pt x="9815805" y="0"/>
                  </a:moveTo>
                  <a:lnTo>
                    <a:pt x="9810471" y="0"/>
                  </a:lnTo>
                  <a:lnTo>
                    <a:pt x="9806280" y="4318"/>
                  </a:lnTo>
                  <a:lnTo>
                    <a:pt x="9806280" y="14732"/>
                  </a:lnTo>
                  <a:lnTo>
                    <a:pt x="9810471" y="19050"/>
                  </a:lnTo>
                  <a:lnTo>
                    <a:pt x="9815805" y="19050"/>
                  </a:lnTo>
                  <a:lnTo>
                    <a:pt x="9815805" y="0"/>
                  </a:lnTo>
                  <a:close/>
                </a:path>
                <a:path w="10390505" h="4652010">
                  <a:moveTo>
                    <a:pt x="9821012" y="0"/>
                  </a:moveTo>
                  <a:lnTo>
                    <a:pt x="9815805" y="0"/>
                  </a:lnTo>
                  <a:lnTo>
                    <a:pt x="9815805" y="19050"/>
                  </a:lnTo>
                  <a:lnTo>
                    <a:pt x="9821012" y="19050"/>
                  </a:lnTo>
                  <a:lnTo>
                    <a:pt x="9825330" y="14732"/>
                  </a:lnTo>
                  <a:lnTo>
                    <a:pt x="9825330" y="4318"/>
                  </a:lnTo>
                  <a:lnTo>
                    <a:pt x="9821012" y="0"/>
                  </a:lnTo>
                  <a:close/>
                </a:path>
                <a:path w="10390505" h="4652010">
                  <a:moveTo>
                    <a:pt x="9853905" y="0"/>
                  </a:moveTo>
                  <a:lnTo>
                    <a:pt x="9848698" y="0"/>
                  </a:lnTo>
                  <a:lnTo>
                    <a:pt x="9844380" y="4318"/>
                  </a:lnTo>
                  <a:lnTo>
                    <a:pt x="9844380" y="14732"/>
                  </a:lnTo>
                  <a:lnTo>
                    <a:pt x="9848698" y="19050"/>
                  </a:lnTo>
                  <a:lnTo>
                    <a:pt x="9853905" y="19050"/>
                  </a:lnTo>
                  <a:lnTo>
                    <a:pt x="9853905" y="0"/>
                  </a:lnTo>
                  <a:close/>
                </a:path>
                <a:path w="10390505" h="4652010">
                  <a:moveTo>
                    <a:pt x="9859239" y="0"/>
                  </a:moveTo>
                  <a:lnTo>
                    <a:pt x="9853905" y="0"/>
                  </a:lnTo>
                  <a:lnTo>
                    <a:pt x="9853905" y="19050"/>
                  </a:lnTo>
                  <a:lnTo>
                    <a:pt x="9859239" y="19050"/>
                  </a:lnTo>
                  <a:lnTo>
                    <a:pt x="9863430" y="14732"/>
                  </a:lnTo>
                  <a:lnTo>
                    <a:pt x="9863430" y="4318"/>
                  </a:lnTo>
                  <a:lnTo>
                    <a:pt x="9859239" y="0"/>
                  </a:lnTo>
                  <a:close/>
                </a:path>
                <a:path w="10390505" h="4652010">
                  <a:moveTo>
                    <a:pt x="9892005" y="0"/>
                  </a:moveTo>
                  <a:lnTo>
                    <a:pt x="9886798" y="0"/>
                  </a:lnTo>
                  <a:lnTo>
                    <a:pt x="9882480" y="4318"/>
                  </a:lnTo>
                  <a:lnTo>
                    <a:pt x="9882480" y="14732"/>
                  </a:lnTo>
                  <a:lnTo>
                    <a:pt x="9886798" y="19050"/>
                  </a:lnTo>
                  <a:lnTo>
                    <a:pt x="9892005" y="19050"/>
                  </a:lnTo>
                  <a:lnTo>
                    <a:pt x="9892005" y="0"/>
                  </a:lnTo>
                  <a:close/>
                </a:path>
                <a:path w="10390505" h="4652010">
                  <a:moveTo>
                    <a:pt x="9897339" y="0"/>
                  </a:moveTo>
                  <a:lnTo>
                    <a:pt x="9892005" y="0"/>
                  </a:lnTo>
                  <a:lnTo>
                    <a:pt x="9892005" y="19050"/>
                  </a:lnTo>
                  <a:lnTo>
                    <a:pt x="9897339" y="19050"/>
                  </a:lnTo>
                  <a:lnTo>
                    <a:pt x="9901530" y="14732"/>
                  </a:lnTo>
                  <a:lnTo>
                    <a:pt x="9901530" y="4318"/>
                  </a:lnTo>
                  <a:lnTo>
                    <a:pt x="9897339" y="0"/>
                  </a:lnTo>
                  <a:close/>
                </a:path>
                <a:path w="10390505" h="4652010">
                  <a:moveTo>
                    <a:pt x="9930105" y="0"/>
                  </a:moveTo>
                  <a:lnTo>
                    <a:pt x="9924898" y="0"/>
                  </a:lnTo>
                  <a:lnTo>
                    <a:pt x="9920580" y="4318"/>
                  </a:lnTo>
                  <a:lnTo>
                    <a:pt x="9920580" y="14732"/>
                  </a:lnTo>
                  <a:lnTo>
                    <a:pt x="9924898" y="19050"/>
                  </a:lnTo>
                  <a:lnTo>
                    <a:pt x="9930105" y="19050"/>
                  </a:lnTo>
                  <a:lnTo>
                    <a:pt x="9930105" y="0"/>
                  </a:lnTo>
                  <a:close/>
                </a:path>
                <a:path w="10390505" h="4652010">
                  <a:moveTo>
                    <a:pt x="9935439" y="0"/>
                  </a:moveTo>
                  <a:lnTo>
                    <a:pt x="9930232" y="0"/>
                  </a:lnTo>
                  <a:lnTo>
                    <a:pt x="9930232" y="19050"/>
                  </a:lnTo>
                  <a:lnTo>
                    <a:pt x="9935439" y="19050"/>
                  </a:lnTo>
                  <a:lnTo>
                    <a:pt x="9939757" y="14732"/>
                  </a:lnTo>
                  <a:lnTo>
                    <a:pt x="9939757" y="4318"/>
                  </a:lnTo>
                  <a:lnTo>
                    <a:pt x="9935439" y="0"/>
                  </a:lnTo>
                  <a:close/>
                </a:path>
                <a:path w="10390505" h="4652010">
                  <a:moveTo>
                    <a:pt x="9968332" y="0"/>
                  </a:moveTo>
                  <a:lnTo>
                    <a:pt x="9962998" y="0"/>
                  </a:lnTo>
                  <a:lnTo>
                    <a:pt x="9958807" y="4318"/>
                  </a:lnTo>
                  <a:lnTo>
                    <a:pt x="9958807" y="14732"/>
                  </a:lnTo>
                  <a:lnTo>
                    <a:pt x="9962998" y="19050"/>
                  </a:lnTo>
                  <a:lnTo>
                    <a:pt x="9968332" y="19050"/>
                  </a:lnTo>
                  <a:lnTo>
                    <a:pt x="9968332" y="0"/>
                  </a:lnTo>
                  <a:close/>
                </a:path>
                <a:path w="10390505" h="4652010">
                  <a:moveTo>
                    <a:pt x="9973539" y="0"/>
                  </a:moveTo>
                  <a:lnTo>
                    <a:pt x="9968332" y="0"/>
                  </a:lnTo>
                  <a:lnTo>
                    <a:pt x="9968332" y="19050"/>
                  </a:lnTo>
                  <a:lnTo>
                    <a:pt x="9973539" y="19050"/>
                  </a:lnTo>
                  <a:lnTo>
                    <a:pt x="9977857" y="14732"/>
                  </a:lnTo>
                  <a:lnTo>
                    <a:pt x="9977857" y="4318"/>
                  </a:lnTo>
                  <a:lnTo>
                    <a:pt x="9973539" y="0"/>
                  </a:lnTo>
                  <a:close/>
                </a:path>
                <a:path w="10390505" h="4652010">
                  <a:moveTo>
                    <a:pt x="10006432" y="0"/>
                  </a:moveTo>
                  <a:lnTo>
                    <a:pt x="10001098" y="0"/>
                  </a:lnTo>
                  <a:lnTo>
                    <a:pt x="9996907" y="4318"/>
                  </a:lnTo>
                  <a:lnTo>
                    <a:pt x="9996907" y="14732"/>
                  </a:lnTo>
                  <a:lnTo>
                    <a:pt x="10001098" y="19050"/>
                  </a:lnTo>
                  <a:lnTo>
                    <a:pt x="10006432" y="19050"/>
                  </a:lnTo>
                  <a:lnTo>
                    <a:pt x="10006432" y="0"/>
                  </a:lnTo>
                  <a:close/>
                </a:path>
                <a:path w="10390505" h="4652010">
                  <a:moveTo>
                    <a:pt x="10011639" y="0"/>
                  </a:moveTo>
                  <a:lnTo>
                    <a:pt x="10006432" y="0"/>
                  </a:lnTo>
                  <a:lnTo>
                    <a:pt x="10006432" y="19050"/>
                  </a:lnTo>
                  <a:lnTo>
                    <a:pt x="10011639" y="19050"/>
                  </a:lnTo>
                  <a:lnTo>
                    <a:pt x="10015957" y="14732"/>
                  </a:lnTo>
                  <a:lnTo>
                    <a:pt x="10015957" y="4318"/>
                  </a:lnTo>
                  <a:lnTo>
                    <a:pt x="10011639" y="0"/>
                  </a:lnTo>
                  <a:close/>
                </a:path>
                <a:path w="10390505" h="4652010">
                  <a:moveTo>
                    <a:pt x="10044532" y="0"/>
                  </a:moveTo>
                  <a:lnTo>
                    <a:pt x="10039198" y="0"/>
                  </a:lnTo>
                  <a:lnTo>
                    <a:pt x="10035007" y="4318"/>
                  </a:lnTo>
                  <a:lnTo>
                    <a:pt x="10035007" y="14732"/>
                  </a:lnTo>
                  <a:lnTo>
                    <a:pt x="10039198" y="19050"/>
                  </a:lnTo>
                  <a:lnTo>
                    <a:pt x="10044532" y="19050"/>
                  </a:lnTo>
                  <a:lnTo>
                    <a:pt x="10044532" y="0"/>
                  </a:lnTo>
                  <a:close/>
                </a:path>
                <a:path w="10390505" h="4652010">
                  <a:moveTo>
                    <a:pt x="10049739" y="0"/>
                  </a:moveTo>
                  <a:lnTo>
                    <a:pt x="10044532" y="0"/>
                  </a:lnTo>
                  <a:lnTo>
                    <a:pt x="10044532" y="19050"/>
                  </a:lnTo>
                  <a:lnTo>
                    <a:pt x="10049739" y="19050"/>
                  </a:lnTo>
                  <a:lnTo>
                    <a:pt x="10054057" y="14732"/>
                  </a:lnTo>
                  <a:lnTo>
                    <a:pt x="10054057" y="4318"/>
                  </a:lnTo>
                  <a:lnTo>
                    <a:pt x="10049739" y="0"/>
                  </a:lnTo>
                  <a:close/>
                </a:path>
                <a:path w="10390505" h="4652010">
                  <a:moveTo>
                    <a:pt x="10082632" y="0"/>
                  </a:moveTo>
                  <a:lnTo>
                    <a:pt x="10077425" y="0"/>
                  </a:lnTo>
                  <a:lnTo>
                    <a:pt x="10073107" y="4318"/>
                  </a:lnTo>
                  <a:lnTo>
                    <a:pt x="10073107" y="14732"/>
                  </a:lnTo>
                  <a:lnTo>
                    <a:pt x="10077425" y="19050"/>
                  </a:lnTo>
                  <a:lnTo>
                    <a:pt x="10082632" y="19050"/>
                  </a:lnTo>
                  <a:lnTo>
                    <a:pt x="10082632" y="0"/>
                  </a:lnTo>
                  <a:close/>
                </a:path>
                <a:path w="10390505" h="4652010">
                  <a:moveTo>
                    <a:pt x="10087966" y="0"/>
                  </a:moveTo>
                  <a:lnTo>
                    <a:pt x="10082632" y="0"/>
                  </a:lnTo>
                  <a:lnTo>
                    <a:pt x="10082632" y="19050"/>
                  </a:lnTo>
                  <a:lnTo>
                    <a:pt x="10087966" y="19050"/>
                  </a:lnTo>
                  <a:lnTo>
                    <a:pt x="10092157" y="14732"/>
                  </a:lnTo>
                  <a:lnTo>
                    <a:pt x="10092157" y="4318"/>
                  </a:lnTo>
                  <a:lnTo>
                    <a:pt x="10087966" y="0"/>
                  </a:lnTo>
                  <a:close/>
                </a:path>
                <a:path w="10390505" h="4652010">
                  <a:moveTo>
                    <a:pt x="10120732" y="0"/>
                  </a:moveTo>
                  <a:lnTo>
                    <a:pt x="10115525" y="0"/>
                  </a:lnTo>
                  <a:lnTo>
                    <a:pt x="10111207" y="4318"/>
                  </a:lnTo>
                  <a:lnTo>
                    <a:pt x="10111207" y="14732"/>
                  </a:lnTo>
                  <a:lnTo>
                    <a:pt x="10115525" y="19050"/>
                  </a:lnTo>
                  <a:lnTo>
                    <a:pt x="10120732" y="19050"/>
                  </a:lnTo>
                  <a:lnTo>
                    <a:pt x="10120732" y="0"/>
                  </a:lnTo>
                  <a:close/>
                </a:path>
                <a:path w="10390505" h="4652010">
                  <a:moveTo>
                    <a:pt x="10126066" y="0"/>
                  </a:moveTo>
                  <a:lnTo>
                    <a:pt x="10120732" y="0"/>
                  </a:lnTo>
                  <a:lnTo>
                    <a:pt x="10120732" y="19050"/>
                  </a:lnTo>
                  <a:lnTo>
                    <a:pt x="10126066" y="19050"/>
                  </a:lnTo>
                  <a:lnTo>
                    <a:pt x="10130257" y="14732"/>
                  </a:lnTo>
                  <a:lnTo>
                    <a:pt x="10130257" y="4318"/>
                  </a:lnTo>
                  <a:lnTo>
                    <a:pt x="10126066" y="0"/>
                  </a:lnTo>
                  <a:close/>
                </a:path>
                <a:path w="10390505" h="4652010">
                  <a:moveTo>
                    <a:pt x="10158832" y="0"/>
                  </a:moveTo>
                  <a:lnTo>
                    <a:pt x="10153625" y="0"/>
                  </a:lnTo>
                  <a:lnTo>
                    <a:pt x="10149307" y="4318"/>
                  </a:lnTo>
                  <a:lnTo>
                    <a:pt x="10149307" y="14732"/>
                  </a:lnTo>
                  <a:lnTo>
                    <a:pt x="10153625" y="19050"/>
                  </a:lnTo>
                  <a:lnTo>
                    <a:pt x="10158832" y="19050"/>
                  </a:lnTo>
                  <a:lnTo>
                    <a:pt x="10158832" y="0"/>
                  </a:lnTo>
                  <a:close/>
                </a:path>
                <a:path w="10390505" h="4652010">
                  <a:moveTo>
                    <a:pt x="10164166" y="0"/>
                  </a:moveTo>
                  <a:lnTo>
                    <a:pt x="10158959" y="0"/>
                  </a:lnTo>
                  <a:lnTo>
                    <a:pt x="10158959" y="19050"/>
                  </a:lnTo>
                  <a:lnTo>
                    <a:pt x="10164166" y="19050"/>
                  </a:lnTo>
                  <a:lnTo>
                    <a:pt x="10168484" y="14732"/>
                  </a:lnTo>
                  <a:lnTo>
                    <a:pt x="10168484" y="4318"/>
                  </a:lnTo>
                  <a:lnTo>
                    <a:pt x="10164166" y="0"/>
                  </a:lnTo>
                  <a:close/>
                </a:path>
                <a:path w="10390505" h="4652010">
                  <a:moveTo>
                    <a:pt x="10197059" y="0"/>
                  </a:moveTo>
                  <a:lnTo>
                    <a:pt x="10191725" y="0"/>
                  </a:lnTo>
                  <a:lnTo>
                    <a:pt x="10187534" y="4318"/>
                  </a:lnTo>
                  <a:lnTo>
                    <a:pt x="10187534" y="14732"/>
                  </a:lnTo>
                  <a:lnTo>
                    <a:pt x="10191725" y="19050"/>
                  </a:lnTo>
                  <a:lnTo>
                    <a:pt x="10197059" y="19050"/>
                  </a:lnTo>
                  <a:lnTo>
                    <a:pt x="10197059" y="0"/>
                  </a:lnTo>
                  <a:close/>
                </a:path>
                <a:path w="10390505" h="4652010">
                  <a:moveTo>
                    <a:pt x="10202266" y="0"/>
                  </a:moveTo>
                  <a:lnTo>
                    <a:pt x="10197059" y="0"/>
                  </a:lnTo>
                  <a:lnTo>
                    <a:pt x="10197059" y="19050"/>
                  </a:lnTo>
                  <a:lnTo>
                    <a:pt x="10202266" y="19050"/>
                  </a:lnTo>
                  <a:lnTo>
                    <a:pt x="10206584" y="14732"/>
                  </a:lnTo>
                  <a:lnTo>
                    <a:pt x="10206584" y="4318"/>
                  </a:lnTo>
                  <a:lnTo>
                    <a:pt x="10202266" y="0"/>
                  </a:lnTo>
                  <a:close/>
                </a:path>
                <a:path w="10390505" h="4652010">
                  <a:moveTo>
                    <a:pt x="10236556" y="1778"/>
                  </a:moveTo>
                  <a:lnTo>
                    <a:pt x="10233508" y="20574"/>
                  </a:lnTo>
                  <a:lnTo>
                    <a:pt x="10238715" y="21336"/>
                  </a:lnTo>
                  <a:lnTo>
                    <a:pt x="10243668" y="17907"/>
                  </a:lnTo>
                  <a:lnTo>
                    <a:pt x="10244430" y="12700"/>
                  </a:lnTo>
                  <a:lnTo>
                    <a:pt x="10245232" y="8000"/>
                  </a:lnTo>
                  <a:lnTo>
                    <a:pt x="10245319" y="7493"/>
                  </a:lnTo>
                  <a:lnTo>
                    <a:pt x="10241763" y="2540"/>
                  </a:lnTo>
                  <a:lnTo>
                    <a:pt x="10236556" y="1778"/>
                  </a:lnTo>
                  <a:close/>
                </a:path>
                <a:path w="10390505" h="4652010">
                  <a:moveTo>
                    <a:pt x="10231349" y="888"/>
                  </a:moveTo>
                  <a:lnTo>
                    <a:pt x="10226523" y="4445"/>
                  </a:lnTo>
                  <a:lnTo>
                    <a:pt x="10224853" y="14224"/>
                  </a:lnTo>
                  <a:lnTo>
                    <a:pt x="10224745" y="14859"/>
                  </a:lnTo>
                  <a:lnTo>
                    <a:pt x="10228301" y="19685"/>
                  </a:lnTo>
                  <a:lnTo>
                    <a:pt x="10233508" y="20574"/>
                  </a:lnTo>
                  <a:lnTo>
                    <a:pt x="10236431" y="2540"/>
                  </a:lnTo>
                  <a:lnTo>
                    <a:pt x="10236556" y="1778"/>
                  </a:lnTo>
                  <a:lnTo>
                    <a:pt x="10231349" y="888"/>
                  </a:lnTo>
                  <a:close/>
                </a:path>
                <a:path w="10390505" h="4652010">
                  <a:moveTo>
                    <a:pt x="10275291" y="11430"/>
                  </a:moveTo>
                  <a:lnTo>
                    <a:pt x="10273315" y="16891"/>
                  </a:lnTo>
                  <a:lnTo>
                    <a:pt x="10273031" y="17399"/>
                  </a:lnTo>
                  <a:lnTo>
                    <a:pt x="10271348" y="21844"/>
                  </a:lnTo>
                  <a:lnTo>
                    <a:pt x="10270846" y="23368"/>
                  </a:lnTo>
                  <a:lnTo>
                    <a:pt x="10268560" y="29210"/>
                  </a:lnTo>
                  <a:lnTo>
                    <a:pt x="10273386" y="31115"/>
                  </a:lnTo>
                  <a:lnTo>
                    <a:pt x="10278974" y="28701"/>
                  </a:lnTo>
                  <a:lnTo>
                    <a:pt x="10280879" y="23749"/>
                  </a:lnTo>
                  <a:lnTo>
                    <a:pt x="10282657" y="18923"/>
                  </a:lnTo>
                  <a:lnTo>
                    <a:pt x="10280244" y="13335"/>
                  </a:lnTo>
                  <a:lnTo>
                    <a:pt x="10275291" y="11430"/>
                  </a:lnTo>
                  <a:close/>
                </a:path>
                <a:path w="10390505" h="4652010">
                  <a:moveTo>
                    <a:pt x="10270465" y="9525"/>
                  </a:moveTo>
                  <a:lnTo>
                    <a:pt x="10264877" y="12065"/>
                  </a:lnTo>
                  <a:lnTo>
                    <a:pt x="10262972" y="16891"/>
                  </a:lnTo>
                  <a:lnTo>
                    <a:pt x="10261194" y="21844"/>
                  </a:lnTo>
                  <a:lnTo>
                    <a:pt x="10263607" y="27305"/>
                  </a:lnTo>
                  <a:lnTo>
                    <a:pt x="10268560" y="29210"/>
                  </a:lnTo>
                  <a:lnTo>
                    <a:pt x="10275291" y="11430"/>
                  </a:lnTo>
                  <a:lnTo>
                    <a:pt x="10270465" y="9525"/>
                  </a:lnTo>
                  <a:close/>
                </a:path>
                <a:path w="10390505" h="4652010">
                  <a:moveTo>
                    <a:pt x="10310851" y="29591"/>
                  </a:moveTo>
                  <a:lnTo>
                    <a:pt x="10309200" y="32258"/>
                  </a:lnTo>
                  <a:lnTo>
                    <a:pt x="10309008" y="32512"/>
                  </a:lnTo>
                  <a:lnTo>
                    <a:pt x="10307533" y="34925"/>
                  </a:lnTo>
                  <a:lnTo>
                    <a:pt x="10300818" y="45720"/>
                  </a:lnTo>
                  <a:lnTo>
                    <a:pt x="10305263" y="48513"/>
                  </a:lnTo>
                  <a:lnTo>
                    <a:pt x="10311105" y="47117"/>
                  </a:lnTo>
                  <a:lnTo>
                    <a:pt x="10316693" y="38226"/>
                  </a:lnTo>
                  <a:lnTo>
                    <a:pt x="10315355" y="32512"/>
                  </a:lnTo>
                  <a:lnTo>
                    <a:pt x="10315296" y="32258"/>
                  </a:lnTo>
                  <a:lnTo>
                    <a:pt x="10310851" y="29591"/>
                  </a:lnTo>
                  <a:close/>
                </a:path>
                <a:path w="10390505" h="4652010">
                  <a:moveTo>
                    <a:pt x="10306406" y="26797"/>
                  </a:moveTo>
                  <a:lnTo>
                    <a:pt x="10300437" y="28067"/>
                  </a:lnTo>
                  <a:lnTo>
                    <a:pt x="10297770" y="32512"/>
                  </a:lnTo>
                  <a:lnTo>
                    <a:pt x="10294976" y="37084"/>
                  </a:lnTo>
                  <a:lnTo>
                    <a:pt x="10296246" y="42925"/>
                  </a:lnTo>
                  <a:lnTo>
                    <a:pt x="10300818" y="45720"/>
                  </a:lnTo>
                  <a:lnTo>
                    <a:pt x="10302542" y="42925"/>
                  </a:lnTo>
                  <a:lnTo>
                    <a:pt x="10304120" y="40259"/>
                  </a:lnTo>
                  <a:lnTo>
                    <a:pt x="10305442" y="38226"/>
                  </a:lnTo>
                  <a:lnTo>
                    <a:pt x="10310772" y="29591"/>
                  </a:lnTo>
                  <a:lnTo>
                    <a:pt x="10310851" y="29463"/>
                  </a:lnTo>
                  <a:lnTo>
                    <a:pt x="10306406" y="26797"/>
                  </a:lnTo>
                  <a:close/>
                </a:path>
                <a:path w="10390505" h="4652010">
                  <a:moveTo>
                    <a:pt x="10341966" y="56134"/>
                  </a:moveTo>
                  <a:lnTo>
                    <a:pt x="10327488" y="68453"/>
                  </a:lnTo>
                  <a:lnTo>
                    <a:pt x="10330917" y="72390"/>
                  </a:lnTo>
                  <a:lnTo>
                    <a:pt x="10337013" y="72898"/>
                  </a:lnTo>
                  <a:lnTo>
                    <a:pt x="10340950" y="69469"/>
                  </a:lnTo>
                  <a:lnTo>
                    <a:pt x="10345014" y="66040"/>
                  </a:lnTo>
                  <a:lnTo>
                    <a:pt x="10345387" y="60198"/>
                  </a:lnTo>
                  <a:lnTo>
                    <a:pt x="10343957" y="58420"/>
                  </a:lnTo>
                  <a:lnTo>
                    <a:pt x="10341966" y="56134"/>
                  </a:lnTo>
                  <a:close/>
                </a:path>
                <a:path w="10390505" h="4652010">
                  <a:moveTo>
                    <a:pt x="10332568" y="51562"/>
                  </a:moveTo>
                  <a:lnTo>
                    <a:pt x="10328631" y="54991"/>
                  </a:lnTo>
                  <a:lnTo>
                    <a:pt x="10324567" y="58420"/>
                  </a:lnTo>
                  <a:lnTo>
                    <a:pt x="10324059" y="64388"/>
                  </a:lnTo>
                  <a:lnTo>
                    <a:pt x="10327488" y="68453"/>
                  </a:lnTo>
                  <a:lnTo>
                    <a:pt x="10330295" y="66040"/>
                  </a:lnTo>
                  <a:lnTo>
                    <a:pt x="10332167" y="64388"/>
                  </a:lnTo>
                  <a:lnTo>
                    <a:pt x="10341818" y="56134"/>
                  </a:lnTo>
                  <a:lnTo>
                    <a:pt x="10342072" y="56134"/>
                  </a:lnTo>
                  <a:lnTo>
                    <a:pt x="10338664" y="52070"/>
                  </a:lnTo>
                  <a:lnTo>
                    <a:pt x="10332568" y="51562"/>
                  </a:lnTo>
                  <a:close/>
                </a:path>
                <a:path w="10390505" h="4652010">
                  <a:moveTo>
                    <a:pt x="10365969" y="88011"/>
                  </a:moveTo>
                  <a:lnTo>
                    <a:pt x="10349205" y="97282"/>
                  </a:lnTo>
                  <a:lnTo>
                    <a:pt x="10351745" y="101854"/>
                  </a:lnTo>
                  <a:lnTo>
                    <a:pt x="10357587" y="103505"/>
                  </a:lnTo>
                  <a:lnTo>
                    <a:pt x="10362159" y="100965"/>
                  </a:lnTo>
                  <a:lnTo>
                    <a:pt x="10366858" y="98425"/>
                  </a:lnTo>
                  <a:lnTo>
                    <a:pt x="10368509" y="92710"/>
                  </a:lnTo>
                  <a:lnTo>
                    <a:pt x="10367685" y="91186"/>
                  </a:lnTo>
                  <a:lnTo>
                    <a:pt x="10360381" y="91186"/>
                  </a:lnTo>
                  <a:lnTo>
                    <a:pt x="10365969" y="88011"/>
                  </a:lnTo>
                  <a:close/>
                </a:path>
                <a:path w="10390505" h="4652010">
                  <a:moveTo>
                    <a:pt x="10357587" y="81787"/>
                  </a:moveTo>
                  <a:lnTo>
                    <a:pt x="10353015" y="84328"/>
                  </a:lnTo>
                  <a:lnTo>
                    <a:pt x="10348316" y="86868"/>
                  </a:lnTo>
                  <a:lnTo>
                    <a:pt x="10346665" y="92710"/>
                  </a:lnTo>
                  <a:lnTo>
                    <a:pt x="10349205" y="97282"/>
                  </a:lnTo>
                  <a:lnTo>
                    <a:pt x="10365969" y="88011"/>
                  </a:lnTo>
                  <a:lnTo>
                    <a:pt x="10363429" y="83438"/>
                  </a:lnTo>
                  <a:lnTo>
                    <a:pt x="10357587" y="81787"/>
                  </a:lnTo>
                  <a:close/>
                </a:path>
                <a:path w="10390505" h="4652010">
                  <a:moveTo>
                    <a:pt x="10365969" y="88011"/>
                  </a:moveTo>
                  <a:lnTo>
                    <a:pt x="10360381" y="91186"/>
                  </a:lnTo>
                  <a:lnTo>
                    <a:pt x="10367685" y="91186"/>
                  </a:lnTo>
                  <a:lnTo>
                    <a:pt x="10365969" y="88011"/>
                  </a:lnTo>
                  <a:close/>
                </a:path>
                <a:path w="10390505" h="4652010">
                  <a:moveTo>
                    <a:pt x="10382352" y="125349"/>
                  </a:moveTo>
                  <a:lnTo>
                    <a:pt x="10363810" y="129412"/>
                  </a:lnTo>
                  <a:lnTo>
                    <a:pt x="10364826" y="134620"/>
                  </a:lnTo>
                  <a:lnTo>
                    <a:pt x="10369906" y="137795"/>
                  </a:lnTo>
                  <a:lnTo>
                    <a:pt x="10375113" y="136779"/>
                  </a:lnTo>
                  <a:lnTo>
                    <a:pt x="10380193" y="135636"/>
                  </a:lnTo>
                  <a:lnTo>
                    <a:pt x="10383495" y="130556"/>
                  </a:lnTo>
                  <a:lnTo>
                    <a:pt x="10382658" y="126746"/>
                  </a:lnTo>
                  <a:lnTo>
                    <a:pt x="10376129" y="126746"/>
                  </a:lnTo>
                  <a:lnTo>
                    <a:pt x="10382352" y="125349"/>
                  </a:lnTo>
                  <a:close/>
                </a:path>
                <a:path w="10390505" h="4652010">
                  <a:moveTo>
                    <a:pt x="10376129" y="116967"/>
                  </a:moveTo>
                  <a:lnTo>
                    <a:pt x="10365842" y="119253"/>
                  </a:lnTo>
                  <a:lnTo>
                    <a:pt x="10362667" y="124206"/>
                  </a:lnTo>
                  <a:lnTo>
                    <a:pt x="10363683" y="129412"/>
                  </a:lnTo>
                  <a:lnTo>
                    <a:pt x="10369906" y="128016"/>
                  </a:lnTo>
                  <a:lnTo>
                    <a:pt x="10370100" y="128016"/>
                  </a:lnTo>
                  <a:lnTo>
                    <a:pt x="10382352" y="125349"/>
                  </a:lnTo>
                  <a:lnTo>
                    <a:pt x="10381209" y="120269"/>
                  </a:lnTo>
                  <a:lnTo>
                    <a:pt x="10376129" y="116967"/>
                  </a:lnTo>
                  <a:close/>
                </a:path>
                <a:path w="10390505" h="4652010">
                  <a:moveTo>
                    <a:pt x="10370100" y="128016"/>
                  </a:moveTo>
                  <a:lnTo>
                    <a:pt x="10369906" y="128016"/>
                  </a:lnTo>
                  <a:lnTo>
                    <a:pt x="10363810" y="129412"/>
                  </a:lnTo>
                  <a:lnTo>
                    <a:pt x="10370100" y="128016"/>
                  </a:lnTo>
                  <a:close/>
                </a:path>
                <a:path w="10390505" h="4652010">
                  <a:moveTo>
                    <a:pt x="10382352" y="125349"/>
                  </a:moveTo>
                  <a:lnTo>
                    <a:pt x="10376129" y="126746"/>
                  </a:lnTo>
                  <a:lnTo>
                    <a:pt x="10382658" y="126746"/>
                  </a:lnTo>
                  <a:lnTo>
                    <a:pt x="10382352" y="125349"/>
                  </a:lnTo>
                  <a:close/>
                </a:path>
                <a:path w="10390505" h="4652010">
                  <a:moveTo>
                    <a:pt x="10385273" y="155321"/>
                  </a:moveTo>
                  <a:lnTo>
                    <a:pt x="10374732" y="155321"/>
                  </a:lnTo>
                  <a:lnTo>
                    <a:pt x="10370414" y="159512"/>
                  </a:lnTo>
                  <a:lnTo>
                    <a:pt x="10370414" y="170053"/>
                  </a:lnTo>
                  <a:lnTo>
                    <a:pt x="10374732" y="174371"/>
                  </a:lnTo>
                  <a:lnTo>
                    <a:pt x="10385273" y="174371"/>
                  </a:lnTo>
                  <a:lnTo>
                    <a:pt x="10389464" y="170053"/>
                  </a:lnTo>
                  <a:lnTo>
                    <a:pt x="10389464" y="159512"/>
                  </a:lnTo>
                  <a:lnTo>
                    <a:pt x="10385273" y="155321"/>
                  </a:lnTo>
                  <a:close/>
                </a:path>
                <a:path w="10390505" h="4652010">
                  <a:moveTo>
                    <a:pt x="10385781" y="193421"/>
                  </a:moveTo>
                  <a:lnTo>
                    <a:pt x="10375367" y="193421"/>
                  </a:lnTo>
                  <a:lnTo>
                    <a:pt x="10371049" y="197612"/>
                  </a:lnTo>
                  <a:lnTo>
                    <a:pt x="10371049" y="208153"/>
                  </a:lnTo>
                  <a:lnTo>
                    <a:pt x="10375367" y="212471"/>
                  </a:lnTo>
                  <a:lnTo>
                    <a:pt x="10385781" y="212471"/>
                  </a:lnTo>
                  <a:lnTo>
                    <a:pt x="10390099" y="208153"/>
                  </a:lnTo>
                  <a:lnTo>
                    <a:pt x="10390099" y="197612"/>
                  </a:lnTo>
                  <a:lnTo>
                    <a:pt x="10385781" y="193421"/>
                  </a:lnTo>
                  <a:close/>
                </a:path>
                <a:path w="10390505" h="4652010">
                  <a:moveTo>
                    <a:pt x="10385781" y="231521"/>
                  </a:moveTo>
                  <a:lnTo>
                    <a:pt x="10375367" y="231521"/>
                  </a:lnTo>
                  <a:lnTo>
                    <a:pt x="10371049" y="235712"/>
                  </a:lnTo>
                  <a:lnTo>
                    <a:pt x="10371049" y="246253"/>
                  </a:lnTo>
                  <a:lnTo>
                    <a:pt x="10375367" y="250571"/>
                  </a:lnTo>
                  <a:lnTo>
                    <a:pt x="10385781" y="250571"/>
                  </a:lnTo>
                  <a:lnTo>
                    <a:pt x="10390099" y="246253"/>
                  </a:lnTo>
                  <a:lnTo>
                    <a:pt x="10390099" y="235712"/>
                  </a:lnTo>
                  <a:lnTo>
                    <a:pt x="10385781" y="231521"/>
                  </a:lnTo>
                  <a:close/>
                </a:path>
                <a:path w="10390505" h="4652010">
                  <a:moveTo>
                    <a:pt x="10385781" y="269621"/>
                  </a:moveTo>
                  <a:lnTo>
                    <a:pt x="10375367" y="269621"/>
                  </a:lnTo>
                  <a:lnTo>
                    <a:pt x="10371049" y="273812"/>
                  </a:lnTo>
                  <a:lnTo>
                    <a:pt x="10371049" y="284353"/>
                  </a:lnTo>
                  <a:lnTo>
                    <a:pt x="10375367" y="288671"/>
                  </a:lnTo>
                  <a:lnTo>
                    <a:pt x="10385781" y="288671"/>
                  </a:lnTo>
                  <a:lnTo>
                    <a:pt x="10390099" y="284353"/>
                  </a:lnTo>
                  <a:lnTo>
                    <a:pt x="10390099" y="273812"/>
                  </a:lnTo>
                  <a:lnTo>
                    <a:pt x="10385781" y="269621"/>
                  </a:lnTo>
                  <a:close/>
                </a:path>
                <a:path w="10390505" h="4652010">
                  <a:moveTo>
                    <a:pt x="10385781" y="307721"/>
                  </a:moveTo>
                  <a:lnTo>
                    <a:pt x="10375367" y="307721"/>
                  </a:lnTo>
                  <a:lnTo>
                    <a:pt x="10371049" y="312038"/>
                  </a:lnTo>
                  <a:lnTo>
                    <a:pt x="10371049" y="322580"/>
                  </a:lnTo>
                  <a:lnTo>
                    <a:pt x="10375367" y="326771"/>
                  </a:lnTo>
                  <a:lnTo>
                    <a:pt x="10385781" y="326771"/>
                  </a:lnTo>
                  <a:lnTo>
                    <a:pt x="10390099" y="322580"/>
                  </a:lnTo>
                  <a:lnTo>
                    <a:pt x="10390099" y="312038"/>
                  </a:lnTo>
                  <a:lnTo>
                    <a:pt x="10385781" y="307721"/>
                  </a:lnTo>
                  <a:close/>
                </a:path>
                <a:path w="10390505" h="4652010">
                  <a:moveTo>
                    <a:pt x="10385781" y="345821"/>
                  </a:moveTo>
                  <a:lnTo>
                    <a:pt x="10375367" y="345821"/>
                  </a:lnTo>
                  <a:lnTo>
                    <a:pt x="10371049" y="350138"/>
                  </a:lnTo>
                  <a:lnTo>
                    <a:pt x="10371049" y="360680"/>
                  </a:lnTo>
                  <a:lnTo>
                    <a:pt x="10375367" y="364871"/>
                  </a:lnTo>
                  <a:lnTo>
                    <a:pt x="10385781" y="364871"/>
                  </a:lnTo>
                  <a:lnTo>
                    <a:pt x="10390099" y="360680"/>
                  </a:lnTo>
                  <a:lnTo>
                    <a:pt x="10390099" y="350138"/>
                  </a:lnTo>
                  <a:lnTo>
                    <a:pt x="10385781" y="345821"/>
                  </a:lnTo>
                  <a:close/>
                </a:path>
                <a:path w="10390505" h="4652010">
                  <a:moveTo>
                    <a:pt x="10385781" y="383921"/>
                  </a:moveTo>
                  <a:lnTo>
                    <a:pt x="10375367" y="383921"/>
                  </a:lnTo>
                  <a:lnTo>
                    <a:pt x="10371049" y="388238"/>
                  </a:lnTo>
                  <a:lnTo>
                    <a:pt x="10371049" y="398780"/>
                  </a:lnTo>
                  <a:lnTo>
                    <a:pt x="10375367" y="402971"/>
                  </a:lnTo>
                  <a:lnTo>
                    <a:pt x="10385781" y="402971"/>
                  </a:lnTo>
                  <a:lnTo>
                    <a:pt x="10390099" y="398780"/>
                  </a:lnTo>
                  <a:lnTo>
                    <a:pt x="10390099" y="388238"/>
                  </a:lnTo>
                  <a:lnTo>
                    <a:pt x="10385781" y="383921"/>
                  </a:lnTo>
                  <a:close/>
                </a:path>
                <a:path w="10390505" h="4652010">
                  <a:moveTo>
                    <a:pt x="10385781" y="422021"/>
                  </a:moveTo>
                  <a:lnTo>
                    <a:pt x="10375367" y="422021"/>
                  </a:lnTo>
                  <a:lnTo>
                    <a:pt x="10371049" y="426338"/>
                  </a:lnTo>
                  <a:lnTo>
                    <a:pt x="10371049" y="436880"/>
                  </a:lnTo>
                  <a:lnTo>
                    <a:pt x="10375367" y="441198"/>
                  </a:lnTo>
                  <a:lnTo>
                    <a:pt x="10385781" y="441198"/>
                  </a:lnTo>
                  <a:lnTo>
                    <a:pt x="10390099" y="436880"/>
                  </a:lnTo>
                  <a:lnTo>
                    <a:pt x="10390099" y="426338"/>
                  </a:lnTo>
                  <a:lnTo>
                    <a:pt x="10385781" y="422021"/>
                  </a:lnTo>
                  <a:close/>
                </a:path>
                <a:path w="10390505" h="4652010">
                  <a:moveTo>
                    <a:pt x="10385781" y="460248"/>
                  </a:moveTo>
                  <a:lnTo>
                    <a:pt x="10375367" y="460248"/>
                  </a:lnTo>
                  <a:lnTo>
                    <a:pt x="10371049" y="464438"/>
                  </a:lnTo>
                  <a:lnTo>
                    <a:pt x="10371049" y="474980"/>
                  </a:lnTo>
                  <a:lnTo>
                    <a:pt x="10375367" y="479298"/>
                  </a:lnTo>
                  <a:lnTo>
                    <a:pt x="10385781" y="479298"/>
                  </a:lnTo>
                  <a:lnTo>
                    <a:pt x="10390099" y="474980"/>
                  </a:lnTo>
                  <a:lnTo>
                    <a:pt x="10390099" y="464438"/>
                  </a:lnTo>
                  <a:lnTo>
                    <a:pt x="10385781" y="460248"/>
                  </a:lnTo>
                  <a:close/>
                </a:path>
                <a:path w="10390505" h="4652010">
                  <a:moveTo>
                    <a:pt x="10385781" y="498348"/>
                  </a:moveTo>
                  <a:lnTo>
                    <a:pt x="10375367" y="498348"/>
                  </a:lnTo>
                  <a:lnTo>
                    <a:pt x="10371049" y="502538"/>
                  </a:lnTo>
                  <a:lnTo>
                    <a:pt x="10371049" y="513080"/>
                  </a:lnTo>
                  <a:lnTo>
                    <a:pt x="10375367" y="517398"/>
                  </a:lnTo>
                  <a:lnTo>
                    <a:pt x="10385781" y="517398"/>
                  </a:lnTo>
                  <a:lnTo>
                    <a:pt x="10390099" y="513080"/>
                  </a:lnTo>
                  <a:lnTo>
                    <a:pt x="10390099" y="502538"/>
                  </a:lnTo>
                  <a:lnTo>
                    <a:pt x="10385781" y="498348"/>
                  </a:lnTo>
                  <a:close/>
                </a:path>
                <a:path w="10390505" h="4652010">
                  <a:moveTo>
                    <a:pt x="10385781" y="536448"/>
                  </a:moveTo>
                  <a:lnTo>
                    <a:pt x="10375367" y="536448"/>
                  </a:lnTo>
                  <a:lnTo>
                    <a:pt x="10371049" y="540766"/>
                  </a:lnTo>
                  <a:lnTo>
                    <a:pt x="10371049" y="551307"/>
                  </a:lnTo>
                  <a:lnTo>
                    <a:pt x="10375367" y="555498"/>
                  </a:lnTo>
                  <a:lnTo>
                    <a:pt x="10385781" y="555498"/>
                  </a:lnTo>
                  <a:lnTo>
                    <a:pt x="10390099" y="551307"/>
                  </a:lnTo>
                  <a:lnTo>
                    <a:pt x="10390099" y="540766"/>
                  </a:lnTo>
                  <a:lnTo>
                    <a:pt x="10385781" y="536448"/>
                  </a:lnTo>
                  <a:close/>
                </a:path>
                <a:path w="10390505" h="4652010">
                  <a:moveTo>
                    <a:pt x="10385781" y="574548"/>
                  </a:moveTo>
                  <a:lnTo>
                    <a:pt x="10375367" y="574548"/>
                  </a:lnTo>
                  <a:lnTo>
                    <a:pt x="10371049" y="578866"/>
                  </a:lnTo>
                  <a:lnTo>
                    <a:pt x="10371049" y="589407"/>
                  </a:lnTo>
                  <a:lnTo>
                    <a:pt x="10375367" y="593598"/>
                  </a:lnTo>
                  <a:lnTo>
                    <a:pt x="10385781" y="593598"/>
                  </a:lnTo>
                  <a:lnTo>
                    <a:pt x="10390099" y="589407"/>
                  </a:lnTo>
                  <a:lnTo>
                    <a:pt x="10390099" y="578866"/>
                  </a:lnTo>
                  <a:lnTo>
                    <a:pt x="10385781" y="574548"/>
                  </a:lnTo>
                  <a:close/>
                </a:path>
                <a:path w="10390505" h="4652010">
                  <a:moveTo>
                    <a:pt x="10385781" y="612648"/>
                  </a:moveTo>
                  <a:lnTo>
                    <a:pt x="10375367" y="612648"/>
                  </a:lnTo>
                  <a:lnTo>
                    <a:pt x="10371049" y="616966"/>
                  </a:lnTo>
                  <a:lnTo>
                    <a:pt x="10371049" y="627507"/>
                  </a:lnTo>
                  <a:lnTo>
                    <a:pt x="10375367" y="631698"/>
                  </a:lnTo>
                  <a:lnTo>
                    <a:pt x="10385781" y="631698"/>
                  </a:lnTo>
                  <a:lnTo>
                    <a:pt x="10390099" y="627507"/>
                  </a:lnTo>
                  <a:lnTo>
                    <a:pt x="10390099" y="616966"/>
                  </a:lnTo>
                  <a:lnTo>
                    <a:pt x="10385781" y="612648"/>
                  </a:lnTo>
                  <a:close/>
                </a:path>
                <a:path w="10390505" h="4652010">
                  <a:moveTo>
                    <a:pt x="10385781" y="650748"/>
                  </a:moveTo>
                  <a:lnTo>
                    <a:pt x="10375367" y="650748"/>
                  </a:lnTo>
                  <a:lnTo>
                    <a:pt x="10371049" y="655066"/>
                  </a:lnTo>
                  <a:lnTo>
                    <a:pt x="10371049" y="665607"/>
                  </a:lnTo>
                  <a:lnTo>
                    <a:pt x="10375367" y="669925"/>
                  </a:lnTo>
                  <a:lnTo>
                    <a:pt x="10385781" y="669925"/>
                  </a:lnTo>
                  <a:lnTo>
                    <a:pt x="10390099" y="665607"/>
                  </a:lnTo>
                  <a:lnTo>
                    <a:pt x="10390099" y="655066"/>
                  </a:lnTo>
                  <a:lnTo>
                    <a:pt x="10385781" y="650748"/>
                  </a:lnTo>
                  <a:close/>
                </a:path>
                <a:path w="10390505" h="4652010">
                  <a:moveTo>
                    <a:pt x="10385781" y="688975"/>
                  </a:moveTo>
                  <a:lnTo>
                    <a:pt x="10375367" y="688975"/>
                  </a:lnTo>
                  <a:lnTo>
                    <a:pt x="10371049" y="693166"/>
                  </a:lnTo>
                  <a:lnTo>
                    <a:pt x="10371049" y="703707"/>
                  </a:lnTo>
                  <a:lnTo>
                    <a:pt x="10375367" y="708025"/>
                  </a:lnTo>
                  <a:lnTo>
                    <a:pt x="10385781" y="708025"/>
                  </a:lnTo>
                  <a:lnTo>
                    <a:pt x="10390099" y="703707"/>
                  </a:lnTo>
                  <a:lnTo>
                    <a:pt x="10390099" y="693166"/>
                  </a:lnTo>
                  <a:lnTo>
                    <a:pt x="10385781" y="688975"/>
                  </a:lnTo>
                  <a:close/>
                </a:path>
                <a:path w="10390505" h="4652010">
                  <a:moveTo>
                    <a:pt x="10385781" y="727075"/>
                  </a:moveTo>
                  <a:lnTo>
                    <a:pt x="10375367" y="727075"/>
                  </a:lnTo>
                  <a:lnTo>
                    <a:pt x="10371049" y="731266"/>
                  </a:lnTo>
                  <a:lnTo>
                    <a:pt x="10371049" y="741807"/>
                  </a:lnTo>
                  <a:lnTo>
                    <a:pt x="10375367" y="746125"/>
                  </a:lnTo>
                  <a:lnTo>
                    <a:pt x="10385781" y="746125"/>
                  </a:lnTo>
                  <a:lnTo>
                    <a:pt x="10390099" y="741807"/>
                  </a:lnTo>
                  <a:lnTo>
                    <a:pt x="10390099" y="731266"/>
                  </a:lnTo>
                  <a:lnTo>
                    <a:pt x="10385781" y="727075"/>
                  </a:lnTo>
                  <a:close/>
                </a:path>
                <a:path w="10390505" h="4652010">
                  <a:moveTo>
                    <a:pt x="10385781" y="765175"/>
                  </a:moveTo>
                  <a:lnTo>
                    <a:pt x="10375367" y="765175"/>
                  </a:lnTo>
                  <a:lnTo>
                    <a:pt x="10371049" y="769366"/>
                  </a:lnTo>
                  <a:lnTo>
                    <a:pt x="10371049" y="779907"/>
                  </a:lnTo>
                  <a:lnTo>
                    <a:pt x="10375367" y="784225"/>
                  </a:lnTo>
                  <a:lnTo>
                    <a:pt x="10385781" y="784225"/>
                  </a:lnTo>
                  <a:lnTo>
                    <a:pt x="10390099" y="779907"/>
                  </a:lnTo>
                  <a:lnTo>
                    <a:pt x="10390099" y="769366"/>
                  </a:lnTo>
                  <a:lnTo>
                    <a:pt x="10385781" y="765175"/>
                  </a:lnTo>
                  <a:close/>
                </a:path>
                <a:path w="10390505" h="4652010">
                  <a:moveTo>
                    <a:pt x="10385781" y="803275"/>
                  </a:moveTo>
                  <a:lnTo>
                    <a:pt x="10375367" y="803275"/>
                  </a:lnTo>
                  <a:lnTo>
                    <a:pt x="10371049" y="807593"/>
                  </a:lnTo>
                  <a:lnTo>
                    <a:pt x="10371049" y="818134"/>
                  </a:lnTo>
                  <a:lnTo>
                    <a:pt x="10375367" y="822325"/>
                  </a:lnTo>
                  <a:lnTo>
                    <a:pt x="10385781" y="822325"/>
                  </a:lnTo>
                  <a:lnTo>
                    <a:pt x="10390099" y="818134"/>
                  </a:lnTo>
                  <a:lnTo>
                    <a:pt x="10390099" y="807593"/>
                  </a:lnTo>
                  <a:lnTo>
                    <a:pt x="10385781" y="803275"/>
                  </a:lnTo>
                  <a:close/>
                </a:path>
                <a:path w="10390505" h="4652010">
                  <a:moveTo>
                    <a:pt x="10385781" y="841375"/>
                  </a:moveTo>
                  <a:lnTo>
                    <a:pt x="10375367" y="841375"/>
                  </a:lnTo>
                  <a:lnTo>
                    <a:pt x="10371049" y="845693"/>
                  </a:lnTo>
                  <a:lnTo>
                    <a:pt x="10371049" y="856234"/>
                  </a:lnTo>
                  <a:lnTo>
                    <a:pt x="10375367" y="860425"/>
                  </a:lnTo>
                  <a:lnTo>
                    <a:pt x="10385781" y="860425"/>
                  </a:lnTo>
                  <a:lnTo>
                    <a:pt x="10390099" y="856234"/>
                  </a:lnTo>
                  <a:lnTo>
                    <a:pt x="10390099" y="845693"/>
                  </a:lnTo>
                  <a:lnTo>
                    <a:pt x="10385781" y="841375"/>
                  </a:lnTo>
                  <a:close/>
                </a:path>
                <a:path w="10390505" h="4652010">
                  <a:moveTo>
                    <a:pt x="10385781" y="879475"/>
                  </a:moveTo>
                  <a:lnTo>
                    <a:pt x="10375367" y="879475"/>
                  </a:lnTo>
                  <a:lnTo>
                    <a:pt x="10371049" y="883793"/>
                  </a:lnTo>
                  <a:lnTo>
                    <a:pt x="10371049" y="894334"/>
                  </a:lnTo>
                  <a:lnTo>
                    <a:pt x="10375367" y="898525"/>
                  </a:lnTo>
                  <a:lnTo>
                    <a:pt x="10385781" y="898525"/>
                  </a:lnTo>
                  <a:lnTo>
                    <a:pt x="10390099" y="894334"/>
                  </a:lnTo>
                  <a:lnTo>
                    <a:pt x="10390099" y="883793"/>
                  </a:lnTo>
                  <a:lnTo>
                    <a:pt x="10385781" y="879475"/>
                  </a:lnTo>
                  <a:close/>
                </a:path>
                <a:path w="10390505" h="4652010">
                  <a:moveTo>
                    <a:pt x="10385781" y="917575"/>
                  </a:moveTo>
                  <a:lnTo>
                    <a:pt x="10375367" y="917575"/>
                  </a:lnTo>
                  <a:lnTo>
                    <a:pt x="10371049" y="921893"/>
                  </a:lnTo>
                  <a:lnTo>
                    <a:pt x="10371049" y="932434"/>
                  </a:lnTo>
                  <a:lnTo>
                    <a:pt x="10375367" y="936751"/>
                  </a:lnTo>
                  <a:lnTo>
                    <a:pt x="10385781" y="936751"/>
                  </a:lnTo>
                  <a:lnTo>
                    <a:pt x="10390099" y="932434"/>
                  </a:lnTo>
                  <a:lnTo>
                    <a:pt x="10390099" y="921893"/>
                  </a:lnTo>
                  <a:lnTo>
                    <a:pt x="10385781" y="917575"/>
                  </a:lnTo>
                  <a:close/>
                </a:path>
                <a:path w="10390505" h="4652010">
                  <a:moveTo>
                    <a:pt x="10385781" y="955801"/>
                  </a:moveTo>
                  <a:lnTo>
                    <a:pt x="10375367" y="955801"/>
                  </a:lnTo>
                  <a:lnTo>
                    <a:pt x="10371049" y="959993"/>
                  </a:lnTo>
                  <a:lnTo>
                    <a:pt x="10371049" y="970534"/>
                  </a:lnTo>
                  <a:lnTo>
                    <a:pt x="10375367" y="974851"/>
                  </a:lnTo>
                  <a:lnTo>
                    <a:pt x="10385781" y="974851"/>
                  </a:lnTo>
                  <a:lnTo>
                    <a:pt x="10390099" y="970534"/>
                  </a:lnTo>
                  <a:lnTo>
                    <a:pt x="10390099" y="959993"/>
                  </a:lnTo>
                  <a:lnTo>
                    <a:pt x="10385781" y="955801"/>
                  </a:lnTo>
                  <a:close/>
                </a:path>
                <a:path w="10390505" h="4652010">
                  <a:moveTo>
                    <a:pt x="10385781" y="993901"/>
                  </a:moveTo>
                  <a:lnTo>
                    <a:pt x="10375367" y="993901"/>
                  </a:lnTo>
                  <a:lnTo>
                    <a:pt x="10371049" y="998093"/>
                  </a:lnTo>
                  <a:lnTo>
                    <a:pt x="10371049" y="1008634"/>
                  </a:lnTo>
                  <a:lnTo>
                    <a:pt x="10375367" y="1012951"/>
                  </a:lnTo>
                  <a:lnTo>
                    <a:pt x="10385781" y="1012951"/>
                  </a:lnTo>
                  <a:lnTo>
                    <a:pt x="10390099" y="1008634"/>
                  </a:lnTo>
                  <a:lnTo>
                    <a:pt x="10390099" y="998093"/>
                  </a:lnTo>
                  <a:lnTo>
                    <a:pt x="10385781" y="993901"/>
                  </a:lnTo>
                  <a:close/>
                </a:path>
                <a:path w="10390505" h="4652010">
                  <a:moveTo>
                    <a:pt x="10385781" y="1032001"/>
                  </a:moveTo>
                  <a:lnTo>
                    <a:pt x="10375367" y="1032001"/>
                  </a:lnTo>
                  <a:lnTo>
                    <a:pt x="10371049" y="1036193"/>
                  </a:lnTo>
                  <a:lnTo>
                    <a:pt x="10371049" y="1046734"/>
                  </a:lnTo>
                  <a:lnTo>
                    <a:pt x="10375367" y="1051052"/>
                  </a:lnTo>
                  <a:lnTo>
                    <a:pt x="10385781" y="1051052"/>
                  </a:lnTo>
                  <a:lnTo>
                    <a:pt x="10390099" y="1046734"/>
                  </a:lnTo>
                  <a:lnTo>
                    <a:pt x="10390099" y="1036193"/>
                  </a:lnTo>
                  <a:lnTo>
                    <a:pt x="10385781" y="1032001"/>
                  </a:lnTo>
                  <a:close/>
                </a:path>
                <a:path w="10390505" h="4652010">
                  <a:moveTo>
                    <a:pt x="10385781" y="1070102"/>
                  </a:moveTo>
                  <a:lnTo>
                    <a:pt x="10375367" y="1070102"/>
                  </a:lnTo>
                  <a:lnTo>
                    <a:pt x="10371049" y="1074420"/>
                  </a:lnTo>
                  <a:lnTo>
                    <a:pt x="10371049" y="1084961"/>
                  </a:lnTo>
                  <a:lnTo>
                    <a:pt x="10375367" y="1089152"/>
                  </a:lnTo>
                  <a:lnTo>
                    <a:pt x="10385781" y="1089152"/>
                  </a:lnTo>
                  <a:lnTo>
                    <a:pt x="10390099" y="1084961"/>
                  </a:lnTo>
                  <a:lnTo>
                    <a:pt x="10390099" y="1074420"/>
                  </a:lnTo>
                  <a:lnTo>
                    <a:pt x="10385781" y="1070102"/>
                  </a:lnTo>
                  <a:close/>
                </a:path>
                <a:path w="10390505" h="4652010">
                  <a:moveTo>
                    <a:pt x="10385781" y="1108202"/>
                  </a:moveTo>
                  <a:lnTo>
                    <a:pt x="10375367" y="1108202"/>
                  </a:lnTo>
                  <a:lnTo>
                    <a:pt x="10371049" y="1112520"/>
                  </a:lnTo>
                  <a:lnTo>
                    <a:pt x="10371049" y="1123061"/>
                  </a:lnTo>
                  <a:lnTo>
                    <a:pt x="10375367" y="1127252"/>
                  </a:lnTo>
                  <a:lnTo>
                    <a:pt x="10385781" y="1127252"/>
                  </a:lnTo>
                  <a:lnTo>
                    <a:pt x="10390099" y="1123061"/>
                  </a:lnTo>
                  <a:lnTo>
                    <a:pt x="10390099" y="1112520"/>
                  </a:lnTo>
                  <a:lnTo>
                    <a:pt x="10385781" y="1108202"/>
                  </a:lnTo>
                  <a:close/>
                </a:path>
                <a:path w="10390505" h="4652010">
                  <a:moveTo>
                    <a:pt x="10385781" y="1146302"/>
                  </a:moveTo>
                  <a:lnTo>
                    <a:pt x="10375367" y="1146302"/>
                  </a:lnTo>
                  <a:lnTo>
                    <a:pt x="10371049" y="1150620"/>
                  </a:lnTo>
                  <a:lnTo>
                    <a:pt x="10371049" y="1161161"/>
                  </a:lnTo>
                  <a:lnTo>
                    <a:pt x="10375367" y="1165352"/>
                  </a:lnTo>
                  <a:lnTo>
                    <a:pt x="10385781" y="1165352"/>
                  </a:lnTo>
                  <a:lnTo>
                    <a:pt x="10390099" y="1161161"/>
                  </a:lnTo>
                  <a:lnTo>
                    <a:pt x="10390099" y="1150620"/>
                  </a:lnTo>
                  <a:lnTo>
                    <a:pt x="10385781" y="1146302"/>
                  </a:lnTo>
                  <a:close/>
                </a:path>
                <a:path w="10390505" h="4652010">
                  <a:moveTo>
                    <a:pt x="10385781" y="1184402"/>
                  </a:moveTo>
                  <a:lnTo>
                    <a:pt x="10375367" y="1184402"/>
                  </a:lnTo>
                  <a:lnTo>
                    <a:pt x="10371049" y="1188720"/>
                  </a:lnTo>
                  <a:lnTo>
                    <a:pt x="10371049" y="1199261"/>
                  </a:lnTo>
                  <a:lnTo>
                    <a:pt x="10375367" y="1203579"/>
                  </a:lnTo>
                  <a:lnTo>
                    <a:pt x="10385781" y="1203579"/>
                  </a:lnTo>
                  <a:lnTo>
                    <a:pt x="10390099" y="1199261"/>
                  </a:lnTo>
                  <a:lnTo>
                    <a:pt x="10390099" y="1194054"/>
                  </a:lnTo>
                  <a:lnTo>
                    <a:pt x="10377399" y="1194054"/>
                  </a:lnTo>
                  <a:lnTo>
                    <a:pt x="10377399" y="1193927"/>
                  </a:lnTo>
                  <a:lnTo>
                    <a:pt x="10390099" y="1193927"/>
                  </a:lnTo>
                  <a:lnTo>
                    <a:pt x="10390099" y="1188720"/>
                  </a:lnTo>
                  <a:lnTo>
                    <a:pt x="10385781" y="1184402"/>
                  </a:lnTo>
                  <a:close/>
                </a:path>
                <a:path w="10390505" h="4652010">
                  <a:moveTo>
                    <a:pt x="10390099" y="1193927"/>
                  </a:moveTo>
                  <a:lnTo>
                    <a:pt x="10383749" y="1193927"/>
                  </a:lnTo>
                  <a:lnTo>
                    <a:pt x="10383749" y="1194054"/>
                  </a:lnTo>
                  <a:lnTo>
                    <a:pt x="10390099" y="1194054"/>
                  </a:lnTo>
                  <a:lnTo>
                    <a:pt x="10390099" y="1193927"/>
                  </a:lnTo>
                  <a:close/>
                </a:path>
                <a:path w="10390505" h="4652010">
                  <a:moveTo>
                    <a:pt x="10385781" y="1222629"/>
                  </a:moveTo>
                  <a:lnTo>
                    <a:pt x="10375367" y="1222629"/>
                  </a:lnTo>
                  <a:lnTo>
                    <a:pt x="10371049" y="1226820"/>
                  </a:lnTo>
                  <a:lnTo>
                    <a:pt x="10371049" y="1237361"/>
                  </a:lnTo>
                  <a:lnTo>
                    <a:pt x="10375367" y="1241679"/>
                  </a:lnTo>
                  <a:lnTo>
                    <a:pt x="10385781" y="1241679"/>
                  </a:lnTo>
                  <a:lnTo>
                    <a:pt x="10390099" y="1237361"/>
                  </a:lnTo>
                  <a:lnTo>
                    <a:pt x="10390099" y="1226820"/>
                  </a:lnTo>
                  <a:lnTo>
                    <a:pt x="10385781" y="1222629"/>
                  </a:lnTo>
                  <a:close/>
                </a:path>
                <a:path w="10390505" h="4652010">
                  <a:moveTo>
                    <a:pt x="10385781" y="1260729"/>
                  </a:moveTo>
                  <a:lnTo>
                    <a:pt x="10375367" y="1260729"/>
                  </a:lnTo>
                  <a:lnTo>
                    <a:pt x="10371049" y="1264920"/>
                  </a:lnTo>
                  <a:lnTo>
                    <a:pt x="10371049" y="1275461"/>
                  </a:lnTo>
                  <a:lnTo>
                    <a:pt x="10375367" y="1279779"/>
                  </a:lnTo>
                  <a:lnTo>
                    <a:pt x="10385781" y="1279779"/>
                  </a:lnTo>
                  <a:lnTo>
                    <a:pt x="10390099" y="1275461"/>
                  </a:lnTo>
                  <a:lnTo>
                    <a:pt x="10390099" y="1264920"/>
                  </a:lnTo>
                  <a:lnTo>
                    <a:pt x="10385781" y="1260729"/>
                  </a:lnTo>
                  <a:close/>
                </a:path>
                <a:path w="10390505" h="4652010">
                  <a:moveTo>
                    <a:pt x="10385781" y="1298829"/>
                  </a:moveTo>
                  <a:lnTo>
                    <a:pt x="10375367" y="1298829"/>
                  </a:lnTo>
                  <a:lnTo>
                    <a:pt x="10371049" y="1303147"/>
                  </a:lnTo>
                  <a:lnTo>
                    <a:pt x="10371049" y="1313688"/>
                  </a:lnTo>
                  <a:lnTo>
                    <a:pt x="10375367" y="1317879"/>
                  </a:lnTo>
                  <a:lnTo>
                    <a:pt x="10385781" y="1317879"/>
                  </a:lnTo>
                  <a:lnTo>
                    <a:pt x="10390099" y="1313688"/>
                  </a:lnTo>
                  <a:lnTo>
                    <a:pt x="10390099" y="1303147"/>
                  </a:lnTo>
                  <a:lnTo>
                    <a:pt x="10385781" y="1298829"/>
                  </a:lnTo>
                  <a:close/>
                </a:path>
                <a:path w="10390505" h="4652010">
                  <a:moveTo>
                    <a:pt x="10385781" y="1336929"/>
                  </a:moveTo>
                  <a:lnTo>
                    <a:pt x="10375367" y="1336929"/>
                  </a:lnTo>
                  <a:lnTo>
                    <a:pt x="10371049" y="1341247"/>
                  </a:lnTo>
                  <a:lnTo>
                    <a:pt x="10371049" y="1351788"/>
                  </a:lnTo>
                  <a:lnTo>
                    <a:pt x="10375367" y="1355979"/>
                  </a:lnTo>
                  <a:lnTo>
                    <a:pt x="10385781" y="1355979"/>
                  </a:lnTo>
                  <a:lnTo>
                    <a:pt x="10390099" y="1351788"/>
                  </a:lnTo>
                  <a:lnTo>
                    <a:pt x="10390099" y="1341247"/>
                  </a:lnTo>
                  <a:lnTo>
                    <a:pt x="10385781" y="1336929"/>
                  </a:lnTo>
                  <a:close/>
                </a:path>
                <a:path w="10390505" h="4652010">
                  <a:moveTo>
                    <a:pt x="10385781" y="1375029"/>
                  </a:moveTo>
                  <a:lnTo>
                    <a:pt x="10375367" y="1375029"/>
                  </a:lnTo>
                  <a:lnTo>
                    <a:pt x="10371049" y="1379347"/>
                  </a:lnTo>
                  <a:lnTo>
                    <a:pt x="10371049" y="1389888"/>
                  </a:lnTo>
                  <a:lnTo>
                    <a:pt x="10375367" y="1394079"/>
                  </a:lnTo>
                  <a:lnTo>
                    <a:pt x="10385781" y="1394079"/>
                  </a:lnTo>
                  <a:lnTo>
                    <a:pt x="10390099" y="1389888"/>
                  </a:lnTo>
                  <a:lnTo>
                    <a:pt x="10390099" y="1379347"/>
                  </a:lnTo>
                  <a:lnTo>
                    <a:pt x="10385781" y="1375029"/>
                  </a:lnTo>
                  <a:close/>
                </a:path>
                <a:path w="10390505" h="4652010">
                  <a:moveTo>
                    <a:pt x="10385781" y="1413129"/>
                  </a:moveTo>
                  <a:lnTo>
                    <a:pt x="10375367" y="1413129"/>
                  </a:lnTo>
                  <a:lnTo>
                    <a:pt x="10371049" y="1417447"/>
                  </a:lnTo>
                  <a:lnTo>
                    <a:pt x="10371049" y="1427988"/>
                  </a:lnTo>
                  <a:lnTo>
                    <a:pt x="10375367" y="1432306"/>
                  </a:lnTo>
                  <a:lnTo>
                    <a:pt x="10385781" y="1432306"/>
                  </a:lnTo>
                  <a:lnTo>
                    <a:pt x="10390099" y="1427988"/>
                  </a:lnTo>
                  <a:lnTo>
                    <a:pt x="10390099" y="1417447"/>
                  </a:lnTo>
                  <a:lnTo>
                    <a:pt x="10385781" y="1413129"/>
                  </a:lnTo>
                  <a:close/>
                </a:path>
                <a:path w="10390505" h="4652010">
                  <a:moveTo>
                    <a:pt x="10385781" y="1451356"/>
                  </a:moveTo>
                  <a:lnTo>
                    <a:pt x="10375367" y="1451356"/>
                  </a:lnTo>
                  <a:lnTo>
                    <a:pt x="10371049" y="1455547"/>
                  </a:lnTo>
                  <a:lnTo>
                    <a:pt x="10371049" y="1466088"/>
                  </a:lnTo>
                  <a:lnTo>
                    <a:pt x="10375367" y="1470406"/>
                  </a:lnTo>
                  <a:lnTo>
                    <a:pt x="10385781" y="1470406"/>
                  </a:lnTo>
                  <a:lnTo>
                    <a:pt x="10390099" y="1466088"/>
                  </a:lnTo>
                  <a:lnTo>
                    <a:pt x="10390099" y="1455547"/>
                  </a:lnTo>
                  <a:lnTo>
                    <a:pt x="10385781" y="1451356"/>
                  </a:lnTo>
                  <a:close/>
                </a:path>
                <a:path w="10390505" h="4652010">
                  <a:moveTo>
                    <a:pt x="10385781" y="1489456"/>
                  </a:moveTo>
                  <a:lnTo>
                    <a:pt x="10375367" y="1489456"/>
                  </a:lnTo>
                  <a:lnTo>
                    <a:pt x="10371049" y="1493647"/>
                  </a:lnTo>
                  <a:lnTo>
                    <a:pt x="10371049" y="1504188"/>
                  </a:lnTo>
                  <a:lnTo>
                    <a:pt x="10375367" y="1508506"/>
                  </a:lnTo>
                  <a:lnTo>
                    <a:pt x="10385781" y="1508506"/>
                  </a:lnTo>
                  <a:lnTo>
                    <a:pt x="10390099" y="1504188"/>
                  </a:lnTo>
                  <a:lnTo>
                    <a:pt x="10390099" y="1493647"/>
                  </a:lnTo>
                  <a:lnTo>
                    <a:pt x="10385781" y="1489456"/>
                  </a:lnTo>
                  <a:close/>
                </a:path>
                <a:path w="10390505" h="4652010">
                  <a:moveTo>
                    <a:pt x="10385781" y="1527556"/>
                  </a:moveTo>
                  <a:lnTo>
                    <a:pt x="10375367" y="1527556"/>
                  </a:lnTo>
                  <a:lnTo>
                    <a:pt x="10371049" y="1531747"/>
                  </a:lnTo>
                  <a:lnTo>
                    <a:pt x="10371049" y="1542288"/>
                  </a:lnTo>
                  <a:lnTo>
                    <a:pt x="10375367" y="1546606"/>
                  </a:lnTo>
                  <a:lnTo>
                    <a:pt x="10385781" y="1546606"/>
                  </a:lnTo>
                  <a:lnTo>
                    <a:pt x="10390099" y="1542288"/>
                  </a:lnTo>
                  <a:lnTo>
                    <a:pt x="10390099" y="1531747"/>
                  </a:lnTo>
                  <a:lnTo>
                    <a:pt x="10385781" y="1527556"/>
                  </a:lnTo>
                  <a:close/>
                </a:path>
                <a:path w="10390505" h="4652010">
                  <a:moveTo>
                    <a:pt x="10385781" y="1565656"/>
                  </a:moveTo>
                  <a:lnTo>
                    <a:pt x="10375367" y="1565656"/>
                  </a:lnTo>
                  <a:lnTo>
                    <a:pt x="10371049" y="1569974"/>
                  </a:lnTo>
                  <a:lnTo>
                    <a:pt x="10371049" y="1580515"/>
                  </a:lnTo>
                  <a:lnTo>
                    <a:pt x="10375367" y="1584706"/>
                  </a:lnTo>
                  <a:lnTo>
                    <a:pt x="10385781" y="1584706"/>
                  </a:lnTo>
                  <a:lnTo>
                    <a:pt x="10390099" y="1580515"/>
                  </a:lnTo>
                  <a:lnTo>
                    <a:pt x="10390099" y="1569974"/>
                  </a:lnTo>
                  <a:lnTo>
                    <a:pt x="10385781" y="1565656"/>
                  </a:lnTo>
                  <a:close/>
                </a:path>
                <a:path w="10390505" h="4652010">
                  <a:moveTo>
                    <a:pt x="10385781" y="1603756"/>
                  </a:moveTo>
                  <a:lnTo>
                    <a:pt x="10375367" y="1603756"/>
                  </a:lnTo>
                  <a:lnTo>
                    <a:pt x="10371049" y="1608074"/>
                  </a:lnTo>
                  <a:lnTo>
                    <a:pt x="10371049" y="1618615"/>
                  </a:lnTo>
                  <a:lnTo>
                    <a:pt x="10375367" y="1622806"/>
                  </a:lnTo>
                  <a:lnTo>
                    <a:pt x="10385781" y="1622806"/>
                  </a:lnTo>
                  <a:lnTo>
                    <a:pt x="10390099" y="1618615"/>
                  </a:lnTo>
                  <a:lnTo>
                    <a:pt x="10390099" y="1608074"/>
                  </a:lnTo>
                  <a:lnTo>
                    <a:pt x="10385781" y="1603756"/>
                  </a:lnTo>
                  <a:close/>
                </a:path>
                <a:path w="10390505" h="4652010">
                  <a:moveTo>
                    <a:pt x="10385781" y="1641856"/>
                  </a:moveTo>
                  <a:lnTo>
                    <a:pt x="10375367" y="1641856"/>
                  </a:lnTo>
                  <a:lnTo>
                    <a:pt x="10371049" y="1646174"/>
                  </a:lnTo>
                  <a:lnTo>
                    <a:pt x="10371049" y="1656715"/>
                  </a:lnTo>
                  <a:lnTo>
                    <a:pt x="10375367" y="1660906"/>
                  </a:lnTo>
                  <a:lnTo>
                    <a:pt x="10385781" y="1660906"/>
                  </a:lnTo>
                  <a:lnTo>
                    <a:pt x="10390099" y="1656715"/>
                  </a:lnTo>
                  <a:lnTo>
                    <a:pt x="10390099" y="1646174"/>
                  </a:lnTo>
                  <a:lnTo>
                    <a:pt x="10385781" y="1641856"/>
                  </a:lnTo>
                  <a:close/>
                </a:path>
                <a:path w="10390505" h="4652010">
                  <a:moveTo>
                    <a:pt x="10385781" y="1679956"/>
                  </a:moveTo>
                  <a:lnTo>
                    <a:pt x="10375367" y="1679956"/>
                  </a:lnTo>
                  <a:lnTo>
                    <a:pt x="10371049" y="1684274"/>
                  </a:lnTo>
                  <a:lnTo>
                    <a:pt x="10371049" y="1694815"/>
                  </a:lnTo>
                  <a:lnTo>
                    <a:pt x="10375367" y="1699133"/>
                  </a:lnTo>
                  <a:lnTo>
                    <a:pt x="10385781" y="1699133"/>
                  </a:lnTo>
                  <a:lnTo>
                    <a:pt x="10390099" y="1694815"/>
                  </a:lnTo>
                  <a:lnTo>
                    <a:pt x="10390099" y="1684274"/>
                  </a:lnTo>
                  <a:lnTo>
                    <a:pt x="10385781" y="1679956"/>
                  </a:lnTo>
                  <a:close/>
                </a:path>
                <a:path w="10390505" h="4652010">
                  <a:moveTo>
                    <a:pt x="10385781" y="1718183"/>
                  </a:moveTo>
                  <a:lnTo>
                    <a:pt x="10375367" y="1718183"/>
                  </a:lnTo>
                  <a:lnTo>
                    <a:pt x="10371049" y="1722374"/>
                  </a:lnTo>
                  <a:lnTo>
                    <a:pt x="10371049" y="1732915"/>
                  </a:lnTo>
                  <a:lnTo>
                    <a:pt x="10375367" y="1737233"/>
                  </a:lnTo>
                  <a:lnTo>
                    <a:pt x="10385781" y="1737233"/>
                  </a:lnTo>
                  <a:lnTo>
                    <a:pt x="10390099" y="1732915"/>
                  </a:lnTo>
                  <a:lnTo>
                    <a:pt x="10390099" y="1722374"/>
                  </a:lnTo>
                  <a:lnTo>
                    <a:pt x="10385781" y="1718183"/>
                  </a:lnTo>
                  <a:close/>
                </a:path>
                <a:path w="10390505" h="4652010">
                  <a:moveTo>
                    <a:pt x="10385781" y="1756283"/>
                  </a:moveTo>
                  <a:lnTo>
                    <a:pt x="10375367" y="1756283"/>
                  </a:lnTo>
                  <a:lnTo>
                    <a:pt x="10371049" y="1760474"/>
                  </a:lnTo>
                  <a:lnTo>
                    <a:pt x="10371049" y="1771015"/>
                  </a:lnTo>
                  <a:lnTo>
                    <a:pt x="10375367" y="1775333"/>
                  </a:lnTo>
                  <a:lnTo>
                    <a:pt x="10385781" y="1775333"/>
                  </a:lnTo>
                  <a:lnTo>
                    <a:pt x="10390099" y="1771015"/>
                  </a:lnTo>
                  <a:lnTo>
                    <a:pt x="10390099" y="1760474"/>
                  </a:lnTo>
                  <a:lnTo>
                    <a:pt x="10385781" y="1756283"/>
                  </a:lnTo>
                  <a:close/>
                </a:path>
                <a:path w="10390505" h="4652010">
                  <a:moveTo>
                    <a:pt x="10385781" y="1794383"/>
                  </a:moveTo>
                  <a:lnTo>
                    <a:pt x="10375367" y="1794383"/>
                  </a:lnTo>
                  <a:lnTo>
                    <a:pt x="10371049" y="1798574"/>
                  </a:lnTo>
                  <a:lnTo>
                    <a:pt x="10371049" y="1809115"/>
                  </a:lnTo>
                  <a:lnTo>
                    <a:pt x="10375367" y="1813433"/>
                  </a:lnTo>
                  <a:lnTo>
                    <a:pt x="10385781" y="1813433"/>
                  </a:lnTo>
                  <a:lnTo>
                    <a:pt x="10390099" y="1809115"/>
                  </a:lnTo>
                  <a:lnTo>
                    <a:pt x="10390099" y="1798574"/>
                  </a:lnTo>
                  <a:lnTo>
                    <a:pt x="10385781" y="1794383"/>
                  </a:lnTo>
                  <a:close/>
                </a:path>
                <a:path w="10390505" h="4652010">
                  <a:moveTo>
                    <a:pt x="10385781" y="1832483"/>
                  </a:moveTo>
                  <a:lnTo>
                    <a:pt x="10375367" y="1832483"/>
                  </a:lnTo>
                  <a:lnTo>
                    <a:pt x="10371049" y="1836801"/>
                  </a:lnTo>
                  <a:lnTo>
                    <a:pt x="10371049" y="1847342"/>
                  </a:lnTo>
                  <a:lnTo>
                    <a:pt x="10375367" y="1851533"/>
                  </a:lnTo>
                  <a:lnTo>
                    <a:pt x="10385781" y="1851533"/>
                  </a:lnTo>
                  <a:lnTo>
                    <a:pt x="10390099" y="1847342"/>
                  </a:lnTo>
                  <a:lnTo>
                    <a:pt x="10390099" y="1836801"/>
                  </a:lnTo>
                  <a:lnTo>
                    <a:pt x="10385781" y="1832483"/>
                  </a:lnTo>
                  <a:close/>
                </a:path>
                <a:path w="10390505" h="4652010">
                  <a:moveTo>
                    <a:pt x="10385781" y="1870583"/>
                  </a:moveTo>
                  <a:lnTo>
                    <a:pt x="10375367" y="1870583"/>
                  </a:lnTo>
                  <a:lnTo>
                    <a:pt x="10371049" y="1874901"/>
                  </a:lnTo>
                  <a:lnTo>
                    <a:pt x="10371049" y="1885442"/>
                  </a:lnTo>
                  <a:lnTo>
                    <a:pt x="10375367" y="1889633"/>
                  </a:lnTo>
                  <a:lnTo>
                    <a:pt x="10385781" y="1889633"/>
                  </a:lnTo>
                  <a:lnTo>
                    <a:pt x="10390099" y="1885442"/>
                  </a:lnTo>
                  <a:lnTo>
                    <a:pt x="10390099" y="1874901"/>
                  </a:lnTo>
                  <a:lnTo>
                    <a:pt x="10385781" y="1870583"/>
                  </a:lnTo>
                  <a:close/>
                </a:path>
                <a:path w="10390505" h="4652010">
                  <a:moveTo>
                    <a:pt x="10385781" y="1908683"/>
                  </a:moveTo>
                  <a:lnTo>
                    <a:pt x="10375367" y="1908683"/>
                  </a:lnTo>
                  <a:lnTo>
                    <a:pt x="10371049" y="1913001"/>
                  </a:lnTo>
                  <a:lnTo>
                    <a:pt x="10371049" y="1923542"/>
                  </a:lnTo>
                  <a:lnTo>
                    <a:pt x="10375367" y="1927733"/>
                  </a:lnTo>
                  <a:lnTo>
                    <a:pt x="10385781" y="1927733"/>
                  </a:lnTo>
                  <a:lnTo>
                    <a:pt x="10390099" y="1923542"/>
                  </a:lnTo>
                  <a:lnTo>
                    <a:pt x="10390099" y="1913001"/>
                  </a:lnTo>
                  <a:lnTo>
                    <a:pt x="10385781" y="1908683"/>
                  </a:lnTo>
                  <a:close/>
                </a:path>
                <a:path w="10390505" h="4652010">
                  <a:moveTo>
                    <a:pt x="10385781" y="1946783"/>
                  </a:moveTo>
                  <a:lnTo>
                    <a:pt x="10375367" y="1946783"/>
                  </a:lnTo>
                  <a:lnTo>
                    <a:pt x="10371049" y="1951101"/>
                  </a:lnTo>
                  <a:lnTo>
                    <a:pt x="10371049" y="1961642"/>
                  </a:lnTo>
                  <a:lnTo>
                    <a:pt x="10375367" y="1965960"/>
                  </a:lnTo>
                  <a:lnTo>
                    <a:pt x="10385781" y="1965960"/>
                  </a:lnTo>
                  <a:lnTo>
                    <a:pt x="10390099" y="1961642"/>
                  </a:lnTo>
                  <a:lnTo>
                    <a:pt x="10390099" y="1951101"/>
                  </a:lnTo>
                  <a:lnTo>
                    <a:pt x="10385781" y="1946783"/>
                  </a:lnTo>
                  <a:close/>
                </a:path>
                <a:path w="10390505" h="4652010">
                  <a:moveTo>
                    <a:pt x="10385781" y="1985010"/>
                  </a:moveTo>
                  <a:lnTo>
                    <a:pt x="10375367" y="1985010"/>
                  </a:lnTo>
                  <a:lnTo>
                    <a:pt x="10371049" y="1989201"/>
                  </a:lnTo>
                  <a:lnTo>
                    <a:pt x="10371049" y="1999742"/>
                  </a:lnTo>
                  <a:lnTo>
                    <a:pt x="10375367" y="2004060"/>
                  </a:lnTo>
                  <a:lnTo>
                    <a:pt x="10385781" y="2004060"/>
                  </a:lnTo>
                  <a:lnTo>
                    <a:pt x="10390099" y="1999742"/>
                  </a:lnTo>
                  <a:lnTo>
                    <a:pt x="10390099" y="1989201"/>
                  </a:lnTo>
                  <a:lnTo>
                    <a:pt x="10385781" y="1985010"/>
                  </a:lnTo>
                  <a:close/>
                </a:path>
                <a:path w="10390505" h="4652010">
                  <a:moveTo>
                    <a:pt x="10385781" y="2023110"/>
                  </a:moveTo>
                  <a:lnTo>
                    <a:pt x="10375367" y="2023110"/>
                  </a:lnTo>
                  <a:lnTo>
                    <a:pt x="10371049" y="2027301"/>
                  </a:lnTo>
                  <a:lnTo>
                    <a:pt x="10371049" y="2037842"/>
                  </a:lnTo>
                  <a:lnTo>
                    <a:pt x="10375367" y="2042160"/>
                  </a:lnTo>
                  <a:lnTo>
                    <a:pt x="10385781" y="2042160"/>
                  </a:lnTo>
                  <a:lnTo>
                    <a:pt x="10390099" y="2037842"/>
                  </a:lnTo>
                  <a:lnTo>
                    <a:pt x="10390099" y="2027301"/>
                  </a:lnTo>
                  <a:lnTo>
                    <a:pt x="10385781" y="2023110"/>
                  </a:lnTo>
                  <a:close/>
                </a:path>
                <a:path w="10390505" h="4652010">
                  <a:moveTo>
                    <a:pt x="10385781" y="2061210"/>
                  </a:moveTo>
                  <a:lnTo>
                    <a:pt x="10375367" y="2061210"/>
                  </a:lnTo>
                  <a:lnTo>
                    <a:pt x="10371049" y="2065528"/>
                  </a:lnTo>
                  <a:lnTo>
                    <a:pt x="10371049" y="2076069"/>
                  </a:lnTo>
                  <a:lnTo>
                    <a:pt x="10375367" y="2080260"/>
                  </a:lnTo>
                  <a:lnTo>
                    <a:pt x="10385781" y="2080260"/>
                  </a:lnTo>
                  <a:lnTo>
                    <a:pt x="10390099" y="2076069"/>
                  </a:lnTo>
                  <a:lnTo>
                    <a:pt x="10390099" y="2065528"/>
                  </a:lnTo>
                  <a:lnTo>
                    <a:pt x="10385781" y="2061210"/>
                  </a:lnTo>
                  <a:close/>
                </a:path>
                <a:path w="10390505" h="4652010">
                  <a:moveTo>
                    <a:pt x="10385781" y="2099310"/>
                  </a:moveTo>
                  <a:lnTo>
                    <a:pt x="10375367" y="2099310"/>
                  </a:lnTo>
                  <a:lnTo>
                    <a:pt x="10371049" y="2103628"/>
                  </a:lnTo>
                  <a:lnTo>
                    <a:pt x="10371049" y="2114169"/>
                  </a:lnTo>
                  <a:lnTo>
                    <a:pt x="10375367" y="2118360"/>
                  </a:lnTo>
                  <a:lnTo>
                    <a:pt x="10385781" y="2118360"/>
                  </a:lnTo>
                  <a:lnTo>
                    <a:pt x="10390099" y="2114169"/>
                  </a:lnTo>
                  <a:lnTo>
                    <a:pt x="10390099" y="2103628"/>
                  </a:lnTo>
                  <a:lnTo>
                    <a:pt x="10385781" y="2099310"/>
                  </a:lnTo>
                  <a:close/>
                </a:path>
                <a:path w="10390505" h="4652010">
                  <a:moveTo>
                    <a:pt x="10385781" y="2137410"/>
                  </a:moveTo>
                  <a:lnTo>
                    <a:pt x="10375367" y="2137410"/>
                  </a:lnTo>
                  <a:lnTo>
                    <a:pt x="10371049" y="2141728"/>
                  </a:lnTo>
                  <a:lnTo>
                    <a:pt x="10371049" y="2152269"/>
                  </a:lnTo>
                  <a:lnTo>
                    <a:pt x="10375367" y="2156460"/>
                  </a:lnTo>
                  <a:lnTo>
                    <a:pt x="10385781" y="2156460"/>
                  </a:lnTo>
                  <a:lnTo>
                    <a:pt x="10390099" y="2152269"/>
                  </a:lnTo>
                  <a:lnTo>
                    <a:pt x="10390099" y="2141728"/>
                  </a:lnTo>
                  <a:lnTo>
                    <a:pt x="10385781" y="2137410"/>
                  </a:lnTo>
                  <a:close/>
                </a:path>
                <a:path w="10390505" h="4652010">
                  <a:moveTo>
                    <a:pt x="10385781" y="2175510"/>
                  </a:moveTo>
                  <a:lnTo>
                    <a:pt x="10375367" y="2175510"/>
                  </a:lnTo>
                  <a:lnTo>
                    <a:pt x="10371049" y="2179828"/>
                  </a:lnTo>
                  <a:lnTo>
                    <a:pt x="10371049" y="2190369"/>
                  </a:lnTo>
                  <a:lnTo>
                    <a:pt x="10375367" y="2194687"/>
                  </a:lnTo>
                  <a:lnTo>
                    <a:pt x="10385781" y="2194687"/>
                  </a:lnTo>
                  <a:lnTo>
                    <a:pt x="10390099" y="2190369"/>
                  </a:lnTo>
                  <a:lnTo>
                    <a:pt x="10390099" y="2185162"/>
                  </a:lnTo>
                  <a:lnTo>
                    <a:pt x="10377399" y="2185162"/>
                  </a:lnTo>
                  <a:lnTo>
                    <a:pt x="10377399" y="2185035"/>
                  </a:lnTo>
                  <a:lnTo>
                    <a:pt x="10390099" y="2185035"/>
                  </a:lnTo>
                  <a:lnTo>
                    <a:pt x="10390099" y="2179828"/>
                  </a:lnTo>
                  <a:lnTo>
                    <a:pt x="10385781" y="2175510"/>
                  </a:lnTo>
                  <a:close/>
                </a:path>
                <a:path w="10390505" h="4652010">
                  <a:moveTo>
                    <a:pt x="10390099" y="2185035"/>
                  </a:moveTo>
                  <a:lnTo>
                    <a:pt x="10383749" y="2185035"/>
                  </a:lnTo>
                  <a:lnTo>
                    <a:pt x="10383749" y="2185162"/>
                  </a:lnTo>
                  <a:lnTo>
                    <a:pt x="10390099" y="2185162"/>
                  </a:lnTo>
                  <a:lnTo>
                    <a:pt x="10390099" y="2185035"/>
                  </a:lnTo>
                  <a:close/>
                </a:path>
                <a:path w="10390505" h="4652010">
                  <a:moveTo>
                    <a:pt x="10385781" y="2213737"/>
                  </a:moveTo>
                  <a:lnTo>
                    <a:pt x="10375367" y="2213737"/>
                  </a:lnTo>
                  <a:lnTo>
                    <a:pt x="10371049" y="2217928"/>
                  </a:lnTo>
                  <a:lnTo>
                    <a:pt x="10371049" y="2228469"/>
                  </a:lnTo>
                  <a:lnTo>
                    <a:pt x="10375367" y="2232787"/>
                  </a:lnTo>
                  <a:lnTo>
                    <a:pt x="10385781" y="2232787"/>
                  </a:lnTo>
                  <a:lnTo>
                    <a:pt x="10390099" y="2228469"/>
                  </a:lnTo>
                  <a:lnTo>
                    <a:pt x="10390099" y="2217928"/>
                  </a:lnTo>
                  <a:lnTo>
                    <a:pt x="10385781" y="2213737"/>
                  </a:lnTo>
                  <a:close/>
                </a:path>
                <a:path w="10390505" h="4652010">
                  <a:moveTo>
                    <a:pt x="10385781" y="2251837"/>
                  </a:moveTo>
                  <a:lnTo>
                    <a:pt x="10375367" y="2251837"/>
                  </a:lnTo>
                  <a:lnTo>
                    <a:pt x="10371049" y="2256028"/>
                  </a:lnTo>
                  <a:lnTo>
                    <a:pt x="10371049" y="2266569"/>
                  </a:lnTo>
                  <a:lnTo>
                    <a:pt x="10375367" y="2270887"/>
                  </a:lnTo>
                  <a:lnTo>
                    <a:pt x="10385781" y="2270887"/>
                  </a:lnTo>
                  <a:lnTo>
                    <a:pt x="10390099" y="2266569"/>
                  </a:lnTo>
                  <a:lnTo>
                    <a:pt x="10390099" y="2256028"/>
                  </a:lnTo>
                  <a:lnTo>
                    <a:pt x="10385781" y="2251837"/>
                  </a:lnTo>
                  <a:close/>
                </a:path>
                <a:path w="10390505" h="4652010">
                  <a:moveTo>
                    <a:pt x="10385781" y="2289937"/>
                  </a:moveTo>
                  <a:lnTo>
                    <a:pt x="10375367" y="2289937"/>
                  </a:lnTo>
                  <a:lnTo>
                    <a:pt x="10371049" y="2294128"/>
                  </a:lnTo>
                  <a:lnTo>
                    <a:pt x="10371049" y="2304669"/>
                  </a:lnTo>
                  <a:lnTo>
                    <a:pt x="10375367" y="2308987"/>
                  </a:lnTo>
                  <a:lnTo>
                    <a:pt x="10385781" y="2308987"/>
                  </a:lnTo>
                  <a:lnTo>
                    <a:pt x="10390099" y="2304669"/>
                  </a:lnTo>
                  <a:lnTo>
                    <a:pt x="10390099" y="2294128"/>
                  </a:lnTo>
                  <a:lnTo>
                    <a:pt x="10385781" y="2289937"/>
                  </a:lnTo>
                  <a:close/>
                </a:path>
                <a:path w="10390505" h="4652010">
                  <a:moveTo>
                    <a:pt x="10385781" y="2328037"/>
                  </a:moveTo>
                  <a:lnTo>
                    <a:pt x="10375367" y="2328037"/>
                  </a:lnTo>
                  <a:lnTo>
                    <a:pt x="10371049" y="2332355"/>
                  </a:lnTo>
                  <a:lnTo>
                    <a:pt x="10371049" y="2342896"/>
                  </a:lnTo>
                  <a:lnTo>
                    <a:pt x="10375367" y="2347087"/>
                  </a:lnTo>
                  <a:lnTo>
                    <a:pt x="10385781" y="2347087"/>
                  </a:lnTo>
                  <a:lnTo>
                    <a:pt x="10390099" y="2342896"/>
                  </a:lnTo>
                  <a:lnTo>
                    <a:pt x="10390099" y="2332355"/>
                  </a:lnTo>
                  <a:lnTo>
                    <a:pt x="10385781" y="2328037"/>
                  </a:lnTo>
                  <a:close/>
                </a:path>
                <a:path w="10390505" h="4652010">
                  <a:moveTo>
                    <a:pt x="10385781" y="2366137"/>
                  </a:moveTo>
                  <a:lnTo>
                    <a:pt x="10375367" y="2366137"/>
                  </a:lnTo>
                  <a:lnTo>
                    <a:pt x="10371049" y="2370455"/>
                  </a:lnTo>
                  <a:lnTo>
                    <a:pt x="10371049" y="2380996"/>
                  </a:lnTo>
                  <a:lnTo>
                    <a:pt x="10375367" y="2385187"/>
                  </a:lnTo>
                  <a:lnTo>
                    <a:pt x="10385781" y="2385187"/>
                  </a:lnTo>
                  <a:lnTo>
                    <a:pt x="10390099" y="2380996"/>
                  </a:lnTo>
                  <a:lnTo>
                    <a:pt x="10390099" y="2370455"/>
                  </a:lnTo>
                  <a:lnTo>
                    <a:pt x="10385781" y="2366137"/>
                  </a:lnTo>
                  <a:close/>
                </a:path>
                <a:path w="10390505" h="4652010">
                  <a:moveTo>
                    <a:pt x="10385781" y="2404237"/>
                  </a:moveTo>
                  <a:lnTo>
                    <a:pt x="10375367" y="2404237"/>
                  </a:lnTo>
                  <a:lnTo>
                    <a:pt x="10371049" y="2408555"/>
                  </a:lnTo>
                  <a:lnTo>
                    <a:pt x="10371049" y="2419096"/>
                  </a:lnTo>
                  <a:lnTo>
                    <a:pt x="10375367" y="2423287"/>
                  </a:lnTo>
                  <a:lnTo>
                    <a:pt x="10385781" y="2423287"/>
                  </a:lnTo>
                  <a:lnTo>
                    <a:pt x="10390099" y="2419096"/>
                  </a:lnTo>
                  <a:lnTo>
                    <a:pt x="10390099" y="2408555"/>
                  </a:lnTo>
                  <a:lnTo>
                    <a:pt x="10385781" y="2404237"/>
                  </a:lnTo>
                  <a:close/>
                </a:path>
                <a:path w="10390505" h="4652010">
                  <a:moveTo>
                    <a:pt x="10385781" y="2442337"/>
                  </a:moveTo>
                  <a:lnTo>
                    <a:pt x="10375367" y="2442337"/>
                  </a:lnTo>
                  <a:lnTo>
                    <a:pt x="10371049" y="2446655"/>
                  </a:lnTo>
                  <a:lnTo>
                    <a:pt x="10371049" y="2457196"/>
                  </a:lnTo>
                  <a:lnTo>
                    <a:pt x="10375367" y="2461514"/>
                  </a:lnTo>
                  <a:lnTo>
                    <a:pt x="10385781" y="2461514"/>
                  </a:lnTo>
                  <a:lnTo>
                    <a:pt x="10390099" y="2457196"/>
                  </a:lnTo>
                  <a:lnTo>
                    <a:pt x="10390099" y="2446655"/>
                  </a:lnTo>
                  <a:lnTo>
                    <a:pt x="10385781" y="2442337"/>
                  </a:lnTo>
                  <a:close/>
                </a:path>
                <a:path w="10390505" h="4652010">
                  <a:moveTo>
                    <a:pt x="10385781" y="2480564"/>
                  </a:moveTo>
                  <a:lnTo>
                    <a:pt x="10375367" y="2480564"/>
                  </a:lnTo>
                  <a:lnTo>
                    <a:pt x="10371049" y="2484755"/>
                  </a:lnTo>
                  <a:lnTo>
                    <a:pt x="10371049" y="2495296"/>
                  </a:lnTo>
                  <a:lnTo>
                    <a:pt x="10375367" y="2499614"/>
                  </a:lnTo>
                  <a:lnTo>
                    <a:pt x="10385781" y="2499614"/>
                  </a:lnTo>
                  <a:lnTo>
                    <a:pt x="10390099" y="2495296"/>
                  </a:lnTo>
                  <a:lnTo>
                    <a:pt x="10390099" y="2484755"/>
                  </a:lnTo>
                  <a:lnTo>
                    <a:pt x="10385781" y="2480564"/>
                  </a:lnTo>
                  <a:close/>
                </a:path>
                <a:path w="10390505" h="4652010">
                  <a:moveTo>
                    <a:pt x="10385781" y="2518664"/>
                  </a:moveTo>
                  <a:lnTo>
                    <a:pt x="10375367" y="2518664"/>
                  </a:lnTo>
                  <a:lnTo>
                    <a:pt x="10371049" y="2522855"/>
                  </a:lnTo>
                  <a:lnTo>
                    <a:pt x="10371049" y="2533396"/>
                  </a:lnTo>
                  <a:lnTo>
                    <a:pt x="10375367" y="2537714"/>
                  </a:lnTo>
                  <a:lnTo>
                    <a:pt x="10385781" y="2537714"/>
                  </a:lnTo>
                  <a:lnTo>
                    <a:pt x="10390099" y="2533396"/>
                  </a:lnTo>
                  <a:lnTo>
                    <a:pt x="10390099" y="2522855"/>
                  </a:lnTo>
                  <a:lnTo>
                    <a:pt x="10385781" y="2518664"/>
                  </a:lnTo>
                  <a:close/>
                </a:path>
                <a:path w="10390505" h="4652010">
                  <a:moveTo>
                    <a:pt x="10385781" y="2556764"/>
                  </a:moveTo>
                  <a:lnTo>
                    <a:pt x="10375367" y="2556764"/>
                  </a:lnTo>
                  <a:lnTo>
                    <a:pt x="10371049" y="2560955"/>
                  </a:lnTo>
                  <a:lnTo>
                    <a:pt x="10371049" y="2571496"/>
                  </a:lnTo>
                  <a:lnTo>
                    <a:pt x="10375367" y="2575814"/>
                  </a:lnTo>
                  <a:lnTo>
                    <a:pt x="10385781" y="2575814"/>
                  </a:lnTo>
                  <a:lnTo>
                    <a:pt x="10390099" y="2571496"/>
                  </a:lnTo>
                  <a:lnTo>
                    <a:pt x="10390099" y="2560955"/>
                  </a:lnTo>
                  <a:lnTo>
                    <a:pt x="10385781" y="2556764"/>
                  </a:lnTo>
                  <a:close/>
                </a:path>
                <a:path w="10390505" h="4652010">
                  <a:moveTo>
                    <a:pt x="10385781" y="2594864"/>
                  </a:moveTo>
                  <a:lnTo>
                    <a:pt x="10375367" y="2594864"/>
                  </a:lnTo>
                  <a:lnTo>
                    <a:pt x="10371049" y="2599182"/>
                  </a:lnTo>
                  <a:lnTo>
                    <a:pt x="10371049" y="2609723"/>
                  </a:lnTo>
                  <a:lnTo>
                    <a:pt x="10375367" y="2613914"/>
                  </a:lnTo>
                  <a:lnTo>
                    <a:pt x="10385781" y="2613914"/>
                  </a:lnTo>
                  <a:lnTo>
                    <a:pt x="10390099" y="2609723"/>
                  </a:lnTo>
                  <a:lnTo>
                    <a:pt x="10390099" y="2599182"/>
                  </a:lnTo>
                  <a:lnTo>
                    <a:pt x="10385781" y="2594864"/>
                  </a:lnTo>
                  <a:close/>
                </a:path>
                <a:path w="10390505" h="4652010">
                  <a:moveTo>
                    <a:pt x="10385781" y="2632964"/>
                  </a:moveTo>
                  <a:lnTo>
                    <a:pt x="10375367" y="2632964"/>
                  </a:lnTo>
                  <a:lnTo>
                    <a:pt x="10371049" y="2637282"/>
                  </a:lnTo>
                  <a:lnTo>
                    <a:pt x="10371049" y="2647823"/>
                  </a:lnTo>
                  <a:lnTo>
                    <a:pt x="10375367" y="2652014"/>
                  </a:lnTo>
                  <a:lnTo>
                    <a:pt x="10385781" y="2652014"/>
                  </a:lnTo>
                  <a:lnTo>
                    <a:pt x="10390099" y="2647823"/>
                  </a:lnTo>
                  <a:lnTo>
                    <a:pt x="10390099" y="2637282"/>
                  </a:lnTo>
                  <a:lnTo>
                    <a:pt x="10385781" y="2632964"/>
                  </a:lnTo>
                  <a:close/>
                </a:path>
                <a:path w="10390505" h="4652010">
                  <a:moveTo>
                    <a:pt x="10385781" y="2671064"/>
                  </a:moveTo>
                  <a:lnTo>
                    <a:pt x="10375367" y="2671064"/>
                  </a:lnTo>
                  <a:lnTo>
                    <a:pt x="10371049" y="2675382"/>
                  </a:lnTo>
                  <a:lnTo>
                    <a:pt x="10371049" y="2685923"/>
                  </a:lnTo>
                  <a:lnTo>
                    <a:pt x="10375367" y="2690114"/>
                  </a:lnTo>
                  <a:lnTo>
                    <a:pt x="10385781" y="2690114"/>
                  </a:lnTo>
                  <a:lnTo>
                    <a:pt x="10390099" y="2685923"/>
                  </a:lnTo>
                  <a:lnTo>
                    <a:pt x="10390099" y="2675382"/>
                  </a:lnTo>
                  <a:lnTo>
                    <a:pt x="10385781" y="2671064"/>
                  </a:lnTo>
                  <a:close/>
                </a:path>
                <a:path w="10390505" h="4652010">
                  <a:moveTo>
                    <a:pt x="10385781" y="2709291"/>
                  </a:moveTo>
                  <a:lnTo>
                    <a:pt x="10375367" y="2709291"/>
                  </a:lnTo>
                  <a:lnTo>
                    <a:pt x="10371049" y="2713482"/>
                  </a:lnTo>
                  <a:lnTo>
                    <a:pt x="10371049" y="2724023"/>
                  </a:lnTo>
                  <a:lnTo>
                    <a:pt x="10375367" y="2728341"/>
                  </a:lnTo>
                  <a:lnTo>
                    <a:pt x="10385781" y="2728341"/>
                  </a:lnTo>
                  <a:lnTo>
                    <a:pt x="10390099" y="2724023"/>
                  </a:lnTo>
                  <a:lnTo>
                    <a:pt x="10390099" y="2713482"/>
                  </a:lnTo>
                  <a:lnTo>
                    <a:pt x="10385781" y="2709291"/>
                  </a:lnTo>
                  <a:close/>
                </a:path>
                <a:path w="10390505" h="4652010">
                  <a:moveTo>
                    <a:pt x="10385781" y="2747391"/>
                  </a:moveTo>
                  <a:lnTo>
                    <a:pt x="10375367" y="2747391"/>
                  </a:lnTo>
                  <a:lnTo>
                    <a:pt x="10371049" y="2751582"/>
                  </a:lnTo>
                  <a:lnTo>
                    <a:pt x="10371049" y="2762123"/>
                  </a:lnTo>
                  <a:lnTo>
                    <a:pt x="10375367" y="2766441"/>
                  </a:lnTo>
                  <a:lnTo>
                    <a:pt x="10385781" y="2766441"/>
                  </a:lnTo>
                  <a:lnTo>
                    <a:pt x="10390099" y="2762123"/>
                  </a:lnTo>
                  <a:lnTo>
                    <a:pt x="10390099" y="2751582"/>
                  </a:lnTo>
                  <a:lnTo>
                    <a:pt x="10385781" y="2747391"/>
                  </a:lnTo>
                  <a:close/>
                </a:path>
                <a:path w="10390505" h="4652010">
                  <a:moveTo>
                    <a:pt x="10385781" y="2785491"/>
                  </a:moveTo>
                  <a:lnTo>
                    <a:pt x="10375367" y="2785491"/>
                  </a:lnTo>
                  <a:lnTo>
                    <a:pt x="10371049" y="2789682"/>
                  </a:lnTo>
                  <a:lnTo>
                    <a:pt x="10371049" y="2800223"/>
                  </a:lnTo>
                  <a:lnTo>
                    <a:pt x="10375367" y="2804541"/>
                  </a:lnTo>
                  <a:lnTo>
                    <a:pt x="10385781" y="2804541"/>
                  </a:lnTo>
                  <a:lnTo>
                    <a:pt x="10390099" y="2800223"/>
                  </a:lnTo>
                  <a:lnTo>
                    <a:pt x="10390099" y="2789682"/>
                  </a:lnTo>
                  <a:lnTo>
                    <a:pt x="10385781" y="2785491"/>
                  </a:lnTo>
                  <a:close/>
                </a:path>
                <a:path w="10390505" h="4652010">
                  <a:moveTo>
                    <a:pt x="10385781" y="2823591"/>
                  </a:moveTo>
                  <a:lnTo>
                    <a:pt x="10375367" y="2823591"/>
                  </a:lnTo>
                  <a:lnTo>
                    <a:pt x="10371049" y="2827909"/>
                  </a:lnTo>
                  <a:lnTo>
                    <a:pt x="10371049" y="2838450"/>
                  </a:lnTo>
                  <a:lnTo>
                    <a:pt x="10375367" y="2842641"/>
                  </a:lnTo>
                  <a:lnTo>
                    <a:pt x="10385781" y="2842641"/>
                  </a:lnTo>
                  <a:lnTo>
                    <a:pt x="10390099" y="2838450"/>
                  </a:lnTo>
                  <a:lnTo>
                    <a:pt x="10390099" y="2827909"/>
                  </a:lnTo>
                  <a:lnTo>
                    <a:pt x="10385781" y="2823591"/>
                  </a:lnTo>
                  <a:close/>
                </a:path>
                <a:path w="10390505" h="4652010">
                  <a:moveTo>
                    <a:pt x="10385781" y="2861691"/>
                  </a:moveTo>
                  <a:lnTo>
                    <a:pt x="10375367" y="2861691"/>
                  </a:lnTo>
                  <a:lnTo>
                    <a:pt x="10371049" y="2866009"/>
                  </a:lnTo>
                  <a:lnTo>
                    <a:pt x="10371049" y="2876550"/>
                  </a:lnTo>
                  <a:lnTo>
                    <a:pt x="10375367" y="2880741"/>
                  </a:lnTo>
                  <a:lnTo>
                    <a:pt x="10385781" y="2880741"/>
                  </a:lnTo>
                  <a:lnTo>
                    <a:pt x="10390099" y="2876550"/>
                  </a:lnTo>
                  <a:lnTo>
                    <a:pt x="10390099" y="2866009"/>
                  </a:lnTo>
                  <a:lnTo>
                    <a:pt x="10385781" y="2861691"/>
                  </a:lnTo>
                  <a:close/>
                </a:path>
                <a:path w="10390505" h="4652010">
                  <a:moveTo>
                    <a:pt x="10385781" y="2899791"/>
                  </a:moveTo>
                  <a:lnTo>
                    <a:pt x="10375367" y="2899791"/>
                  </a:lnTo>
                  <a:lnTo>
                    <a:pt x="10371049" y="2904109"/>
                  </a:lnTo>
                  <a:lnTo>
                    <a:pt x="10371049" y="2914650"/>
                  </a:lnTo>
                  <a:lnTo>
                    <a:pt x="10375367" y="2918841"/>
                  </a:lnTo>
                  <a:lnTo>
                    <a:pt x="10385781" y="2918841"/>
                  </a:lnTo>
                  <a:lnTo>
                    <a:pt x="10390099" y="2914650"/>
                  </a:lnTo>
                  <a:lnTo>
                    <a:pt x="10390099" y="2904109"/>
                  </a:lnTo>
                  <a:lnTo>
                    <a:pt x="10385781" y="2899791"/>
                  </a:lnTo>
                  <a:close/>
                </a:path>
                <a:path w="10390505" h="4652010">
                  <a:moveTo>
                    <a:pt x="10385781" y="2937891"/>
                  </a:moveTo>
                  <a:lnTo>
                    <a:pt x="10375367" y="2937891"/>
                  </a:lnTo>
                  <a:lnTo>
                    <a:pt x="10371049" y="2942209"/>
                  </a:lnTo>
                  <a:lnTo>
                    <a:pt x="10371049" y="2952750"/>
                  </a:lnTo>
                  <a:lnTo>
                    <a:pt x="10375367" y="2957068"/>
                  </a:lnTo>
                  <a:lnTo>
                    <a:pt x="10385781" y="2957068"/>
                  </a:lnTo>
                  <a:lnTo>
                    <a:pt x="10390099" y="2952750"/>
                  </a:lnTo>
                  <a:lnTo>
                    <a:pt x="10390099" y="2947543"/>
                  </a:lnTo>
                  <a:lnTo>
                    <a:pt x="10377399" y="2947543"/>
                  </a:lnTo>
                  <a:lnTo>
                    <a:pt x="10377399" y="2947416"/>
                  </a:lnTo>
                  <a:lnTo>
                    <a:pt x="10390099" y="2947416"/>
                  </a:lnTo>
                  <a:lnTo>
                    <a:pt x="10390099" y="2942209"/>
                  </a:lnTo>
                  <a:lnTo>
                    <a:pt x="10385781" y="2937891"/>
                  </a:lnTo>
                  <a:close/>
                </a:path>
                <a:path w="10390505" h="4652010">
                  <a:moveTo>
                    <a:pt x="10390099" y="2947416"/>
                  </a:moveTo>
                  <a:lnTo>
                    <a:pt x="10383749" y="2947416"/>
                  </a:lnTo>
                  <a:lnTo>
                    <a:pt x="10383749" y="2947543"/>
                  </a:lnTo>
                  <a:lnTo>
                    <a:pt x="10390099" y="2947543"/>
                  </a:lnTo>
                  <a:lnTo>
                    <a:pt x="10390099" y="2947416"/>
                  </a:lnTo>
                  <a:close/>
                </a:path>
                <a:path w="10390505" h="4652010">
                  <a:moveTo>
                    <a:pt x="10385781" y="2976118"/>
                  </a:moveTo>
                  <a:lnTo>
                    <a:pt x="10375367" y="2976118"/>
                  </a:lnTo>
                  <a:lnTo>
                    <a:pt x="10371049" y="2980309"/>
                  </a:lnTo>
                  <a:lnTo>
                    <a:pt x="10371049" y="2990850"/>
                  </a:lnTo>
                  <a:lnTo>
                    <a:pt x="10375367" y="2995168"/>
                  </a:lnTo>
                  <a:lnTo>
                    <a:pt x="10385781" y="2995168"/>
                  </a:lnTo>
                  <a:lnTo>
                    <a:pt x="10390099" y="2990850"/>
                  </a:lnTo>
                  <a:lnTo>
                    <a:pt x="10390099" y="2980309"/>
                  </a:lnTo>
                  <a:lnTo>
                    <a:pt x="10385781" y="2976118"/>
                  </a:lnTo>
                  <a:close/>
                </a:path>
                <a:path w="10390505" h="4652010">
                  <a:moveTo>
                    <a:pt x="10385781" y="3014218"/>
                  </a:moveTo>
                  <a:lnTo>
                    <a:pt x="10375367" y="3014218"/>
                  </a:lnTo>
                  <a:lnTo>
                    <a:pt x="10371049" y="3018409"/>
                  </a:lnTo>
                  <a:lnTo>
                    <a:pt x="10371049" y="3028950"/>
                  </a:lnTo>
                  <a:lnTo>
                    <a:pt x="10375367" y="3033268"/>
                  </a:lnTo>
                  <a:lnTo>
                    <a:pt x="10385781" y="3033268"/>
                  </a:lnTo>
                  <a:lnTo>
                    <a:pt x="10390099" y="3028950"/>
                  </a:lnTo>
                  <a:lnTo>
                    <a:pt x="10390099" y="3018409"/>
                  </a:lnTo>
                  <a:lnTo>
                    <a:pt x="10385781" y="3014218"/>
                  </a:lnTo>
                  <a:close/>
                </a:path>
                <a:path w="10390505" h="4652010">
                  <a:moveTo>
                    <a:pt x="10385781" y="3052318"/>
                  </a:moveTo>
                  <a:lnTo>
                    <a:pt x="10375367" y="3052318"/>
                  </a:lnTo>
                  <a:lnTo>
                    <a:pt x="10371049" y="3056509"/>
                  </a:lnTo>
                  <a:lnTo>
                    <a:pt x="10371049" y="3067050"/>
                  </a:lnTo>
                  <a:lnTo>
                    <a:pt x="10375367" y="3071368"/>
                  </a:lnTo>
                  <a:lnTo>
                    <a:pt x="10385781" y="3071368"/>
                  </a:lnTo>
                  <a:lnTo>
                    <a:pt x="10390099" y="3067050"/>
                  </a:lnTo>
                  <a:lnTo>
                    <a:pt x="10390099" y="3056509"/>
                  </a:lnTo>
                  <a:lnTo>
                    <a:pt x="10385781" y="3052318"/>
                  </a:lnTo>
                  <a:close/>
                </a:path>
                <a:path w="10390505" h="4652010">
                  <a:moveTo>
                    <a:pt x="10385781" y="3090418"/>
                  </a:moveTo>
                  <a:lnTo>
                    <a:pt x="10375367" y="3090418"/>
                  </a:lnTo>
                  <a:lnTo>
                    <a:pt x="10371049" y="3094736"/>
                  </a:lnTo>
                  <a:lnTo>
                    <a:pt x="10371049" y="3105277"/>
                  </a:lnTo>
                  <a:lnTo>
                    <a:pt x="10375367" y="3109468"/>
                  </a:lnTo>
                  <a:lnTo>
                    <a:pt x="10385781" y="3109468"/>
                  </a:lnTo>
                  <a:lnTo>
                    <a:pt x="10390099" y="3105277"/>
                  </a:lnTo>
                  <a:lnTo>
                    <a:pt x="10390099" y="3094736"/>
                  </a:lnTo>
                  <a:lnTo>
                    <a:pt x="10385781" y="3090418"/>
                  </a:lnTo>
                  <a:close/>
                </a:path>
                <a:path w="10390505" h="4652010">
                  <a:moveTo>
                    <a:pt x="10385781" y="3128518"/>
                  </a:moveTo>
                  <a:lnTo>
                    <a:pt x="10375367" y="3128518"/>
                  </a:lnTo>
                  <a:lnTo>
                    <a:pt x="10371049" y="3132836"/>
                  </a:lnTo>
                  <a:lnTo>
                    <a:pt x="10371049" y="3143377"/>
                  </a:lnTo>
                  <a:lnTo>
                    <a:pt x="10375367" y="3147568"/>
                  </a:lnTo>
                  <a:lnTo>
                    <a:pt x="10385781" y="3147568"/>
                  </a:lnTo>
                  <a:lnTo>
                    <a:pt x="10390099" y="3143377"/>
                  </a:lnTo>
                  <a:lnTo>
                    <a:pt x="10390099" y="3132836"/>
                  </a:lnTo>
                  <a:lnTo>
                    <a:pt x="10385781" y="3128518"/>
                  </a:lnTo>
                  <a:close/>
                </a:path>
                <a:path w="10390505" h="4652010">
                  <a:moveTo>
                    <a:pt x="10385781" y="3166618"/>
                  </a:moveTo>
                  <a:lnTo>
                    <a:pt x="10375367" y="3166618"/>
                  </a:lnTo>
                  <a:lnTo>
                    <a:pt x="10371049" y="3170936"/>
                  </a:lnTo>
                  <a:lnTo>
                    <a:pt x="10371049" y="3181477"/>
                  </a:lnTo>
                  <a:lnTo>
                    <a:pt x="10375367" y="3185668"/>
                  </a:lnTo>
                  <a:lnTo>
                    <a:pt x="10385781" y="3185668"/>
                  </a:lnTo>
                  <a:lnTo>
                    <a:pt x="10390099" y="3181477"/>
                  </a:lnTo>
                  <a:lnTo>
                    <a:pt x="10390099" y="3170936"/>
                  </a:lnTo>
                  <a:lnTo>
                    <a:pt x="10385781" y="3166618"/>
                  </a:lnTo>
                  <a:close/>
                </a:path>
                <a:path w="10390505" h="4652010">
                  <a:moveTo>
                    <a:pt x="10385781" y="3204718"/>
                  </a:moveTo>
                  <a:lnTo>
                    <a:pt x="10375367" y="3204718"/>
                  </a:lnTo>
                  <a:lnTo>
                    <a:pt x="10371049" y="3209036"/>
                  </a:lnTo>
                  <a:lnTo>
                    <a:pt x="10371049" y="3219577"/>
                  </a:lnTo>
                  <a:lnTo>
                    <a:pt x="10375367" y="3223895"/>
                  </a:lnTo>
                  <a:lnTo>
                    <a:pt x="10385781" y="3223895"/>
                  </a:lnTo>
                  <a:lnTo>
                    <a:pt x="10390099" y="3219577"/>
                  </a:lnTo>
                  <a:lnTo>
                    <a:pt x="10390099" y="3214370"/>
                  </a:lnTo>
                  <a:lnTo>
                    <a:pt x="10377399" y="3214370"/>
                  </a:lnTo>
                  <a:lnTo>
                    <a:pt x="10390099" y="3214243"/>
                  </a:lnTo>
                  <a:lnTo>
                    <a:pt x="10390099" y="3209036"/>
                  </a:lnTo>
                  <a:lnTo>
                    <a:pt x="10385781" y="3204718"/>
                  </a:lnTo>
                  <a:close/>
                </a:path>
                <a:path w="10390505" h="4652010">
                  <a:moveTo>
                    <a:pt x="10390099" y="3214243"/>
                  </a:moveTo>
                  <a:lnTo>
                    <a:pt x="10383749" y="3214243"/>
                  </a:lnTo>
                  <a:lnTo>
                    <a:pt x="10390099" y="3214370"/>
                  </a:lnTo>
                  <a:close/>
                </a:path>
                <a:path w="10390505" h="4652010">
                  <a:moveTo>
                    <a:pt x="10385781" y="3242945"/>
                  </a:moveTo>
                  <a:lnTo>
                    <a:pt x="10375367" y="3242945"/>
                  </a:lnTo>
                  <a:lnTo>
                    <a:pt x="10371049" y="3247136"/>
                  </a:lnTo>
                  <a:lnTo>
                    <a:pt x="10371049" y="3257677"/>
                  </a:lnTo>
                  <a:lnTo>
                    <a:pt x="10375367" y="3261995"/>
                  </a:lnTo>
                  <a:lnTo>
                    <a:pt x="10385781" y="3261995"/>
                  </a:lnTo>
                  <a:lnTo>
                    <a:pt x="10390099" y="3257677"/>
                  </a:lnTo>
                  <a:lnTo>
                    <a:pt x="10390099" y="3247136"/>
                  </a:lnTo>
                  <a:lnTo>
                    <a:pt x="10385781" y="3242945"/>
                  </a:lnTo>
                  <a:close/>
                </a:path>
                <a:path w="10390505" h="4652010">
                  <a:moveTo>
                    <a:pt x="10385781" y="3281045"/>
                  </a:moveTo>
                  <a:lnTo>
                    <a:pt x="10375367" y="3281045"/>
                  </a:lnTo>
                  <a:lnTo>
                    <a:pt x="10371049" y="3285236"/>
                  </a:lnTo>
                  <a:lnTo>
                    <a:pt x="10371049" y="3295777"/>
                  </a:lnTo>
                  <a:lnTo>
                    <a:pt x="10375367" y="3300095"/>
                  </a:lnTo>
                  <a:lnTo>
                    <a:pt x="10385781" y="3300095"/>
                  </a:lnTo>
                  <a:lnTo>
                    <a:pt x="10390099" y="3295777"/>
                  </a:lnTo>
                  <a:lnTo>
                    <a:pt x="10390099" y="3285236"/>
                  </a:lnTo>
                  <a:lnTo>
                    <a:pt x="10385781" y="3281045"/>
                  </a:lnTo>
                  <a:close/>
                </a:path>
                <a:path w="10390505" h="4652010">
                  <a:moveTo>
                    <a:pt x="10385781" y="3319145"/>
                  </a:moveTo>
                  <a:lnTo>
                    <a:pt x="10375367" y="3319145"/>
                  </a:lnTo>
                  <a:lnTo>
                    <a:pt x="10371049" y="3323463"/>
                  </a:lnTo>
                  <a:lnTo>
                    <a:pt x="10371049" y="3333877"/>
                  </a:lnTo>
                  <a:lnTo>
                    <a:pt x="10375367" y="3338195"/>
                  </a:lnTo>
                  <a:lnTo>
                    <a:pt x="10385781" y="3338195"/>
                  </a:lnTo>
                  <a:lnTo>
                    <a:pt x="10390099" y="3333877"/>
                  </a:lnTo>
                  <a:lnTo>
                    <a:pt x="10390099" y="3323463"/>
                  </a:lnTo>
                  <a:lnTo>
                    <a:pt x="10385781" y="3319145"/>
                  </a:lnTo>
                  <a:close/>
                </a:path>
                <a:path w="10390505" h="4652010">
                  <a:moveTo>
                    <a:pt x="10385781" y="3357245"/>
                  </a:moveTo>
                  <a:lnTo>
                    <a:pt x="10375367" y="3357245"/>
                  </a:lnTo>
                  <a:lnTo>
                    <a:pt x="10371049" y="3361563"/>
                  </a:lnTo>
                  <a:lnTo>
                    <a:pt x="10371049" y="3372104"/>
                  </a:lnTo>
                  <a:lnTo>
                    <a:pt x="10375367" y="3376295"/>
                  </a:lnTo>
                  <a:lnTo>
                    <a:pt x="10385781" y="3376295"/>
                  </a:lnTo>
                  <a:lnTo>
                    <a:pt x="10390099" y="3372104"/>
                  </a:lnTo>
                  <a:lnTo>
                    <a:pt x="10390099" y="3361563"/>
                  </a:lnTo>
                  <a:lnTo>
                    <a:pt x="10385781" y="3357245"/>
                  </a:lnTo>
                  <a:close/>
                </a:path>
                <a:path w="10390505" h="4652010">
                  <a:moveTo>
                    <a:pt x="10385781" y="3395345"/>
                  </a:moveTo>
                  <a:lnTo>
                    <a:pt x="10375367" y="3395345"/>
                  </a:lnTo>
                  <a:lnTo>
                    <a:pt x="10371049" y="3399663"/>
                  </a:lnTo>
                  <a:lnTo>
                    <a:pt x="10371049" y="3410204"/>
                  </a:lnTo>
                  <a:lnTo>
                    <a:pt x="10375367" y="3414395"/>
                  </a:lnTo>
                  <a:lnTo>
                    <a:pt x="10385781" y="3414395"/>
                  </a:lnTo>
                  <a:lnTo>
                    <a:pt x="10390099" y="3410204"/>
                  </a:lnTo>
                  <a:lnTo>
                    <a:pt x="10390099" y="3399663"/>
                  </a:lnTo>
                  <a:lnTo>
                    <a:pt x="10385781" y="3395345"/>
                  </a:lnTo>
                  <a:close/>
                </a:path>
                <a:path w="10390505" h="4652010">
                  <a:moveTo>
                    <a:pt x="10385781" y="3433445"/>
                  </a:moveTo>
                  <a:lnTo>
                    <a:pt x="10375367" y="3433445"/>
                  </a:lnTo>
                  <a:lnTo>
                    <a:pt x="10371049" y="3437763"/>
                  </a:lnTo>
                  <a:lnTo>
                    <a:pt x="10371049" y="3448304"/>
                  </a:lnTo>
                  <a:lnTo>
                    <a:pt x="10375367" y="3452622"/>
                  </a:lnTo>
                  <a:lnTo>
                    <a:pt x="10385781" y="3452622"/>
                  </a:lnTo>
                  <a:lnTo>
                    <a:pt x="10390099" y="3448304"/>
                  </a:lnTo>
                  <a:lnTo>
                    <a:pt x="10390099" y="3437763"/>
                  </a:lnTo>
                  <a:lnTo>
                    <a:pt x="10385781" y="3433445"/>
                  </a:lnTo>
                  <a:close/>
                </a:path>
                <a:path w="10390505" h="4652010">
                  <a:moveTo>
                    <a:pt x="10385781" y="3471672"/>
                  </a:moveTo>
                  <a:lnTo>
                    <a:pt x="10375367" y="3471672"/>
                  </a:lnTo>
                  <a:lnTo>
                    <a:pt x="10371049" y="3475863"/>
                  </a:lnTo>
                  <a:lnTo>
                    <a:pt x="10371049" y="3486416"/>
                  </a:lnTo>
                  <a:lnTo>
                    <a:pt x="10375367" y="3490683"/>
                  </a:lnTo>
                  <a:lnTo>
                    <a:pt x="10385781" y="3490683"/>
                  </a:lnTo>
                  <a:lnTo>
                    <a:pt x="10390099" y="3486416"/>
                  </a:lnTo>
                  <a:lnTo>
                    <a:pt x="10390099" y="3475863"/>
                  </a:lnTo>
                  <a:lnTo>
                    <a:pt x="10385781" y="3471672"/>
                  </a:lnTo>
                  <a:close/>
                </a:path>
                <a:path w="10390505" h="4652010">
                  <a:moveTo>
                    <a:pt x="10385781" y="3509733"/>
                  </a:moveTo>
                  <a:lnTo>
                    <a:pt x="10375367" y="3509733"/>
                  </a:lnTo>
                  <a:lnTo>
                    <a:pt x="10371049" y="3514001"/>
                  </a:lnTo>
                  <a:lnTo>
                    <a:pt x="10371049" y="3524542"/>
                  </a:lnTo>
                  <a:lnTo>
                    <a:pt x="10375367" y="3528796"/>
                  </a:lnTo>
                  <a:lnTo>
                    <a:pt x="10385781" y="3528796"/>
                  </a:lnTo>
                  <a:lnTo>
                    <a:pt x="10390099" y="3524542"/>
                  </a:lnTo>
                  <a:lnTo>
                    <a:pt x="10390099" y="3514001"/>
                  </a:lnTo>
                  <a:lnTo>
                    <a:pt x="10385781" y="3509733"/>
                  </a:lnTo>
                  <a:close/>
                </a:path>
                <a:path w="10390505" h="4652010">
                  <a:moveTo>
                    <a:pt x="10385781" y="3547846"/>
                  </a:moveTo>
                  <a:lnTo>
                    <a:pt x="10375367" y="3547846"/>
                  </a:lnTo>
                  <a:lnTo>
                    <a:pt x="10371049" y="3552113"/>
                  </a:lnTo>
                  <a:lnTo>
                    <a:pt x="10371049" y="3562654"/>
                  </a:lnTo>
                  <a:lnTo>
                    <a:pt x="10375367" y="3566922"/>
                  </a:lnTo>
                  <a:lnTo>
                    <a:pt x="10385781" y="3566922"/>
                  </a:lnTo>
                  <a:lnTo>
                    <a:pt x="10390099" y="3562654"/>
                  </a:lnTo>
                  <a:lnTo>
                    <a:pt x="10390099" y="3552113"/>
                  </a:lnTo>
                  <a:lnTo>
                    <a:pt x="10385781" y="3547846"/>
                  </a:lnTo>
                  <a:close/>
                </a:path>
                <a:path w="10390505" h="4652010">
                  <a:moveTo>
                    <a:pt x="10385781" y="3585972"/>
                  </a:moveTo>
                  <a:lnTo>
                    <a:pt x="10375367" y="3585972"/>
                  </a:lnTo>
                  <a:lnTo>
                    <a:pt x="10371049" y="3590239"/>
                  </a:lnTo>
                  <a:lnTo>
                    <a:pt x="10371049" y="3600780"/>
                  </a:lnTo>
                  <a:lnTo>
                    <a:pt x="10375367" y="3605034"/>
                  </a:lnTo>
                  <a:lnTo>
                    <a:pt x="10385781" y="3605034"/>
                  </a:lnTo>
                  <a:lnTo>
                    <a:pt x="10390099" y="3600780"/>
                  </a:lnTo>
                  <a:lnTo>
                    <a:pt x="10390099" y="3590239"/>
                  </a:lnTo>
                  <a:lnTo>
                    <a:pt x="10385781" y="3585972"/>
                  </a:lnTo>
                  <a:close/>
                </a:path>
                <a:path w="10390505" h="4652010">
                  <a:moveTo>
                    <a:pt x="10385781" y="3624084"/>
                  </a:moveTo>
                  <a:lnTo>
                    <a:pt x="10375367" y="3624084"/>
                  </a:lnTo>
                  <a:lnTo>
                    <a:pt x="10371049" y="3628351"/>
                  </a:lnTo>
                  <a:lnTo>
                    <a:pt x="10371049" y="3638892"/>
                  </a:lnTo>
                  <a:lnTo>
                    <a:pt x="10375367" y="3643160"/>
                  </a:lnTo>
                  <a:lnTo>
                    <a:pt x="10385781" y="3643160"/>
                  </a:lnTo>
                  <a:lnTo>
                    <a:pt x="10390099" y="3638892"/>
                  </a:lnTo>
                  <a:lnTo>
                    <a:pt x="10390099" y="3628351"/>
                  </a:lnTo>
                  <a:lnTo>
                    <a:pt x="10385781" y="3624084"/>
                  </a:lnTo>
                  <a:close/>
                </a:path>
                <a:path w="10390505" h="4652010">
                  <a:moveTo>
                    <a:pt x="10385781" y="3662210"/>
                  </a:moveTo>
                  <a:lnTo>
                    <a:pt x="10375367" y="3662210"/>
                  </a:lnTo>
                  <a:lnTo>
                    <a:pt x="10371049" y="3666477"/>
                  </a:lnTo>
                  <a:lnTo>
                    <a:pt x="10371049" y="3677018"/>
                  </a:lnTo>
                  <a:lnTo>
                    <a:pt x="10375367" y="3681272"/>
                  </a:lnTo>
                  <a:lnTo>
                    <a:pt x="10385781" y="3681272"/>
                  </a:lnTo>
                  <a:lnTo>
                    <a:pt x="10390099" y="3677018"/>
                  </a:lnTo>
                  <a:lnTo>
                    <a:pt x="10390099" y="3666477"/>
                  </a:lnTo>
                  <a:lnTo>
                    <a:pt x="10385781" y="3662210"/>
                  </a:lnTo>
                  <a:close/>
                </a:path>
                <a:path w="10390505" h="4652010">
                  <a:moveTo>
                    <a:pt x="10385781" y="3700322"/>
                  </a:moveTo>
                  <a:lnTo>
                    <a:pt x="10375367" y="3700322"/>
                  </a:lnTo>
                  <a:lnTo>
                    <a:pt x="10371049" y="3704590"/>
                  </a:lnTo>
                  <a:lnTo>
                    <a:pt x="10371049" y="3715131"/>
                  </a:lnTo>
                  <a:lnTo>
                    <a:pt x="10375367" y="3719398"/>
                  </a:lnTo>
                  <a:lnTo>
                    <a:pt x="10385781" y="3719398"/>
                  </a:lnTo>
                  <a:lnTo>
                    <a:pt x="10390099" y="3715131"/>
                  </a:lnTo>
                  <a:lnTo>
                    <a:pt x="10390099" y="3704590"/>
                  </a:lnTo>
                  <a:lnTo>
                    <a:pt x="10385781" y="3700322"/>
                  </a:lnTo>
                  <a:close/>
                </a:path>
                <a:path w="10390505" h="4652010">
                  <a:moveTo>
                    <a:pt x="10385781" y="3738448"/>
                  </a:moveTo>
                  <a:lnTo>
                    <a:pt x="10375367" y="3738448"/>
                  </a:lnTo>
                  <a:lnTo>
                    <a:pt x="10371049" y="3742715"/>
                  </a:lnTo>
                  <a:lnTo>
                    <a:pt x="10371049" y="3753256"/>
                  </a:lnTo>
                  <a:lnTo>
                    <a:pt x="10375367" y="3757510"/>
                  </a:lnTo>
                  <a:lnTo>
                    <a:pt x="10385781" y="3757510"/>
                  </a:lnTo>
                  <a:lnTo>
                    <a:pt x="10390099" y="3753256"/>
                  </a:lnTo>
                  <a:lnTo>
                    <a:pt x="10390099" y="3742715"/>
                  </a:lnTo>
                  <a:lnTo>
                    <a:pt x="10385781" y="3738448"/>
                  </a:lnTo>
                  <a:close/>
                </a:path>
                <a:path w="10390505" h="4652010">
                  <a:moveTo>
                    <a:pt x="10385781" y="3776560"/>
                  </a:moveTo>
                  <a:lnTo>
                    <a:pt x="10375367" y="3776560"/>
                  </a:lnTo>
                  <a:lnTo>
                    <a:pt x="10371049" y="3780828"/>
                  </a:lnTo>
                  <a:lnTo>
                    <a:pt x="10371049" y="3791369"/>
                  </a:lnTo>
                  <a:lnTo>
                    <a:pt x="10375367" y="3795636"/>
                  </a:lnTo>
                  <a:lnTo>
                    <a:pt x="10385781" y="3795636"/>
                  </a:lnTo>
                  <a:lnTo>
                    <a:pt x="10390099" y="3791369"/>
                  </a:lnTo>
                  <a:lnTo>
                    <a:pt x="10390099" y="3780828"/>
                  </a:lnTo>
                  <a:lnTo>
                    <a:pt x="10385781" y="3776560"/>
                  </a:lnTo>
                  <a:close/>
                </a:path>
                <a:path w="10390505" h="4652010">
                  <a:moveTo>
                    <a:pt x="10385781" y="3814686"/>
                  </a:moveTo>
                  <a:lnTo>
                    <a:pt x="10375367" y="3814686"/>
                  </a:lnTo>
                  <a:lnTo>
                    <a:pt x="10371049" y="3818953"/>
                  </a:lnTo>
                  <a:lnTo>
                    <a:pt x="10371049" y="3829494"/>
                  </a:lnTo>
                  <a:lnTo>
                    <a:pt x="10375367" y="3833749"/>
                  </a:lnTo>
                  <a:lnTo>
                    <a:pt x="10385781" y="3833749"/>
                  </a:lnTo>
                  <a:lnTo>
                    <a:pt x="10390099" y="3829494"/>
                  </a:lnTo>
                  <a:lnTo>
                    <a:pt x="10390099" y="3818953"/>
                  </a:lnTo>
                  <a:lnTo>
                    <a:pt x="10385781" y="3814686"/>
                  </a:lnTo>
                  <a:close/>
                </a:path>
                <a:path w="10390505" h="4652010">
                  <a:moveTo>
                    <a:pt x="10385781" y="3852799"/>
                  </a:moveTo>
                  <a:lnTo>
                    <a:pt x="10375367" y="3852799"/>
                  </a:lnTo>
                  <a:lnTo>
                    <a:pt x="10371049" y="3857066"/>
                  </a:lnTo>
                  <a:lnTo>
                    <a:pt x="10371049" y="3867607"/>
                  </a:lnTo>
                  <a:lnTo>
                    <a:pt x="10375367" y="3871874"/>
                  </a:lnTo>
                  <a:lnTo>
                    <a:pt x="10385781" y="3871874"/>
                  </a:lnTo>
                  <a:lnTo>
                    <a:pt x="10390099" y="3867607"/>
                  </a:lnTo>
                  <a:lnTo>
                    <a:pt x="10390099" y="3857066"/>
                  </a:lnTo>
                  <a:lnTo>
                    <a:pt x="10385781" y="3852799"/>
                  </a:lnTo>
                  <a:close/>
                </a:path>
                <a:path w="10390505" h="4652010">
                  <a:moveTo>
                    <a:pt x="10385781" y="3890924"/>
                  </a:moveTo>
                  <a:lnTo>
                    <a:pt x="10375367" y="3890924"/>
                  </a:lnTo>
                  <a:lnTo>
                    <a:pt x="10371049" y="3895191"/>
                  </a:lnTo>
                  <a:lnTo>
                    <a:pt x="10371049" y="3905732"/>
                  </a:lnTo>
                  <a:lnTo>
                    <a:pt x="10375367" y="3909999"/>
                  </a:lnTo>
                  <a:lnTo>
                    <a:pt x="10385781" y="3909999"/>
                  </a:lnTo>
                  <a:lnTo>
                    <a:pt x="10390099" y="3905732"/>
                  </a:lnTo>
                  <a:lnTo>
                    <a:pt x="10390099" y="3895191"/>
                  </a:lnTo>
                  <a:lnTo>
                    <a:pt x="10385781" y="3890924"/>
                  </a:lnTo>
                  <a:close/>
                </a:path>
                <a:path w="10390505" h="4652010">
                  <a:moveTo>
                    <a:pt x="10385781" y="3929049"/>
                  </a:moveTo>
                  <a:lnTo>
                    <a:pt x="10375367" y="3929049"/>
                  </a:lnTo>
                  <a:lnTo>
                    <a:pt x="10371049" y="3933304"/>
                  </a:lnTo>
                  <a:lnTo>
                    <a:pt x="10371049" y="3943845"/>
                  </a:lnTo>
                  <a:lnTo>
                    <a:pt x="10375367" y="3948112"/>
                  </a:lnTo>
                  <a:lnTo>
                    <a:pt x="10385781" y="3948112"/>
                  </a:lnTo>
                  <a:lnTo>
                    <a:pt x="10390099" y="3943845"/>
                  </a:lnTo>
                  <a:lnTo>
                    <a:pt x="10390099" y="3933304"/>
                  </a:lnTo>
                  <a:lnTo>
                    <a:pt x="10385781" y="3929049"/>
                  </a:lnTo>
                  <a:close/>
                </a:path>
                <a:path w="10390505" h="4652010">
                  <a:moveTo>
                    <a:pt x="10385781" y="3967162"/>
                  </a:moveTo>
                  <a:lnTo>
                    <a:pt x="10375367" y="3967162"/>
                  </a:lnTo>
                  <a:lnTo>
                    <a:pt x="10371049" y="3971429"/>
                  </a:lnTo>
                  <a:lnTo>
                    <a:pt x="10371049" y="3981970"/>
                  </a:lnTo>
                  <a:lnTo>
                    <a:pt x="10375367" y="3986237"/>
                  </a:lnTo>
                  <a:lnTo>
                    <a:pt x="10385781" y="3986237"/>
                  </a:lnTo>
                  <a:lnTo>
                    <a:pt x="10390099" y="3981970"/>
                  </a:lnTo>
                  <a:lnTo>
                    <a:pt x="10390099" y="3971429"/>
                  </a:lnTo>
                  <a:lnTo>
                    <a:pt x="10385781" y="3967162"/>
                  </a:lnTo>
                  <a:close/>
                </a:path>
                <a:path w="10390505" h="4652010">
                  <a:moveTo>
                    <a:pt x="10385781" y="4005287"/>
                  </a:moveTo>
                  <a:lnTo>
                    <a:pt x="10375367" y="4005287"/>
                  </a:lnTo>
                  <a:lnTo>
                    <a:pt x="10371049" y="4009542"/>
                  </a:lnTo>
                  <a:lnTo>
                    <a:pt x="10371049" y="4020083"/>
                  </a:lnTo>
                  <a:lnTo>
                    <a:pt x="10375367" y="4024350"/>
                  </a:lnTo>
                  <a:lnTo>
                    <a:pt x="10385781" y="4024350"/>
                  </a:lnTo>
                  <a:lnTo>
                    <a:pt x="10390099" y="4020083"/>
                  </a:lnTo>
                  <a:lnTo>
                    <a:pt x="10390099" y="4009542"/>
                  </a:lnTo>
                  <a:lnTo>
                    <a:pt x="10385781" y="4005287"/>
                  </a:lnTo>
                  <a:close/>
                </a:path>
                <a:path w="10390505" h="4652010">
                  <a:moveTo>
                    <a:pt x="10385781" y="4043400"/>
                  </a:moveTo>
                  <a:lnTo>
                    <a:pt x="10375367" y="4043400"/>
                  </a:lnTo>
                  <a:lnTo>
                    <a:pt x="10371049" y="4047667"/>
                  </a:lnTo>
                  <a:lnTo>
                    <a:pt x="10371049" y="4058208"/>
                  </a:lnTo>
                  <a:lnTo>
                    <a:pt x="10375367" y="4062476"/>
                  </a:lnTo>
                  <a:lnTo>
                    <a:pt x="10385781" y="4062476"/>
                  </a:lnTo>
                  <a:lnTo>
                    <a:pt x="10390099" y="4058208"/>
                  </a:lnTo>
                  <a:lnTo>
                    <a:pt x="10390099" y="4047667"/>
                  </a:lnTo>
                  <a:lnTo>
                    <a:pt x="10385781" y="4043400"/>
                  </a:lnTo>
                  <a:close/>
                </a:path>
                <a:path w="10390505" h="4652010">
                  <a:moveTo>
                    <a:pt x="10385781" y="4081526"/>
                  </a:moveTo>
                  <a:lnTo>
                    <a:pt x="10375367" y="4081526"/>
                  </a:lnTo>
                  <a:lnTo>
                    <a:pt x="10371049" y="4085780"/>
                  </a:lnTo>
                  <a:lnTo>
                    <a:pt x="10371049" y="4096321"/>
                  </a:lnTo>
                  <a:lnTo>
                    <a:pt x="10375367" y="4100588"/>
                  </a:lnTo>
                  <a:lnTo>
                    <a:pt x="10385781" y="4100588"/>
                  </a:lnTo>
                  <a:lnTo>
                    <a:pt x="10390099" y="4096321"/>
                  </a:lnTo>
                  <a:lnTo>
                    <a:pt x="10390099" y="4085780"/>
                  </a:lnTo>
                  <a:lnTo>
                    <a:pt x="10385781" y="4081526"/>
                  </a:lnTo>
                  <a:close/>
                </a:path>
                <a:path w="10390505" h="4652010">
                  <a:moveTo>
                    <a:pt x="10385781" y="4119638"/>
                  </a:moveTo>
                  <a:lnTo>
                    <a:pt x="10375367" y="4119638"/>
                  </a:lnTo>
                  <a:lnTo>
                    <a:pt x="10371049" y="4123905"/>
                  </a:lnTo>
                  <a:lnTo>
                    <a:pt x="10371049" y="4134446"/>
                  </a:lnTo>
                  <a:lnTo>
                    <a:pt x="10375367" y="4138714"/>
                  </a:lnTo>
                  <a:lnTo>
                    <a:pt x="10385781" y="4138714"/>
                  </a:lnTo>
                  <a:lnTo>
                    <a:pt x="10390099" y="4134446"/>
                  </a:lnTo>
                  <a:lnTo>
                    <a:pt x="10390099" y="4123905"/>
                  </a:lnTo>
                  <a:lnTo>
                    <a:pt x="10385781" y="4119638"/>
                  </a:lnTo>
                  <a:close/>
                </a:path>
                <a:path w="10390505" h="4652010">
                  <a:moveTo>
                    <a:pt x="10385781" y="4157764"/>
                  </a:moveTo>
                  <a:lnTo>
                    <a:pt x="10375367" y="4157764"/>
                  </a:lnTo>
                  <a:lnTo>
                    <a:pt x="10371049" y="4162031"/>
                  </a:lnTo>
                  <a:lnTo>
                    <a:pt x="10371049" y="4172559"/>
                  </a:lnTo>
                  <a:lnTo>
                    <a:pt x="10375367" y="4176826"/>
                  </a:lnTo>
                  <a:lnTo>
                    <a:pt x="10385781" y="4176826"/>
                  </a:lnTo>
                  <a:lnTo>
                    <a:pt x="10390099" y="4172559"/>
                  </a:lnTo>
                  <a:lnTo>
                    <a:pt x="10390099" y="4162031"/>
                  </a:lnTo>
                  <a:lnTo>
                    <a:pt x="10385781" y="4157764"/>
                  </a:lnTo>
                  <a:close/>
                </a:path>
                <a:path w="10390505" h="4652010">
                  <a:moveTo>
                    <a:pt x="10385781" y="4195876"/>
                  </a:moveTo>
                  <a:lnTo>
                    <a:pt x="10375367" y="4195876"/>
                  </a:lnTo>
                  <a:lnTo>
                    <a:pt x="10371049" y="4200144"/>
                  </a:lnTo>
                  <a:lnTo>
                    <a:pt x="10371049" y="4210685"/>
                  </a:lnTo>
                  <a:lnTo>
                    <a:pt x="10375367" y="4214952"/>
                  </a:lnTo>
                  <a:lnTo>
                    <a:pt x="10385781" y="4214952"/>
                  </a:lnTo>
                  <a:lnTo>
                    <a:pt x="10390099" y="4210685"/>
                  </a:lnTo>
                  <a:lnTo>
                    <a:pt x="10390099" y="4200144"/>
                  </a:lnTo>
                  <a:lnTo>
                    <a:pt x="10385781" y="4195876"/>
                  </a:lnTo>
                  <a:close/>
                </a:path>
                <a:path w="10390505" h="4652010">
                  <a:moveTo>
                    <a:pt x="10385781" y="4234002"/>
                  </a:moveTo>
                  <a:lnTo>
                    <a:pt x="10375367" y="4234002"/>
                  </a:lnTo>
                  <a:lnTo>
                    <a:pt x="10371049" y="4238269"/>
                  </a:lnTo>
                  <a:lnTo>
                    <a:pt x="10371049" y="4248810"/>
                  </a:lnTo>
                  <a:lnTo>
                    <a:pt x="10375367" y="4253064"/>
                  </a:lnTo>
                  <a:lnTo>
                    <a:pt x="10385781" y="4253064"/>
                  </a:lnTo>
                  <a:lnTo>
                    <a:pt x="10390099" y="4248810"/>
                  </a:lnTo>
                  <a:lnTo>
                    <a:pt x="10390099" y="4238269"/>
                  </a:lnTo>
                  <a:lnTo>
                    <a:pt x="10385781" y="4234002"/>
                  </a:lnTo>
                  <a:close/>
                </a:path>
                <a:path w="10390505" h="4652010">
                  <a:moveTo>
                    <a:pt x="10385781" y="4272114"/>
                  </a:moveTo>
                  <a:lnTo>
                    <a:pt x="10375367" y="4272114"/>
                  </a:lnTo>
                  <a:lnTo>
                    <a:pt x="10371049" y="4276382"/>
                  </a:lnTo>
                  <a:lnTo>
                    <a:pt x="10371049" y="4286923"/>
                  </a:lnTo>
                  <a:lnTo>
                    <a:pt x="10375367" y="4291190"/>
                  </a:lnTo>
                  <a:lnTo>
                    <a:pt x="10385781" y="4291190"/>
                  </a:lnTo>
                  <a:lnTo>
                    <a:pt x="10390099" y="4286923"/>
                  </a:lnTo>
                  <a:lnTo>
                    <a:pt x="10390099" y="4276382"/>
                  </a:lnTo>
                  <a:lnTo>
                    <a:pt x="10385781" y="4272114"/>
                  </a:lnTo>
                  <a:close/>
                </a:path>
                <a:path w="10390505" h="4652010">
                  <a:moveTo>
                    <a:pt x="10385781" y="4310240"/>
                  </a:moveTo>
                  <a:lnTo>
                    <a:pt x="10375367" y="4310240"/>
                  </a:lnTo>
                  <a:lnTo>
                    <a:pt x="10371049" y="4314507"/>
                  </a:lnTo>
                  <a:lnTo>
                    <a:pt x="10371049" y="4325048"/>
                  </a:lnTo>
                  <a:lnTo>
                    <a:pt x="10375367" y="4329303"/>
                  </a:lnTo>
                  <a:lnTo>
                    <a:pt x="10385781" y="4329303"/>
                  </a:lnTo>
                  <a:lnTo>
                    <a:pt x="10390099" y="4325048"/>
                  </a:lnTo>
                  <a:lnTo>
                    <a:pt x="10390099" y="4314507"/>
                  </a:lnTo>
                  <a:lnTo>
                    <a:pt x="10385781" y="4310240"/>
                  </a:lnTo>
                  <a:close/>
                </a:path>
                <a:path w="10390505" h="4652010">
                  <a:moveTo>
                    <a:pt x="10385781" y="4348353"/>
                  </a:moveTo>
                  <a:lnTo>
                    <a:pt x="10375367" y="4348353"/>
                  </a:lnTo>
                  <a:lnTo>
                    <a:pt x="10371049" y="4352620"/>
                  </a:lnTo>
                  <a:lnTo>
                    <a:pt x="10371049" y="4363161"/>
                  </a:lnTo>
                  <a:lnTo>
                    <a:pt x="10375367" y="4367428"/>
                  </a:lnTo>
                  <a:lnTo>
                    <a:pt x="10385781" y="4367428"/>
                  </a:lnTo>
                  <a:lnTo>
                    <a:pt x="10390099" y="4363161"/>
                  </a:lnTo>
                  <a:lnTo>
                    <a:pt x="10390099" y="4352620"/>
                  </a:lnTo>
                  <a:lnTo>
                    <a:pt x="10385781" y="4348353"/>
                  </a:lnTo>
                  <a:close/>
                </a:path>
                <a:path w="10390505" h="4652010">
                  <a:moveTo>
                    <a:pt x="10385781" y="4386478"/>
                  </a:moveTo>
                  <a:lnTo>
                    <a:pt x="10375367" y="4386478"/>
                  </a:lnTo>
                  <a:lnTo>
                    <a:pt x="10371049" y="4390745"/>
                  </a:lnTo>
                  <a:lnTo>
                    <a:pt x="10371049" y="4401286"/>
                  </a:lnTo>
                  <a:lnTo>
                    <a:pt x="10375367" y="4405541"/>
                  </a:lnTo>
                  <a:lnTo>
                    <a:pt x="10385781" y="4405541"/>
                  </a:lnTo>
                  <a:lnTo>
                    <a:pt x="10390099" y="4401286"/>
                  </a:lnTo>
                  <a:lnTo>
                    <a:pt x="10390099" y="4390745"/>
                  </a:lnTo>
                  <a:lnTo>
                    <a:pt x="10385781" y="4386478"/>
                  </a:lnTo>
                  <a:close/>
                </a:path>
                <a:path w="10390505" h="4652010">
                  <a:moveTo>
                    <a:pt x="10385781" y="4424603"/>
                  </a:moveTo>
                  <a:lnTo>
                    <a:pt x="10375367" y="4424603"/>
                  </a:lnTo>
                  <a:lnTo>
                    <a:pt x="10371049" y="4428858"/>
                  </a:lnTo>
                  <a:lnTo>
                    <a:pt x="10371049" y="4439399"/>
                  </a:lnTo>
                  <a:lnTo>
                    <a:pt x="10375367" y="4443666"/>
                  </a:lnTo>
                  <a:lnTo>
                    <a:pt x="10385781" y="4443666"/>
                  </a:lnTo>
                  <a:lnTo>
                    <a:pt x="10390099" y="4439399"/>
                  </a:lnTo>
                  <a:lnTo>
                    <a:pt x="10390099" y="4428858"/>
                  </a:lnTo>
                  <a:lnTo>
                    <a:pt x="10385781" y="4424603"/>
                  </a:lnTo>
                  <a:close/>
                </a:path>
                <a:path w="10390505" h="4652010">
                  <a:moveTo>
                    <a:pt x="10385781" y="4462716"/>
                  </a:moveTo>
                  <a:lnTo>
                    <a:pt x="10375367" y="4462716"/>
                  </a:lnTo>
                  <a:lnTo>
                    <a:pt x="10371049" y="4466983"/>
                  </a:lnTo>
                  <a:lnTo>
                    <a:pt x="10371049" y="4477524"/>
                  </a:lnTo>
                  <a:lnTo>
                    <a:pt x="10375367" y="4481791"/>
                  </a:lnTo>
                  <a:lnTo>
                    <a:pt x="10385781" y="4481791"/>
                  </a:lnTo>
                  <a:lnTo>
                    <a:pt x="10390099" y="4477524"/>
                  </a:lnTo>
                  <a:lnTo>
                    <a:pt x="10390099" y="4466983"/>
                  </a:lnTo>
                  <a:lnTo>
                    <a:pt x="10385781" y="4462716"/>
                  </a:lnTo>
                  <a:close/>
                </a:path>
                <a:path w="10390505" h="4652010">
                  <a:moveTo>
                    <a:pt x="10367665" y="4507585"/>
                  </a:moveTo>
                  <a:lnTo>
                    <a:pt x="10367157" y="4509249"/>
                  </a:lnTo>
                  <a:lnTo>
                    <a:pt x="10366237" y="4512665"/>
                  </a:lnTo>
                  <a:lnTo>
                    <a:pt x="10369059" y="4517732"/>
                  </a:lnTo>
                  <a:lnTo>
                    <a:pt x="10369144" y="4517885"/>
                  </a:lnTo>
                  <a:lnTo>
                    <a:pt x="10379304" y="4520704"/>
                  </a:lnTo>
                  <a:lnTo>
                    <a:pt x="10384511" y="4517732"/>
                  </a:lnTo>
                  <a:lnTo>
                    <a:pt x="10385908" y="4512665"/>
                  </a:lnTo>
                  <a:lnTo>
                    <a:pt x="10367665" y="4507585"/>
                  </a:lnTo>
                  <a:close/>
                </a:path>
                <a:path w="10390505" h="4652010">
                  <a:moveTo>
                    <a:pt x="10374224" y="4499508"/>
                  </a:moveTo>
                  <a:lnTo>
                    <a:pt x="10369017" y="4502480"/>
                  </a:lnTo>
                  <a:lnTo>
                    <a:pt x="10367609" y="4507585"/>
                  </a:lnTo>
                  <a:lnTo>
                    <a:pt x="10367756" y="4507585"/>
                  </a:lnTo>
                  <a:lnTo>
                    <a:pt x="10385953" y="4512665"/>
                  </a:lnTo>
                  <a:lnTo>
                    <a:pt x="10386416" y="4510963"/>
                  </a:lnTo>
                  <a:lnTo>
                    <a:pt x="10387432" y="4507585"/>
                  </a:lnTo>
                  <a:lnTo>
                    <a:pt x="10384472" y="4502480"/>
                  </a:lnTo>
                  <a:lnTo>
                    <a:pt x="10384384" y="4502327"/>
                  </a:lnTo>
                  <a:lnTo>
                    <a:pt x="10374224" y="4499508"/>
                  </a:lnTo>
                  <a:close/>
                </a:path>
                <a:path w="10390505" h="4652010">
                  <a:moveTo>
                    <a:pt x="10356190" y="4541672"/>
                  </a:moveTo>
                  <a:lnTo>
                    <a:pt x="10353650" y="4546320"/>
                  </a:lnTo>
                  <a:lnTo>
                    <a:pt x="10355428" y="4552086"/>
                  </a:lnTo>
                  <a:lnTo>
                    <a:pt x="10360127" y="4554537"/>
                  </a:lnTo>
                  <a:lnTo>
                    <a:pt x="10364699" y="4557001"/>
                  </a:lnTo>
                  <a:lnTo>
                    <a:pt x="10370541" y="4555223"/>
                  </a:lnTo>
                  <a:lnTo>
                    <a:pt x="10372954" y="4550575"/>
                  </a:lnTo>
                  <a:lnTo>
                    <a:pt x="10356190" y="4541672"/>
                  </a:lnTo>
                  <a:close/>
                </a:path>
                <a:path w="10390505" h="4652010">
                  <a:moveTo>
                    <a:pt x="10364445" y="4535233"/>
                  </a:moveTo>
                  <a:lnTo>
                    <a:pt x="10358603" y="4536998"/>
                  </a:lnTo>
                  <a:lnTo>
                    <a:pt x="10356190" y="4541672"/>
                  </a:lnTo>
                  <a:lnTo>
                    <a:pt x="10372978" y="4550575"/>
                  </a:lnTo>
                  <a:lnTo>
                    <a:pt x="10375494" y="4545914"/>
                  </a:lnTo>
                  <a:lnTo>
                    <a:pt x="10373716" y="4540148"/>
                  </a:lnTo>
                  <a:lnTo>
                    <a:pt x="10369017" y="4537684"/>
                  </a:lnTo>
                  <a:lnTo>
                    <a:pt x="10364445" y="4535233"/>
                  </a:lnTo>
                  <a:close/>
                </a:path>
                <a:path w="10390505" h="4652010">
                  <a:moveTo>
                    <a:pt x="10337140" y="4572508"/>
                  </a:moveTo>
                  <a:lnTo>
                    <a:pt x="10333838" y="4576622"/>
                  </a:lnTo>
                  <a:lnTo>
                    <a:pt x="10334473" y="4582617"/>
                  </a:lnTo>
                  <a:lnTo>
                    <a:pt x="10338664" y="4585893"/>
                  </a:lnTo>
                  <a:lnTo>
                    <a:pt x="10342728" y="4589183"/>
                  </a:lnTo>
                  <a:lnTo>
                    <a:pt x="10348697" y="4588522"/>
                  </a:lnTo>
                  <a:lnTo>
                    <a:pt x="10351999" y="4584407"/>
                  </a:lnTo>
                  <a:lnTo>
                    <a:pt x="10337140" y="4572508"/>
                  </a:lnTo>
                  <a:close/>
                </a:path>
                <a:path w="10390505" h="4652010">
                  <a:moveTo>
                    <a:pt x="10346411" y="4567720"/>
                  </a:moveTo>
                  <a:lnTo>
                    <a:pt x="10340442" y="4568393"/>
                  </a:lnTo>
                  <a:lnTo>
                    <a:pt x="10338336" y="4571009"/>
                  </a:lnTo>
                  <a:lnTo>
                    <a:pt x="10337155" y="4572508"/>
                  </a:lnTo>
                  <a:lnTo>
                    <a:pt x="10352015" y="4584407"/>
                  </a:lnTo>
                  <a:lnTo>
                    <a:pt x="10355178" y="4580445"/>
                  </a:lnTo>
                  <a:lnTo>
                    <a:pt x="10355301" y="4580293"/>
                  </a:lnTo>
                  <a:lnTo>
                    <a:pt x="10354666" y="4574298"/>
                  </a:lnTo>
                  <a:lnTo>
                    <a:pt x="10350602" y="4571009"/>
                  </a:lnTo>
                  <a:lnTo>
                    <a:pt x="10346411" y="4567720"/>
                  </a:lnTo>
                  <a:close/>
                </a:path>
                <a:path w="10390505" h="4652010">
                  <a:moveTo>
                    <a:pt x="10312502" y="4597654"/>
                  </a:moveTo>
                  <a:lnTo>
                    <a:pt x="10308184" y="4600638"/>
                  </a:lnTo>
                  <a:lnTo>
                    <a:pt x="10307041" y="4606569"/>
                  </a:lnTo>
                  <a:lnTo>
                    <a:pt x="10309962" y="4610900"/>
                  </a:lnTo>
                  <a:lnTo>
                    <a:pt x="10313010" y="4615243"/>
                  </a:lnTo>
                  <a:lnTo>
                    <a:pt x="10318979" y="4616335"/>
                  </a:lnTo>
                  <a:lnTo>
                    <a:pt x="10323297" y="4613351"/>
                  </a:lnTo>
                  <a:lnTo>
                    <a:pt x="10319614" y="4608118"/>
                  </a:lnTo>
                  <a:lnTo>
                    <a:pt x="10318633" y="4606569"/>
                  </a:lnTo>
                  <a:lnTo>
                    <a:pt x="10314535" y="4600638"/>
                  </a:lnTo>
                  <a:lnTo>
                    <a:pt x="10312502" y="4597654"/>
                  </a:lnTo>
                  <a:close/>
                </a:path>
                <a:path w="10390505" h="4652010">
                  <a:moveTo>
                    <a:pt x="10316820" y="4594669"/>
                  </a:moveTo>
                  <a:lnTo>
                    <a:pt x="10312510" y="4597654"/>
                  </a:lnTo>
                  <a:lnTo>
                    <a:pt x="10323297" y="4613351"/>
                  </a:lnTo>
                  <a:lnTo>
                    <a:pt x="10327615" y="4610366"/>
                  </a:lnTo>
                  <a:lnTo>
                    <a:pt x="10328758" y="4604435"/>
                  </a:lnTo>
                  <a:lnTo>
                    <a:pt x="10325710" y="4600105"/>
                  </a:lnTo>
                  <a:lnTo>
                    <a:pt x="10322789" y="4595761"/>
                  </a:lnTo>
                  <a:lnTo>
                    <a:pt x="10316820" y="4594669"/>
                  </a:lnTo>
                  <a:close/>
                </a:path>
                <a:path w="10390505" h="4652010">
                  <a:moveTo>
                    <a:pt x="10281906" y="4617085"/>
                  </a:moveTo>
                  <a:lnTo>
                    <a:pt x="10277069" y="4619193"/>
                  </a:lnTo>
                  <a:lnTo>
                    <a:pt x="10274910" y="4624828"/>
                  </a:lnTo>
                  <a:lnTo>
                    <a:pt x="10276942" y="4629635"/>
                  </a:lnTo>
                  <a:lnTo>
                    <a:pt x="10278150" y="4632326"/>
                  </a:lnTo>
                  <a:lnTo>
                    <a:pt x="10279178" y="4634471"/>
                  </a:lnTo>
                  <a:lnTo>
                    <a:pt x="10284816" y="4636607"/>
                  </a:lnTo>
                  <a:lnTo>
                    <a:pt x="10289515" y="4634471"/>
                  </a:lnTo>
                  <a:lnTo>
                    <a:pt x="10281906" y="4617085"/>
                  </a:lnTo>
                  <a:close/>
                </a:path>
                <a:path w="10390505" h="4652010">
                  <a:moveTo>
                    <a:pt x="10286721" y="4614913"/>
                  </a:moveTo>
                  <a:lnTo>
                    <a:pt x="10281906" y="4617085"/>
                  </a:lnTo>
                  <a:lnTo>
                    <a:pt x="10287493" y="4629635"/>
                  </a:lnTo>
                  <a:lnTo>
                    <a:pt x="10288659" y="4632326"/>
                  </a:lnTo>
                  <a:lnTo>
                    <a:pt x="10289646" y="4634471"/>
                  </a:lnTo>
                  <a:lnTo>
                    <a:pt x="10294341" y="4632326"/>
                  </a:lnTo>
                  <a:lnTo>
                    <a:pt x="10296500" y="4626696"/>
                  </a:lnTo>
                  <a:lnTo>
                    <a:pt x="10294468" y="4621885"/>
                  </a:lnTo>
                  <a:lnTo>
                    <a:pt x="10292309" y="4617085"/>
                  </a:lnTo>
                  <a:lnTo>
                    <a:pt x="10286721" y="4614913"/>
                  </a:lnTo>
                  <a:close/>
                </a:path>
                <a:path w="10390505" h="4652010">
                  <a:moveTo>
                    <a:pt x="10247605" y="4629024"/>
                  </a:moveTo>
                  <a:lnTo>
                    <a:pt x="10242525" y="4630237"/>
                  </a:lnTo>
                  <a:lnTo>
                    <a:pt x="10239455" y="4635199"/>
                  </a:lnTo>
                  <a:lnTo>
                    <a:pt x="10239350" y="4635369"/>
                  </a:lnTo>
                  <a:lnTo>
                    <a:pt x="10240493" y="4640488"/>
                  </a:lnTo>
                  <a:lnTo>
                    <a:pt x="10241763" y="4645606"/>
                  </a:lnTo>
                  <a:lnTo>
                    <a:pt x="10246843" y="4648774"/>
                  </a:lnTo>
                  <a:lnTo>
                    <a:pt x="10252050" y="4647562"/>
                  </a:lnTo>
                  <a:lnTo>
                    <a:pt x="10250526" y="4641382"/>
                  </a:lnTo>
                  <a:lnTo>
                    <a:pt x="10250527" y="4641212"/>
                  </a:lnTo>
                  <a:lnTo>
                    <a:pt x="10247605" y="4629024"/>
                  </a:lnTo>
                  <a:close/>
                </a:path>
                <a:path w="10390505" h="4652010">
                  <a:moveTo>
                    <a:pt x="10252812" y="4627807"/>
                  </a:moveTo>
                  <a:lnTo>
                    <a:pt x="10247605" y="4629024"/>
                  </a:lnTo>
                  <a:lnTo>
                    <a:pt x="10248086" y="4630973"/>
                  </a:lnTo>
                  <a:lnTo>
                    <a:pt x="10252051" y="4647562"/>
                  </a:lnTo>
                  <a:lnTo>
                    <a:pt x="10257130" y="4646344"/>
                  </a:lnTo>
                  <a:lnTo>
                    <a:pt x="10260199" y="4641382"/>
                  </a:lnTo>
                  <a:lnTo>
                    <a:pt x="10260305" y="4641212"/>
                  </a:lnTo>
                  <a:lnTo>
                    <a:pt x="10259035" y="4636093"/>
                  </a:lnTo>
                  <a:lnTo>
                    <a:pt x="10257892" y="4630973"/>
                  </a:lnTo>
                  <a:lnTo>
                    <a:pt x="10252812" y="4627807"/>
                  </a:lnTo>
                  <a:close/>
                </a:path>
                <a:path w="10390505" h="4652010">
                  <a:moveTo>
                    <a:pt x="10212045" y="4632958"/>
                  </a:moveTo>
                  <a:lnTo>
                    <a:pt x="10206711" y="4632958"/>
                  </a:lnTo>
                  <a:lnTo>
                    <a:pt x="10202520" y="4637222"/>
                  </a:lnTo>
                  <a:lnTo>
                    <a:pt x="10202520" y="4647742"/>
                  </a:lnTo>
                  <a:lnTo>
                    <a:pt x="10206711" y="4652008"/>
                  </a:lnTo>
                  <a:lnTo>
                    <a:pt x="10212045" y="4652008"/>
                  </a:lnTo>
                  <a:lnTo>
                    <a:pt x="10212045" y="4632958"/>
                  </a:lnTo>
                  <a:close/>
                </a:path>
                <a:path w="10390505" h="4652010">
                  <a:moveTo>
                    <a:pt x="10217252" y="4632958"/>
                  </a:moveTo>
                  <a:lnTo>
                    <a:pt x="10212045" y="4632958"/>
                  </a:lnTo>
                  <a:lnTo>
                    <a:pt x="10212045" y="4652008"/>
                  </a:lnTo>
                  <a:lnTo>
                    <a:pt x="10217252" y="4652008"/>
                  </a:lnTo>
                  <a:lnTo>
                    <a:pt x="10221570" y="4647742"/>
                  </a:lnTo>
                  <a:lnTo>
                    <a:pt x="10221570" y="4637222"/>
                  </a:lnTo>
                  <a:lnTo>
                    <a:pt x="10217252" y="4632958"/>
                  </a:lnTo>
                  <a:close/>
                </a:path>
                <a:path w="10390505" h="4652010">
                  <a:moveTo>
                    <a:pt x="10173945" y="4632958"/>
                  </a:moveTo>
                  <a:lnTo>
                    <a:pt x="10168611" y="4632958"/>
                  </a:lnTo>
                  <a:lnTo>
                    <a:pt x="10164420" y="4637222"/>
                  </a:lnTo>
                  <a:lnTo>
                    <a:pt x="10164420" y="4647742"/>
                  </a:lnTo>
                  <a:lnTo>
                    <a:pt x="10168611" y="4652008"/>
                  </a:lnTo>
                  <a:lnTo>
                    <a:pt x="10173945" y="4652008"/>
                  </a:lnTo>
                  <a:lnTo>
                    <a:pt x="10173945" y="4632958"/>
                  </a:lnTo>
                  <a:close/>
                </a:path>
                <a:path w="10390505" h="4652010">
                  <a:moveTo>
                    <a:pt x="10179152" y="4632958"/>
                  </a:moveTo>
                  <a:lnTo>
                    <a:pt x="10173945" y="4632958"/>
                  </a:lnTo>
                  <a:lnTo>
                    <a:pt x="10173945" y="4652008"/>
                  </a:lnTo>
                  <a:lnTo>
                    <a:pt x="10179152" y="4652008"/>
                  </a:lnTo>
                  <a:lnTo>
                    <a:pt x="10183470" y="4647742"/>
                  </a:lnTo>
                  <a:lnTo>
                    <a:pt x="10183470" y="4637222"/>
                  </a:lnTo>
                  <a:lnTo>
                    <a:pt x="10179152" y="4632958"/>
                  </a:lnTo>
                  <a:close/>
                </a:path>
                <a:path w="10390505" h="4652010">
                  <a:moveTo>
                    <a:pt x="10135718" y="4632958"/>
                  </a:moveTo>
                  <a:lnTo>
                    <a:pt x="10130511" y="4632958"/>
                  </a:lnTo>
                  <a:lnTo>
                    <a:pt x="10126193" y="4637222"/>
                  </a:lnTo>
                  <a:lnTo>
                    <a:pt x="10126193" y="4647742"/>
                  </a:lnTo>
                  <a:lnTo>
                    <a:pt x="10130511" y="4652008"/>
                  </a:lnTo>
                  <a:lnTo>
                    <a:pt x="10135718" y="4652008"/>
                  </a:lnTo>
                  <a:lnTo>
                    <a:pt x="10135718" y="4632958"/>
                  </a:lnTo>
                  <a:close/>
                </a:path>
                <a:path w="10390505" h="4652010">
                  <a:moveTo>
                    <a:pt x="10135845" y="4645658"/>
                  </a:moveTo>
                  <a:lnTo>
                    <a:pt x="10135718" y="4645658"/>
                  </a:lnTo>
                  <a:lnTo>
                    <a:pt x="10135718" y="4652008"/>
                  </a:lnTo>
                  <a:lnTo>
                    <a:pt x="10135845" y="4652008"/>
                  </a:lnTo>
                  <a:lnTo>
                    <a:pt x="10135845" y="4645658"/>
                  </a:lnTo>
                  <a:close/>
                </a:path>
                <a:path w="10390505" h="4652010">
                  <a:moveTo>
                    <a:pt x="10141052" y="4632958"/>
                  </a:moveTo>
                  <a:lnTo>
                    <a:pt x="10135845" y="4632958"/>
                  </a:lnTo>
                  <a:lnTo>
                    <a:pt x="10135845" y="4652008"/>
                  </a:lnTo>
                  <a:lnTo>
                    <a:pt x="10141052" y="4652008"/>
                  </a:lnTo>
                  <a:lnTo>
                    <a:pt x="10145370" y="4647742"/>
                  </a:lnTo>
                  <a:lnTo>
                    <a:pt x="10145370" y="4637222"/>
                  </a:lnTo>
                  <a:lnTo>
                    <a:pt x="10141052" y="4632958"/>
                  </a:lnTo>
                  <a:close/>
                </a:path>
                <a:path w="10390505" h="4652010">
                  <a:moveTo>
                    <a:pt x="10135845" y="4632958"/>
                  </a:moveTo>
                  <a:lnTo>
                    <a:pt x="10135718" y="4632958"/>
                  </a:lnTo>
                  <a:lnTo>
                    <a:pt x="10135718" y="4639308"/>
                  </a:lnTo>
                  <a:lnTo>
                    <a:pt x="10135845" y="4639308"/>
                  </a:lnTo>
                  <a:lnTo>
                    <a:pt x="10135845" y="4632958"/>
                  </a:lnTo>
                  <a:close/>
                </a:path>
                <a:path w="10390505" h="4652010">
                  <a:moveTo>
                    <a:pt x="10097618" y="4632958"/>
                  </a:moveTo>
                  <a:lnTo>
                    <a:pt x="10092411" y="4632958"/>
                  </a:lnTo>
                  <a:lnTo>
                    <a:pt x="10088093" y="4637222"/>
                  </a:lnTo>
                  <a:lnTo>
                    <a:pt x="10088093" y="4647742"/>
                  </a:lnTo>
                  <a:lnTo>
                    <a:pt x="10092411" y="4652008"/>
                  </a:lnTo>
                  <a:lnTo>
                    <a:pt x="10097618" y="4652008"/>
                  </a:lnTo>
                  <a:lnTo>
                    <a:pt x="10097618" y="4632958"/>
                  </a:lnTo>
                  <a:close/>
                </a:path>
                <a:path w="10390505" h="4652010">
                  <a:moveTo>
                    <a:pt x="10102952" y="4632958"/>
                  </a:moveTo>
                  <a:lnTo>
                    <a:pt x="10097618" y="4632958"/>
                  </a:lnTo>
                  <a:lnTo>
                    <a:pt x="10097618" y="4652008"/>
                  </a:lnTo>
                  <a:lnTo>
                    <a:pt x="10102952" y="4652008"/>
                  </a:lnTo>
                  <a:lnTo>
                    <a:pt x="10107143" y="4647742"/>
                  </a:lnTo>
                  <a:lnTo>
                    <a:pt x="10107143" y="4637222"/>
                  </a:lnTo>
                  <a:lnTo>
                    <a:pt x="10102952" y="4632958"/>
                  </a:lnTo>
                  <a:close/>
                </a:path>
                <a:path w="10390505" h="4652010">
                  <a:moveTo>
                    <a:pt x="10059518" y="4632958"/>
                  </a:moveTo>
                  <a:lnTo>
                    <a:pt x="10054311" y="4632958"/>
                  </a:lnTo>
                  <a:lnTo>
                    <a:pt x="10049993" y="4637222"/>
                  </a:lnTo>
                  <a:lnTo>
                    <a:pt x="10049993" y="4647742"/>
                  </a:lnTo>
                  <a:lnTo>
                    <a:pt x="10054311" y="4652008"/>
                  </a:lnTo>
                  <a:lnTo>
                    <a:pt x="10059518" y="4652008"/>
                  </a:lnTo>
                  <a:lnTo>
                    <a:pt x="10059518" y="4632958"/>
                  </a:lnTo>
                  <a:close/>
                </a:path>
                <a:path w="10390505" h="4652010">
                  <a:moveTo>
                    <a:pt x="10064852" y="4632958"/>
                  </a:moveTo>
                  <a:lnTo>
                    <a:pt x="10059518" y="4632958"/>
                  </a:lnTo>
                  <a:lnTo>
                    <a:pt x="10059518" y="4652008"/>
                  </a:lnTo>
                  <a:lnTo>
                    <a:pt x="10064852" y="4652008"/>
                  </a:lnTo>
                  <a:lnTo>
                    <a:pt x="10069043" y="4647742"/>
                  </a:lnTo>
                  <a:lnTo>
                    <a:pt x="10069043" y="4637222"/>
                  </a:lnTo>
                  <a:lnTo>
                    <a:pt x="10064852" y="4632958"/>
                  </a:lnTo>
                  <a:close/>
                </a:path>
                <a:path w="10390505" h="4652010">
                  <a:moveTo>
                    <a:pt x="10021418" y="4632958"/>
                  </a:moveTo>
                  <a:lnTo>
                    <a:pt x="10016084" y="4632958"/>
                  </a:lnTo>
                  <a:lnTo>
                    <a:pt x="10011893" y="4637222"/>
                  </a:lnTo>
                  <a:lnTo>
                    <a:pt x="10011893" y="4647742"/>
                  </a:lnTo>
                  <a:lnTo>
                    <a:pt x="10016084" y="4652008"/>
                  </a:lnTo>
                  <a:lnTo>
                    <a:pt x="10021418" y="4652008"/>
                  </a:lnTo>
                  <a:lnTo>
                    <a:pt x="10021418" y="4632958"/>
                  </a:lnTo>
                  <a:close/>
                </a:path>
                <a:path w="10390505" h="4652010">
                  <a:moveTo>
                    <a:pt x="10026625" y="4632958"/>
                  </a:moveTo>
                  <a:lnTo>
                    <a:pt x="10021418" y="4632958"/>
                  </a:lnTo>
                  <a:lnTo>
                    <a:pt x="10021418" y="4652008"/>
                  </a:lnTo>
                  <a:lnTo>
                    <a:pt x="10026625" y="4652008"/>
                  </a:lnTo>
                  <a:lnTo>
                    <a:pt x="10030943" y="4647742"/>
                  </a:lnTo>
                  <a:lnTo>
                    <a:pt x="10030943" y="4637222"/>
                  </a:lnTo>
                  <a:lnTo>
                    <a:pt x="10026625" y="4632958"/>
                  </a:lnTo>
                  <a:close/>
                </a:path>
                <a:path w="10390505" h="4652010">
                  <a:moveTo>
                    <a:pt x="9983318" y="4632958"/>
                  </a:moveTo>
                  <a:lnTo>
                    <a:pt x="9977984" y="4632958"/>
                  </a:lnTo>
                  <a:lnTo>
                    <a:pt x="9973793" y="4637222"/>
                  </a:lnTo>
                  <a:lnTo>
                    <a:pt x="9973793" y="4647742"/>
                  </a:lnTo>
                  <a:lnTo>
                    <a:pt x="9977984" y="4652008"/>
                  </a:lnTo>
                  <a:lnTo>
                    <a:pt x="9983318" y="4652008"/>
                  </a:lnTo>
                  <a:lnTo>
                    <a:pt x="9983318" y="4632958"/>
                  </a:lnTo>
                  <a:close/>
                </a:path>
                <a:path w="10390505" h="4652010">
                  <a:moveTo>
                    <a:pt x="9988525" y="4632958"/>
                  </a:moveTo>
                  <a:lnTo>
                    <a:pt x="9983318" y="4632958"/>
                  </a:lnTo>
                  <a:lnTo>
                    <a:pt x="9983318" y="4652008"/>
                  </a:lnTo>
                  <a:lnTo>
                    <a:pt x="9988525" y="4652008"/>
                  </a:lnTo>
                  <a:lnTo>
                    <a:pt x="9992843" y="4647742"/>
                  </a:lnTo>
                  <a:lnTo>
                    <a:pt x="9992843" y="4637222"/>
                  </a:lnTo>
                  <a:lnTo>
                    <a:pt x="9988525" y="4632958"/>
                  </a:lnTo>
                  <a:close/>
                </a:path>
                <a:path w="10390505" h="4652010">
                  <a:moveTo>
                    <a:pt x="9945218" y="4632958"/>
                  </a:moveTo>
                  <a:lnTo>
                    <a:pt x="9939884" y="4632958"/>
                  </a:lnTo>
                  <a:lnTo>
                    <a:pt x="9935693" y="4637222"/>
                  </a:lnTo>
                  <a:lnTo>
                    <a:pt x="9935693" y="4647742"/>
                  </a:lnTo>
                  <a:lnTo>
                    <a:pt x="9939884" y="4652008"/>
                  </a:lnTo>
                  <a:lnTo>
                    <a:pt x="9945218" y="4652008"/>
                  </a:lnTo>
                  <a:lnTo>
                    <a:pt x="9945218" y="4632958"/>
                  </a:lnTo>
                  <a:close/>
                </a:path>
                <a:path w="10390505" h="4652010">
                  <a:moveTo>
                    <a:pt x="9950425" y="4632958"/>
                  </a:moveTo>
                  <a:lnTo>
                    <a:pt x="9945218" y="4632958"/>
                  </a:lnTo>
                  <a:lnTo>
                    <a:pt x="9945218" y="4652008"/>
                  </a:lnTo>
                  <a:lnTo>
                    <a:pt x="9950425" y="4652008"/>
                  </a:lnTo>
                  <a:lnTo>
                    <a:pt x="9954743" y="4647742"/>
                  </a:lnTo>
                  <a:lnTo>
                    <a:pt x="9954743" y="4637222"/>
                  </a:lnTo>
                  <a:lnTo>
                    <a:pt x="9950425" y="4632958"/>
                  </a:lnTo>
                  <a:close/>
                </a:path>
                <a:path w="10390505" h="4652010">
                  <a:moveTo>
                    <a:pt x="9906991" y="4632958"/>
                  </a:moveTo>
                  <a:lnTo>
                    <a:pt x="9901784" y="4632958"/>
                  </a:lnTo>
                  <a:lnTo>
                    <a:pt x="9897466" y="4637222"/>
                  </a:lnTo>
                  <a:lnTo>
                    <a:pt x="9897466" y="4647742"/>
                  </a:lnTo>
                  <a:lnTo>
                    <a:pt x="9901784" y="4652008"/>
                  </a:lnTo>
                  <a:lnTo>
                    <a:pt x="9906991" y="4652008"/>
                  </a:lnTo>
                  <a:lnTo>
                    <a:pt x="9906991" y="4632958"/>
                  </a:lnTo>
                  <a:close/>
                </a:path>
                <a:path w="10390505" h="4652010">
                  <a:moveTo>
                    <a:pt x="9912325" y="4632958"/>
                  </a:moveTo>
                  <a:lnTo>
                    <a:pt x="9907118" y="4632958"/>
                  </a:lnTo>
                  <a:lnTo>
                    <a:pt x="9907118" y="4652008"/>
                  </a:lnTo>
                  <a:lnTo>
                    <a:pt x="9912325" y="4652008"/>
                  </a:lnTo>
                  <a:lnTo>
                    <a:pt x="9916643" y="4647742"/>
                  </a:lnTo>
                  <a:lnTo>
                    <a:pt x="9916643" y="4637222"/>
                  </a:lnTo>
                  <a:lnTo>
                    <a:pt x="9912325" y="4632958"/>
                  </a:lnTo>
                  <a:close/>
                </a:path>
                <a:path w="10390505" h="4652010">
                  <a:moveTo>
                    <a:pt x="9868891" y="4632958"/>
                  </a:moveTo>
                  <a:lnTo>
                    <a:pt x="9863684" y="4632958"/>
                  </a:lnTo>
                  <a:lnTo>
                    <a:pt x="9859366" y="4637222"/>
                  </a:lnTo>
                  <a:lnTo>
                    <a:pt x="9859366" y="4647742"/>
                  </a:lnTo>
                  <a:lnTo>
                    <a:pt x="9863684" y="4652008"/>
                  </a:lnTo>
                  <a:lnTo>
                    <a:pt x="9868891" y="4652008"/>
                  </a:lnTo>
                  <a:lnTo>
                    <a:pt x="9868891" y="4632958"/>
                  </a:lnTo>
                  <a:close/>
                </a:path>
                <a:path w="10390505" h="4652010">
                  <a:moveTo>
                    <a:pt x="9874225" y="4632958"/>
                  </a:moveTo>
                  <a:lnTo>
                    <a:pt x="9868891" y="4632958"/>
                  </a:lnTo>
                  <a:lnTo>
                    <a:pt x="9868891" y="4652008"/>
                  </a:lnTo>
                  <a:lnTo>
                    <a:pt x="9874225" y="4652008"/>
                  </a:lnTo>
                  <a:lnTo>
                    <a:pt x="9878416" y="4647742"/>
                  </a:lnTo>
                  <a:lnTo>
                    <a:pt x="9878416" y="4637222"/>
                  </a:lnTo>
                  <a:lnTo>
                    <a:pt x="9874225" y="4632958"/>
                  </a:lnTo>
                  <a:close/>
                </a:path>
                <a:path w="10390505" h="4652010">
                  <a:moveTo>
                    <a:pt x="9830791" y="4632958"/>
                  </a:moveTo>
                  <a:lnTo>
                    <a:pt x="9825584" y="4632958"/>
                  </a:lnTo>
                  <a:lnTo>
                    <a:pt x="9821266" y="4637222"/>
                  </a:lnTo>
                  <a:lnTo>
                    <a:pt x="9821266" y="4647742"/>
                  </a:lnTo>
                  <a:lnTo>
                    <a:pt x="9825584" y="4652008"/>
                  </a:lnTo>
                  <a:lnTo>
                    <a:pt x="9830791" y="4652008"/>
                  </a:lnTo>
                  <a:lnTo>
                    <a:pt x="9830791" y="4632958"/>
                  </a:lnTo>
                  <a:close/>
                </a:path>
                <a:path w="10390505" h="4652010">
                  <a:moveTo>
                    <a:pt x="9836125" y="4632958"/>
                  </a:moveTo>
                  <a:lnTo>
                    <a:pt x="9830791" y="4632958"/>
                  </a:lnTo>
                  <a:lnTo>
                    <a:pt x="9830791" y="4652008"/>
                  </a:lnTo>
                  <a:lnTo>
                    <a:pt x="9836125" y="4652008"/>
                  </a:lnTo>
                  <a:lnTo>
                    <a:pt x="9840316" y="4647742"/>
                  </a:lnTo>
                  <a:lnTo>
                    <a:pt x="9840316" y="4637222"/>
                  </a:lnTo>
                  <a:lnTo>
                    <a:pt x="9836125" y="4632958"/>
                  </a:lnTo>
                  <a:close/>
                </a:path>
                <a:path w="10390505" h="4652010">
                  <a:moveTo>
                    <a:pt x="9792691" y="4632958"/>
                  </a:moveTo>
                  <a:lnTo>
                    <a:pt x="9787484" y="4632958"/>
                  </a:lnTo>
                  <a:lnTo>
                    <a:pt x="9783166" y="4637222"/>
                  </a:lnTo>
                  <a:lnTo>
                    <a:pt x="9783166" y="4647742"/>
                  </a:lnTo>
                  <a:lnTo>
                    <a:pt x="9787484" y="4652008"/>
                  </a:lnTo>
                  <a:lnTo>
                    <a:pt x="9792691" y="4652008"/>
                  </a:lnTo>
                  <a:lnTo>
                    <a:pt x="9792691" y="4632958"/>
                  </a:lnTo>
                  <a:close/>
                </a:path>
                <a:path w="10390505" h="4652010">
                  <a:moveTo>
                    <a:pt x="9798025" y="4632958"/>
                  </a:moveTo>
                  <a:lnTo>
                    <a:pt x="9792691" y="4632958"/>
                  </a:lnTo>
                  <a:lnTo>
                    <a:pt x="9792691" y="4652008"/>
                  </a:lnTo>
                  <a:lnTo>
                    <a:pt x="9798025" y="4652008"/>
                  </a:lnTo>
                  <a:lnTo>
                    <a:pt x="9802216" y="4647742"/>
                  </a:lnTo>
                  <a:lnTo>
                    <a:pt x="9802216" y="4637222"/>
                  </a:lnTo>
                  <a:lnTo>
                    <a:pt x="9798025" y="4632958"/>
                  </a:lnTo>
                  <a:close/>
                </a:path>
                <a:path w="10390505" h="4652010">
                  <a:moveTo>
                    <a:pt x="9754591" y="4632958"/>
                  </a:moveTo>
                  <a:lnTo>
                    <a:pt x="9749257" y="4632958"/>
                  </a:lnTo>
                  <a:lnTo>
                    <a:pt x="9745066" y="4637222"/>
                  </a:lnTo>
                  <a:lnTo>
                    <a:pt x="9745066" y="4647742"/>
                  </a:lnTo>
                  <a:lnTo>
                    <a:pt x="9749257" y="4652008"/>
                  </a:lnTo>
                  <a:lnTo>
                    <a:pt x="9754591" y="4652008"/>
                  </a:lnTo>
                  <a:lnTo>
                    <a:pt x="9754591" y="4632958"/>
                  </a:lnTo>
                  <a:close/>
                </a:path>
                <a:path w="10390505" h="4652010">
                  <a:moveTo>
                    <a:pt x="9759798" y="4632958"/>
                  </a:moveTo>
                  <a:lnTo>
                    <a:pt x="9754591" y="4632958"/>
                  </a:lnTo>
                  <a:lnTo>
                    <a:pt x="9754591" y="4652008"/>
                  </a:lnTo>
                  <a:lnTo>
                    <a:pt x="9759798" y="4652008"/>
                  </a:lnTo>
                  <a:lnTo>
                    <a:pt x="9764116" y="4647742"/>
                  </a:lnTo>
                  <a:lnTo>
                    <a:pt x="9764116" y="4637222"/>
                  </a:lnTo>
                  <a:lnTo>
                    <a:pt x="9759798" y="4632958"/>
                  </a:lnTo>
                  <a:close/>
                </a:path>
                <a:path w="10390505" h="4652010">
                  <a:moveTo>
                    <a:pt x="9716491" y="4632958"/>
                  </a:moveTo>
                  <a:lnTo>
                    <a:pt x="9711157" y="4632958"/>
                  </a:lnTo>
                  <a:lnTo>
                    <a:pt x="9706966" y="4637222"/>
                  </a:lnTo>
                  <a:lnTo>
                    <a:pt x="9706966" y="4647742"/>
                  </a:lnTo>
                  <a:lnTo>
                    <a:pt x="9711157" y="4652008"/>
                  </a:lnTo>
                  <a:lnTo>
                    <a:pt x="9716491" y="4652008"/>
                  </a:lnTo>
                  <a:lnTo>
                    <a:pt x="9716491" y="4632958"/>
                  </a:lnTo>
                  <a:close/>
                </a:path>
                <a:path w="10390505" h="4652010">
                  <a:moveTo>
                    <a:pt x="9721698" y="4632958"/>
                  </a:moveTo>
                  <a:lnTo>
                    <a:pt x="9716491" y="4632958"/>
                  </a:lnTo>
                  <a:lnTo>
                    <a:pt x="9716491" y="4652008"/>
                  </a:lnTo>
                  <a:lnTo>
                    <a:pt x="9721698" y="4652008"/>
                  </a:lnTo>
                  <a:lnTo>
                    <a:pt x="9726016" y="4647742"/>
                  </a:lnTo>
                  <a:lnTo>
                    <a:pt x="9726016" y="4637222"/>
                  </a:lnTo>
                  <a:lnTo>
                    <a:pt x="9721698" y="4632958"/>
                  </a:lnTo>
                  <a:close/>
                </a:path>
                <a:path w="10390505" h="4652010">
                  <a:moveTo>
                    <a:pt x="9678264" y="4632958"/>
                  </a:moveTo>
                  <a:lnTo>
                    <a:pt x="9673057" y="4632958"/>
                  </a:lnTo>
                  <a:lnTo>
                    <a:pt x="9668739" y="4637222"/>
                  </a:lnTo>
                  <a:lnTo>
                    <a:pt x="9668739" y="4647742"/>
                  </a:lnTo>
                  <a:lnTo>
                    <a:pt x="9673057" y="4652008"/>
                  </a:lnTo>
                  <a:lnTo>
                    <a:pt x="9678264" y="4652008"/>
                  </a:lnTo>
                  <a:lnTo>
                    <a:pt x="9678264" y="4632958"/>
                  </a:lnTo>
                  <a:close/>
                </a:path>
                <a:path w="10390505" h="4652010">
                  <a:moveTo>
                    <a:pt x="9683598" y="4632958"/>
                  </a:moveTo>
                  <a:lnTo>
                    <a:pt x="9678391" y="4632958"/>
                  </a:lnTo>
                  <a:lnTo>
                    <a:pt x="9678391" y="4652008"/>
                  </a:lnTo>
                  <a:lnTo>
                    <a:pt x="9683598" y="4652008"/>
                  </a:lnTo>
                  <a:lnTo>
                    <a:pt x="9687916" y="4647742"/>
                  </a:lnTo>
                  <a:lnTo>
                    <a:pt x="9687916" y="4637222"/>
                  </a:lnTo>
                  <a:lnTo>
                    <a:pt x="9683598" y="4632958"/>
                  </a:lnTo>
                  <a:close/>
                </a:path>
                <a:path w="10390505" h="4652010">
                  <a:moveTo>
                    <a:pt x="9640164" y="4632958"/>
                  </a:moveTo>
                  <a:lnTo>
                    <a:pt x="9634957" y="4632958"/>
                  </a:lnTo>
                  <a:lnTo>
                    <a:pt x="9630639" y="4637222"/>
                  </a:lnTo>
                  <a:lnTo>
                    <a:pt x="9630639" y="4647742"/>
                  </a:lnTo>
                  <a:lnTo>
                    <a:pt x="9634957" y="4652008"/>
                  </a:lnTo>
                  <a:lnTo>
                    <a:pt x="9640164" y="4652008"/>
                  </a:lnTo>
                  <a:lnTo>
                    <a:pt x="9640164" y="4632958"/>
                  </a:lnTo>
                  <a:close/>
                </a:path>
                <a:path w="10390505" h="4652010">
                  <a:moveTo>
                    <a:pt x="9645498" y="4632958"/>
                  </a:moveTo>
                  <a:lnTo>
                    <a:pt x="9640164" y="4632958"/>
                  </a:lnTo>
                  <a:lnTo>
                    <a:pt x="9640164" y="4652008"/>
                  </a:lnTo>
                  <a:lnTo>
                    <a:pt x="9645498" y="4652008"/>
                  </a:lnTo>
                  <a:lnTo>
                    <a:pt x="9649689" y="4647742"/>
                  </a:lnTo>
                  <a:lnTo>
                    <a:pt x="9649689" y="4637222"/>
                  </a:lnTo>
                  <a:lnTo>
                    <a:pt x="9645498" y="4632958"/>
                  </a:lnTo>
                  <a:close/>
                </a:path>
                <a:path w="10390505" h="4652010">
                  <a:moveTo>
                    <a:pt x="9602064" y="4632958"/>
                  </a:moveTo>
                  <a:lnTo>
                    <a:pt x="9596857" y="4632958"/>
                  </a:lnTo>
                  <a:lnTo>
                    <a:pt x="9592539" y="4637222"/>
                  </a:lnTo>
                  <a:lnTo>
                    <a:pt x="9592539" y="4647742"/>
                  </a:lnTo>
                  <a:lnTo>
                    <a:pt x="9596857" y="4652008"/>
                  </a:lnTo>
                  <a:lnTo>
                    <a:pt x="9602064" y="4652008"/>
                  </a:lnTo>
                  <a:lnTo>
                    <a:pt x="9602064" y="4632958"/>
                  </a:lnTo>
                  <a:close/>
                </a:path>
                <a:path w="10390505" h="4652010">
                  <a:moveTo>
                    <a:pt x="9607398" y="4632958"/>
                  </a:moveTo>
                  <a:lnTo>
                    <a:pt x="9602064" y="4632958"/>
                  </a:lnTo>
                  <a:lnTo>
                    <a:pt x="9602064" y="4652008"/>
                  </a:lnTo>
                  <a:lnTo>
                    <a:pt x="9607398" y="4652008"/>
                  </a:lnTo>
                  <a:lnTo>
                    <a:pt x="9611589" y="4647742"/>
                  </a:lnTo>
                  <a:lnTo>
                    <a:pt x="9611589" y="4637222"/>
                  </a:lnTo>
                  <a:lnTo>
                    <a:pt x="9607398" y="4632958"/>
                  </a:lnTo>
                  <a:close/>
                </a:path>
                <a:path w="10390505" h="4652010">
                  <a:moveTo>
                    <a:pt x="9563964" y="4632958"/>
                  </a:moveTo>
                  <a:lnTo>
                    <a:pt x="9558757" y="4632958"/>
                  </a:lnTo>
                  <a:lnTo>
                    <a:pt x="9554439" y="4637222"/>
                  </a:lnTo>
                  <a:lnTo>
                    <a:pt x="9554439" y="4647742"/>
                  </a:lnTo>
                  <a:lnTo>
                    <a:pt x="9558757" y="4652008"/>
                  </a:lnTo>
                  <a:lnTo>
                    <a:pt x="9563964" y="4652008"/>
                  </a:lnTo>
                  <a:lnTo>
                    <a:pt x="9563964" y="4632958"/>
                  </a:lnTo>
                  <a:close/>
                </a:path>
                <a:path w="10390505" h="4652010">
                  <a:moveTo>
                    <a:pt x="9569298" y="4632958"/>
                  </a:moveTo>
                  <a:lnTo>
                    <a:pt x="9563964" y="4632958"/>
                  </a:lnTo>
                  <a:lnTo>
                    <a:pt x="9563964" y="4652008"/>
                  </a:lnTo>
                  <a:lnTo>
                    <a:pt x="9569298" y="4652008"/>
                  </a:lnTo>
                  <a:lnTo>
                    <a:pt x="9573489" y="4647742"/>
                  </a:lnTo>
                  <a:lnTo>
                    <a:pt x="9573489" y="4637222"/>
                  </a:lnTo>
                  <a:lnTo>
                    <a:pt x="9569298" y="4632958"/>
                  </a:lnTo>
                  <a:close/>
                </a:path>
                <a:path w="10390505" h="4652010">
                  <a:moveTo>
                    <a:pt x="9525864" y="4632958"/>
                  </a:moveTo>
                  <a:lnTo>
                    <a:pt x="9520530" y="4632958"/>
                  </a:lnTo>
                  <a:lnTo>
                    <a:pt x="9516339" y="4637222"/>
                  </a:lnTo>
                  <a:lnTo>
                    <a:pt x="9516339" y="4647742"/>
                  </a:lnTo>
                  <a:lnTo>
                    <a:pt x="9520530" y="4652008"/>
                  </a:lnTo>
                  <a:lnTo>
                    <a:pt x="9525864" y="4652008"/>
                  </a:lnTo>
                  <a:lnTo>
                    <a:pt x="9525864" y="4632958"/>
                  </a:lnTo>
                  <a:close/>
                </a:path>
                <a:path w="10390505" h="4652010">
                  <a:moveTo>
                    <a:pt x="9531071" y="4632958"/>
                  </a:moveTo>
                  <a:lnTo>
                    <a:pt x="9525864" y="4632958"/>
                  </a:lnTo>
                  <a:lnTo>
                    <a:pt x="9525864" y="4652008"/>
                  </a:lnTo>
                  <a:lnTo>
                    <a:pt x="9531071" y="4652008"/>
                  </a:lnTo>
                  <a:lnTo>
                    <a:pt x="9535389" y="4647742"/>
                  </a:lnTo>
                  <a:lnTo>
                    <a:pt x="9535389" y="4637222"/>
                  </a:lnTo>
                  <a:lnTo>
                    <a:pt x="9531071" y="4632958"/>
                  </a:lnTo>
                  <a:close/>
                </a:path>
                <a:path w="10390505" h="4652010">
                  <a:moveTo>
                    <a:pt x="9487764" y="4632958"/>
                  </a:moveTo>
                  <a:lnTo>
                    <a:pt x="9482430" y="4632958"/>
                  </a:lnTo>
                  <a:lnTo>
                    <a:pt x="9478239" y="4637222"/>
                  </a:lnTo>
                  <a:lnTo>
                    <a:pt x="9478239" y="4647742"/>
                  </a:lnTo>
                  <a:lnTo>
                    <a:pt x="9482430" y="4652008"/>
                  </a:lnTo>
                  <a:lnTo>
                    <a:pt x="9487764" y="4652008"/>
                  </a:lnTo>
                  <a:lnTo>
                    <a:pt x="9487764" y="4632958"/>
                  </a:lnTo>
                  <a:close/>
                </a:path>
                <a:path w="10390505" h="4652010">
                  <a:moveTo>
                    <a:pt x="9492971" y="4632958"/>
                  </a:moveTo>
                  <a:lnTo>
                    <a:pt x="9487764" y="4632958"/>
                  </a:lnTo>
                  <a:lnTo>
                    <a:pt x="9487764" y="4652008"/>
                  </a:lnTo>
                  <a:lnTo>
                    <a:pt x="9492971" y="4652008"/>
                  </a:lnTo>
                  <a:lnTo>
                    <a:pt x="9497289" y="4647742"/>
                  </a:lnTo>
                  <a:lnTo>
                    <a:pt x="9497289" y="4637222"/>
                  </a:lnTo>
                  <a:lnTo>
                    <a:pt x="9492971" y="4632958"/>
                  </a:lnTo>
                  <a:close/>
                </a:path>
                <a:path w="10390505" h="4652010">
                  <a:moveTo>
                    <a:pt x="9449664" y="4632958"/>
                  </a:moveTo>
                  <a:lnTo>
                    <a:pt x="9444330" y="4632958"/>
                  </a:lnTo>
                  <a:lnTo>
                    <a:pt x="9440139" y="4637222"/>
                  </a:lnTo>
                  <a:lnTo>
                    <a:pt x="9440139" y="4647742"/>
                  </a:lnTo>
                  <a:lnTo>
                    <a:pt x="9444330" y="4652008"/>
                  </a:lnTo>
                  <a:lnTo>
                    <a:pt x="9449664" y="4652008"/>
                  </a:lnTo>
                  <a:lnTo>
                    <a:pt x="9449664" y="4632958"/>
                  </a:lnTo>
                  <a:close/>
                </a:path>
                <a:path w="10390505" h="4652010">
                  <a:moveTo>
                    <a:pt x="9454871" y="4632958"/>
                  </a:moveTo>
                  <a:lnTo>
                    <a:pt x="9449664" y="4632958"/>
                  </a:lnTo>
                  <a:lnTo>
                    <a:pt x="9449664" y="4652008"/>
                  </a:lnTo>
                  <a:lnTo>
                    <a:pt x="9454871" y="4652008"/>
                  </a:lnTo>
                  <a:lnTo>
                    <a:pt x="9459189" y="4647742"/>
                  </a:lnTo>
                  <a:lnTo>
                    <a:pt x="9459189" y="4637222"/>
                  </a:lnTo>
                  <a:lnTo>
                    <a:pt x="9454871" y="4632958"/>
                  </a:lnTo>
                  <a:close/>
                </a:path>
                <a:path w="10390505" h="4652010">
                  <a:moveTo>
                    <a:pt x="9411437" y="4632958"/>
                  </a:moveTo>
                  <a:lnTo>
                    <a:pt x="9406230" y="4632958"/>
                  </a:lnTo>
                  <a:lnTo>
                    <a:pt x="9401912" y="4637222"/>
                  </a:lnTo>
                  <a:lnTo>
                    <a:pt x="9401912" y="4647742"/>
                  </a:lnTo>
                  <a:lnTo>
                    <a:pt x="9406230" y="4652008"/>
                  </a:lnTo>
                  <a:lnTo>
                    <a:pt x="9411437" y="4652008"/>
                  </a:lnTo>
                  <a:lnTo>
                    <a:pt x="9411437" y="4632958"/>
                  </a:lnTo>
                  <a:close/>
                </a:path>
                <a:path w="10390505" h="4652010">
                  <a:moveTo>
                    <a:pt x="9416771" y="4632958"/>
                  </a:moveTo>
                  <a:lnTo>
                    <a:pt x="9411564" y="4632958"/>
                  </a:lnTo>
                  <a:lnTo>
                    <a:pt x="9411564" y="4652008"/>
                  </a:lnTo>
                  <a:lnTo>
                    <a:pt x="9416771" y="4652008"/>
                  </a:lnTo>
                  <a:lnTo>
                    <a:pt x="9421089" y="4647742"/>
                  </a:lnTo>
                  <a:lnTo>
                    <a:pt x="9421089" y="4637222"/>
                  </a:lnTo>
                  <a:lnTo>
                    <a:pt x="9416771" y="4632958"/>
                  </a:lnTo>
                  <a:close/>
                </a:path>
                <a:path w="10390505" h="4652010">
                  <a:moveTo>
                    <a:pt x="9373337" y="4632958"/>
                  </a:moveTo>
                  <a:lnTo>
                    <a:pt x="9368130" y="4632958"/>
                  </a:lnTo>
                  <a:lnTo>
                    <a:pt x="9363812" y="4637222"/>
                  </a:lnTo>
                  <a:lnTo>
                    <a:pt x="9363812" y="4647742"/>
                  </a:lnTo>
                  <a:lnTo>
                    <a:pt x="9368130" y="4652008"/>
                  </a:lnTo>
                  <a:lnTo>
                    <a:pt x="9373337" y="4652008"/>
                  </a:lnTo>
                  <a:lnTo>
                    <a:pt x="9373337" y="4632958"/>
                  </a:lnTo>
                  <a:close/>
                </a:path>
                <a:path w="10390505" h="4652010">
                  <a:moveTo>
                    <a:pt x="9378671" y="4632958"/>
                  </a:moveTo>
                  <a:lnTo>
                    <a:pt x="9373337" y="4632958"/>
                  </a:lnTo>
                  <a:lnTo>
                    <a:pt x="9373337" y="4652008"/>
                  </a:lnTo>
                  <a:lnTo>
                    <a:pt x="9378671" y="4652008"/>
                  </a:lnTo>
                  <a:lnTo>
                    <a:pt x="9382862" y="4647742"/>
                  </a:lnTo>
                  <a:lnTo>
                    <a:pt x="9382862" y="4637222"/>
                  </a:lnTo>
                  <a:lnTo>
                    <a:pt x="9378671" y="4632958"/>
                  </a:lnTo>
                  <a:close/>
                </a:path>
                <a:path w="10390505" h="4652010">
                  <a:moveTo>
                    <a:pt x="9335237" y="4632958"/>
                  </a:moveTo>
                  <a:lnTo>
                    <a:pt x="9330030" y="4632958"/>
                  </a:lnTo>
                  <a:lnTo>
                    <a:pt x="9325712" y="4637222"/>
                  </a:lnTo>
                  <a:lnTo>
                    <a:pt x="9325712" y="4647742"/>
                  </a:lnTo>
                  <a:lnTo>
                    <a:pt x="9330030" y="4652008"/>
                  </a:lnTo>
                  <a:lnTo>
                    <a:pt x="9335237" y="4652008"/>
                  </a:lnTo>
                  <a:lnTo>
                    <a:pt x="9335237" y="4632958"/>
                  </a:lnTo>
                  <a:close/>
                </a:path>
                <a:path w="10390505" h="4652010">
                  <a:moveTo>
                    <a:pt x="9340571" y="4632958"/>
                  </a:moveTo>
                  <a:lnTo>
                    <a:pt x="9335237" y="4632958"/>
                  </a:lnTo>
                  <a:lnTo>
                    <a:pt x="9335237" y="4652008"/>
                  </a:lnTo>
                  <a:lnTo>
                    <a:pt x="9340571" y="4652008"/>
                  </a:lnTo>
                  <a:lnTo>
                    <a:pt x="9344762" y="4647742"/>
                  </a:lnTo>
                  <a:lnTo>
                    <a:pt x="9344762" y="4637222"/>
                  </a:lnTo>
                  <a:lnTo>
                    <a:pt x="9340571" y="4632958"/>
                  </a:lnTo>
                  <a:close/>
                </a:path>
                <a:path w="10390505" h="4652010">
                  <a:moveTo>
                    <a:pt x="9297137" y="4632958"/>
                  </a:moveTo>
                  <a:lnTo>
                    <a:pt x="9291803" y="4632958"/>
                  </a:lnTo>
                  <a:lnTo>
                    <a:pt x="9287612" y="4637222"/>
                  </a:lnTo>
                  <a:lnTo>
                    <a:pt x="9287612" y="4647742"/>
                  </a:lnTo>
                  <a:lnTo>
                    <a:pt x="9291803" y="4652008"/>
                  </a:lnTo>
                  <a:lnTo>
                    <a:pt x="9297137" y="4652008"/>
                  </a:lnTo>
                  <a:lnTo>
                    <a:pt x="9297137" y="4632958"/>
                  </a:lnTo>
                  <a:close/>
                </a:path>
                <a:path w="10390505" h="4652010">
                  <a:moveTo>
                    <a:pt x="9302344" y="4632958"/>
                  </a:moveTo>
                  <a:lnTo>
                    <a:pt x="9297137" y="4632958"/>
                  </a:lnTo>
                  <a:lnTo>
                    <a:pt x="9297137" y="4652008"/>
                  </a:lnTo>
                  <a:lnTo>
                    <a:pt x="9302344" y="4652008"/>
                  </a:lnTo>
                  <a:lnTo>
                    <a:pt x="9306662" y="4647742"/>
                  </a:lnTo>
                  <a:lnTo>
                    <a:pt x="9306662" y="4637222"/>
                  </a:lnTo>
                  <a:lnTo>
                    <a:pt x="9302344" y="4632958"/>
                  </a:lnTo>
                  <a:close/>
                </a:path>
                <a:path w="10390505" h="4652010">
                  <a:moveTo>
                    <a:pt x="9259037" y="4632958"/>
                  </a:moveTo>
                  <a:lnTo>
                    <a:pt x="9253703" y="4632958"/>
                  </a:lnTo>
                  <a:lnTo>
                    <a:pt x="9249512" y="4637222"/>
                  </a:lnTo>
                  <a:lnTo>
                    <a:pt x="9249512" y="4647742"/>
                  </a:lnTo>
                  <a:lnTo>
                    <a:pt x="9253703" y="4652008"/>
                  </a:lnTo>
                  <a:lnTo>
                    <a:pt x="9259037" y="4652008"/>
                  </a:lnTo>
                  <a:lnTo>
                    <a:pt x="9259037" y="4632958"/>
                  </a:lnTo>
                  <a:close/>
                </a:path>
                <a:path w="10390505" h="4652010">
                  <a:moveTo>
                    <a:pt x="9264244" y="4632958"/>
                  </a:moveTo>
                  <a:lnTo>
                    <a:pt x="9259037" y="4632958"/>
                  </a:lnTo>
                  <a:lnTo>
                    <a:pt x="9259037" y="4652008"/>
                  </a:lnTo>
                  <a:lnTo>
                    <a:pt x="9264244" y="4652008"/>
                  </a:lnTo>
                  <a:lnTo>
                    <a:pt x="9268562" y="4647742"/>
                  </a:lnTo>
                  <a:lnTo>
                    <a:pt x="9268562" y="4637222"/>
                  </a:lnTo>
                  <a:lnTo>
                    <a:pt x="9264244" y="4632958"/>
                  </a:lnTo>
                  <a:close/>
                </a:path>
                <a:path w="10390505" h="4652010">
                  <a:moveTo>
                    <a:pt x="9220937" y="4632958"/>
                  </a:moveTo>
                  <a:lnTo>
                    <a:pt x="9215603" y="4632958"/>
                  </a:lnTo>
                  <a:lnTo>
                    <a:pt x="9211412" y="4637222"/>
                  </a:lnTo>
                  <a:lnTo>
                    <a:pt x="9211412" y="4647742"/>
                  </a:lnTo>
                  <a:lnTo>
                    <a:pt x="9215603" y="4652008"/>
                  </a:lnTo>
                  <a:lnTo>
                    <a:pt x="9220937" y="4652008"/>
                  </a:lnTo>
                  <a:lnTo>
                    <a:pt x="9220937" y="4632958"/>
                  </a:lnTo>
                  <a:close/>
                </a:path>
                <a:path w="10390505" h="4652010">
                  <a:moveTo>
                    <a:pt x="9226144" y="4632958"/>
                  </a:moveTo>
                  <a:lnTo>
                    <a:pt x="9220937" y="4632958"/>
                  </a:lnTo>
                  <a:lnTo>
                    <a:pt x="9220937" y="4652008"/>
                  </a:lnTo>
                  <a:lnTo>
                    <a:pt x="9226144" y="4652008"/>
                  </a:lnTo>
                  <a:lnTo>
                    <a:pt x="9230462" y="4647742"/>
                  </a:lnTo>
                  <a:lnTo>
                    <a:pt x="9230462" y="4637222"/>
                  </a:lnTo>
                  <a:lnTo>
                    <a:pt x="9226144" y="4632958"/>
                  </a:lnTo>
                  <a:close/>
                </a:path>
                <a:path w="10390505" h="4652010">
                  <a:moveTo>
                    <a:pt x="9182710" y="4632958"/>
                  </a:moveTo>
                  <a:lnTo>
                    <a:pt x="9177503" y="4632958"/>
                  </a:lnTo>
                  <a:lnTo>
                    <a:pt x="9173185" y="4637222"/>
                  </a:lnTo>
                  <a:lnTo>
                    <a:pt x="9173185" y="4647742"/>
                  </a:lnTo>
                  <a:lnTo>
                    <a:pt x="9177503" y="4652008"/>
                  </a:lnTo>
                  <a:lnTo>
                    <a:pt x="9182710" y="4652008"/>
                  </a:lnTo>
                  <a:lnTo>
                    <a:pt x="9182710" y="4632958"/>
                  </a:lnTo>
                  <a:close/>
                </a:path>
                <a:path w="10390505" h="4652010">
                  <a:moveTo>
                    <a:pt x="9188044" y="4632958"/>
                  </a:moveTo>
                  <a:lnTo>
                    <a:pt x="9182837" y="4632958"/>
                  </a:lnTo>
                  <a:lnTo>
                    <a:pt x="9182837" y="4652008"/>
                  </a:lnTo>
                  <a:lnTo>
                    <a:pt x="9188044" y="4652008"/>
                  </a:lnTo>
                  <a:lnTo>
                    <a:pt x="9192362" y="4647742"/>
                  </a:lnTo>
                  <a:lnTo>
                    <a:pt x="9192362" y="4637222"/>
                  </a:lnTo>
                  <a:lnTo>
                    <a:pt x="9188044" y="4632958"/>
                  </a:lnTo>
                  <a:close/>
                </a:path>
                <a:path w="10390505" h="4652010">
                  <a:moveTo>
                    <a:pt x="9144610" y="4632958"/>
                  </a:moveTo>
                  <a:lnTo>
                    <a:pt x="9139403" y="4632958"/>
                  </a:lnTo>
                  <a:lnTo>
                    <a:pt x="9135085" y="4637222"/>
                  </a:lnTo>
                  <a:lnTo>
                    <a:pt x="9135085" y="4647742"/>
                  </a:lnTo>
                  <a:lnTo>
                    <a:pt x="9139403" y="4652008"/>
                  </a:lnTo>
                  <a:lnTo>
                    <a:pt x="9144610" y="4652008"/>
                  </a:lnTo>
                  <a:lnTo>
                    <a:pt x="9144610" y="4632958"/>
                  </a:lnTo>
                  <a:close/>
                </a:path>
                <a:path w="10390505" h="4652010">
                  <a:moveTo>
                    <a:pt x="9149944" y="4632958"/>
                  </a:moveTo>
                  <a:lnTo>
                    <a:pt x="9144610" y="4632958"/>
                  </a:lnTo>
                  <a:lnTo>
                    <a:pt x="9144610" y="4652008"/>
                  </a:lnTo>
                  <a:lnTo>
                    <a:pt x="9149944" y="4652008"/>
                  </a:lnTo>
                  <a:lnTo>
                    <a:pt x="9154135" y="4647742"/>
                  </a:lnTo>
                  <a:lnTo>
                    <a:pt x="9154135" y="4637222"/>
                  </a:lnTo>
                  <a:lnTo>
                    <a:pt x="9149944" y="4632958"/>
                  </a:lnTo>
                  <a:close/>
                </a:path>
                <a:path w="10390505" h="4652010">
                  <a:moveTo>
                    <a:pt x="9106510" y="4632958"/>
                  </a:moveTo>
                  <a:lnTo>
                    <a:pt x="9101303" y="4632958"/>
                  </a:lnTo>
                  <a:lnTo>
                    <a:pt x="9096985" y="4637222"/>
                  </a:lnTo>
                  <a:lnTo>
                    <a:pt x="9096985" y="4647742"/>
                  </a:lnTo>
                  <a:lnTo>
                    <a:pt x="9101303" y="4652008"/>
                  </a:lnTo>
                  <a:lnTo>
                    <a:pt x="9106510" y="4652008"/>
                  </a:lnTo>
                  <a:lnTo>
                    <a:pt x="9106510" y="4632958"/>
                  </a:lnTo>
                  <a:close/>
                </a:path>
                <a:path w="10390505" h="4652010">
                  <a:moveTo>
                    <a:pt x="9111844" y="4632958"/>
                  </a:moveTo>
                  <a:lnTo>
                    <a:pt x="9106510" y="4632958"/>
                  </a:lnTo>
                  <a:lnTo>
                    <a:pt x="9106510" y="4652008"/>
                  </a:lnTo>
                  <a:lnTo>
                    <a:pt x="9111844" y="4652008"/>
                  </a:lnTo>
                  <a:lnTo>
                    <a:pt x="9116035" y="4647742"/>
                  </a:lnTo>
                  <a:lnTo>
                    <a:pt x="9116035" y="4637222"/>
                  </a:lnTo>
                  <a:lnTo>
                    <a:pt x="9111844" y="4632958"/>
                  </a:lnTo>
                  <a:close/>
                </a:path>
                <a:path w="10390505" h="4652010">
                  <a:moveTo>
                    <a:pt x="9068410" y="4632958"/>
                  </a:moveTo>
                  <a:lnTo>
                    <a:pt x="9063203" y="4632958"/>
                  </a:lnTo>
                  <a:lnTo>
                    <a:pt x="9058885" y="4637222"/>
                  </a:lnTo>
                  <a:lnTo>
                    <a:pt x="9058885" y="4647742"/>
                  </a:lnTo>
                  <a:lnTo>
                    <a:pt x="9063203" y="4652008"/>
                  </a:lnTo>
                  <a:lnTo>
                    <a:pt x="9068410" y="4652008"/>
                  </a:lnTo>
                  <a:lnTo>
                    <a:pt x="9068410" y="4632958"/>
                  </a:lnTo>
                  <a:close/>
                </a:path>
                <a:path w="10390505" h="4652010">
                  <a:moveTo>
                    <a:pt x="9073744" y="4632958"/>
                  </a:moveTo>
                  <a:lnTo>
                    <a:pt x="9068410" y="4632958"/>
                  </a:lnTo>
                  <a:lnTo>
                    <a:pt x="9068410" y="4652008"/>
                  </a:lnTo>
                  <a:lnTo>
                    <a:pt x="9073744" y="4652008"/>
                  </a:lnTo>
                  <a:lnTo>
                    <a:pt x="9077935" y="4647742"/>
                  </a:lnTo>
                  <a:lnTo>
                    <a:pt x="9077935" y="4637222"/>
                  </a:lnTo>
                  <a:lnTo>
                    <a:pt x="9073744" y="4632958"/>
                  </a:lnTo>
                  <a:close/>
                </a:path>
                <a:path w="10390505" h="4652010">
                  <a:moveTo>
                    <a:pt x="9030310" y="4632958"/>
                  </a:moveTo>
                  <a:lnTo>
                    <a:pt x="9024976" y="4632958"/>
                  </a:lnTo>
                  <a:lnTo>
                    <a:pt x="9020785" y="4637222"/>
                  </a:lnTo>
                  <a:lnTo>
                    <a:pt x="9020785" y="4647742"/>
                  </a:lnTo>
                  <a:lnTo>
                    <a:pt x="9024976" y="4652008"/>
                  </a:lnTo>
                  <a:lnTo>
                    <a:pt x="9030310" y="4652008"/>
                  </a:lnTo>
                  <a:lnTo>
                    <a:pt x="9030310" y="4632958"/>
                  </a:lnTo>
                  <a:close/>
                </a:path>
                <a:path w="10390505" h="4652010">
                  <a:moveTo>
                    <a:pt x="9035517" y="4632958"/>
                  </a:moveTo>
                  <a:lnTo>
                    <a:pt x="9030310" y="4632958"/>
                  </a:lnTo>
                  <a:lnTo>
                    <a:pt x="9030310" y="4652008"/>
                  </a:lnTo>
                  <a:lnTo>
                    <a:pt x="9035517" y="4652008"/>
                  </a:lnTo>
                  <a:lnTo>
                    <a:pt x="9039835" y="4647742"/>
                  </a:lnTo>
                  <a:lnTo>
                    <a:pt x="9039835" y="4637222"/>
                  </a:lnTo>
                  <a:lnTo>
                    <a:pt x="9035517" y="4632958"/>
                  </a:lnTo>
                  <a:close/>
                </a:path>
                <a:path w="10390505" h="4652010">
                  <a:moveTo>
                    <a:pt x="8992210" y="4632958"/>
                  </a:moveTo>
                  <a:lnTo>
                    <a:pt x="8986876" y="4632958"/>
                  </a:lnTo>
                  <a:lnTo>
                    <a:pt x="8982685" y="4637222"/>
                  </a:lnTo>
                  <a:lnTo>
                    <a:pt x="8982685" y="4647742"/>
                  </a:lnTo>
                  <a:lnTo>
                    <a:pt x="8986876" y="4652008"/>
                  </a:lnTo>
                  <a:lnTo>
                    <a:pt x="8992210" y="4652008"/>
                  </a:lnTo>
                  <a:lnTo>
                    <a:pt x="8992210" y="4632958"/>
                  </a:lnTo>
                  <a:close/>
                </a:path>
                <a:path w="10390505" h="4652010">
                  <a:moveTo>
                    <a:pt x="8997417" y="4632958"/>
                  </a:moveTo>
                  <a:lnTo>
                    <a:pt x="8992210" y="4632958"/>
                  </a:lnTo>
                  <a:lnTo>
                    <a:pt x="8992210" y="4652008"/>
                  </a:lnTo>
                  <a:lnTo>
                    <a:pt x="8997417" y="4652008"/>
                  </a:lnTo>
                  <a:lnTo>
                    <a:pt x="9001735" y="4647742"/>
                  </a:lnTo>
                  <a:lnTo>
                    <a:pt x="9001735" y="4637222"/>
                  </a:lnTo>
                  <a:lnTo>
                    <a:pt x="8997417" y="4632958"/>
                  </a:lnTo>
                  <a:close/>
                </a:path>
                <a:path w="10390505" h="4652010">
                  <a:moveTo>
                    <a:pt x="8953983" y="4632958"/>
                  </a:moveTo>
                  <a:lnTo>
                    <a:pt x="8948776" y="4632958"/>
                  </a:lnTo>
                  <a:lnTo>
                    <a:pt x="8944458" y="4637222"/>
                  </a:lnTo>
                  <a:lnTo>
                    <a:pt x="8944458" y="4647742"/>
                  </a:lnTo>
                  <a:lnTo>
                    <a:pt x="8948776" y="4652008"/>
                  </a:lnTo>
                  <a:lnTo>
                    <a:pt x="8953983" y="4652008"/>
                  </a:lnTo>
                  <a:lnTo>
                    <a:pt x="8953983" y="4632958"/>
                  </a:lnTo>
                  <a:close/>
                </a:path>
                <a:path w="10390505" h="4652010">
                  <a:moveTo>
                    <a:pt x="8959317" y="4632958"/>
                  </a:moveTo>
                  <a:lnTo>
                    <a:pt x="8954110" y="4632958"/>
                  </a:lnTo>
                  <a:lnTo>
                    <a:pt x="8954110" y="4652008"/>
                  </a:lnTo>
                  <a:lnTo>
                    <a:pt x="8959317" y="4652008"/>
                  </a:lnTo>
                  <a:lnTo>
                    <a:pt x="8963635" y="4647742"/>
                  </a:lnTo>
                  <a:lnTo>
                    <a:pt x="8963635" y="4637222"/>
                  </a:lnTo>
                  <a:lnTo>
                    <a:pt x="8959317" y="4632958"/>
                  </a:lnTo>
                  <a:close/>
                </a:path>
                <a:path w="10390505" h="4652010">
                  <a:moveTo>
                    <a:pt x="8915883" y="4632958"/>
                  </a:moveTo>
                  <a:lnTo>
                    <a:pt x="8910676" y="4632958"/>
                  </a:lnTo>
                  <a:lnTo>
                    <a:pt x="8906358" y="4637222"/>
                  </a:lnTo>
                  <a:lnTo>
                    <a:pt x="8906358" y="4647742"/>
                  </a:lnTo>
                  <a:lnTo>
                    <a:pt x="8910676" y="4652008"/>
                  </a:lnTo>
                  <a:lnTo>
                    <a:pt x="8915883" y="4652008"/>
                  </a:lnTo>
                  <a:lnTo>
                    <a:pt x="8915883" y="4632958"/>
                  </a:lnTo>
                  <a:close/>
                </a:path>
                <a:path w="10390505" h="4652010">
                  <a:moveTo>
                    <a:pt x="8921217" y="4632958"/>
                  </a:moveTo>
                  <a:lnTo>
                    <a:pt x="8915883" y="4632958"/>
                  </a:lnTo>
                  <a:lnTo>
                    <a:pt x="8915883" y="4652008"/>
                  </a:lnTo>
                  <a:lnTo>
                    <a:pt x="8921217" y="4652008"/>
                  </a:lnTo>
                  <a:lnTo>
                    <a:pt x="8925408" y="4647742"/>
                  </a:lnTo>
                  <a:lnTo>
                    <a:pt x="8925408" y="4637222"/>
                  </a:lnTo>
                  <a:lnTo>
                    <a:pt x="8921217" y="4632958"/>
                  </a:lnTo>
                  <a:close/>
                </a:path>
                <a:path w="10390505" h="4652010">
                  <a:moveTo>
                    <a:pt x="8877783" y="4632958"/>
                  </a:moveTo>
                  <a:lnTo>
                    <a:pt x="8872576" y="4632958"/>
                  </a:lnTo>
                  <a:lnTo>
                    <a:pt x="8868258" y="4637222"/>
                  </a:lnTo>
                  <a:lnTo>
                    <a:pt x="8868258" y="4647742"/>
                  </a:lnTo>
                  <a:lnTo>
                    <a:pt x="8872576" y="4652008"/>
                  </a:lnTo>
                  <a:lnTo>
                    <a:pt x="8877783" y="4652008"/>
                  </a:lnTo>
                  <a:lnTo>
                    <a:pt x="8877783" y="4632958"/>
                  </a:lnTo>
                  <a:close/>
                </a:path>
                <a:path w="10390505" h="4652010">
                  <a:moveTo>
                    <a:pt x="8883117" y="4632958"/>
                  </a:moveTo>
                  <a:lnTo>
                    <a:pt x="8877783" y="4632958"/>
                  </a:lnTo>
                  <a:lnTo>
                    <a:pt x="8877783" y="4652008"/>
                  </a:lnTo>
                  <a:lnTo>
                    <a:pt x="8883117" y="4652008"/>
                  </a:lnTo>
                  <a:lnTo>
                    <a:pt x="8887308" y="4647742"/>
                  </a:lnTo>
                  <a:lnTo>
                    <a:pt x="8887308" y="4637222"/>
                  </a:lnTo>
                  <a:lnTo>
                    <a:pt x="8883117" y="4632958"/>
                  </a:lnTo>
                  <a:close/>
                </a:path>
                <a:path w="10390505" h="4652010">
                  <a:moveTo>
                    <a:pt x="8839683" y="4632958"/>
                  </a:moveTo>
                  <a:lnTo>
                    <a:pt x="8834476" y="4632958"/>
                  </a:lnTo>
                  <a:lnTo>
                    <a:pt x="8830158" y="4637222"/>
                  </a:lnTo>
                  <a:lnTo>
                    <a:pt x="8830158" y="4647742"/>
                  </a:lnTo>
                  <a:lnTo>
                    <a:pt x="8834476" y="4652008"/>
                  </a:lnTo>
                  <a:lnTo>
                    <a:pt x="8839683" y="4652008"/>
                  </a:lnTo>
                  <a:lnTo>
                    <a:pt x="8839683" y="4632958"/>
                  </a:lnTo>
                  <a:close/>
                </a:path>
                <a:path w="10390505" h="4652010">
                  <a:moveTo>
                    <a:pt x="8845017" y="4632958"/>
                  </a:moveTo>
                  <a:lnTo>
                    <a:pt x="8839683" y="4632958"/>
                  </a:lnTo>
                  <a:lnTo>
                    <a:pt x="8839683" y="4652008"/>
                  </a:lnTo>
                  <a:lnTo>
                    <a:pt x="8845017" y="4652008"/>
                  </a:lnTo>
                  <a:lnTo>
                    <a:pt x="8849208" y="4647742"/>
                  </a:lnTo>
                  <a:lnTo>
                    <a:pt x="8849208" y="4637222"/>
                  </a:lnTo>
                  <a:lnTo>
                    <a:pt x="8845017" y="4632958"/>
                  </a:lnTo>
                  <a:close/>
                </a:path>
                <a:path w="10390505" h="4652010">
                  <a:moveTo>
                    <a:pt x="8801583" y="4632958"/>
                  </a:moveTo>
                  <a:lnTo>
                    <a:pt x="8796249" y="4632958"/>
                  </a:lnTo>
                  <a:lnTo>
                    <a:pt x="8792058" y="4637222"/>
                  </a:lnTo>
                  <a:lnTo>
                    <a:pt x="8792058" y="4647742"/>
                  </a:lnTo>
                  <a:lnTo>
                    <a:pt x="8796249" y="4652008"/>
                  </a:lnTo>
                  <a:lnTo>
                    <a:pt x="8801583" y="4652008"/>
                  </a:lnTo>
                  <a:lnTo>
                    <a:pt x="8801583" y="4632958"/>
                  </a:lnTo>
                  <a:close/>
                </a:path>
                <a:path w="10390505" h="4652010">
                  <a:moveTo>
                    <a:pt x="8806790" y="4632958"/>
                  </a:moveTo>
                  <a:lnTo>
                    <a:pt x="8801583" y="4632958"/>
                  </a:lnTo>
                  <a:lnTo>
                    <a:pt x="8801583" y="4652008"/>
                  </a:lnTo>
                  <a:lnTo>
                    <a:pt x="8806790" y="4652008"/>
                  </a:lnTo>
                  <a:lnTo>
                    <a:pt x="8811108" y="4647742"/>
                  </a:lnTo>
                  <a:lnTo>
                    <a:pt x="8811108" y="4637222"/>
                  </a:lnTo>
                  <a:lnTo>
                    <a:pt x="8806790" y="4632958"/>
                  </a:lnTo>
                  <a:close/>
                </a:path>
                <a:path w="10390505" h="4652010">
                  <a:moveTo>
                    <a:pt x="8763483" y="4632958"/>
                  </a:moveTo>
                  <a:lnTo>
                    <a:pt x="8758149" y="4632958"/>
                  </a:lnTo>
                  <a:lnTo>
                    <a:pt x="8753958" y="4637222"/>
                  </a:lnTo>
                  <a:lnTo>
                    <a:pt x="8753958" y="4647742"/>
                  </a:lnTo>
                  <a:lnTo>
                    <a:pt x="8758149" y="4652008"/>
                  </a:lnTo>
                  <a:lnTo>
                    <a:pt x="8763483" y="4652008"/>
                  </a:lnTo>
                  <a:lnTo>
                    <a:pt x="8763483" y="4632958"/>
                  </a:lnTo>
                  <a:close/>
                </a:path>
                <a:path w="10390505" h="4652010">
                  <a:moveTo>
                    <a:pt x="8768690" y="4632958"/>
                  </a:moveTo>
                  <a:lnTo>
                    <a:pt x="8763483" y="4632958"/>
                  </a:lnTo>
                  <a:lnTo>
                    <a:pt x="8763483" y="4652008"/>
                  </a:lnTo>
                  <a:lnTo>
                    <a:pt x="8768690" y="4652008"/>
                  </a:lnTo>
                  <a:lnTo>
                    <a:pt x="8773008" y="4647742"/>
                  </a:lnTo>
                  <a:lnTo>
                    <a:pt x="8773008" y="4637222"/>
                  </a:lnTo>
                  <a:lnTo>
                    <a:pt x="8768690" y="4632958"/>
                  </a:lnTo>
                  <a:close/>
                </a:path>
                <a:path w="10390505" h="4652010">
                  <a:moveTo>
                    <a:pt x="8725383" y="4632958"/>
                  </a:moveTo>
                  <a:lnTo>
                    <a:pt x="8720049" y="4632958"/>
                  </a:lnTo>
                  <a:lnTo>
                    <a:pt x="8715858" y="4637222"/>
                  </a:lnTo>
                  <a:lnTo>
                    <a:pt x="8715858" y="4647742"/>
                  </a:lnTo>
                  <a:lnTo>
                    <a:pt x="8720049" y="4652008"/>
                  </a:lnTo>
                  <a:lnTo>
                    <a:pt x="8725383" y="4652008"/>
                  </a:lnTo>
                  <a:lnTo>
                    <a:pt x="8725383" y="4632958"/>
                  </a:lnTo>
                  <a:close/>
                </a:path>
                <a:path w="10390505" h="4652010">
                  <a:moveTo>
                    <a:pt x="8730590" y="4632958"/>
                  </a:moveTo>
                  <a:lnTo>
                    <a:pt x="8725383" y="4632958"/>
                  </a:lnTo>
                  <a:lnTo>
                    <a:pt x="8725383" y="4652008"/>
                  </a:lnTo>
                  <a:lnTo>
                    <a:pt x="8730590" y="4652008"/>
                  </a:lnTo>
                  <a:lnTo>
                    <a:pt x="8734908" y="4647742"/>
                  </a:lnTo>
                  <a:lnTo>
                    <a:pt x="8734908" y="4637222"/>
                  </a:lnTo>
                  <a:lnTo>
                    <a:pt x="8730590" y="4632958"/>
                  </a:lnTo>
                  <a:close/>
                </a:path>
                <a:path w="10390505" h="4652010">
                  <a:moveTo>
                    <a:pt x="8687156" y="4632958"/>
                  </a:moveTo>
                  <a:lnTo>
                    <a:pt x="8681949" y="4632958"/>
                  </a:lnTo>
                  <a:lnTo>
                    <a:pt x="8677631" y="4637222"/>
                  </a:lnTo>
                  <a:lnTo>
                    <a:pt x="8677631" y="4647742"/>
                  </a:lnTo>
                  <a:lnTo>
                    <a:pt x="8681949" y="4652008"/>
                  </a:lnTo>
                  <a:lnTo>
                    <a:pt x="8687156" y="4652008"/>
                  </a:lnTo>
                  <a:lnTo>
                    <a:pt x="8687156" y="4632958"/>
                  </a:lnTo>
                  <a:close/>
                </a:path>
                <a:path w="10390505" h="4652010">
                  <a:moveTo>
                    <a:pt x="8692490" y="4632958"/>
                  </a:moveTo>
                  <a:lnTo>
                    <a:pt x="8687283" y="4632958"/>
                  </a:lnTo>
                  <a:lnTo>
                    <a:pt x="8687283" y="4652008"/>
                  </a:lnTo>
                  <a:lnTo>
                    <a:pt x="8692490" y="4652008"/>
                  </a:lnTo>
                  <a:lnTo>
                    <a:pt x="8696808" y="4647742"/>
                  </a:lnTo>
                  <a:lnTo>
                    <a:pt x="8696808" y="4637222"/>
                  </a:lnTo>
                  <a:lnTo>
                    <a:pt x="8692490" y="4632958"/>
                  </a:lnTo>
                  <a:close/>
                </a:path>
                <a:path w="10390505" h="4652010">
                  <a:moveTo>
                    <a:pt x="8649056" y="4632958"/>
                  </a:moveTo>
                  <a:lnTo>
                    <a:pt x="8643849" y="4632958"/>
                  </a:lnTo>
                  <a:lnTo>
                    <a:pt x="8639531" y="4637222"/>
                  </a:lnTo>
                  <a:lnTo>
                    <a:pt x="8639531" y="4647742"/>
                  </a:lnTo>
                  <a:lnTo>
                    <a:pt x="8643849" y="4652008"/>
                  </a:lnTo>
                  <a:lnTo>
                    <a:pt x="8649056" y="4652008"/>
                  </a:lnTo>
                  <a:lnTo>
                    <a:pt x="8649056" y="4632958"/>
                  </a:lnTo>
                  <a:close/>
                </a:path>
                <a:path w="10390505" h="4652010">
                  <a:moveTo>
                    <a:pt x="8654390" y="4632958"/>
                  </a:moveTo>
                  <a:lnTo>
                    <a:pt x="8649056" y="4632958"/>
                  </a:lnTo>
                  <a:lnTo>
                    <a:pt x="8649056" y="4652008"/>
                  </a:lnTo>
                  <a:lnTo>
                    <a:pt x="8654390" y="4652008"/>
                  </a:lnTo>
                  <a:lnTo>
                    <a:pt x="8658581" y="4647742"/>
                  </a:lnTo>
                  <a:lnTo>
                    <a:pt x="8658581" y="4637222"/>
                  </a:lnTo>
                  <a:lnTo>
                    <a:pt x="8654390" y="4632958"/>
                  </a:lnTo>
                  <a:close/>
                </a:path>
                <a:path w="10390505" h="4652010">
                  <a:moveTo>
                    <a:pt x="8610956" y="4632958"/>
                  </a:moveTo>
                  <a:lnTo>
                    <a:pt x="8605749" y="4632958"/>
                  </a:lnTo>
                  <a:lnTo>
                    <a:pt x="8601431" y="4637222"/>
                  </a:lnTo>
                  <a:lnTo>
                    <a:pt x="8601431" y="4647742"/>
                  </a:lnTo>
                  <a:lnTo>
                    <a:pt x="8605749" y="4652008"/>
                  </a:lnTo>
                  <a:lnTo>
                    <a:pt x="8610956" y="4652008"/>
                  </a:lnTo>
                  <a:lnTo>
                    <a:pt x="8610956" y="4632958"/>
                  </a:lnTo>
                  <a:close/>
                </a:path>
                <a:path w="10390505" h="4652010">
                  <a:moveTo>
                    <a:pt x="8616290" y="4632958"/>
                  </a:moveTo>
                  <a:lnTo>
                    <a:pt x="8610956" y="4632958"/>
                  </a:lnTo>
                  <a:lnTo>
                    <a:pt x="8610956" y="4652008"/>
                  </a:lnTo>
                  <a:lnTo>
                    <a:pt x="8616290" y="4652008"/>
                  </a:lnTo>
                  <a:lnTo>
                    <a:pt x="8620481" y="4647742"/>
                  </a:lnTo>
                  <a:lnTo>
                    <a:pt x="8620481" y="4637222"/>
                  </a:lnTo>
                  <a:lnTo>
                    <a:pt x="8616290" y="4632958"/>
                  </a:lnTo>
                  <a:close/>
                </a:path>
                <a:path w="10390505" h="4652010">
                  <a:moveTo>
                    <a:pt x="8572856" y="4632958"/>
                  </a:moveTo>
                  <a:lnTo>
                    <a:pt x="8567522" y="4632958"/>
                  </a:lnTo>
                  <a:lnTo>
                    <a:pt x="8563331" y="4637222"/>
                  </a:lnTo>
                  <a:lnTo>
                    <a:pt x="8563331" y="4647742"/>
                  </a:lnTo>
                  <a:lnTo>
                    <a:pt x="8567522" y="4652008"/>
                  </a:lnTo>
                  <a:lnTo>
                    <a:pt x="8572856" y="4652008"/>
                  </a:lnTo>
                  <a:lnTo>
                    <a:pt x="8572856" y="4632958"/>
                  </a:lnTo>
                  <a:close/>
                </a:path>
                <a:path w="10390505" h="4652010">
                  <a:moveTo>
                    <a:pt x="8578063" y="4632958"/>
                  </a:moveTo>
                  <a:lnTo>
                    <a:pt x="8572856" y="4632958"/>
                  </a:lnTo>
                  <a:lnTo>
                    <a:pt x="8572856" y="4652008"/>
                  </a:lnTo>
                  <a:lnTo>
                    <a:pt x="8578063" y="4652008"/>
                  </a:lnTo>
                  <a:lnTo>
                    <a:pt x="8582381" y="4647742"/>
                  </a:lnTo>
                  <a:lnTo>
                    <a:pt x="8582381" y="4637222"/>
                  </a:lnTo>
                  <a:lnTo>
                    <a:pt x="8578063" y="4632958"/>
                  </a:lnTo>
                  <a:close/>
                </a:path>
                <a:path w="10390505" h="4652010">
                  <a:moveTo>
                    <a:pt x="8534756" y="4632958"/>
                  </a:moveTo>
                  <a:lnTo>
                    <a:pt x="8529422" y="4632958"/>
                  </a:lnTo>
                  <a:lnTo>
                    <a:pt x="8525231" y="4637222"/>
                  </a:lnTo>
                  <a:lnTo>
                    <a:pt x="8525231" y="4647742"/>
                  </a:lnTo>
                  <a:lnTo>
                    <a:pt x="8529422" y="4652008"/>
                  </a:lnTo>
                  <a:lnTo>
                    <a:pt x="8534756" y="4652008"/>
                  </a:lnTo>
                  <a:lnTo>
                    <a:pt x="8534756" y="4632958"/>
                  </a:lnTo>
                  <a:close/>
                </a:path>
                <a:path w="10390505" h="4652010">
                  <a:moveTo>
                    <a:pt x="8539963" y="4632958"/>
                  </a:moveTo>
                  <a:lnTo>
                    <a:pt x="8534756" y="4632958"/>
                  </a:lnTo>
                  <a:lnTo>
                    <a:pt x="8534756" y="4652008"/>
                  </a:lnTo>
                  <a:lnTo>
                    <a:pt x="8539963" y="4652008"/>
                  </a:lnTo>
                  <a:lnTo>
                    <a:pt x="8544281" y="4647742"/>
                  </a:lnTo>
                  <a:lnTo>
                    <a:pt x="8544281" y="4637222"/>
                  </a:lnTo>
                  <a:lnTo>
                    <a:pt x="8539963" y="4632958"/>
                  </a:lnTo>
                  <a:close/>
                </a:path>
                <a:path w="10390505" h="4652010">
                  <a:moveTo>
                    <a:pt x="8496656" y="4632958"/>
                  </a:moveTo>
                  <a:lnTo>
                    <a:pt x="8491322" y="4632958"/>
                  </a:lnTo>
                  <a:lnTo>
                    <a:pt x="8487131" y="4637222"/>
                  </a:lnTo>
                  <a:lnTo>
                    <a:pt x="8487131" y="4647742"/>
                  </a:lnTo>
                  <a:lnTo>
                    <a:pt x="8491322" y="4652008"/>
                  </a:lnTo>
                  <a:lnTo>
                    <a:pt x="8496656" y="4652008"/>
                  </a:lnTo>
                  <a:lnTo>
                    <a:pt x="8496656" y="4632958"/>
                  </a:lnTo>
                  <a:close/>
                </a:path>
                <a:path w="10390505" h="4652010">
                  <a:moveTo>
                    <a:pt x="8501863" y="4632958"/>
                  </a:moveTo>
                  <a:lnTo>
                    <a:pt x="8496656" y="4632958"/>
                  </a:lnTo>
                  <a:lnTo>
                    <a:pt x="8496656" y="4652008"/>
                  </a:lnTo>
                  <a:lnTo>
                    <a:pt x="8501863" y="4652008"/>
                  </a:lnTo>
                  <a:lnTo>
                    <a:pt x="8506181" y="4647742"/>
                  </a:lnTo>
                  <a:lnTo>
                    <a:pt x="8506181" y="4637222"/>
                  </a:lnTo>
                  <a:lnTo>
                    <a:pt x="8501863" y="4632958"/>
                  </a:lnTo>
                  <a:close/>
                </a:path>
                <a:path w="10390505" h="4652010">
                  <a:moveTo>
                    <a:pt x="8458429" y="4632958"/>
                  </a:moveTo>
                  <a:lnTo>
                    <a:pt x="8453222" y="4632958"/>
                  </a:lnTo>
                  <a:lnTo>
                    <a:pt x="8448904" y="4637222"/>
                  </a:lnTo>
                  <a:lnTo>
                    <a:pt x="8448904" y="4647742"/>
                  </a:lnTo>
                  <a:lnTo>
                    <a:pt x="8453222" y="4652008"/>
                  </a:lnTo>
                  <a:lnTo>
                    <a:pt x="8458429" y="4652008"/>
                  </a:lnTo>
                  <a:lnTo>
                    <a:pt x="8458429" y="4632958"/>
                  </a:lnTo>
                  <a:close/>
                </a:path>
                <a:path w="10390505" h="4652010">
                  <a:moveTo>
                    <a:pt x="8463763" y="4632958"/>
                  </a:moveTo>
                  <a:lnTo>
                    <a:pt x="8458556" y="4632958"/>
                  </a:lnTo>
                  <a:lnTo>
                    <a:pt x="8458556" y="4652008"/>
                  </a:lnTo>
                  <a:lnTo>
                    <a:pt x="8463763" y="4652008"/>
                  </a:lnTo>
                  <a:lnTo>
                    <a:pt x="8468081" y="4647742"/>
                  </a:lnTo>
                  <a:lnTo>
                    <a:pt x="8468081" y="4637222"/>
                  </a:lnTo>
                  <a:lnTo>
                    <a:pt x="8463763" y="4632958"/>
                  </a:lnTo>
                  <a:close/>
                </a:path>
                <a:path w="10390505" h="4652010">
                  <a:moveTo>
                    <a:pt x="8420329" y="4632958"/>
                  </a:moveTo>
                  <a:lnTo>
                    <a:pt x="8415122" y="4632958"/>
                  </a:lnTo>
                  <a:lnTo>
                    <a:pt x="8410804" y="4637222"/>
                  </a:lnTo>
                  <a:lnTo>
                    <a:pt x="8410804" y="4647742"/>
                  </a:lnTo>
                  <a:lnTo>
                    <a:pt x="8415122" y="4652008"/>
                  </a:lnTo>
                  <a:lnTo>
                    <a:pt x="8420329" y="4652008"/>
                  </a:lnTo>
                  <a:lnTo>
                    <a:pt x="8420329" y="4632958"/>
                  </a:lnTo>
                  <a:close/>
                </a:path>
                <a:path w="10390505" h="4652010">
                  <a:moveTo>
                    <a:pt x="8425663" y="4632958"/>
                  </a:moveTo>
                  <a:lnTo>
                    <a:pt x="8420329" y="4632958"/>
                  </a:lnTo>
                  <a:lnTo>
                    <a:pt x="8420329" y="4652008"/>
                  </a:lnTo>
                  <a:lnTo>
                    <a:pt x="8425663" y="4652008"/>
                  </a:lnTo>
                  <a:lnTo>
                    <a:pt x="8429854" y="4647742"/>
                  </a:lnTo>
                  <a:lnTo>
                    <a:pt x="8429854" y="4637222"/>
                  </a:lnTo>
                  <a:lnTo>
                    <a:pt x="8425663" y="4632958"/>
                  </a:lnTo>
                  <a:close/>
                </a:path>
                <a:path w="10390505" h="4652010">
                  <a:moveTo>
                    <a:pt x="8382229" y="4632958"/>
                  </a:moveTo>
                  <a:lnTo>
                    <a:pt x="8377022" y="4632958"/>
                  </a:lnTo>
                  <a:lnTo>
                    <a:pt x="8372704" y="4637222"/>
                  </a:lnTo>
                  <a:lnTo>
                    <a:pt x="8372704" y="4647742"/>
                  </a:lnTo>
                  <a:lnTo>
                    <a:pt x="8377022" y="4652008"/>
                  </a:lnTo>
                  <a:lnTo>
                    <a:pt x="8382229" y="4652008"/>
                  </a:lnTo>
                  <a:lnTo>
                    <a:pt x="8382229" y="4632958"/>
                  </a:lnTo>
                  <a:close/>
                </a:path>
                <a:path w="10390505" h="4652010">
                  <a:moveTo>
                    <a:pt x="8387563" y="4632958"/>
                  </a:moveTo>
                  <a:lnTo>
                    <a:pt x="8382229" y="4632958"/>
                  </a:lnTo>
                  <a:lnTo>
                    <a:pt x="8382229" y="4652008"/>
                  </a:lnTo>
                  <a:lnTo>
                    <a:pt x="8387563" y="4652008"/>
                  </a:lnTo>
                  <a:lnTo>
                    <a:pt x="8391754" y="4647742"/>
                  </a:lnTo>
                  <a:lnTo>
                    <a:pt x="8391754" y="4637222"/>
                  </a:lnTo>
                  <a:lnTo>
                    <a:pt x="8387563" y="4632958"/>
                  </a:lnTo>
                  <a:close/>
                </a:path>
                <a:path w="10390505" h="4652010">
                  <a:moveTo>
                    <a:pt x="8344129" y="4632958"/>
                  </a:moveTo>
                  <a:lnTo>
                    <a:pt x="8338922" y="4632958"/>
                  </a:lnTo>
                  <a:lnTo>
                    <a:pt x="8334604" y="4637222"/>
                  </a:lnTo>
                  <a:lnTo>
                    <a:pt x="8334604" y="4647742"/>
                  </a:lnTo>
                  <a:lnTo>
                    <a:pt x="8338922" y="4652008"/>
                  </a:lnTo>
                  <a:lnTo>
                    <a:pt x="8344129" y="4652008"/>
                  </a:lnTo>
                  <a:lnTo>
                    <a:pt x="8344129" y="4632958"/>
                  </a:lnTo>
                  <a:close/>
                </a:path>
                <a:path w="10390505" h="4652010">
                  <a:moveTo>
                    <a:pt x="8349463" y="4632958"/>
                  </a:moveTo>
                  <a:lnTo>
                    <a:pt x="8344129" y="4632958"/>
                  </a:lnTo>
                  <a:lnTo>
                    <a:pt x="8344129" y="4652008"/>
                  </a:lnTo>
                  <a:lnTo>
                    <a:pt x="8349463" y="4652008"/>
                  </a:lnTo>
                  <a:lnTo>
                    <a:pt x="8353654" y="4647742"/>
                  </a:lnTo>
                  <a:lnTo>
                    <a:pt x="8353654" y="4637222"/>
                  </a:lnTo>
                  <a:lnTo>
                    <a:pt x="8349463" y="4632958"/>
                  </a:lnTo>
                  <a:close/>
                </a:path>
                <a:path w="10390505" h="4652010">
                  <a:moveTo>
                    <a:pt x="8306029" y="4632958"/>
                  </a:moveTo>
                  <a:lnTo>
                    <a:pt x="8300695" y="4632958"/>
                  </a:lnTo>
                  <a:lnTo>
                    <a:pt x="8296504" y="4637222"/>
                  </a:lnTo>
                  <a:lnTo>
                    <a:pt x="8296504" y="4647742"/>
                  </a:lnTo>
                  <a:lnTo>
                    <a:pt x="8300695" y="4652008"/>
                  </a:lnTo>
                  <a:lnTo>
                    <a:pt x="8306029" y="4652008"/>
                  </a:lnTo>
                  <a:lnTo>
                    <a:pt x="8306029" y="4632958"/>
                  </a:lnTo>
                  <a:close/>
                </a:path>
                <a:path w="10390505" h="4652010">
                  <a:moveTo>
                    <a:pt x="8311236" y="4632958"/>
                  </a:moveTo>
                  <a:lnTo>
                    <a:pt x="8306029" y="4632958"/>
                  </a:lnTo>
                  <a:lnTo>
                    <a:pt x="8306029" y="4652008"/>
                  </a:lnTo>
                  <a:lnTo>
                    <a:pt x="8311236" y="4652008"/>
                  </a:lnTo>
                  <a:lnTo>
                    <a:pt x="8315554" y="4647742"/>
                  </a:lnTo>
                  <a:lnTo>
                    <a:pt x="8315554" y="4637222"/>
                  </a:lnTo>
                  <a:lnTo>
                    <a:pt x="8311236" y="4632958"/>
                  </a:lnTo>
                  <a:close/>
                </a:path>
                <a:path w="10390505" h="4652010">
                  <a:moveTo>
                    <a:pt x="8267929" y="4632958"/>
                  </a:moveTo>
                  <a:lnTo>
                    <a:pt x="8262595" y="4632958"/>
                  </a:lnTo>
                  <a:lnTo>
                    <a:pt x="8258404" y="4637222"/>
                  </a:lnTo>
                  <a:lnTo>
                    <a:pt x="8258404" y="4647742"/>
                  </a:lnTo>
                  <a:lnTo>
                    <a:pt x="8262595" y="4652008"/>
                  </a:lnTo>
                  <a:lnTo>
                    <a:pt x="8267929" y="4652008"/>
                  </a:lnTo>
                  <a:lnTo>
                    <a:pt x="8267929" y="4632958"/>
                  </a:lnTo>
                  <a:close/>
                </a:path>
                <a:path w="10390505" h="4652010">
                  <a:moveTo>
                    <a:pt x="8273136" y="4632958"/>
                  </a:moveTo>
                  <a:lnTo>
                    <a:pt x="8267929" y="4632958"/>
                  </a:lnTo>
                  <a:lnTo>
                    <a:pt x="8267929" y="4652008"/>
                  </a:lnTo>
                  <a:lnTo>
                    <a:pt x="8273136" y="4652008"/>
                  </a:lnTo>
                  <a:lnTo>
                    <a:pt x="8277454" y="4647742"/>
                  </a:lnTo>
                  <a:lnTo>
                    <a:pt x="8277454" y="4637222"/>
                  </a:lnTo>
                  <a:lnTo>
                    <a:pt x="8273136" y="4632958"/>
                  </a:lnTo>
                  <a:close/>
                </a:path>
                <a:path w="10390505" h="4652010">
                  <a:moveTo>
                    <a:pt x="8229702" y="4632958"/>
                  </a:moveTo>
                  <a:lnTo>
                    <a:pt x="8224495" y="4632958"/>
                  </a:lnTo>
                  <a:lnTo>
                    <a:pt x="8220177" y="4637222"/>
                  </a:lnTo>
                  <a:lnTo>
                    <a:pt x="8220177" y="4647742"/>
                  </a:lnTo>
                  <a:lnTo>
                    <a:pt x="8224495" y="4652008"/>
                  </a:lnTo>
                  <a:lnTo>
                    <a:pt x="8229702" y="4652008"/>
                  </a:lnTo>
                  <a:lnTo>
                    <a:pt x="8229702" y="4632958"/>
                  </a:lnTo>
                  <a:close/>
                </a:path>
                <a:path w="10390505" h="4652010">
                  <a:moveTo>
                    <a:pt x="8235036" y="4632958"/>
                  </a:moveTo>
                  <a:lnTo>
                    <a:pt x="8229829" y="4632958"/>
                  </a:lnTo>
                  <a:lnTo>
                    <a:pt x="8229829" y="4652008"/>
                  </a:lnTo>
                  <a:lnTo>
                    <a:pt x="8235036" y="4652008"/>
                  </a:lnTo>
                  <a:lnTo>
                    <a:pt x="8239354" y="4647742"/>
                  </a:lnTo>
                  <a:lnTo>
                    <a:pt x="8239354" y="4637222"/>
                  </a:lnTo>
                  <a:lnTo>
                    <a:pt x="8235036" y="4632958"/>
                  </a:lnTo>
                  <a:close/>
                </a:path>
                <a:path w="10390505" h="4652010">
                  <a:moveTo>
                    <a:pt x="8191602" y="4632958"/>
                  </a:moveTo>
                  <a:lnTo>
                    <a:pt x="8186395" y="4632958"/>
                  </a:lnTo>
                  <a:lnTo>
                    <a:pt x="8182077" y="4637222"/>
                  </a:lnTo>
                  <a:lnTo>
                    <a:pt x="8182077" y="4647742"/>
                  </a:lnTo>
                  <a:lnTo>
                    <a:pt x="8186395" y="4652008"/>
                  </a:lnTo>
                  <a:lnTo>
                    <a:pt x="8191602" y="4652008"/>
                  </a:lnTo>
                  <a:lnTo>
                    <a:pt x="8191602" y="4632958"/>
                  </a:lnTo>
                  <a:close/>
                </a:path>
                <a:path w="10390505" h="4652010">
                  <a:moveTo>
                    <a:pt x="8196936" y="4632958"/>
                  </a:moveTo>
                  <a:lnTo>
                    <a:pt x="8191602" y="4632958"/>
                  </a:lnTo>
                  <a:lnTo>
                    <a:pt x="8191602" y="4652008"/>
                  </a:lnTo>
                  <a:lnTo>
                    <a:pt x="8196936" y="4652008"/>
                  </a:lnTo>
                  <a:lnTo>
                    <a:pt x="8201127" y="4647742"/>
                  </a:lnTo>
                  <a:lnTo>
                    <a:pt x="8201127" y="4637222"/>
                  </a:lnTo>
                  <a:lnTo>
                    <a:pt x="8196936" y="4632958"/>
                  </a:lnTo>
                  <a:close/>
                </a:path>
                <a:path w="10390505" h="4652010">
                  <a:moveTo>
                    <a:pt x="8153502" y="4632958"/>
                  </a:moveTo>
                  <a:lnTo>
                    <a:pt x="8148295" y="4632958"/>
                  </a:lnTo>
                  <a:lnTo>
                    <a:pt x="8143977" y="4637222"/>
                  </a:lnTo>
                  <a:lnTo>
                    <a:pt x="8143977" y="4647742"/>
                  </a:lnTo>
                  <a:lnTo>
                    <a:pt x="8148295" y="4652008"/>
                  </a:lnTo>
                  <a:lnTo>
                    <a:pt x="8153502" y="4652008"/>
                  </a:lnTo>
                  <a:lnTo>
                    <a:pt x="8153502" y="4632958"/>
                  </a:lnTo>
                  <a:close/>
                </a:path>
                <a:path w="10390505" h="4652010">
                  <a:moveTo>
                    <a:pt x="8158836" y="4632958"/>
                  </a:moveTo>
                  <a:lnTo>
                    <a:pt x="8153502" y="4632958"/>
                  </a:lnTo>
                  <a:lnTo>
                    <a:pt x="8153502" y="4652008"/>
                  </a:lnTo>
                  <a:lnTo>
                    <a:pt x="8158836" y="4652008"/>
                  </a:lnTo>
                  <a:lnTo>
                    <a:pt x="8163027" y="4647742"/>
                  </a:lnTo>
                  <a:lnTo>
                    <a:pt x="8163027" y="4637222"/>
                  </a:lnTo>
                  <a:lnTo>
                    <a:pt x="8158836" y="4632958"/>
                  </a:lnTo>
                  <a:close/>
                </a:path>
                <a:path w="10390505" h="4652010">
                  <a:moveTo>
                    <a:pt x="8115402" y="4632958"/>
                  </a:moveTo>
                  <a:lnTo>
                    <a:pt x="8110195" y="4632958"/>
                  </a:lnTo>
                  <a:lnTo>
                    <a:pt x="8105877" y="4637222"/>
                  </a:lnTo>
                  <a:lnTo>
                    <a:pt x="8105877" y="4647742"/>
                  </a:lnTo>
                  <a:lnTo>
                    <a:pt x="8110195" y="4652008"/>
                  </a:lnTo>
                  <a:lnTo>
                    <a:pt x="8115402" y="4652008"/>
                  </a:lnTo>
                  <a:lnTo>
                    <a:pt x="8115402" y="4632958"/>
                  </a:lnTo>
                  <a:close/>
                </a:path>
                <a:path w="10390505" h="4652010">
                  <a:moveTo>
                    <a:pt x="8120736" y="4632958"/>
                  </a:moveTo>
                  <a:lnTo>
                    <a:pt x="8115402" y="4632958"/>
                  </a:lnTo>
                  <a:lnTo>
                    <a:pt x="8115402" y="4652008"/>
                  </a:lnTo>
                  <a:lnTo>
                    <a:pt x="8120736" y="4652008"/>
                  </a:lnTo>
                  <a:lnTo>
                    <a:pt x="8124927" y="4647742"/>
                  </a:lnTo>
                  <a:lnTo>
                    <a:pt x="8124927" y="4637222"/>
                  </a:lnTo>
                  <a:lnTo>
                    <a:pt x="8120736" y="4632958"/>
                  </a:lnTo>
                  <a:close/>
                </a:path>
                <a:path w="10390505" h="4652010">
                  <a:moveTo>
                    <a:pt x="8077302" y="4632958"/>
                  </a:moveTo>
                  <a:lnTo>
                    <a:pt x="8071968" y="4632958"/>
                  </a:lnTo>
                  <a:lnTo>
                    <a:pt x="8067777" y="4637222"/>
                  </a:lnTo>
                  <a:lnTo>
                    <a:pt x="8067777" y="4647742"/>
                  </a:lnTo>
                  <a:lnTo>
                    <a:pt x="8071968" y="4652008"/>
                  </a:lnTo>
                  <a:lnTo>
                    <a:pt x="8077302" y="4652008"/>
                  </a:lnTo>
                  <a:lnTo>
                    <a:pt x="8077302" y="4632958"/>
                  </a:lnTo>
                  <a:close/>
                </a:path>
                <a:path w="10390505" h="4652010">
                  <a:moveTo>
                    <a:pt x="8082509" y="4632958"/>
                  </a:moveTo>
                  <a:lnTo>
                    <a:pt x="8077302" y="4632958"/>
                  </a:lnTo>
                  <a:lnTo>
                    <a:pt x="8077302" y="4652008"/>
                  </a:lnTo>
                  <a:lnTo>
                    <a:pt x="8082509" y="4652008"/>
                  </a:lnTo>
                  <a:lnTo>
                    <a:pt x="8086827" y="4647742"/>
                  </a:lnTo>
                  <a:lnTo>
                    <a:pt x="8086827" y="4637222"/>
                  </a:lnTo>
                  <a:lnTo>
                    <a:pt x="8082509" y="4632958"/>
                  </a:lnTo>
                  <a:close/>
                </a:path>
                <a:path w="10390505" h="4652010">
                  <a:moveTo>
                    <a:pt x="8039202" y="4632958"/>
                  </a:moveTo>
                  <a:lnTo>
                    <a:pt x="8033868" y="4632958"/>
                  </a:lnTo>
                  <a:lnTo>
                    <a:pt x="8029677" y="4637222"/>
                  </a:lnTo>
                  <a:lnTo>
                    <a:pt x="8029677" y="4647742"/>
                  </a:lnTo>
                  <a:lnTo>
                    <a:pt x="8033868" y="4652008"/>
                  </a:lnTo>
                  <a:lnTo>
                    <a:pt x="8039202" y="4652008"/>
                  </a:lnTo>
                  <a:lnTo>
                    <a:pt x="8039202" y="4632958"/>
                  </a:lnTo>
                  <a:close/>
                </a:path>
                <a:path w="10390505" h="4652010">
                  <a:moveTo>
                    <a:pt x="8044409" y="4632958"/>
                  </a:moveTo>
                  <a:lnTo>
                    <a:pt x="8039202" y="4632958"/>
                  </a:lnTo>
                  <a:lnTo>
                    <a:pt x="8039202" y="4652008"/>
                  </a:lnTo>
                  <a:lnTo>
                    <a:pt x="8044409" y="4652008"/>
                  </a:lnTo>
                  <a:lnTo>
                    <a:pt x="8048727" y="4647742"/>
                  </a:lnTo>
                  <a:lnTo>
                    <a:pt x="8048727" y="4637222"/>
                  </a:lnTo>
                  <a:lnTo>
                    <a:pt x="8044409" y="4632958"/>
                  </a:lnTo>
                  <a:close/>
                </a:path>
                <a:path w="10390505" h="4652010">
                  <a:moveTo>
                    <a:pt x="8001102" y="4632958"/>
                  </a:moveTo>
                  <a:lnTo>
                    <a:pt x="7995768" y="4632958"/>
                  </a:lnTo>
                  <a:lnTo>
                    <a:pt x="7991577" y="4637222"/>
                  </a:lnTo>
                  <a:lnTo>
                    <a:pt x="7991577" y="4647742"/>
                  </a:lnTo>
                  <a:lnTo>
                    <a:pt x="7995768" y="4652008"/>
                  </a:lnTo>
                  <a:lnTo>
                    <a:pt x="8001102" y="4652008"/>
                  </a:lnTo>
                  <a:lnTo>
                    <a:pt x="8001102" y="4632958"/>
                  </a:lnTo>
                  <a:close/>
                </a:path>
                <a:path w="10390505" h="4652010">
                  <a:moveTo>
                    <a:pt x="8006309" y="4632958"/>
                  </a:moveTo>
                  <a:lnTo>
                    <a:pt x="8001102" y="4632958"/>
                  </a:lnTo>
                  <a:lnTo>
                    <a:pt x="8001102" y="4652008"/>
                  </a:lnTo>
                  <a:lnTo>
                    <a:pt x="8006309" y="4652008"/>
                  </a:lnTo>
                  <a:lnTo>
                    <a:pt x="8010627" y="4647742"/>
                  </a:lnTo>
                  <a:lnTo>
                    <a:pt x="8010627" y="4637222"/>
                  </a:lnTo>
                  <a:lnTo>
                    <a:pt x="8006309" y="4632958"/>
                  </a:lnTo>
                  <a:close/>
                </a:path>
                <a:path w="10390505" h="4652010">
                  <a:moveTo>
                    <a:pt x="7962875" y="4632958"/>
                  </a:moveTo>
                  <a:lnTo>
                    <a:pt x="7957668" y="4632958"/>
                  </a:lnTo>
                  <a:lnTo>
                    <a:pt x="7953350" y="4637222"/>
                  </a:lnTo>
                  <a:lnTo>
                    <a:pt x="7953350" y="4647742"/>
                  </a:lnTo>
                  <a:lnTo>
                    <a:pt x="7957668" y="4652008"/>
                  </a:lnTo>
                  <a:lnTo>
                    <a:pt x="7962875" y="4652008"/>
                  </a:lnTo>
                  <a:lnTo>
                    <a:pt x="7962875" y="4632958"/>
                  </a:lnTo>
                  <a:close/>
                </a:path>
                <a:path w="10390505" h="4652010">
                  <a:moveTo>
                    <a:pt x="7968209" y="4632958"/>
                  </a:moveTo>
                  <a:lnTo>
                    <a:pt x="7963002" y="4632958"/>
                  </a:lnTo>
                  <a:lnTo>
                    <a:pt x="7963002" y="4652008"/>
                  </a:lnTo>
                  <a:lnTo>
                    <a:pt x="7968209" y="4652008"/>
                  </a:lnTo>
                  <a:lnTo>
                    <a:pt x="7972527" y="4647742"/>
                  </a:lnTo>
                  <a:lnTo>
                    <a:pt x="7972527" y="4637222"/>
                  </a:lnTo>
                  <a:lnTo>
                    <a:pt x="7968209" y="4632958"/>
                  </a:lnTo>
                  <a:close/>
                </a:path>
                <a:path w="10390505" h="4652010">
                  <a:moveTo>
                    <a:pt x="7924775" y="4632958"/>
                  </a:moveTo>
                  <a:lnTo>
                    <a:pt x="7919568" y="4632958"/>
                  </a:lnTo>
                  <a:lnTo>
                    <a:pt x="7915250" y="4637222"/>
                  </a:lnTo>
                  <a:lnTo>
                    <a:pt x="7915250" y="4647742"/>
                  </a:lnTo>
                  <a:lnTo>
                    <a:pt x="7919568" y="4652008"/>
                  </a:lnTo>
                  <a:lnTo>
                    <a:pt x="7924775" y="4652008"/>
                  </a:lnTo>
                  <a:lnTo>
                    <a:pt x="7924775" y="4632958"/>
                  </a:lnTo>
                  <a:close/>
                </a:path>
                <a:path w="10390505" h="4652010">
                  <a:moveTo>
                    <a:pt x="7930109" y="4632958"/>
                  </a:moveTo>
                  <a:lnTo>
                    <a:pt x="7924775" y="4632958"/>
                  </a:lnTo>
                  <a:lnTo>
                    <a:pt x="7924775" y="4652008"/>
                  </a:lnTo>
                  <a:lnTo>
                    <a:pt x="7930109" y="4652008"/>
                  </a:lnTo>
                  <a:lnTo>
                    <a:pt x="7934300" y="4647742"/>
                  </a:lnTo>
                  <a:lnTo>
                    <a:pt x="7934300" y="4637222"/>
                  </a:lnTo>
                  <a:lnTo>
                    <a:pt x="7930109" y="4632958"/>
                  </a:lnTo>
                  <a:close/>
                </a:path>
                <a:path w="10390505" h="4652010">
                  <a:moveTo>
                    <a:pt x="7886675" y="4632958"/>
                  </a:moveTo>
                  <a:lnTo>
                    <a:pt x="7881468" y="4632958"/>
                  </a:lnTo>
                  <a:lnTo>
                    <a:pt x="7877150" y="4637222"/>
                  </a:lnTo>
                  <a:lnTo>
                    <a:pt x="7877150" y="4647742"/>
                  </a:lnTo>
                  <a:lnTo>
                    <a:pt x="7881468" y="4652008"/>
                  </a:lnTo>
                  <a:lnTo>
                    <a:pt x="7886675" y="4652008"/>
                  </a:lnTo>
                  <a:lnTo>
                    <a:pt x="7886675" y="4632958"/>
                  </a:lnTo>
                  <a:close/>
                </a:path>
                <a:path w="10390505" h="4652010">
                  <a:moveTo>
                    <a:pt x="7892009" y="4632958"/>
                  </a:moveTo>
                  <a:lnTo>
                    <a:pt x="7886675" y="4632958"/>
                  </a:lnTo>
                  <a:lnTo>
                    <a:pt x="7886675" y="4652008"/>
                  </a:lnTo>
                  <a:lnTo>
                    <a:pt x="7892009" y="4652008"/>
                  </a:lnTo>
                  <a:lnTo>
                    <a:pt x="7896200" y="4647742"/>
                  </a:lnTo>
                  <a:lnTo>
                    <a:pt x="7896200" y="4637222"/>
                  </a:lnTo>
                  <a:lnTo>
                    <a:pt x="7892009" y="4632958"/>
                  </a:lnTo>
                  <a:close/>
                </a:path>
                <a:path w="10390505" h="4652010">
                  <a:moveTo>
                    <a:pt x="7848575" y="4632958"/>
                  </a:moveTo>
                  <a:lnTo>
                    <a:pt x="7843368" y="4632958"/>
                  </a:lnTo>
                  <a:lnTo>
                    <a:pt x="7839050" y="4637222"/>
                  </a:lnTo>
                  <a:lnTo>
                    <a:pt x="7839050" y="4647742"/>
                  </a:lnTo>
                  <a:lnTo>
                    <a:pt x="7843368" y="4652008"/>
                  </a:lnTo>
                  <a:lnTo>
                    <a:pt x="7848575" y="4652008"/>
                  </a:lnTo>
                  <a:lnTo>
                    <a:pt x="7848575" y="4632958"/>
                  </a:lnTo>
                  <a:close/>
                </a:path>
                <a:path w="10390505" h="4652010">
                  <a:moveTo>
                    <a:pt x="7853909" y="4632958"/>
                  </a:moveTo>
                  <a:lnTo>
                    <a:pt x="7848575" y="4632958"/>
                  </a:lnTo>
                  <a:lnTo>
                    <a:pt x="7848575" y="4652008"/>
                  </a:lnTo>
                  <a:lnTo>
                    <a:pt x="7853909" y="4652008"/>
                  </a:lnTo>
                  <a:lnTo>
                    <a:pt x="7858100" y="4647742"/>
                  </a:lnTo>
                  <a:lnTo>
                    <a:pt x="7858100" y="4637222"/>
                  </a:lnTo>
                  <a:lnTo>
                    <a:pt x="7853909" y="4632958"/>
                  </a:lnTo>
                  <a:close/>
                </a:path>
                <a:path w="10390505" h="4652010">
                  <a:moveTo>
                    <a:pt x="7810475" y="4632958"/>
                  </a:moveTo>
                  <a:lnTo>
                    <a:pt x="7805141" y="4632958"/>
                  </a:lnTo>
                  <a:lnTo>
                    <a:pt x="7800950" y="4637222"/>
                  </a:lnTo>
                  <a:lnTo>
                    <a:pt x="7800950" y="4647742"/>
                  </a:lnTo>
                  <a:lnTo>
                    <a:pt x="7805141" y="4652008"/>
                  </a:lnTo>
                  <a:lnTo>
                    <a:pt x="7810475" y="4652008"/>
                  </a:lnTo>
                  <a:lnTo>
                    <a:pt x="7810475" y="4632958"/>
                  </a:lnTo>
                  <a:close/>
                </a:path>
                <a:path w="10390505" h="4652010">
                  <a:moveTo>
                    <a:pt x="7815682" y="4632958"/>
                  </a:moveTo>
                  <a:lnTo>
                    <a:pt x="7810475" y="4632958"/>
                  </a:lnTo>
                  <a:lnTo>
                    <a:pt x="7810475" y="4652008"/>
                  </a:lnTo>
                  <a:lnTo>
                    <a:pt x="7815682" y="4652008"/>
                  </a:lnTo>
                  <a:lnTo>
                    <a:pt x="7820000" y="4647742"/>
                  </a:lnTo>
                  <a:lnTo>
                    <a:pt x="7820000" y="4637222"/>
                  </a:lnTo>
                  <a:lnTo>
                    <a:pt x="7815682" y="4632958"/>
                  </a:lnTo>
                  <a:close/>
                </a:path>
                <a:path w="10390505" h="4652010">
                  <a:moveTo>
                    <a:pt x="7772375" y="4632958"/>
                  </a:moveTo>
                  <a:lnTo>
                    <a:pt x="7767041" y="4632958"/>
                  </a:lnTo>
                  <a:lnTo>
                    <a:pt x="7762850" y="4637222"/>
                  </a:lnTo>
                  <a:lnTo>
                    <a:pt x="7762850" y="4647742"/>
                  </a:lnTo>
                  <a:lnTo>
                    <a:pt x="7767041" y="4652008"/>
                  </a:lnTo>
                  <a:lnTo>
                    <a:pt x="7772375" y="4652008"/>
                  </a:lnTo>
                  <a:lnTo>
                    <a:pt x="7772375" y="4632958"/>
                  </a:lnTo>
                  <a:close/>
                </a:path>
                <a:path w="10390505" h="4652010">
                  <a:moveTo>
                    <a:pt x="7777582" y="4632958"/>
                  </a:moveTo>
                  <a:lnTo>
                    <a:pt x="7772375" y="4632958"/>
                  </a:lnTo>
                  <a:lnTo>
                    <a:pt x="7772375" y="4652008"/>
                  </a:lnTo>
                  <a:lnTo>
                    <a:pt x="7777582" y="4652008"/>
                  </a:lnTo>
                  <a:lnTo>
                    <a:pt x="7781900" y="4647742"/>
                  </a:lnTo>
                  <a:lnTo>
                    <a:pt x="7781900" y="4637222"/>
                  </a:lnTo>
                  <a:lnTo>
                    <a:pt x="7777582" y="4632958"/>
                  </a:lnTo>
                  <a:close/>
                </a:path>
                <a:path w="10390505" h="4652010">
                  <a:moveTo>
                    <a:pt x="7734148" y="4632958"/>
                  </a:moveTo>
                  <a:lnTo>
                    <a:pt x="7728941" y="4632958"/>
                  </a:lnTo>
                  <a:lnTo>
                    <a:pt x="7724623" y="4637222"/>
                  </a:lnTo>
                  <a:lnTo>
                    <a:pt x="7724623" y="4647742"/>
                  </a:lnTo>
                  <a:lnTo>
                    <a:pt x="7728941" y="4652008"/>
                  </a:lnTo>
                  <a:lnTo>
                    <a:pt x="7734148" y="4652008"/>
                  </a:lnTo>
                  <a:lnTo>
                    <a:pt x="7734148" y="4632958"/>
                  </a:lnTo>
                  <a:close/>
                </a:path>
                <a:path w="10390505" h="4652010">
                  <a:moveTo>
                    <a:pt x="7739482" y="4632958"/>
                  </a:moveTo>
                  <a:lnTo>
                    <a:pt x="7734275" y="4632958"/>
                  </a:lnTo>
                  <a:lnTo>
                    <a:pt x="7734275" y="4652008"/>
                  </a:lnTo>
                  <a:lnTo>
                    <a:pt x="7739482" y="4652008"/>
                  </a:lnTo>
                  <a:lnTo>
                    <a:pt x="7743800" y="4647742"/>
                  </a:lnTo>
                  <a:lnTo>
                    <a:pt x="7743800" y="4637222"/>
                  </a:lnTo>
                  <a:lnTo>
                    <a:pt x="7739482" y="4632958"/>
                  </a:lnTo>
                  <a:close/>
                </a:path>
                <a:path w="10390505" h="4652010">
                  <a:moveTo>
                    <a:pt x="7696048" y="4632958"/>
                  </a:moveTo>
                  <a:lnTo>
                    <a:pt x="7690841" y="4632958"/>
                  </a:lnTo>
                  <a:lnTo>
                    <a:pt x="7686523" y="4637222"/>
                  </a:lnTo>
                  <a:lnTo>
                    <a:pt x="7686523" y="4647742"/>
                  </a:lnTo>
                  <a:lnTo>
                    <a:pt x="7690841" y="4652008"/>
                  </a:lnTo>
                  <a:lnTo>
                    <a:pt x="7696048" y="4652008"/>
                  </a:lnTo>
                  <a:lnTo>
                    <a:pt x="7696048" y="4632958"/>
                  </a:lnTo>
                  <a:close/>
                </a:path>
                <a:path w="10390505" h="4652010">
                  <a:moveTo>
                    <a:pt x="7701382" y="4632958"/>
                  </a:moveTo>
                  <a:lnTo>
                    <a:pt x="7696048" y="4632958"/>
                  </a:lnTo>
                  <a:lnTo>
                    <a:pt x="7696048" y="4652008"/>
                  </a:lnTo>
                  <a:lnTo>
                    <a:pt x="7701382" y="4652008"/>
                  </a:lnTo>
                  <a:lnTo>
                    <a:pt x="7705573" y="4647742"/>
                  </a:lnTo>
                  <a:lnTo>
                    <a:pt x="7705573" y="4637222"/>
                  </a:lnTo>
                  <a:lnTo>
                    <a:pt x="7701382" y="4632958"/>
                  </a:lnTo>
                  <a:close/>
                </a:path>
                <a:path w="10390505" h="4652010">
                  <a:moveTo>
                    <a:pt x="7657948" y="4632958"/>
                  </a:moveTo>
                  <a:lnTo>
                    <a:pt x="7652741" y="4632958"/>
                  </a:lnTo>
                  <a:lnTo>
                    <a:pt x="7648423" y="4637222"/>
                  </a:lnTo>
                  <a:lnTo>
                    <a:pt x="7648423" y="4647742"/>
                  </a:lnTo>
                  <a:lnTo>
                    <a:pt x="7652741" y="4652008"/>
                  </a:lnTo>
                  <a:lnTo>
                    <a:pt x="7657948" y="4652008"/>
                  </a:lnTo>
                  <a:lnTo>
                    <a:pt x="7657948" y="4632958"/>
                  </a:lnTo>
                  <a:close/>
                </a:path>
                <a:path w="10390505" h="4652010">
                  <a:moveTo>
                    <a:pt x="7663282" y="4632958"/>
                  </a:moveTo>
                  <a:lnTo>
                    <a:pt x="7657948" y="4632958"/>
                  </a:lnTo>
                  <a:lnTo>
                    <a:pt x="7657948" y="4652008"/>
                  </a:lnTo>
                  <a:lnTo>
                    <a:pt x="7663282" y="4652008"/>
                  </a:lnTo>
                  <a:lnTo>
                    <a:pt x="7667473" y="4647742"/>
                  </a:lnTo>
                  <a:lnTo>
                    <a:pt x="7667473" y="4637222"/>
                  </a:lnTo>
                  <a:lnTo>
                    <a:pt x="7663282" y="4632958"/>
                  </a:lnTo>
                  <a:close/>
                </a:path>
                <a:path w="10390505" h="4652010">
                  <a:moveTo>
                    <a:pt x="7619848" y="4632958"/>
                  </a:moveTo>
                  <a:lnTo>
                    <a:pt x="7614641" y="4632958"/>
                  </a:lnTo>
                  <a:lnTo>
                    <a:pt x="7610323" y="4637222"/>
                  </a:lnTo>
                  <a:lnTo>
                    <a:pt x="7610323" y="4647742"/>
                  </a:lnTo>
                  <a:lnTo>
                    <a:pt x="7614641" y="4652008"/>
                  </a:lnTo>
                  <a:lnTo>
                    <a:pt x="7619848" y="4652008"/>
                  </a:lnTo>
                  <a:lnTo>
                    <a:pt x="7619848" y="4632958"/>
                  </a:lnTo>
                  <a:close/>
                </a:path>
                <a:path w="10390505" h="4652010">
                  <a:moveTo>
                    <a:pt x="7625182" y="4632958"/>
                  </a:moveTo>
                  <a:lnTo>
                    <a:pt x="7619848" y="4632958"/>
                  </a:lnTo>
                  <a:lnTo>
                    <a:pt x="7619848" y="4652008"/>
                  </a:lnTo>
                  <a:lnTo>
                    <a:pt x="7625182" y="4652008"/>
                  </a:lnTo>
                  <a:lnTo>
                    <a:pt x="7629373" y="4647742"/>
                  </a:lnTo>
                  <a:lnTo>
                    <a:pt x="7629373" y="4637222"/>
                  </a:lnTo>
                  <a:lnTo>
                    <a:pt x="7625182" y="4632958"/>
                  </a:lnTo>
                  <a:close/>
                </a:path>
                <a:path w="10390505" h="4652010">
                  <a:moveTo>
                    <a:pt x="7581748" y="4632958"/>
                  </a:moveTo>
                  <a:lnTo>
                    <a:pt x="7576414" y="4632958"/>
                  </a:lnTo>
                  <a:lnTo>
                    <a:pt x="7572223" y="4637222"/>
                  </a:lnTo>
                  <a:lnTo>
                    <a:pt x="7572223" y="4647742"/>
                  </a:lnTo>
                  <a:lnTo>
                    <a:pt x="7576414" y="4652008"/>
                  </a:lnTo>
                  <a:lnTo>
                    <a:pt x="7581748" y="4652008"/>
                  </a:lnTo>
                  <a:lnTo>
                    <a:pt x="7581748" y="4632958"/>
                  </a:lnTo>
                  <a:close/>
                </a:path>
                <a:path w="10390505" h="4652010">
                  <a:moveTo>
                    <a:pt x="7586955" y="4632958"/>
                  </a:moveTo>
                  <a:lnTo>
                    <a:pt x="7581748" y="4632958"/>
                  </a:lnTo>
                  <a:lnTo>
                    <a:pt x="7581748" y="4652008"/>
                  </a:lnTo>
                  <a:lnTo>
                    <a:pt x="7586955" y="4652008"/>
                  </a:lnTo>
                  <a:lnTo>
                    <a:pt x="7591273" y="4647742"/>
                  </a:lnTo>
                  <a:lnTo>
                    <a:pt x="7591273" y="4637222"/>
                  </a:lnTo>
                  <a:lnTo>
                    <a:pt x="7586955" y="4632958"/>
                  </a:lnTo>
                  <a:close/>
                </a:path>
                <a:path w="10390505" h="4652010">
                  <a:moveTo>
                    <a:pt x="7543648" y="4632958"/>
                  </a:moveTo>
                  <a:lnTo>
                    <a:pt x="7538314" y="4632958"/>
                  </a:lnTo>
                  <a:lnTo>
                    <a:pt x="7534123" y="4637222"/>
                  </a:lnTo>
                  <a:lnTo>
                    <a:pt x="7534123" y="4647742"/>
                  </a:lnTo>
                  <a:lnTo>
                    <a:pt x="7538314" y="4652008"/>
                  </a:lnTo>
                  <a:lnTo>
                    <a:pt x="7543648" y="4652008"/>
                  </a:lnTo>
                  <a:lnTo>
                    <a:pt x="7543648" y="4632958"/>
                  </a:lnTo>
                  <a:close/>
                </a:path>
                <a:path w="10390505" h="4652010">
                  <a:moveTo>
                    <a:pt x="7548855" y="4632958"/>
                  </a:moveTo>
                  <a:lnTo>
                    <a:pt x="7543648" y="4632958"/>
                  </a:lnTo>
                  <a:lnTo>
                    <a:pt x="7543648" y="4652008"/>
                  </a:lnTo>
                  <a:lnTo>
                    <a:pt x="7548855" y="4652008"/>
                  </a:lnTo>
                  <a:lnTo>
                    <a:pt x="7553173" y="4647742"/>
                  </a:lnTo>
                  <a:lnTo>
                    <a:pt x="7553173" y="4637222"/>
                  </a:lnTo>
                  <a:lnTo>
                    <a:pt x="7548855" y="4632958"/>
                  </a:lnTo>
                  <a:close/>
                </a:path>
                <a:path w="10390505" h="4652010">
                  <a:moveTo>
                    <a:pt x="7505548" y="4632958"/>
                  </a:moveTo>
                  <a:lnTo>
                    <a:pt x="7500214" y="4632958"/>
                  </a:lnTo>
                  <a:lnTo>
                    <a:pt x="7496023" y="4637222"/>
                  </a:lnTo>
                  <a:lnTo>
                    <a:pt x="7496023" y="4647742"/>
                  </a:lnTo>
                  <a:lnTo>
                    <a:pt x="7500214" y="4652008"/>
                  </a:lnTo>
                  <a:lnTo>
                    <a:pt x="7505548" y="4652008"/>
                  </a:lnTo>
                  <a:lnTo>
                    <a:pt x="7505548" y="4632958"/>
                  </a:lnTo>
                  <a:close/>
                </a:path>
                <a:path w="10390505" h="4652010">
                  <a:moveTo>
                    <a:pt x="7510755" y="4632958"/>
                  </a:moveTo>
                  <a:lnTo>
                    <a:pt x="7505548" y="4632958"/>
                  </a:lnTo>
                  <a:lnTo>
                    <a:pt x="7505548" y="4652008"/>
                  </a:lnTo>
                  <a:lnTo>
                    <a:pt x="7510755" y="4652008"/>
                  </a:lnTo>
                  <a:lnTo>
                    <a:pt x="7515073" y="4647742"/>
                  </a:lnTo>
                  <a:lnTo>
                    <a:pt x="7515073" y="4637222"/>
                  </a:lnTo>
                  <a:lnTo>
                    <a:pt x="7510755" y="4632958"/>
                  </a:lnTo>
                  <a:close/>
                </a:path>
                <a:path w="10390505" h="4652010">
                  <a:moveTo>
                    <a:pt x="7467321" y="4632958"/>
                  </a:moveTo>
                  <a:lnTo>
                    <a:pt x="7462114" y="4632958"/>
                  </a:lnTo>
                  <a:lnTo>
                    <a:pt x="7457796" y="4637222"/>
                  </a:lnTo>
                  <a:lnTo>
                    <a:pt x="7457796" y="4647742"/>
                  </a:lnTo>
                  <a:lnTo>
                    <a:pt x="7462114" y="4652008"/>
                  </a:lnTo>
                  <a:lnTo>
                    <a:pt x="7467321" y="4652008"/>
                  </a:lnTo>
                  <a:lnTo>
                    <a:pt x="7467321" y="4632958"/>
                  </a:lnTo>
                  <a:close/>
                </a:path>
                <a:path w="10390505" h="4652010">
                  <a:moveTo>
                    <a:pt x="7472655" y="4632958"/>
                  </a:moveTo>
                  <a:lnTo>
                    <a:pt x="7467448" y="4632958"/>
                  </a:lnTo>
                  <a:lnTo>
                    <a:pt x="7467448" y="4652008"/>
                  </a:lnTo>
                  <a:lnTo>
                    <a:pt x="7472655" y="4652008"/>
                  </a:lnTo>
                  <a:lnTo>
                    <a:pt x="7476973" y="4647742"/>
                  </a:lnTo>
                  <a:lnTo>
                    <a:pt x="7476973" y="4637222"/>
                  </a:lnTo>
                  <a:lnTo>
                    <a:pt x="7472655" y="4632958"/>
                  </a:lnTo>
                  <a:close/>
                </a:path>
                <a:path w="10390505" h="4652010">
                  <a:moveTo>
                    <a:pt x="7429221" y="4632958"/>
                  </a:moveTo>
                  <a:lnTo>
                    <a:pt x="7424014" y="4632958"/>
                  </a:lnTo>
                  <a:lnTo>
                    <a:pt x="7419696" y="4637222"/>
                  </a:lnTo>
                  <a:lnTo>
                    <a:pt x="7419696" y="4647742"/>
                  </a:lnTo>
                  <a:lnTo>
                    <a:pt x="7424014" y="4652008"/>
                  </a:lnTo>
                  <a:lnTo>
                    <a:pt x="7429221" y="4652008"/>
                  </a:lnTo>
                  <a:lnTo>
                    <a:pt x="7429221" y="4632958"/>
                  </a:lnTo>
                  <a:close/>
                </a:path>
                <a:path w="10390505" h="4652010">
                  <a:moveTo>
                    <a:pt x="7434555" y="4632958"/>
                  </a:moveTo>
                  <a:lnTo>
                    <a:pt x="7429221" y="4632958"/>
                  </a:lnTo>
                  <a:lnTo>
                    <a:pt x="7429221" y="4652008"/>
                  </a:lnTo>
                  <a:lnTo>
                    <a:pt x="7434555" y="4652008"/>
                  </a:lnTo>
                  <a:lnTo>
                    <a:pt x="7438746" y="4647742"/>
                  </a:lnTo>
                  <a:lnTo>
                    <a:pt x="7438746" y="4637222"/>
                  </a:lnTo>
                  <a:lnTo>
                    <a:pt x="7434555" y="4632958"/>
                  </a:lnTo>
                  <a:close/>
                </a:path>
                <a:path w="10390505" h="4652010">
                  <a:moveTo>
                    <a:pt x="7391121" y="4632958"/>
                  </a:moveTo>
                  <a:lnTo>
                    <a:pt x="7385914" y="4632958"/>
                  </a:lnTo>
                  <a:lnTo>
                    <a:pt x="7381596" y="4637222"/>
                  </a:lnTo>
                  <a:lnTo>
                    <a:pt x="7381596" y="4647742"/>
                  </a:lnTo>
                  <a:lnTo>
                    <a:pt x="7385914" y="4652008"/>
                  </a:lnTo>
                  <a:lnTo>
                    <a:pt x="7391121" y="4652008"/>
                  </a:lnTo>
                  <a:lnTo>
                    <a:pt x="7391121" y="4632958"/>
                  </a:lnTo>
                  <a:close/>
                </a:path>
                <a:path w="10390505" h="4652010">
                  <a:moveTo>
                    <a:pt x="7396455" y="4632958"/>
                  </a:moveTo>
                  <a:lnTo>
                    <a:pt x="7391121" y="4632958"/>
                  </a:lnTo>
                  <a:lnTo>
                    <a:pt x="7391121" y="4652008"/>
                  </a:lnTo>
                  <a:lnTo>
                    <a:pt x="7396455" y="4652008"/>
                  </a:lnTo>
                  <a:lnTo>
                    <a:pt x="7400646" y="4647742"/>
                  </a:lnTo>
                  <a:lnTo>
                    <a:pt x="7400646" y="4637222"/>
                  </a:lnTo>
                  <a:lnTo>
                    <a:pt x="7396455" y="4632958"/>
                  </a:lnTo>
                  <a:close/>
                </a:path>
                <a:path w="10390505" h="4652010">
                  <a:moveTo>
                    <a:pt x="7353021" y="4632958"/>
                  </a:moveTo>
                  <a:lnTo>
                    <a:pt x="7347814" y="4632958"/>
                  </a:lnTo>
                  <a:lnTo>
                    <a:pt x="7343496" y="4637222"/>
                  </a:lnTo>
                  <a:lnTo>
                    <a:pt x="7343496" y="4647742"/>
                  </a:lnTo>
                  <a:lnTo>
                    <a:pt x="7347814" y="4652008"/>
                  </a:lnTo>
                  <a:lnTo>
                    <a:pt x="7353021" y="4652008"/>
                  </a:lnTo>
                  <a:lnTo>
                    <a:pt x="7353021" y="4632958"/>
                  </a:lnTo>
                  <a:close/>
                </a:path>
                <a:path w="10390505" h="4652010">
                  <a:moveTo>
                    <a:pt x="7358355" y="4632958"/>
                  </a:moveTo>
                  <a:lnTo>
                    <a:pt x="7353021" y="4632958"/>
                  </a:lnTo>
                  <a:lnTo>
                    <a:pt x="7353021" y="4652008"/>
                  </a:lnTo>
                  <a:lnTo>
                    <a:pt x="7358355" y="4652008"/>
                  </a:lnTo>
                  <a:lnTo>
                    <a:pt x="7362546" y="4647742"/>
                  </a:lnTo>
                  <a:lnTo>
                    <a:pt x="7362546" y="4637222"/>
                  </a:lnTo>
                  <a:lnTo>
                    <a:pt x="7358355" y="4632958"/>
                  </a:lnTo>
                  <a:close/>
                </a:path>
                <a:path w="10390505" h="4652010">
                  <a:moveTo>
                    <a:pt x="7314921" y="4632958"/>
                  </a:moveTo>
                  <a:lnTo>
                    <a:pt x="7309587" y="4632958"/>
                  </a:lnTo>
                  <a:lnTo>
                    <a:pt x="7305396" y="4637222"/>
                  </a:lnTo>
                  <a:lnTo>
                    <a:pt x="7305396" y="4647742"/>
                  </a:lnTo>
                  <a:lnTo>
                    <a:pt x="7309587" y="4652008"/>
                  </a:lnTo>
                  <a:lnTo>
                    <a:pt x="7314921" y="4652008"/>
                  </a:lnTo>
                  <a:lnTo>
                    <a:pt x="7314921" y="4632958"/>
                  </a:lnTo>
                  <a:close/>
                </a:path>
                <a:path w="10390505" h="4652010">
                  <a:moveTo>
                    <a:pt x="7320128" y="4632958"/>
                  </a:moveTo>
                  <a:lnTo>
                    <a:pt x="7314921" y="4632958"/>
                  </a:lnTo>
                  <a:lnTo>
                    <a:pt x="7314921" y="4652008"/>
                  </a:lnTo>
                  <a:lnTo>
                    <a:pt x="7320128" y="4652008"/>
                  </a:lnTo>
                  <a:lnTo>
                    <a:pt x="7324446" y="4647742"/>
                  </a:lnTo>
                  <a:lnTo>
                    <a:pt x="7324446" y="4637222"/>
                  </a:lnTo>
                  <a:lnTo>
                    <a:pt x="7320128" y="4632958"/>
                  </a:lnTo>
                  <a:close/>
                </a:path>
                <a:path w="10390505" h="4652010">
                  <a:moveTo>
                    <a:pt x="7276821" y="4632958"/>
                  </a:moveTo>
                  <a:lnTo>
                    <a:pt x="7271487" y="4632958"/>
                  </a:lnTo>
                  <a:lnTo>
                    <a:pt x="7267296" y="4637222"/>
                  </a:lnTo>
                  <a:lnTo>
                    <a:pt x="7267296" y="4647742"/>
                  </a:lnTo>
                  <a:lnTo>
                    <a:pt x="7271487" y="4652008"/>
                  </a:lnTo>
                  <a:lnTo>
                    <a:pt x="7276821" y="4652008"/>
                  </a:lnTo>
                  <a:lnTo>
                    <a:pt x="7276821" y="4632958"/>
                  </a:lnTo>
                  <a:close/>
                </a:path>
                <a:path w="10390505" h="4652010">
                  <a:moveTo>
                    <a:pt x="7282028" y="4632958"/>
                  </a:moveTo>
                  <a:lnTo>
                    <a:pt x="7276821" y="4632958"/>
                  </a:lnTo>
                  <a:lnTo>
                    <a:pt x="7276821" y="4652008"/>
                  </a:lnTo>
                  <a:lnTo>
                    <a:pt x="7282028" y="4652008"/>
                  </a:lnTo>
                  <a:lnTo>
                    <a:pt x="7286346" y="4647742"/>
                  </a:lnTo>
                  <a:lnTo>
                    <a:pt x="7286346" y="4637222"/>
                  </a:lnTo>
                  <a:lnTo>
                    <a:pt x="7282028" y="4632958"/>
                  </a:lnTo>
                  <a:close/>
                </a:path>
                <a:path w="10390505" h="4652010">
                  <a:moveTo>
                    <a:pt x="7238594" y="4632958"/>
                  </a:moveTo>
                  <a:lnTo>
                    <a:pt x="7233387" y="4632958"/>
                  </a:lnTo>
                  <a:lnTo>
                    <a:pt x="7229069" y="4637222"/>
                  </a:lnTo>
                  <a:lnTo>
                    <a:pt x="7229069" y="4647742"/>
                  </a:lnTo>
                  <a:lnTo>
                    <a:pt x="7233387" y="4652008"/>
                  </a:lnTo>
                  <a:lnTo>
                    <a:pt x="7238594" y="4652008"/>
                  </a:lnTo>
                  <a:lnTo>
                    <a:pt x="7238594" y="4632958"/>
                  </a:lnTo>
                  <a:close/>
                </a:path>
                <a:path w="10390505" h="4652010">
                  <a:moveTo>
                    <a:pt x="7238721" y="4645658"/>
                  </a:moveTo>
                  <a:lnTo>
                    <a:pt x="7238594" y="4645658"/>
                  </a:lnTo>
                  <a:lnTo>
                    <a:pt x="7238594" y="4652008"/>
                  </a:lnTo>
                  <a:lnTo>
                    <a:pt x="7238721" y="4652008"/>
                  </a:lnTo>
                  <a:lnTo>
                    <a:pt x="7238721" y="4645658"/>
                  </a:lnTo>
                  <a:close/>
                </a:path>
                <a:path w="10390505" h="4652010">
                  <a:moveTo>
                    <a:pt x="7243928" y="4632958"/>
                  </a:moveTo>
                  <a:lnTo>
                    <a:pt x="7238721" y="4632958"/>
                  </a:lnTo>
                  <a:lnTo>
                    <a:pt x="7238721" y="4652008"/>
                  </a:lnTo>
                  <a:lnTo>
                    <a:pt x="7243928" y="4652008"/>
                  </a:lnTo>
                  <a:lnTo>
                    <a:pt x="7248246" y="4647742"/>
                  </a:lnTo>
                  <a:lnTo>
                    <a:pt x="7248246" y="4637222"/>
                  </a:lnTo>
                  <a:lnTo>
                    <a:pt x="7243928" y="4632958"/>
                  </a:lnTo>
                  <a:close/>
                </a:path>
                <a:path w="10390505" h="4652010">
                  <a:moveTo>
                    <a:pt x="7238721" y="4632958"/>
                  </a:moveTo>
                  <a:lnTo>
                    <a:pt x="7238594" y="4632958"/>
                  </a:lnTo>
                  <a:lnTo>
                    <a:pt x="7238594" y="4639308"/>
                  </a:lnTo>
                  <a:lnTo>
                    <a:pt x="7238721" y="4639308"/>
                  </a:lnTo>
                  <a:lnTo>
                    <a:pt x="7238721" y="4632958"/>
                  </a:lnTo>
                  <a:close/>
                </a:path>
                <a:path w="10390505" h="4652010">
                  <a:moveTo>
                    <a:pt x="7200494" y="4632958"/>
                  </a:moveTo>
                  <a:lnTo>
                    <a:pt x="7195287" y="4632958"/>
                  </a:lnTo>
                  <a:lnTo>
                    <a:pt x="7190969" y="4637222"/>
                  </a:lnTo>
                  <a:lnTo>
                    <a:pt x="7190969" y="4647742"/>
                  </a:lnTo>
                  <a:lnTo>
                    <a:pt x="7195287" y="4652008"/>
                  </a:lnTo>
                  <a:lnTo>
                    <a:pt x="7200494" y="4652008"/>
                  </a:lnTo>
                  <a:lnTo>
                    <a:pt x="7200494" y="4632958"/>
                  </a:lnTo>
                  <a:close/>
                </a:path>
                <a:path w="10390505" h="4652010">
                  <a:moveTo>
                    <a:pt x="7205828" y="4632958"/>
                  </a:moveTo>
                  <a:lnTo>
                    <a:pt x="7200494" y="4632958"/>
                  </a:lnTo>
                  <a:lnTo>
                    <a:pt x="7200494" y="4652008"/>
                  </a:lnTo>
                  <a:lnTo>
                    <a:pt x="7205828" y="4652008"/>
                  </a:lnTo>
                  <a:lnTo>
                    <a:pt x="7210019" y="4647742"/>
                  </a:lnTo>
                  <a:lnTo>
                    <a:pt x="7210019" y="4637222"/>
                  </a:lnTo>
                  <a:lnTo>
                    <a:pt x="7205828" y="4632958"/>
                  </a:lnTo>
                  <a:close/>
                </a:path>
                <a:path w="10390505" h="4652010">
                  <a:moveTo>
                    <a:pt x="7162394" y="4632958"/>
                  </a:moveTo>
                  <a:lnTo>
                    <a:pt x="7157187" y="4632958"/>
                  </a:lnTo>
                  <a:lnTo>
                    <a:pt x="7152869" y="4637222"/>
                  </a:lnTo>
                  <a:lnTo>
                    <a:pt x="7152869" y="4647742"/>
                  </a:lnTo>
                  <a:lnTo>
                    <a:pt x="7157187" y="4652008"/>
                  </a:lnTo>
                  <a:lnTo>
                    <a:pt x="7162394" y="4652008"/>
                  </a:lnTo>
                  <a:lnTo>
                    <a:pt x="7162394" y="4632958"/>
                  </a:lnTo>
                  <a:close/>
                </a:path>
                <a:path w="10390505" h="4652010">
                  <a:moveTo>
                    <a:pt x="7167728" y="4632958"/>
                  </a:moveTo>
                  <a:lnTo>
                    <a:pt x="7162394" y="4632958"/>
                  </a:lnTo>
                  <a:lnTo>
                    <a:pt x="7162394" y="4652008"/>
                  </a:lnTo>
                  <a:lnTo>
                    <a:pt x="7167728" y="4652008"/>
                  </a:lnTo>
                  <a:lnTo>
                    <a:pt x="7171919" y="4647742"/>
                  </a:lnTo>
                  <a:lnTo>
                    <a:pt x="7171919" y="4637222"/>
                  </a:lnTo>
                  <a:lnTo>
                    <a:pt x="7167728" y="4632958"/>
                  </a:lnTo>
                  <a:close/>
                </a:path>
                <a:path w="10390505" h="4652010">
                  <a:moveTo>
                    <a:pt x="7124294" y="4632958"/>
                  </a:moveTo>
                  <a:lnTo>
                    <a:pt x="7119087" y="4632958"/>
                  </a:lnTo>
                  <a:lnTo>
                    <a:pt x="7114769" y="4637222"/>
                  </a:lnTo>
                  <a:lnTo>
                    <a:pt x="7114769" y="4647742"/>
                  </a:lnTo>
                  <a:lnTo>
                    <a:pt x="7119087" y="4652008"/>
                  </a:lnTo>
                  <a:lnTo>
                    <a:pt x="7124294" y="4652008"/>
                  </a:lnTo>
                  <a:lnTo>
                    <a:pt x="7124294" y="4632958"/>
                  </a:lnTo>
                  <a:close/>
                </a:path>
                <a:path w="10390505" h="4652010">
                  <a:moveTo>
                    <a:pt x="7129628" y="4632958"/>
                  </a:moveTo>
                  <a:lnTo>
                    <a:pt x="7124294" y="4632958"/>
                  </a:lnTo>
                  <a:lnTo>
                    <a:pt x="7124294" y="4652008"/>
                  </a:lnTo>
                  <a:lnTo>
                    <a:pt x="7129628" y="4652008"/>
                  </a:lnTo>
                  <a:lnTo>
                    <a:pt x="7133819" y="4647742"/>
                  </a:lnTo>
                  <a:lnTo>
                    <a:pt x="7133819" y="4637222"/>
                  </a:lnTo>
                  <a:lnTo>
                    <a:pt x="7129628" y="4632958"/>
                  </a:lnTo>
                  <a:close/>
                </a:path>
                <a:path w="10390505" h="4652010">
                  <a:moveTo>
                    <a:pt x="7086194" y="4632958"/>
                  </a:moveTo>
                  <a:lnTo>
                    <a:pt x="7080860" y="4632958"/>
                  </a:lnTo>
                  <a:lnTo>
                    <a:pt x="7076669" y="4637222"/>
                  </a:lnTo>
                  <a:lnTo>
                    <a:pt x="7076669" y="4647742"/>
                  </a:lnTo>
                  <a:lnTo>
                    <a:pt x="7080860" y="4652008"/>
                  </a:lnTo>
                  <a:lnTo>
                    <a:pt x="7086194" y="4652008"/>
                  </a:lnTo>
                  <a:lnTo>
                    <a:pt x="7086194" y="4632958"/>
                  </a:lnTo>
                  <a:close/>
                </a:path>
                <a:path w="10390505" h="4652010">
                  <a:moveTo>
                    <a:pt x="7091401" y="4632958"/>
                  </a:moveTo>
                  <a:lnTo>
                    <a:pt x="7086194" y="4632958"/>
                  </a:lnTo>
                  <a:lnTo>
                    <a:pt x="7086194" y="4652008"/>
                  </a:lnTo>
                  <a:lnTo>
                    <a:pt x="7091401" y="4652008"/>
                  </a:lnTo>
                  <a:lnTo>
                    <a:pt x="7095719" y="4647742"/>
                  </a:lnTo>
                  <a:lnTo>
                    <a:pt x="7095719" y="4637222"/>
                  </a:lnTo>
                  <a:lnTo>
                    <a:pt x="7091401" y="4632958"/>
                  </a:lnTo>
                  <a:close/>
                </a:path>
                <a:path w="10390505" h="4652010">
                  <a:moveTo>
                    <a:pt x="7048094" y="4632958"/>
                  </a:moveTo>
                  <a:lnTo>
                    <a:pt x="7042760" y="4632958"/>
                  </a:lnTo>
                  <a:lnTo>
                    <a:pt x="7038569" y="4637222"/>
                  </a:lnTo>
                  <a:lnTo>
                    <a:pt x="7038569" y="4647742"/>
                  </a:lnTo>
                  <a:lnTo>
                    <a:pt x="7042760" y="4652008"/>
                  </a:lnTo>
                  <a:lnTo>
                    <a:pt x="7048094" y="4652008"/>
                  </a:lnTo>
                  <a:lnTo>
                    <a:pt x="7048094" y="4632958"/>
                  </a:lnTo>
                  <a:close/>
                </a:path>
                <a:path w="10390505" h="4652010">
                  <a:moveTo>
                    <a:pt x="7053301" y="4632958"/>
                  </a:moveTo>
                  <a:lnTo>
                    <a:pt x="7048094" y="4632958"/>
                  </a:lnTo>
                  <a:lnTo>
                    <a:pt x="7048094" y="4652008"/>
                  </a:lnTo>
                  <a:lnTo>
                    <a:pt x="7053301" y="4652008"/>
                  </a:lnTo>
                  <a:lnTo>
                    <a:pt x="7057619" y="4647742"/>
                  </a:lnTo>
                  <a:lnTo>
                    <a:pt x="7057619" y="4637222"/>
                  </a:lnTo>
                  <a:lnTo>
                    <a:pt x="7053301" y="4632958"/>
                  </a:lnTo>
                  <a:close/>
                </a:path>
                <a:path w="10390505" h="4652010">
                  <a:moveTo>
                    <a:pt x="7009994" y="4632958"/>
                  </a:moveTo>
                  <a:lnTo>
                    <a:pt x="7004660" y="4632958"/>
                  </a:lnTo>
                  <a:lnTo>
                    <a:pt x="7000469" y="4637222"/>
                  </a:lnTo>
                  <a:lnTo>
                    <a:pt x="7000469" y="4647742"/>
                  </a:lnTo>
                  <a:lnTo>
                    <a:pt x="7004660" y="4652008"/>
                  </a:lnTo>
                  <a:lnTo>
                    <a:pt x="7009994" y="4652008"/>
                  </a:lnTo>
                  <a:lnTo>
                    <a:pt x="7009994" y="4632958"/>
                  </a:lnTo>
                  <a:close/>
                </a:path>
                <a:path w="10390505" h="4652010">
                  <a:moveTo>
                    <a:pt x="7015201" y="4632958"/>
                  </a:moveTo>
                  <a:lnTo>
                    <a:pt x="7009994" y="4632958"/>
                  </a:lnTo>
                  <a:lnTo>
                    <a:pt x="7009994" y="4652008"/>
                  </a:lnTo>
                  <a:lnTo>
                    <a:pt x="7015201" y="4652008"/>
                  </a:lnTo>
                  <a:lnTo>
                    <a:pt x="7019519" y="4647742"/>
                  </a:lnTo>
                  <a:lnTo>
                    <a:pt x="7019519" y="4637222"/>
                  </a:lnTo>
                  <a:lnTo>
                    <a:pt x="7015201" y="4632958"/>
                  </a:lnTo>
                  <a:close/>
                </a:path>
                <a:path w="10390505" h="4652010">
                  <a:moveTo>
                    <a:pt x="6971767" y="4632958"/>
                  </a:moveTo>
                  <a:lnTo>
                    <a:pt x="6966560" y="4632958"/>
                  </a:lnTo>
                  <a:lnTo>
                    <a:pt x="6962242" y="4637222"/>
                  </a:lnTo>
                  <a:lnTo>
                    <a:pt x="6962242" y="4647742"/>
                  </a:lnTo>
                  <a:lnTo>
                    <a:pt x="6966560" y="4652008"/>
                  </a:lnTo>
                  <a:lnTo>
                    <a:pt x="6971767" y="4652008"/>
                  </a:lnTo>
                  <a:lnTo>
                    <a:pt x="6971767" y="4632958"/>
                  </a:lnTo>
                  <a:close/>
                </a:path>
                <a:path w="10390505" h="4652010">
                  <a:moveTo>
                    <a:pt x="6977101" y="4632958"/>
                  </a:moveTo>
                  <a:lnTo>
                    <a:pt x="6971894" y="4632958"/>
                  </a:lnTo>
                  <a:lnTo>
                    <a:pt x="6971894" y="4652008"/>
                  </a:lnTo>
                  <a:lnTo>
                    <a:pt x="6977101" y="4652008"/>
                  </a:lnTo>
                  <a:lnTo>
                    <a:pt x="6981419" y="4647742"/>
                  </a:lnTo>
                  <a:lnTo>
                    <a:pt x="6981419" y="4637222"/>
                  </a:lnTo>
                  <a:lnTo>
                    <a:pt x="6977101" y="4632958"/>
                  </a:lnTo>
                  <a:close/>
                </a:path>
                <a:path w="10390505" h="4652010">
                  <a:moveTo>
                    <a:pt x="6933667" y="4632958"/>
                  </a:moveTo>
                  <a:lnTo>
                    <a:pt x="6928460" y="4632958"/>
                  </a:lnTo>
                  <a:lnTo>
                    <a:pt x="6924142" y="4637222"/>
                  </a:lnTo>
                  <a:lnTo>
                    <a:pt x="6924142" y="4647742"/>
                  </a:lnTo>
                  <a:lnTo>
                    <a:pt x="6928460" y="4652008"/>
                  </a:lnTo>
                  <a:lnTo>
                    <a:pt x="6933667" y="4652008"/>
                  </a:lnTo>
                  <a:lnTo>
                    <a:pt x="6933667" y="4632958"/>
                  </a:lnTo>
                  <a:close/>
                </a:path>
                <a:path w="10390505" h="4652010">
                  <a:moveTo>
                    <a:pt x="6939001" y="4632958"/>
                  </a:moveTo>
                  <a:lnTo>
                    <a:pt x="6933667" y="4632958"/>
                  </a:lnTo>
                  <a:lnTo>
                    <a:pt x="6933667" y="4652008"/>
                  </a:lnTo>
                  <a:lnTo>
                    <a:pt x="6939001" y="4652008"/>
                  </a:lnTo>
                  <a:lnTo>
                    <a:pt x="6943192" y="4647742"/>
                  </a:lnTo>
                  <a:lnTo>
                    <a:pt x="6943192" y="4637222"/>
                  </a:lnTo>
                  <a:lnTo>
                    <a:pt x="6939001" y="4632958"/>
                  </a:lnTo>
                  <a:close/>
                </a:path>
                <a:path w="10390505" h="4652010">
                  <a:moveTo>
                    <a:pt x="6895567" y="4632958"/>
                  </a:moveTo>
                  <a:lnTo>
                    <a:pt x="6890360" y="4632958"/>
                  </a:lnTo>
                  <a:lnTo>
                    <a:pt x="6886042" y="4637222"/>
                  </a:lnTo>
                  <a:lnTo>
                    <a:pt x="6886042" y="4647742"/>
                  </a:lnTo>
                  <a:lnTo>
                    <a:pt x="6890360" y="4652008"/>
                  </a:lnTo>
                  <a:lnTo>
                    <a:pt x="6895567" y="4652008"/>
                  </a:lnTo>
                  <a:lnTo>
                    <a:pt x="6895567" y="4632958"/>
                  </a:lnTo>
                  <a:close/>
                </a:path>
                <a:path w="10390505" h="4652010">
                  <a:moveTo>
                    <a:pt x="6900901" y="4632958"/>
                  </a:moveTo>
                  <a:lnTo>
                    <a:pt x="6895567" y="4632958"/>
                  </a:lnTo>
                  <a:lnTo>
                    <a:pt x="6895567" y="4652008"/>
                  </a:lnTo>
                  <a:lnTo>
                    <a:pt x="6900901" y="4652008"/>
                  </a:lnTo>
                  <a:lnTo>
                    <a:pt x="6905092" y="4647742"/>
                  </a:lnTo>
                  <a:lnTo>
                    <a:pt x="6905092" y="4637222"/>
                  </a:lnTo>
                  <a:lnTo>
                    <a:pt x="6900901" y="4632958"/>
                  </a:lnTo>
                  <a:close/>
                </a:path>
                <a:path w="10390505" h="4652010">
                  <a:moveTo>
                    <a:pt x="6857467" y="4632958"/>
                  </a:moveTo>
                  <a:lnTo>
                    <a:pt x="6852260" y="4632958"/>
                  </a:lnTo>
                  <a:lnTo>
                    <a:pt x="6847942" y="4637222"/>
                  </a:lnTo>
                  <a:lnTo>
                    <a:pt x="6847942" y="4647742"/>
                  </a:lnTo>
                  <a:lnTo>
                    <a:pt x="6852260" y="4652008"/>
                  </a:lnTo>
                  <a:lnTo>
                    <a:pt x="6857467" y="4652008"/>
                  </a:lnTo>
                  <a:lnTo>
                    <a:pt x="6857467" y="4632958"/>
                  </a:lnTo>
                  <a:close/>
                </a:path>
                <a:path w="10390505" h="4652010">
                  <a:moveTo>
                    <a:pt x="6862801" y="4632958"/>
                  </a:moveTo>
                  <a:lnTo>
                    <a:pt x="6857467" y="4632958"/>
                  </a:lnTo>
                  <a:lnTo>
                    <a:pt x="6857467" y="4652008"/>
                  </a:lnTo>
                  <a:lnTo>
                    <a:pt x="6862801" y="4652008"/>
                  </a:lnTo>
                  <a:lnTo>
                    <a:pt x="6866992" y="4647742"/>
                  </a:lnTo>
                  <a:lnTo>
                    <a:pt x="6866992" y="4637222"/>
                  </a:lnTo>
                  <a:lnTo>
                    <a:pt x="6862801" y="4632958"/>
                  </a:lnTo>
                  <a:close/>
                </a:path>
                <a:path w="10390505" h="4652010">
                  <a:moveTo>
                    <a:pt x="6819367" y="4632958"/>
                  </a:moveTo>
                  <a:lnTo>
                    <a:pt x="6814033" y="4632958"/>
                  </a:lnTo>
                  <a:lnTo>
                    <a:pt x="6809842" y="4637222"/>
                  </a:lnTo>
                  <a:lnTo>
                    <a:pt x="6809842" y="4647742"/>
                  </a:lnTo>
                  <a:lnTo>
                    <a:pt x="6814033" y="4652008"/>
                  </a:lnTo>
                  <a:lnTo>
                    <a:pt x="6819367" y="4652008"/>
                  </a:lnTo>
                  <a:lnTo>
                    <a:pt x="6819367" y="4632958"/>
                  </a:lnTo>
                  <a:close/>
                </a:path>
                <a:path w="10390505" h="4652010">
                  <a:moveTo>
                    <a:pt x="6824574" y="4632958"/>
                  </a:moveTo>
                  <a:lnTo>
                    <a:pt x="6819367" y="4632958"/>
                  </a:lnTo>
                  <a:lnTo>
                    <a:pt x="6819367" y="4652008"/>
                  </a:lnTo>
                  <a:lnTo>
                    <a:pt x="6824574" y="4652008"/>
                  </a:lnTo>
                  <a:lnTo>
                    <a:pt x="6828892" y="4647742"/>
                  </a:lnTo>
                  <a:lnTo>
                    <a:pt x="6828892" y="4637222"/>
                  </a:lnTo>
                  <a:lnTo>
                    <a:pt x="6824574" y="4632958"/>
                  </a:lnTo>
                  <a:close/>
                </a:path>
                <a:path w="10390505" h="4652010">
                  <a:moveTo>
                    <a:pt x="6781267" y="4632958"/>
                  </a:moveTo>
                  <a:lnTo>
                    <a:pt x="6775933" y="4632958"/>
                  </a:lnTo>
                  <a:lnTo>
                    <a:pt x="6771742" y="4637222"/>
                  </a:lnTo>
                  <a:lnTo>
                    <a:pt x="6771742" y="4647742"/>
                  </a:lnTo>
                  <a:lnTo>
                    <a:pt x="6775933" y="4652008"/>
                  </a:lnTo>
                  <a:lnTo>
                    <a:pt x="6781267" y="4652008"/>
                  </a:lnTo>
                  <a:lnTo>
                    <a:pt x="6781267" y="4632958"/>
                  </a:lnTo>
                  <a:close/>
                </a:path>
                <a:path w="10390505" h="4652010">
                  <a:moveTo>
                    <a:pt x="6786474" y="4632958"/>
                  </a:moveTo>
                  <a:lnTo>
                    <a:pt x="6781267" y="4632958"/>
                  </a:lnTo>
                  <a:lnTo>
                    <a:pt x="6781267" y="4652008"/>
                  </a:lnTo>
                  <a:lnTo>
                    <a:pt x="6786474" y="4652008"/>
                  </a:lnTo>
                  <a:lnTo>
                    <a:pt x="6790792" y="4647742"/>
                  </a:lnTo>
                  <a:lnTo>
                    <a:pt x="6790792" y="4637222"/>
                  </a:lnTo>
                  <a:lnTo>
                    <a:pt x="6786474" y="4632958"/>
                  </a:lnTo>
                  <a:close/>
                </a:path>
                <a:path w="10390505" h="4652010">
                  <a:moveTo>
                    <a:pt x="6743167" y="4632958"/>
                  </a:moveTo>
                  <a:lnTo>
                    <a:pt x="6737833" y="4632958"/>
                  </a:lnTo>
                  <a:lnTo>
                    <a:pt x="6733642" y="4637222"/>
                  </a:lnTo>
                  <a:lnTo>
                    <a:pt x="6733642" y="4647742"/>
                  </a:lnTo>
                  <a:lnTo>
                    <a:pt x="6737833" y="4652008"/>
                  </a:lnTo>
                  <a:lnTo>
                    <a:pt x="6743167" y="4652008"/>
                  </a:lnTo>
                  <a:lnTo>
                    <a:pt x="6743167" y="4632958"/>
                  </a:lnTo>
                  <a:close/>
                </a:path>
                <a:path w="10390505" h="4652010">
                  <a:moveTo>
                    <a:pt x="6748374" y="4632958"/>
                  </a:moveTo>
                  <a:lnTo>
                    <a:pt x="6743167" y="4632958"/>
                  </a:lnTo>
                  <a:lnTo>
                    <a:pt x="6743167" y="4652008"/>
                  </a:lnTo>
                  <a:lnTo>
                    <a:pt x="6748374" y="4652008"/>
                  </a:lnTo>
                  <a:lnTo>
                    <a:pt x="6752692" y="4647742"/>
                  </a:lnTo>
                  <a:lnTo>
                    <a:pt x="6752692" y="4637222"/>
                  </a:lnTo>
                  <a:lnTo>
                    <a:pt x="6748374" y="4632958"/>
                  </a:lnTo>
                  <a:close/>
                </a:path>
                <a:path w="10390505" h="4652010">
                  <a:moveTo>
                    <a:pt x="6704940" y="4632958"/>
                  </a:moveTo>
                  <a:lnTo>
                    <a:pt x="6699733" y="4632958"/>
                  </a:lnTo>
                  <a:lnTo>
                    <a:pt x="6695415" y="4637222"/>
                  </a:lnTo>
                  <a:lnTo>
                    <a:pt x="6695415" y="4647742"/>
                  </a:lnTo>
                  <a:lnTo>
                    <a:pt x="6699733" y="4652008"/>
                  </a:lnTo>
                  <a:lnTo>
                    <a:pt x="6704940" y="4652008"/>
                  </a:lnTo>
                  <a:lnTo>
                    <a:pt x="6704940" y="4632958"/>
                  </a:lnTo>
                  <a:close/>
                </a:path>
                <a:path w="10390505" h="4652010">
                  <a:moveTo>
                    <a:pt x="6710274" y="4632958"/>
                  </a:moveTo>
                  <a:lnTo>
                    <a:pt x="6705067" y="4632958"/>
                  </a:lnTo>
                  <a:lnTo>
                    <a:pt x="6705067" y="4652008"/>
                  </a:lnTo>
                  <a:lnTo>
                    <a:pt x="6710274" y="4652008"/>
                  </a:lnTo>
                  <a:lnTo>
                    <a:pt x="6714592" y="4647742"/>
                  </a:lnTo>
                  <a:lnTo>
                    <a:pt x="6714592" y="4637222"/>
                  </a:lnTo>
                  <a:lnTo>
                    <a:pt x="6710274" y="4632958"/>
                  </a:lnTo>
                  <a:close/>
                </a:path>
                <a:path w="10390505" h="4652010">
                  <a:moveTo>
                    <a:pt x="6666840" y="4632958"/>
                  </a:moveTo>
                  <a:lnTo>
                    <a:pt x="6661633" y="4632958"/>
                  </a:lnTo>
                  <a:lnTo>
                    <a:pt x="6657315" y="4637222"/>
                  </a:lnTo>
                  <a:lnTo>
                    <a:pt x="6657315" y="4647742"/>
                  </a:lnTo>
                  <a:lnTo>
                    <a:pt x="6661633" y="4652008"/>
                  </a:lnTo>
                  <a:lnTo>
                    <a:pt x="6666840" y="4652008"/>
                  </a:lnTo>
                  <a:lnTo>
                    <a:pt x="6666840" y="4632958"/>
                  </a:lnTo>
                  <a:close/>
                </a:path>
                <a:path w="10390505" h="4652010">
                  <a:moveTo>
                    <a:pt x="6672174" y="4632958"/>
                  </a:moveTo>
                  <a:lnTo>
                    <a:pt x="6666840" y="4632958"/>
                  </a:lnTo>
                  <a:lnTo>
                    <a:pt x="6666840" y="4652008"/>
                  </a:lnTo>
                  <a:lnTo>
                    <a:pt x="6672174" y="4652008"/>
                  </a:lnTo>
                  <a:lnTo>
                    <a:pt x="6676365" y="4647742"/>
                  </a:lnTo>
                  <a:lnTo>
                    <a:pt x="6676365" y="4637222"/>
                  </a:lnTo>
                  <a:lnTo>
                    <a:pt x="6672174" y="4632958"/>
                  </a:lnTo>
                  <a:close/>
                </a:path>
                <a:path w="10390505" h="4652010">
                  <a:moveTo>
                    <a:pt x="6628740" y="4632958"/>
                  </a:moveTo>
                  <a:lnTo>
                    <a:pt x="6623533" y="4632958"/>
                  </a:lnTo>
                  <a:lnTo>
                    <a:pt x="6619215" y="4637222"/>
                  </a:lnTo>
                  <a:lnTo>
                    <a:pt x="6619215" y="4647742"/>
                  </a:lnTo>
                  <a:lnTo>
                    <a:pt x="6623533" y="4652008"/>
                  </a:lnTo>
                  <a:lnTo>
                    <a:pt x="6628740" y="4652008"/>
                  </a:lnTo>
                  <a:lnTo>
                    <a:pt x="6628740" y="4632958"/>
                  </a:lnTo>
                  <a:close/>
                </a:path>
                <a:path w="10390505" h="4652010">
                  <a:moveTo>
                    <a:pt x="6634074" y="4632958"/>
                  </a:moveTo>
                  <a:lnTo>
                    <a:pt x="6628740" y="4632958"/>
                  </a:lnTo>
                  <a:lnTo>
                    <a:pt x="6628740" y="4652008"/>
                  </a:lnTo>
                  <a:lnTo>
                    <a:pt x="6634074" y="4652008"/>
                  </a:lnTo>
                  <a:lnTo>
                    <a:pt x="6638265" y="4647742"/>
                  </a:lnTo>
                  <a:lnTo>
                    <a:pt x="6638265" y="4637222"/>
                  </a:lnTo>
                  <a:lnTo>
                    <a:pt x="6634074" y="4632958"/>
                  </a:lnTo>
                  <a:close/>
                </a:path>
                <a:path w="10390505" h="4652010">
                  <a:moveTo>
                    <a:pt x="6590640" y="4632958"/>
                  </a:moveTo>
                  <a:lnTo>
                    <a:pt x="6585306" y="4632958"/>
                  </a:lnTo>
                  <a:lnTo>
                    <a:pt x="6581115" y="4637222"/>
                  </a:lnTo>
                  <a:lnTo>
                    <a:pt x="6581115" y="4647742"/>
                  </a:lnTo>
                  <a:lnTo>
                    <a:pt x="6585306" y="4652008"/>
                  </a:lnTo>
                  <a:lnTo>
                    <a:pt x="6590640" y="4652008"/>
                  </a:lnTo>
                  <a:lnTo>
                    <a:pt x="6590640" y="4632958"/>
                  </a:lnTo>
                  <a:close/>
                </a:path>
                <a:path w="10390505" h="4652010">
                  <a:moveTo>
                    <a:pt x="6595847" y="4632958"/>
                  </a:moveTo>
                  <a:lnTo>
                    <a:pt x="6590640" y="4632958"/>
                  </a:lnTo>
                  <a:lnTo>
                    <a:pt x="6590640" y="4652008"/>
                  </a:lnTo>
                  <a:lnTo>
                    <a:pt x="6595847" y="4652008"/>
                  </a:lnTo>
                  <a:lnTo>
                    <a:pt x="6600165" y="4647742"/>
                  </a:lnTo>
                  <a:lnTo>
                    <a:pt x="6600165" y="4637222"/>
                  </a:lnTo>
                  <a:lnTo>
                    <a:pt x="6595847" y="4632958"/>
                  </a:lnTo>
                  <a:close/>
                </a:path>
                <a:path w="10390505" h="4652010">
                  <a:moveTo>
                    <a:pt x="6552540" y="4632958"/>
                  </a:moveTo>
                  <a:lnTo>
                    <a:pt x="6547206" y="4632958"/>
                  </a:lnTo>
                  <a:lnTo>
                    <a:pt x="6543015" y="4637222"/>
                  </a:lnTo>
                  <a:lnTo>
                    <a:pt x="6543015" y="4647742"/>
                  </a:lnTo>
                  <a:lnTo>
                    <a:pt x="6547206" y="4652008"/>
                  </a:lnTo>
                  <a:lnTo>
                    <a:pt x="6552540" y="4652008"/>
                  </a:lnTo>
                  <a:lnTo>
                    <a:pt x="6552540" y="4632958"/>
                  </a:lnTo>
                  <a:close/>
                </a:path>
                <a:path w="10390505" h="4652010">
                  <a:moveTo>
                    <a:pt x="6557747" y="4632958"/>
                  </a:moveTo>
                  <a:lnTo>
                    <a:pt x="6552540" y="4632958"/>
                  </a:lnTo>
                  <a:lnTo>
                    <a:pt x="6552540" y="4652008"/>
                  </a:lnTo>
                  <a:lnTo>
                    <a:pt x="6557747" y="4652008"/>
                  </a:lnTo>
                  <a:lnTo>
                    <a:pt x="6562065" y="4647742"/>
                  </a:lnTo>
                  <a:lnTo>
                    <a:pt x="6562065" y="4637222"/>
                  </a:lnTo>
                  <a:lnTo>
                    <a:pt x="6557747" y="4632958"/>
                  </a:lnTo>
                  <a:close/>
                </a:path>
                <a:path w="10390505" h="4652010">
                  <a:moveTo>
                    <a:pt x="6514440" y="4632958"/>
                  </a:moveTo>
                  <a:lnTo>
                    <a:pt x="6509106" y="4632958"/>
                  </a:lnTo>
                  <a:lnTo>
                    <a:pt x="6504915" y="4637222"/>
                  </a:lnTo>
                  <a:lnTo>
                    <a:pt x="6504915" y="4647742"/>
                  </a:lnTo>
                  <a:lnTo>
                    <a:pt x="6509106" y="4652008"/>
                  </a:lnTo>
                  <a:lnTo>
                    <a:pt x="6514440" y="4652008"/>
                  </a:lnTo>
                  <a:lnTo>
                    <a:pt x="6514440" y="4632958"/>
                  </a:lnTo>
                  <a:close/>
                </a:path>
                <a:path w="10390505" h="4652010">
                  <a:moveTo>
                    <a:pt x="6519647" y="4632958"/>
                  </a:moveTo>
                  <a:lnTo>
                    <a:pt x="6514440" y="4632958"/>
                  </a:lnTo>
                  <a:lnTo>
                    <a:pt x="6514440" y="4652008"/>
                  </a:lnTo>
                  <a:lnTo>
                    <a:pt x="6519647" y="4652008"/>
                  </a:lnTo>
                  <a:lnTo>
                    <a:pt x="6523965" y="4647742"/>
                  </a:lnTo>
                  <a:lnTo>
                    <a:pt x="6523965" y="4637222"/>
                  </a:lnTo>
                  <a:lnTo>
                    <a:pt x="6519647" y="4632958"/>
                  </a:lnTo>
                  <a:close/>
                </a:path>
                <a:path w="10390505" h="4652010">
                  <a:moveTo>
                    <a:pt x="6476213" y="4632958"/>
                  </a:moveTo>
                  <a:lnTo>
                    <a:pt x="6471006" y="4632958"/>
                  </a:lnTo>
                  <a:lnTo>
                    <a:pt x="6466688" y="4637222"/>
                  </a:lnTo>
                  <a:lnTo>
                    <a:pt x="6466688" y="4647742"/>
                  </a:lnTo>
                  <a:lnTo>
                    <a:pt x="6471006" y="4652008"/>
                  </a:lnTo>
                  <a:lnTo>
                    <a:pt x="6476213" y="4652008"/>
                  </a:lnTo>
                  <a:lnTo>
                    <a:pt x="6476213" y="4632958"/>
                  </a:lnTo>
                  <a:close/>
                </a:path>
                <a:path w="10390505" h="4652010">
                  <a:moveTo>
                    <a:pt x="6481547" y="4632958"/>
                  </a:moveTo>
                  <a:lnTo>
                    <a:pt x="6476340" y="4632958"/>
                  </a:lnTo>
                  <a:lnTo>
                    <a:pt x="6476340" y="4652008"/>
                  </a:lnTo>
                  <a:lnTo>
                    <a:pt x="6481547" y="4652008"/>
                  </a:lnTo>
                  <a:lnTo>
                    <a:pt x="6485865" y="4647742"/>
                  </a:lnTo>
                  <a:lnTo>
                    <a:pt x="6485865" y="4637222"/>
                  </a:lnTo>
                  <a:lnTo>
                    <a:pt x="6481547" y="4632958"/>
                  </a:lnTo>
                  <a:close/>
                </a:path>
                <a:path w="10390505" h="4652010">
                  <a:moveTo>
                    <a:pt x="6438113" y="4632958"/>
                  </a:moveTo>
                  <a:lnTo>
                    <a:pt x="6432906" y="4632958"/>
                  </a:lnTo>
                  <a:lnTo>
                    <a:pt x="6428588" y="4637222"/>
                  </a:lnTo>
                  <a:lnTo>
                    <a:pt x="6428588" y="4647742"/>
                  </a:lnTo>
                  <a:lnTo>
                    <a:pt x="6432906" y="4652008"/>
                  </a:lnTo>
                  <a:lnTo>
                    <a:pt x="6438113" y="4652008"/>
                  </a:lnTo>
                  <a:lnTo>
                    <a:pt x="6438113" y="4632958"/>
                  </a:lnTo>
                  <a:close/>
                </a:path>
                <a:path w="10390505" h="4652010">
                  <a:moveTo>
                    <a:pt x="6443447" y="4632958"/>
                  </a:moveTo>
                  <a:lnTo>
                    <a:pt x="6438113" y="4632958"/>
                  </a:lnTo>
                  <a:lnTo>
                    <a:pt x="6438113" y="4652008"/>
                  </a:lnTo>
                  <a:lnTo>
                    <a:pt x="6443447" y="4652008"/>
                  </a:lnTo>
                  <a:lnTo>
                    <a:pt x="6447638" y="4647742"/>
                  </a:lnTo>
                  <a:lnTo>
                    <a:pt x="6447638" y="4637222"/>
                  </a:lnTo>
                  <a:lnTo>
                    <a:pt x="6443447" y="4632958"/>
                  </a:lnTo>
                  <a:close/>
                </a:path>
                <a:path w="10390505" h="4652010">
                  <a:moveTo>
                    <a:pt x="6400013" y="4632958"/>
                  </a:moveTo>
                  <a:lnTo>
                    <a:pt x="6394806" y="4632958"/>
                  </a:lnTo>
                  <a:lnTo>
                    <a:pt x="6390488" y="4637222"/>
                  </a:lnTo>
                  <a:lnTo>
                    <a:pt x="6390488" y="4647742"/>
                  </a:lnTo>
                  <a:lnTo>
                    <a:pt x="6394806" y="4652008"/>
                  </a:lnTo>
                  <a:lnTo>
                    <a:pt x="6400013" y="4652008"/>
                  </a:lnTo>
                  <a:lnTo>
                    <a:pt x="6400013" y="4632958"/>
                  </a:lnTo>
                  <a:close/>
                </a:path>
                <a:path w="10390505" h="4652010">
                  <a:moveTo>
                    <a:pt x="6405347" y="4632958"/>
                  </a:moveTo>
                  <a:lnTo>
                    <a:pt x="6400013" y="4632958"/>
                  </a:lnTo>
                  <a:lnTo>
                    <a:pt x="6400013" y="4652008"/>
                  </a:lnTo>
                  <a:lnTo>
                    <a:pt x="6405347" y="4652008"/>
                  </a:lnTo>
                  <a:lnTo>
                    <a:pt x="6409538" y="4647742"/>
                  </a:lnTo>
                  <a:lnTo>
                    <a:pt x="6409538" y="4637222"/>
                  </a:lnTo>
                  <a:lnTo>
                    <a:pt x="6405347" y="4632958"/>
                  </a:lnTo>
                  <a:close/>
                </a:path>
                <a:path w="10390505" h="4652010">
                  <a:moveTo>
                    <a:pt x="6361913" y="4632958"/>
                  </a:moveTo>
                  <a:lnTo>
                    <a:pt x="6356706" y="4632958"/>
                  </a:lnTo>
                  <a:lnTo>
                    <a:pt x="6352388" y="4637222"/>
                  </a:lnTo>
                  <a:lnTo>
                    <a:pt x="6352388" y="4647742"/>
                  </a:lnTo>
                  <a:lnTo>
                    <a:pt x="6356706" y="4652008"/>
                  </a:lnTo>
                  <a:lnTo>
                    <a:pt x="6361913" y="4652008"/>
                  </a:lnTo>
                  <a:lnTo>
                    <a:pt x="6361913" y="4632958"/>
                  </a:lnTo>
                  <a:close/>
                </a:path>
                <a:path w="10390505" h="4652010">
                  <a:moveTo>
                    <a:pt x="6367247" y="4632958"/>
                  </a:moveTo>
                  <a:lnTo>
                    <a:pt x="6361913" y="4632958"/>
                  </a:lnTo>
                  <a:lnTo>
                    <a:pt x="6361913" y="4652008"/>
                  </a:lnTo>
                  <a:lnTo>
                    <a:pt x="6367247" y="4652008"/>
                  </a:lnTo>
                  <a:lnTo>
                    <a:pt x="6371438" y="4647742"/>
                  </a:lnTo>
                  <a:lnTo>
                    <a:pt x="6371438" y="4637222"/>
                  </a:lnTo>
                  <a:lnTo>
                    <a:pt x="6367247" y="4632958"/>
                  </a:lnTo>
                  <a:close/>
                </a:path>
                <a:path w="10390505" h="4652010">
                  <a:moveTo>
                    <a:pt x="6323813" y="4632958"/>
                  </a:moveTo>
                  <a:lnTo>
                    <a:pt x="6318479" y="4632958"/>
                  </a:lnTo>
                  <a:lnTo>
                    <a:pt x="6314288" y="4637222"/>
                  </a:lnTo>
                  <a:lnTo>
                    <a:pt x="6314288" y="4647742"/>
                  </a:lnTo>
                  <a:lnTo>
                    <a:pt x="6318479" y="4652008"/>
                  </a:lnTo>
                  <a:lnTo>
                    <a:pt x="6323813" y="4652008"/>
                  </a:lnTo>
                  <a:lnTo>
                    <a:pt x="6323813" y="4632958"/>
                  </a:lnTo>
                  <a:close/>
                </a:path>
                <a:path w="10390505" h="4652010">
                  <a:moveTo>
                    <a:pt x="6329020" y="4632958"/>
                  </a:moveTo>
                  <a:lnTo>
                    <a:pt x="6323813" y="4632958"/>
                  </a:lnTo>
                  <a:lnTo>
                    <a:pt x="6323813" y="4652008"/>
                  </a:lnTo>
                  <a:lnTo>
                    <a:pt x="6329020" y="4652008"/>
                  </a:lnTo>
                  <a:lnTo>
                    <a:pt x="6333338" y="4647742"/>
                  </a:lnTo>
                  <a:lnTo>
                    <a:pt x="6333338" y="4637222"/>
                  </a:lnTo>
                  <a:lnTo>
                    <a:pt x="6329020" y="4632958"/>
                  </a:lnTo>
                  <a:close/>
                </a:path>
                <a:path w="10390505" h="4652010">
                  <a:moveTo>
                    <a:pt x="6285713" y="4632958"/>
                  </a:moveTo>
                  <a:lnTo>
                    <a:pt x="6280379" y="4632958"/>
                  </a:lnTo>
                  <a:lnTo>
                    <a:pt x="6276188" y="4637222"/>
                  </a:lnTo>
                  <a:lnTo>
                    <a:pt x="6276188" y="4647742"/>
                  </a:lnTo>
                  <a:lnTo>
                    <a:pt x="6280379" y="4652008"/>
                  </a:lnTo>
                  <a:lnTo>
                    <a:pt x="6285713" y="4652008"/>
                  </a:lnTo>
                  <a:lnTo>
                    <a:pt x="6285713" y="4632958"/>
                  </a:lnTo>
                  <a:close/>
                </a:path>
                <a:path w="10390505" h="4652010">
                  <a:moveTo>
                    <a:pt x="6290920" y="4632958"/>
                  </a:moveTo>
                  <a:lnTo>
                    <a:pt x="6285713" y="4632958"/>
                  </a:lnTo>
                  <a:lnTo>
                    <a:pt x="6285713" y="4652008"/>
                  </a:lnTo>
                  <a:lnTo>
                    <a:pt x="6290920" y="4652008"/>
                  </a:lnTo>
                  <a:lnTo>
                    <a:pt x="6295238" y="4647742"/>
                  </a:lnTo>
                  <a:lnTo>
                    <a:pt x="6295238" y="4637222"/>
                  </a:lnTo>
                  <a:lnTo>
                    <a:pt x="6290920" y="4632958"/>
                  </a:lnTo>
                  <a:close/>
                </a:path>
                <a:path w="10390505" h="4652010">
                  <a:moveTo>
                    <a:pt x="6247613" y="4632958"/>
                  </a:moveTo>
                  <a:lnTo>
                    <a:pt x="6242279" y="4632958"/>
                  </a:lnTo>
                  <a:lnTo>
                    <a:pt x="6238088" y="4637222"/>
                  </a:lnTo>
                  <a:lnTo>
                    <a:pt x="6238088" y="4647742"/>
                  </a:lnTo>
                  <a:lnTo>
                    <a:pt x="6242279" y="4652008"/>
                  </a:lnTo>
                  <a:lnTo>
                    <a:pt x="6247613" y="4652008"/>
                  </a:lnTo>
                  <a:lnTo>
                    <a:pt x="6247613" y="4632958"/>
                  </a:lnTo>
                  <a:close/>
                </a:path>
                <a:path w="10390505" h="4652010">
                  <a:moveTo>
                    <a:pt x="6252820" y="4632958"/>
                  </a:moveTo>
                  <a:lnTo>
                    <a:pt x="6247613" y="4632958"/>
                  </a:lnTo>
                  <a:lnTo>
                    <a:pt x="6247613" y="4652008"/>
                  </a:lnTo>
                  <a:lnTo>
                    <a:pt x="6252820" y="4652008"/>
                  </a:lnTo>
                  <a:lnTo>
                    <a:pt x="6257138" y="4647742"/>
                  </a:lnTo>
                  <a:lnTo>
                    <a:pt x="6257138" y="4637222"/>
                  </a:lnTo>
                  <a:lnTo>
                    <a:pt x="6252820" y="4632958"/>
                  </a:lnTo>
                  <a:close/>
                </a:path>
                <a:path w="10390505" h="4652010">
                  <a:moveTo>
                    <a:pt x="6209386" y="4632958"/>
                  </a:moveTo>
                  <a:lnTo>
                    <a:pt x="6204179" y="4632958"/>
                  </a:lnTo>
                  <a:lnTo>
                    <a:pt x="6199861" y="4637222"/>
                  </a:lnTo>
                  <a:lnTo>
                    <a:pt x="6199861" y="4647742"/>
                  </a:lnTo>
                  <a:lnTo>
                    <a:pt x="6204179" y="4652008"/>
                  </a:lnTo>
                  <a:lnTo>
                    <a:pt x="6209386" y="4652008"/>
                  </a:lnTo>
                  <a:lnTo>
                    <a:pt x="6209386" y="4632958"/>
                  </a:lnTo>
                  <a:close/>
                </a:path>
                <a:path w="10390505" h="4652010">
                  <a:moveTo>
                    <a:pt x="6214720" y="4632958"/>
                  </a:moveTo>
                  <a:lnTo>
                    <a:pt x="6209513" y="4632958"/>
                  </a:lnTo>
                  <a:lnTo>
                    <a:pt x="6209513" y="4652008"/>
                  </a:lnTo>
                  <a:lnTo>
                    <a:pt x="6214720" y="4652008"/>
                  </a:lnTo>
                  <a:lnTo>
                    <a:pt x="6219038" y="4647742"/>
                  </a:lnTo>
                  <a:lnTo>
                    <a:pt x="6219038" y="4637222"/>
                  </a:lnTo>
                  <a:lnTo>
                    <a:pt x="6214720" y="4632958"/>
                  </a:lnTo>
                  <a:close/>
                </a:path>
                <a:path w="10390505" h="4652010">
                  <a:moveTo>
                    <a:pt x="6171286" y="4632958"/>
                  </a:moveTo>
                  <a:lnTo>
                    <a:pt x="6166079" y="4632958"/>
                  </a:lnTo>
                  <a:lnTo>
                    <a:pt x="6161761" y="4637222"/>
                  </a:lnTo>
                  <a:lnTo>
                    <a:pt x="6161761" y="4647742"/>
                  </a:lnTo>
                  <a:lnTo>
                    <a:pt x="6166079" y="4652008"/>
                  </a:lnTo>
                  <a:lnTo>
                    <a:pt x="6171286" y="4652008"/>
                  </a:lnTo>
                  <a:lnTo>
                    <a:pt x="6171286" y="4632958"/>
                  </a:lnTo>
                  <a:close/>
                </a:path>
                <a:path w="10390505" h="4652010">
                  <a:moveTo>
                    <a:pt x="6176620" y="4632958"/>
                  </a:moveTo>
                  <a:lnTo>
                    <a:pt x="6171286" y="4632958"/>
                  </a:lnTo>
                  <a:lnTo>
                    <a:pt x="6171286" y="4652008"/>
                  </a:lnTo>
                  <a:lnTo>
                    <a:pt x="6176620" y="4652008"/>
                  </a:lnTo>
                  <a:lnTo>
                    <a:pt x="6180811" y="4647742"/>
                  </a:lnTo>
                  <a:lnTo>
                    <a:pt x="6180811" y="4637222"/>
                  </a:lnTo>
                  <a:lnTo>
                    <a:pt x="6176620" y="4632958"/>
                  </a:lnTo>
                  <a:close/>
                </a:path>
                <a:path w="10390505" h="4652010">
                  <a:moveTo>
                    <a:pt x="6133186" y="4632958"/>
                  </a:moveTo>
                  <a:lnTo>
                    <a:pt x="6127979" y="4632958"/>
                  </a:lnTo>
                  <a:lnTo>
                    <a:pt x="6123661" y="4637222"/>
                  </a:lnTo>
                  <a:lnTo>
                    <a:pt x="6123661" y="4647742"/>
                  </a:lnTo>
                  <a:lnTo>
                    <a:pt x="6127979" y="4652008"/>
                  </a:lnTo>
                  <a:lnTo>
                    <a:pt x="6133186" y="4652008"/>
                  </a:lnTo>
                  <a:lnTo>
                    <a:pt x="6133186" y="4632958"/>
                  </a:lnTo>
                  <a:close/>
                </a:path>
                <a:path w="10390505" h="4652010">
                  <a:moveTo>
                    <a:pt x="6138520" y="4632958"/>
                  </a:moveTo>
                  <a:lnTo>
                    <a:pt x="6133186" y="4632958"/>
                  </a:lnTo>
                  <a:lnTo>
                    <a:pt x="6133186" y="4652008"/>
                  </a:lnTo>
                  <a:lnTo>
                    <a:pt x="6138520" y="4652008"/>
                  </a:lnTo>
                  <a:lnTo>
                    <a:pt x="6142711" y="4647742"/>
                  </a:lnTo>
                  <a:lnTo>
                    <a:pt x="6142711" y="4637222"/>
                  </a:lnTo>
                  <a:lnTo>
                    <a:pt x="6138520" y="4632958"/>
                  </a:lnTo>
                  <a:close/>
                </a:path>
                <a:path w="10390505" h="4652010">
                  <a:moveTo>
                    <a:pt x="6095086" y="4632958"/>
                  </a:moveTo>
                  <a:lnTo>
                    <a:pt x="6089752" y="4632958"/>
                  </a:lnTo>
                  <a:lnTo>
                    <a:pt x="6085561" y="4637222"/>
                  </a:lnTo>
                  <a:lnTo>
                    <a:pt x="6085561" y="4647742"/>
                  </a:lnTo>
                  <a:lnTo>
                    <a:pt x="6089752" y="4652008"/>
                  </a:lnTo>
                  <a:lnTo>
                    <a:pt x="6095086" y="4652008"/>
                  </a:lnTo>
                  <a:lnTo>
                    <a:pt x="6095086" y="4632958"/>
                  </a:lnTo>
                  <a:close/>
                </a:path>
                <a:path w="10390505" h="4652010">
                  <a:moveTo>
                    <a:pt x="6100293" y="4632958"/>
                  </a:moveTo>
                  <a:lnTo>
                    <a:pt x="6095086" y="4632958"/>
                  </a:lnTo>
                  <a:lnTo>
                    <a:pt x="6095086" y="4652008"/>
                  </a:lnTo>
                  <a:lnTo>
                    <a:pt x="6100293" y="4652008"/>
                  </a:lnTo>
                  <a:lnTo>
                    <a:pt x="6104611" y="4647742"/>
                  </a:lnTo>
                  <a:lnTo>
                    <a:pt x="6104611" y="4637222"/>
                  </a:lnTo>
                  <a:lnTo>
                    <a:pt x="6100293" y="4632958"/>
                  </a:lnTo>
                  <a:close/>
                </a:path>
                <a:path w="10390505" h="4652010">
                  <a:moveTo>
                    <a:pt x="6056986" y="4632958"/>
                  </a:moveTo>
                  <a:lnTo>
                    <a:pt x="6051652" y="4632958"/>
                  </a:lnTo>
                  <a:lnTo>
                    <a:pt x="6047461" y="4637222"/>
                  </a:lnTo>
                  <a:lnTo>
                    <a:pt x="6047461" y="4647742"/>
                  </a:lnTo>
                  <a:lnTo>
                    <a:pt x="6051652" y="4652008"/>
                  </a:lnTo>
                  <a:lnTo>
                    <a:pt x="6056986" y="4652008"/>
                  </a:lnTo>
                  <a:lnTo>
                    <a:pt x="6056986" y="4632958"/>
                  </a:lnTo>
                  <a:close/>
                </a:path>
                <a:path w="10390505" h="4652010">
                  <a:moveTo>
                    <a:pt x="6062193" y="4632958"/>
                  </a:moveTo>
                  <a:lnTo>
                    <a:pt x="6056986" y="4632958"/>
                  </a:lnTo>
                  <a:lnTo>
                    <a:pt x="6056986" y="4652008"/>
                  </a:lnTo>
                  <a:lnTo>
                    <a:pt x="6062193" y="4652008"/>
                  </a:lnTo>
                  <a:lnTo>
                    <a:pt x="6066511" y="4647742"/>
                  </a:lnTo>
                  <a:lnTo>
                    <a:pt x="6066511" y="4637222"/>
                  </a:lnTo>
                  <a:lnTo>
                    <a:pt x="6062193" y="4632958"/>
                  </a:lnTo>
                  <a:close/>
                </a:path>
                <a:path w="10390505" h="4652010">
                  <a:moveTo>
                    <a:pt x="6018886" y="4632958"/>
                  </a:moveTo>
                  <a:lnTo>
                    <a:pt x="6013552" y="4632958"/>
                  </a:lnTo>
                  <a:lnTo>
                    <a:pt x="6009361" y="4637222"/>
                  </a:lnTo>
                  <a:lnTo>
                    <a:pt x="6009361" y="4647742"/>
                  </a:lnTo>
                  <a:lnTo>
                    <a:pt x="6013552" y="4652008"/>
                  </a:lnTo>
                  <a:lnTo>
                    <a:pt x="6018886" y="4652008"/>
                  </a:lnTo>
                  <a:lnTo>
                    <a:pt x="6018886" y="4632958"/>
                  </a:lnTo>
                  <a:close/>
                </a:path>
                <a:path w="10390505" h="4652010">
                  <a:moveTo>
                    <a:pt x="6024093" y="4632958"/>
                  </a:moveTo>
                  <a:lnTo>
                    <a:pt x="6018886" y="4632958"/>
                  </a:lnTo>
                  <a:lnTo>
                    <a:pt x="6018886" y="4652008"/>
                  </a:lnTo>
                  <a:lnTo>
                    <a:pt x="6024093" y="4652008"/>
                  </a:lnTo>
                  <a:lnTo>
                    <a:pt x="6028411" y="4647742"/>
                  </a:lnTo>
                  <a:lnTo>
                    <a:pt x="6028411" y="4637222"/>
                  </a:lnTo>
                  <a:lnTo>
                    <a:pt x="6024093" y="4632958"/>
                  </a:lnTo>
                  <a:close/>
                </a:path>
                <a:path w="10390505" h="4652010">
                  <a:moveTo>
                    <a:pt x="5980659" y="4632958"/>
                  </a:moveTo>
                  <a:lnTo>
                    <a:pt x="5975452" y="4632958"/>
                  </a:lnTo>
                  <a:lnTo>
                    <a:pt x="5971134" y="4637222"/>
                  </a:lnTo>
                  <a:lnTo>
                    <a:pt x="5971134" y="4647742"/>
                  </a:lnTo>
                  <a:lnTo>
                    <a:pt x="5975452" y="4652008"/>
                  </a:lnTo>
                  <a:lnTo>
                    <a:pt x="5980659" y="4652008"/>
                  </a:lnTo>
                  <a:lnTo>
                    <a:pt x="5980659" y="4632958"/>
                  </a:lnTo>
                  <a:close/>
                </a:path>
                <a:path w="10390505" h="4652010">
                  <a:moveTo>
                    <a:pt x="5985993" y="4632958"/>
                  </a:moveTo>
                  <a:lnTo>
                    <a:pt x="5980786" y="4632958"/>
                  </a:lnTo>
                  <a:lnTo>
                    <a:pt x="5980786" y="4652008"/>
                  </a:lnTo>
                  <a:lnTo>
                    <a:pt x="5985993" y="4652008"/>
                  </a:lnTo>
                  <a:lnTo>
                    <a:pt x="5990311" y="4647742"/>
                  </a:lnTo>
                  <a:lnTo>
                    <a:pt x="5990311" y="4637222"/>
                  </a:lnTo>
                  <a:lnTo>
                    <a:pt x="5985993" y="4632958"/>
                  </a:lnTo>
                  <a:close/>
                </a:path>
                <a:path w="10390505" h="4652010">
                  <a:moveTo>
                    <a:pt x="5942559" y="4632958"/>
                  </a:moveTo>
                  <a:lnTo>
                    <a:pt x="5937352" y="4632958"/>
                  </a:lnTo>
                  <a:lnTo>
                    <a:pt x="5933034" y="4637222"/>
                  </a:lnTo>
                  <a:lnTo>
                    <a:pt x="5933034" y="4647742"/>
                  </a:lnTo>
                  <a:lnTo>
                    <a:pt x="5937352" y="4652008"/>
                  </a:lnTo>
                  <a:lnTo>
                    <a:pt x="5942559" y="4652008"/>
                  </a:lnTo>
                  <a:lnTo>
                    <a:pt x="5942559" y="4632958"/>
                  </a:lnTo>
                  <a:close/>
                </a:path>
                <a:path w="10390505" h="4652010">
                  <a:moveTo>
                    <a:pt x="5947893" y="4632958"/>
                  </a:moveTo>
                  <a:lnTo>
                    <a:pt x="5942559" y="4632958"/>
                  </a:lnTo>
                  <a:lnTo>
                    <a:pt x="5942559" y="4652008"/>
                  </a:lnTo>
                  <a:lnTo>
                    <a:pt x="5947893" y="4652008"/>
                  </a:lnTo>
                  <a:lnTo>
                    <a:pt x="5952084" y="4647742"/>
                  </a:lnTo>
                  <a:lnTo>
                    <a:pt x="5952084" y="4637222"/>
                  </a:lnTo>
                  <a:lnTo>
                    <a:pt x="5947893" y="4632958"/>
                  </a:lnTo>
                  <a:close/>
                </a:path>
                <a:path w="10390505" h="4652010">
                  <a:moveTo>
                    <a:pt x="5904459" y="4632958"/>
                  </a:moveTo>
                  <a:lnTo>
                    <a:pt x="5899252" y="4632958"/>
                  </a:lnTo>
                  <a:lnTo>
                    <a:pt x="5894934" y="4637222"/>
                  </a:lnTo>
                  <a:lnTo>
                    <a:pt x="5894934" y="4647742"/>
                  </a:lnTo>
                  <a:lnTo>
                    <a:pt x="5899252" y="4652008"/>
                  </a:lnTo>
                  <a:lnTo>
                    <a:pt x="5904459" y="4652008"/>
                  </a:lnTo>
                  <a:lnTo>
                    <a:pt x="5904459" y="4632958"/>
                  </a:lnTo>
                  <a:close/>
                </a:path>
                <a:path w="10390505" h="4652010">
                  <a:moveTo>
                    <a:pt x="5909793" y="4632958"/>
                  </a:moveTo>
                  <a:lnTo>
                    <a:pt x="5904459" y="4632958"/>
                  </a:lnTo>
                  <a:lnTo>
                    <a:pt x="5904459" y="4652008"/>
                  </a:lnTo>
                  <a:lnTo>
                    <a:pt x="5909793" y="4652008"/>
                  </a:lnTo>
                  <a:lnTo>
                    <a:pt x="5913984" y="4647742"/>
                  </a:lnTo>
                  <a:lnTo>
                    <a:pt x="5913984" y="4637222"/>
                  </a:lnTo>
                  <a:lnTo>
                    <a:pt x="5909793" y="4632958"/>
                  </a:lnTo>
                  <a:close/>
                </a:path>
                <a:path w="10390505" h="4652010">
                  <a:moveTo>
                    <a:pt x="5866359" y="4632958"/>
                  </a:moveTo>
                  <a:lnTo>
                    <a:pt x="5861152" y="4632958"/>
                  </a:lnTo>
                  <a:lnTo>
                    <a:pt x="5856834" y="4637222"/>
                  </a:lnTo>
                  <a:lnTo>
                    <a:pt x="5856834" y="4647742"/>
                  </a:lnTo>
                  <a:lnTo>
                    <a:pt x="5861152" y="4652008"/>
                  </a:lnTo>
                  <a:lnTo>
                    <a:pt x="5866359" y="4652008"/>
                  </a:lnTo>
                  <a:lnTo>
                    <a:pt x="5866359" y="4632958"/>
                  </a:lnTo>
                  <a:close/>
                </a:path>
                <a:path w="10390505" h="4652010">
                  <a:moveTo>
                    <a:pt x="5871693" y="4632958"/>
                  </a:moveTo>
                  <a:lnTo>
                    <a:pt x="5866359" y="4632958"/>
                  </a:lnTo>
                  <a:lnTo>
                    <a:pt x="5866359" y="4652008"/>
                  </a:lnTo>
                  <a:lnTo>
                    <a:pt x="5871693" y="4652008"/>
                  </a:lnTo>
                  <a:lnTo>
                    <a:pt x="5875884" y="4647742"/>
                  </a:lnTo>
                  <a:lnTo>
                    <a:pt x="5875884" y="4637222"/>
                  </a:lnTo>
                  <a:lnTo>
                    <a:pt x="5871693" y="4632958"/>
                  </a:lnTo>
                  <a:close/>
                </a:path>
                <a:path w="10390505" h="4652010">
                  <a:moveTo>
                    <a:pt x="5828259" y="4632958"/>
                  </a:moveTo>
                  <a:lnTo>
                    <a:pt x="5822925" y="4632958"/>
                  </a:lnTo>
                  <a:lnTo>
                    <a:pt x="5818734" y="4637222"/>
                  </a:lnTo>
                  <a:lnTo>
                    <a:pt x="5818734" y="4647742"/>
                  </a:lnTo>
                  <a:lnTo>
                    <a:pt x="5822925" y="4652008"/>
                  </a:lnTo>
                  <a:lnTo>
                    <a:pt x="5828259" y="4652008"/>
                  </a:lnTo>
                  <a:lnTo>
                    <a:pt x="5828259" y="4632958"/>
                  </a:lnTo>
                  <a:close/>
                </a:path>
                <a:path w="10390505" h="4652010">
                  <a:moveTo>
                    <a:pt x="5833466" y="4632958"/>
                  </a:moveTo>
                  <a:lnTo>
                    <a:pt x="5828259" y="4632958"/>
                  </a:lnTo>
                  <a:lnTo>
                    <a:pt x="5828259" y="4652008"/>
                  </a:lnTo>
                  <a:lnTo>
                    <a:pt x="5833466" y="4652008"/>
                  </a:lnTo>
                  <a:lnTo>
                    <a:pt x="5837784" y="4647742"/>
                  </a:lnTo>
                  <a:lnTo>
                    <a:pt x="5837784" y="4637222"/>
                  </a:lnTo>
                  <a:lnTo>
                    <a:pt x="5833466" y="4632958"/>
                  </a:lnTo>
                  <a:close/>
                </a:path>
                <a:path w="10390505" h="4652010">
                  <a:moveTo>
                    <a:pt x="5790159" y="4632958"/>
                  </a:moveTo>
                  <a:lnTo>
                    <a:pt x="5784825" y="4632958"/>
                  </a:lnTo>
                  <a:lnTo>
                    <a:pt x="5780634" y="4637222"/>
                  </a:lnTo>
                  <a:lnTo>
                    <a:pt x="5780634" y="4647742"/>
                  </a:lnTo>
                  <a:lnTo>
                    <a:pt x="5784825" y="4652008"/>
                  </a:lnTo>
                  <a:lnTo>
                    <a:pt x="5790159" y="4652008"/>
                  </a:lnTo>
                  <a:lnTo>
                    <a:pt x="5790159" y="4632958"/>
                  </a:lnTo>
                  <a:close/>
                </a:path>
                <a:path w="10390505" h="4652010">
                  <a:moveTo>
                    <a:pt x="5795366" y="4632958"/>
                  </a:moveTo>
                  <a:lnTo>
                    <a:pt x="5790159" y="4632958"/>
                  </a:lnTo>
                  <a:lnTo>
                    <a:pt x="5790159" y="4652008"/>
                  </a:lnTo>
                  <a:lnTo>
                    <a:pt x="5795366" y="4652008"/>
                  </a:lnTo>
                  <a:lnTo>
                    <a:pt x="5799684" y="4647742"/>
                  </a:lnTo>
                  <a:lnTo>
                    <a:pt x="5799684" y="4637222"/>
                  </a:lnTo>
                  <a:lnTo>
                    <a:pt x="5795366" y="4632958"/>
                  </a:lnTo>
                  <a:close/>
                </a:path>
                <a:path w="10390505" h="4652010">
                  <a:moveTo>
                    <a:pt x="5752059" y="4632958"/>
                  </a:moveTo>
                  <a:lnTo>
                    <a:pt x="5746725" y="4632958"/>
                  </a:lnTo>
                  <a:lnTo>
                    <a:pt x="5742534" y="4637222"/>
                  </a:lnTo>
                  <a:lnTo>
                    <a:pt x="5742534" y="4647742"/>
                  </a:lnTo>
                  <a:lnTo>
                    <a:pt x="5746725" y="4652008"/>
                  </a:lnTo>
                  <a:lnTo>
                    <a:pt x="5752059" y="4652008"/>
                  </a:lnTo>
                  <a:lnTo>
                    <a:pt x="5752059" y="4632958"/>
                  </a:lnTo>
                  <a:close/>
                </a:path>
                <a:path w="10390505" h="4652010">
                  <a:moveTo>
                    <a:pt x="5757266" y="4632958"/>
                  </a:moveTo>
                  <a:lnTo>
                    <a:pt x="5752059" y="4632958"/>
                  </a:lnTo>
                  <a:lnTo>
                    <a:pt x="5752059" y="4652008"/>
                  </a:lnTo>
                  <a:lnTo>
                    <a:pt x="5757266" y="4652008"/>
                  </a:lnTo>
                  <a:lnTo>
                    <a:pt x="5761584" y="4647742"/>
                  </a:lnTo>
                  <a:lnTo>
                    <a:pt x="5761584" y="4637222"/>
                  </a:lnTo>
                  <a:lnTo>
                    <a:pt x="5757266" y="4632958"/>
                  </a:lnTo>
                  <a:close/>
                </a:path>
                <a:path w="10390505" h="4652010">
                  <a:moveTo>
                    <a:pt x="5713832" y="4632958"/>
                  </a:moveTo>
                  <a:lnTo>
                    <a:pt x="5708625" y="4632958"/>
                  </a:lnTo>
                  <a:lnTo>
                    <a:pt x="5704307" y="4637222"/>
                  </a:lnTo>
                  <a:lnTo>
                    <a:pt x="5704307" y="4647742"/>
                  </a:lnTo>
                  <a:lnTo>
                    <a:pt x="5708625" y="4652008"/>
                  </a:lnTo>
                  <a:lnTo>
                    <a:pt x="5713832" y="4652008"/>
                  </a:lnTo>
                  <a:lnTo>
                    <a:pt x="5713832" y="4632958"/>
                  </a:lnTo>
                  <a:close/>
                </a:path>
                <a:path w="10390505" h="4652010">
                  <a:moveTo>
                    <a:pt x="5719166" y="4632958"/>
                  </a:moveTo>
                  <a:lnTo>
                    <a:pt x="5713959" y="4632958"/>
                  </a:lnTo>
                  <a:lnTo>
                    <a:pt x="5713959" y="4652008"/>
                  </a:lnTo>
                  <a:lnTo>
                    <a:pt x="5719166" y="4652008"/>
                  </a:lnTo>
                  <a:lnTo>
                    <a:pt x="5723484" y="4647742"/>
                  </a:lnTo>
                  <a:lnTo>
                    <a:pt x="5723484" y="4637222"/>
                  </a:lnTo>
                  <a:lnTo>
                    <a:pt x="5719166" y="4632958"/>
                  </a:lnTo>
                  <a:close/>
                </a:path>
                <a:path w="10390505" h="4652010">
                  <a:moveTo>
                    <a:pt x="5675732" y="4632958"/>
                  </a:moveTo>
                  <a:lnTo>
                    <a:pt x="5670525" y="4632958"/>
                  </a:lnTo>
                  <a:lnTo>
                    <a:pt x="5666207" y="4637222"/>
                  </a:lnTo>
                  <a:lnTo>
                    <a:pt x="5666207" y="4647742"/>
                  </a:lnTo>
                  <a:lnTo>
                    <a:pt x="5670525" y="4652008"/>
                  </a:lnTo>
                  <a:lnTo>
                    <a:pt x="5675732" y="4652008"/>
                  </a:lnTo>
                  <a:lnTo>
                    <a:pt x="5675732" y="4632958"/>
                  </a:lnTo>
                  <a:close/>
                </a:path>
                <a:path w="10390505" h="4652010">
                  <a:moveTo>
                    <a:pt x="5681066" y="4632958"/>
                  </a:moveTo>
                  <a:lnTo>
                    <a:pt x="5675732" y="4632958"/>
                  </a:lnTo>
                  <a:lnTo>
                    <a:pt x="5675732" y="4652008"/>
                  </a:lnTo>
                  <a:lnTo>
                    <a:pt x="5681066" y="4652008"/>
                  </a:lnTo>
                  <a:lnTo>
                    <a:pt x="5685257" y="4647742"/>
                  </a:lnTo>
                  <a:lnTo>
                    <a:pt x="5685257" y="4637222"/>
                  </a:lnTo>
                  <a:lnTo>
                    <a:pt x="5681066" y="4632958"/>
                  </a:lnTo>
                  <a:close/>
                </a:path>
                <a:path w="10390505" h="4652010">
                  <a:moveTo>
                    <a:pt x="5637632" y="4632958"/>
                  </a:moveTo>
                  <a:lnTo>
                    <a:pt x="5632425" y="4632958"/>
                  </a:lnTo>
                  <a:lnTo>
                    <a:pt x="5628107" y="4637222"/>
                  </a:lnTo>
                  <a:lnTo>
                    <a:pt x="5628107" y="4647742"/>
                  </a:lnTo>
                  <a:lnTo>
                    <a:pt x="5632425" y="4652008"/>
                  </a:lnTo>
                  <a:lnTo>
                    <a:pt x="5637632" y="4652008"/>
                  </a:lnTo>
                  <a:lnTo>
                    <a:pt x="5637632" y="4632958"/>
                  </a:lnTo>
                  <a:close/>
                </a:path>
                <a:path w="10390505" h="4652010">
                  <a:moveTo>
                    <a:pt x="5642966" y="4632958"/>
                  </a:moveTo>
                  <a:lnTo>
                    <a:pt x="5637632" y="4632958"/>
                  </a:lnTo>
                  <a:lnTo>
                    <a:pt x="5637632" y="4652008"/>
                  </a:lnTo>
                  <a:lnTo>
                    <a:pt x="5642966" y="4652008"/>
                  </a:lnTo>
                  <a:lnTo>
                    <a:pt x="5647157" y="4647742"/>
                  </a:lnTo>
                  <a:lnTo>
                    <a:pt x="5647157" y="4637222"/>
                  </a:lnTo>
                  <a:lnTo>
                    <a:pt x="5642966" y="4632958"/>
                  </a:lnTo>
                  <a:close/>
                </a:path>
                <a:path w="10390505" h="4652010">
                  <a:moveTo>
                    <a:pt x="5599532" y="4632958"/>
                  </a:moveTo>
                  <a:lnTo>
                    <a:pt x="5594198" y="4632958"/>
                  </a:lnTo>
                  <a:lnTo>
                    <a:pt x="5590007" y="4637222"/>
                  </a:lnTo>
                  <a:lnTo>
                    <a:pt x="5590007" y="4647742"/>
                  </a:lnTo>
                  <a:lnTo>
                    <a:pt x="5594198" y="4652008"/>
                  </a:lnTo>
                  <a:lnTo>
                    <a:pt x="5599532" y="4652008"/>
                  </a:lnTo>
                  <a:lnTo>
                    <a:pt x="5599532" y="4632958"/>
                  </a:lnTo>
                  <a:close/>
                </a:path>
                <a:path w="10390505" h="4652010">
                  <a:moveTo>
                    <a:pt x="5604739" y="4632958"/>
                  </a:moveTo>
                  <a:lnTo>
                    <a:pt x="5599532" y="4632958"/>
                  </a:lnTo>
                  <a:lnTo>
                    <a:pt x="5599532" y="4652008"/>
                  </a:lnTo>
                  <a:lnTo>
                    <a:pt x="5604739" y="4652008"/>
                  </a:lnTo>
                  <a:lnTo>
                    <a:pt x="5609057" y="4647742"/>
                  </a:lnTo>
                  <a:lnTo>
                    <a:pt x="5609057" y="4637222"/>
                  </a:lnTo>
                  <a:lnTo>
                    <a:pt x="5604739" y="4632958"/>
                  </a:lnTo>
                  <a:close/>
                </a:path>
                <a:path w="10390505" h="4652010">
                  <a:moveTo>
                    <a:pt x="5561432" y="4632958"/>
                  </a:moveTo>
                  <a:lnTo>
                    <a:pt x="5556098" y="4632958"/>
                  </a:lnTo>
                  <a:lnTo>
                    <a:pt x="5551907" y="4637222"/>
                  </a:lnTo>
                  <a:lnTo>
                    <a:pt x="5551907" y="4647742"/>
                  </a:lnTo>
                  <a:lnTo>
                    <a:pt x="5556098" y="4652008"/>
                  </a:lnTo>
                  <a:lnTo>
                    <a:pt x="5561432" y="4652008"/>
                  </a:lnTo>
                  <a:lnTo>
                    <a:pt x="5561432" y="4632958"/>
                  </a:lnTo>
                  <a:close/>
                </a:path>
                <a:path w="10390505" h="4652010">
                  <a:moveTo>
                    <a:pt x="5566639" y="4632958"/>
                  </a:moveTo>
                  <a:lnTo>
                    <a:pt x="5561432" y="4632958"/>
                  </a:lnTo>
                  <a:lnTo>
                    <a:pt x="5561432" y="4652008"/>
                  </a:lnTo>
                  <a:lnTo>
                    <a:pt x="5566639" y="4652008"/>
                  </a:lnTo>
                  <a:lnTo>
                    <a:pt x="5570957" y="4647742"/>
                  </a:lnTo>
                  <a:lnTo>
                    <a:pt x="5570957" y="4637222"/>
                  </a:lnTo>
                  <a:lnTo>
                    <a:pt x="5566639" y="4632958"/>
                  </a:lnTo>
                  <a:close/>
                </a:path>
                <a:path w="10390505" h="4652010">
                  <a:moveTo>
                    <a:pt x="5523332" y="4632958"/>
                  </a:moveTo>
                  <a:lnTo>
                    <a:pt x="5517998" y="4632958"/>
                  </a:lnTo>
                  <a:lnTo>
                    <a:pt x="5513807" y="4637222"/>
                  </a:lnTo>
                  <a:lnTo>
                    <a:pt x="5513807" y="4647742"/>
                  </a:lnTo>
                  <a:lnTo>
                    <a:pt x="5517998" y="4652008"/>
                  </a:lnTo>
                  <a:lnTo>
                    <a:pt x="5523332" y="4652008"/>
                  </a:lnTo>
                  <a:lnTo>
                    <a:pt x="5523332" y="4632958"/>
                  </a:lnTo>
                  <a:close/>
                </a:path>
                <a:path w="10390505" h="4652010">
                  <a:moveTo>
                    <a:pt x="5528539" y="4632958"/>
                  </a:moveTo>
                  <a:lnTo>
                    <a:pt x="5523332" y="4632958"/>
                  </a:lnTo>
                  <a:lnTo>
                    <a:pt x="5523332" y="4652008"/>
                  </a:lnTo>
                  <a:lnTo>
                    <a:pt x="5528539" y="4652008"/>
                  </a:lnTo>
                  <a:lnTo>
                    <a:pt x="5532857" y="4647742"/>
                  </a:lnTo>
                  <a:lnTo>
                    <a:pt x="5532857" y="4637222"/>
                  </a:lnTo>
                  <a:lnTo>
                    <a:pt x="5528539" y="4632958"/>
                  </a:lnTo>
                  <a:close/>
                </a:path>
                <a:path w="10390505" h="4652010">
                  <a:moveTo>
                    <a:pt x="5485105" y="4632958"/>
                  </a:moveTo>
                  <a:lnTo>
                    <a:pt x="5479898" y="4632958"/>
                  </a:lnTo>
                  <a:lnTo>
                    <a:pt x="5475580" y="4637222"/>
                  </a:lnTo>
                  <a:lnTo>
                    <a:pt x="5475580" y="4647742"/>
                  </a:lnTo>
                  <a:lnTo>
                    <a:pt x="5479898" y="4652008"/>
                  </a:lnTo>
                  <a:lnTo>
                    <a:pt x="5485105" y="4652008"/>
                  </a:lnTo>
                  <a:lnTo>
                    <a:pt x="5485105" y="4632958"/>
                  </a:lnTo>
                  <a:close/>
                </a:path>
                <a:path w="10390505" h="4652010">
                  <a:moveTo>
                    <a:pt x="5490439" y="4632958"/>
                  </a:moveTo>
                  <a:lnTo>
                    <a:pt x="5485232" y="4632958"/>
                  </a:lnTo>
                  <a:lnTo>
                    <a:pt x="5485232" y="4652008"/>
                  </a:lnTo>
                  <a:lnTo>
                    <a:pt x="5490439" y="4652008"/>
                  </a:lnTo>
                  <a:lnTo>
                    <a:pt x="5494757" y="4647742"/>
                  </a:lnTo>
                  <a:lnTo>
                    <a:pt x="5494757" y="4637222"/>
                  </a:lnTo>
                  <a:lnTo>
                    <a:pt x="5490439" y="4632958"/>
                  </a:lnTo>
                  <a:close/>
                </a:path>
                <a:path w="10390505" h="4652010">
                  <a:moveTo>
                    <a:pt x="5447005" y="4632958"/>
                  </a:moveTo>
                  <a:lnTo>
                    <a:pt x="5441798" y="4632958"/>
                  </a:lnTo>
                  <a:lnTo>
                    <a:pt x="5437480" y="4637222"/>
                  </a:lnTo>
                  <a:lnTo>
                    <a:pt x="5437480" y="4647742"/>
                  </a:lnTo>
                  <a:lnTo>
                    <a:pt x="5441798" y="4652008"/>
                  </a:lnTo>
                  <a:lnTo>
                    <a:pt x="5447005" y="4652008"/>
                  </a:lnTo>
                  <a:lnTo>
                    <a:pt x="5447005" y="4632958"/>
                  </a:lnTo>
                  <a:close/>
                </a:path>
                <a:path w="10390505" h="4652010">
                  <a:moveTo>
                    <a:pt x="5452339" y="4632958"/>
                  </a:moveTo>
                  <a:lnTo>
                    <a:pt x="5447005" y="4632958"/>
                  </a:lnTo>
                  <a:lnTo>
                    <a:pt x="5447005" y="4652008"/>
                  </a:lnTo>
                  <a:lnTo>
                    <a:pt x="5452339" y="4652008"/>
                  </a:lnTo>
                  <a:lnTo>
                    <a:pt x="5456530" y="4647742"/>
                  </a:lnTo>
                  <a:lnTo>
                    <a:pt x="5456530" y="4637222"/>
                  </a:lnTo>
                  <a:lnTo>
                    <a:pt x="5452339" y="4632958"/>
                  </a:lnTo>
                  <a:close/>
                </a:path>
                <a:path w="10390505" h="4652010">
                  <a:moveTo>
                    <a:pt x="5408905" y="4632958"/>
                  </a:moveTo>
                  <a:lnTo>
                    <a:pt x="5403698" y="4632958"/>
                  </a:lnTo>
                  <a:lnTo>
                    <a:pt x="5399380" y="4637222"/>
                  </a:lnTo>
                  <a:lnTo>
                    <a:pt x="5399380" y="4647742"/>
                  </a:lnTo>
                  <a:lnTo>
                    <a:pt x="5403698" y="4652008"/>
                  </a:lnTo>
                  <a:lnTo>
                    <a:pt x="5408905" y="4652008"/>
                  </a:lnTo>
                  <a:lnTo>
                    <a:pt x="5408905" y="4632958"/>
                  </a:lnTo>
                  <a:close/>
                </a:path>
                <a:path w="10390505" h="4652010">
                  <a:moveTo>
                    <a:pt x="5414239" y="4632958"/>
                  </a:moveTo>
                  <a:lnTo>
                    <a:pt x="5408905" y="4632958"/>
                  </a:lnTo>
                  <a:lnTo>
                    <a:pt x="5408905" y="4652008"/>
                  </a:lnTo>
                  <a:lnTo>
                    <a:pt x="5414239" y="4652008"/>
                  </a:lnTo>
                  <a:lnTo>
                    <a:pt x="5418430" y="4647742"/>
                  </a:lnTo>
                  <a:lnTo>
                    <a:pt x="5418430" y="4637222"/>
                  </a:lnTo>
                  <a:lnTo>
                    <a:pt x="5414239" y="4632958"/>
                  </a:lnTo>
                  <a:close/>
                </a:path>
                <a:path w="10390505" h="4652010">
                  <a:moveTo>
                    <a:pt x="5370805" y="4632958"/>
                  </a:moveTo>
                  <a:lnTo>
                    <a:pt x="5365598" y="4632958"/>
                  </a:lnTo>
                  <a:lnTo>
                    <a:pt x="5361280" y="4637222"/>
                  </a:lnTo>
                  <a:lnTo>
                    <a:pt x="5361280" y="4647742"/>
                  </a:lnTo>
                  <a:lnTo>
                    <a:pt x="5365598" y="4652008"/>
                  </a:lnTo>
                  <a:lnTo>
                    <a:pt x="5370805" y="4652008"/>
                  </a:lnTo>
                  <a:lnTo>
                    <a:pt x="5370805" y="4632958"/>
                  </a:lnTo>
                  <a:close/>
                </a:path>
                <a:path w="10390505" h="4652010">
                  <a:moveTo>
                    <a:pt x="5376139" y="4632958"/>
                  </a:moveTo>
                  <a:lnTo>
                    <a:pt x="5370805" y="4632958"/>
                  </a:lnTo>
                  <a:lnTo>
                    <a:pt x="5370805" y="4652008"/>
                  </a:lnTo>
                  <a:lnTo>
                    <a:pt x="5376139" y="4652008"/>
                  </a:lnTo>
                  <a:lnTo>
                    <a:pt x="5380330" y="4647742"/>
                  </a:lnTo>
                  <a:lnTo>
                    <a:pt x="5380330" y="4637222"/>
                  </a:lnTo>
                  <a:lnTo>
                    <a:pt x="5376139" y="4632958"/>
                  </a:lnTo>
                  <a:close/>
                </a:path>
                <a:path w="10390505" h="4652010">
                  <a:moveTo>
                    <a:pt x="5332705" y="4632958"/>
                  </a:moveTo>
                  <a:lnTo>
                    <a:pt x="5327371" y="4632958"/>
                  </a:lnTo>
                  <a:lnTo>
                    <a:pt x="5323180" y="4637222"/>
                  </a:lnTo>
                  <a:lnTo>
                    <a:pt x="5323180" y="4647742"/>
                  </a:lnTo>
                  <a:lnTo>
                    <a:pt x="5327371" y="4652008"/>
                  </a:lnTo>
                  <a:lnTo>
                    <a:pt x="5332705" y="4652008"/>
                  </a:lnTo>
                  <a:lnTo>
                    <a:pt x="5332705" y="4632958"/>
                  </a:lnTo>
                  <a:close/>
                </a:path>
                <a:path w="10390505" h="4652010">
                  <a:moveTo>
                    <a:pt x="5337912" y="4632958"/>
                  </a:moveTo>
                  <a:lnTo>
                    <a:pt x="5332705" y="4632958"/>
                  </a:lnTo>
                  <a:lnTo>
                    <a:pt x="5332705" y="4652008"/>
                  </a:lnTo>
                  <a:lnTo>
                    <a:pt x="5337912" y="4652008"/>
                  </a:lnTo>
                  <a:lnTo>
                    <a:pt x="5342230" y="4647742"/>
                  </a:lnTo>
                  <a:lnTo>
                    <a:pt x="5342230" y="4637222"/>
                  </a:lnTo>
                  <a:lnTo>
                    <a:pt x="5337912" y="4632958"/>
                  </a:lnTo>
                  <a:close/>
                </a:path>
                <a:path w="10390505" h="4652010">
                  <a:moveTo>
                    <a:pt x="5294605" y="4632958"/>
                  </a:moveTo>
                  <a:lnTo>
                    <a:pt x="5289271" y="4632958"/>
                  </a:lnTo>
                  <a:lnTo>
                    <a:pt x="5285080" y="4637222"/>
                  </a:lnTo>
                  <a:lnTo>
                    <a:pt x="5285080" y="4647742"/>
                  </a:lnTo>
                  <a:lnTo>
                    <a:pt x="5289271" y="4652008"/>
                  </a:lnTo>
                  <a:lnTo>
                    <a:pt x="5294605" y="4652008"/>
                  </a:lnTo>
                  <a:lnTo>
                    <a:pt x="5294605" y="4632958"/>
                  </a:lnTo>
                  <a:close/>
                </a:path>
                <a:path w="10390505" h="4652010">
                  <a:moveTo>
                    <a:pt x="5299812" y="4632958"/>
                  </a:moveTo>
                  <a:lnTo>
                    <a:pt x="5294605" y="4632958"/>
                  </a:lnTo>
                  <a:lnTo>
                    <a:pt x="5294605" y="4652008"/>
                  </a:lnTo>
                  <a:lnTo>
                    <a:pt x="5299812" y="4652008"/>
                  </a:lnTo>
                  <a:lnTo>
                    <a:pt x="5304130" y="4647742"/>
                  </a:lnTo>
                  <a:lnTo>
                    <a:pt x="5304130" y="4637222"/>
                  </a:lnTo>
                  <a:lnTo>
                    <a:pt x="5299812" y="4632958"/>
                  </a:lnTo>
                  <a:close/>
                </a:path>
                <a:path w="10390505" h="4652010">
                  <a:moveTo>
                    <a:pt x="5256505" y="4632958"/>
                  </a:moveTo>
                  <a:lnTo>
                    <a:pt x="5251171" y="4632958"/>
                  </a:lnTo>
                  <a:lnTo>
                    <a:pt x="5246980" y="4637222"/>
                  </a:lnTo>
                  <a:lnTo>
                    <a:pt x="5246980" y="4647742"/>
                  </a:lnTo>
                  <a:lnTo>
                    <a:pt x="5251171" y="4652008"/>
                  </a:lnTo>
                  <a:lnTo>
                    <a:pt x="5256505" y="4652008"/>
                  </a:lnTo>
                  <a:lnTo>
                    <a:pt x="5256505" y="4632958"/>
                  </a:lnTo>
                  <a:close/>
                </a:path>
                <a:path w="10390505" h="4652010">
                  <a:moveTo>
                    <a:pt x="5261712" y="4632958"/>
                  </a:moveTo>
                  <a:lnTo>
                    <a:pt x="5256505" y="4632958"/>
                  </a:lnTo>
                  <a:lnTo>
                    <a:pt x="5256505" y="4652008"/>
                  </a:lnTo>
                  <a:lnTo>
                    <a:pt x="5261712" y="4652008"/>
                  </a:lnTo>
                  <a:lnTo>
                    <a:pt x="5266030" y="4647742"/>
                  </a:lnTo>
                  <a:lnTo>
                    <a:pt x="5266030" y="4637222"/>
                  </a:lnTo>
                  <a:lnTo>
                    <a:pt x="5261712" y="4632958"/>
                  </a:lnTo>
                  <a:close/>
                </a:path>
                <a:path w="10390505" h="4652010">
                  <a:moveTo>
                    <a:pt x="5218278" y="4632958"/>
                  </a:moveTo>
                  <a:lnTo>
                    <a:pt x="5213071" y="4632958"/>
                  </a:lnTo>
                  <a:lnTo>
                    <a:pt x="5208753" y="4637222"/>
                  </a:lnTo>
                  <a:lnTo>
                    <a:pt x="5208753" y="4647742"/>
                  </a:lnTo>
                  <a:lnTo>
                    <a:pt x="5213071" y="4652008"/>
                  </a:lnTo>
                  <a:lnTo>
                    <a:pt x="5218278" y="4652008"/>
                  </a:lnTo>
                  <a:lnTo>
                    <a:pt x="5218278" y="4632958"/>
                  </a:lnTo>
                  <a:close/>
                </a:path>
                <a:path w="10390505" h="4652010">
                  <a:moveTo>
                    <a:pt x="5223612" y="4632958"/>
                  </a:moveTo>
                  <a:lnTo>
                    <a:pt x="5218405" y="4632958"/>
                  </a:lnTo>
                  <a:lnTo>
                    <a:pt x="5218405" y="4652008"/>
                  </a:lnTo>
                  <a:lnTo>
                    <a:pt x="5223612" y="4652008"/>
                  </a:lnTo>
                  <a:lnTo>
                    <a:pt x="5227930" y="4647742"/>
                  </a:lnTo>
                  <a:lnTo>
                    <a:pt x="5227930" y="4637222"/>
                  </a:lnTo>
                  <a:lnTo>
                    <a:pt x="5223612" y="4632958"/>
                  </a:lnTo>
                  <a:close/>
                </a:path>
                <a:path w="10390505" h="4652010">
                  <a:moveTo>
                    <a:pt x="5180178" y="4632958"/>
                  </a:moveTo>
                  <a:lnTo>
                    <a:pt x="5174971" y="4632958"/>
                  </a:lnTo>
                  <a:lnTo>
                    <a:pt x="5170653" y="4637222"/>
                  </a:lnTo>
                  <a:lnTo>
                    <a:pt x="5170653" y="4647742"/>
                  </a:lnTo>
                  <a:lnTo>
                    <a:pt x="5174971" y="4652008"/>
                  </a:lnTo>
                  <a:lnTo>
                    <a:pt x="5180178" y="4652008"/>
                  </a:lnTo>
                  <a:lnTo>
                    <a:pt x="5180178" y="4632958"/>
                  </a:lnTo>
                  <a:close/>
                </a:path>
                <a:path w="10390505" h="4652010">
                  <a:moveTo>
                    <a:pt x="5185512" y="4632958"/>
                  </a:moveTo>
                  <a:lnTo>
                    <a:pt x="5180178" y="4632958"/>
                  </a:lnTo>
                  <a:lnTo>
                    <a:pt x="5180178" y="4652008"/>
                  </a:lnTo>
                  <a:lnTo>
                    <a:pt x="5185512" y="4652008"/>
                  </a:lnTo>
                  <a:lnTo>
                    <a:pt x="5189703" y="4647742"/>
                  </a:lnTo>
                  <a:lnTo>
                    <a:pt x="5189703" y="4637222"/>
                  </a:lnTo>
                  <a:lnTo>
                    <a:pt x="5185512" y="4632958"/>
                  </a:lnTo>
                  <a:close/>
                </a:path>
                <a:path w="10390505" h="4652010">
                  <a:moveTo>
                    <a:pt x="5142078" y="4632958"/>
                  </a:moveTo>
                  <a:lnTo>
                    <a:pt x="5136871" y="4632958"/>
                  </a:lnTo>
                  <a:lnTo>
                    <a:pt x="5132553" y="4637222"/>
                  </a:lnTo>
                  <a:lnTo>
                    <a:pt x="5132553" y="4647742"/>
                  </a:lnTo>
                  <a:lnTo>
                    <a:pt x="5136871" y="4652008"/>
                  </a:lnTo>
                  <a:lnTo>
                    <a:pt x="5142078" y="4652008"/>
                  </a:lnTo>
                  <a:lnTo>
                    <a:pt x="5142078" y="4632958"/>
                  </a:lnTo>
                  <a:close/>
                </a:path>
                <a:path w="10390505" h="4652010">
                  <a:moveTo>
                    <a:pt x="5147412" y="4632958"/>
                  </a:moveTo>
                  <a:lnTo>
                    <a:pt x="5142078" y="4632958"/>
                  </a:lnTo>
                  <a:lnTo>
                    <a:pt x="5142078" y="4652008"/>
                  </a:lnTo>
                  <a:lnTo>
                    <a:pt x="5147412" y="4652008"/>
                  </a:lnTo>
                  <a:lnTo>
                    <a:pt x="5151603" y="4647742"/>
                  </a:lnTo>
                  <a:lnTo>
                    <a:pt x="5151603" y="4637222"/>
                  </a:lnTo>
                  <a:lnTo>
                    <a:pt x="5147412" y="4632958"/>
                  </a:lnTo>
                  <a:close/>
                </a:path>
                <a:path w="10390505" h="4652010">
                  <a:moveTo>
                    <a:pt x="5103978" y="4632958"/>
                  </a:moveTo>
                  <a:lnTo>
                    <a:pt x="5098644" y="4632958"/>
                  </a:lnTo>
                  <a:lnTo>
                    <a:pt x="5094453" y="4637222"/>
                  </a:lnTo>
                  <a:lnTo>
                    <a:pt x="5094453" y="4647742"/>
                  </a:lnTo>
                  <a:lnTo>
                    <a:pt x="5098644" y="4652008"/>
                  </a:lnTo>
                  <a:lnTo>
                    <a:pt x="5103978" y="4652008"/>
                  </a:lnTo>
                  <a:lnTo>
                    <a:pt x="5103978" y="4632958"/>
                  </a:lnTo>
                  <a:close/>
                </a:path>
                <a:path w="10390505" h="4652010">
                  <a:moveTo>
                    <a:pt x="5109185" y="4632958"/>
                  </a:moveTo>
                  <a:lnTo>
                    <a:pt x="5103978" y="4632958"/>
                  </a:lnTo>
                  <a:lnTo>
                    <a:pt x="5103978" y="4652008"/>
                  </a:lnTo>
                  <a:lnTo>
                    <a:pt x="5109185" y="4652008"/>
                  </a:lnTo>
                  <a:lnTo>
                    <a:pt x="5113503" y="4647742"/>
                  </a:lnTo>
                  <a:lnTo>
                    <a:pt x="5113503" y="4637222"/>
                  </a:lnTo>
                  <a:lnTo>
                    <a:pt x="5109185" y="4632958"/>
                  </a:lnTo>
                  <a:close/>
                </a:path>
                <a:path w="10390505" h="4652010">
                  <a:moveTo>
                    <a:pt x="5065878" y="4632958"/>
                  </a:moveTo>
                  <a:lnTo>
                    <a:pt x="5060544" y="4632958"/>
                  </a:lnTo>
                  <a:lnTo>
                    <a:pt x="5056353" y="4637222"/>
                  </a:lnTo>
                  <a:lnTo>
                    <a:pt x="5056353" y="4647742"/>
                  </a:lnTo>
                  <a:lnTo>
                    <a:pt x="5060544" y="4652008"/>
                  </a:lnTo>
                  <a:lnTo>
                    <a:pt x="5065878" y="4652008"/>
                  </a:lnTo>
                  <a:lnTo>
                    <a:pt x="5065878" y="4632958"/>
                  </a:lnTo>
                  <a:close/>
                </a:path>
                <a:path w="10390505" h="4652010">
                  <a:moveTo>
                    <a:pt x="5071085" y="4632958"/>
                  </a:moveTo>
                  <a:lnTo>
                    <a:pt x="5065878" y="4632958"/>
                  </a:lnTo>
                  <a:lnTo>
                    <a:pt x="5065878" y="4652008"/>
                  </a:lnTo>
                  <a:lnTo>
                    <a:pt x="5071085" y="4652008"/>
                  </a:lnTo>
                  <a:lnTo>
                    <a:pt x="5075403" y="4647742"/>
                  </a:lnTo>
                  <a:lnTo>
                    <a:pt x="5075403" y="4637222"/>
                  </a:lnTo>
                  <a:lnTo>
                    <a:pt x="5071085" y="4632958"/>
                  </a:lnTo>
                  <a:close/>
                </a:path>
                <a:path w="10390505" h="4652010">
                  <a:moveTo>
                    <a:pt x="5027778" y="4632958"/>
                  </a:moveTo>
                  <a:lnTo>
                    <a:pt x="5022444" y="4632958"/>
                  </a:lnTo>
                  <a:lnTo>
                    <a:pt x="5018253" y="4637222"/>
                  </a:lnTo>
                  <a:lnTo>
                    <a:pt x="5018253" y="4647742"/>
                  </a:lnTo>
                  <a:lnTo>
                    <a:pt x="5022444" y="4652008"/>
                  </a:lnTo>
                  <a:lnTo>
                    <a:pt x="5027778" y="4652008"/>
                  </a:lnTo>
                  <a:lnTo>
                    <a:pt x="5027778" y="4632958"/>
                  </a:lnTo>
                  <a:close/>
                </a:path>
                <a:path w="10390505" h="4652010">
                  <a:moveTo>
                    <a:pt x="5032985" y="4632958"/>
                  </a:moveTo>
                  <a:lnTo>
                    <a:pt x="5027778" y="4632958"/>
                  </a:lnTo>
                  <a:lnTo>
                    <a:pt x="5027778" y="4652008"/>
                  </a:lnTo>
                  <a:lnTo>
                    <a:pt x="5032985" y="4652008"/>
                  </a:lnTo>
                  <a:lnTo>
                    <a:pt x="5037303" y="4647742"/>
                  </a:lnTo>
                  <a:lnTo>
                    <a:pt x="5037303" y="4637222"/>
                  </a:lnTo>
                  <a:lnTo>
                    <a:pt x="5032985" y="4632958"/>
                  </a:lnTo>
                  <a:close/>
                </a:path>
                <a:path w="10390505" h="4652010">
                  <a:moveTo>
                    <a:pt x="4989551" y="4632958"/>
                  </a:moveTo>
                  <a:lnTo>
                    <a:pt x="4984344" y="4632958"/>
                  </a:lnTo>
                  <a:lnTo>
                    <a:pt x="4980026" y="4637222"/>
                  </a:lnTo>
                  <a:lnTo>
                    <a:pt x="4980026" y="4647742"/>
                  </a:lnTo>
                  <a:lnTo>
                    <a:pt x="4984344" y="4652008"/>
                  </a:lnTo>
                  <a:lnTo>
                    <a:pt x="4989551" y="4652008"/>
                  </a:lnTo>
                  <a:lnTo>
                    <a:pt x="4989551" y="4632958"/>
                  </a:lnTo>
                  <a:close/>
                </a:path>
                <a:path w="10390505" h="4652010">
                  <a:moveTo>
                    <a:pt x="4994885" y="4632958"/>
                  </a:moveTo>
                  <a:lnTo>
                    <a:pt x="4989678" y="4632958"/>
                  </a:lnTo>
                  <a:lnTo>
                    <a:pt x="4989678" y="4652008"/>
                  </a:lnTo>
                  <a:lnTo>
                    <a:pt x="4994885" y="4652008"/>
                  </a:lnTo>
                  <a:lnTo>
                    <a:pt x="4999203" y="4647742"/>
                  </a:lnTo>
                  <a:lnTo>
                    <a:pt x="4999203" y="4637222"/>
                  </a:lnTo>
                  <a:lnTo>
                    <a:pt x="4994885" y="4632958"/>
                  </a:lnTo>
                  <a:close/>
                </a:path>
                <a:path w="10390505" h="4652010">
                  <a:moveTo>
                    <a:pt x="4951451" y="4632958"/>
                  </a:moveTo>
                  <a:lnTo>
                    <a:pt x="4946244" y="4632958"/>
                  </a:lnTo>
                  <a:lnTo>
                    <a:pt x="4941926" y="4637222"/>
                  </a:lnTo>
                  <a:lnTo>
                    <a:pt x="4941926" y="4647742"/>
                  </a:lnTo>
                  <a:lnTo>
                    <a:pt x="4946244" y="4652008"/>
                  </a:lnTo>
                  <a:lnTo>
                    <a:pt x="4951451" y="4652008"/>
                  </a:lnTo>
                  <a:lnTo>
                    <a:pt x="4951451" y="4632958"/>
                  </a:lnTo>
                  <a:close/>
                </a:path>
                <a:path w="10390505" h="4652010">
                  <a:moveTo>
                    <a:pt x="4956785" y="4632958"/>
                  </a:moveTo>
                  <a:lnTo>
                    <a:pt x="4951451" y="4632958"/>
                  </a:lnTo>
                  <a:lnTo>
                    <a:pt x="4951451" y="4652008"/>
                  </a:lnTo>
                  <a:lnTo>
                    <a:pt x="4956785" y="4652008"/>
                  </a:lnTo>
                  <a:lnTo>
                    <a:pt x="4960976" y="4647742"/>
                  </a:lnTo>
                  <a:lnTo>
                    <a:pt x="4960976" y="4637222"/>
                  </a:lnTo>
                  <a:lnTo>
                    <a:pt x="4956785" y="4632958"/>
                  </a:lnTo>
                  <a:close/>
                </a:path>
                <a:path w="10390505" h="4652010">
                  <a:moveTo>
                    <a:pt x="4913351" y="4632958"/>
                  </a:moveTo>
                  <a:lnTo>
                    <a:pt x="4908144" y="4632958"/>
                  </a:lnTo>
                  <a:lnTo>
                    <a:pt x="4903826" y="4637222"/>
                  </a:lnTo>
                  <a:lnTo>
                    <a:pt x="4903826" y="4647742"/>
                  </a:lnTo>
                  <a:lnTo>
                    <a:pt x="4908144" y="4652008"/>
                  </a:lnTo>
                  <a:lnTo>
                    <a:pt x="4913351" y="4652008"/>
                  </a:lnTo>
                  <a:lnTo>
                    <a:pt x="4913351" y="4632958"/>
                  </a:lnTo>
                  <a:close/>
                </a:path>
                <a:path w="10390505" h="4652010">
                  <a:moveTo>
                    <a:pt x="4918685" y="4632958"/>
                  </a:moveTo>
                  <a:lnTo>
                    <a:pt x="4913351" y="4632958"/>
                  </a:lnTo>
                  <a:lnTo>
                    <a:pt x="4913351" y="4652008"/>
                  </a:lnTo>
                  <a:lnTo>
                    <a:pt x="4918685" y="4652008"/>
                  </a:lnTo>
                  <a:lnTo>
                    <a:pt x="4922876" y="4647742"/>
                  </a:lnTo>
                  <a:lnTo>
                    <a:pt x="4922876" y="4637222"/>
                  </a:lnTo>
                  <a:lnTo>
                    <a:pt x="4918685" y="4632958"/>
                  </a:lnTo>
                  <a:close/>
                </a:path>
                <a:path w="10390505" h="4652010">
                  <a:moveTo>
                    <a:pt x="4875251" y="4632958"/>
                  </a:moveTo>
                  <a:lnTo>
                    <a:pt x="4870044" y="4632958"/>
                  </a:lnTo>
                  <a:lnTo>
                    <a:pt x="4865726" y="4637222"/>
                  </a:lnTo>
                  <a:lnTo>
                    <a:pt x="4865726" y="4647742"/>
                  </a:lnTo>
                  <a:lnTo>
                    <a:pt x="4870044" y="4652008"/>
                  </a:lnTo>
                  <a:lnTo>
                    <a:pt x="4875251" y="4652008"/>
                  </a:lnTo>
                  <a:lnTo>
                    <a:pt x="4875251" y="4632958"/>
                  </a:lnTo>
                  <a:close/>
                </a:path>
                <a:path w="10390505" h="4652010">
                  <a:moveTo>
                    <a:pt x="4880585" y="4632958"/>
                  </a:moveTo>
                  <a:lnTo>
                    <a:pt x="4875251" y="4632958"/>
                  </a:lnTo>
                  <a:lnTo>
                    <a:pt x="4875251" y="4652008"/>
                  </a:lnTo>
                  <a:lnTo>
                    <a:pt x="4880585" y="4652008"/>
                  </a:lnTo>
                  <a:lnTo>
                    <a:pt x="4884776" y="4647742"/>
                  </a:lnTo>
                  <a:lnTo>
                    <a:pt x="4884776" y="4637222"/>
                  </a:lnTo>
                  <a:lnTo>
                    <a:pt x="4880585" y="4632958"/>
                  </a:lnTo>
                  <a:close/>
                </a:path>
                <a:path w="10390505" h="4652010">
                  <a:moveTo>
                    <a:pt x="4837151" y="4632958"/>
                  </a:moveTo>
                  <a:lnTo>
                    <a:pt x="4831817" y="4632958"/>
                  </a:lnTo>
                  <a:lnTo>
                    <a:pt x="4827626" y="4637222"/>
                  </a:lnTo>
                  <a:lnTo>
                    <a:pt x="4827626" y="4647742"/>
                  </a:lnTo>
                  <a:lnTo>
                    <a:pt x="4831817" y="4652008"/>
                  </a:lnTo>
                  <a:lnTo>
                    <a:pt x="4837151" y="4652008"/>
                  </a:lnTo>
                  <a:lnTo>
                    <a:pt x="4837151" y="4632958"/>
                  </a:lnTo>
                  <a:close/>
                </a:path>
                <a:path w="10390505" h="4652010">
                  <a:moveTo>
                    <a:pt x="4842358" y="4632958"/>
                  </a:moveTo>
                  <a:lnTo>
                    <a:pt x="4837151" y="4632958"/>
                  </a:lnTo>
                  <a:lnTo>
                    <a:pt x="4837151" y="4652008"/>
                  </a:lnTo>
                  <a:lnTo>
                    <a:pt x="4842358" y="4652008"/>
                  </a:lnTo>
                  <a:lnTo>
                    <a:pt x="4846676" y="4647742"/>
                  </a:lnTo>
                  <a:lnTo>
                    <a:pt x="4846676" y="4637222"/>
                  </a:lnTo>
                  <a:lnTo>
                    <a:pt x="4842358" y="4632958"/>
                  </a:lnTo>
                  <a:close/>
                </a:path>
                <a:path w="10390505" h="4652010">
                  <a:moveTo>
                    <a:pt x="4799051" y="4632958"/>
                  </a:moveTo>
                  <a:lnTo>
                    <a:pt x="4793717" y="4632958"/>
                  </a:lnTo>
                  <a:lnTo>
                    <a:pt x="4789526" y="4637222"/>
                  </a:lnTo>
                  <a:lnTo>
                    <a:pt x="4789526" y="4647742"/>
                  </a:lnTo>
                  <a:lnTo>
                    <a:pt x="4793717" y="4652008"/>
                  </a:lnTo>
                  <a:lnTo>
                    <a:pt x="4799051" y="4652008"/>
                  </a:lnTo>
                  <a:lnTo>
                    <a:pt x="4799051" y="4632958"/>
                  </a:lnTo>
                  <a:close/>
                </a:path>
                <a:path w="10390505" h="4652010">
                  <a:moveTo>
                    <a:pt x="4804258" y="4632958"/>
                  </a:moveTo>
                  <a:lnTo>
                    <a:pt x="4799051" y="4632958"/>
                  </a:lnTo>
                  <a:lnTo>
                    <a:pt x="4799051" y="4652008"/>
                  </a:lnTo>
                  <a:lnTo>
                    <a:pt x="4804258" y="4652008"/>
                  </a:lnTo>
                  <a:lnTo>
                    <a:pt x="4808576" y="4647742"/>
                  </a:lnTo>
                  <a:lnTo>
                    <a:pt x="4808576" y="4637222"/>
                  </a:lnTo>
                  <a:lnTo>
                    <a:pt x="4804258" y="4632958"/>
                  </a:lnTo>
                  <a:close/>
                </a:path>
                <a:path w="10390505" h="4652010">
                  <a:moveTo>
                    <a:pt x="4760951" y="4632958"/>
                  </a:moveTo>
                  <a:lnTo>
                    <a:pt x="4755617" y="4632958"/>
                  </a:lnTo>
                  <a:lnTo>
                    <a:pt x="4751426" y="4637222"/>
                  </a:lnTo>
                  <a:lnTo>
                    <a:pt x="4751426" y="4647742"/>
                  </a:lnTo>
                  <a:lnTo>
                    <a:pt x="4755617" y="4652008"/>
                  </a:lnTo>
                  <a:lnTo>
                    <a:pt x="4760951" y="4652008"/>
                  </a:lnTo>
                  <a:lnTo>
                    <a:pt x="4760951" y="4632958"/>
                  </a:lnTo>
                  <a:close/>
                </a:path>
                <a:path w="10390505" h="4652010">
                  <a:moveTo>
                    <a:pt x="4766158" y="4632958"/>
                  </a:moveTo>
                  <a:lnTo>
                    <a:pt x="4760951" y="4632958"/>
                  </a:lnTo>
                  <a:lnTo>
                    <a:pt x="4760951" y="4652008"/>
                  </a:lnTo>
                  <a:lnTo>
                    <a:pt x="4766158" y="4652008"/>
                  </a:lnTo>
                  <a:lnTo>
                    <a:pt x="4770476" y="4647742"/>
                  </a:lnTo>
                  <a:lnTo>
                    <a:pt x="4770476" y="4637222"/>
                  </a:lnTo>
                  <a:lnTo>
                    <a:pt x="4766158" y="4632958"/>
                  </a:lnTo>
                  <a:close/>
                </a:path>
                <a:path w="10390505" h="4652010">
                  <a:moveTo>
                    <a:pt x="4722724" y="4632958"/>
                  </a:moveTo>
                  <a:lnTo>
                    <a:pt x="4717517" y="4632958"/>
                  </a:lnTo>
                  <a:lnTo>
                    <a:pt x="4713199" y="4637222"/>
                  </a:lnTo>
                  <a:lnTo>
                    <a:pt x="4713199" y="4647742"/>
                  </a:lnTo>
                  <a:lnTo>
                    <a:pt x="4717517" y="4652008"/>
                  </a:lnTo>
                  <a:lnTo>
                    <a:pt x="4722724" y="4652008"/>
                  </a:lnTo>
                  <a:lnTo>
                    <a:pt x="4722724" y="4632958"/>
                  </a:lnTo>
                  <a:close/>
                </a:path>
                <a:path w="10390505" h="4652010">
                  <a:moveTo>
                    <a:pt x="4722851" y="4645658"/>
                  </a:moveTo>
                  <a:lnTo>
                    <a:pt x="4722724" y="4652008"/>
                  </a:lnTo>
                  <a:lnTo>
                    <a:pt x="4722851" y="4645658"/>
                  </a:lnTo>
                  <a:close/>
                </a:path>
                <a:path w="10390505" h="4652010">
                  <a:moveTo>
                    <a:pt x="4728058" y="4632958"/>
                  </a:moveTo>
                  <a:lnTo>
                    <a:pt x="4722851" y="4632958"/>
                  </a:lnTo>
                  <a:lnTo>
                    <a:pt x="4722851" y="4652008"/>
                  </a:lnTo>
                  <a:lnTo>
                    <a:pt x="4728058" y="4652008"/>
                  </a:lnTo>
                  <a:lnTo>
                    <a:pt x="4732376" y="4647742"/>
                  </a:lnTo>
                  <a:lnTo>
                    <a:pt x="4732376" y="4637222"/>
                  </a:lnTo>
                  <a:lnTo>
                    <a:pt x="4728058" y="4632958"/>
                  </a:lnTo>
                  <a:close/>
                </a:path>
                <a:path w="10390505" h="4652010">
                  <a:moveTo>
                    <a:pt x="4722851" y="4632958"/>
                  </a:moveTo>
                  <a:lnTo>
                    <a:pt x="4722724" y="4639308"/>
                  </a:lnTo>
                  <a:lnTo>
                    <a:pt x="4722851" y="4632958"/>
                  </a:lnTo>
                  <a:close/>
                </a:path>
                <a:path w="10390505" h="4652010">
                  <a:moveTo>
                    <a:pt x="4684624" y="4632958"/>
                  </a:moveTo>
                  <a:lnTo>
                    <a:pt x="4679417" y="4632958"/>
                  </a:lnTo>
                  <a:lnTo>
                    <a:pt x="4675099" y="4637222"/>
                  </a:lnTo>
                  <a:lnTo>
                    <a:pt x="4675099" y="4647742"/>
                  </a:lnTo>
                  <a:lnTo>
                    <a:pt x="4679417" y="4652008"/>
                  </a:lnTo>
                  <a:lnTo>
                    <a:pt x="4684624" y="4652008"/>
                  </a:lnTo>
                  <a:lnTo>
                    <a:pt x="4684624" y="4632958"/>
                  </a:lnTo>
                  <a:close/>
                </a:path>
                <a:path w="10390505" h="4652010">
                  <a:moveTo>
                    <a:pt x="4689958" y="4632958"/>
                  </a:moveTo>
                  <a:lnTo>
                    <a:pt x="4684624" y="4632958"/>
                  </a:lnTo>
                  <a:lnTo>
                    <a:pt x="4684624" y="4652008"/>
                  </a:lnTo>
                  <a:lnTo>
                    <a:pt x="4689958" y="4652008"/>
                  </a:lnTo>
                  <a:lnTo>
                    <a:pt x="4694149" y="4647742"/>
                  </a:lnTo>
                  <a:lnTo>
                    <a:pt x="4694149" y="4637222"/>
                  </a:lnTo>
                  <a:lnTo>
                    <a:pt x="4689958" y="4632958"/>
                  </a:lnTo>
                  <a:close/>
                </a:path>
                <a:path w="10390505" h="4652010">
                  <a:moveTo>
                    <a:pt x="4646524" y="4632958"/>
                  </a:moveTo>
                  <a:lnTo>
                    <a:pt x="4641317" y="4632958"/>
                  </a:lnTo>
                  <a:lnTo>
                    <a:pt x="4636999" y="4637222"/>
                  </a:lnTo>
                  <a:lnTo>
                    <a:pt x="4636999" y="4647742"/>
                  </a:lnTo>
                  <a:lnTo>
                    <a:pt x="4641317" y="4652008"/>
                  </a:lnTo>
                  <a:lnTo>
                    <a:pt x="4646524" y="4652008"/>
                  </a:lnTo>
                  <a:lnTo>
                    <a:pt x="4646524" y="4632958"/>
                  </a:lnTo>
                  <a:close/>
                </a:path>
                <a:path w="10390505" h="4652010">
                  <a:moveTo>
                    <a:pt x="4651858" y="4632958"/>
                  </a:moveTo>
                  <a:lnTo>
                    <a:pt x="4646524" y="4632958"/>
                  </a:lnTo>
                  <a:lnTo>
                    <a:pt x="4646524" y="4652008"/>
                  </a:lnTo>
                  <a:lnTo>
                    <a:pt x="4651858" y="4652008"/>
                  </a:lnTo>
                  <a:lnTo>
                    <a:pt x="4656049" y="4647742"/>
                  </a:lnTo>
                  <a:lnTo>
                    <a:pt x="4656049" y="4637222"/>
                  </a:lnTo>
                  <a:lnTo>
                    <a:pt x="4651858" y="4632958"/>
                  </a:lnTo>
                  <a:close/>
                </a:path>
                <a:path w="10390505" h="4652010">
                  <a:moveTo>
                    <a:pt x="4608424" y="4632958"/>
                  </a:moveTo>
                  <a:lnTo>
                    <a:pt x="4603090" y="4632958"/>
                  </a:lnTo>
                  <a:lnTo>
                    <a:pt x="4598899" y="4637222"/>
                  </a:lnTo>
                  <a:lnTo>
                    <a:pt x="4598899" y="4647742"/>
                  </a:lnTo>
                  <a:lnTo>
                    <a:pt x="4603090" y="4652008"/>
                  </a:lnTo>
                  <a:lnTo>
                    <a:pt x="4608424" y="4652008"/>
                  </a:lnTo>
                  <a:lnTo>
                    <a:pt x="4608424" y="4632958"/>
                  </a:lnTo>
                  <a:close/>
                </a:path>
                <a:path w="10390505" h="4652010">
                  <a:moveTo>
                    <a:pt x="4613631" y="4632958"/>
                  </a:moveTo>
                  <a:lnTo>
                    <a:pt x="4608424" y="4632958"/>
                  </a:lnTo>
                  <a:lnTo>
                    <a:pt x="4608424" y="4652008"/>
                  </a:lnTo>
                  <a:lnTo>
                    <a:pt x="4613631" y="4652008"/>
                  </a:lnTo>
                  <a:lnTo>
                    <a:pt x="4617949" y="4647742"/>
                  </a:lnTo>
                  <a:lnTo>
                    <a:pt x="4617949" y="4637222"/>
                  </a:lnTo>
                  <a:lnTo>
                    <a:pt x="4613631" y="4632958"/>
                  </a:lnTo>
                  <a:close/>
                </a:path>
                <a:path w="10390505" h="4652010">
                  <a:moveTo>
                    <a:pt x="4570324" y="4632958"/>
                  </a:moveTo>
                  <a:lnTo>
                    <a:pt x="4564990" y="4632958"/>
                  </a:lnTo>
                  <a:lnTo>
                    <a:pt x="4560799" y="4637222"/>
                  </a:lnTo>
                  <a:lnTo>
                    <a:pt x="4560799" y="4647742"/>
                  </a:lnTo>
                  <a:lnTo>
                    <a:pt x="4564990" y="4652008"/>
                  </a:lnTo>
                  <a:lnTo>
                    <a:pt x="4570324" y="4652008"/>
                  </a:lnTo>
                  <a:lnTo>
                    <a:pt x="4570324" y="4632958"/>
                  </a:lnTo>
                  <a:close/>
                </a:path>
                <a:path w="10390505" h="4652010">
                  <a:moveTo>
                    <a:pt x="4575531" y="4632958"/>
                  </a:moveTo>
                  <a:lnTo>
                    <a:pt x="4570324" y="4632958"/>
                  </a:lnTo>
                  <a:lnTo>
                    <a:pt x="4570324" y="4652008"/>
                  </a:lnTo>
                  <a:lnTo>
                    <a:pt x="4575531" y="4652008"/>
                  </a:lnTo>
                  <a:lnTo>
                    <a:pt x="4579849" y="4647742"/>
                  </a:lnTo>
                  <a:lnTo>
                    <a:pt x="4579849" y="4637222"/>
                  </a:lnTo>
                  <a:lnTo>
                    <a:pt x="4575531" y="4632958"/>
                  </a:lnTo>
                  <a:close/>
                </a:path>
                <a:path w="10390505" h="4652010">
                  <a:moveTo>
                    <a:pt x="4532224" y="4632958"/>
                  </a:moveTo>
                  <a:lnTo>
                    <a:pt x="4526890" y="4632958"/>
                  </a:lnTo>
                  <a:lnTo>
                    <a:pt x="4522699" y="4637222"/>
                  </a:lnTo>
                  <a:lnTo>
                    <a:pt x="4522699" y="4647742"/>
                  </a:lnTo>
                  <a:lnTo>
                    <a:pt x="4526890" y="4652008"/>
                  </a:lnTo>
                  <a:lnTo>
                    <a:pt x="4532224" y="4652008"/>
                  </a:lnTo>
                  <a:lnTo>
                    <a:pt x="4532224" y="4632958"/>
                  </a:lnTo>
                  <a:close/>
                </a:path>
                <a:path w="10390505" h="4652010">
                  <a:moveTo>
                    <a:pt x="4537431" y="4632958"/>
                  </a:moveTo>
                  <a:lnTo>
                    <a:pt x="4532224" y="4632958"/>
                  </a:lnTo>
                  <a:lnTo>
                    <a:pt x="4532224" y="4652008"/>
                  </a:lnTo>
                  <a:lnTo>
                    <a:pt x="4537431" y="4652008"/>
                  </a:lnTo>
                  <a:lnTo>
                    <a:pt x="4541749" y="4647742"/>
                  </a:lnTo>
                  <a:lnTo>
                    <a:pt x="4541749" y="4637222"/>
                  </a:lnTo>
                  <a:lnTo>
                    <a:pt x="4537431" y="4632958"/>
                  </a:lnTo>
                  <a:close/>
                </a:path>
                <a:path w="10390505" h="4652010">
                  <a:moveTo>
                    <a:pt x="4493997" y="4632958"/>
                  </a:moveTo>
                  <a:lnTo>
                    <a:pt x="4488790" y="4632958"/>
                  </a:lnTo>
                  <a:lnTo>
                    <a:pt x="4484472" y="4637222"/>
                  </a:lnTo>
                  <a:lnTo>
                    <a:pt x="4484472" y="4647742"/>
                  </a:lnTo>
                  <a:lnTo>
                    <a:pt x="4488790" y="4652008"/>
                  </a:lnTo>
                  <a:lnTo>
                    <a:pt x="4493997" y="4652008"/>
                  </a:lnTo>
                  <a:lnTo>
                    <a:pt x="4493997" y="4632958"/>
                  </a:lnTo>
                  <a:close/>
                </a:path>
                <a:path w="10390505" h="4652010">
                  <a:moveTo>
                    <a:pt x="4499331" y="4632958"/>
                  </a:moveTo>
                  <a:lnTo>
                    <a:pt x="4494124" y="4632958"/>
                  </a:lnTo>
                  <a:lnTo>
                    <a:pt x="4494124" y="4652008"/>
                  </a:lnTo>
                  <a:lnTo>
                    <a:pt x="4499331" y="4652008"/>
                  </a:lnTo>
                  <a:lnTo>
                    <a:pt x="4503649" y="4647742"/>
                  </a:lnTo>
                  <a:lnTo>
                    <a:pt x="4503649" y="4637222"/>
                  </a:lnTo>
                  <a:lnTo>
                    <a:pt x="4499331" y="4632958"/>
                  </a:lnTo>
                  <a:close/>
                </a:path>
                <a:path w="10390505" h="4652010">
                  <a:moveTo>
                    <a:pt x="4455897" y="4632958"/>
                  </a:moveTo>
                  <a:lnTo>
                    <a:pt x="4450690" y="4632958"/>
                  </a:lnTo>
                  <a:lnTo>
                    <a:pt x="4446372" y="4637222"/>
                  </a:lnTo>
                  <a:lnTo>
                    <a:pt x="4446372" y="4647742"/>
                  </a:lnTo>
                  <a:lnTo>
                    <a:pt x="4450690" y="4652008"/>
                  </a:lnTo>
                  <a:lnTo>
                    <a:pt x="4455897" y="4652008"/>
                  </a:lnTo>
                  <a:lnTo>
                    <a:pt x="4455897" y="4632958"/>
                  </a:lnTo>
                  <a:close/>
                </a:path>
                <a:path w="10390505" h="4652010">
                  <a:moveTo>
                    <a:pt x="4461231" y="4632958"/>
                  </a:moveTo>
                  <a:lnTo>
                    <a:pt x="4455897" y="4632958"/>
                  </a:lnTo>
                  <a:lnTo>
                    <a:pt x="4455897" y="4652008"/>
                  </a:lnTo>
                  <a:lnTo>
                    <a:pt x="4461231" y="4652008"/>
                  </a:lnTo>
                  <a:lnTo>
                    <a:pt x="4465422" y="4647742"/>
                  </a:lnTo>
                  <a:lnTo>
                    <a:pt x="4465422" y="4637222"/>
                  </a:lnTo>
                  <a:lnTo>
                    <a:pt x="4461231" y="4632958"/>
                  </a:lnTo>
                  <a:close/>
                </a:path>
                <a:path w="10390505" h="4652010">
                  <a:moveTo>
                    <a:pt x="4417797" y="4632958"/>
                  </a:moveTo>
                  <a:lnTo>
                    <a:pt x="4412590" y="4632958"/>
                  </a:lnTo>
                  <a:lnTo>
                    <a:pt x="4408272" y="4637222"/>
                  </a:lnTo>
                  <a:lnTo>
                    <a:pt x="4408272" y="4647742"/>
                  </a:lnTo>
                  <a:lnTo>
                    <a:pt x="4412590" y="4652008"/>
                  </a:lnTo>
                  <a:lnTo>
                    <a:pt x="4417797" y="4652008"/>
                  </a:lnTo>
                  <a:lnTo>
                    <a:pt x="4417797" y="4632958"/>
                  </a:lnTo>
                  <a:close/>
                </a:path>
                <a:path w="10390505" h="4652010">
                  <a:moveTo>
                    <a:pt x="4423131" y="4632958"/>
                  </a:moveTo>
                  <a:lnTo>
                    <a:pt x="4417797" y="4632958"/>
                  </a:lnTo>
                  <a:lnTo>
                    <a:pt x="4417797" y="4652008"/>
                  </a:lnTo>
                  <a:lnTo>
                    <a:pt x="4423131" y="4652008"/>
                  </a:lnTo>
                  <a:lnTo>
                    <a:pt x="4427322" y="4647742"/>
                  </a:lnTo>
                  <a:lnTo>
                    <a:pt x="4427322" y="4637222"/>
                  </a:lnTo>
                  <a:lnTo>
                    <a:pt x="4423131" y="4632958"/>
                  </a:lnTo>
                  <a:close/>
                </a:path>
                <a:path w="10390505" h="4652010">
                  <a:moveTo>
                    <a:pt x="4379697" y="4632958"/>
                  </a:moveTo>
                  <a:lnTo>
                    <a:pt x="4374490" y="4632958"/>
                  </a:lnTo>
                  <a:lnTo>
                    <a:pt x="4370172" y="4637222"/>
                  </a:lnTo>
                  <a:lnTo>
                    <a:pt x="4370172" y="4647742"/>
                  </a:lnTo>
                  <a:lnTo>
                    <a:pt x="4374490" y="4652008"/>
                  </a:lnTo>
                  <a:lnTo>
                    <a:pt x="4379697" y="4652008"/>
                  </a:lnTo>
                  <a:lnTo>
                    <a:pt x="4379697" y="4632958"/>
                  </a:lnTo>
                  <a:close/>
                </a:path>
                <a:path w="10390505" h="4652010">
                  <a:moveTo>
                    <a:pt x="4385031" y="4632958"/>
                  </a:moveTo>
                  <a:lnTo>
                    <a:pt x="4379697" y="4632958"/>
                  </a:lnTo>
                  <a:lnTo>
                    <a:pt x="4379697" y="4652008"/>
                  </a:lnTo>
                  <a:lnTo>
                    <a:pt x="4385031" y="4652008"/>
                  </a:lnTo>
                  <a:lnTo>
                    <a:pt x="4389222" y="4647742"/>
                  </a:lnTo>
                  <a:lnTo>
                    <a:pt x="4389222" y="4637222"/>
                  </a:lnTo>
                  <a:lnTo>
                    <a:pt x="4385031" y="4632958"/>
                  </a:lnTo>
                  <a:close/>
                </a:path>
                <a:path w="10390505" h="4652010">
                  <a:moveTo>
                    <a:pt x="4341597" y="4632958"/>
                  </a:moveTo>
                  <a:lnTo>
                    <a:pt x="4336263" y="4632958"/>
                  </a:lnTo>
                  <a:lnTo>
                    <a:pt x="4332072" y="4637222"/>
                  </a:lnTo>
                  <a:lnTo>
                    <a:pt x="4332072" y="4647742"/>
                  </a:lnTo>
                  <a:lnTo>
                    <a:pt x="4336263" y="4652008"/>
                  </a:lnTo>
                  <a:lnTo>
                    <a:pt x="4341597" y="4652008"/>
                  </a:lnTo>
                  <a:lnTo>
                    <a:pt x="4341597" y="4632958"/>
                  </a:lnTo>
                  <a:close/>
                </a:path>
                <a:path w="10390505" h="4652010">
                  <a:moveTo>
                    <a:pt x="4346804" y="4632958"/>
                  </a:moveTo>
                  <a:lnTo>
                    <a:pt x="4341597" y="4632958"/>
                  </a:lnTo>
                  <a:lnTo>
                    <a:pt x="4341597" y="4652008"/>
                  </a:lnTo>
                  <a:lnTo>
                    <a:pt x="4346804" y="4652008"/>
                  </a:lnTo>
                  <a:lnTo>
                    <a:pt x="4351122" y="4647742"/>
                  </a:lnTo>
                  <a:lnTo>
                    <a:pt x="4351122" y="4637222"/>
                  </a:lnTo>
                  <a:lnTo>
                    <a:pt x="4346804" y="4632958"/>
                  </a:lnTo>
                  <a:close/>
                </a:path>
                <a:path w="10390505" h="4652010">
                  <a:moveTo>
                    <a:pt x="4303497" y="4632958"/>
                  </a:moveTo>
                  <a:lnTo>
                    <a:pt x="4298163" y="4632958"/>
                  </a:lnTo>
                  <a:lnTo>
                    <a:pt x="4293972" y="4637222"/>
                  </a:lnTo>
                  <a:lnTo>
                    <a:pt x="4293972" y="4647742"/>
                  </a:lnTo>
                  <a:lnTo>
                    <a:pt x="4298163" y="4652008"/>
                  </a:lnTo>
                  <a:lnTo>
                    <a:pt x="4303497" y="4652008"/>
                  </a:lnTo>
                  <a:lnTo>
                    <a:pt x="4303497" y="4632958"/>
                  </a:lnTo>
                  <a:close/>
                </a:path>
                <a:path w="10390505" h="4652010">
                  <a:moveTo>
                    <a:pt x="4308704" y="4632958"/>
                  </a:moveTo>
                  <a:lnTo>
                    <a:pt x="4303497" y="4632958"/>
                  </a:lnTo>
                  <a:lnTo>
                    <a:pt x="4303497" y="4652008"/>
                  </a:lnTo>
                  <a:lnTo>
                    <a:pt x="4308704" y="4652008"/>
                  </a:lnTo>
                  <a:lnTo>
                    <a:pt x="4313022" y="4647742"/>
                  </a:lnTo>
                  <a:lnTo>
                    <a:pt x="4313022" y="4637222"/>
                  </a:lnTo>
                  <a:lnTo>
                    <a:pt x="4308704" y="4632958"/>
                  </a:lnTo>
                  <a:close/>
                </a:path>
                <a:path w="10390505" h="4652010">
                  <a:moveTo>
                    <a:pt x="4265397" y="4632958"/>
                  </a:moveTo>
                  <a:lnTo>
                    <a:pt x="4260063" y="4632958"/>
                  </a:lnTo>
                  <a:lnTo>
                    <a:pt x="4255872" y="4637222"/>
                  </a:lnTo>
                  <a:lnTo>
                    <a:pt x="4255872" y="4647742"/>
                  </a:lnTo>
                  <a:lnTo>
                    <a:pt x="4260063" y="4652008"/>
                  </a:lnTo>
                  <a:lnTo>
                    <a:pt x="4265397" y="4652008"/>
                  </a:lnTo>
                  <a:lnTo>
                    <a:pt x="4265397" y="4632958"/>
                  </a:lnTo>
                  <a:close/>
                </a:path>
                <a:path w="10390505" h="4652010">
                  <a:moveTo>
                    <a:pt x="4270604" y="4632958"/>
                  </a:moveTo>
                  <a:lnTo>
                    <a:pt x="4265397" y="4632958"/>
                  </a:lnTo>
                  <a:lnTo>
                    <a:pt x="4265397" y="4652008"/>
                  </a:lnTo>
                  <a:lnTo>
                    <a:pt x="4270604" y="4652008"/>
                  </a:lnTo>
                  <a:lnTo>
                    <a:pt x="4274922" y="4647742"/>
                  </a:lnTo>
                  <a:lnTo>
                    <a:pt x="4274922" y="4637222"/>
                  </a:lnTo>
                  <a:lnTo>
                    <a:pt x="4270604" y="4632958"/>
                  </a:lnTo>
                  <a:close/>
                </a:path>
                <a:path w="10390505" h="4652010">
                  <a:moveTo>
                    <a:pt x="4227170" y="4632958"/>
                  </a:moveTo>
                  <a:lnTo>
                    <a:pt x="4221963" y="4632958"/>
                  </a:lnTo>
                  <a:lnTo>
                    <a:pt x="4217645" y="4637222"/>
                  </a:lnTo>
                  <a:lnTo>
                    <a:pt x="4217645" y="4647742"/>
                  </a:lnTo>
                  <a:lnTo>
                    <a:pt x="4221963" y="4652008"/>
                  </a:lnTo>
                  <a:lnTo>
                    <a:pt x="4227170" y="4652008"/>
                  </a:lnTo>
                  <a:lnTo>
                    <a:pt x="4227170" y="4632958"/>
                  </a:lnTo>
                  <a:close/>
                </a:path>
                <a:path w="10390505" h="4652010">
                  <a:moveTo>
                    <a:pt x="4232504" y="4632958"/>
                  </a:moveTo>
                  <a:lnTo>
                    <a:pt x="4227297" y="4632958"/>
                  </a:lnTo>
                  <a:lnTo>
                    <a:pt x="4227297" y="4652008"/>
                  </a:lnTo>
                  <a:lnTo>
                    <a:pt x="4232504" y="4652008"/>
                  </a:lnTo>
                  <a:lnTo>
                    <a:pt x="4236822" y="4647742"/>
                  </a:lnTo>
                  <a:lnTo>
                    <a:pt x="4236822" y="4637222"/>
                  </a:lnTo>
                  <a:lnTo>
                    <a:pt x="4232504" y="4632958"/>
                  </a:lnTo>
                  <a:close/>
                </a:path>
                <a:path w="10390505" h="4652010">
                  <a:moveTo>
                    <a:pt x="4189070" y="4632958"/>
                  </a:moveTo>
                  <a:lnTo>
                    <a:pt x="4183863" y="4632958"/>
                  </a:lnTo>
                  <a:lnTo>
                    <a:pt x="4179545" y="4637222"/>
                  </a:lnTo>
                  <a:lnTo>
                    <a:pt x="4179545" y="4647742"/>
                  </a:lnTo>
                  <a:lnTo>
                    <a:pt x="4183863" y="4652008"/>
                  </a:lnTo>
                  <a:lnTo>
                    <a:pt x="4189070" y="4652008"/>
                  </a:lnTo>
                  <a:lnTo>
                    <a:pt x="4189070" y="4632958"/>
                  </a:lnTo>
                  <a:close/>
                </a:path>
                <a:path w="10390505" h="4652010">
                  <a:moveTo>
                    <a:pt x="4194404" y="4632958"/>
                  </a:moveTo>
                  <a:lnTo>
                    <a:pt x="4189070" y="4632958"/>
                  </a:lnTo>
                  <a:lnTo>
                    <a:pt x="4189070" y="4652008"/>
                  </a:lnTo>
                  <a:lnTo>
                    <a:pt x="4194404" y="4652008"/>
                  </a:lnTo>
                  <a:lnTo>
                    <a:pt x="4198595" y="4647742"/>
                  </a:lnTo>
                  <a:lnTo>
                    <a:pt x="4198595" y="4637222"/>
                  </a:lnTo>
                  <a:lnTo>
                    <a:pt x="4194404" y="4632958"/>
                  </a:lnTo>
                  <a:close/>
                </a:path>
                <a:path w="10390505" h="4652010">
                  <a:moveTo>
                    <a:pt x="4150970" y="4632958"/>
                  </a:moveTo>
                  <a:lnTo>
                    <a:pt x="4145763" y="4632958"/>
                  </a:lnTo>
                  <a:lnTo>
                    <a:pt x="4141445" y="4637222"/>
                  </a:lnTo>
                  <a:lnTo>
                    <a:pt x="4141445" y="4647742"/>
                  </a:lnTo>
                  <a:lnTo>
                    <a:pt x="4145763" y="4652008"/>
                  </a:lnTo>
                  <a:lnTo>
                    <a:pt x="4150970" y="4652008"/>
                  </a:lnTo>
                  <a:lnTo>
                    <a:pt x="4150970" y="4632958"/>
                  </a:lnTo>
                  <a:close/>
                </a:path>
                <a:path w="10390505" h="4652010">
                  <a:moveTo>
                    <a:pt x="4156304" y="4632958"/>
                  </a:moveTo>
                  <a:lnTo>
                    <a:pt x="4150970" y="4632958"/>
                  </a:lnTo>
                  <a:lnTo>
                    <a:pt x="4150970" y="4652008"/>
                  </a:lnTo>
                  <a:lnTo>
                    <a:pt x="4156304" y="4652008"/>
                  </a:lnTo>
                  <a:lnTo>
                    <a:pt x="4160495" y="4647742"/>
                  </a:lnTo>
                  <a:lnTo>
                    <a:pt x="4160495" y="4637222"/>
                  </a:lnTo>
                  <a:lnTo>
                    <a:pt x="4156304" y="4632958"/>
                  </a:lnTo>
                  <a:close/>
                </a:path>
                <a:path w="10390505" h="4652010">
                  <a:moveTo>
                    <a:pt x="4112870" y="4632958"/>
                  </a:moveTo>
                  <a:lnTo>
                    <a:pt x="4107536" y="4632958"/>
                  </a:lnTo>
                  <a:lnTo>
                    <a:pt x="4103345" y="4637222"/>
                  </a:lnTo>
                  <a:lnTo>
                    <a:pt x="4103345" y="4647742"/>
                  </a:lnTo>
                  <a:lnTo>
                    <a:pt x="4107536" y="4652008"/>
                  </a:lnTo>
                  <a:lnTo>
                    <a:pt x="4112870" y="4652008"/>
                  </a:lnTo>
                  <a:lnTo>
                    <a:pt x="4112870" y="4632958"/>
                  </a:lnTo>
                  <a:close/>
                </a:path>
                <a:path w="10390505" h="4652010">
                  <a:moveTo>
                    <a:pt x="4118077" y="4632958"/>
                  </a:moveTo>
                  <a:lnTo>
                    <a:pt x="4112870" y="4632958"/>
                  </a:lnTo>
                  <a:lnTo>
                    <a:pt x="4112870" y="4652008"/>
                  </a:lnTo>
                  <a:lnTo>
                    <a:pt x="4118077" y="4652008"/>
                  </a:lnTo>
                  <a:lnTo>
                    <a:pt x="4122395" y="4647742"/>
                  </a:lnTo>
                  <a:lnTo>
                    <a:pt x="4122395" y="4637222"/>
                  </a:lnTo>
                  <a:lnTo>
                    <a:pt x="4118077" y="4632958"/>
                  </a:lnTo>
                  <a:close/>
                </a:path>
                <a:path w="10390505" h="4652010">
                  <a:moveTo>
                    <a:pt x="4074770" y="4632958"/>
                  </a:moveTo>
                  <a:lnTo>
                    <a:pt x="4069436" y="4632958"/>
                  </a:lnTo>
                  <a:lnTo>
                    <a:pt x="4065245" y="4637222"/>
                  </a:lnTo>
                  <a:lnTo>
                    <a:pt x="4065245" y="4647742"/>
                  </a:lnTo>
                  <a:lnTo>
                    <a:pt x="4069436" y="4652008"/>
                  </a:lnTo>
                  <a:lnTo>
                    <a:pt x="4074770" y="4652008"/>
                  </a:lnTo>
                  <a:lnTo>
                    <a:pt x="4074770" y="4632958"/>
                  </a:lnTo>
                  <a:close/>
                </a:path>
                <a:path w="10390505" h="4652010">
                  <a:moveTo>
                    <a:pt x="4079977" y="4632958"/>
                  </a:moveTo>
                  <a:lnTo>
                    <a:pt x="4074770" y="4632958"/>
                  </a:lnTo>
                  <a:lnTo>
                    <a:pt x="4074770" y="4652008"/>
                  </a:lnTo>
                  <a:lnTo>
                    <a:pt x="4079977" y="4652008"/>
                  </a:lnTo>
                  <a:lnTo>
                    <a:pt x="4084295" y="4647742"/>
                  </a:lnTo>
                  <a:lnTo>
                    <a:pt x="4084295" y="4637222"/>
                  </a:lnTo>
                  <a:lnTo>
                    <a:pt x="4079977" y="4632958"/>
                  </a:lnTo>
                  <a:close/>
                </a:path>
                <a:path w="10390505" h="4652010">
                  <a:moveTo>
                    <a:pt x="4036670" y="4632958"/>
                  </a:moveTo>
                  <a:lnTo>
                    <a:pt x="4031336" y="4632958"/>
                  </a:lnTo>
                  <a:lnTo>
                    <a:pt x="4027145" y="4637222"/>
                  </a:lnTo>
                  <a:lnTo>
                    <a:pt x="4027145" y="4647742"/>
                  </a:lnTo>
                  <a:lnTo>
                    <a:pt x="4031336" y="4652008"/>
                  </a:lnTo>
                  <a:lnTo>
                    <a:pt x="4036670" y="4652008"/>
                  </a:lnTo>
                  <a:lnTo>
                    <a:pt x="4036670" y="4632958"/>
                  </a:lnTo>
                  <a:close/>
                </a:path>
                <a:path w="10390505" h="4652010">
                  <a:moveTo>
                    <a:pt x="4041877" y="4632958"/>
                  </a:moveTo>
                  <a:lnTo>
                    <a:pt x="4036670" y="4632958"/>
                  </a:lnTo>
                  <a:lnTo>
                    <a:pt x="4036670" y="4652008"/>
                  </a:lnTo>
                  <a:lnTo>
                    <a:pt x="4041877" y="4652008"/>
                  </a:lnTo>
                  <a:lnTo>
                    <a:pt x="4046195" y="4647742"/>
                  </a:lnTo>
                  <a:lnTo>
                    <a:pt x="4046195" y="4637222"/>
                  </a:lnTo>
                  <a:lnTo>
                    <a:pt x="4041877" y="4632958"/>
                  </a:lnTo>
                  <a:close/>
                </a:path>
                <a:path w="10390505" h="4652010">
                  <a:moveTo>
                    <a:pt x="3998443" y="4632958"/>
                  </a:moveTo>
                  <a:lnTo>
                    <a:pt x="3993236" y="4632958"/>
                  </a:lnTo>
                  <a:lnTo>
                    <a:pt x="3988918" y="4637222"/>
                  </a:lnTo>
                  <a:lnTo>
                    <a:pt x="3988918" y="4647742"/>
                  </a:lnTo>
                  <a:lnTo>
                    <a:pt x="3993236" y="4652008"/>
                  </a:lnTo>
                  <a:lnTo>
                    <a:pt x="3998443" y="4652008"/>
                  </a:lnTo>
                  <a:lnTo>
                    <a:pt x="3998443" y="4632958"/>
                  </a:lnTo>
                  <a:close/>
                </a:path>
                <a:path w="10390505" h="4652010">
                  <a:moveTo>
                    <a:pt x="4003777" y="4632958"/>
                  </a:moveTo>
                  <a:lnTo>
                    <a:pt x="3998570" y="4632958"/>
                  </a:lnTo>
                  <a:lnTo>
                    <a:pt x="3998570" y="4652008"/>
                  </a:lnTo>
                  <a:lnTo>
                    <a:pt x="4003777" y="4652008"/>
                  </a:lnTo>
                  <a:lnTo>
                    <a:pt x="4008095" y="4647742"/>
                  </a:lnTo>
                  <a:lnTo>
                    <a:pt x="4008095" y="4637222"/>
                  </a:lnTo>
                  <a:lnTo>
                    <a:pt x="4003777" y="4632958"/>
                  </a:lnTo>
                  <a:close/>
                </a:path>
                <a:path w="10390505" h="4652010">
                  <a:moveTo>
                    <a:pt x="3960343" y="4632958"/>
                  </a:moveTo>
                  <a:lnTo>
                    <a:pt x="3955136" y="4632958"/>
                  </a:lnTo>
                  <a:lnTo>
                    <a:pt x="3950818" y="4637222"/>
                  </a:lnTo>
                  <a:lnTo>
                    <a:pt x="3950818" y="4647742"/>
                  </a:lnTo>
                  <a:lnTo>
                    <a:pt x="3955136" y="4652008"/>
                  </a:lnTo>
                  <a:lnTo>
                    <a:pt x="3960343" y="4652008"/>
                  </a:lnTo>
                  <a:lnTo>
                    <a:pt x="3960343" y="4632958"/>
                  </a:lnTo>
                  <a:close/>
                </a:path>
                <a:path w="10390505" h="4652010">
                  <a:moveTo>
                    <a:pt x="3965677" y="4632958"/>
                  </a:moveTo>
                  <a:lnTo>
                    <a:pt x="3960343" y="4632958"/>
                  </a:lnTo>
                  <a:lnTo>
                    <a:pt x="3960343" y="4652008"/>
                  </a:lnTo>
                  <a:lnTo>
                    <a:pt x="3965677" y="4652008"/>
                  </a:lnTo>
                  <a:lnTo>
                    <a:pt x="3969868" y="4647742"/>
                  </a:lnTo>
                  <a:lnTo>
                    <a:pt x="3969868" y="4637222"/>
                  </a:lnTo>
                  <a:lnTo>
                    <a:pt x="3965677" y="4632958"/>
                  </a:lnTo>
                  <a:close/>
                </a:path>
                <a:path w="10390505" h="4652010">
                  <a:moveTo>
                    <a:pt x="3922243" y="4632958"/>
                  </a:moveTo>
                  <a:lnTo>
                    <a:pt x="3917036" y="4632958"/>
                  </a:lnTo>
                  <a:lnTo>
                    <a:pt x="3912718" y="4637222"/>
                  </a:lnTo>
                  <a:lnTo>
                    <a:pt x="3912718" y="4647742"/>
                  </a:lnTo>
                  <a:lnTo>
                    <a:pt x="3917036" y="4652008"/>
                  </a:lnTo>
                  <a:lnTo>
                    <a:pt x="3922243" y="4652008"/>
                  </a:lnTo>
                  <a:lnTo>
                    <a:pt x="3922243" y="4632958"/>
                  </a:lnTo>
                  <a:close/>
                </a:path>
                <a:path w="10390505" h="4652010">
                  <a:moveTo>
                    <a:pt x="3927577" y="4632958"/>
                  </a:moveTo>
                  <a:lnTo>
                    <a:pt x="3922243" y="4632958"/>
                  </a:lnTo>
                  <a:lnTo>
                    <a:pt x="3922243" y="4652008"/>
                  </a:lnTo>
                  <a:lnTo>
                    <a:pt x="3927577" y="4652008"/>
                  </a:lnTo>
                  <a:lnTo>
                    <a:pt x="3931768" y="4647742"/>
                  </a:lnTo>
                  <a:lnTo>
                    <a:pt x="3931768" y="4637222"/>
                  </a:lnTo>
                  <a:lnTo>
                    <a:pt x="3927577" y="4632958"/>
                  </a:lnTo>
                  <a:close/>
                </a:path>
                <a:path w="10390505" h="4652010">
                  <a:moveTo>
                    <a:pt x="3884143" y="4632958"/>
                  </a:moveTo>
                  <a:lnTo>
                    <a:pt x="3878936" y="4632958"/>
                  </a:lnTo>
                  <a:lnTo>
                    <a:pt x="3874618" y="4637222"/>
                  </a:lnTo>
                  <a:lnTo>
                    <a:pt x="3874618" y="4647742"/>
                  </a:lnTo>
                  <a:lnTo>
                    <a:pt x="3878936" y="4652008"/>
                  </a:lnTo>
                  <a:lnTo>
                    <a:pt x="3884143" y="4652008"/>
                  </a:lnTo>
                  <a:lnTo>
                    <a:pt x="3884143" y="4632958"/>
                  </a:lnTo>
                  <a:close/>
                </a:path>
                <a:path w="10390505" h="4652010">
                  <a:moveTo>
                    <a:pt x="3889477" y="4632958"/>
                  </a:moveTo>
                  <a:lnTo>
                    <a:pt x="3884143" y="4632958"/>
                  </a:lnTo>
                  <a:lnTo>
                    <a:pt x="3884143" y="4652008"/>
                  </a:lnTo>
                  <a:lnTo>
                    <a:pt x="3889477" y="4652008"/>
                  </a:lnTo>
                  <a:lnTo>
                    <a:pt x="3893668" y="4647742"/>
                  </a:lnTo>
                  <a:lnTo>
                    <a:pt x="3893668" y="4637222"/>
                  </a:lnTo>
                  <a:lnTo>
                    <a:pt x="3889477" y="4632958"/>
                  </a:lnTo>
                  <a:close/>
                </a:path>
                <a:path w="10390505" h="4652010">
                  <a:moveTo>
                    <a:pt x="3846043" y="4632958"/>
                  </a:moveTo>
                  <a:lnTo>
                    <a:pt x="3840709" y="4632958"/>
                  </a:lnTo>
                  <a:lnTo>
                    <a:pt x="3836518" y="4637222"/>
                  </a:lnTo>
                  <a:lnTo>
                    <a:pt x="3836518" y="4647742"/>
                  </a:lnTo>
                  <a:lnTo>
                    <a:pt x="3840709" y="4652008"/>
                  </a:lnTo>
                  <a:lnTo>
                    <a:pt x="3846043" y="4652008"/>
                  </a:lnTo>
                  <a:lnTo>
                    <a:pt x="3846043" y="4632958"/>
                  </a:lnTo>
                  <a:close/>
                </a:path>
                <a:path w="10390505" h="4652010">
                  <a:moveTo>
                    <a:pt x="3851250" y="4632958"/>
                  </a:moveTo>
                  <a:lnTo>
                    <a:pt x="3846043" y="4632958"/>
                  </a:lnTo>
                  <a:lnTo>
                    <a:pt x="3846043" y="4652008"/>
                  </a:lnTo>
                  <a:lnTo>
                    <a:pt x="3851250" y="4652008"/>
                  </a:lnTo>
                  <a:lnTo>
                    <a:pt x="3855568" y="4647742"/>
                  </a:lnTo>
                  <a:lnTo>
                    <a:pt x="3855568" y="4637222"/>
                  </a:lnTo>
                  <a:lnTo>
                    <a:pt x="3851250" y="4632958"/>
                  </a:lnTo>
                  <a:close/>
                </a:path>
                <a:path w="10390505" h="4652010">
                  <a:moveTo>
                    <a:pt x="3807943" y="4632958"/>
                  </a:moveTo>
                  <a:lnTo>
                    <a:pt x="3802609" y="4632958"/>
                  </a:lnTo>
                  <a:lnTo>
                    <a:pt x="3798418" y="4637222"/>
                  </a:lnTo>
                  <a:lnTo>
                    <a:pt x="3798418" y="4647742"/>
                  </a:lnTo>
                  <a:lnTo>
                    <a:pt x="3802609" y="4652008"/>
                  </a:lnTo>
                  <a:lnTo>
                    <a:pt x="3807943" y="4652008"/>
                  </a:lnTo>
                  <a:lnTo>
                    <a:pt x="3807943" y="4632958"/>
                  </a:lnTo>
                  <a:close/>
                </a:path>
                <a:path w="10390505" h="4652010">
                  <a:moveTo>
                    <a:pt x="3813150" y="4632958"/>
                  </a:moveTo>
                  <a:lnTo>
                    <a:pt x="3807943" y="4632958"/>
                  </a:lnTo>
                  <a:lnTo>
                    <a:pt x="3807943" y="4652008"/>
                  </a:lnTo>
                  <a:lnTo>
                    <a:pt x="3813150" y="4652008"/>
                  </a:lnTo>
                  <a:lnTo>
                    <a:pt x="3817468" y="4647742"/>
                  </a:lnTo>
                  <a:lnTo>
                    <a:pt x="3817468" y="4637222"/>
                  </a:lnTo>
                  <a:lnTo>
                    <a:pt x="3813150" y="4632958"/>
                  </a:lnTo>
                  <a:close/>
                </a:path>
                <a:path w="10390505" h="4652010">
                  <a:moveTo>
                    <a:pt x="3769843" y="4632958"/>
                  </a:moveTo>
                  <a:lnTo>
                    <a:pt x="3764509" y="4632958"/>
                  </a:lnTo>
                  <a:lnTo>
                    <a:pt x="3760318" y="4637222"/>
                  </a:lnTo>
                  <a:lnTo>
                    <a:pt x="3760318" y="4647742"/>
                  </a:lnTo>
                  <a:lnTo>
                    <a:pt x="3764509" y="4652008"/>
                  </a:lnTo>
                  <a:lnTo>
                    <a:pt x="3769843" y="4652008"/>
                  </a:lnTo>
                  <a:lnTo>
                    <a:pt x="3769843" y="4632958"/>
                  </a:lnTo>
                  <a:close/>
                </a:path>
                <a:path w="10390505" h="4652010">
                  <a:moveTo>
                    <a:pt x="3775050" y="4632958"/>
                  </a:moveTo>
                  <a:lnTo>
                    <a:pt x="3769843" y="4632958"/>
                  </a:lnTo>
                  <a:lnTo>
                    <a:pt x="3769843" y="4652008"/>
                  </a:lnTo>
                  <a:lnTo>
                    <a:pt x="3775050" y="4652008"/>
                  </a:lnTo>
                  <a:lnTo>
                    <a:pt x="3779368" y="4647742"/>
                  </a:lnTo>
                  <a:lnTo>
                    <a:pt x="3779368" y="4637222"/>
                  </a:lnTo>
                  <a:lnTo>
                    <a:pt x="3775050" y="4632958"/>
                  </a:lnTo>
                  <a:close/>
                </a:path>
                <a:path w="10390505" h="4652010">
                  <a:moveTo>
                    <a:pt x="3731616" y="4632958"/>
                  </a:moveTo>
                  <a:lnTo>
                    <a:pt x="3726409" y="4632958"/>
                  </a:lnTo>
                  <a:lnTo>
                    <a:pt x="3722091" y="4637222"/>
                  </a:lnTo>
                  <a:lnTo>
                    <a:pt x="3722091" y="4647742"/>
                  </a:lnTo>
                  <a:lnTo>
                    <a:pt x="3726409" y="4652008"/>
                  </a:lnTo>
                  <a:lnTo>
                    <a:pt x="3731616" y="4652008"/>
                  </a:lnTo>
                  <a:lnTo>
                    <a:pt x="3731616" y="4632958"/>
                  </a:lnTo>
                  <a:close/>
                </a:path>
                <a:path w="10390505" h="4652010">
                  <a:moveTo>
                    <a:pt x="3736950" y="4632958"/>
                  </a:moveTo>
                  <a:lnTo>
                    <a:pt x="3731743" y="4632958"/>
                  </a:lnTo>
                  <a:lnTo>
                    <a:pt x="3731743" y="4652008"/>
                  </a:lnTo>
                  <a:lnTo>
                    <a:pt x="3736950" y="4652008"/>
                  </a:lnTo>
                  <a:lnTo>
                    <a:pt x="3741268" y="4647742"/>
                  </a:lnTo>
                  <a:lnTo>
                    <a:pt x="3741268" y="4637222"/>
                  </a:lnTo>
                  <a:lnTo>
                    <a:pt x="3736950" y="4632958"/>
                  </a:lnTo>
                  <a:close/>
                </a:path>
                <a:path w="10390505" h="4652010">
                  <a:moveTo>
                    <a:pt x="3693516" y="4632958"/>
                  </a:moveTo>
                  <a:lnTo>
                    <a:pt x="3688309" y="4632958"/>
                  </a:lnTo>
                  <a:lnTo>
                    <a:pt x="3683991" y="4637222"/>
                  </a:lnTo>
                  <a:lnTo>
                    <a:pt x="3683991" y="4647742"/>
                  </a:lnTo>
                  <a:lnTo>
                    <a:pt x="3688309" y="4652008"/>
                  </a:lnTo>
                  <a:lnTo>
                    <a:pt x="3693516" y="4652008"/>
                  </a:lnTo>
                  <a:lnTo>
                    <a:pt x="3693516" y="4632958"/>
                  </a:lnTo>
                  <a:close/>
                </a:path>
                <a:path w="10390505" h="4652010">
                  <a:moveTo>
                    <a:pt x="3698850" y="4632958"/>
                  </a:moveTo>
                  <a:lnTo>
                    <a:pt x="3693516" y="4632958"/>
                  </a:lnTo>
                  <a:lnTo>
                    <a:pt x="3693516" y="4652008"/>
                  </a:lnTo>
                  <a:lnTo>
                    <a:pt x="3698850" y="4652008"/>
                  </a:lnTo>
                  <a:lnTo>
                    <a:pt x="3703041" y="4647742"/>
                  </a:lnTo>
                  <a:lnTo>
                    <a:pt x="3703041" y="4637222"/>
                  </a:lnTo>
                  <a:lnTo>
                    <a:pt x="3698850" y="4632958"/>
                  </a:lnTo>
                  <a:close/>
                </a:path>
                <a:path w="10390505" h="4652010">
                  <a:moveTo>
                    <a:pt x="3655416" y="4632958"/>
                  </a:moveTo>
                  <a:lnTo>
                    <a:pt x="3650209" y="4632958"/>
                  </a:lnTo>
                  <a:lnTo>
                    <a:pt x="3645891" y="4637222"/>
                  </a:lnTo>
                  <a:lnTo>
                    <a:pt x="3645891" y="4647742"/>
                  </a:lnTo>
                  <a:lnTo>
                    <a:pt x="3650209" y="4652008"/>
                  </a:lnTo>
                  <a:lnTo>
                    <a:pt x="3655416" y="4652008"/>
                  </a:lnTo>
                  <a:lnTo>
                    <a:pt x="3655416" y="4632958"/>
                  </a:lnTo>
                  <a:close/>
                </a:path>
                <a:path w="10390505" h="4652010">
                  <a:moveTo>
                    <a:pt x="3660750" y="4632958"/>
                  </a:moveTo>
                  <a:lnTo>
                    <a:pt x="3655416" y="4632958"/>
                  </a:lnTo>
                  <a:lnTo>
                    <a:pt x="3655416" y="4652008"/>
                  </a:lnTo>
                  <a:lnTo>
                    <a:pt x="3660750" y="4652008"/>
                  </a:lnTo>
                  <a:lnTo>
                    <a:pt x="3664941" y="4647742"/>
                  </a:lnTo>
                  <a:lnTo>
                    <a:pt x="3664941" y="4637222"/>
                  </a:lnTo>
                  <a:lnTo>
                    <a:pt x="3660750" y="4632958"/>
                  </a:lnTo>
                  <a:close/>
                </a:path>
                <a:path w="10390505" h="4652010">
                  <a:moveTo>
                    <a:pt x="3617316" y="4632958"/>
                  </a:moveTo>
                  <a:lnTo>
                    <a:pt x="3612109" y="4632958"/>
                  </a:lnTo>
                  <a:lnTo>
                    <a:pt x="3607791" y="4637222"/>
                  </a:lnTo>
                  <a:lnTo>
                    <a:pt x="3607791" y="4647742"/>
                  </a:lnTo>
                  <a:lnTo>
                    <a:pt x="3612109" y="4652008"/>
                  </a:lnTo>
                  <a:lnTo>
                    <a:pt x="3617316" y="4652008"/>
                  </a:lnTo>
                  <a:lnTo>
                    <a:pt x="3617316" y="4632958"/>
                  </a:lnTo>
                  <a:close/>
                </a:path>
                <a:path w="10390505" h="4652010">
                  <a:moveTo>
                    <a:pt x="3622650" y="4632958"/>
                  </a:moveTo>
                  <a:lnTo>
                    <a:pt x="3617316" y="4632958"/>
                  </a:lnTo>
                  <a:lnTo>
                    <a:pt x="3617316" y="4652008"/>
                  </a:lnTo>
                  <a:lnTo>
                    <a:pt x="3622650" y="4652008"/>
                  </a:lnTo>
                  <a:lnTo>
                    <a:pt x="3626841" y="4647742"/>
                  </a:lnTo>
                  <a:lnTo>
                    <a:pt x="3626841" y="4637222"/>
                  </a:lnTo>
                  <a:lnTo>
                    <a:pt x="3622650" y="4632958"/>
                  </a:lnTo>
                  <a:close/>
                </a:path>
                <a:path w="10390505" h="4652010">
                  <a:moveTo>
                    <a:pt x="3579216" y="4632958"/>
                  </a:moveTo>
                  <a:lnTo>
                    <a:pt x="3573882" y="4632958"/>
                  </a:lnTo>
                  <a:lnTo>
                    <a:pt x="3569691" y="4637222"/>
                  </a:lnTo>
                  <a:lnTo>
                    <a:pt x="3569691" y="4647742"/>
                  </a:lnTo>
                  <a:lnTo>
                    <a:pt x="3573882" y="4652008"/>
                  </a:lnTo>
                  <a:lnTo>
                    <a:pt x="3579216" y="4652008"/>
                  </a:lnTo>
                  <a:lnTo>
                    <a:pt x="3579216" y="4632958"/>
                  </a:lnTo>
                  <a:close/>
                </a:path>
                <a:path w="10390505" h="4652010">
                  <a:moveTo>
                    <a:pt x="3584423" y="4632958"/>
                  </a:moveTo>
                  <a:lnTo>
                    <a:pt x="3579216" y="4632958"/>
                  </a:lnTo>
                  <a:lnTo>
                    <a:pt x="3579216" y="4652008"/>
                  </a:lnTo>
                  <a:lnTo>
                    <a:pt x="3584423" y="4652008"/>
                  </a:lnTo>
                  <a:lnTo>
                    <a:pt x="3588741" y="4647742"/>
                  </a:lnTo>
                  <a:lnTo>
                    <a:pt x="3588741" y="4637222"/>
                  </a:lnTo>
                  <a:lnTo>
                    <a:pt x="3584423" y="4632958"/>
                  </a:lnTo>
                  <a:close/>
                </a:path>
                <a:path w="10390505" h="4652010">
                  <a:moveTo>
                    <a:pt x="3541116" y="4632958"/>
                  </a:moveTo>
                  <a:lnTo>
                    <a:pt x="3535782" y="4632958"/>
                  </a:lnTo>
                  <a:lnTo>
                    <a:pt x="3531591" y="4637222"/>
                  </a:lnTo>
                  <a:lnTo>
                    <a:pt x="3531591" y="4647742"/>
                  </a:lnTo>
                  <a:lnTo>
                    <a:pt x="3535782" y="4652008"/>
                  </a:lnTo>
                  <a:lnTo>
                    <a:pt x="3541116" y="4652008"/>
                  </a:lnTo>
                  <a:lnTo>
                    <a:pt x="3541116" y="4632958"/>
                  </a:lnTo>
                  <a:close/>
                </a:path>
                <a:path w="10390505" h="4652010">
                  <a:moveTo>
                    <a:pt x="3546323" y="4632958"/>
                  </a:moveTo>
                  <a:lnTo>
                    <a:pt x="3541116" y="4632958"/>
                  </a:lnTo>
                  <a:lnTo>
                    <a:pt x="3541116" y="4652008"/>
                  </a:lnTo>
                  <a:lnTo>
                    <a:pt x="3546323" y="4652008"/>
                  </a:lnTo>
                  <a:lnTo>
                    <a:pt x="3550641" y="4647742"/>
                  </a:lnTo>
                  <a:lnTo>
                    <a:pt x="3550641" y="4637222"/>
                  </a:lnTo>
                  <a:lnTo>
                    <a:pt x="3546323" y="4632958"/>
                  </a:lnTo>
                  <a:close/>
                </a:path>
                <a:path w="10390505" h="4652010">
                  <a:moveTo>
                    <a:pt x="3502889" y="4632958"/>
                  </a:moveTo>
                  <a:lnTo>
                    <a:pt x="3497682" y="4632958"/>
                  </a:lnTo>
                  <a:lnTo>
                    <a:pt x="3493364" y="4637222"/>
                  </a:lnTo>
                  <a:lnTo>
                    <a:pt x="3493364" y="4647742"/>
                  </a:lnTo>
                  <a:lnTo>
                    <a:pt x="3497682" y="4652008"/>
                  </a:lnTo>
                  <a:lnTo>
                    <a:pt x="3502889" y="4652008"/>
                  </a:lnTo>
                  <a:lnTo>
                    <a:pt x="3502889" y="4632958"/>
                  </a:lnTo>
                  <a:close/>
                </a:path>
                <a:path w="10390505" h="4652010">
                  <a:moveTo>
                    <a:pt x="3508223" y="4632958"/>
                  </a:moveTo>
                  <a:lnTo>
                    <a:pt x="3503016" y="4632958"/>
                  </a:lnTo>
                  <a:lnTo>
                    <a:pt x="3503016" y="4652008"/>
                  </a:lnTo>
                  <a:lnTo>
                    <a:pt x="3508223" y="4652008"/>
                  </a:lnTo>
                  <a:lnTo>
                    <a:pt x="3512541" y="4647742"/>
                  </a:lnTo>
                  <a:lnTo>
                    <a:pt x="3512541" y="4637222"/>
                  </a:lnTo>
                  <a:lnTo>
                    <a:pt x="3508223" y="4632958"/>
                  </a:lnTo>
                  <a:close/>
                </a:path>
                <a:path w="10390505" h="4652010">
                  <a:moveTo>
                    <a:pt x="3464789" y="4632958"/>
                  </a:moveTo>
                  <a:lnTo>
                    <a:pt x="3459582" y="4632958"/>
                  </a:lnTo>
                  <a:lnTo>
                    <a:pt x="3455264" y="4637222"/>
                  </a:lnTo>
                  <a:lnTo>
                    <a:pt x="3455264" y="4647742"/>
                  </a:lnTo>
                  <a:lnTo>
                    <a:pt x="3459582" y="4652008"/>
                  </a:lnTo>
                  <a:lnTo>
                    <a:pt x="3464789" y="4652008"/>
                  </a:lnTo>
                  <a:lnTo>
                    <a:pt x="3464789" y="4632958"/>
                  </a:lnTo>
                  <a:close/>
                </a:path>
                <a:path w="10390505" h="4652010">
                  <a:moveTo>
                    <a:pt x="3470123" y="4632958"/>
                  </a:moveTo>
                  <a:lnTo>
                    <a:pt x="3464789" y="4632958"/>
                  </a:lnTo>
                  <a:lnTo>
                    <a:pt x="3464789" y="4652008"/>
                  </a:lnTo>
                  <a:lnTo>
                    <a:pt x="3470123" y="4652008"/>
                  </a:lnTo>
                  <a:lnTo>
                    <a:pt x="3474314" y="4647742"/>
                  </a:lnTo>
                  <a:lnTo>
                    <a:pt x="3474314" y="4637222"/>
                  </a:lnTo>
                  <a:lnTo>
                    <a:pt x="3470123" y="4632958"/>
                  </a:lnTo>
                  <a:close/>
                </a:path>
                <a:path w="10390505" h="4652010">
                  <a:moveTo>
                    <a:pt x="3426689" y="4632958"/>
                  </a:moveTo>
                  <a:lnTo>
                    <a:pt x="3421482" y="4632958"/>
                  </a:lnTo>
                  <a:lnTo>
                    <a:pt x="3417164" y="4637222"/>
                  </a:lnTo>
                  <a:lnTo>
                    <a:pt x="3417164" y="4647742"/>
                  </a:lnTo>
                  <a:lnTo>
                    <a:pt x="3421482" y="4652008"/>
                  </a:lnTo>
                  <a:lnTo>
                    <a:pt x="3426689" y="4652008"/>
                  </a:lnTo>
                  <a:lnTo>
                    <a:pt x="3426689" y="4632958"/>
                  </a:lnTo>
                  <a:close/>
                </a:path>
                <a:path w="10390505" h="4652010">
                  <a:moveTo>
                    <a:pt x="3432023" y="4632958"/>
                  </a:moveTo>
                  <a:lnTo>
                    <a:pt x="3426689" y="4632958"/>
                  </a:lnTo>
                  <a:lnTo>
                    <a:pt x="3426689" y="4652008"/>
                  </a:lnTo>
                  <a:lnTo>
                    <a:pt x="3432023" y="4652008"/>
                  </a:lnTo>
                  <a:lnTo>
                    <a:pt x="3436214" y="4647742"/>
                  </a:lnTo>
                  <a:lnTo>
                    <a:pt x="3436214" y="4637222"/>
                  </a:lnTo>
                  <a:lnTo>
                    <a:pt x="3432023" y="4632958"/>
                  </a:lnTo>
                  <a:close/>
                </a:path>
                <a:path w="10390505" h="4652010">
                  <a:moveTo>
                    <a:pt x="3388589" y="4632958"/>
                  </a:moveTo>
                  <a:lnTo>
                    <a:pt x="3383382" y="4632958"/>
                  </a:lnTo>
                  <a:lnTo>
                    <a:pt x="3379064" y="4637222"/>
                  </a:lnTo>
                  <a:lnTo>
                    <a:pt x="3379064" y="4647742"/>
                  </a:lnTo>
                  <a:lnTo>
                    <a:pt x="3383382" y="4652008"/>
                  </a:lnTo>
                  <a:lnTo>
                    <a:pt x="3388589" y="4652008"/>
                  </a:lnTo>
                  <a:lnTo>
                    <a:pt x="3388589" y="4632958"/>
                  </a:lnTo>
                  <a:close/>
                </a:path>
                <a:path w="10390505" h="4652010">
                  <a:moveTo>
                    <a:pt x="3393923" y="4632958"/>
                  </a:moveTo>
                  <a:lnTo>
                    <a:pt x="3388589" y="4632958"/>
                  </a:lnTo>
                  <a:lnTo>
                    <a:pt x="3388589" y="4652008"/>
                  </a:lnTo>
                  <a:lnTo>
                    <a:pt x="3393923" y="4652008"/>
                  </a:lnTo>
                  <a:lnTo>
                    <a:pt x="3398114" y="4647742"/>
                  </a:lnTo>
                  <a:lnTo>
                    <a:pt x="3398114" y="4637222"/>
                  </a:lnTo>
                  <a:lnTo>
                    <a:pt x="3393923" y="4632958"/>
                  </a:lnTo>
                  <a:close/>
                </a:path>
                <a:path w="10390505" h="4652010">
                  <a:moveTo>
                    <a:pt x="3350489" y="4632958"/>
                  </a:moveTo>
                  <a:lnTo>
                    <a:pt x="3345155" y="4632958"/>
                  </a:lnTo>
                  <a:lnTo>
                    <a:pt x="3340964" y="4637222"/>
                  </a:lnTo>
                  <a:lnTo>
                    <a:pt x="3340964" y="4647742"/>
                  </a:lnTo>
                  <a:lnTo>
                    <a:pt x="3345155" y="4652008"/>
                  </a:lnTo>
                  <a:lnTo>
                    <a:pt x="3350489" y="4652008"/>
                  </a:lnTo>
                  <a:lnTo>
                    <a:pt x="3350489" y="4632958"/>
                  </a:lnTo>
                  <a:close/>
                </a:path>
                <a:path w="10390505" h="4652010">
                  <a:moveTo>
                    <a:pt x="3355696" y="4632958"/>
                  </a:moveTo>
                  <a:lnTo>
                    <a:pt x="3350489" y="4632958"/>
                  </a:lnTo>
                  <a:lnTo>
                    <a:pt x="3350489" y="4652008"/>
                  </a:lnTo>
                  <a:lnTo>
                    <a:pt x="3355696" y="4652008"/>
                  </a:lnTo>
                  <a:lnTo>
                    <a:pt x="3360014" y="4647742"/>
                  </a:lnTo>
                  <a:lnTo>
                    <a:pt x="3360014" y="4637222"/>
                  </a:lnTo>
                  <a:lnTo>
                    <a:pt x="3355696" y="4632958"/>
                  </a:lnTo>
                  <a:close/>
                </a:path>
                <a:path w="10390505" h="4652010">
                  <a:moveTo>
                    <a:pt x="3312389" y="4632958"/>
                  </a:moveTo>
                  <a:lnTo>
                    <a:pt x="3307055" y="4632958"/>
                  </a:lnTo>
                  <a:lnTo>
                    <a:pt x="3302864" y="4637222"/>
                  </a:lnTo>
                  <a:lnTo>
                    <a:pt x="3302864" y="4647742"/>
                  </a:lnTo>
                  <a:lnTo>
                    <a:pt x="3307055" y="4652008"/>
                  </a:lnTo>
                  <a:lnTo>
                    <a:pt x="3312389" y="4652008"/>
                  </a:lnTo>
                  <a:lnTo>
                    <a:pt x="3312389" y="4632958"/>
                  </a:lnTo>
                  <a:close/>
                </a:path>
                <a:path w="10390505" h="4652010">
                  <a:moveTo>
                    <a:pt x="3317596" y="4632958"/>
                  </a:moveTo>
                  <a:lnTo>
                    <a:pt x="3312389" y="4632958"/>
                  </a:lnTo>
                  <a:lnTo>
                    <a:pt x="3312389" y="4652008"/>
                  </a:lnTo>
                  <a:lnTo>
                    <a:pt x="3317596" y="4652008"/>
                  </a:lnTo>
                  <a:lnTo>
                    <a:pt x="3321914" y="4647742"/>
                  </a:lnTo>
                  <a:lnTo>
                    <a:pt x="3321914" y="4637222"/>
                  </a:lnTo>
                  <a:lnTo>
                    <a:pt x="3317596" y="4632958"/>
                  </a:lnTo>
                  <a:close/>
                </a:path>
                <a:path w="10390505" h="4652010">
                  <a:moveTo>
                    <a:pt x="3274289" y="4632958"/>
                  </a:moveTo>
                  <a:lnTo>
                    <a:pt x="3268955" y="4632958"/>
                  </a:lnTo>
                  <a:lnTo>
                    <a:pt x="3264764" y="4637222"/>
                  </a:lnTo>
                  <a:lnTo>
                    <a:pt x="3264764" y="4647742"/>
                  </a:lnTo>
                  <a:lnTo>
                    <a:pt x="3268955" y="4652008"/>
                  </a:lnTo>
                  <a:lnTo>
                    <a:pt x="3274289" y="4652008"/>
                  </a:lnTo>
                  <a:lnTo>
                    <a:pt x="3274289" y="4632958"/>
                  </a:lnTo>
                  <a:close/>
                </a:path>
                <a:path w="10390505" h="4652010">
                  <a:moveTo>
                    <a:pt x="3279496" y="4632958"/>
                  </a:moveTo>
                  <a:lnTo>
                    <a:pt x="3274289" y="4632958"/>
                  </a:lnTo>
                  <a:lnTo>
                    <a:pt x="3274289" y="4652008"/>
                  </a:lnTo>
                  <a:lnTo>
                    <a:pt x="3279496" y="4652008"/>
                  </a:lnTo>
                  <a:lnTo>
                    <a:pt x="3283814" y="4647742"/>
                  </a:lnTo>
                  <a:lnTo>
                    <a:pt x="3283814" y="4637222"/>
                  </a:lnTo>
                  <a:lnTo>
                    <a:pt x="3279496" y="4632958"/>
                  </a:lnTo>
                  <a:close/>
                </a:path>
                <a:path w="10390505" h="4652010">
                  <a:moveTo>
                    <a:pt x="3236062" y="4632958"/>
                  </a:moveTo>
                  <a:lnTo>
                    <a:pt x="3230855" y="4632958"/>
                  </a:lnTo>
                  <a:lnTo>
                    <a:pt x="3226537" y="4637222"/>
                  </a:lnTo>
                  <a:lnTo>
                    <a:pt x="3226537" y="4647742"/>
                  </a:lnTo>
                  <a:lnTo>
                    <a:pt x="3230855" y="4652008"/>
                  </a:lnTo>
                  <a:lnTo>
                    <a:pt x="3236062" y="4652008"/>
                  </a:lnTo>
                  <a:lnTo>
                    <a:pt x="3236062" y="4632958"/>
                  </a:lnTo>
                  <a:close/>
                </a:path>
                <a:path w="10390505" h="4652010">
                  <a:moveTo>
                    <a:pt x="3236189" y="4645658"/>
                  </a:moveTo>
                  <a:lnTo>
                    <a:pt x="3236062" y="4645658"/>
                  </a:lnTo>
                  <a:lnTo>
                    <a:pt x="3236062" y="4652008"/>
                  </a:lnTo>
                  <a:lnTo>
                    <a:pt x="3236189" y="4652008"/>
                  </a:lnTo>
                  <a:lnTo>
                    <a:pt x="3236189" y="4645658"/>
                  </a:lnTo>
                  <a:close/>
                </a:path>
                <a:path w="10390505" h="4652010">
                  <a:moveTo>
                    <a:pt x="3241396" y="4632958"/>
                  </a:moveTo>
                  <a:lnTo>
                    <a:pt x="3236189" y="4632958"/>
                  </a:lnTo>
                  <a:lnTo>
                    <a:pt x="3236189" y="4652008"/>
                  </a:lnTo>
                  <a:lnTo>
                    <a:pt x="3241396" y="4652008"/>
                  </a:lnTo>
                  <a:lnTo>
                    <a:pt x="3245714" y="4647742"/>
                  </a:lnTo>
                  <a:lnTo>
                    <a:pt x="3245714" y="4637222"/>
                  </a:lnTo>
                  <a:lnTo>
                    <a:pt x="3241396" y="4632958"/>
                  </a:lnTo>
                  <a:close/>
                </a:path>
                <a:path w="10390505" h="4652010">
                  <a:moveTo>
                    <a:pt x="3236189" y="4632958"/>
                  </a:moveTo>
                  <a:lnTo>
                    <a:pt x="3236062" y="4632958"/>
                  </a:lnTo>
                  <a:lnTo>
                    <a:pt x="3236062" y="4639308"/>
                  </a:lnTo>
                  <a:lnTo>
                    <a:pt x="3236189" y="4639308"/>
                  </a:lnTo>
                  <a:lnTo>
                    <a:pt x="3236189" y="4632958"/>
                  </a:lnTo>
                  <a:close/>
                </a:path>
                <a:path w="10390505" h="4652010">
                  <a:moveTo>
                    <a:pt x="3197962" y="4632958"/>
                  </a:moveTo>
                  <a:lnTo>
                    <a:pt x="3192755" y="4632958"/>
                  </a:lnTo>
                  <a:lnTo>
                    <a:pt x="3188437" y="4637222"/>
                  </a:lnTo>
                  <a:lnTo>
                    <a:pt x="3188437" y="4647742"/>
                  </a:lnTo>
                  <a:lnTo>
                    <a:pt x="3192755" y="4652008"/>
                  </a:lnTo>
                  <a:lnTo>
                    <a:pt x="3197962" y="4652008"/>
                  </a:lnTo>
                  <a:lnTo>
                    <a:pt x="3197962" y="4632958"/>
                  </a:lnTo>
                  <a:close/>
                </a:path>
                <a:path w="10390505" h="4652010">
                  <a:moveTo>
                    <a:pt x="3203296" y="4632958"/>
                  </a:moveTo>
                  <a:lnTo>
                    <a:pt x="3197962" y="4632958"/>
                  </a:lnTo>
                  <a:lnTo>
                    <a:pt x="3197962" y="4652008"/>
                  </a:lnTo>
                  <a:lnTo>
                    <a:pt x="3203296" y="4652008"/>
                  </a:lnTo>
                  <a:lnTo>
                    <a:pt x="3207487" y="4647742"/>
                  </a:lnTo>
                  <a:lnTo>
                    <a:pt x="3207487" y="4637222"/>
                  </a:lnTo>
                  <a:lnTo>
                    <a:pt x="3203296" y="4632958"/>
                  </a:lnTo>
                  <a:close/>
                </a:path>
                <a:path w="10390505" h="4652010">
                  <a:moveTo>
                    <a:pt x="3159862" y="4632958"/>
                  </a:moveTo>
                  <a:lnTo>
                    <a:pt x="3154655" y="4632958"/>
                  </a:lnTo>
                  <a:lnTo>
                    <a:pt x="3150337" y="4637222"/>
                  </a:lnTo>
                  <a:lnTo>
                    <a:pt x="3150337" y="4647742"/>
                  </a:lnTo>
                  <a:lnTo>
                    <a:pt x="3154655" y="4652008"/>
                  </a:lnTo>
                  <a:lnTo>
                    <a:pt x="3159862" y="4652008"/>
                  </a:lnTo>
                  <a:lnTo>
                    <a:pt x="3159862" y="4632958"/>
                  </a:lnTo>
                  <a:close/>
                </a:path>
                <a:path w="10390505" h="4652010">
                  <a:moveTo>
                    <a:pt x="3165196" y="4632958"/>
                  </a:moveTo>
                  <a:lnTo>
                    <a:pt x="3159862" y="4632958"/>
                  </a:lnTo>
                  <a:lnTo>
                    <a:pt x="3159862" y="4652008"/>
                  </a:lnTo>
                  <a:lnTo>
                    <a:pt x="3165196" y="4652008"/>
                  </a:lnTo>
                  <a:lnTo>
                    <a:pt x="3169387" y="4647742"/>
                  </a:lnTo>
                  <a:lnTo>
                    <a:pt x="3169387" y="4637222"/>
                  </a:lnTo>
                  <a:lnTo>
                    <a:pt x="3165196" y="4632958"/>
                  </a:lnTo>
                  <a:close/>
                </a:path>
                <a:path w="10390505" h="4652010">
                  <a:moveTo>
                    <a:pt x="3121762" y="4632958"/>
                  </a:moveTo>
                  <a:lnTo>
                    <a:pt x="3116555" y="4632958"/>
                  </a:lnTo>
                  <a:lnTo>
                    <a:pt x="3112237" y="4637222"/>
                  </a:lnTo>
                  <a:lnTo>
                    <a:pt x="3112237" y="4647742"/>
                  </a:lnTo>
                  <a:lnTo>
                    <a:pt x="3116555" y="4652008"/>
                  </a:lnTo>
                  <a:lnTo>
                    <a:pt x="3121762" y="4652008"/>
                  </a:lnTo>
                  <a:lnTo>
                    <a:pt x="3121762" y="4632958"/>
                  </a:lnTo>
                  <a:close/>
                </a:path>
                <a:path w="10390505" h="4652010">
                  <a:moveTo>
                    <a:pt x="3127096" y="4632958"/>
                  </a:moveTo>
                  <a:lnTo>
                    <a:pt x="3121762" y="4632958"/>
                  </a:lnTo>
                  <a:lnTo>
                    <a:pt x="3121762" y="4652008"/>
                  </a:lnTo>
                  <a:lnTo>
                    <a:pt x="3127096" y="4652008"/>
                  </a:lnTo>
                  <a:lnTo>
                    <a:pt x="3131287" y="4647742"/>
                  </a:lnTo>
                  <a:lnTo>
                    <a:pt x="3131287" y="4637222"/>
                  </a:lnTo>
                  <a:lnTo>
                    <a:pt x="3127096" y="4632958"/>
                  </a:lnTo>
                  <a:close/>
                </a:path>
                <a:path w="10390505" h="4652010">
                  <a:moveTo>
                    <a:pt x="3083662" y="4632958"/>
                  </a:moveTo>
                  <a:lnTo>
                    <a:pt x="3078328" y="4632958"/>
                  </a:lnTo>
                  <a:lnTo>
                    <a:pt x="3074137" y="4637222"/>
                  </a:lnTo>
                  <a:lnTo>
                    <a:pt x="3074137" y="4647742"/>
                  </a:lnTo>
                  <a:lnTo>
                    <a:pt x="3078328" y="4652008"/>
                  </a:lnTo>
                  <a:lnTo>
                    <a:pt x="3083662" y="4652008"/>
                  </a:lnTo>
                  <a:lnTo>
                    <a:pt x="3083662" y="4632958"/>
                  </a:lnTo>
                  <a:close/>
                </a:path>
                <a:path w="10390505" h="4652010">
                  <a:moveTo>
                    <a:pt x="3088869" y="4632958"/>
                  </a:moveTo>
                  <a:lnTo>
                    <a:pt x="3083662" y="4632958"/>
                  </a:lnTo>
                  <a:lnTo>
                    <a:pt x="3083662" y="4652008"/>
                  </a:lnTo>
                  <a:lnTo>
                    <a:pt x="3088869" y="4652008"/>
                  </a:lnTo>
                  <a:lnTo>
                    <a:pt x="3093187" y="4647742"/>
                  </a:lnTo>
                  <a:lnTo>
                    <a:pt x="3093187" y="4637222"/>
                  </a:lnTo>
                  <a:lnTo>
                    <a:pt x="3088869" y="4632958"/>
                  </a:lnTo>
                  <a:close/>
                </a:path>
                <a:path w="10390505" h="4652010">
                  <a:moveTo>
                    <a:pt x="3045562" y="4632958"/>
                  </a:moveTo>
                  <a:lnTo>
                    <a:pt x="3040228" y="4632958"/>
                  </a:lnTo>
                  <a:lnTo>
                    <a:pt x="3036037" y="4637222"/>
                  </a:lnTo>
                  <a:lnTo>
                    <a:pt x="3036037" y="4647742"/>
                  </a:lnTo>
                  <a:lnTo>
                    <a:pt x="3040228" y="4652008"/>
                  </a:lnTo>
                  <a:lnTo>
                    <a:pt x="3045562" y="4652008"/>
                  </a:lnTo>
                  <a:lnTo>
                    <a:pt x="3045562" y="4632958"/>
                  </a:lnTo>
                  <a:close/>
                </a:path>
                <a:path w="10390505" h="4652010">
                  <a:moveTo>
                    <a:pt x="3050769" y="4632958"/>
                  </a:moveTo>
                  <a:lnTo>
                    <a:pt x="3045562" y="4632958"/>
                  </a:lnTo>
                  <a:lnTo>
                    <a:pt x="3045562" y="4652008"/>
                  </a:lnTo>
                  <a:lnTo>
                    <a:pt x="3050769" y="4652008"/>
                  </a:lnTo>
                  <a:lnTo>
                    <a:pt x="3055087" y="4647742"/>
                  </a:lnTo>
                  <a:lnTo>
                    <a:pt x="3055087" y="4637222"/>
                  </a:lnTo>
                  <a:lnTo>
                    <a:pt x="3050769" y="4632958"/>
                  </a:lnTo>
                  <a:close/>
                </a:path>
                <a:path w="10390505" h="4652010">
                  <a:moveTo>
                    <a:pt x="3007462" y="4632958"/>
                  </a:moveTo>
                  <a:lnTo>
                    <a:pt x="3002128" y="4632958"/>
                  </a:lnTo>
                  <a:lnTo>
                    <a:pt x="2997937" y="4637222"/>
                  </a:lnTo>
                  <a:lnTo>
                    <a:pt x="2997937" y="4647742"/>
                  </a:lnTo>
                  <a:lnTo>
                    <a:pt x="3002128" y="4652008"/>
                  </a:lnTo>
                  <a:lnTo>
                    <a:pt x="3007462" y="4652008"/>
                  </a:lnTo>
                  <a:lnTo>
                    <a:pt x="3007462" y="4632958"/>
                  </a:lnTo>
                  <a:close/>
                </a:path>
                <a:path w="10390505" h="4652010">
                  <a:moveTo>
                    <a:pt x="3012669" y="4632958"/>
                  </a:moveTo>
                  <a:lnTo>
                    <a:pt x="3007462" y="4632958"/>
                  </a:lnTo>
                  <a:lnTo>
                    <a:pt x="3007462" y="4652008"/>
                  </a:lnTo>
                  <a:lnTo>
                    <a:pt x="3012669" y="4652008"/>
                  </a:lnTo>
                  <a:lnTo>
                    <a:pt x="3016987" y="4647742"/>
                  </a:lnTo>
                  <a:lnTo>
                    <a:pt x="3016987" y="4637222"/>
                  </a:lnTo>
                  <a:lnTo>
                    <a:pt x="3012669" y="4632958"/>
                  </a:lnTo>
                  <a:close/>
                </a:path>
                <a:path w="10390505" h="4652010">
                  <a:moveTo>
                    <a:pt x="2969235" y="4632958"/>
                  </a:moveTo>
                  <a:lnTo>
                    <a:pt x="2964028" y="4632958"/>
                  </a:lnTo>
                  <a:lnTo>
                    <a:pt x="2959710" y="4637222"/>
                  </a:lnTo>
                  <a:lnTo>
                    <a:pt x="2959710" y="4647742"/>
                  </a:lnTo>
                  <a:lnTo>
                    <a:pt x="2964028" y="4652008"/>
                  </a:lnTo>
                  <a:lnTo>
                    <a:pt x="2969235" y="4652008"/>
                  </a:lnTo>
                  <a:lnTo>
                    <a:pt x="2969235" y="4632958"/>
                  </a:lnTo>
                  <a:close/>
                </a:path>
                <a:path w="10390505" h="4652010">
                  <a:moveTo>
                    <a:pt x="2974569" y="4632958"/>
                  </a:moveTo>
                  <a:lnTo>
                    <a:pt x="2969362" y="4632958"/>
                  </a:lnTo>
                  <a:lnTo>
                    <a:pt x="2969362" y="4652008"/>
                  </a:lnTo>
                  <a:lnTo>
                    <a:pt x="2974569" y="4652008"/>
                  </a:lnTo>
                  <a:lnTo>
                    <a:pt x="2978887" y="4647742"/>
                  </a:lnTo>
                  <a:lnTo>
                    <a:pt x="2978887" y="4637222"/>
                  </a:lnTo>
                  <a:lnTo>
                    <a:pt x="2974569" y="4632958"/>
                  </a:lnTo>
                  <a:close/>
                </a:path>
                <a:path w="10390505" h="4652010">
                  <a:moveTo>
                    <a:pt x="2931135" y="4632958"/>
                  </a:moveTo>
                  <a:lnTo>
                    <a:pt x="2925928" y="4632958"/>
                  </a:lnTo>
                  <a:lnTo>
                    <a:pt x="2921610" y="4637222"/>
                  </a:lnTo>
                  <a:lnTo>
                    <a:pt x="2921610" y="4647742"/>
                  </a:lnTo>
                  <a:lnTo>
                    <a:pt x="2925928" y="4652008"/>
                  </a:lnTo>
                  <a:lnTo>
                    <a:pt x="2931135" y="4652008"/>
                  </a:lnTo>
                  <a:lnTo>
                    <a:pt x="2931135" y="4632958"/>
                  </a:lnTo>
                  <a:close/>
                </a:path>
                <a:path w="10390505" h="4652010">
                  <a:moveTo>
                    <a:pt x="2936469" y="4632958"/>
                  </a:moveTo>
                  <a:lnTo>
                    <a:pt x="2931135" y="4632958"/>
                  </a:lnTo>
                  <a:lnTo>
                    <a:pt x="2931135" y="4652008"/>
                  </a:lnTo>
                  <a:lnTo>
                    <a:pt x="2936469" y="4652008"/>
                  </a:lnTo>
                  <a:lnTo>
                    <a:pt x="2940660" y="4647742"/>
                  </a:lnTo>
                  <a:lnTo>
                    <a:pt x="2940660" y="4637222"/>
                  </a:lnTo>
                  <a:lnTo>
                    <a:pt x="2936469" y="4632958"/>
                  </a:lnTo>
                  <a:close/>
                </a:path>
                <a:path w="10390505" h="4652010">
                  <a:moveTo>
                    <a:pt x="2893035" y="4632958"/>
                  </a:moveTo>
                  <a:lnTo>
                    <a:pt x="2887828" y="4632958"/>
                  </a:lnTo>
                  <a:lnTo>
                    <a:pt x="2883510" y="4637222"/>
                  </a:lnTo>
                  <a:lnTo>
                    <a:pt x="2883510" y="4647742"/>
                  </a:lnTo>
                  <a:lnTo>
                    <a:pt x="2887828" y="4652008"/>
                  </a:lnTo>
                  <a:lnTo>
                    <a:pt x="2893035" y="4652008"/>
                  </a:lnTo>
                  <a:lnTo>
                    <a:pt x="2893035" y="4632958"/>
                  </a:lnTo>
                  <a:close/>
                </a:path>
                <a:path w="10390505" h="4652010">
                  <a:moveTo>
                    <a:pt x="2898369" y="4632958"/>
                  </a:moveTo>
                  <a:lnTo>
                    <a:pt x="2893035" y="4632958"/>
                  </a:lnTo>
                  <a:lnTo>
                    <a:pt x="2893035" y="4652008"/>
                  </a:lnTo>
                  <a:lnTo>
                    <a:pt x="2898369" y="4652008"/>
                  </a:lnTo>
                  <a:lnTo>
                    <a:pt x="2902560" y="4647742"/>
                  </a:lnTo>
                  <a:lnTo>
                    <a:pt x="2902560" y="4637222"/>
                  </a:lnTo>
                  <a:lnTo>
                    <a:pt x="2898369" y="4632958"/>
                  </a:lnTo>
                  <a:close/>
                </a:path>
                <a:path w="10390505" h="4652010">
                  <a:moveTo>
                    <a:pt x="2854935" y="4632958"/>
                  </a:moveTo>
                  <a:lnTo>
                    <a:pt x="2849728" y="4632958"/>
                  </a:lnTo>
                  <a:lnTo>
                    <a:pt x="2845410" y="4637222"/>
                  </a:lnTo>
                  <a:lnTo>
                    <a:pt x="2845410" y="4647742"/>
                  </a:lnTo>
                  <a:lnTo>
                    <a:pt x="2849728" y="4652008"/>
                  </a:lnTo>
                  <a:lnTo>
                    <a:pt x="2854935" y="4652008"/>
                  </a:lnTo>
                  <a:lnTo>
                    <a:pt x="2854935" y="4632958"/>
                  </a:lnTo>
                  <a:close/>
                </a:path>
                <a:path w="10390505" h="4652010">
                  <a:moveTo>
                    <a:pt x="2860142" y="4632958"/>
                  </a:moveTo>
                  <a:lnTo>
                    <a:pt x="2854935" y="4632958"/>
                  </a:lnTo>
                  <a:lnTo>
                    <a:pt x="2854935" y="4652008"/>
                  </a:lnTo>
                  <a:lnTo>
                    <a:pt x="2860142" y="4652008"/>
                  </a:lnTo>
                  <a:lnTo>
                    <a:pt x="2864460" y="4647742"/>
                  </a:lnTo>
                  <a:lnTo>
                    <a:pt x="2864460" y="4637222"/>
                  </a:lnTo>
                  <a:lnTo>
                    <a:pt x="2860142" y="4632958"/>
                  </a:lnTo>
                  <a:close/>
                </a:path>
                <a:path w="10390505" h="4652010">
                  <a:moveTo>
                    <a:pt x="2816835" y="4632958"/>
                  </a:moveTo>
                  <a:lnTo>
                    <a:pt x="2811501" y="4632958"/>
                  </a:lnTo>
                  <a:lnTo>
                    <a:pt x="2807310" y="4637222"/>
                  </a:lnTo>
                  <a:lnTo>
                    <a:pt x="2807310" y="4647742"/>
                  </a:lnTo>
                  <a:lnTo>
                    <a:pt x="2811501" y="4652008"/>
                  </a:lnTo>
                  <a:lnTo>
                    <a:pt x="2816835" y="4652008"/>
                  </a:lnTo>
                  <a:lnTo>
                    <a:pt x="2816835" y="4632958"/>
                  </a:lnTo>
                  <a:close/>
                </a:path>
                <a:path w="10390505" h="4652010">
                  <a:moveTo>
                    <a:pt x="2822042" y="4632958"/>
                  </a:moveTo>
                  <a:lnTo>
                    <a:pt x="2816835" y="4632958"/>
                  </a:lnTo>
                  <a:lnTo>
                    <a:pt x="2816835" y="4652008"/>
                  </a:lnTo>
                  <a:lnTo>
                    <a:pt x="2822042" y="4652008"/>
                  </a:lnTo>
                  <a:lnTo>
                    <a:pt x="2826360" y="4647742"/>
                  </a:lnTo>
                  <a:lnTo>
                    <a:pt x="2826360" y="4637222"/>
                  </a:lnTo>
                  <a:lnTo>
                    <a:pt x="2822042" y="4632958"/>
                  </a:lnTo>
                  <a:close/>
                </a:path>
                <a:path w="10390505" h="4652010">
                  <a:moveTo>
                    <a:pt x="2778735" y="4632958"/>
                  </a:moveTo>
                  <a:lnTo>
                    <a:pt x="2773401" y="4632958"/>
                  </a:lnTo>
                  <a:lnTo>
                    <a:pt x="2769210" y="4637222"/>
                  </a:lnTo>
                  <a:lnTo>
                    <a:pt x="2769210" y="4647742"/>
                  </a:lnTo>
                  <a:lnTo>
                    <a:pt x="2773401" y="4652008"/>
                  </a:lnTo>
                  <a:lnTo>
                    <a:pt x="2778735" y="4652008"/>
                  </a:lnTo>
                  <a:lnTo>
                    <a:pt x="2778735" y="4632958"/>
                  </a:lnTo>
                  <a:close/>
                </a:path>
                <a:path w="10390505" h="4652010">
                  <a:moveTo>
                    <a:pt x="2783942" y="4632958"/>
                  </a:moveTo>
                  <a:lnTo>
                    <a:pt x="2778735" y="4632958"/>
                  </a:lnTo>
                  <a:lnTo>
                    <a:pt x="2778735" y="4652008"/>
                  </a:lnTo>
                  <a:lnTo>
                    <a:pt x="2783942" y="4652008"/>
                  </a:lnTo>
                  <a:lnTo>
                    <a:pt x="2788260" y="4647742"/>
                  </a:lnTo>
                  <a:lnTo>
                    <a:pt x="2788260" y="4637222"/>
                  </a:lnTo>
                  <a:lnTo>
                    <a:pt x="2783942" y="4632958"/>
                  </a:lnTo>
                  <a:close/>
                </a:path>
                <a:path w="10390505" h="4652010">
                  <a:moveTo>
                    <a:pt x="2740508" y="4632958"/>
                  </a:moveTo>
                  <a:lnTo>
                    <a:pt x="2735301" y="4632958"/>
                  </a:lnTo>
                  <a:lnTo>
                    <a:pt x="2730983" y="4637222"/>
                  </a:lnTo>
                  <a:lnTo>
                    <a:pt x="2730983" y="4647742"/>
                  </a:lnTo>
                  <a:lnTo>
                    <a:pt x="2735301" y="4652008"/>
                  </a:lnTo>
                  <a:lnTo>
                    <a:pt x="2740508" y="4652008"/>
                  </a:lnTo>
                  <a:lnTo>
                    <a:pt x="2740508" y="4632958"/>
                  </a:lnTo>
                  <a:close/>
                </a:path>
                <a:path w="10390505" h="4652010">
                  <a:moveTo>
                    <a:pt x="2745842" y="4632958"/>
                  </a:moveTo>
                  <a:lnTo>
                    <a:pt x="2740635" y="4632958"/>
                  </a:lnTo>
                  <a:lnTo>
                    <a:pt x="2740635" y="4652008"/>
                  </a:lnTo>
                  <a:lnTo>
                    <a:pt x="2745842" y="4652008"/>
                  </a:lnTo>
                  <a:lnTo>
                    <a:pt x="2750160" y="4647742"/>
                  </a:lnTo>
                  <a:lnTo>
                    <a:pt x="2750160" y="4637222"/>
                  </a:lnTo>
                  <a:lnTo>
                    <a:pt x="2745842" y="4632958"/>
                  </a:lnTo>
                  <a:close/>
                </a:path>
                <a:path w="10390505" h="4652010">
                  <a:moveTo>
                    <a:pt x="2702408" y="4632958"/>
                  </a:moveTo>
                  <a:lnTo>
                    <a:pt x="2697201" y="4632958"/>
                  </a:lnTo>
                  <a:lnTo>
                    <a:pt x="2692883" y="4637222"/>
                  </a:lnTo>
                  <a:lnTo>
                    <a:pt x="2692883" y="4647742"/>
                  </a:lnTo>
                  <a:lnTo>
                    <a:pt x="2697201" y="4652008"/>
                  </a:lnTo>
                  <a:lnTo>
                    <a:pt x="2702408" y="4652008"/>
                  </a:lnTo>
                  <a:lnTo>
                    <a:pt x="2702408" y="4632958"/>
                  </a:lnTo>
                  <a:close/>
                </a:path>
                <a:path w="10390505" h="4652010">
                  <a:moveTo>
                    <a:pt x="2707742" y="4632958"/>
                  </a:moveTo>
                  <a:lnTo>
                    <a:pt x="2702408" y="4632958"/>
                  </a:lnTo>
                  <a:lnTo>
                    <a:pt x="2702408" y="4652008"/>
                  </a:lnTo>
                  <a:lnTo>
                    <a:pt x="2707742" y="4652008"/>
                  </a:lnTo>
                  <a:lnTo>
                    <a:pt x="2711933" y="4647742"/>
                  </a:lnTo>
                  <a:lnTo>
                    <a:pt x="2711933" y="4637222"/>
                  </a:lnTo>
                  <a:lnTo>
                    <a:pt x="2707742" y="4632958"/>
                  </a:lnTo>
                  <a:close/>
                </a:path>
                <a:path w="10390505" h="4652010">
                  <a:moveTo>
                    <a:pt x="2664308" y="4632958"/>
                  </a:moveTo>
                  <a:lnTo>
                    <a:pt x="2659101" y="4632958"/>
                  </a:lnTo>
                  <a:lnTo>
                    <a:pt x="2654783" y="4637222"/>
                  </a:lnTo>
                  <a:lnTo>
                    <a:pt x="2654783" y="4647742"/>
                  </a:lnTo>
                  <a:lnTo>
                    <a:pt x="2659101" y="4652008"/>
                  </a:lnTo>
                  <a:lnTo>
                    <a:pt x="2664308" y="4652008"/>
                  </a:lnTo>
                  <a:lnTo>
                    <a:pt x="2664308" y="4632958"/>
                  </a:lnTo>
                  <a:close/>
                </a:path>
                <a:path w="10390505" h="4652010">
                  <a:moveTo>
                    <a:pt x="2669642" y="4632958"/>
                  </a:moveTo>
                  <a:lnTo>
                    <a:pt x="2664308" y="4632958"/>
                  </a:lnTo>
                  <a:lnTo>
                    <a:pt x="2664308" y="4652008"/>
                  </a:lnTo>
                  <a:lnTo>
                    <a:pt x="2669642" y="4652008"/>
                  </a:lnTo>
                  <a:lnTo>
                    <a:pt x="2673833" y="4647742"/>
                  </a:lnTo>
                  <a:lnTo>
                    <a:pt x="2673833" y="4637222"/>
                  </a:lnTo>
                  <a:lnTo>
                    <a:pt x="2669642" y="4632958"/>
                  </a:lnTo>
                  <a:close/>
                </a:path>
                <a:path w="10390505" h="4652010">
                  <a:moveTo>
                    <a:pt x="2626208" y="4632958"/>
                  </a:moveTo>
                  <a:lnTo>
                    <a:pt x="2621001" y="4632958"/>
                  </a:lnTo>
                  <a:lnTo>
                    <a:pt x="2616683" y="4637222"/>
                  </a:lnTo>
                  <a:lnTo>
                    <a:pt x="2616683" y="4647742"/>
                  </a:lnTo>
                  <a:lnTo>
                    <a:pt x="2621001" y="4652008"/>
                  </a:lnTo>
                  <a:lnTo>
                    <a:pt x="2626208" y="4652008"/>
                  </a:lnTo>
                  <a:lnTo>
                    <a:pt x="2626208" y="4632958"/>
                  </a:lnTo>
                  <a:close/>
                </a:path>
                <a:path w="10390505" h="4652010">
                  <a:moveTo>
                    <a:pt x="2631542" y="4632958"/>
                  </a:moveTo>
                  <a:lnTo>
                    <a:pt x="2626208" y="4632958"/>
                  </a:lnTo>
                  <a:lnTo>
                    <a:pt x="2626208" y="4652008"/>
                  </a:lnTo>
                  <a:lnTo>
                    <a:pt x="2631542" y="4652008"/>
                  </a:lnTo>
                  <a:lnTo>
                    <a:pt x="2635733" y="4647742"/>
                  </a:lnTo>
                  <a:lnTo>
                    <a:pt x="2635733" y="4637222"/>
                  </a:lnTo>
                  <a:lnTo>
                    <a:pt x="2631542" y="4632958"/>
                  </a:lnTo>
                  <a:close/>
                </a:path>
                <a:path w="10390505" h="4652010">
                  <a:moveTo>
                    <a:pt x="2588108" y="4632958"/>
                  </a:moveTo>
                  <a:lnTo>
                    <a:pt x="2582774" y="4632958"/>
                  </a:lnTo>
                  <a:lnTo>
                    <a:pt x="2578583" y="4637222"/>
                  </a:lnTo>
                  <a:lnTo>
                    <a:pt x="2578583" y="4647742"/>
                  </a:lnTo>
                  <a:lnTo>
                    <a:pt x="2582774" y="4652008"/>
                  </a:lnTo>
                  <a:lnTo>
                    <a:pt x="2588108" y="4652008"/>
                  </a:lnTo>
                  <a:lnTo>
                    <a:pt x="2588108" y="4632958"/>
                  </a:lnTo>
                  <a:close/>
                </a:path>
                <a:path w="10390505" h="4652010">
                  <a:moveTo>
                    <a:pt x="2593315" y="4632958"/>
                  </a:moveTo>
                  <a:lnTo>
                    <a:pt x="2588108" y="4632958"/>
                  </a:lnTo>
                  <a:lnTo>
                    <a:pt x="2588108" y="4652008"/>
                  </a:lnTo>
                  <a:lnTo>
                    <a:pt x="2593315" y="4652008"/>
                  </a:lnTo>
                  <a:lnTo>
                    <a:pt x="2597633" y="4647742"/>
                  </a:lnTo>
                  <a:lnTo>
                    <a:pt x="2597633" y="4637222"/>
                  </a:lnTo>
                  <a:lnTo>
                    <a:pt x="2593315" y="4632958"/>
                  </a:lnTo>
                  <a:close/>
                </a:path>
                <a:path w="10390505" h="4652010">
                  <a:moveTo>
                    <a:pt x="2550008" y="4632958"/>
                  </a:moveTo>
                  <a:lnTo>
                    <a:pt x="2544674" y="4632958"/>
                  </a:lnTo>
                  <a:lnTo>
                    <a:pt x="2540483" y="4637222"/>
                  </a:lnTo>
                  <a:lnTo>
                    <a:pt x="2540483" y="4647742"/>
                  </a:lnTo>
                  <a:lnTo>
                    <a:pt x="2544674" y="4652008"/>
                  </a:lnTo>
                  <a:lnTo>
                    <a:pt x="2550008" y="4652008"/>
                  </a:lnTo>
                  <a:lnTo>
                    <a:pt x="2550008" y="4632958"/>
                  </a:lnTo>
                  <a:close/>
                </a:path>
                <a:path w="10390505" h="4652010">
                  <a:moveTo>
                    <a:pt x="2555215" y="4632958"/>
                  </a:moveTo>
                  <a:lnTo>
                    <a:pt x="2550008" y="4632958"/>
                  </a:lnTo>
                  <a:lnTo>
                    <a:pt x="2550008" y="4652008"/>
                  </a:lnTo>
                  <a:lnTo>
                    <a:pt x="2555215" y="4652008"/>
                  </a:lnTo>
                  <a:lnTo>
                    <a:pt x="2559533" y="4647742"/>
                  </a:lnTo>
                  <a:lnTo>
                    <a:pt x="2559533" y="4637222"/>
                  </a:lnTo>
                  <a:lnTo>
                    <a:pt x="2555215" y="4632958"/>
                  </a:lnTo>
                  <a:close/>
                </a:path>
                <a:path w="10390505" h="4652010">
                  <a:moveTo>
                    <a:pt x="2511908" y="4632958"/>
                  </a:moveTo>
                  <a:lnTo>
                    <a:pt x="2506574" y="4632958"/>
                  </a:lnTo>
                  <a:lnTo>
                    <a:pt x="2502383" y="4637222"/>
                  </a:lnTo>
                  <a:lnTo>
                    <a:pt x="2502383" y="4647742"/>
                  </a:lnTo>
                  <a:lnTo>
                    <a:pt x="2506574" y="4652008"/>
                  </a:lnTo>
                  <a:lnTo>
                    <a:pt x="2511908" y="4652008"/>
                  </a:lnTo>
                  <a:lnTo>
                    <a:pt x="2511908" y="4632958"/>
                  </a:lnTo>
                  <a:close/>
                </a:path>
                <a:path w="10390505" h="4652010">
                  <a:moveTo>
                    <a:pt x="2517115" y="4632958"/>
                  </a:moveTo>
                  <a:lnTo>
                    <a:pt x="2511908" y="4632958"/>
                  </a:lnTo>
                  <a:lnTo>
                    <a:pt x="2511908" y="4652008"/>
                  </a:lnTo>
                  <a:lnTo>
                    <a:pt x="2517115" y="4652008"/>
                  </a:lnTo>
                  <a:lnTo>
                    <a:pt x="2521433" y="4647742"/>
                  </a:lnTo>
                  <a:lnTo>
                    <a:pt x="2521433" y="4637222"/>
                  </a:lnTo>
                  <a:lnTo>
                    <a:pt x="2517115" y="4632958"/>
                  </a:lnTo>
                  <a:close/>
                </a:path>
                <a:path w="10390505" h="4652010">
                  <a:moveTo>
                    <a:pt x="2473681" y="4632958"/>
                  </a:moveTo>
                  <a:lnTo>
                    <a:pt x="2468474" y="4632958"/>
                  </a:lnTo>
                  <a:lnTo>
                    <a:pt x="2464156" y="4637222"/>
                  </a:lnTo>
                  <a:lnTo>
                    <a:pt x="2464156" y="4647742"/>
                  </a:lnTo>
                  <a:lnTo>
                    <a:pt x="2468474" y="4652008"/>
                  </a:lnTo>
                  <a:lnTo>
                    <a:pt x="2473681" y="4652008"/>
                  </a:lnTo>
                  <a:lnTo>
                    <a:pt x="2473681" y="4632958"/>
                  </a:lnTo>
                  <a:close/>
                </a:path>
                <a:path w="10390505" h="4652010">
                  <a:moveTo>
                    <a:pt x="2479015" y="4632958"/>
                  </a:moveTo>
                  <a:lnTo>
                    <a:pt x="2473808" y="4632958"/>
                  </a:lnTo>
                  <a:lnTo>
                    <a:pt x="2473808" y="4652008"/>
                  </a:lnTo>
                  <a:lnTo>
                    <a:pt x="2479015" y="4652008"/>
                  </a:lnTo>
                  <a:lnTo>
                    <a:pt x="2483333" y="4647742"/>
                  </a:lnTo>
                  <a:lnTo>
                    <a:pt x="2483333" y="4637222"/>
                  </a:lnTo>
                  <a:lnTo>
                    <a:pt x="2479015" y="4632958"/>
                  </a:lnTo>
                  <a:close/>
                </a:path>
                <a:path w="10390505" h="4652010">
                  <a:moveTo>
                    <a:pt x="2435581" y="4632958"/>
                  </a:moveTo>
                  <a:lnTo>
                    <a:pt x="2430374" y="4632958"/>
                  </a:lnTo>
                  <a:lnTo>
                    <a:pt x="2426056" y="4637222"/>
                  </a:lnTo>
                  <a:lnTo>
                    <a:pt x="2426056" y="4647742"/>
                  </a:lnTo>
                  <a:lnTo>
                    <a:pt x="2430374" y="4652008"/>
                  </a:lnTo>
                  <a:lnTo>
                    <a:pt x="2435581" y="4652008"/>
                  </a:lnTo>
                  <a:lnTo>
                    <a:pt x="2435581" y="4632958"/>
                  </a:lnTo>
                  <a:close/>
                </a:path>
                <a:path w="10390505" h="4652010">
                  <a:moveTo>
                    <a:pt x="2440915" y="4632958"/>
                  </a:moveTo>
                  <a:lnTo>
                    <a:pt x="2435581" y="4632958"/>
                  </a:lnTo>
                  <a:lnTo>
                    <a:pt x="2435581" y="4652008"/>
                  </a:lnTo>
                  <a:lnTo>
                    <a:pt x="2440915" y="4652008"/>
                  </a:lnTo>
                  <a:lnTo>
                    <a:pt x="2445106" y="4647742"/>
                  </a:lnTo>
                  <a:lnTo>
                    <a:pt x="2445106" y="4637222"/>
                  </a:lnTo>
                  <a:lnTo>
                    <a:pt x="2440915" y="4632958"/>
                  </a:lnTo>
                  <a:close/>
                </a:path>
                <a:path w="10390505" h="4652010">
                  <a:moveTo>
                    <a:pt x="2397481" y="4632958"/>
                  </a:moveTo>
                  <a:lnTo>
                    <a:pt x="2392274" y="4632958"/>
                  </a:lnTo>
                  <a:lnTo>
                    <a:pt x="2387956" y="4637222"/>
                  </a:lnTo>
                  <a:lnTo>
                    <a:pt x="2387956" y="4647742"/>
                  </a:lnTo>
                  <a:lnTo>
                    <a:pt x="2392274" y="4652008"/>
                  </a:lnTo>
                  <a:lnTo>
                    <a:pt x="2397481" y="4652008"/>
                  </a:lnTo>
                  <a:lnTo>
                    <a:pt x="2397481" y="4632958"/>
                  </a:lnTo>
                  <a:close/>
                </a:path>
                <a:path w="10390505" h="4652010">
                  <a:moveTo>
                    <a:pt x="2402815" y="4632958"/>
                  </a:moveTo>
                  <a:lnTo>
                    <a:pt x="2397481" y="4632958"/>
                  </a:lnTo>
                  <a:lnTo>
                    <a:pt x="2397481" y="4652008"/>
                  </a:lnTo>
                  <a:lnTo>
                    <a:pt x="2402815" y="4652008"/>
                  </a:lnTo>
                  <a:lnTo>
                    <a:pt x="2407006" y="4647742"/>
                  </a:lnTo>
                  <a:lnTo>
                    <a:pt x="2407006" y="4637222"/>
                  </a:lnTo>
                  <a:lnTo>
                    <a:pt x="2402815" y="4632958"/>
                  </a:lnTo>
                  <a:close/>
                </a:path>
                <a:path w="10390505" h="4652010">
                  <a:moveTo>
                    <a:pt x="2359381" y="4632958"/>
                  </a:moveTo>
                  <a:lnTo>
                    <a:pt x="2354174" y="4632958"/>
                  </a:lnTo>
                  <a:lnTo>
                    <a:pt x="2349856" y="4637222"/>
                  </a:lnTo>
                  <a:lnTo>
                    <a:pt x="2349856" y="4647742"/>
                  </a:lnTo>
                  <a:lnTo>
                    <a:pt x="2354174" y="4652008"/>
                  </a:lnTo>
                  <a:lnTo>
                    <a:pt x="2359381" y="4652008"/>
                  </a:lnTo>
                  <a:lnTo>
                    <a:pt x="2359381" y="4632958"/>
                  </a:lnTo>
                  <a:close/>
                </a:path>
                <a:path w="10390505" h="4652010">
                  <a:moveTo>
                    <a:pt x="2364715" y="4632958"/>
                  </a:moveTo>
                  <a:lnTo>
                    <a:pt x="2359381" y="4632958"/>
                  </a:lnTo>
                  <a:lnTo>
                    <a:pt x="2359381" y="4652008"/>
                  </a:lnTo>
                  <a:lnTo>
                    <a:pt x="2364715" y="4652008"/>
                  </a:lnTo>
                  <a:lnTo>
                    <a:pt x="2368906" y="4647742"/>
                  </a:lnTo>
                  <a:lnTo>
                    <a:pt x="2368906" y="4637222"/>
                  </a:lnTo>
                  <a:lnTo>
                    <a:pt x="2364715" y="4632958"/>
                  </a:lnTo>
                  <a:close/>
                </a:path>
                <a:path w="10390505" h="4652010">
                  <a:moveTo>
                    <a:pt x="2321281" y="4632958"/>
                  </a:moveTo>
                  <a:lnTo>
                    <a:pt x="2315947" y="4632958"/>
                  </a:lnTo>
                  <a:lnTo>
                    <a:pt x="2311756" y="4637222"/>
                  </a:lnTo>
                  <a:lnTo>
                    <a:pt x="2311756" y="4647742"/>
                  </a:lnTo>
                  <a:lnTo>
                    <a:pt x="2315947" y="4652008"/>
                  </a:lnTo>
                  <a:lnTo>
                    <a:pt x="2321281" y="4652008"/>
                  </a:lnTo>
                  <a:lnTo>
                    <a:pt x="2321281" y="4632958"/>
                  </a:lnTo>
                  <a:close/>
                </a:path>
                <a:path w="10390505" h="4652010">
                  <a:moveTo>
                    <a:pt x="2326488" y="4632958"/>
                  </a:moveTo>
                  <a:lnTo>
                    <a:pt x="2321281" y="4632958"/>
                  </a:lnTo>
                  <a:lnTo>
                    <a:pt x="2321281" y="4652008"/>
                  </a:lnTo>
                  <a:lnTo>
                    <a:pt x="2326488" y="4652008"/>
                  </a:lnTo>
                  <a:lnTo>
                    <a:pt x="2330806" y="4647742"/>
                  </a:lnTo>
                  <a:lnTo>
                    <a:pt x="2330806" y="4637222"/>
                  </a:lnTo>
                  <a:lnTo>
                    <a:pt x="2326488" y="4632958"/>
                  </a:lnTo>
                  <a:close/>
                </a:path>
                <a:path w="10390505" h="4652010">
                  <a:moveTo>
                    <a:pt x="2283181" y="4632958"/>
                  </a:moveTo>
                  <a:lnTo>
                    <a:pt x="2277847" y="4632958"/>
                  </a:lnTo>
                  <a:lnTo>
                    <a:pt x="2273656" y="4637222"/>
                  </a:lnTo>
                  <a:lnTo>
                    <a:pt x="2273656" y="4647742"/>
                  </a:lnTo>
                  <a:lnTo>
                    <a:pt x="2277847" y="4652008"/>
                  </a:lnTo>
                  <a:lnTo>
                    <a:pt x="2283181" y="4652008"/>
                  </a:lnTo>
                  <a:lnTo>
                    <a:pt x="2283181" y="4632958"/>
                  </a:lnTo>
                  <a:close/>
                </a:path>
                <a:path w="10390505" h="4652010">
                  <a:moveTo>
                    <a:pt x="2288388" y="4632958"/>
                  </a:moveTo>
                  <a:lnTo>
                    <a:pt x="2283181" y="4632958"/>
                  </a:lnTo>
                  <a:lnTo>
                    <a:pt x="2283181" y="4652008"/>
                  </a:lnTo>
                  <a:lnTo>
                    <a:pt x="2288388" y="4652008"/>
                  </a:lnTo>
                  <a:lnTo>
                    <a:pt x="2292706" y="4647742"/>
                  </a:lnTo>
                  <a:lnTo>
                    <a:pt x="2292706" y="4637222"/>
                  </a:lnTo>
                  <a:lnTo>
                    <a:pt x="2288388" y="4632958"/>
                  </a:lnTo>
                  <a:close/>
                </a:path>
                <a:path w="10390505" h="4652010">
                  <a:moveTo>
                    <a:pt x="2245081" y="4632958"/>
                  </a:moveTo>
                  <a:lnTo>
                    <a:pt x="2239747" y="4632958"/>
                  </a:lnTo>
                  <a:lnTo>
                    <a:pt x="2235556" y="4637222"/>
                  </a:lnTo>
                  <a:lnTo>
                    <a:pt x="2235556" y="4647742"/>
                  </a:lnTo>
                  <a:lnTo>
                    <a:pt x="2239747" y="4652008"/>
                  </a:lnTo>
                  <a:lnTo>
                    <a:pt x="2245081" y="4652008"/>
                  </a:lnTo>
                  <a:lnTo>
                    <a:pt x="2245081" y="4632958"/>
                  </a:lnTo>
                  <a:close/>
                </a:path>
                <a:path w="10390505" h="4652010">
                  <a:moveTo>
                    <a:pt x="2250288" y="4632958"/>
                  </a:moveTo>
                  <a:lnTo>
                    <a:pt x="2245081" y="4632958"/>
                  </a:lnTo>
                  <a:lnTo>
                    <a:pt x="2245081" y="4652008"/>
                  </a:lnTo>
                  <a:lnTo>
                    <a:pt x="2250288" y="4652008"/>
                  </a:lnTo>
                  <a:lnTo>
                    <a:pt x="2254606" y="4647742"/>
                  </a:lnTo>
                  <a:lnTo>
                    <a:pt x="2254606" y="4637222"/>
                  </a:lnTo>
                  <a:lnTo>
                    <a:pt x="2250288" y="4632958"/>
                  </a:lnTo>
                  <a:close/>
                </a:path>
                <a:path w="10390505" h="4652010">
                  <a:moveTo>
                    <a:pt x="2206854" y="4632958"/>
                  </a:moveTo>
                  <a:lnTo>
                    <a:pt x="2201647" y="4632958"/>
                  </a:lnTo>
                  <a:lnTo>
                    <a:pt x="2197329" y="4637222"/>
                  </a:lnTo>
                  <a:lnTo>
                    <a:pt x="2197329" y="4647742"/>
                  </a:lnTo>
                  <a:lnTo>
                    <a:pt x="2201647" y="4652008"/>
                  </a:lnTo>
                  <a:lnTo>
                    <a:pt x="2206854" y="4652008"/>
                  </a:lnTo>
                  <a:lnTo>
                    <a:pt x="2206854" y="4632958"/>
                  </a:lnTo>
                  <a:close/>
                </a:path>
                <a:path w="10390505" h="4652010">
                  <a:moveTo>
                    <a:pt x="2212188" y="4632958"/>
                  </a:moveTo>
                  <a:lnTo>
                    <a:pt x="2206981" y="4632958"/>
                  </a:lnTo>
                  <a:lnTo>
                    <a:pt x="2206981" y="4652008"/>
                  </a:lnTo>
                  <a:lnTo>
                    <a:pt x="2212188" y="4652008"/>
                  </a:lnTo>
                  <a:lnTo>
                    <a:pt x="2216506" y="4647742"/>
                  </a:lnTo>
                  <a:lnTo>
                    <a:pt x="2216506" y="4637222"/>
                  </a:lnTo>
                  <a:lnTo>
                    <a:pt x="2212188" y="4632958"/>
                  </a:lnTo>
                  <a:close/>
                </a:path>
                <a:path w="10390505" h="4652010">
                  <a:moveTo>
                    <a:pt x="2168754" y="4632958"/>
                  </a:moveTo>
                  <a:lnTo>
                    <a:pt x="2163547" y="4632958"/>
                  </a:lnTo>
                  <a:lnTo>
                    <a:pt x="2159229" y="4637222"/>
                  </a:lnTo>
                  <a:lnTo>
                    <a:pt x="2159229" y="4647742"/>
                  </a:lnTo>
                  <a:lnTo>
                    <a:pt x="2163547" y="4652008"/>
                  </a:lnTo>
                  <a:lnTo>
                    <a:pt x="2168754" y="4652008"/>
                  </a:lnTo>
                  <a:lnTo>
                    <a:pt x="2168754" y="4632958"/>
                  </a:lnTo>
                  <a:close/>
                </a:path>
                <a:path w="10390505" h="4652010">
                  <a:moveTo>
                    <a:pt x="2174088" y="4632958"/>
                  </a:moveTo>
                  <a:lnTo>
                    <a:pt x="2168754" y="4632958"/>
                  </a:lnTo>
                  <a:lnTo>
                    <a:pt x="2168754" y="4652008"/>
                  </a:lnTo>
                  <a:lnTo>
                    <a:pt x="2174088" y="4652008"/>
                  </a:lnTo>
                  <a:lnTo>
                    <a:pt x="2178279" y="4647742"/>
                  </a:lnTo>
                  <a:lnTo>
                    <a:pt x="2178279" y="4637222"/>
                  </a:lnTo>
                  <a:lnTo>
                    <a:pt x="2174088" y="4632958"/>
                  </a:lnTo>
                  <a:close/>
                </a:path>
                <a:path w="10390505" h="4652010">
                  <a:moveTo>
                    <a:pt x="2130654" y="4632958"/>
                  </a:moveTo>
                  <a:lnTo>
                    <a:pt x="2125447" y="4632958"/>
                  </a:lnTo>
                  <a:lnTo>
                    <a:pt x="2121129" y="4637222"/>
                  </a:lnTo>
                  <a:lnTo>
                    <a:pt x="2121129" y="4647742"/>
                  </a:lnTo>
                  <a:lnTo>
                    <a:pt x="2125447" y="4652008"/>
                  </a:lnTo>
                  <a:lnTo>
                    <a:pt x="2130654" y="4652008"/>
                  </a:lnTo>
                  <a:lnTo>
                    <a:pt x="2130654" y="4632958"/>
                  </a:lnTo>
                  <a:close/>
                </a:path>
                <a:path w="10390505" h="4652010">
                  <a:moveTo>
                    <a:pt x="2135988" y="4632958"/>
                  </a:moveTo>
                  <a:lnTo>
                    <a:pt x="2130654" y="4632958"/>
                  </a:lnTo>
                  <a:lnTo>
                    <a:pt x="2130654" y="4652008"/>
                  </a:lnTo>
                  <a:lnTo>
                    <a:pt x="2135988" y="4652008"/>
                  </a:lnTo>
                  <a:lnTo>
                    <a:pt x="2140179" y="4647742"/>
                  </a:lnTo>
                  <a:lnTo>
                    <a:pt x="2140179" y="4637222"/>
                  </a:lnTo>
                  <a:lnTo>
                    <a:pt x="2135988" y="4632958"/>
                  </a:lnTo>
                  <a:close/>
                </a:path>
                <a:path w="10390505" h="4652010">
                  <a:moveTo>
                    <a:pt x="2092554" y="4632958"/>
                  </a:moveTo>
                  <a:lnTo>
                    <a:pt x="2087220" y="4632958"/>
                  </a:lnTo>
                  <a:lnTo>
                    <a:pt x="2083029" y="4637222"/>
                  </a:lnTo>
                  <a:lnTo>
                    <a:pt x="2083029" y="4647742"/>
                  </a:lnTo>
                  <a:lnTo>
                    <a:pt x="2087220" y="4652008"/>
                  </a:lnTo>
                  <a:lnTo>
                    <a:pt x="2092554" y="4652008"/>
                  </a:lnTo>
                  <a:lnTo>
                    <a:pt x="2092554" y="4632958"/>
                  </a:lnTo>
                  <a:close/>
                </a:path>
                <a:path w="10390505" h="4652010">
                  <a:moveTo>
                    <a:pt x="2097761" y="4632958"/>
                  </a:moveTo>
                  <a:lnTo>
                    <a:pt x="2092554" y="4632958"/>
                  </a:lnTo>
                  <a:lnTo>
                    <a:pt x="2092554" y="4652008"/>
                  </a:lnTo>
                  <a:lnTo>
                    <a:pt x="2097761" y="4652008"/>
                  </a:lnTo>
                  <a:lnTo>
                    <a:pt x="2102079" y="4647742"/>
                  </a:lnTo>
                  <a:lnTo>
                    <a:pt x="2102079" y="4637222"/>
                  </a:lnTo>
                  <a:lnTo>
                    <a:pt x="2097761" y="4632958"/>
                  </a:lnTo>
                  <a:close/>
                </a:path>
                <a:path w="10390505" h="4652010">
                  <a:moveTo>
                    <a:pt x="2054454" y="4632958"/>
                  </a:moveTo>
                  <a:lnTo>
                    <a:pt x="2049120" y="4632958"/>
                  </a:lnTo>
                  <a:lnTo>
                    <a:pt x="2044929" y="4637222"/>
                  </a:lnTo>
                  <a:lnTo>
                    <a:pt x="2044929" y="4647742"/>
                  </a:lnTo>
                  <a:lnTo>
                    <a:pt x="2049120" y="4652008"/>
                  </a:lnTo>
                  <a:lnTo>
                    <a:pt x="2054454" y="4652008"/>
                  </a:lnTo>
                  <a:lnTo>
                    <a:pt x="2054454" y="4632958"/>
                  </a:lnTo>
                  <a:close/>
                </a:path>
                <a:path w="10390505" h="4652010">
                  <a:moveTo>
                    <a:pt x="2059661" y="4632958"/>
                  </a:moveTo>
                  <a:lnTo>
                    <a:pt x="2054454" y="4632958"/>
                  </a:lnTo>
                  <a:lnTo>
                    <a:pt x="2054454" y="4652008"/>
                  </a:lnTo>
                  <a:lnTo>
                    <a:pt x="2059661" y="4652008"/>
                  </a:lnTo>
                  <a:lnTo>
                    <a:pt x="2063979" y="4647742"/>
                  </a:lnTo>
                  <a:lnTo>
                    <a:pt x="2063979" y="4637222"/>
                  </a:lnTo>
                  <a:lnTo>
                    <a:pt x="2059661" y="4632958"/>
                  </a:lnTo>
                  <a:close/>
                </a:path>
                <a:path w="10390505" h="4652010">
                  <a:moveTo>
                    <a:pt x="2016354" y="4632958"/>
                  </a:moveTo>
                  <a:lnTo>
                    <a:pt x="2011020" y="4632958"/>
                  </a:lnTo>
                  <a:lnTo>
                    <a:pt x="2006829" y="4637222"/>
                  </a:lnTo>
                  <a:lnTo>
                    <a:pt x="2006829" y="4647742"/>
                  </a:lnTo>
                  <a:lnTo>
                    <a:pt x="2011020" y="4652008"/>
                  </a:lnTo>
                  <a:lnTo>
                    <a:pt x="2016354" y="4652008"/>
                  </a:lnTo>
                  <a:lnTo>
                    <a:pt x="2016354" y="4632958"/>
                  </a:lnTo>
                  <a:close/>
                </a:path>
                <a:path w="10390505" h="4652010">
                  <a:moveTo>
                    <a:pt x="2021561" y="4632958"/>
                  </a:moveTo>
                  <a:lnTo>
                    <a:pt x="2016354" y="4632958"/>
                  </a:lnTo>
                  <a:lnTo>
                    <a:pt x="2016354" y="4652008"/>
                  </a:lnTo>
                  <a:lnTo>
                    <a:pt x="2021561" y="4652008"/>
                  </a:lnTo>
                  <a:lnTo>
                    <a:pt x="2025879" y="4647742"/>
                  </a:lnTo>
                  <a:lnTo>
                    <a:pt x="2025879" y="4637222"/>
                  </a:lnTo>
                  <a:lnTo>
                    <a:pt x="2021561" y="4632958"/>
                  </a:lnTo>
                  <a:close/>
                </a:path>
                <a:path w="10390505" h="4652010">
                  <a:moveTo>
                    <a:pt x="1978127" y="4632958"/>
                  </a:moveTo>
                  <a:lnTo>
                    <a:pt x="1972920" y="4632958"/>
                  </a:lnTo>
                  <a:lnTo>
                    <a:pt x="1968602" y="4637222"/>
                  </a:lnTo>
                  <a:lnTo>
                    <a:pt x="1968602" y="4647742"/>
                  </a:lnTo>
                  <a:lnTo>
                    <a:pt x="1972920" y="4652008"/>
                  </a:lnTo>
                  <a:lnTo>
                    <a:pt x="1978127" y="4652008"/>
                  </a:lnTo>
                  <a:lnTo>
                    <a:pt x="1978127" y="4632958"/>
                  </a:lnTo>
                  <a:close/>
                </a:path>
                <a:path w="10390505" h="4652010">
                  <a:moveTo>
                    <a:pt x="1978254" y="4645658"/>
                  </a:moveTo>
                  <a:lnTo>
                    <a:pt x="1978127" y="4645658"/>
                  </a:lnTo>
                  <a:lnTo>
                    <a:pt x="1978127" y="4652008"/>
                  </a:lnTo>
                  <a:lnTo>
                    <a:pt x="1978254" y="4652008"/>
                  </a:lnTo>
                  <a:lnTo>
                    <a:pt x="1978254" y="4645658"/>
                  </a:lnTo>
                  <a:close/>
                </a:path>
                <a:path w="10390505" h="4652010">
                  <a:moveTo>
                    <a:pt x="1983461" y="4632958"/>
                  </a:moveTo>
                  <a:lnTo>
                    <a:pt x="1978254" y="4632958"/>
                  </a:lnTo>
                  <a:lnTo>
                    <a:pt x="1978254" y="4652008"/>
                  </a:lnTo>
                  <a:lnTo>
                    <a:pt x="1983461" y="4652008"/>
                  </a:lnTo>
                  <a:lnTo>
                    <a:pt x="1987779" y="4647742"/>
                  </a:lnTo>
                  <a:lnTo>
                    <a:pt x="1987779" y="4637222"/>
                  </a:lnTo>
                  <a:lnTo>
                    <a:pt x="1983461" y="4632958"/>
                  </a:lnTo>
                  <a:close/>
                </a:path>
                <a:path w="10390505" h="4652010">
                  <a:moveTo>
                    <a:pt x="1978254" y="4632958"/>
                  </a:moveTo>
                  <a:lnTo>
                    <a:pt x="1978127" y="4632958"/>
                  </a:lnTo>
                  <a:lnTo>
                    <a:pt x="1978127" y="4639308"/>
                  </a:lnTo>
                  <a:lnTo>
                    <a:pt x="1978254" y="4639308"/>
                  </a:lnTo>
                  <a:lnTo>
                    <a:pt x="1978254" y="4632958"/>
                  </a:lnTo>
                  <a:close/>
                </a:path>
                <a:path w="10390505" h="4652010">
                  <a:moveTo>
                    <a:pt x="1940027" y="4632958"/>
                  </a:moveTo>
                  <a:lnTo>
                    <a:pt x="1934820" y="4632958"/>
                  </a:lnTo>
                  <a:lnTo>
                    <a:pt x="1930502" y="4637222"/>
                  </a:lnTo>
                  <a:lnTo>
                    <a:pt x="1930502" y="4647742"/>
                  </a:lnTo>
                  <a:lnTo>
                    <a:pt x="1934820" y="4652008"/>
                  </a:lnTo>
                  <a:lnTo>
                    <a:pt x="1940027" y="4652008"/>
                  </a:lnTo>
                  <a:lnTo>
                    <a:pt x="1940027" y="4632958"/>
                  </a:lnTo>
                  <a:close/>
                </a:path>
                <a:path w="10390505" h="4652010">
                  <a:moveTo>
                    <a:pt x="1945361" y="4632958"/>
                  </a:moveTo>
                  <a:lnTo>
                    <a:pt x="1940027" y="4632958"/>
                  </a:lnTo>
                  <a:lnTo>
                    <a:pt x="1940027" y="4652008"/>
                  </a:lnTo>
                  <a:lnTo>
                    <a:pt x="1945361" y="4652008"/>
                  </a:lnTo>
                  <a:lnTo>
                    <a:pt x="1949552" y="4647742"/>
                  </a:lnTo>
                  <a:lnTo>
                    <a:pt x="1949552" y="4637222"/>
                  </a:lnTo>
                  <a:lnTo>
                    <a:pt x="1945361" y="4632958"/>
                  </a:lnTo>
                  <a:close/>
                </a:path>
                <a:path w="10390505" h="4652010">
                  <a:moveTo>
                    <a:pt x="1901927" y="4632958"/>
                  </a:moveTo>
                  <a:lnTo>
                    <a:pt x="1896720" y="4632958"/>
                  </a:lnTo>
                  <a:lnTo>
                    <a:pt x="1892402" y="4637222"/>
                  </a:lnTo>
                  <a:lnTo>
                    <a:pt x="1892402" y="4647742"/>
                  </a:lnTo>
                  <a:lnTo>
                    <a:pt x="1896720" y="4652008"/>
                  </a:lnTo>
                  <a:lnTo>
                    <a:pt x="1901927" y="4652008"/>
                  </a:lnTo>
                  <a:lnTo>
                    <a:pt x="1901927" y="4632958"/>
                  </a:lnTo>
                  <a:close/>
                </a:path>
                <a:path w="10390505" h="4652010">
                  <a:moveTo>
                    <a:pt x="1907261" y="4632958"/>
                  </a:moveTo>
                  <a:lnTo>
                    <a:pt x="1901927" y="4632958"/>
                  </a:lnTo>
                  <a:lnTo>
                    <a:pt x="1901927" y="4652008"/>
                  </a:lnTo>
                  <a:lnTo>
                    <a:pt x="1907261" y="4652008"/>
                  </a:lnTo>
                  <a:lnTo>
                    <a:pt x="1911452" y="4647742"/>
                  </a:lnTo>
                  <a:lnTo>
                    <a:pt x="1911452" y="4637222"/>
                  </a:lnTo>
                  <a:lnTo>
                    <a:pt x="1907261" y="4632958"/>
                  </a:lnTo>
                  <a:close/>
                </a:path>
                <a:path w="10390505" h="4652010">
                  <a:moveTo>
                    <a:pt x="1863827" y="4632958"/>
                  </a:moveTo>
                  <a:lnTo>
                    <a:pt x="1858620" y="4632958"/>
                  </a:lnTo>
                  <a:lnTo>
                    <a:pt x="1854302" y="4637222"/>
                  </a:lnTo>
                  <a:lnTo>
                    <a:pt x="1854302" y="4647742"/>
                  </a:lnTo>
                  <a:lnTo>
                    <a:pt x="1858620" y="4652008"/>
                  </a:lnTo>
                  <a:lnTo>
                    <a:pt x="1863827" y="4652008"/>
                  </a:lnTo>
                  <a:lnTo>
                    <a:pt x="1863827" y="4632958"/>
                  </a:lnTo>
                  <a:close/>
                </a:path>
                <a:path w="10390505" h="4652010">
                  <a:moveTo>
                    <a:pt x="1869161" y="4632958"/>
                  </a:moveTo>
                  <a:lnTo>
                    <a:pt x="1863827" y="4632958"/>
                  </a:lnTo>
                  <a:lnTo>
                    <a:pt x="1863827" y="4652008"/>
                  </a:lnTo>
                  <a:lnTo>
                    <a:pt x="1869161" y="4652008"/>
                  </a:lnTo>
                  <a:lnTo>
                    <a:pt x="1873352" y="4647742"/>
                  </a:lnTo>
                  <a:lnTo>
                    <a:pt x="1873352" y="4637222"/>
                  </a:lnTo>
                  <a:lnTo>
                    <a:pt x="1869161" y="4632958"/>
                  </a:lnTo>
                  <a:close/>
                </a:path>
                <a:path w="10390505" h="4652010">
                  <a:moveTo>
                    <a:pt x="1825727" y="4632958"/>
                  </a:moveTo>
                  <a:lnTo>
                    <a:pt x="1820393" y="4632958"/>
                  </a:lnTo>
                  <a:lnTo>
                    <a:pt x="1816202" y="4637222"/>
                  </a:lnTo>
                  <a:lnTo>
                    <a:pt x="1816202" y="4647742"/>
                  </a:lnTo>
                  <a:lnTo>
                    <a:pt x="1820393" y="4652008"/>
                  </a:lnTo>
                  <a:lnTo>
                    <a:pt x="1825727" y="4652008"/>
                  </a:lnTo>
                  <a:lnTo>
                    <a:pt x="1825727" y="4632958"/>
                  </a:lnTo>
                  <a:close/>
                </a:path>
                <a:path w="10390505" h="4652010">
                  <a:moveTo>
                    <a:pt x="1830934" y="4632958"/>
                  </a:moveTo>
                  <a:lnTo>
                    <a:pt x="1825727" y="4632958"/>
                  </a:lnTo>
                  <a:lnTo>
                    <a:pt x="1825727" y="4652008"/>
                  </a:lnTo>
                  <a:lnTo>
                    <a:pt x="1830934" y="4652008"/>
                  </a:lnTo>
                  <a:lnTo>
                    <a:pt x="1835252" y="4647742"/>
                  </a:lnTo>
                  <a:lnTo>
                    <a:pt x="1835252" y="4637222"/>
                  </a:lnTo>
                  <a:lnTo>
                    <a:pt x="1830934" y="4632958"/>
                  </a:lnTo>
                  <a:close/>
                </a:path>
                <a:path w="10390505" h="4652010">
                  <a:moveTo>
                    <a:pt x="1787627" y="4632958"/>
                  </a:moveTo>
                  <a:lnTo>
                    <a:pt x="1782293" y="4632958"/>
                  </a:lnTo>
                  <a:lnTo>
                    <a:pt x="1778102" y="4637222"/>
                  </a:lnTo>
                  <a:lnTo>
                    <a:pt x="1778102" y="4647742"/>
                  </a:lnTo>
                  <a:lnTo>
                    <a:pt x="1782293" y="4652008"/>
                  </a:lnTo>
                  <a:lnTo>
                    <a:pt x="1787627" y="4652008"/>
                  </a:lnTo>
                  <a:lnTo>
                    <a:pt x="1787627" y="4632958"/>
                  </a:lnTo>
                  <a:close/>
                </a:path>
                <a:path w="10390505" h="4652010">
                  <a:moveTo>
                    <a:pt x="1792834" y="4632958"/>
                  </a:moveTo>
                  <a:lnTo>
                    <a:pt x="1787627" y="4632958"/>
                  </a:lnTo>
                  <a:lnTo>
                    <a:pt x="1787627" y="4652008"/>
                  </a:lnTo>
                  <a:lnTo>
                    <a:pt x="1792834" y="4652008"/>
                  </a:lnTo>
                  <a:lnTo>
                    <a:pt x="1797152" y="4647742"/>
                  </a:lnTo>
                  <a:lnTo>
                    <a:pt x="1797152" y="4637222"/>
                  </a:lnTo>
                  <a:lnTo>
                    <a:pt x="1792834" y="4632958"/>
                  </a:lnTo>
                  <a:close/>
                </a:path>
                <a:path w="10390505" h="4652010">
                  <a:moveTo>
                    <a:pt x="1749527" y="4632958"/>
                  </a:moveTo>
                  <a:lnTo>
                    <a:pt x="1744193" y="4632958"/>
                  </a:lnTo>
                  <a:lnTo>
                    <a:pt x="1740002" y="4637222"/>
                  </a:lnTo>
                  <a:lnTo>
                    <a:pt x="1740002" y="4647742"/>
                  </a:lnTo>
                  <a:lnTo>
                    <a:pt x="1744193" y="4652008"/>
                  </a:lnTo>
                  <a:lnTo>
                    <a:pt x="1749527" y="4652008"/>
                  </a:lnTo>
                  <a:lnTo>
                    <a:pt x="1749527" y="4632958"/>
                  </a:lnTo>
                  <a:close/>
                </a:path>
                <a:path w="10390505" h="4652010">
                  <a:moveTo>
                    <a:pt x="1754734" y="4632958"/>
                  </a:moveTo>
                  <a:lnTo>
                    <a:pt x="1749527" y="4632958"/>
                  </a:lnTo>
                  <a:lnTo>
                    <a:pt x="1749527" y="4652008"/>
                  </a:lnTo>
                  <a:lnTo>
                    <a:pt x="1754734" y="4652008"/>
                  </a:lnTo>
                  <a:lnTo>
                    <a:pt x="1759052" y="4647742"/>
                  </a:lnTo>
                  <a:lnTo>
                    <a:pt x="1759052" y="4637222"/>
                  </a:lnTo>
                  <a:lnTo>
                    <a:pt x="1754734" y="4632958"/>
                  </a:lnTo>
                  <a:close/>
                </a:path>
                <a:path w="10390505" h="4652010">
                  <a:moveTo>
                    <a:pt x="1711300" y="4632958"/>
                  </a:moveTo>
                  <a:lnTo>
                    <a:pt x="1706093" y="4632958"/>
                  </a:lnTo>
                  <a:lnTo>
                    <a:pt x="1701775" y="4637222"/>
                  </a:lnTo>
                  <a:lnTo>
                    <a:pt x="1701775" y="4647742"/>
                  </a:lnTo>
                  <a:lnTo>
                    <a:pt x="1706093" y="4652008"/>
                  </a:lnTo>
                  <a:lnTo>
                    <a:pt x="1711300" y="4652008"/>
                  </a:lnTo>
                  <a:lnTo>
                    <a:pt x="1711300" y="4632958"/>
                  </a:lnTo>
                  <a:close/>
                </a:path>
                <a:path w="10390505" h="4652010">
                  <a:moveTo>
                    <a:pt x="1716634" y="4632958"/>
                  </a:moveTo>
                  <a:lnTo>
                    <a:pt x="1711427" y="4632958"/>
                  </a:lnTo>
                  <a:lnTo>
                    <a:pt x="1711427" y="4652008"/>
                  </a:lnTo>
                  <a:lnTo>
                    <a:pt x="1716634" y="4652008"/>
                  </a:lnTo>
                  <a:lnTo>
                    <a:pt x="1720952" y="4647742"/>
                  </a:lnTo>
                  <a:lnTo>
                    <a:pt x="1720952" y="4637222"/>
                  </a:lnTo>
                  <a:lnTo>
                    <a:pt x="1716634" y="4632958"/>
                  </a:lnTo>
                  <a:close/>
                </a:path>
                <a:path w="10390505" h="4652010">
                  <a:moveTo>
                    <a:pt x="1673200" y="4632958"/>
                  </a:moveTo>
                  <a:lnTo>
                    <a:pt x="1667993" y="4632958"/>
                  </a:lnTo>
                  <a:lnTo>
                    <a:pt x="1663675" y="4637222"/>
                  </a:lnTo>
                  <a:lnTo>
                    <a:pt x="1663675" y="4647742"/>
                  </a:lnTo>
                  <a:lnTo>
                    <a:pt x="1667993" y="4652008"/>
                  </a:lnTo>
                  <a:lnTo>
                    <a:pt x="1673200" y="4652008"/>
                  </a:lnTo>
                  <a:lnTo>
                    <a:pt x="1673200" y="4632958"/>
                  </a:lnTo>
                  <a:close/>
                </a:path>
                <a:path w="10390505" h="4652010">
                  <a:moveTo>
                    <a:pt x="1678534" y="4632958"/>
                  </a:moveTo>
                  <a:lnTo>
                    <a:pt x="1673200" y="4632958"/>
                  </a:lnTo>
                  <a:lnTo>
                    <a:pt x="1673200" y="4652008"/>
                  </a:lnTo>
                  <a:lnTo>
                    <a:pt x="1678534" y="4652008"/>
                  </a:lnTo>
                  <a:lnTo>
                    <a:pt x="1682725" y="4647742"/>
                  </a:lnTo>
                  <a:lnTo>
                    <a:pt x="1682725" y="4637222"/>
                  </a:lnTo>
                  <a:lnTo>
                    <a:pt x="1678534" y="4632958"/>
                  </a:lnTo>
                  <a:close/>
                </a:path>
                <a:path w="10390505" h="4652010">
                  <a:moveTo>
                    <a:pt x="1635100" y="4632958"/>
                  </a:moveTo>
                  <a:lnTo>
                    <a:pt x="1629893" y="4632958"/>
                  </a:lnTo>
                  <a:lnTo>
                    <a:pt x="1625575" y="4637222"/>
                  </a:lnTo>
                  <a:lnTo>
                    <a:pt x="1625575" y="4647742"/>
                  </a:lnTo>
                  <a:lnTo>
                    <a:pt x="1629893" y="4652008"/>
                  </a:lnTo>
                  <a:lnTo>
                    <a:pt x="1635100" y="4652008"/>
                  </a:lnTo>
                  <a:lnTo>
                    <a:pt x="1635100" y="4632958"/>
                  </a:lnTo>
                  <a:close/>
                </a:path>
                <a:path w="10390505" h="4652010">
                  <a:moveTo>
                    <a:pt x="1640434" y="4632958"/>
                  </a:moveTo>
                  <a:lnTo>
                    <a:pt x="1635100" y="4632958"/>
                  </a:lnTo>
                  <a:lnTo>
                    <a:pt x="1635100" y="4652008"/>
                  </a:lnTo>
                  <a:lnTo>
                    <a:pt x="1640434" y="4652008"/>
                  </a:lnTo>
                  <a:lnTo>
                    <a:pt x="1644625" y="4647742"/>
                  </a:lnTo>
                  <a:lnTo>
                    <a:pt x="1644625" y="4637222"/>
                  </a:lnTo>
                  <a:lnTo>
                    <a:pt x="1640434" y="4632958"/>
                  </a:lnTo>
                  <a:close/>
                </a:path>
                <a:path w="10390505" h="4652010">
                  <a:moveTo>
                    <a:pt x="1597000" y="4632958"/>
                  </a:moveTo>
                  <a:lnTo>
                    <a:pt x="1591793" y="4632958"/>
                  </a:lnTo>
                  <a:lnTo>
                    <a:pt x="1587475" y="4637222"/>
                  </a:lnTo>
                  <a:lnTo>
                    <a:pt x="1587475" y="4647742"/>
                  </a:lnTo>
                  <a:lnTo>
                    <a:pt x="1591793" y="4652008"/>
                  </a:lnTo>
                  <a:lnTo>
                    <a:pt x="1597000" y="4652008"/>
                  </a:lnTo>
                  <a:lnTo>
                    <a:pt x="1597000" y="4632958"/>
                  </a:lnTo>
                  <a:close/>
                </a:path>
                <a:path w="10390505" h="4652010">
                  <a:moveTo>
                    <a:pt x="1602334" y="4632958"/>
                  </a:moveTo>
                  <a:lnTo>
                    <a:pt x="1597000" y="4632958"/>
                  </a:lnTo>
                  <a:lnTo>
                    <a:pt x="1597000" y="4652008"/>
                  </a:lnTo>
                  <a:lnTo>
                    <a:pt x="1602334" y="4652008"/>
                  </a:lnTo>
                  <a:lnTo>
                    <a:pt x="1606525" y="4647742"/>
                  </a:lnTo>
                  <a:lnTo>
                    <a:pt x="1606525" y="4637222"/>
                  </a:lnTo>
                  <a:lnTo>
                    <a:pt x="1602334" y="4632958"/>
                  </a:lnTo>
                  <a:close/>
                </a:path>
                <a:path w="10390505" h="4652010">
                  <a:moveTo>
                    <a:pt x="1558900" y="4632958"/>
                  </a:moveTo>
                  <a:lnTo>
                    <a:pt x="1553566" y="4632958"/>
                  </a:lnTo>
                  <a:lnTo>
                    <a:pt x="1549375" y="4637222"/>
                  </a:lnTo>
                  <a:lnTo>
                    <a:pt x="1549375" y="4647742"/>
                  </a:lnTo>
                  <a:lnTo>
                    <a:pt x="1553566" y="4652008"/>
                  </a:lnTo>
                  <a:lnTo>
                    <a:pt x="1558900" y="4652008"/>
                  </a:lnTo>
                  <a:lnTo>
                    <a:pt x="1558900" y="4632958"/>
                  </a:lnTo>
                  <a:close/>
                </a:path>
                <a:path w="10390505" h="4652010">
                  <a:moveTo>
                    <a:pt x="1564107" y="4632958"/>
                  </a:moveTo>
                  <a:lnTo>
                    <a:pt x="1558900" y="4632958"/>
                  </a:lnTo>
                  <a:lnTo>
                    <a:pt x="1558900" y="4652008"/>
                  </a:lnTo>
                  <a:lnTo>
                    <a:pt x="1564107" y="4652008"/>
                  </a:lnTo>
                  <a:lnTo>
                    <a:pt x="1568425" y="4647742"/>
                  </a:lnTo>
                  <a:lnTo>
                    <a:pt x="1568425" y="4637222"/>
                  </a:lnTo>
                  <a:lnTo>
                    <a:pt x="1564107" y="4632958"/>
                  </a:lnTo>
                  <a:close/>
                </a:path>
                <a:path w="10390505" h="4652010">
                  <a:moveTo>
                    <a:pt x="1520800" y="4632958"/>
                  </a:moveTo>
                  <a:lnTo>
                    <a:pt x="1515466" y="4632958"/>
                  </a:lnTo>
                  <a:lnTo>
                    <a:pt x="1511275" y="4637222"/>
                  </a:lnTo>
                  <a:lnTo>
                    <a:pt x="1511275" y="4647742"/>
                  </a:lnTo>
                  <a:lnTo>
                    <a:pt x="1515466" y="4652008"/>
                  </a:lnTo>
                  <a:lnTo>
                    <a:pt x="1520800" y="4652008"/>
                  </a:lnTo>
                  <a:lnTo>
                    <a:pt x="1520800" y="4632958"/>
                  </a:lnTo>
                  <a:close/>
                </a:path>
                <a:path w="10390505" h="4652010">
                  <a:moveTo>
                    <a:pt x="1526007" y="4632958"/>
                  </a:moveTo>
                  <a:lnTo>
                    <a:pt x="1520800" y="4632958"/>
                  </a:lnTo>
                  <a:lnTo>
                    <a:pt x="1520800" y="4652008"/>
                  </a:lnTo>
                  <a:lnTo>
                    <a:pt x="1526007" y="4652008"/>
                  </a:lnTo>
                  <a:lnTo>
                    <a:pt x="1530325" y="4647742"/>
                  </a:lnTo>
                  <a:lnTo>
                    <a:pt x="1530325" y="4637222"/>
                  </a:lnTo>
                  <a:lnTo>
                    <a:pt x="1526007" y="4632958"/>
                  </a:lnTo>
                  <a:close/>
                </a:path>
                <a:path w="10390505" h="4652010">
                  <a:moveTo>
                    <a:pt x="1482573" y="4632958"/>
                  </a:moveTo>
                  <a:lnTo>
                    <a:pt x="1477366" y="4632958"/>
                  </a:lnTo>
                  <a:lnTo>
                    <a:pt x="1473048" y="4637222"/>
                  </a:lnTo>
                  <a:lnTo>
                    <a:pt x="1473048" y="4647742"/>
                  </a:lnTo>
                  <a:lnTo>
                    <a:pt x="1477366" y="4652008"/>
                  </a:lnTo>
                  <a:lnTo>
                    <a:pt x="1482573" y="4652008"/>
                  </a:lnTo>
                  <a:lnTo>
                    <a:pt x="1482573" y="4632958"/>
                  </a:lnTo>
                  <a:close/>
                </a:path>
                <a:path w="10390505" h="4652010">
                  <a:moveTo>
                    <a:pt x="1487907" y="4632958"/>
                  </a:moveTo>
                  <a:lnTo>
                    <a:pt x="1482700" y="4632958"/>
                  </a:lnTo>
                  <a:lnTo>
                    <a:pt x="1482700" y="4652008"/>
                  </a:lnTo>
                  <a:lnTo>
                    <a:pt x="1487907" y="4652008"/>
                  </a:lnTo>
                  <a:lnTo>
                    <a:pt x="1492225" y="4647742"/>
                  </a:lnTo>
                  <a:lnTo>
                    <a:pt x="1492225" y="4637222"/>
                  </a:lnTo>
                  <a:lnTo>
                    <a:pt x="1487907" y="4632958"/>
                  </a:lnTo>
                  <a:close/>
                </a:path>
                <a:path w="10390505" h="4652010">
                  <a:moveTo>
                    <a:pt x="1444473" y="4632958"/>
                  </a:moveTo>
                  <a:lnTo>
                    <a:pt x="1439266" y="4632958"/>
                  </a:lnTo>
                  <a:lnTo>
                    <a:pt x="1434948" y="4637222"/>
                  </a:lnTo>
                  <a:lnTo>
                    <a:pt x="1434948" y="4647742"/>
                  </a:lnTo>
                  <a:lnTo>
                    <a:pt x="1439266" y="4652008"/>
                  </a:lnTo>
                  <a:lnTo>
                    <a:pt x="1444473" y="4652008"/>
                  </a:lnTo>
                  <a:lnTo>
                    <a:pt x="1444473" y="4632958"/>
                  </a:lnTo>
                  <a:close/>
                </a:path>
                <a:path w="10390505" h="4652010">
                  <a:moveTo>
                    <a:pt x="1449807" y="4632958"/>
                  </a:moveTo>
                  <a:lnTo>
                    <a:pt x="1444473" y="4632958"/>
                  </a:lnTo>
                  <a:lnTo>
                    <a:pt x="1444473" y="4652008"/>
                  </a:lnTo>
                  <a:lnTo>
                    <a:pt x="1449807" y="4652008"/>
                  </a:lnTo>
                  <a:lnTo>
                    <a:pt x="1453998" y="4647742"/>
                  </a:lnTo>
                  <a:lnTo>
                    <a:pt x="1453998" y="4637222"/>
                  </a:lnTo>
                  <a:lnTo>
                    <a:pt x="1449807" y="4632958"/>
                  </a:lnTo>
                  <a:close/>
                </a:path>
                <a:path w="10390505" h="4652010">
                  <a:moveTo>
                    <a:pt x="1406373" y="4632958"/>
                  </a:moveTo>
                  <a:lnTo>
                    <a:pt x="1401166" y="4632958"/>
                  </a:lnTo>
                  <a:lnTo>
                    <a:pt x="1396848" y="4637222"/>
                  </a:lnTo>
                  <a:lnTo>
                    <a:pt x="1396848" y="4647742"/>
                  </a:lnTo>
                  <a:lnTo>
                    <a:pt x="1401166" y="4652008"/>
                  </a:lnTo>
                  <a:lnTo>
                    <a:pt x="1406373" y="4652008"/>
                  </a:lnTo>
                  <a:lnTo>
                    <a:pt x="1406373" y="4632958"/>
                  </a:lnTo>
                  <a:close/>
                </a:path>
                <a:path w="10390505" h="4652010">
                  <a:moveTo>
                    <a:pt x="1411707" y="4632958"/>
                  </a:moveTo>
                  <a:lnTo>
                    <a:pt x="1406373" y="4632958"/>
                  </a:lnTo>
                  <a:lnTo>
                    <a:pt x="1406373" y="4652008"/>
                  </a:lnTo>
                  <a:lnTo>
                    <a:pt x="1411707" y="4652008"/>
                  </a:lnTo>
                  <a:lnTo>
                    <a:pt x="1415898" y="4647742"/>
                  </a:lnTo>
                  <a:lnTo>
                    <a:pt x="1415898" y="4637222"/>
                  </a:lnTo>
                  <a:lnTo>
                    <a:pt x="1411707" y="4632958"/>
                  </a:lnTo>
                  <a:close/>
                </a:path>
                <a:path w="10390505" h="4652010">
                  <a:moveTo>
                    <a:pt x="1368273" y="4632958"/>
                  </a:moveTo>
                  <a:lnTo>
                    <a:pt x="1363066" y="4632958"/>
                  </a:lnTo>
                  <a:lnTo>
                    <a:pt x="1358748" y="4637222"/>
                  </a:lnTo>
                  <a:lnTo>
                    <a:pt x="1358748" y="4647742"/>
                  </a:lnTo>
                  <a:lnTo>
                    <a:pt x="1363066" y="4652008"/>
                  </a:lnTo>
                  <a:lnTo>
                    <a:pt x="1368273" y="4652008"/>
                  </a:lnTo>
                  <a:lnTo>
                    <a:pt x="1368273" y="4632958"/>
                  </a:lnTo>
                  <a:close/>
                </a:path>
                <a:path w="10390505" h="4652010">
                  <a:moveTo>
                    <a:pt x="1373607" y="4632958"/>
                  </a:moveTo>
                  <a:lnTo>
                    <a:pt x="1368273" y="4632958"/>
                  </a:lnTo>
                  <a:lnTo>
                    <a:pt x="1368273" y="4652008"/>
                  </a:lnTo>
                  <a:lnTo>
                    <a:pt x="1373607" y="4652008"/>
                  </a:lnTo>
                  <a:lnTo>
                    <a:pt x="1377798" y="4647742"/>
                  </a:lnTo>
                  <a:lnTo>
                    <a:pt x="1377798" y="4637222"/>
                  </a:lnTo>
                  <a:lnTo>
                    <a:pt x="1373607" y="4632958"/>
                  </a:lnTo>
                  <a:close/>
                </a:path>
                <a:path w="10390505" h="4652010">
                  <a:moveTo>
                    <a:pt x="1330173" y="4632958"/>
                  </a:moveTo>
                  <a:lnTo>
                    <a:pt x="1324839" y="4632958"/>
                  </a:lnTo>
                  <a:lnTo>
                    <a:pt x="1320648" y="4637222"/>
                  </a:lnTo>
                  <a:lnTo>
                    <a:pt x="1320648" y="4647742"/>
                  </a:lnTo>
                  <a:lnTo>
                    <a:pt x="1324839" y="4652008"/>
                  </a:lnTo>
                  <a:lnTo>
                    <a:pt x="1330173" y="4652008"/>
                  </a:lnTo>
                  <a:lnTo>
                    <a:pt x="1330173" y="4632958"/>
                  </a:lnTo>
                  <a:close/>
                </a:path>
                <a:path w="10390505" h="4652010">
                  <a:moveTo>
                    <a:pt x="1335380" y="4632958"/>
                  </a:moveTo>
                  <a:lnTo>
                    <a:pt x="1330173" y="4632958"/>
                  </a:lnTo>
                  <a:lnTo>
                    <a:pt x="1330173" y="4652008"/>
                  </a:lnTo>
                  <a:lnTo>
                    <a:pt x="1335380" y="4652008"/>
                  </a:lnTo>
                  <a:lnTo>
                    <a:pt x="1339698" y="4647742"/>
                  </a:lnTo>
                  <a:lnTo>
                    <a:pt x="1339698" y="4637222"/>
                  </a:lnTo>
                  <a:lnTo>
                    <a:pt x="1335380" y="4632958"/>
                  </a:lnTo>
                  <a:close/>
                </a:path>
                <a:path w="10390505" h="4652010">
                  <a:moveTo>
                    <a:pt x="1292073" y="4632958"/>
                  </a:moveTo>
                  <a:lnTo>
                    <a:pt x="1286739" y="4632958"/>
                  </a:lnTo>
                  <a:lnTo>
                    <a:pt x="1282548" y="4637222"/>
                  </a:lnTo>
                  <a:lnTo>
                    <a:pt x="1282548" y="4647742"/>
                  </a:lnTo>
                  <a:lnTo>
                    <a:pt x="1286739" y="4652008"/>
                  </a:lnTo>
                  <a:lnTo>
                    <a:pt x="1292073" y="4652008"/>
                  </a:lnTo>
                  <a:lnTo>
                    <a:pt x="1292073" y="4632958"/>
                  </a:lnTo>
                  <a:close/>
                </a:path>
                <a:path w="10390505" h="4652010">
                  <a:moveTo>
                    <a:pt x="1297280" y="4632958"/>
                  </a:moveTo>
                  <a:lnTo>
                    <a:pt x="1292073" y="4632958"/>
                  </a:lnTo>
                  <a:lnTo>
                    <a:pt x="1292073" y="4652008"/>
                  </a:lnTo>
                  <a:lnTo>
                    <a:pt x="1297280" y="4652008"/>
                  </a:lnTo>
                  <a:lnTo>
                    <a:pt x="1301598" y="4647742"/>
                  </a:lnTo>
                  <a:lnTo>
                    <a:pt x="1301598" y="4637222"/>
                  </a:lnTo>
                  <a:lnTo>
                    <a:pt x="1297280" y="4632958"/>
                  </a:lnTo>
                  <a:close/>
                </a:path>
                <a:path w="10390505" h="4652010">
                  <a:moveTo>
                    <a:pt x="1253973" y="4632958"/>
                  </a:moveTo>
                  <a:lnTo>
                    <a:pt x="1248639" y="4632958"/>
                  </a:lnTo>
                  <a:lnTo>
                    <a:pt x="1244448" y="4637222"/>
                  </a:lnTo>
                  <a:lnTo>
                    <a:pt x="1244448" y="4647742"/>
                  </a:lnTo>
                  <a:lnTo>
                    <a:pt x="1248639" y="4652008"/>
                  </a:lnTo>
                  <a:lnTo>
                    <a:pt x="1253973" y="4652008"/>
                  </a:lnTo>
                  <a:lnTo>
                    <a:pt x="1253973" y="4632958"/>
                  </a:lnTo>
                  <a:close/>
                </a:path>
                <a:path w="10390505" h="4652010">
                  <a:moveTo>
                    <a:pt x="1259180" y="4632958"/>
                  </a:moveTo>
                  <a:lnTo>
                    <a:pt x="1253973" y="4632958"/>
                  </a:lnTo>
                  <a:lnTo>
                    <a:pt x="1253973" y="4652008"/>
                  </a:lnTo>
                  <a:lnTo>
                    <a:pt x="1259180" y="4652008"/>
                  </a:lnTo>
                  <a:lnTo>
                    <a:pt x="1263498" y="4647742"/>
                  </a:lnTo>
                  <a:lnTo>
                    <a:pt x="1263498" y="4637222"/>
                  </a:lnTo>
                  <a:lnTo>
                    <a:pt x="1259180" y="4632958"/>
                  </a:lnTo>
                  <a:close/>
                </a:path>
                <a:path w="10390505" h="4652010">
                  <a:moveTo>
                    <a:pt x="1215746" y="4632958"/>
                  </a:moveTo>
                  <a:lnTo>
                    <a:pt x="1210539" y="4632958"/>
                  </a:lnTo>
                  <a:lnTo>
                    <a:pt x="1206221" y="4637222"/>
                  </a:lnTo>
                  <a:lnTo>
                    <a:pt x="1206221" y="4647742"/>
                  </a:lnTo>
                  <a:lnTo>
                    <a:pt x="1210539" y="4652008"/>
                  </a:lnTo>
                  <a:lnTo>
                    <a:pt x="1215746" y="4652008"/>
                  </a:lnTo>
                  <a:lnTo>
                    <a:pt x="1215746" y="4632958"/>
                  </a:lnTo>
                  <a:close/>
                </a:path>
                <a:path w="10390505" h="4652010">
                  <a:moveTo>
                    <a:pt x="1215873" y="4645658"/>
                  </a:moveTo>
                  <a:lnTo>
                    <a:pt x="1215746" y="4645658"/>
                  </a:lnTo>
                  <a:lnTo>
                    <a:pt x="1215746" y="4652008"/>
                  </a:lnTo>
                  <a:lnTo>
                    <a:pt x="1215873" y="4652008"/>
                  </a:lnTo>
                  <a:lnTo>
                    <a:pt x="1215873" y="4645658"/>
                  </a:lnTo>
                  <a:close/>
                </a:path>
                <a:path w="10390505" h="4652010">
                  <a:moveTo>
                    <a:pt x="1221080" y="4632958"/>
                  </a:moveTo>
                  <a:lnTo>
                    <a:pt x="1215873" y="4632958"/>
                  </a:lnTo>
                  <a:lnTo>
                    <a:pt x="1215873" y="4652008"/>
                  </a:lnTo>
                  <a:lnTo>
                    <a:pt x="1221080" y="4652008"/>
                  </a:lnTo>
                  <a:lnTo>
                    <a:pt x="1225398" y="4647742"/>
                  </a:lnTo>
                  <a:lnTo>
                    <a:pt x="1225398" y="4637222"/>
                  </a:lnTo>
                  <a:lnTo>
                    <a:pt x="1221080" y="4632958"/>
                  </a:lnTo>
                  <a:close/>
                </a:path>
                <a:path w="10390505" h="4652010">
                  <a:moveTo>
                    <a:pt x="1215873" y="4632958"/>
                  </a:moveTo>
                  <a:lnTo>
                    <a:pt x="1215746" y="4632958"/>
                  </a:lnTo>
                  <a:lnTo>
                    <a:pt x="1215746" y="4639308"/>
                  </a:lnTo>
                  <a:lnTo>
                    <a:pt x="1215873" y="4639308"/>
                  </a:lnTo>
                  <a:lnTo>
                    <a:pt x="1215873" y="4632958"/>
                  </a:lnTo>
                  <a:close/>
                </a:path>
                <a:path w="10390505" h="4652010">
                  <a:moveTo>
                    <a:pt x="1177646" y="4632958"/>
                  </a:moveTo>
                  <a:lnTo>
                    <a:pt x="1172439" y="4632958"/>
                  </a:lnTo>
                  <a:lnTo>
                    <a:pt x="1168121" y="4637222"/>
                  </a:lnTo>
                  <a:lnTo>
                    <a:pt x="1168121" y="4647742"/>
                  </a:lnTo>
                  <a:lnTo>
                    <a:pt x="1172439" y="4652008"/>
                  </a:lnTo>
                  <a:lnTo>
                    <a:pt x="1177646" y="4652008"/>
                  </a:lnTo>
                  <a:lnTo>
                    <a:pt x="1177646" y="4632958"/>
                  </a:lnTo>
                  <a:close/>
                </a:path>
                <a:path w="10390505" h="4652010">
                  <a:moveTo>
                    <a:pt x="1182980" y="4632958"/>
                  </a:moveTo>
                  <a:lnTo>
                    <a:pt x="1177646" y="4632958"/>
                  </a:lnTo>
                  <a:lnTo>
                    <a:pt x="1177646" y="4652008"/>
                  </a:lnTo>
                  <a:lnTo>
                    <a:pt x="1182980" y="4652008"/>
                  </a:lnTo>
                  <a:lnTo>
                    <a:pt x="1187171" y="4647742"/>
                  </a:lnTo>
                  <a:lnTo>
                    <a:pt x="1187171" y="4637222"/>
                  </a:lnTo>
                  <a:lnTo>
                    <a:pt x="1182980" y="4632958"/>
                  </a:lnTo>
                  <a:close/>
                </a:path>
                <a:path w="10390505" h="4652010">
                  <a:moveTo>
                    <a:pt x="1139546" y="4632958"/>
                  </a:moveTo>
                  <a:lnTo>
                    <a:pt x="1134339" y="4632958"/>
                  </a:lnTo>
                  <a:lnTo>
                    <a:pt x="1130021" y="4637222"/>
                  </a:lnTo>
                  <a:lnTo>
                    <a:pt x="1130021" y="4647742"/>
                  </a:lnTo>
                  <a:lnTo>
                    <a:pt x="1134339" y="4652008"/>
                  </a:lnTo>
                  <a:lnTo>
                    <a:pt x="1139546" y="4652008"/>
                  </a:lnTo>
                  <a:lnTo>
                    <a:pt x="1139546" y="4632958"/>
                  </a:lnTo>
                  <a:close/>
                </a:path>
                <a:path w="10390505" h="4652010">
                  <a:moveTo>
                    <a:pt x="1144880" y="4632958"/>
                  </a:moveTo>
                  <a:lnTo>
                    <a:pt x="1139546" y="4632958"/>
                  </a:lnTo>
                  <a:lnTo>
                    <a:pt x="1139546" y="4652008"/>
                  </a:lnTo>
                  <a:lnTo>
                    <a:pt x="1144880" y="4652008"/>
                  </a:lnTo>
                  <a:lnTo>
                    <a:pt x="1149071" y="4647742"/>
                  </a:lnTo>
                  <a:lnTo>
                    <a:pt x="1149071" y="4637222"/>
                  </a:lnTo>
                  <a:lnTo>
                    <a:pt x="1144880" y="4632958"/>
                  </a:lnTo>
                  <a:close/>
                </a:path>
                <a:path w="10390505" h="4652010">
                  <a:moveTo>
                    <a:pt x="1101446" y="4632958"/>
                  </a:moveTo>
                  <a:lnTo>
                    <a:pt x="1096239" y="4632958"/>
                  </a:lnTo>
                  <a:lnTo>
                    <a:pt x="1091921" y="4637222"/>
                  </a:lnTo>
                  <a:lnTo>
                    <a:pt x="1091921" y="4647742"/>
                  </a:lnTo>
                  <a:lnTo>
                    <a:pt x="1096239" y="4652008"/>
                  </a:lnTo>
                  <a:lnTo>
                    <a:pt x="1101446" y="4652008"/>
                  </a:lnTo>
                  <a:lnTo>
                    <a:pt x="1101446" y="4632958"/>
                  </a:lnTo>
                  <a:close/>
                </a:path>
                <a:path w="10390505" h="4652010">
                  <a:moveTo>
                    <a:pt x="1106780" y="4632958"/>
                  </a:moveTo>
                  <a:lnTo>
                    <a:pt x="1101446" y="4632958"/>
                  </a:lnTo>
                  <a:lnTo>
                    <a:pt x="1101446" y="4652008"/>
                  </a:lnTo>
                  <a:lnTo>
                    <a:pt x="1106780" y="4652008"/>
                  </a:lnTo>
                  <a:lnTo>
                    <a:pt x="1110971" y="4647742"/>
                  </a:lnTo>
                  <a:lnTo>
                    <a:pt x="1110971" y="4637222"/>
                  </a:lnTo>
                  <a:lnTo>
                    <a:pt x="1106780" y="4632958"/>
                  </a:lnTo>
                  <a:close/>
                </a:path>
                <a:path w="10390505" h="4652010">
                  <a:moveTo>
                    <a:pt x="1063346" y="4632958"/>
                  </a:moveTo>
                  <a:lnTo>
                    <a:pt x="1058012" y="4632958"/>
                  </a:lnTo>
                  <a:lnTo>
                    <a:pt x="1053821" y="4637222"/>
                  </a:lnTo>
                  <a:lnTo>
                    <a:pt x="1053821" y="4647742"/>
                  </a:lnTo>
                  <a:lnTo>
                    <a:pt x="1058012" y="4652008"/>
                  </a:lnTo>
                  <a:lnTo>
                    <a:pt x="1063346" y="4652008"/>
                  </a:lnTo>
                  <a:lnTo>
                    <a:pt x="1063346" y="4632958"/>
                  </a:lnTo>
                  <a:close/>
                </a:path>
                <a:path w="10390505" h="4652010">
                  <a:moveTo>
                    <a:pt x="1068553" y="4632958"/>
                  </a:moveTo>
                  <a:lnTo>
                    <a:pt x="1063346" y="4632958"/>
                  </a:lnTo>
                  <a:lnTo>
                    <a:pt x="1063346" y="4652008"/>
                  </a:lnTo>
                  <a:lnTo>
                    <a:pt x="1068553" y="4652008"/>
                  </a:lnTo>
                  <a:lnTo>
                    <a:pt x="1072871" y="4647742"/>
                  </a:lnTo>
                  <a:lnTo>
                    <a:pt x="1072871" y="4637222"/>
                  </a:lnTo>
                  <a:lnTo>
                    <a:pt x="1068553" y="4632958"/>
                  </a:lnTo>
                  <a:close/>
                </a:path>
                <a:path w="10390505" h="4652010">
                  <a:moveTo>
                    <a:pt x="1025246" y="4632958"/>
                  </a:moveTo>
                  <a:lnTo>
                    <a:pt x="1019912" y="4632958"/>
                  </a:lnTo>
                  <a:lnTo>
                    <a:pt x="1015721" y="4637222"/>
                  </a:lnTo>
                  <a:lnTo>
                    <a:pt x="1015721" y="4647742"/>
                  </a:lnTo>
                  <a:lnTo>
                    <a:pt x="1019912" y="4652008"/>
                  </a:lnTo>
                  <a:lnTo>
                    <a:pt x="1025246" y="4652008"/>
                  </a:lnTo>
                  <a:lnTo>
                    <a:pt x="1025246" y="4632958"/>
                  </a:lnTo>
                  <a:close/>
                </a:path>
                <a:path w="10390505" h="4652010">
                  <a:moveTo>
                    <a:pt x="1030453" y="4632958"/>
                  </a:moveTo>
                  <a:lnTo>
                    <a:pt x="1025246" y="4632958"/>
                  </a:lnTo>
                  <a:lnTo>
                    <a:pt x="1025246" y="4652008"/>
                  </a:lnTo>
                  <a:lnTo>
                    <a:pt x="1030453" y="4652008"/>
                  </a:lnTo>
                  <a:lnTo>
                    <a:pt x="1034771" y="4647742"/>
                  </a:lnTo>
                  <a:lnTo>
                    <a:pt x="1034771" y="4637222"/>
                  </a:lnTo>
                  <a:lnTo>
                    <a:pt x="1030453" y="4632958"/>
                  </a:lnTo>
                  <a:close/>
                </a:path>
                <a:path w="10390505" h="4652010">
                  <a:moveTo>
                    <a:pt x="987146" y="4632958"/>
                  </a:moveTo>
                  <a:lnTo>
                    <a:pt x="981812" y="4632958"/>
                  </a:lnTo>
                  <a:lnTo>
                    <a:pt x="977621" y="4637222"/>
                  </a:lnTo>
                  <a:lnTo>
                    <a:pt x="977621" y="4647742"/>
                  </a:lnTo>
                  <a:lnTo>
                    <a:pt x="981812" y="4652008"/>
                  </a:lnTo>
                  <a:lnTo>
                    <a:pt x="987146" y="4652008"/>
                  </a:lnTo>
                  <a:lnTo>
                    <a:pt x="987146" y="4632958"/>
                  </a:lnTo>
                  <a:close/>
                </a:path>
                <a:path w="10390505" h="4652010">
                  <a:moveTo>
                    <a:pt x="992353" y="4632958"/>
                  </a:moveTo>
                  <a:lnTo>
                    <a:pt x="987146" y="4632958"/>
                  </a:lnTo>
                  <a:lnTo>
                    <a:pt x="987146" y="4652008"/>
                  </a:lnTo>
                  <a:lnTo>
                    <a:pt x="992353" y="4652008"/>
                  </a:lnTo>
                  <a:lnTo>
                    <a:pt x="996671" y="4647742"/>
                  </a:lnTo>
                  <a:lnTo>
                    <a:pt x="996671" y="4637222"/>
                  </a:lnTo>
                  <a:lnTo>
                    <a:pt x="992353" y="4632958"/>
                  </a:lnTo>
                  <a:close/>
                </a:path>
                <a:path w="10390505" h="4652010">
                  <a:moveTo>
                    <a:pt x="948919" y="4632958"/>
                  </a:moveTo>
                  <a:lnTo>
                    <a:pt x="943712" y="4632958"/>
                  </a:lnTo>
                  <a:lnTo>
                    <a:pt x="939394" y="4637222"/>
                  </a:lnTo>
                  <a:lnTo>
                    <a:pt x="939394" y="4647742"/>
                  </a:lnTo>
                  <a:lnTo>
                    <a:pt x="943712" y="4652008"/>
                  </a:lnTo>
                  <a:lnTo>
                    <a:pt x="948919" y="4652008"/>
                  </a:lnTo>
                  <a:lnTo>
                    <a:pt x="948919" y="4632958"/>
                  </a:lnTo>
                  <a:close/>
                </a:path>
                <a:path w="10390505" h="4652010">
                  <a:moveTo>
                    <a:pt x="954253" y="4632958"/>
                  </a:moveTo>
                  <a:lnTo>
                    <a:pt x="949046" y="4632958"/>
                  </a:lnTo>
                  <a:lnTo>
                    <a:pt x="949046" y="4652008"/>
                  </a:lnTo>
                  <a:lnTo>
                    <a:pt x="954253" y="4652008"/>
                  </a:lnTo>
                  <a:lnTo>
                    <a:pt x="958571" y="4647742"/>
                  </a:lnTo>
                  <a:lnTo>
                    <a:pt x="958571" y="4637222"/>
                  </a:lnTo>
                  <a:lnTo>
                    <a:pt x="954253" y="4632958"/>
                  </a:lnTo>
                  <a:close/>
                </a:path>
                <a:path w="10390505" h="4652010">
                  <a:moveTo>
                    <a:pt x="910819" y="4632958"/>
                  </a:moveTo>
                  <a:lnTo>
                    <a:pt x="905612" y="4632958"/>
                  </a:lnTo>
                  <a:lnTo>
                    <a:pt x="901294" y="4637222"/>
                  </a:lnTo>
                  <a:lnTo>
                    <a:pt x="901294" y="4647742"/>
                  </a:lnTo>
                  <a:lnTo>
                    <a:pt x="905612" y="4652008"/>
                  </a:lnTo>
                  <a:lnTo>
                    <a:pt x="910819" y="4652008"/>
                  </a:lnTo>
                  <a:lnTo>
                    <a:pt x="910819" y="4632958"/>
                  </a:lnTo>
                  <a:close/>
                </a:path>
                <a:path w="10390505" h="4652010">
                  <a:moveTo>
                    <a:pt x="916153" y="4632958"/>
                  </a:moveTo>
                  <a:lnTo>
                    <a:pt x="910819" y="4632958"/>
                  </a:lnTo>
                  <a:lnTo>
                    <a:pt x="910819" y="4652008"/>
                  </a:lnTo>
                  <a:lnTo>
                    <a:pt x="916153" y="4652008"/>
                  </a:lnTo>
                  <a:lnTo>
                    <a:pt x="920344" y="4647742"/>
                  </a:lnTo>
                  <a:lnTo>
                    <a:pt x="920344" y="4637222"/>
                  </a:lnTo>
                  <a:lnTo>
                    <a:pt x="916153" y="4632958"/>
                  </a:lnTo>
                  <a:close/>
                </a:path>
                <a:path w="10390505" h="4652010">
                  <a:moveTo>
                    <a:pt x="872719" y="4632958"/>
                  </a:moveTo>
                  <a:lnTo>
                    <a:pt x="867512" y="4632958"/>
                  </a:lnTo>
                  <a:lnTo>
                    <a:pt x="863194" y="4637222"/>
                  </a:lnTo>
                  <a:lnTo>
                    <a:pt x="863194" y="4647742"/>
                  </a:lnTo>
                  <a:lnTo>
                    <a:pt x="867512" y="4652008"/>
                  </a:lnTo>
                  <a:lnTo>
                    <a:pt x="872719" y="4652008"/>
                  </a:lnTo>
                  <a:lnTo>
                    <a:pt x="872719" y="4632958"/>
                  </a:lnTo>
                  <a:close/>
                </a:path>
                <a:path w="10390505" h="4652010">
                  <a:moveTo>
                    <a:pt x="878053" y="4632958"/>
                  </a:moveTo>
                  <a:lnTo>
                    <a:pt x="872719" y="4632958"/>
                  </a:lnTo>
                  <a:lnTo>
                    <a:pt x="872719" y="4652008"/>
                  </a:lnTo>
                  <a:lnTo>
                    <a:pt x="878053" y="4652008"/>
                  </a:lnTo>
                  <a:lnTo>
                    <a:pt x="882244" y="4647742"/>
                  </a:lnTo>
                  <a:lnTo>
                    <a:pt x="882244" y="4637222"/>
                  </a:lnTo>
                  <a:lnTo>
                    <a:pt x="878053" y="4632958"/>
                  </a:lnTo>
                  <a:close/>
                </a:path>
                <a:path w="10390505" h="4652010">
                  <a:moveTo>
                    <a:pt x="834619" y="4632958"/>
                  </a:moveTo>
                  <a:lnTo>
                    <a:pt x="829412" y="4632958"/>
                  </a:lnTo>
                  <a:lnTo>
                    <a:pt x="825094" y="4637222"/>
                  </a:lnTo>
                  <a:lnTo>
                    <a:pt x="825094" y="4647742"/>
                  </a:lnTo>
                  <a:lnTo>
                    <a:pt x="829412" y="4652008"/>
                  </a:lnTo>
                  <a:lnTo>
                    <a:pt x="834619" y="4652008"/>
                  </a:lnTo>
                  <a:lnTo>
                    <a:pt x="834619" y="4632958"/>
                  </a:lnTo>
                  <a:close/>
                </a:path>
                <a:path w="10390505" h="4652010">
                  <a:moveTo>
                    <a:pt x="839953" y="4632958"/>
                  </a:moveTo>
                  <a:lnTo>
                    <a:pt x="834619" y="4632958"/>
                  </a:lnTo>
                  <a:lnTo>
                    <a:pt x="834619" y="4652008"/>
                  </a:lnTo>
                  <a:lnTo>
                    <a:pt x="839953" y="4652008"/>
                  </a:lnTo>
                  <a:lnTo>
                    <a:pt x="844144" y="4647742"/>
                  </a:lnTo>
                  <a:lnTo>
                    <a:pt x="844144" y="4637222"/>
                  </a:lnTo>
                  <a:lnTo>
                    <a:pt x="839953" y="4632958"/>
                  </a:lnTo>
                  <a:close/>
                </a:path>
                <a:path w="10390505" h="4652010">
                  <a:moveTo>
                    <a:pt x="796519" y="4632958"/>
                  </a:moveTo>
                  <a:lnTo>
                    <a:pt x="791185" y="4632958"/>
                  </a:lnTo>
                  <a:lnTo>
                    <a:pt x="786994" y="4637222"/>
                  </a:lnTo>
                  <a:lnTo>
                    <a:pt x="786994" y="4647742"/>
                  </a:lnTo>
                  <a:lnTo>
                    <a:pt x="791185" y="4652008"/>
                  </a:lnTo>
                  <a:lnTo>
                    <a:pt x="796519" y="4652008"/>
                  </a:lnTo>
                  <a:lnTo>
                    <a:pt x="796519" y="4632958"/>
                  </a:lnTo>
                  <a:close/>
                </a:path>
                <a:path w="10390505" h="4652010">
                  <a:moveTo>
                    <a:pt x="801726" y="4632958"/>
                  </a:moveTo>
                  <a:lnTo>
                    <a:pt x="796519" y="4632958"/>
                  </a:lnTo>
                  <a:lnTo>
                    <a:pt x="796519" y="4652008"/>
                  </a:lnTo>
                  <a:lnTo>
                    <a:pt x="801726" y="4652008"/>
                  </a:lnTo>
                  <a:lnTo>
                    <a:pt x="806044" y="4647742"/>
                  </a:lnTo>
                  <a:lnTo>
                    <a:pt x="806044" y="4637222"/>
                  </a:lnTo>
                  <a:lnTo>
                    <a:pt x="801726" y="4632958"/>
                  </a:lnTo>
                  <a:close/>
                </a:path>
                <a:path w="10390505" h="4652010">
                  <a:moveTo>
                    <a:pt x="758419" y="4632958"/>
                  </a:moveTo>
                  <a:lnTo>
                    <a:pt x="753085" y="4632958"/>
                  </a:lnTo>
                  <a:lnTo>
                    <a:pt x="748894" y="4637222"/>
                  </a:lnTo>
                  <a:lnTo>
                    <a:pt x="748894" y="4647742"/>
                  </a:lnTo>
                  <a:lnTo>
                    <a:pt x="753085" y="4652008"/>
                  </a:lnTo>
                  <a:lnTo>
                    <a:pt x="758419" y="4652008"/>
                  </a:lnTo>
                  <a:lnTo>
                    <a:pt x="758419" y="4632958"/>
                  </a:lnTo>
                  <a:close/>
                </a:path>
                <a:path w="10390505" h="4652010">
                  <a:moveTo>
                    <a:pt x="763626" y="4632958"/>
                  </a:moveTo>
                  <a:lnTo>
                    <a:pt x="758419" y="4632958"/>
                  </a:lnTo>
                  <a:lnTo>
                    <a:pt x="758419" y="4652008"/>
                  </a:lnTo>
                  <a:lnTo>
                    <a:pt x="763626" y="4652008"/>
                  </a:lnTo>
                  <a:lnTo>
                    <a:pt x="767944" y="4647742"/>
                  </a:lnTo>
                  <a:lnTo>
                    <a:pt x="767944" y="4637222"/>
                  </a:lnTo>
                  <a:lnTo>
                    <a:pt x="763626" y="4632958"/>
                  </a:lnTo>
                  <a:close/>
                </a:path>
                <a:path w="10390505" h="4652010">
                  <a:moveTo>
                    <a:pt x="720192" y="4632958"/>
                  </a:moveTo>
                  <a:lnTo>
                    <a:pt x="714985" y="4632958"/>
                  </a:lnTo>
                  <a:lnTo>
                    <a:pt x="710667" y="4637222"/>
                  </a:lnTo>
                  <a:lnTo>
                    <a:pt x="710667" y="4647742"/>
                  </a:lnTo>
                  <a:lnTo>
                    <a:pt x="714985" y="4652008"/>
                  </a:lnTo>
                  <a:lnTo>
                    <a:pt x="720192" y="4652008"/>
                  </a:lnTo>
                  <a:lnTo>
                    <a:pt x="720192" y="4632958"/>
                  </a:lnTo>
                  <a:close/>
                </a:path>
                <a:path w="10390505" h="4652010">
                  <a:moveTo>
                    <a:pt x="720319" y="4645658"/>
                  </a:moveTo>
                  <a:lnTo>
                    <a:pt x="720192" y="4645658"/>
                  </a:lnTo>
                  <a:lnTo>
                    <a:pt x="720192" y="4652008"/>
                  </a:lnTo>
                  <a:lnTo>
                    <a:pt x="720319" y="4652008"/>
                  </a:lnTo>
                  <a:lnTo>
                    <a:pt x="720319" y="4645658"/>
                  </a:lnTo>
                  <a:close/>
                </a:path>
                <a:path w="10390505" h="4652010">
                  <a:moveTo>
                    <a:pt x="725526" y="4632958"/>
                  </a:moveTo>
                  <a:lnTo>
                    <a:pt x="720319" y="4632958"/>
                  </a:lnTo>
                  <a:lnTo>
                    <a:pt x="720319" y="4652008"/>
                  </a:lnTo>
                  <a:lnTo>
                    <a:pt x="725526" y="4652008"/>
                  </a:lnTo>
                  <a:lnTo>
                    <a:pt x="729844" y="4647742"/>
                  </a:lnTo>
                  <a:lnTo>
                    <a:pt x="729844" y="4637222"/>
                  </a:lnTo>
                  <a:lnTo>
                    <a:pt x="725526" y="4632958"/>
                  </a:lnTo>
                  <a:close/>
                </a:path>
                <a:path w="10390505" h="4652010">
                  <a:moveTo>
                    <a:pt x="720319" y="4632958"/>
                  </a:moveTo>
                  <a:lnTo>
                    <a:pt x="720192" y="4632958"/>
                  </a:lnTo>
                  <a:lnTo>
                    <a:pt x="720192" y="4639308"/>
                  </a:lnTo>
                  <a:lnTo>
                    <a:pt x="720319" y="4639308"/>
                  </a:lnTo>
                  <a:lnTo>
                    <a:pt x="720319" y="4632958"/>
                  </a:lnTo>
                  <a:close/>
                </a:path>
                <a:path w="10390505" h="4652010">
                  <a:moveTo>
                    <a:pt x="682092" y="4632958"/>
                  </a:moveTo>
                  <a:lnTo>
                    <a:pt x="676885" y="4632958"/>
                  </a:lnTo>
                  <a:lnTo>
                    <a:pt x="672567" y="4637222"/>
                  </a:lnTo>
                  <a:lnTo>
                    <a:pt x="672567" y="4647742"/>
                  </a:lnTo>
                  <a:lnTo>
                    <a:pt x="676885" y="4652008"/>
                  </a:lnTo>
                  <a:lnTo>
                    <a:pt x="682092" y="4652008"/>
                  </a:lnTo>
                  <a:lnTo>
                    <a:pt x="682092" y="4632958"/>
                  </a:lnTo>
                  <a:close/>
                </a:path>
                <a:path w="10390505" h="4652010">
                  <a:moveTo>
                    <a:pt x="687426" y="4632958"/>
                  </a:moveTo>
                  <a:lnTo>
                    <a:pt x="682092" y="4632958"/>
                  </a:lnTo>
                  <a:lnTo>
                    <a:pt x="682092" y="4652008"/>
                  </a:lnTo>
                  <a:lnTo>
                    <a:pt x="687426" y="4652008"/>
                  </a:lnTo>
                  <a:lnTo>
                    <a:pt x="691617" y="4647742"/>
                  </a:lnTo>
                  <a:lnTo>
                    <a:pt x="691617" y="4637222"/>
                  </a:lnTo>
                  <a:lnTo>
                    <a:pt x="687426" y="4632958"/>
                  </a:lnTo>
                  <a:close/>
                </a:path>
                <a:path w="10390505" h="4652010">
                  <a:moveTo>
                    <a:pt x="643992" y="4632958"/>
                  </a:moveTo>
                  <a:lnTo>
                    <a:pt x="638785" y="4632958"/>
                  </a:lnTo>
                  <a:lnTo>
                    <a:pt x="634467" y="4637222"/>
                  </a:lnTo>
                  <a:lnTo>
                    <a:pt x="634467" y="4647742"/>
                  </a:lnTo>
                  <a:lnTo>
                    <a:pt x="638785" y="4652008"/>
                  </a:lnTo>
                  <a:lnTo>
                    <a:pt x="643992" y="4652008"/>
                  </a:lnTo>
                  <a:lnTo>
                    <a:pt x="643992" y="4632958"/>
                  </a:lnTo>
                  <a:close/>
                </a:path>
                <a:path w="10390505" h="4652010">
                  <a:moveTo>
                    <a:pt x="649326" y="4632958"/>
                  </a:moveTo>
                  <a:lnTo>
                    <a:pt x="643992" y="4632958"/>
                  </a:lnTo>
                  <a:lnTo>
                    <a:pt x="643992" y="4652008"/>
                  </a:lnTo>
                  <a:lnTo>
                    <a:pt x="649326" y="4652008"/>
                  </a:lnTo>
                  <a:lnTo>
                    <a:pt x="653517" y="4647742"/>
                  </a:lnTo>
                  <a:lnTo>
                    <a:pt x="653517" y="4637222"/>
                  </a:lnTo>
                  <a:lnTo>
                    <a:pt x="649326" y="4632958"/>
                  </a:lnTo>
                  <a:close/>
                </a:path>
                <a:path w="10390505" h="4652010">
                  <a:moveTo>
                    <a:pt x="605892" y="4632958"/>
                  </a:moveTo>
                  <a:lnTo>
                    <a:pt x="600685" y="4632958"/>
                  </a:lnTo>
                  <a:lnTo>
                    <a:pt x="596367" y="4637222"/>
                  </a:lnTo>
                  <a:lnTo>
                    <a:pt x="596367" y="4647742"/>
                  </a:lnTo>
                  <a:lnTo>
                    <a:pt x="600685" y="4652008"/>
                  </a:lnTo>
                  <a:lnTo>
                    <a:pt x="605892" y="4652008"/>
                  </a:lnTo>
                  <a:lnTo>
                    <a:pt x="605892" y="4632958"/>
                  </a:lnTo>
                  <a:close/>
                </a:path>
                <a:path w="10390505" h="4652010">
                  <a:moveTo>
                    <a:pt x="611226" y="4632958"/>
                  </a:moveTo>
                  <a:lnTo>
                    <a:pt x="605892" y="4632958"/>
                  </a:lnTo>
                  <a:lnTo>
                    <a:pt x="605892" y="4652008"/>
                  </a:lnTo>
                  <a:lnTo>
                    <a:pt x="611226" y="4652008"/>
                  </a:lnTo>
                  <a:lnTo>
                    <a:pt x="615417" y="4647742"/>
                  </a:lnTo>
                  <a:lnTo>
                    <a:pt x="615417" y="4637222"/>
                  </a:lnTo>
                  <a:lnTo>
                    <a:pt x="611226" y="4632958"/>
                  </a:lnTo>
                  <a:close/>
                </a:path>
                <a:path w="10390505" h="4652010">
                  <a:moveTo>
                    <a:pt x="567792" y="4632958"/>
                  </a:moveTo>
                  <a:lnTo>
                    <a:pt x="562458" y="4632958"/>
                  </a:lnTo>
                  <a:lnTo>
                    <a:pt x="558267" y="4637222"/>
                  </a:lnTo>
                  <a:lnTo>
                    <a:pt x="558267" y="4647742"/>
                  </a:lnTo>
                  <a:lnTo>
                    <a:pt x="562458" y="4652008"/>
                  </a:lnTo>
                  <a:lnTo>
                    <a:pt x="567792" y="4652008"/>
                  </a:lnTo>
                  <a:lnTo>
                    <a:pt x="567792" y="4632958"/>
                  </a:lnTo>
                  <a:close/>
                </a:path>
                <a:path w="10390505" h="4652010">
                  <a:moveTo>
                    <a:pt x="572999" y="4632958"/>
                  </a:moveTo>
                  <a:lnTo>
                    <a:pt x="567792" y="4632958"/>
                  </a:lnTo>
                  <a:lnTo>
                    <a:pt x="567792" y="4652008"/>
                  </a:lnTo>
                  <a:lnTo>
                    <a:pt x="572999" y="4652008"/>
                  </a:lnTo>
                  <a:lnTo>
                    <a:pt x="577317" y="4647742"/>
                  </a:lnTo>
                  <a:lnTo>
                    <a:pt x="577317" y="4637222"/>
                  </a:lnTo>
                  <a:lnTo>
                    <a:pt x="572999" y="4632958"/>
                  </a:lnTo>
                  <a:close/>
                </a:path>
                <a:path w="10390505" h="4652010">
                  <a:moveTo>
                    <a:pt x="529692" y="4632958"/>
                  </a:moveTo>
                  <a:lnTo>
                    <a:pt x="524358" y="4632958"/>
                  </a:lnTo>
                  <a:lnTo>
                    <a:pt x="520167" y="4637222"/>
                  </a:lnTo>
                  <a:lnTo>
                    <a:pt x="520167" y="4647742"/>
                  </a:lnTo>
                  <a:lnTo>
                    <a:pt x="524358" y="4652008"/>
                  </a:lnTo>
                  <a:lnTo>
                    <a:pt x="529692" y="4652008"/>
                  </a:lnTo>
                  <a:lnTo>
                    <a:pt x="529692" y="4632958"/>
                  </a:lnTo>
                  <a:close/>
                </a:path>
                <a:path w="10390505" h="4652010">
                  <a:moveTo>
                    <a:pt x="534899" y="4632958"/>
                  </a:moveTo>
                  <a:lnTo>
                    <a:pt x="529692" y="4632958"/>
                  </a:lnTo>
                  <a:lnTo>
                    <a:pt x="529692" y="4652008"/>
                  </a:lnTo>
                  <a:lnTo>
                    <a:pt x="534899" y="4652008"/>
                  </a:lnTo>
                  <a:lnTo>
                    <a:pt x="539217" y="4647742"/>
                  </a:lnTo>
                  <a:lnTo>
                    <a:pt x="539217" y="4637222"/>
                  </a:lnTo>
                  <a:lnTo>
                    <a:pt x="534899" y="4632958"/>
                  </a:lnTo>
                  <a:close/>
                </a:path>
                <a:path w="10390505" h="4652010">
                  <a:moveTo>
                    <a:pt x="491592" y="4632958"/>
                  </a:moveTo>
                  <a:lnTo>
                    <a:pt x="486258" y="4632958"/>
                  </a:lnTo>
                  <a:lnTo>
                    <a:pt x="482067" y="4637222"/>
                  </a:lnTo>
                  <a:lnTo>
                    <a:pt x="482067" y="4647742"/>
                  </a:lnTo>
                  <a:lnTo>
                    <a:pt x="486258" y="4652008"/>
                  </a:lnTo>
                  <a:lnTo>
                    <a:pt x="491592" y="4652008"/>
                  </a:lnTo>
                  <a:lnTo>
                    <a:pt x="491592" y="4632958"/>
                  </a:lnTo>
                  <a:close/>
                </a:path>
                <a:path w="10390505" h="4652010">
                  <a:moveTo>
                    <a:pt x="496799" y="4632958"/>
                  </a:moveTo>
                  <a:lnTo>
                    <a:pt x="491592" y="4632958"/>
                  </a:lnTo>
                  <a:lnTo>
                    <a:pt x="491592" y="4652008"/>
                  </a:lnTo>
                  <a:lnTo>
                    <a:pt x="496799" y="4652008"/>
                  </a:lnTo>
                  <a:lnTo>
                    <a:pt x="501117" y="4647742"/>
                  </a:lnTo>
                  <a:lnTo>
                    <a:pt x="501117" y="4637222"/>
                  </a:lnTo>
                  <a:lnTo>
                    <a:pt x="496799" y="4632958"/>
                  </a:lnTo>
                  <a:close/>
                </a:path>
                <a:path w="10390505" h="4652010">
                  <a:moveTo>
                    <a:pt x="453365" y="4632958"/>
                  </a:moveTo>
                  <a:lnTo>
                    <a:pt x="448158" y="4632958"/>
                  </a:lnTo>
                  <a:lnTo>
                    <a:pt x="443840" y="4637222"/>
                  </a:lnTo>
                  <a:lnTo>
                    <a:pt x="443840" y="4647742"/>
                  </a:lnTo>
                  <a:lnTo>
                    <a:pt x="448158" y="4652008"/>
                  </a:lnTo>
                  <a:lnTo>
                    <a:pt x="453365" y="4652008"/>
                  </a:lnTo>
                  <a:lnTo>
                    <a:pt x="453365" y="4632958"/>
                  </a:lnTo>
                  <a:close/>
                </a:path>
                <a:path w="10390505" h="4652010">
                  <a:moveTo>
                    <a:pt x="458699" y="4632958"/>
                  </a:moveTo>
                  <a:lnTo>
                    <a:pt x="453492" y="4632958"/>
                  </a:lnTo>
                  <a:lnTo>
                    <a:pt x="453492" y="4652008"/>
                  </a:lnTo>
                  <a:lnTo>
                    <a:pt x="458699" y="4652008"/>
                  </a:lnTo>
                  <a:lnTo>
                    <a:pt x="463017" y="4647742"/>
                  </a:lnTo>
                  <a:lnTo>
                    <a:pt x="463017" y="4637222"/>
                  </a:lnTo>
                  <a:lnTo>
                    <a:pt x="458699" y="4632958"/>
                  </a:lnTo>
                  <a:close/>
                </a:path>
                <a:path w="10390505" h="4652010">
                  <a:moveTo>
                    <a:pt x="415303" y="4632958"/>
                  </a:moveTo>
                  <a:lnTo>
                    <a:pt x="410045" y="4632958"/>
                  </a:lnTo>
                  <a:lnTo>
                    <a:pt x="405778" y="4637222"/>
                  </a:lnTo>
                  <a:lnTo>
                    <a:pt x="405778" y="4647742"/>
                  </a:lnTo>
                  <a:lnTo>
                    <a:pt x="410045" y="4652008"/>
                  </a:lnTo>
                  <a:lnTo>
                    <a:pt x="415303" y="4652008"/>
                  </a:lnTo>
                  <a:lnTo>
                    <a:pt x="415303" y="4632958"/>
                  </a:lnTo>
                  <a:close/>
                </a:path>
                <a:path w="10390505" h="4652010">
                  <a:moveTo>
                    <a:pt x="420586" y="4632958"/>
                  </a:moveTo>
                  <a:lnTo>
                    <a:pt x="415328" y="4632958"/>
                  </a:lnTo>
                  <a:lnTo>
                    <a:pt x="415328" y="4652008"/>
                  </a:lnTo>
                  <a:lnTo>
                    <a:pt x="420586" y="4652008"/>
                  </a:lnTo>
                  <a:lnTo>
                    <a:pt x="424853" y="4647742"/>
                  </a:lnTo>
                  <a:lnTo>
                    <a:pt x="424853" y="4637222"/>
                  </a:lnTo>
                  <a:lnTo>
                    <a:pt x="420586" y="4632958"/>
                  </a:lnTo>
                  <a:close/>
                </a:path>
                <a:path w="10390505" h="4652010">
                  <a:moveTo>
                    <a:pt x="377190" y="4632958"/>
                  </a:moveTo>
                  <a:lnTo>
                    <a:pt x="371920" y="4632958"/>
                  </a:lnTo>
                  <a:lnTo>
                    <a:pt x="367665" y="4637222"/>
                  </a:lnTo>
                  <a:lnTo>
                    <a:pt x="367665" y="4647742"/>
                  </a:lnTo>
                  <a:lnTo>
                    <a:pt x="371920" y="4652008"/>
                  </a:lnTo>
                  <a:lnTo>
                    <a:pt x="377190" y="4652008"/>
                  </a:lnTo>
                  <a:lnTo>
                    <a:pt x="377190" y="4632958"/>
                  </a:lnTo>
                  <a:close/>
                </a:path>
                <a:path w="10390505" h="4652010">
                  <a:moveTo>
                    <a:pt x="382461" y="4632958"/>
                  </a:moveTo>
                  <a:lnTo>
                    <a:pt x="377203" y="4632958"/>
                  </a:lnTo>
                  <a:lnTo>
                    <a:pt x="377203" y="4652008"/>
                  </a:lnTo>
                  <a:lnTo>
                    <a:pt x="382461" y="4652008"/>
                  </a:lnTo>
                  <a:lnTo>
                    <a:pt x="386728" y="4647742"/>
                  </a:lnTo>
                  <a:lnTo>
                    <a:pt x="386728" y="4637222"/>
                  </a:lnTo>
                  <a:lnTo>
                    <a:pt x="382461" y="4632958"/>
                  </a:lnTo>
                  <a:close/>
                </a:path>
                <a:path w="10390505" h="4652010">
                  <a:moveTo>
                    <a:pt x="339065" y="4632958"/>
                  </a:moveTo>
                  <a:lnTo>
                    <a:pt x="333807" y="4632958"/>
                  </a:lnTo>
                  <a:lnTo>
                    <a:pt x="329540" y="4637222"/>
                  </a:lnTo>
                  <a:lnTo>
                    <a:pt x="329540" y="4647742"/>
                  </a:lnTo>
                  <a:lnTo>
                    <a:pt x="333807" y="4652008"/>
                  </a:lnTo>
                  <a:lnTo>
                    <a:pt x="339065" y="4652008"/>
                  </a:lnTo>
                  <a:lnTo>
                    <a:pt x="339065" y="4632958"/>
                  </a:lnTo>
                  <a:close/>
                </a:path>
                <a:path w="10390505" h="4652010">
                  <a:moveTo>
                    <a:pt x="344348" y="4632958"/>
                  </a:moveTo>
                  <a:lnTo>
                    <a:pt x="339090" y="4632958"/>
                  </a:lnTo>
                  <a:lnTo>
                    <a:pt x="339090" y="4652008"/>
                  </a:lnTo>
                  <a:lnTo>
                    <a:pt x="344348" y="4652008"/>
                  </a:lnTo>
                  <a:lnTo>
                    <a:pt x="348615" y="4647742"/>
                  </a:lnTo>
                  <a:lnTo>
                    <a:pt x="348615" y="4637222"/>
                  </a:lnTo>
                  <a:lnTo>
                    <a:pt x="344348" y="4632958"/>
                  </a:lnTo>
                  <a:close/>
                </a:path>
                <a:path w="10390505" h="4652010">
                  <a:moveTo>
                    <a:pt x="300952" y="4632958"/>
                  </a:moveTo>
                  <a:lnTo>
                    <a:pt x="295681" y="4632958"/>
                  </a:lnTo>
                  <a:lnTo>
                    <a:pt x="291427" y="4637222"/>
                  </a:lnTo>
                  <a:lnTo>
                    <a:pt x="291427" y="4647742"/>
                  </a:lnTo>
                  <a:lnTo>
                    <a:pt x="295681" y="4652008"/>
                  </a:lnTo>
                  <a:lnTo>
                    <a:pt x="300952" y="4652008"/>
                  </a:lnTo>
                  <a:lnTo>
                    <a:pt x="300952" y="4632958"/>
                  </a:lnTo>
                  <a:close/>
                </a:path>
                <a:path w="10390505" h="4652010">
                  <a:moveTo>
                    <a:pt x="306222" y="4632958"/>
                  </a:moveTo>
                  <a:lnTo>
                    <a:pt x="300965" y="4632958"/>
                  </a:lnTo>
                  <a:lnTo>
                    <a:pt x="300965" y="4652008"/>
                  </a:lnTo>
                  <a:lnTo>
                    <a:pt x="306222" y="4652008"/>
                  </a:lnTo>
                  <a:lnTo>
                    <a:pt x="310490" y="4647742"/>
                  </a:lnTo>
                  <a:lnTo>
                    <a:pt x="310490" y="4637222"/>
                  </a:lnTo>
                  <a:lnTo>
                    <a:pt x="306222" y="4632958"/>
                  </a:lnTo>
                  <a:close/>
                </a:path>
                <a:path w="10390505" h="4652010">
                  <a:moveTo>
                    <a:pt x="262827" y="4632958"/>
                  </a:moveTo>
                  <a:lnTo>
                    <a:pt x="257569" y="4632958"/>
                  </a:lnTo>
                  <a:lnTo>
                    <a:pt x="253302" y="4637222"/>
                  </a:lnTo>
                  <a:lnTo>
                    <a:pt x="253302" y="4647742"/>
                  </a:lnTo>
                  <a:lnTo>
                    <a:pt x="257569" y="4652008"/>
                  </a:lnTo>
                  <a:lnTo>
                    <a:pt x="262827" y="4652008"/>
                  </a:lnTo>
                  <a:lnTo>
                    <a:pt x="262827" y="4632958"/>
                  </a:lnTo>
                  <a:close/>
                </a:path>
                <a:path w="10390505" h="4652010">
                  <a:moveTo>
                    <a:pt x="268110" y="4632958"/>
                  </a:moveTo>
                  <a:lnTo>
                    <a:pt x="262852" y="4632958"/>
                  </a:lnTo>
                  <a:lnTo>
                    <a:pt x="262852" y="4652008"/>
                  </a:lnTo>
                  <a:lnTo>
                    <a:pt x="268110" y="4652008"/>
                  </a:lnTo>
                  <a:lnTo>
                    <a:pt x="272377" y="4647742"/>
                  </a:lnTo>
                  <a:lnTo>
                    <a:pt x="272377" y="4637222"/>
                  </a:lnTo>
                  <a:lnTo>
                    <a:pt x="268110" y="4632958"/>
                  </a:lnTo>
                  <a:close/>
                </a:path>
                <a:path w="10390505" h="4652010">
                  <a:moveTo>
                    <a:pt x="224714" y="4632958"/>
                  </a:moveTo>
                  <a:lnTo>
                    <a:pt x="219443" y="4632958"/>
                  </a:lnTo>
                  <a:lnTo>
                    <a:pt x="215189" y="4637222"/>
                  </a:lnTo>
                  <a:lnTo>
                    <a:pt x="215189" y="4647742"/>
                  </a:lnTo>
                  <a:lnTo>
                    <a:pt x="219443" y="4652008"/>
                  </a:lnTo>
                  <a:lnTo>
                    <a:pt x="224714" y="4652008"/>
                  </a:lnTo>
                  <a:lnTo>
                    <a:pt x="224714" y="4632958"/>
                  </a:lnTo>
                  <a:close/>
                </a:path>
                <a:path w="10390505" h="4652010">
                  <a:moveTo>
                    <a:pt x="229984" y="4632958"/>
                  </a:moveTo>
                  <a:lnTo>
                    <a:pt x="224727" y="4632958"/>
                  </a:lnTo>
                  <a:lnTo>
                    <a:pt x="224727" y="4652008"/>
                  </a:lnTo>
                  <a:lnTo>
                    <a:pt x="229984" y="4652008"/>
                  </a:lnTo>
                  <a:lnTo>
                    <a:pt x="234252" y="4647742"/>
                  </a:lnTo>
                  <a:lnTo>
                    <a:pt x="234252" y="4637222"/>
                  </a:lnTo>
                  <a:lnTo>
                    <a:pt x="229984" y="4632958"/>
                  </a:lnTo>
                  <a:close/>
                </a:path>
                <a:path w="10390505" h="4652010">
                  <a:moveTo>
                    <a:pt x="186588" y="4632958"/>
                  </a:moveTo>
                  <a:lnTo>
                    <a:pt x="181331" y="4632958"/>
                  </a:lnTo>
                  <a:lnTo>
                    <a:pt x="177063" y="4637222"/>
                  </a:lnTo>
                  <a:lnTo>
                    <a:pt x="177063" y="4647742"/>
                  </a:lnTo>
                  <a:lnTo>
                    <a:pt x="181331" y="4652008"/>
                  </a:lnTo>
                  <a:lnTo>
                    <a:pt x="186588" y="4652008"/>
                  </a:lnTo>
                  <a:lnTo>
                    <a:pt x="186588" y="4632958"/>
                  </a:lnTo>
                  <a:close/>
                </a:path>
                <a:path w="10390505" h="4652010">
                  <a:moveTo>
                    <a:pt x="191872" y="4632958"/>
                  </a:moveTo>
                  <a:lnTo>
                    <a:pt x="186614" y="4632958"/>
                  </a:lnTo>
                  <a:lnTo>
                    <a:pt x="186614" y="4652008"/>
                  </a:lnTo>
                  <a:lnTo>
                    <a:pt x="191872" y="4652008"/>
                  </a:lnTo>
                  <a:lnTo>
                    <a:pt x="196139" y="4647742"/>
                  </a:lnTo>
                  <a:lnTo>
                    <a:pt x="196139" y="4637222"/>
                  </a:lnTo>
                  <a:lnTo>
                    <a:pt x="191872" y="4632958"/>
                  </a:lnTo>
                  <a:close/>
                </a:path>
                <a:path w="10390505" h="4652010">
                  <a:moveTo>
                    <a:pt x="150152" y="4630430"/>
                  </a:moveTo>
                  <a:lnTo>
                    <a:pt x="147155" y="4649241"/>
                  </a:lnTo>
                  <a:lnTo>
                    <a:pt x="152349" y="4650069"/>
                  </a:lnTo>
                  <a:lnTo>
                    <a:pt x="157226" y="4646528"/>
                  </a:lnTo>
                  <a:lnTo>
                    <a:pt x="158788" y="4636700"/>
                  </a:lnTo>
                  <a:lnTo>
                    <a:pt x="158877" y="4636138"/>
                  </a:lnTo>
                  <a:lnTo>
                    <a:pt x="155346" y="4631256"/>
                  </a:lnTo>
                  <a:lnTo>
                    <a:pt x="150152" y="4630430"/>
                  </a:lnTo>
                  <a:close/>
                </a:path>
                <a:path w="10390505" h="4652010">
                  <a:moveTo>
                    <a:pt x="144932" y="4629598"/>
                  </a:moveTo>
                  <a:lnTo>
                    <a:pt x="140056" y="4633139"/>
                  </a:lnTo>
                  <a:lnTo>
                    <a:pt x="138482" y="4642967"/>
                  </a:lnTo>
                  <a:lnTo>
                    <a:pt x="138392" y="4643528"/>
                  </a:lnTo>
                  <a:lnTo>
                    <a:pt x="141935" y="4648410"/>
                  </a:lnTo>
                  <a:lnTo>
                    <a:pt x="147145" y="4649241"/>
                  </a:lnTo>
                  <a:lnTo>
                    <a:pt x="147261" y="4648410"/>
                  </a:lnTo>
                  <a:lnTo>
                    <a:pt x="150126" y="4630430"/>
                  </a:lnTo>
                  <a:lnTo>
                    <a:pt x="144932" y="4629598"/>
                  </a:lnTo>
                  <a:close/>
                </a:path>
                <a:path w="10390505" h="4652010">
                  <a:moveTo>
                    <a:pt x="116332" y="4620780"/>
                  </a:moveTo>
                  <a:lnTo>
                    <a:pt x="107874" y="4637852"/>
                  </a:lnTo>
                  <a:lnTo>
                    <a:pt x="112586" y="4640186"/>
                  </a:lnTo>
                  <a:lnTo>
                    <a:pt x="118301" y="4638255"/>
                  </a:lnTo>
                  <a:lnTo>
                    <a:pt x="122974" y="4628826"/>
                  </a:lnTo>
                  <a:lnTo>
                    <a:pt x="121044" y="4623112"/>
                  </a:lnTo>
                  <a:lnTo>
                    <a:pt x="116332" y="4620780"/>
                  </a:lnTo>
                  <a:close/>
                </a:path>
                <a:path w="10390505" h="4652010">
                  <a:moveTo>
                    <a:pt x="111595" y="4618431"/>
                  </a:moveTo>
                  <a:lnTo>
                    <a:pt x="105880" y="4620361"/>
                  </a:lnTo>
                  <a:lnTo>
                    <a:pt x="101219" y="4629797"/>
                  </a:lnTo>
                  <a:lnTo>
                    <a:pt x="103149" y="4635510"/>
                  </a:lnTo>
                  <a:lnTo>
                    <a:pt x="107879" y="4637852"/>
                  </a:lnTo>
                  <a:lnTo>
                    <a:pt x="109015" y="4635510"/>
                  </a:lnTo>
                  <a:lnTo>
                    <a:pt x="116300" y="4620780"/>
                  </a:lnTo>
                  <a:lnTo>
                    <a:pt x="111595" y="4618431"/>
                  </a:lnTo>
                  <a:close/>
                </a:path>
                <a:path w="10390505" h="4652010">
                  <a:moveTo>
                    <a:pt x="84811" y="4602861"/>
                  </a:moveTo>
                  <a:lnTo>
                    <a:pt x="73343" y="4618062"/>
                  </a:lnTo>
                  <a:lnTo>
                    <a:pt x="77534" y="4621237"/>
                  </a:lnTo>
                  <a:lnTo>
                    <a:pt x="83515" y="4620399"/>
                  </a:lnTo>
                  <a:lnTo>
                    <a:pt x="89853" y="4612005"/>
                  </a:lnTo>
                  <a:lnTo>
                    <a:pt x="89014" y="4606023"/>
                  </a:lnTo>
                  <a:lnTo>
                    <a:pt x="84811" y="4602861"/>
                  </a:lnTo>
                  <a:close/>
                </a:path>
                <a:path w="10390505" h="4652010">
                  <a:moveTo>
                    <a:pt x="80594" y="4599686"/>
                  </a:moveTo>
                  <a:lnTo>
                    <a:pt x="74625" y="4600511"/>
                  </a:lnTo>
                  <a:lnTo>
                    <a:pt x="68288" y="4608918"/>
                  </a:lnTo>
                  <a:lnTo>
                    <a:pt x="69126" y="4614887"/>
                  </a:lnTo>
                  <a:lnTo>
                    <a:pt x="73334" y="4618062"/>
                  </a:lnTo>
                  <a:lnTo>
                    <a:pt x="75705" y="4614887"/>
                  </a:lnTo>
                  <a:lnTo>
                    <a:pt x="84788" y="4602861"/>
                  </a:lnTo>
                  <a:lnTo>
                    <a:pt x="80594" y="4599686"/>
                  </a:lnTo>
                  <a:close/>
                </a:path>
                <a:path w="10390505" h="4652010">
                  <a:moveTo>
                    <a:pt x="58153" y="4578477"/>
                  </a:moveTo>
                  <a:lnTo>
                    <a:pt x="43891" y="4591113"/>
                  </a:lnTo>
                  <a:lnTo>
                    <a:pt x="47384" y="4595050"/>
                  </a:lnTo>
                  <a:lnTo>
                    <a:pt x="53404" y="4595406"/>
                  </a:lnTo>
                  <a:lnTo>
                    <a:pt x="61278" y="4588433"/>
                  </a:lnTo>
                  <a:lnTo>
                    <a:pt x="61629" y="4582693"/>
                  </a:lnTo>
                  <a:lnTo>
                    <a:pt x="61646" y="4582414"/>
                  </a:lnTo>
                  <a:lnTo>
                    <a:pt x="58153" y="4578477"/>
                  </a:lnTo>
                  <a:close/>
                </a:path>
                <a:path w="10390505" h="4652010">
                  <a:moveTo>
                    <a:pt x="48641" y="4574159"/>
                  </a:moveTo>
                  <a:lnTo>
                    <a:pt x="40767" y="4581131"/>
                  </a:lnTo>
                  <a:lnTo>
                    <a:pt x="40415" y="4586884"/>
                  </a:lnTo>
                  <a:lnTo>
                    <a:pt x="40399" y="4587151"/>
                  </a:lnTo>
                  <a:lnTo>
                    <a:pt x="43901" y="4591113"/>
                  </a:lnTo>
                  <a:lnTo>
                    <a:pt x="46877" y="4588433"/>
                  </a:lnTo>
                  <a:lnTo>
                    <a:pt x="58126" y="4578477"/>
                  </a:lnTo>
                  <a:lnTo>
                    <a:pt x="54661" y="4574527"/>
                  </a:lnTo>
                  <a:lnTo>
                    <a:pt x="48641" y="4574159"/>
                  </a:lnTo>
                  <a:close/>
                </a:path>
                <a:path w="10390505" h="4652010">
                  <a:moveTo>
                    <a:pt x="37948" y="4549508"/>
                  </a:moveTo>
                  <a:lnTo>
                    <a:pt x="20714" y="4557623"/>
                  </a:lnTo>
                  <a:lnTo>
                    <a:pt x="22962" y="4562386"/>
                  </a:lnTo>
                  <a:lnTo>
                    <a:pt x="28639" y="4564430"/>
                  </a:lnTo>
                  <a:lnTo>
                    <a:pt x="38151" y="4559935"/>
                  </a:lnTo>
                  <a:lnTo>
                    <a:pt x="40183" y="4554258"/>
                  </a:lnTo>
                  <a:lnTo>
                    <a:pt x="37948" y="4549508"/>
                  </a:lnTo>
                  <a:close/>
                </a:path>
                <a:path w="10390505" h="4652010">
                  <a:moveTo>
                    <a:pt x="30010" y="4542688"/>
                  </a:moveTo>
                  <a:lnTo>
                    <a:pt x="20498" y="4547171"/>
                  </a:lnTo>
                  <a:lnTo>
                    <a:pt x="18466" y="4552848"/>
                  </a:lnTo>
                  <a:lnTo>
                    <a:pt x="20707" y="4557623"/>
                  </a:lnTo>
                  <a:lnTo>
                    <a:pt x="37881" y="4549508"/>
                  </a:lnTo>
                  <a:lnTo>
                    <a:pt x="36841" y="4547171"/>
                  </a:lnTo>
                  <a:lnTo>
                    <a:pt x="35687" y="4544733"/>
                  </a:lnTo>
                  <a:lnTo>
                    <a:pt x="30010" y="4542688"/>
                  </a:lnTo>
                  <a:close/>
                </a:path>
                <a:path w="10390505" h="4652010">
                  <a:moveTo>
                    <a:pt x="24803" y="4515764"/>
                  </a:moveTo>
                  <a:lnTo>
                    <a:pt x="6350" y="4520476"/>
                  </a:lnTo>
                  <a:lnTo>
                    <a:pt x="7658" y="4525568"/>
                  </a:lnTo>
                  <a:lnTo>
                    <a:pt x="12840" y="4528642"/>
                  </a:lnTo>
                  <a:lnTo>
                    <a:pt x="23038" y="4526038"/>
                  </a:lnTo>
                  <a:lnTo>
                    <a:pt x="26111" y="4520857"/>
                  </a:lnTo>
                  <a:lnTo>
                    <a:pt x="24803" y="4515764"/>
                  </a:lnTo>
                  <a:close/>
                </a:path>
                <a:path w="10390505" h="4652010">
                  <a:moveTo>
                    <a:pt x="18313" y="4507572"/>
                  </a:moveTo>
                  <a:lnTo>
                    <a:pt x="8115" y="4510176"/>
                  </a:lnTo>
                  <a:lnTo>
                    <a:pt x="5042" y="4515358"/>
                  </a:lnTo>
                  <a:lnTo>
                    <a:pt x="6357" y="4520476"/>
                  </a:lnTo>
                  <a:lnTo>
                    <a:pt x="24704" y="4515764"/>
                  </a:lnTo>
                  <a:lnTo>
                    <a:pt x="24706" y="4515358"/>
                  </a:lnTo>
                  <a:lnTo>
                    <a:pt x="23508" y="4510646"/>
                  </a:lnTo>
                  <a:lnTo>
                    <a:pt x="18313" y="4507572"/>
                  </a:lnTo>
                  <a:close/>
                </a:path>
                <a:path w="10390505" h="4652010">
                  <a:moveTo>
                    <a:pt x="14821" y="4470717"/>
                  </a:moveTo>
                  <a:lnTo>
                    <a:pt x="5245" y="4490288"/>
                  </a:lnTo>
                  <a:lnTo>
                    <a:pt x="15748" y="4489767"/>
                  </a:lnTo>
                  <a:lnTo>
                    <a:pt x="19799" y="4485297"/>
                  </a:lnTo>
                  <a:lnTo>
                    <a:pt x="19590" y="4480979"/>
                  </a:lnTo>
                  <a:lnTo>
                    <a:pt x="0" y="4480979"/>
                  </a:lnTo>
                  <a:lnTo>
                    <a:pt x="19024" y="4480052"/>
                  </a:lnTo>
                  <a:lnTo>
                    <a:pt x="19547" y="4480052"/>
                  </a:lnTo>
                  <a:lnTo>
                    <a:pt x="19337" y="4475708"/>
                  </a:lnTo>
                  <a:lnTo>
                    <a:pt x="19291" y="4474768"/>
                  </a:lnTo>
                  <a:lnTo>
                    <a:pt x="14821" y="4470717"/>
                  </a:lnTo>
                  <a:close/>
                </a:path>
                <a:path w="10390505" h="4652010">
                  <a:moveTo>
                    <a:pt x="19545" y="4480052"/>
                  </a:moveTo>
                  <a:lnTo>
                    <a:pt x="521" y="4480979"/>
                  </a:lnTo>
                  <a:lnTo>
                    <a:pt x="19590" y="4480979"/>
                  </a:lnTo>
                  <a:lnTo>
                    <a:pt x="19545" y="4480052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4317" y="1920239"/>
              <a:ext cx="6503670" cy="38884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9327" y="1979675"/>
              <a:ext cx="2952750" cy="396240"/>
            </a:xfrm>
            <a:custGeom>
              <a:avLst/>
              <a:gdLst/>
              <a:ahLst/>
              <a:cxnLst/>
              <a:rect l="l" t="t" r="r" b="b"/>
              <a:pathLst>
                <a:path w="2952750" h="396239">
                  <a:moveTo>
                    <a:pt x="2952750" y="0"/>
                  </a:moveTo>
                  <a:lnTo>
                    <a:pt x="99059" y="0"/>
                  </a:lnTo>
                  <a:lnTo>
                    <a:pt x="0" y="396239"/>
                  </a:lnTo>
                  <a:lnTo>
                    <a:pt x="2853690" y="396239"/>
                  </a:lnTo>
                  <a:lnTo>
                    <a:pt x="2952750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오늘날의 인터넷</a:t>
              </a:r>
              <a:endParaRPr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object 9">
            <a:extLst>
              <a:ext uri="{FF2B5EF4-FFF2-40B4-BE49-F238E27FC236}">
                <a16:creationId xmlns:a16="http://schemas.microsoft.com/office/drawing/2014/main" id="{3FF15731-DE1A-4688-95DB-9B6E13BC4D94}"/>
              </a:ext>
            </a:extLst>
          </p:cNvPr>
          <p:cNvSpPr txBox="1"/>
          <p:nvPr/>
        </p:nvSpPr>
        <p:spPr>
          <a:xfrm>
            <a:off x="1096885" y="1334364"/>
            <a:ext cx="7829149" cy="5087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6121" rIns="0" bIns="0" rtlCol="0">
            <a:spAutoFit/>
          </a:bodyPr>
          <a:lstStyle/>
          <a:p>
            <a:pPr marL="13434">
              <a:spcBef>
                <a:spcPts val="2110"/>
              </a:spcBef>
            </a:pPr>
            <a:r>
              <a:rPr lang="ko-KR" altLang="en-US" sz="3200" spc="-38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/>
                <a:cs typeface="Batang"/>
              </a:rPr>
              <a:t>◎ </a:t>
            </a:r>
            <a:r>
              <a:rPr lang="en-US" altLang="ko-KR" sz="3200" spc="-90" dirty="0">
                <a:solidFill>
                  <a:srgbClr val="0064AF"/>
                </a:solidFill>
                <a:latin typeface="Batang"/>
                <a:cs typeface="Batang"/>
              </a:rPr>
              <a:t>ISP(Internet</a:t>
            </a:r>
            <a:r>
              <a:rPr lang="en-US" altLang="ko-KR" sz="3200" spc="-286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lang="en-US" altLang="ko-KR" sz="3200" spc="-164" dirty="0">
                <a:solidFill>
                  <a:srgbClr val="0064AF"/>
                </a:solidFill>
                <a:latin typeface="Batang"/>
                <a:cs typeface="Batang"/>
              </a:rPr>
              <a:t>Service</a:t>
            </a:r>
            <a:r>
              <a:rPr lang="en-US" altLang="ko-KR" sz="3200" spc="-286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lang="en-US" altLang="ko-KR" sz="3200" spc="-79" dirty="0">
                <a:solidFill>
                  <a:srgbClr val="0064AF"/>
                </a:solidFill>
                <a:latin typeface="Batang"/>
                <a:cs typeface="Batang"/>
              </a:rPr>
              <a:t>Provider)</a:t>
            </a:r>
            <a:endParaRPr lang="ko-KR" altLang="en-US" sz="3200" dirty="0">
              <a:latin typeface="Batang"/>
              <a:cs typeface="Batang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E869B60-9CFA-4EF1-AC6C-5110EAED3324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424CA25-E3C7-4065-A3D9-9A0C157F63E5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0AA7E33-2722-4FCD-A821-3EAF06FD0043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ISP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사업자</a:t>
            </a:r>
            <a:endParaRPr lang="en-US" sz="26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F0DED3C-2B5D-4E0A-8261-5A531AFF5199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72419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05280" y="986971"/>
            <a:ext cx="10970113" cy="5534834"/>
          </a:xfrm>
          <a:custGeom>
            <a:avLst/>
            <a:gdLst/>
            <a:ahLst/>
            <a:cxnLst/>
            <a:rect l="l" t="t" r="r" b="b"/>
            <a:pathLst>
              <a:path w="10370820" h="4632960">
                <a:moveTo>
                  <a:pt x="10203307" y="0"/>
                </a:moveTo>
                <a:lnTo>
                  <a:pt x="167576" y="0"/>
                </a:lnTo>
                <a:lnTo>
                  <a:pt x="123025" y="5987"/>
                </a:lnTo>
                <a:lnTo>
                  <a:pt x="82994" y="22883"/>
                </a:lnTo>
                <a:lnTo>
                  <a:pt x="49079" y="49085"/>
                </a:lnTo>
                <a:lnTo>
                  <a:pt x="22877" y="82992"/>
                </a:lnTo>
                <a:lnTo>
                  <a:pt x="5985" y="123001"/>
                </a:lnTo>
                <a:lnTo>
                  <a:pt x="0" y="167512"/>
                </a:lnTo>
                <a:lnTo>
                  <a:pt x="0" y="4465383"/>
                </a:lnTo>
                <a:lnTo>
                  <a:pt x="5985" y="4509930"/>
                </a:lnTo>
                <a:lnTo>
                  <a:pt x="22877" y="4549959"/>
                </a:lnTo>
                <a:lnTo>
                  <a:pt x="49079" y="4583875"/>
                </a:lnTo>
                <a:lnTo>
                  <a:pt x="82994" y="4610078"/>
                </a:lnTo>
                <a:lnTo>
                  <a:pt x="123025" y="4626972"/>
                </a:lnTo>
                <a:lnTo>
                  <a:pt x="167576" y="4632958"/>
                </a:lnTo>
                <a:lnTo>
                  <a:pt x="10203307" y="4632958"/>
                </a:lnTo>
                <a:lnTo>
                  <a:pt x="10247818" y="4626972"/>
                </a:lnTo>
                <a:lnTo>
                  <a:pt x="10287827" y="4610078"/>
                </a:lnTo>
                <a:lnTo>
                  <a:pt x="10321734" y="4583875"/>
                </a:lnTo>
                <a:lnTo>
                  <a:pt x="10347936" y="4549959"/>
                </a:lnTo>
                <a:lnTo>
                  <a:pt x="10364832" y="4509930"/>
                </a:lnTo>
                <a:lnTo>
                  <a:pt x="10370820" y="4465383"/>
                </a:lnTo>
                <a:lnTo>
                  <a:pt x="10370820" y="167512"/>
                </a:lnTo>
                <a:lnTo>
                  <a:pt x="10364832" y="123001"/>
                </a:lnTo>
                <a:lnTo>
                  <a:pt x="10347936" y="82992"/>
                </a:lnTo>
                <a:lnTo>
                  <a:pt x="10321734" y="49085"/>
                </a:lnTo>
                <a:lnTo>
                  <a:pt x="10287827" y="22883"/>
                </a:lnTo>
                <a:lnTo>
                  <a:pt x="10247818" y="5987"/>
                </a:lnTo>
                <a:lnTo>
                  <a:pt x="102033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5" name="object 5"/>
          <p:cNvSpPr/>
          <p:nvPr/>
        </p:nvSpPr>
        <p:spPr>
          <a:xfrm>
            <a:off x="894962" y="1103086"/>
            <a:ext cx="10990935" cy="5428344"/>
          </a:xfrm>
          <a:custGeom>
            <a:avLst/>
            <a:gdLst/>
            <a:ahLst/>
            <a:cxnLst/>
            <a:rect l="l" t="t" r="r" b="b"/>
            <a:pathLst>
              <a:path w="10390505" h="4652010">
                <a:moveTo>
                  <a:pt x="15011" y="4446346"/>
                </a:moveTo>
                <a:lnTo>
                  <a:pt x="4496" y="4446346"/>
                </a:lnTo>
                <a:lnTo>
                  <a:pt x="229" y="4450613"/>
                </a:lnTo>
                <a:lnTo>
                  <a:pt x="229" y="4461154"/>
                </a:lnTo>
                <a:lnTo>
                  <a:pt x="4496" y="4465408"/>
                </a:lnTo>
                <a:lnTo>
                  <a:pt x="15011" y="4465408"/>
                </a:lnTo>
                <a:lnTo>
                  <a:pt x="19279" y="4461154"/>
                </a:lnTo>
                <a:lnTo>
                  <a:pt x="19279" y="4450613"/>
                </a:lnTo>
                <a:lnTo>
                  <a:pt x="15011" y="4446346"/>
                </a:lnTo>
                <a:close/>
              </a:path>
              <a:path w="10390505" h="4652010">
                <a:moveTo>
                  <a:pt x="15011" y="4408220"/>
                </a:moveTo>
                <a:lnTo>
                  <a:pt x="4496" y="4408220"/>
                </a:lnTo>
                <a:lnTo>
                  <a:pt x="229" y="4412488"/>
                </a:lnTo>
                <a:lnTo>
                  <a:pt x="229" y="4423029"/>
                </a:lnTo>
                <a:lnTo>
                  <a:pt x="4496" y="4427296"/>
                </a:lnTo>
                <a:lnTo>
                  <a:pt x="15011" y="4427296"/>
                </a:lnTo>
                <a:lnTo>
                  <a:pt x="19279" y="4423029"/>
                </a:lnTo>
                <a:lnTo>
                  <a:pt x="19279" y="4412488"/>
                </a:lnTo>
                <a:lnTo>
                  <a:pt x="15011" y="4408220"/>
                </a:lnTo>
                <a:close/>
              </a:path>
              <a:path w="10390505" h="4652010">
                <a:moveTo>
                  <a:pt x="15011" y="4370108"/>
                </a:moveTo>
                <a:lnTo>
                  <a:pt x="4496" y="4370108"/>
                </a:lnTo>
                <a:lnTo>
                  <a:pt x="229" y="4374362"/>
                </a:lnTo>
                <a:lnTo>
                  <a:pt x="229" y="4384903"/>
                </a:lnTo>
                <a:lnTo>
                  <a:pt x="4496" y="4389170"/>
                </a:lnTo>
                <a:lnTo>
                  <a:pt x="15011" y="4389170"/>
                </a:lnTo>
                <a:lnTo>
                  <a:pt x="19279" y="4384903"/>
                </a:lnTo>
                <a:lnTo>
                  <a:pt x="19279" y="4374362"/>
                </a:lnTo>
                <a:lnTo>
                  <a:pt x="15011" y="4370108"/>
                </a:lnTo>
                <a:close/>
              </a:path>
              <a:path w="10390505" h="4652010">
                <a:moveTo>
                  <a:pt x="15011" y="4331982"/>
                </a:moveTo>
                <a:lnTo>
                  <a:pt x="4496" y="4331982"/>
                </a:lnTo>
                <a:lnTo>
                  <a:pt x="229" y="4336249"/>
                </a:lnTo>
                <a:lnTo>
                  <a:pt x="229" y="4346790"/>
                </a:lnTo>
                <a:lnTo>
                  <a:pt x="4496" y="4351058"/>
                </a:lnTo>
                <a:lnTo>
                  <a:pt x="15011" y="4351058"/>
                </a:lnTo>
                <a:lnTo>
                  <a:pt x="19279" y="4346790"/>
                </a:lnTo>
                <a:lnTo>
                  <a:pt x="19279" y="4336249"/>
                </a:lnTo>
                <a:lnTo>
                  <a:pt x="15011" y="4331982"/>
                </a:lnTo>
                <a:close/>
              </a:path>
              <a:path w="10390505" h="4652010">
                <a:moveTo>
                  <a:pt x="15011" y="4293870"/>
                </a:moveTo>
                <a:lnTo>
                  <a:pt x="4496" y="4293870"/>
                </a:lnTo>
                <a:lnTo>
                  <a:pt x="229" y="4298124"/>
                </a:lnTo>
                <a:lnTo>
                  <a:pt x="229" y="4308665"/>
                </a:lnTo>
                <a:lnTo>
                  <a:pt x="4496" y="4312932"/>
                </a:lnTo>
                <a:lnTo>
                  <a:pt x="15011" y="4312932"/>
                </a:lnTo>
                <a:lnTo>
                  <a:pt x="19279" y="4308665"/>
                </a:lnTo>
                <a:lnTo>
                  <a:pt x="19279" y="4298124"/>
                </a:lnTo>
                <a:lnTo>
                  <a:pt x="15011" y="4293870"/>
                </a:lnTo>
                <a:close/>
              </a:path>
              <a:path w="10390505" h="4652010">
                <a:moveTo>
                  <a:pt x="15011" y="4255744"/>
                </a:moveTo>
                <a:lnTo>
                  <a:pt x="4496" y="4255744"/>
                </a:lnTo>
                <a:lnTo>
                  <a:pt x="229" y="4260011"/>
                </a:lnTo>
                <a:lnTo>
                  <a:pt x="229" y="4270552"/>
                </a:lnTo>
                <a:lnTo>
                  <a:pt x="4496" y="4274820"/>
                </a:lnTo>
                <a:lnTo>
                  <a:pt x="15011" y="4274820"/>
                </a:lnTo>
                <a:lnTo>
                  <a:pt x="19279" y="4270552"/>
                </a:lnTo>
                <a:lnTo>
                  <a:pt x="19279" y="4260011"/>
                </a:lnTo>
                <a:lnTo>
                  <a:pt x="15011" y="4255744"/>
                </a:lnTo>
                <a:close/>
              </a:path>
              <a:path w="10390505" h="4652010">
                <a:moveTo>
                  <a:pt x="15011" y="4217631"/>
                </a:moveTo>
                <a:lnTo>
                  <a:pt x="4496" y="4217631"/>
                </a:lnTo>
                <a:lnTo>
                  <a:pt x="229" y="4221886"/>
                </a:lnTo>
                <a:lnTo>
                  <a:pt x="229" y="4232427"/>
                </a:lnTo>
                <a:lnTo>
                  <a:pt x="4496" y="4236694"/>
                </a:lnTo>
                <a:lnTo>
                  <a:pt x="15011" y="4236694"/>
                </a:lnTo>
                <a:lnTo>
                  <a:pt x="19279" y="4232427"/>
                </a:lnTo>
                <a:lnTo>
                  <a:pt x="19279" y="4221886"/>
                </a:lnTo>
                <a:lnTo>
                  <a:pt x="15011" y="4217631"/>
                </a:lnTo>
                <a:close/>
              </a:path>
              <a:path w="10390505" h="4652010">
                <a:moveTo>
                  <a:pt x="15011" y="4179506"/>
                </a:moveTo>
                <a:lnTo>
                  <a:pt x="4496" y="4179506"/>
                </a:lnTo>
                <a:lnTo>
                  <a:pt x="229" y="4183773"/>
                </a:lnTo>
                <a:lnTo>
                  <a:pt x="229" y="4194314"/>
                </a:lnTo>
                <a:lnTo>
                  <a:pt x="4496" y="4198581"/>
                </a:lnTo>
                <a:lnTo>
                  <a:pt x="15011" y="4198581"/>
                </a:lnTo>
                <a:lnTo>
                  <a:pt x="19279" y="4194314"/>
                </a:lnTo>
                <a:lnTo>
                  <a:pt x="19279" y="4183773"/>
                </a:lnTo>
                <a:lnTo>
                  <a:pt x="15011" y="4179506"/>
                </a:lnTo>
                <a:close/>
              </a:path>
              <a:path w="10390505" h="4652010">
                <a:moveTo>
                  <a:pt x="15011" y="4141393"/>
                </a:moveTo>
                <a:lnTo>
                  <a:pt x="4496" y="4141393"/>
                </a:lnTo>
                <a:lnTo>
                  <a:pt x="229" y="4145648"/>
                </a:lnTo>
                <a:lnTo>
                  <a:pt x="229" y="4156189"/>
                </a:lnTo>
                <a:lnTo>
                  <a:pt x="4496" y="4160456"/>
                </a:lnTo>
                <a:lnTo>
                  <a:pt x="15011" y="4160456"/>
                </a:lnTo>
                <a:lnTo>
                  <a:pt x="19279" y="4156189"/>
                </a:lnTo>
                <a:lnTo>
                  <a:pt x="19279" y="4145648"/>
                </a:lnTo>
                <a:lnTo>
                  <a:pt x="15011" y="4141393"/>
                </a:lnTo>
                <a:close/>
              </a:path>
              <a:path w="10390505" h="4652010">
                <a:moveTo>
                  <a:pt x="15011" y="4103268"/>
                </a:moveTo>
                <a:lnTo>
                  <a:pt x="4496" y="4103268"/>
                </a:lnTo>
                <a:lnTo>
                  <a:pt x="229" y="4107535"/>
                </a:lnTo>
                <a:lnTo>
                  <a:pt x="229" y="4118076"/>
                </a:lnTo>
                <a:lnTo>
                  <a:pt x="4496" y="4122343"/>
                </a:lnTo>
                <a:lnTo>
                  <a:pt x="15011" y="4122343"/>
                </a:lnTo>
                <a:lnTo>
                  <a:pt x="19279" y="4118076"/>
                </a:lnTo>
                <a:lnTo>
                  <a:pt x="19279" y="4107535"/>
                </a:lnTo>
                <a:lnTo>
                  <a:pt x="15011" y="4103268"/>
                </a:lnTo>
                <a:close/>
              </a:path>
              <a:path w="10390505" h="4652010">
                <a:moveTo>
                  <a:pt x="15011" y="4065155"/>
                </a:moveTo>
                <a:lnTo>
                  <a:pt x="4496" y="4065155"/>
                </a:lnTo>
                <a:lnTo>
                  <a:pt x="229" y="4069410"/>
                </a:lnTo>
                <a:lnTo>
                  <a:pt x="229" y="4079951"/>
                </a:lnTo>
                <a:lnTo>
                  <a:pt x="4496" y="4084218"/>
                </a:lnTo>
                <a:lnTo>
                  <a:pt x="15011" y="4084218"/>
                </a:lnTo>
                <a:lnTo>
                  <a:pt x="19279" y="4079951"/>
                </a:lnTo>
                <a:lnTo>
                  <a:pt x="19279" y="4069410"/>
                </a:lnTo>
                <a:lnTo>
                  <a:pt x="15011" y="4065155"/>
                </a:lnTo>
                <a:close/>
              </a:path>
              <a:path w="10390505" h="4652010">
                <a:moveTo>
                  <a:pt x="15011" y="4027030"/>
                </a:moveTo>
                <a:lnTo>
                  <a:pt x="4496" y="4027030"/>
                </a:lnTo>
                <a:lnTo>
                  <a:pt x="229" y="4031297"/>
                </a:lnTo>
                <a:lnTo>
                  <a:pt x="229" y="4041838"/>
                </a:lnTo>
                <a:lnTo>
                  <a:pt x="4496" y="4046105"/>
                </a:lnTo>
                <a:lnTo>
                  <a:pt x="15011" y="4046105"/>
                </a:lnTo>
                <a:lnTo>
                  <a:pt x="19279" y="4041838"/>
                </a:lnTo>
                <a:lnTo>
                  <a:pt x="19279" y="4031297"/>
                </a:lnTo>
                <a:lnTo>
                  <a:pt x="15011" y="4027030"/>
                </a:lnTo>
                <a:close/>
              </a:path>
              <a:path w="10390505" h="4652010">
                <a:moveTo>
                  <a:pt x="15011" y="3988904"/>
                </a:moveTo>
                <a:lnTo>
                  <a:pt x="4496" y="3988904"/>
                </a:lnTo>
                <a:lnTo>
                  <a:pt x="229" y="3993172"/>
                </a:lnTo>
                <a:lnTo>
                  <a:pt x="229" y="4003713"/>
                </a:lnTo>
                <a:lnTo>
                  <a:pt x="4496" y="4007980"/>
                </a:lnTo>
                <a:lnTo>
                  <a:pt x="15011" y="4007980"/>
                </a:lnTo>
                <a:lnTo>
                  <a:pt x="19279" y="4003713"/>
                </a:lnTo>
                <a:lnTo>
                  <a:pt x="19279" y="3993172"/>
                </a:lnTo>
                <a:lnTo>
                  <a:pt x="15011" y="3988904"/>
                </a:lnTo>
                <a:close/>
              </a:path>
              <a:path w="10390505" h="4652010">
                <a:moveTo>
                  <a:pt x="15011" y="3950792"/>
                </a:moveTo>
                <a:lnTo>
                  <a:pt x="4496" y="3950792"/>
                </a:lnTo>
                <a:lnTo>
                  <a:pt x="229" y="3955059"/>
                </a:lnTo>
                <a:lnTo>
                  <a:pt x="229" y="3965600"/>
                </a:lnTo>
                <a:lnTo>
                  <a:pt x="4496" y="3969854"/>
                </a:lnTo>
                <a:lnTo>
                  <a:pt x="15011" y="3969854"/>
                </a:lnTo>
                <a:lnTo>
                  <a:pt x="19279" y="3965600"/>
                </a:lnTo>
                <a:lnTo>
                  <a:pt x="19279" y="3955059"/>
                </a:lnTo>
                <a:lnTo>
                  <a:pt x="15011" y="3950792"/>
                </a:lnTo>
                <a:close/>
              </a:path>
              <a:path w="10390505" h="4652010">
                <a:moveTo>
                  <a:pt x="15011" y="3912666"/>
                </a:moveTo>
                <a:lnTo>
                  <a:pt x="4496" y="3912666"/>
                </a:lnTo>
                <a:lnTo>
                  <a:pt x="229" y="3916934"/>
                </a:lnTo>
                <a:lnTo>
                  <a:pt x="229" y="3927475"/>
                </a:lnTo>
                <a:lnTo>
                  <a:pt x="4496" y="3931742"/>
                </a:lnTo>
                <a:lnTo>
                  <a:pt x="15011" y="3931742"/>
                </a:lnTo>
                <a:lnTo>
                  <a:pt x="19279" y="3927475"/>
                </a:lnTo>
                <a:lnTo>
                  <a:pt x="19279" y="3916934"/>
                </a:lnTo>
                <a:lnTo>
                  <a:pt x="15011" y="3912666"/>
                </a:lnTo>
                <a:close/>
              </a:path>
              <a:path w="10390505" h="4652010">
                <a:moveTo>
                  <a:pt x="15011" y="3874554"/>
                </a:moveTo>
                <a:lnTo>
                  <a:pt x="4496" y="3874554"/>
                </a:lnTo>
                <a:lnTo>
                  <a:pt x="229" y="3878821"/>
                </a:lnTo>
                <a:lnTo>
                  <a:pt x="229" y="3889362"/>
                </a:lnTo>
                <a:lnTo>
                  <a:pt x="4496" y="3893616"/>
                </a:lnTo>
                <a:lnTo>
                  <a:pt x="15011" y="3893616"/>
                </a:lnTo>
                <a:lnTo>
                  <a:pt x="19279" y="3889362"/>
                </a:lnTo>
                <a:lnTo>
                  <a:pt x="19279" y="3878821"/>
                </a:lnTo>
                <a:lnTo>
                  <a:pt x="15011" y="3874554"/>
                </a:lnTo>
                <a:close/>
              </a:path>
              <a:path w="10390505" h="4652010">
                <a:moveTo>
                  <a:pt x="15011" y="3836428"/>
                </a:moveTo>
                <a:lnTo>
                  <a:pt x="4496" y="3836428"/>
                </a:lnTo>
                <a:lnTo>
                  <a:pt x="229" y="3840695"/>
                </a:lnTo>
                <a:lnTo>
                  <a:pt x="229" y="3851236"/>
                </a:lnTo>
                <a:lnTo>
                  <a:pt x="4496" y="3855504"/>
                </a:lnTo>
                <a:lnTo>
                  <a:pt x="15011" y="3855504"/>
                </a:lnTo>
                <a:lnTo>
                  <a:pt x="19279" y="3851236"/>
                </a:lnTo>
                <a:lnTo>
                  <a:pt x="19279" y="3840695"/>
                </a:lnTo>
                <a:lnTo>
                  <a:pt x="15011" y="3836428"/>
                </a:lnTo>
                <a:close/>
              </a:path>
              <a:path w="10390505" h="4652010">
                <a:moveTo>
                  <a:pt x="15011" y="3798316"/>
                </a:moveTo>
                <a:lnTo>
                  <a:pt x="4496" y="3798316"/>
                </a:lnTo>
                <a:lnTo>
                  <a:pt x="229" y="3802583"/>
                </a:lnTo>
                <a:lnTo>
                  <a:pt x="229" y="3813124"/>
                </a:lnTo>
                <a:lnTo>
                  <a:pt x="4496" y="3817378"/>
                </a:lnTo>
                <a:lnTo>
                  <a:pt x="15011" y="3817378"/>
                </a:lnTo>
                <a:lnTo>
                  <a:pt x="19279" y="3813124"/>
                </a:lnTo>
                <a:lnTo>
                  <a:pt x="19279" y="3802583"/>
                </a:lnTo>
                <a:lnTo>
                  <a:pt x="15011" y="3798316"/>
                </a:lnTo>
                <a:close/>
              </a:path>
              <a:path w="10390505" h="4652010">
                <a:moveTo>
                  <a:pt x="15011" y="3760190"/>
                </a:moveTo>
                <a:lnTo>
                  <a:pt x="4496" y="3760190"/>
                </a:lnTo>
                <a:lnTo>
                  <a:pt x="229" y="3764457"/>
                </a:lnTo>
                <a:lnTo>
                  <a:pt x="229" y="3774998"/>
                </a:lnTo>
                <a:lnTo>
                  <a:pt x="4496" y="3779266"/>
                </a:lnTo>
                <a:lnTo>
                  <a:pt x="15011" y="3779266"/>
                </a:lnTo>
                <a:lnTo>
                  <a:pt x="19279" y="3774998"/>
                </a:lnTo>
                <a:lnTo>
                  <a:pt x="19279" y="3764457"/>
                </a:lnTo>
                <a:lnTo>
                  <a:pt x="15011" y="3760190"/>
                </a:lnTo>
                <a:close/>
              </a:path>
              <a:path w="10390505" h="4652010">
                <a:moveTo>
                  <a:pt x="15011" y="3722077"/>
                </a:moveTo>
                <a:lnTo>
                  <a:pt x="4496" y="3722077"/>
                </a:lnTo>
                <a:lnTo>
                  <a:pt x="229" y="3726345"/>
                </a:lnTo>
                <a:lnTo>
                  <a:pt x="229" y="3736886"/>
                </a:lnTo>
                <a:lnTo>
                  <a:pt x="4496" y="3741140"/>
                </a:lnTo>
                <a:lnTo>
                  <a:pt x="15011" y="3741140"/>
                </a:lnTo>
                <a:lnTo>
                  <a:pt x="19279" y="3736886"/>
                </a:lnTo>
                <a:lnTo>
                  <a:pt x="19279" y="3726345"/>
                </a:lnTo>
                <a:lnTo>
                  <a:pt x="15011" y="3722077"/>
                </a:lnTo>
                <a:close/>
              </a:path>
              <a:path w="10390505" h="4652010">
                <a:moveTo>
                  <a:pt x="15011" y="3683952"/>
                </a:moveTo>
                <a:lnTo>
                  <a:pt x="4496" y="3683952"/>
                </a:lnTo>
                <a:lnTo>
                  <a:pt x="229" y="3688219"/>
                </a:lnTo>
                <a:lnTo>
                  <a:pt x="229" y="3698760"/>
                </a:lnTo>
                <a:lnTo>
                  <a:pt x="4496" y="3703027"/>
                </a:lnTo>
                <a:lnTo>
                  <a:pt x="15011" y="3703027"/>
                </a:lnTo>
                <a:lnTo>
                  <a:pt x="19279" y="3698760"/>
                </a:lnTo>
                <a:lnTo>
                  <a:pt x="19279" y="3688219"/>
                </a:lnTo>
                <a:lnTo>
                  <a:pt x="15011" y="3683952"/>
                </a:lnTo>
                <a:close/>
              </a:path>
              <a:path w="10390505" h="4652010">
                <a:moveTo>
                  <a:pt x="15011" y="3645839"/>
                </a:moveTo>
                <a:lnTo>
                  <a:pt x="4496" y="3645839"/>
                </a:lnTo>
                <a:lnTo>
                  <a:pt x="229" y="3650107"/>
                </a:lnTo>
                <a:lnTo>
                  <a:pt x="229" y="3660648"/>
                </a:lnTo>
                <a:lnTo>
                  <a:pt x="4496" y="3664902"/>
                </a:lnTo>
                <a:lnTo>
                  <a:pt x="15011" y="3664902"/>
                </a:lnTo>
                <a:lnTo>
                  <a:pt x="19279" y="3660648"/>
                </a:lnTo>
                <a:lnTo>
                  <a:pt x="19279" y="3650107"/>
                </a:lnTo>
                <a:lnTo>
                  <a:pt x="15011" y="3645839"/>
                </a:lnTo>
                <a:close/>
              </a:path>
              <a:path w="10390505" h="4652010">
                <a:moveTo>
                  <a:pt x="15011" y="3607714"/>
                </a:moveTo>
                <a:lnTo>
                  <a:pt x="4496" y="3607714"/>
                </a:lnTo>
                <a:lnTo>
                  <a:pt x="229" y="3611981"/>
                </a:lnTo>
                <a:lnTo>
                  <a:pt x="229" y="3622522"/>
                </a:lnTo>
                <a:lnTo>
                  <a:pt x="4496" y="3626789"/>
                </a:lnTo>
                <a:lnTo>
                  <a:pt x="15011" y="3626789"/>
                </a:lnTo>
                <a:lnTo>
                  <a:pt x="19279" y="3622522"/>
                </a:lnTo>
                <a:lnTo>
                  <a:pt x="19279" y="3611981"/>
                </a:lnTo>
                <a:lnTo>
                  <a:pt x="15011" y="3607714"/>
                </a:lnTo>
                <a:close/>
              </a:path>
              <a:path w="10390505" h="4652010">
                <a:moveTo>
                  <a:pt x="15011" y="3569601"/>
                </a:moveTo>
                <a:lnTo>
                  <a:pt x="4496" y="3569601"/>
                </a:lnTo>
                <a:lnTo>
                  <a:pt x="229" y="3573868"/>
                </a:lnTo>
                <a:lnTo>
                  <a:pt x="229" y="3584409"/>
                </a:lnTo>
                <a:lnTo>
                  <a:pt x="4496" y="3588664"/>
                </a:lnTo>
                <a:lnTo>
                  <a:pt x="15011" y="3588664"/>
                </a:lnTo>
                <a:lnTo>
                  <a:pt x="19279" y="3584409"/>
                </a:lnTo>
                <a:lnTo>
                  <a:pt x="19279" y="3573868"/>
                </a:lnTo>
                <a:lnTo>
                  <a:pt x="15011" y="3569601"/>
                </a:lnTo>
                <a:close/>
              </a:path>
              <a:path w="10390505" h="4652010">
                <a:moveTo>
                  <a:pt x="15011" y="3531476"/>
                </a:moveTo>
                <a:lnTo>
                  <a:pt x="4496" y="3531476"/>
                </a:lnTo>
                <a:lnTo>
                  <a:pt x="229" y="3535743"/>
                </a:lnTo>
                <a:lnTo>
                  <a:pt x="229" y="3546284"/>
                </a:lnTo>
                <a:lnTo>
                  <a:pt x="4496" y="3550551"/>
                </a:lnTo>
                <a:lnTo>
                  <a:pt x="15011" y="3550551"/>
                </a:lnTo>
                <a:lnTo>
                  <a:pt x="19279" y="3546284"/>
                </a:lnTo>
                <a:lnTo>
                  <a:pt x="19279" y="3535743"/>
                </a:lnTo>
                <a:lnTo>
                  <a:pt x="15011" y="3531476"/>
                </a:lnTo>
                <a:close/>
              </a:path>
              <a:path w="10390505" h="4652010">
                <a:moveTo>
                  <a:pt x="15011" y="3493363"/>
                </a:moveTo>
                <a:lnTo>
                  <a:pt x="4496" y="3493363"/>
                </a:lnTo>
                <a:lnTo>
                  <a:pt x="229" y="3497630"/>
                </a:lnTo>
                <a:lnTo>
                  <a:pt x="229" y="3508171"/>
                </a:lnTo>
                <a:lnTo>
                  <a:pt x="4496" y="3512426"/>
                </a:lnTo>
                <a:lnTo>
                  <a:pt x="15011" y="3512426"/>
                </a:lnTo>
                <a:lnTo>
                  <a:pt x="19279" y="3508171"/>
                </a:lnTo>
                <a:lnTo>
                  <a:pt x="19279" y="3497630"/>
                </a:lnTo>
                <a:lnTo>
                  <a:pt x="15011" y="3493363"/>
                </a:lnTo>
                <a:close/>
              </a:path>
              <a:path w="10390505" h="4652010">
                <a:moveTo>
                  <a:pt x="15011" y="3455289"/>
                </a:moveTo>
                <a:lnTo>
                  <a:pt x="4496" y="3455289"/>
                </a:lnTo>
                <a:lnTo>
                  <a:pt x="229" y="3459480"/>
                </a:lnTo>
                <a:lnTo>
                  <a:pt x="229" y="3470021"/>
                </a:lnTo>
                <a:lnTo>
                  <a:pt x="4496" y="3474339"/>
                </a:lnTo>
                <a:lnTo>
                  <a:pt x="15011" y="3474339"/>
                </a:lnTo>
                <a:lnTo>
                  <a:pt x="19279" y="3470021"/>
                </a:lnTo>
                <a:lnTo>
                  <a:pt x="19279" y="3459480"/>
                </a:lnTo>
                <a:lnTo>
                  <a:pt x="15011" y="3455289"/>
                </a:lnTo>
                <a:close/>
              </a:path>
              <a:path w="10390505" h="4652010">
                <a:moveTo>
                  <a:pt x="15011" y="3417062"/>
                </a:moveTo>
                <a:lnTo>
                  <a:pt x="4496" y="3417062"/>
                </a:lnTo>
                <a:lnTo>
                  <a:pt x="229" y="3421380"/>
                </a:lnTo>
                <a:lnTo>
                  <a:pt x="229" y="3431921"/>
                </a:lnTo>
                <a:lnTo>
                  <a:pt x="4496" y="3436239"/>
                </a:lnTo>
                <a:lnTo>
                  <a:pt x="15011" y="3436239"/>
                </a:lnTo>
                <a:lnTo>
                  <a:pt x="19279" y="3431921"/>
                </a:lnTo>
                <a:lnTo>
                  <a:pt x="19279" y="3426714"/>
                </a:lnTo>
                <a:lnTo>
                  <a:pt x="6579" y="3426714"/>
                </a:lnTo>
                <a:lnTo>
                  <a:pt x="6579" y="3426587"/>
                </a:lnTo>
                <a:lnTo>
                  <a:pt x="19279" y="3426587"/>
                </a:lnTo>
                <a:lnTo>
                  <a:pt x="19279" y="3421380"/>
                </a:lnTo>
                <a:lnTo>
                  <a:pt x="15011" y="3417062"/>
                </a:lnTo>
                <a:close/>
              </a:path>
              <a:path w="10390505" h="4652010">
                <a:moveTo>
                  <a:pt x="19279" y="3426587"/>
                </a:moveTo>
                <a:lnTo>
                  <a:pt x="12929" y="3426587"/>
                </a:lnTo>
                <a:lnTo>
                  <a:pt x="12929" y="3426714"/>
                </a:lnTo>
                <a:lnTo>
                  <a:pt x="19279" y="3426714"/>
                </a:lnTo>
                <a:lnTo>
                  <a:pt x="19279" y="3426587"/>
                </a:lnTo>
                <a:close/>
              </a:path>
              <a:path w="10390505" h="4652010">
                <a:moveTo>
                  <a:pt x="15011" y="3378962"/>
                </a:moveTo>
                <a:lnTo>
                  <a:pt x="4496" y="3378962"/>
                </a:lnTo>
                <a:lnTo>
                  <a:pt x="229" y="3383280"/>
                </a:lnTo>
                <a:lnTo>
                  <a:pt x="229" y="3393821"/>
                </a:lnTo>
                <a:lnTo>
                  <a:pt x="4496" y="3398012"/>
                </a:lnTo>
                <a:lnTo>
                  <a:pt x="15011" y="3398012"/>
                </a:lnTo>
                <a:lnTo>
                  <a:pt x="19279" y="3393821"/>
                </a:lnTo>
                <a:lnTo>
                  <a:pt x="19279" y="3383280"/>
                </a:lnTo>
                <a:lnTo>
                  <a:pt x="15011" y="3378962"/>
                </a:lnTo>
                <a:close/>
              </a:path>
              <a:path w="10390505" h="4652010">
                <a:moveTo>
                  <a:pt x="15011" y="3340862"/>
                </a:moveTo>
                <a:lnTo>
                  <a:pt x="4496" y="3340862"/>
                </a:lnTo>
                <a:lnTo>
                  <a:pt x="229" y="3345180"/>
                </a:lnTo>
                <a:lnTo>
                  <a:pt x="229" y="3355721"/>
                </a:lnTo>
                <a:lnTo>
                  <a:pt x="4496" y="3359912"/>
                </a:lnTo>
                <a:lnTo>
                  <a:pt x="15011" y="3359912"/>
                </a:lnTo>
                <a:lnTo>
                  <a:pt x="19279" y="3355721"/>
                </a:lnTo>
                <a:lnTo>
                  <a:pt x="19279" y="3345180"/>
                </a:lnTo>
                <a:lnTo>
                  <a:pt x="15011" y="3340862"/>
                </a:lnTo>
                <a:close/>
              </a:path>
              <a:path w="10390505" h="4652010">
                <a:moveTo>
                  <a:pt x="15011" y="3302762"/>
                </a:moveTo>
                <a:lnTo>
                  <a:pt x="4496" y="3302762"/>
                </a:lnTo>
                <a:lnTo>
                  <a:pt x="229" y="3307080"/>
                </a:lnTo>
                <a:lnTo>
                  <a:pt x="229" y="3317621"/>
                </a:lnTo>
                <a:lnTo>
                  <a:pt x="4496" y="3321812"/>
                </a:lnTo>
                <a:lnTo>
                  <a:pt x="15011" y="3321812"/>
                </a:lnTo>
                <a:lnTo>
                  <a:pt x="19279" y="3317621"/>
                </a:lnTo>
                <a:lnTo>
                  <a:pt x="19279" y="3307080"/>
                </a:lnTo>
                <a:lnTo>
                  <a:pt x="15011" y="3302762"/>
                </a:lnTo>
                <a:close/>
              </a:path>
              <a:path w="10390505" h="4652010">
                <a:moveTo>
                  <a:pt x="15011" y="3264662"/>
                </a:moveTo>
                <a:lnTo>
                  <a:pt x="4496" y="3264662"/>
                </a:lnTo>
                <a:lnTo>
                  <a:pt x="229" y="3268853"/>
                </a:lnTo>
                <a:lnTo>
                  <a:pt x="229" y="3279394"/>
                </a:lnTo>
                <a:lnTo>
                  <a:pt x="4496" y="3283712"/>
                </a:lnTo>
                <a:lnTo>
                  <a:pt x="15011" y="3283712"/>
                </a:lnTo>
                <a:lnTo>
                  <a:pt x="19279" y="3279394"/>
                </a:lnTo>
                <a:lnTo>
                  <a:pt x="19279" y="3268853"/>
                </a:lnTo>
                <a:lnTo>
                  <a:pt x="15011" y="3264662"/>
                </a:lnTo>
                <a:close/>
              </a:path>
              <a:path w="10390505" h="4652010">
                <a:moveTo>
                  <a:pt x="15011" y="3226562"/>
                </a:moveTo>
                <a:lnTo>
                  <a:pt x="4496" y="3226562"/>
                </a:lnTo>
                <a:lnTo>
                  <a:pt x="229" y="3230753"/>
                </a:lnTo>
                <a:lnTo>
                  <a:pt x="229" y="3241294"/>
                </a:lnTo>
                <a:lnTo>
                  <a:pt x="4496" y="3245612"/>
                </a:lnTo>
                <a:lnTo>
                  <a:pt x="15011" y="3245612"/>
                </a:lnTo>
                <a:lnTo>
                  <a:pt x="19279" y="3241294"/>
                </a:lnTo>
                <a:lnTo>
                  <a:pt x="19279" y="3230753"/>
                </a:lnTo>
                <a:lnTo>
                  <a:pt x="15011" y="3226562"/>
                </a:lnTo>
                <a:close/>
              </a:path>
              <a:path w="10390505" h="4652010">
                <a:moveTo>
                  <a:pt x="15011" y="3188462"/>
                </a:moveTo>
                <a:lnTo>
                  <a:pt x="4496" y="3188462"/>
                </a:lnTo>
                <a:lnTo>
                  <a:pt x="229" y="3192653"/>
                </a:lnTo>
                <a:lnTo>
                  <a:pt x="229" y="3203194"/>
                </a:lnTo>
                <a:lnTo>
                  <a:pt x="4496" y="3207512"/>
                </a:lnTo>
                <a:lnTo>
                  <a:pt x="15011" y="3207512"/>
                </a:lnTo>
                <a:lnTo>
                  <a:pt x="19279" y="3203194"/>
                </a:lnTo>
                <a:lnTo>
                  <a:pt x="19279" y="3192653"/>
                </a:lnTo>
                <a:lnTo>
                  <a:pt x="15011" y="3188462"/>
                </a:lnTo>
                <a:close/>
              </a:path>
              <a:path w="10390505" h="4652010">
                <a:moveTo>
                  <a:pt x="15011" y="3150235"/>
                </a:moveTo>
                <a:lnTo>
                  <a:pt x="4496" y="3150235"/>
                </a:lnTo>
                <a:lnTo>
                  <a:pt x="229" y="3154553"/>
                </a:lnTo>
                <a:lnTo>
                  <a:pt x="229" y="3165094"/>
                </a:lnTo>
                <a:lnTo>
                  <a:pt x="4496" y="3169412"/>
                </a:lnTo>
                <a:lnTo>
                  <a:pt x="15011" y="3169412"/>
                </a:lnTo>
                <a:lnTo>
                  <a:pt x="19279" y="3165094"/>
                </a:lnTo>
                <a:lnTo>
                  <a:pt x="19279" y="3159887"/>
                </a:lnTo>
                <a:lnTo>
                  <a:pt x="6579" y="3159887"/>
                </a:lnTo>
                <a:lnTo>
                  <a:pt x="19279" y="3159760"/>
                </a:lnTo>
                <a:lnTo>
                  <a:pt x="19279" y="3154553"/>
                </a:lnTo>
                <a:lnTo>
                  <a:pt x="15011" y="3150235"/>
                </a:lnTo>
                <a:close/>
              </a:path>
              <a:path w="10390505" h="4652010">
                <a:moveTo>
                  <a:pt x="19279" y="3159760"/>
                </a:moveTo>
                <a:lnTo>
                  <a:pt x="12929" y="3159760"/>
                </a:lnTo>
                <a:lnTo>
                  <a:pt x="19279" y="3159887"/>
                </a:lnTo>
                <a:close/>
              </a:path>
              <a:path w="10390505" h="4652010">
                <a:moveTo>
                  <a:pt x="15011" y="3112135"/>
                </a:moveTo>
                <a:lnTo>
                  <a:pt x="4496" y="3112135"/>
                </a:lnTo>
                <a:lnTo>
                  <a:pt x="229" y="3116453"/>
                </a:lnTo>
                <a:lnTo>
                  <a:pt x="229" y="3126994"/>
                </a:lnTo>
                <a:lnTo>
                  <a:pt x="4496" y="3131185"/>
                </a:lnTo>
                <a:lnTo>
                  <a:pt x="15011" y="3131185"/>
                </a:lnTo>
                <a:lnTo>
                  <a:pt x="19279" y="3126994"/>
                </a:lnTo>
                <a:lnTo>
                  <a:pt x="19279" y="3116453"/>
                </a:lnTo>
                <a:lnTo>
                  <a:pt x="15011" y="3112135"/>
                </a:lnTo>
                <a:close/>
              </a:path>
              <a:path w="10390505" h="4652010">
                <a:moveTo>
                  <a:pt x="15011" y="3074035"/>
                </a:moveTo>
                <a:lnTo>
                  <a:pt x="4496" y="3074035"/>
                </a:lnTo>
                <a:lnTo>
                  <a:pt x="229" y="3078353"/>
                </a:lnTo>
                <a:lnTo>
                  <a:pt x="229" y="3088894"/>
                </a:lnTo>
                <a:lnTo>
                  <a:pt x="4496" y="3093085"/>
                </a:lnTo>
                <a:lnTo>
                  <a:pt x="15011" y="3093085"/>
                </a:lnTo>
                <a:lnTo>
                  <a:pt x="19279" y="3088894"/>
                </a:lnTo>
                <a:lnTo>
                  <a:pt x="19279" y="3078353"/>
                </a:lnTo>
                <a:lnTo>
                  <a:pt x="15011" y="3074035"/>
                </a:lnTo>
                <a:close/>
              </a:path>
              <a:path w="10390505" h="4652010">
                <a:moveTo>
                  <a:pt x="15011" y="3035935"/>
                </a:moveTo>
                <a:lnTo>
                  <a:pt x="4496" y="3035935"/>
                </a:lnTo>
                <a:lnTo>
                  <a:pt x="229" y="3040253"/>
                </a:lnTo>
                <a:lnTo>
                  <a:pt x="229" y="3050794"/>
                </a:lnTo>
                <a:lnTo>
                  <a:pt x="4496" y="3054985"/>
                </a:lnTo>
                <a:lnTo>
                  <a:pt x="15011" y="3054985"/>
                </a:lnTo>
                <a:lnTo>
                  <a:pt x="19279" y="3050794"/>
                </a:lnTo>
                <a:lnTo>
                  <a:pt x="19279" y="3040253"/>
                </a:lnTo>
                <a:lnTo>
                  <a:pt x="15011" y="3035935"/>
                </a:lnTo>
                <a:close/>
              </a:path>
              <a:path w="10390505" h="4652010">
                <a:moveTo>
                  <a:pt x="15011" y="2997835"/>
                </a:moveTo>
                <a:lnTo>
                  <a:pt x="4496" y="2997835"/>
                </a:lnTo>
                <a:lnTo>
                  <a:pt x="229" y="3002026"/>
                </a:lnTo>
                <a:lnTo>
                  <a:pt x="229" y="3012567"/>
                </a:lnTo>
                <a:lnTo>
                  <a:pt x="4496" y="3016885"/>
                </a:lnTo>
                <a:lnTo>
                  <a:pt x="15011" y="3016885"/>
                </a:lnTo>
                <a:lnTo>
                  <a:pt x="19279" y="3012567"/>
                </a:lnTo>
                <a:lnTo>
                  <a:pt x="19279" y="3002026"/>
                </a:lnTo>
                <a:lnTo>
                  <a:pt x="15011" y="2997835"/>
                </a:lnTo>
                <a:close/>
              </a:path>
              <a:path w="10390505" h="4652010">
                <a:moveTo>
                  <a:pt x="15011" y="2959735"/>
                </a:moveTo>
                <a:lnTo>
                  <a:pt x="4496" y="2959735"/>
                </a:lnTo>
                <a:lnTo>
                  <a:pt x="229" y="2963926"/>
                </a:lnTo>
                <a:lnTo>
                  <a:pt x="229" y="2974467"/>
                </a:lnTo>
                <a:lnTo>
                  <a:pt x="4496" y="2978785"/>
                </a:lnTo>
                <a:lnTo>
                  <a:pt x="15011" y="2978785"/>
                </a:lnTo>
                <a:lnTo>
                  <a:pt x="19279" y="2974467"/>
                </a:lnTo>
                <a:lnTo>
                  <a:pt x="19279" y="2963926"/>
                </a:lnTo>
                <a:lnTo>
                  <a:pt x="15011" y="2959735"/>
                </a:lnTo>
                <a:close/>
              </a:path>
              <a:path w="10390505" h="4652010">
                <a:moveTo>
                  <a:pt x="15011" y="2921635"/>
                </a:moveTo>
                <a:lnTo>
                  <a:pt x="4496" y="2921635"/>
                </a:lnTo>
                <a:lnTo>
                  <a:pt x="229" y="2925826"/>
                </a:lnTo>
                <a:lnTo>
                  <a:pt x="229" y="2936367"/>
                </a:lnTo>
                <a:lnTo>
                  <a:pt x="4496" y="2940685"/>
                </a:lnTo>
                <a:lnTo>
                  <a:pt x="15011" y="2940685"/>
                </a:lnTo>
                <a:lnTo>
                  <a:pt x="19279" y="2936367"/>
                </a:lnTo>
                <a:lnTo>
                  <a:pt x="19279" y="2925826"/>
                </a:lnTo>
                <a:lnTo>
                  <a:pt x="15011" y="2921635"/>
                </a:lnTo>
                <a:close/>
              </a:path>
              <a:path w="10390505" h="4652010">
                <a:moveTo>
                  <a:pt x="15011" y="2883408"/>
                </a:moveTo>
                <a:lnTo>
                  <a:pt x="4496" y="2883408"/>
                </a:lnTo>
                <a:lnTo>
                  <a:pt x="229" y="2887726"/>
                </a:lnTo>
                <a:lnTo>
                  <a:pt x="229" y="2898267"/>
                </a:lnTo>
                <a:lnTo>
                  <a:pt x="4496" y="2902585"/>
                </a:lnTo>
                <a:lnTo>
                  <a:pt x="15011" y="2902585"/>
                </a:lnTo>
                <a:lnTo>
                  <a:pt x="19279" y="2898267"/>
                </a:lnTo>
                <a:lnTo>
                  <a:pt x="19279" y="2887726"/>
                </a:lnTo>
                <a:lnTo>
                  <a:pt x="15011" y="2883408"/>
                </a:lnTo>
                <a:close/>
              </a:path>
              <a:path w="10390505" h="4652010">
                <a:moveTo>
                  <a:pt x="15011" y="2845308"/>
                </a:moveTo>
                <a:lnTo>
                  <a:pt x="4496" y="2845308"/>
                </a:lnTo>
                <a:lnTo>
                  <a:pt x="229" y="2849626"/>
                </a:lnTo>
                <a:lnTo>
                  <a:pt x="229" y="2860167"/>
                </a:lnTo>
                <a:lnTo>
                  <a:pt x="4496" y="2864358"/>
                </a:lnTo>
                <a:lnTo>
                  <a:pt x="15011" y="2864358"/>
                </a:lnTo>
                <a:lnTo>
                  <a:pt x="19279" y="2860167"/>
                </a:lnTo>
                <a:lnTo>
                  <a:pt x="19279" y="2849626"/>
                </a:lnTo>
                <a:lnTo>
                  <a:pt x="15011" y="2845308"/>
                </a:lnTo>
                <a:close/>
              </a:path>
              <a:path w="10390505" h="4652010">
                <a:moveTo>
                  <a:pt x="15011" y="2807208"/>
                </a:moveTo>
                <a:lnTo>
                  <a:pt x="4496" y="2807208"/>
                </a:lnTo>
                <a:lnTo>
                  <a:pt x="229" y="2811526"/>
                </a:lnTo>
                <a:lnTo>
                  <a:pt x="229" y="2822067"/>
                </a:lnTo>
                <a:lnTo>
                  <a:pt x="4496" y="2826258"/>
                </a:lnTo>
                <a:lnTo>
                  <a:pt x="15011" y="2826258"/>
                </a:lnTo>
                <a:lnTo>
                  <a:pt x="19279" y="2822067"/>
                </a:lnTo>
                <a:lnTo>
                  <a:pt x="19279" y="2811526"/>
                </a:lnTo>
                <a:lnTo>
                  <a:pt x="15011" y="2807208"/>
                </a:lnTo>
                <a:close/>
              </a:path>
              <a:path w="10390505" h="4652010">
                <a:moveTo>
                  <a:pt x="15011" y="2769108"/>
                </a:moveTo>
                <a:lnTo>
                  <a:pt x="4496" y="2769108"/>
                </a:lnTo>
                <a:lnTo>
                  <a:pt x="229" y="2773299"/>
                </a:lnTo>
                <a:lnTo>
                  <a:pt x="229" y="2783840"/>
                </a:lnTo>
                <a:lnTo>
                  <a:pt x="4496" y="2788158"/>
                </a:lnTo>
                <a:lnTo>
                  <a:pt x="15011" y="2788158"/>
                </a:lnTo>
                <a:lnTo>
                  <a:pt x="19279" y="2783840"/>
                </a:lnTo>
                <a:lnTo>
                  <a:pt x="19279" y="2773299"/>
                </a:lnTo>
                <a:lnTo>
                  <a:pt x="15011" y="2769108"/>
                </a:lnTo>
                <a:close/>
              </a:path>
              <a:path w="10390505" h="4652010">
                <a:moveTo>
                  <a:pt x="15011" y="2731008"/>
                </a:moveTo>
                <a:lnTo>
                  <a:pt x="4496" y="2731008"/>
                </a:lnTo>
                <a:lnTo>
                  <a:pt x="229" y="2735199"/>
                </a:lnTo>
                <a:lnTo>
                  <a:pt x="229" y="2745740"/>
                </a:lnTo>
                <a:lnTo>
                  <a:pt x="4496" y="2750058"/>
                </a:lnTo>
                <a:lnTo>
                  <a:pt x="15011" y="2750058"/>
                </a:lnTo>
                <a:lnTo>
                  <a:pt x="19279" y="2745740"/>
                </a:lnTo>
                <a:lnTo>
                  <a:pt x="19279" y="2735199"/>
                </a:lnTo>
                <a:lnTo>
                  <a:pt x="15011" y="2731008"/>
                </a:lnTo>
                <a:close/>
              </a:path>
              <a:path w="10390505" h="4652010">
                <a:moveTo>
                  <a:pt x="15011" y="2692908"/>
                </a:moveTo>
                <a:lnTo>
                  <a:pt x="4496" y="2692908"/>
                </a:lnTo>
                <a:lnTo>
                  <a:pt x="229" y="2697099"/>
                </a:lnTo>
                <a:lnTo>
                  <a:pt x="229" y="2707640"/>
                </a:lnTo>
                <a:lnTo>
                  <a:pt x="4496" y="2711958"/>
                </a:lnTo>
                <a:lnTo>
                  <a:pt x="15011" y="2711958"/>
                </a:lnTo>
                <a:lnTo>
                  <a:pt x="19279" y="2707640"/>
                </a:lnTo>
                <a:lnTo>
                  <a:pt x="19279" y="2697099"/>
                </a:lnTo>
                <a:lnTo>
                  <a:pt x="15011" y="2692908"/>
                </a:lnTo>
                <a:close/>
              </a:path>
              <a:path w="10390505" h="4652010">
                <a:moveTo>
                  <a:pt x="15011" y="2654681"/>
                </a:moveTo>
                <a:lnTo>
                  <a:pt x="4496" y="2654681"/>
                </a:lnTo>
                <a:lnTo>
                  <a:pt x="229" y="2658999"/>
                </a:lnTo>
                <a:lnTo>
                  <a:pt x="229" y="2669540"/>
                </a:lnTo>
                <a:lnTo>
                  <a:pt x="4496" y="2673858"/>
                </a:lnTo>
                <a:lnTo>
                  <a:pt x="15011" y="2673858"/>
                </a:lnTo>
                <a:lnTo>
                  <a:pt x="19279" y="2669540"/>
                </a:lnTo>
                <a:lnTo>
                  <a:pt x="19279" y="2658999"/>
                </a:lnTo>
                <a:lnTo>
                  <a:pt x="15011" y="2654681"/>
                </a:lnTo>
                <a:close/>
              </a:path>
              <a:path w="10390505" h="4652010">
                <a:moveTo>
                  <a:pt x="15011" y="2616581"/>
                </a:moveTo>
                <a:lnTo>
                  <a:pt x="4496" y="2616581"/>
                </a:lnTo>
                <a:lnTo>
                  <a:pt x="229" y="2620899"/>
                </a:lnTo>
                <a:lnTo>
                  <a:pt x="229" y="2631440"/>
                </a:lnTo>
                <a:lnTo>
                  <a:pt x="4496" y="2635631"/>
                </a:lnTo>
                <a:lnTo>
                  <a:pt x="15011" y="2635631"/>
                </a:lnTo>
                <a:lnTo>
                  <a:pt x="19279" y="2631440"/>
                </a:lnTo>
                <a:lnTo>
                  <a:pt x="19279" y="2620899"/>
                </a:lnTo>
                <a:lnTo>
                  <a:pt x="15011" y="2616581"/>
                </a:lnTo>
                <a:close/>
              </a:path>
              <a:path w="10390505" h="4652010">
                <a:moveTo>
                  <a:pt x="15011" y="2578481"/>
                </a:moveTo>
                <a:lnTo>
                  <a:pt x="4496" y="2578481"/>
                </a:lnTo>
                <a:lnTo>
                  <a:pt x="229" y="2582799"/>
                </a:lnTo>
                <a:lnTo>
                  <a:pt x="229" y="2593340"/>
                </a:lnTo>
                <a:lnTo>
                  <a:pt x="4496" y="2597531"/>
                </a:lnTo>
                <a:lnTo>
                  <a:pt x="15011" y="2597531"/>
                </a:lnTo>
                <a:lnTo>
                  <a:pt x="19279" y="2593340"/>
                </a:lnTo>
                <a:lnTo>
                  <a:pt x="19279" y="2582799"/>
                </a:lnTo>
                <a:lnTo>
                  <a:pt x="15011" y="2578481"/>
                </a:lnTo>
                <a:close/>
              </a:path>
              <a:path w="10390505" h="4652010">
                <a:moveTo>
                  <a:pt x="15011" y="2540381"/>
                </a:moveTo>
                <a:lnTo>
                  <a:pt x="4496" y="2540381"/>
                </a:lnTo>
                <a:lnTo>
                  <a:pt x="229" y="2544699"/>
                </a:lnTo>
                <a:lnTo>
                  <a:pt x="229" y="2555240"/>
                </a:lnTo>
                <a:lnTo>
                  <a:pt x="4496" y="2559431"/>
                </a:lnTo>
                <a:lnTo>
                  <a:pt x="15011" y="2559431"/>
                </a:lnTo>
                <a:lnTo>
                  <a:pt x="19279" y="2555240"/>
                </a:lnTo>
                <a:lnTo>
                  <a:pt x="19279" y="2544699"/>
                </a:lnTo>
                <a:lnTo>
                  <a:pt x="15011" y="2540381"/>
                </a:lnTo>
                <a:close/>
              </a:path>
              <a:path w="10390505" h="4652010">
                <a:moveTo>
                  <a:pt x="15011" y="2502281"/>
                </a:moveTo>
                <a:lnTo>
                  <a:pt x="4496" y="2502281"/>
                </a:lnTo>
                <a:lnTo>
                  <a:pt x="229" y="2506472"/>
                </a:lnTo>
                <a:lnTo>
                  <a:pt x="229" y="2517013"/>
                </a:lnTo>
                <a:lnTo>
                  <a:pt x="4496" y="2521331"/>
                </a:lnTo>
                <a:lnTo>
                  <a:pt x="15011" y="2521331"/>
                </a:lnTo>
                <a:lnTo>
                  <a:pt x="19279" y="2517013"/>
                </a:lnTo>
                <a:lnTo>
                  <a:pt x="19279" y="2506472"/>
                </a:lnTo>
                <a:lnTo>
                  <a:pt x="15011" y="2502281"/>
                </a:lnTo>
                <a:close/>
              </a:path>
              <a:path w="10390505" h="4652010">
                <a:moveTo>
                  <a:pt x="15011" y="2464181"/>
                </a:moveTo>
                <a:lnTo>
                  <a:pt x="4496" y="2464181"/>
                </a:lnTo>
                <a:lnTo>
                  <a:pt x="229" y="2468372"/>
                </a:lnTo>
                <a:lnTo>
                  <a:pt x="229" y="2478913"/>
                </a:lnTo>
                <a:lnTo>
                  <a:pt x="4496" y="2483231"/>
                </a:lnTo>
                <a:lnTo>
                  <a:pt x="15011" y="2483231"/>
                </a:lnTo>
                <a:lnTo>
                  <a:pt x="19279" y="2478913"/>
                </a:lnTo>
                <a:lnTo>
                  <a:pt x="19279" y="2468372"/>
                </a:lnTo>
                <a:lnTo>
                  <a:pt x="15011" y="2464181"/>
                </a:lnTo>
                <a:close/>
              </a:path>
              <a:path w="10390505" h="4652010">
                <a:moveTo>
                  <a:pt x="15011" y="2426081"/>
                </a:moveTo>
                <a:lnTo>
                  <a:pt x="4496" y="2426081"/>
                </a:lnTo>
                <a:lnTo>
                  <a:pt x="229" y="2430272"/>
                </a:lnTo>
                <a:lnTo>
                  <a:pt x="229" y="2440813"/>
                </a:lnTo>
                <a:lnTo>
                  <a:pt x="4496" y="2445131"/>
                </a:lnTo>
                <a:lnTo>
                  <a:pt x="15011" y="2445131"/>
                </a:lnTo>
                <a:lnTo>
                  <a:pt x="19279" y="2440813"/>
                </a:lnTo>
                <a:lnTo>
                  <a:pt x="19279" y="2430272"/>
                </a:lnTo>
                <a:lnTo>
                  <a:pt x="15011" y="2426081"/>
                </a:lnTo>
                <a:close/>
              </a:path>
              <a:path w="10390505" h="4652010">
                <a:moveTo>
                  <a:pt x="15011" y="2387854"/>
                </a:moveTo>
                <a:lnTo>
                  <a:pt x="4496" y="2387854"/>
                </a:lnTo>
                <a:lnTo>
                  <a:pt x="229" y="2392172"/>
                </a:lnTo>
                <a:lnTo>
                  <a:pt x="229" y="2402713"/>
                </a:lnTo>
                <a:lnTo>
                  <a:pt x="4496" y="2407031"/>
                </a:lnTo>
                <a:lnTo>
                  <a:pt x="15011" y="2407031"/>
                </a:lnTo>
                <a:lnTo>
                  <a:pt x="19279" y="2402713"/>
                </a:lnTo>
                <a:lnTo>
                  <a:pt x="19279" y="2397506"/>
                </a:lnTo>
                <a:lnTo>
                  <a:pt x="6579" y="2397506"/>
                </a:lnTo>
                <a:lnTo>
                  <a:pt x="6579" y="2397379"/>
                </a:lnTo>
                <a:lnTo>
                  <a:pt x="19279" y="2397379"/>
                </a:lnTo>
                <a:lnTo>
                  <a:pt x="19279" y="2392172"/>
                </a:lnTo>
                <a:lnTo>
                  <a:pt x="15011" y="2387854"/>
                </a:lnTo>
                <a:close/>
              </a:path>
              <a:path w="10390505" h="4652010">
                <a:moveTo>
                  <a:pt x="19279" y="2397379"/>
                </a:moveTo>
                <a:lnTo>
                  <a:pt x="12929" y="2397379"/>
                </a:lnTo>
                <a:lnTo>
                  <a:pt x="12929" y="2397506"/>
                </a:lnTo>
                <a:lnTo>
                  <a:pt x="19279" y="2397506"/>
                </a:lnTo>
                <a:lnTo>
                  <a:pt x="19279" y="2397379"/>
                </a:lnTo>
                <a:close/>
              </a:path>
              <a:path w="10390505" h="4652010">
                <a:moveTo>
                  <a:pt x="15011" y="2349754"/>
                </a:moveTo>
                <a:lnTo>
                  <a:pt x="4496" y="2349754"/>
                </a:lnTo>
                <a:lnTo>
                  <a:pt x="229" y="2354072"/>
                </a:lnTo>
                <a:lnTo>
                  <a:pt x="229" y="2364613"/>
                </a:lnTo>
                <a:lnTo>
                  <a:pt x="4496" y="2368804"/>
                </a:lnTo>
                <a:lnTo>
                  <a:pt x="15011" y="2368804"/>
                </a:lnTo>
                <a:lnTo>
                  <a:pt x="19279" y="2364613"/>
                </a:lnTo>
                <a:lnTo>
                  <a:pt x="19279" y="2354072"/>
                </a:lnTo>
                <a:lnTo>
                  <a:pt x="15011" y="2349754"/>
                </a:lnTo>
                <a:close/>
              </a:path>
              <a:path w="10390505" h="4652010">
                <a:moveTo>
                  <a:pt x="15011" y="2311654"/>
                </a:moveTo>
                <a:lnTo>
                  <a:pt x="4496" y="2311654"/>
                </a:lnTo>
                <a:lnTo>
                  <a:pt x="229" y="2315972"/>
                </a:lnTo>
                <a:lnTo>
                  <a:pt x="229" y="2326513"/>
                </a:lnTo>
                <a:lnTo>
                  <a:pt x="4496" y="2330704"/>
                </a:lnTo>
                <a:lnTo>
                  <a:pt x="15011" y="2330704"/>
                </a:lnTo>
                <a:lnTo>
                  <a:pt x="19279" y="2326513"/>
                </a:lnTo>
                <a:lnTo>
                  <a:pt x="19279" y="2315972"/>
                </a:lnTo>
                <a:lnTo>
                  <a:pt x="15011" y="2311654"/>
                </a:lnTo>
                <a:close/>
              </a:path>
              <a:path w="10390505" h="4652010">
                <a:moveTo>
                  <a:pt x="15011" y="2273554"/>
                </a:moveTo>
                <a:lnTo>
                  <a:pt x="4496" y="2273554"/>
                </a:lnTo>
                <a:lnTo>
                  <a:pt x="229" y="2277872"/>
                </a:lnTo>
                <a:lnTo>
                  <a:pt x="229" y="2288413"/>
                </a:lnTo>
                <a:lnTo>
                  <a:pt x="4496" y="2292604"/>
                </a:lnTo>
                <a:lnTo>
                  <a:pt x="15011" y="2292604"/>
                </a:lnTo>
                <a:lnTo>
                  <a:pt x="19279" y="2288413"/>
                </a:lnTo>
                <a:lnTo>
                  <a:pt x="19279" y="2277872"/>
                </a:lnTo>
                <a:lnTo>
                  <a:pt x="15011" y="2273554"/>
                </a:lnTo>
                <a:close/>
              </a:path>
              <a:path w="10390505" h="4652010">
                <a:moveTo>
                  <a:pt x="15011" y="2235454"/>
                </a:moveTo>
                <a:lnTo>
                  <a:pt x="4496" y="2235454"/>
                </a:lnTo>
                <a:lnTo>
                  <a:pt x="229" y="2239645"/>
                </a:lnTo>
                <a:lnTo>
                  <a:pt x="229" y="2250186"/>
                </a:lnTo>
                <a:lnTo>
                  <a:pt x="4496" y="2254504"/>
                </a:lnTo>
                <a:lnTo>
                  <a:pt x="15011" y="2254504"/>
                </a:lnTo>
                <a:lnTo>
                  <a:pt x="19279" y="2250186"/>
                </a:lnTo>
                <a:lnTo>
                  <a:pt x="19279" y="2239645"/>
                </a:lnTo>
                <a:lnTo>
                  <a:pt x="15011" y="2235454"/>
                </a:lnTo>
                <a:close/>
              </a:path>
              <a:path w="10390505" h="4652010">
                <a:moveTo>
                  <a:pt x="15011" y="2197354"/>
                </a:moveTo>
                <a:lnTo>
                  <a:pt x="4496" y="2197354"/>
                </a:lnTo>
                <a:lnTo>
                  <a:pt x="229" y="2201545"/>
                </a:lnTo>
                <a:lnTo>
                  <a:pt x="229" y="2212086"/>
                </a:lnTo>
                <a:lnTo>
                  <a:pt x="4496" y="2216404"/>
                </a:lnTo>
                <a:lnTo>
                  <a:pt x="15011" y="2216404"/>
                </a:lnTo>
                <a:lnTo>
                  <a:pt x="19279" y="2212086"/>
                </a:lnTo>
                <a:lnTo>
                  <a:pt x="19279" y="2201545"/>
                </a:lnTo>
                <a:lnTo>
                  <a:pt x="15011" y="2197354"/>
                </a:lnTo>
                <a:close/>
              </a:path>
              <a:path w="10390505" h="4652010">
                <a:moveTo>
                  <a:pt x="15011" y="2159127"/>
                </a:moveTo>
                <a:lnTo>
                  <a:pt x="4496" y="2159127"/>
                </a:lnTo>
                <a:lnTo>
                  <a:pt x="229" y="2163445"/>
                </a:lnTo>
                <a:lnTo>
                  <a:pt x="229" y="2173986"/>
                </a:lnTo>
                <a:lnTo>
                  <a:pt x="4496" y="2178304"/>
                </a:lnTo>
                <a:lnTo>
                  <a:pt x="15011" y="2178304"/>
                </a:lnTo>
                <a:lnTo>
                  <a:pt x="19279" y="2173986"/>
                </a:lnTo>
                <a:lnTo>
                  <a:pt x="19279" y="2163445"/>
                </a:lnTo>
                <a:lnTo>
                  <a:pt x="15011" y="2159127"/>
                </a:lnTo>
                <a:close/>
              </a:path>
              <a:path w="10390505" h="4652010">
                <a:moveTo>
                  <a:pt x="15011" y="2121027"/>
                </a:moveTo>
                <a:lnTo>
                  <a:pt x="4496" y="2121027"/>
                </a:lnTo>
                <a:lnTo>
                  <a:pt x="229" y="2125345"/>
                </a:lnTo>
                <a:lnTo>
                  <a:pt x="229" y="2135886"/>
                </a:lnTo>
                <a:lnTo>
                  <a:pt x="4496" y="2140077"/>
                </a:lnTo>
                <a:lnTo>
                  <a:pt x="15011" y="2140077"/>
                </a:lnTo>
                <a:lnTo>
                  <a:pt x="19279" y="2135886"/>
                </a:lnTo>
                <a:lnTo>
                  <a:pt x="19279" y="2125345"/>
                </a:lnTo>
                <a:lnTo>
                  <a:pt x="15011" y="2121027"/>
                </a:lnTo>
                <a:close/>
              </a:path>
              <a:path w="10390505" h="4652010">
                <a:moveTo>
                  <a:pt x="15011" y="2082927"/>
                </a:moveTo>
                <a:lnTo>
                  <a:pt x="4496" y="2082927"/>
                </a:lnTo>
                <a:lnTo>
                  <a:pt x="229" y="2087245"/>
                </a:lnTo>
                <a:lnTo>
                  <a:pt x="229" y="2097786"/>
                </a:lnTo>
                <a:lnTo>
                  <a:pt x="4496" y="2101977"/>
                </a:lnTo>
                <a:lnTo>
                  <a:pt x="15011" y="2101977"/>
                </a:lnTo>
                <a:lnTo>
                  <a:pt x="19279" y="2097786"/>
                </a:lnTo>
                <a:lnTo>
                  <a:pt x="19279" y="2087245"/>
                </a:lnTo>
                <a:lnTo>
                  <a:pt x="15011" y="2082927"/>
                </a:lnTo>
                <a:close/>
              </a:path>
              <a:path w="10390505" h="4652010">
                <a:moveTo>
                  <a:pt x="15011" y="2044827"/>
                </a:moveTo>
                <a:lnTo>
                  <a:pt x="4496" y="2044827"/>
                </a:lnTo>
                <a:lnTo>
                  <a:pt x="229" y="2049145"/>
                </a:lnTo>
                <a:lnTo>
                  <a:pt x="229" y="2059686"/>
                </a:lnTo>
                <a:lnTo>
                  <a:pt x="4496" y="2063877"/>
                </a:lnTo>
                <a:lnTo>
                  <a:pt x="15011" y="2063877"/>
                </a:lnTo>
                <a:lnTo>
                  <a:pt x="19279" y="2059686"/>
                </a:lnTo>
                <a:lnTo>
                  <a:pt x="19279" y="2049145"/>
                </a:lnTo>
                <a:lnTo>
                  <a:pt x="15011" y="2044827"/>
                </a:lnTo>
                <a:close/>
              </a:path>
              <a:path w="10390505" h="4652010">
                <a:moveTo>
                  <a:pt x="15011" y="2006727"/>
                </a:moveTo>
                <a:lnTo>
                  <a:pt x="4496" y="2006727"/>
                </a:lnTo>
                <a:lnTo>
                  <a:pt x="229" y="2010918"/>
                </a:lnTo>
                <a:lnTo>
                  <a:pt x="229" y="2021459"/>
                </a:lnTo>
                <a:lnTo>
                  <a:pt x="4496" y="2025777"/>
                </a:lnTo>
                <a:lnTo>
                  <a:pt x="15011" y="2025777"/>
                </a:lnTo>
                <a:lnTo>
                  <a:pt x="19279" y="2021459"/>
                </a:lnTo>
                <a:lnTo>
                  <a:pt x="19279" y="2010918"/>
                </a:lnTo>
                <a:lnTo>
                  <a:pt x="15011" y="2006727"/>
                </a:lnTo>
                <a:close/>
              </a:path>
              <a:path w="10390505" h="4652010">
                <a:moveTo>
                  <a:pt x="15011" y="1968627"/>
                </a:moveTo>
                <a:lnTo>
                  <a:pt x="4496" y="1968627"/>
                </a:lnTo>
                <a:lnTo>
                  <a:pt x="229" y="1972818"/>
                </a:lnTo>
                <a:lnTo>
                  <a:pt x="229" y="1983359"/>
                </a:lnTo>
                <a:lnTo>
                  <a:pt x="4496" y="1987677"/>
                </a:lnTo>
                <a:lnTo>
                  <a:pt x="15011" y="1987677"/>
                </a:lnTo>
                <a:lnTo>
                  <a:pt x="19279" y="1983359"/>
                </a:lnTo>
                <a:lnTo>
                  <a:pt x="19279" y="1972818"/>
                </a:lnTo>
                <a:lnTo>
                  <a:pt x="15011" y="1968627"/>
                </a:lnTo>
                <a:close/>
              </a:path>
              <a:path w="10390505" h="4652010">
                <a:moveTo>
                  <a:pt x="15011" y="1930527"/>
                </a:moveTo>
                <a:lnTo>
                  <a:pt x="4496" y="1930527"/>
                </a:lnTo>
                <a:lnTo>
                  <a:pt x="229" y="1934718"/>
                </a:lnTo>
                <a:lnTo>
                  <a:pt x="229" y="1945259"/>
                </a:lnTo>
                <a:lnTo>
                  <a:pt x="4496" y="1949577"/>
                </a:lnTo>
                <a:lnTo>
                  <a:pt x="15011" y="1949577"/>
                </a:lnTo>
                <a:lnTo>
                  <a:pt x="19279" y="1945259"/>
                </a:lnTo>
                <a:lnTo>
                  <a:pt x="19279" y="1934718"/>
                </a:lnTo>
                <a:lnTo>
                  <a:pt x="15011" y="1930527"/>
                </a:lnTo>
                <a:close/>
              </a:path>
              <a:path w="10390505" h="4652010">
                <a:moveTo>
                  <a:pt x="15011" y="1892300"/>
                </a:moveTo>
                <a:lnTo>
                  <a:pt x="4496" y="1892300"/>
                </a:lnTo>
                <a:lnTo>
                  <a:pt x="229" y="1896618"/>
                </a:lnTo>
                <a:lnTo>
                  <a:pt x="229" y="1907159"/>
                </a:lnTo>
                <a:lnTo>
                  <a:pt x="4496" y="1911477"/>
                </a:lnTo>
                <a:lnTo>
                  <a:pt x="15011" y="1911477"/>
                </a:lnTo>
                <a:lnTo>
                  <a:pt x="19279" y="1907159"/>
                </a:lnTo>
                <a:lnTo>
                  <a:pt x="19279" y="1896618"/>
                </a:lnTo>
                <a:lnTo>
                  <a:pt x="15011" y="1892300"/>
                </a:lnTo>
                <a:close/>
              </a:path>
              <a:path w="10390505" h="4652010">
                <a:moveTo>
                  <a:pt x="15011" y="1854200"/>
                </a:moveTo>
                <a:lnTo>
                  <a:pt x="4496" y="1854200"/>
                </a:lnTo>
                <a:lnTo>
                  <a:pt x="229" y="1858518"/>
                </a:lnTo>
                <a:lnTo>
                  <a:pt x="229" y="1869059"/>
                </a:lnTo>
                <a:lnTo>
                  <a:pt x="4496" y="1873250"/>
                </a:lnTo>
                <a:lnTo>
                  <a:pt x="15011" y="1873250"/>
                </a:lnTo>
                <a:lnTo>
                  <a:pt x="19279" y="1869059"/>
                </a:lnTo>
                <a:lnTo>
                  <a:pt x="19279" y="1858518"/>
                </a:lnTo>
                <a:lnTo>
                  <a:pt x="15011" y="1854200"/>
                </a:lnTo>
                <a:close/>
              </a:path>
              <a:path w="10390505" h="4652010">
                <a:moveTo>
                  <a:pt x="15011" y="1816100"/>
                </a:moveTo>
                <a:lnTo>
                  <a:pt x="4496" y="1816100"/>
                </a:lnTo>
                <a:lnTo>
                  <a:pt x="229" y="1820418"/>
                </a:lnTo>
                <a:lnTo>
                  <a:pt x="229" y="1830959"/>
                </a:lnTo>
                <a:lnTo>
                  <a:pt x="4496" y="1835150"/>
                </a:lnTo>
                <a:lnTo>
                  <a:pt x="15011" y="1835150"/>
                </a:lnTo>
                <a:lnTo>
                  <a:pt x="19279" y="1830959"/>
                </a:lnTo>
                <a:lnTo>
                  <a:pt x="19279" y="1820418"/>
                </a:lnTo>
                <a:lnTo>
                  <a:pt x="15011" y="1816100"/>
                </a:lnTo>
                <a:close/>
              </a:path>
              <a:path w="10390505" h="4652010">
                <a:moveTo>
                  <a:pt x="15011" y="1778000"/>
                </a:moveTo>
                <a:lnTo>
                  <a:pt x="4496" y="1778000"/>
                </a:lnTo>
                <a:lnTo>
                  <a:pt x="229" y="1782318"/>
                </a:lnTo>
                <a:lnTo>
                  <a:pt x="229" y="1792859"/>
                </a:lnTo>
                <a:lnTo>
                  <a:pt x="4496" y="1797050"/>
                </a:lnTo>
                <a:lnTo>
                  <a:pt x="15011" y="1797050"/>
                </a:lnTo>
                <a:lnTo>
                  <a:pt x="19279" y="1792859"/>
                </a:lnTo>
                <a:lnTo>
                  <a:pt x="19279" y="1782318"/>
                </a:lnTo>
                <a:lnTo>
                  <a:pt x="15011" y="1778000"/>
                </a:lnTo>
                <a:close/>
              </a:path>
              <a:path w="10390505" h="4652010">
                <a:moveTo>
                  <a:pt x="15011" y="1739900"/>
                </a:moveTo>
                <a:lnTo>
                  <a:pt x="4496" y="1739900"/>
                </a:lnTo>
                <a:lnTo>
                  <a:pt x="229" y="1744091"/>
                </a:lnTo>
                <a:lnTo>
                  <a:pt x="229" y="1754632"/>
                </a:lnTo>
                <a:lnTo>
                  <a:pt x="4496" y="1758950"/>
                </a:lnTo>
                <a:lnTo>
                  <a:pt x="15011" y="1758950"/>
                </a:lnTo>
                <a:lnTo>
                  <a:pt x="19279" y="1754632"/>
                </a:lnTo>
                <a:lnTo>
                  <a:pt x="19279" y="1744091"/>
                </a:lnTo>
                <a:lnTo>
                  <a:pt x="15011" y="1739900"/>
                </a:lnTo>
                <a:close/>
              </a:path>
              <a:path w="10390505" h="4652010">
                <a:moveTo>
                  <a:pt x="15011" y="1701800"/>
                </a:moveTo>
                <a:lnTo>
                  <a:pt x="4496" y="1701800"/>
                </a:lnTo>
                <a:lnTo>
                  <a:pt x="229" y="1705991"/>
                </a:lnTo>
                <a:lnTo>
                  <a:pt x="229" y="1716532"/>
                </a:lnTo>
                <a:lnTo>
                  <a:pt x="4496" y="1720850"/>
                </a:lnTo>
                <a:lnTo>
                  <a:pt x="15011" y="1720850"/>
                </a:lnTo>
                <a:lnTo>
                  <a:pt x="19279" y="1716532"/>
                </a:lnTo>
                <a:lnTo>
                  <a:pt x="19279" y="1705991"/>
                </a:lnTo>
                <a:lnTo>
                  <a:pt x="15011" y="1701800"/>
                </a:lnTo>
                <a:close/>
              </a:path>
              <a:path w="10390505" h="4652010">
                <a:moveTo>
                  <a:pt x="15011" y="1663700"/>
                </a:moveTo>
                <a:lnTo>
                  <a:pt x="4496" y="1663700"/>
                </a:lnTo>
                <a:lnTo>
                  <a:pt x="229" y="1667891"/>
                </a:lnTo>
                <a:lnTo>
                  <a:pt x="229" y="1678432"/>
                </a:lnTo>
                <a:lnTo>
                  <a:pt x="4496" y="1682750"/>
                </a:lnTo>
                <a:lnTo>
                  <a:pt x="15011" y="1682750"/>
                </a:lnTo>
                <a:lnTo>
                  <a:pt x="19279" y="1678432"/>
                </a:lnTo>
                <a:lnTo>
                  <a:pt x="19279" y="1667891"/>
                </a:lnTo>
                <a:lnTo>
                  <a:pt x="15011" y="1663700"/>
                </a:lnTo>
                <a:close/>
              </a:path>
              <a:path w="10390505" h="4652010">
                <a:moveTo>
                  <a:pt x="15011" y="1625473"/>
                </a:moveTo>
                <a:lnTo>
                  <a:pt x="4496" y="1625473"/>
                </a:lnTo>
                <a:lnTo>
                  <a:pt x="229" y="1629791"/>
                </a:lnTo>
                <a:lnTo>
                  <a:pt x="229" y="1640332"/>
                </a:lnTo>
                <a:lnTo>
                  <a:pt x="4496" y="1644650"/>
                </a:lnTo>
                <a:lnTo>
                  <a:pt x="15011" y="1644650"/>
                </a:lnTo>
                <a:lnTo>
                  <a:pt x="19279" y="1640332"/>
                </a:lnTo>
                <a:lnTo>
                  <a:pt x="19279" y="1635125"/>
                </a:lnTo>
                <a:lnTo>
                  <a:pt x="6579" y="1635125"/>
                </a:lnTo>
                <a:lnTo>
                  <a:pt x="6579" y="1634998"/>
                </a:lnTo>
                <a:lnTo>
                  <a:pt x="19279" y="1634998"/>
                </a:lnTo>
                <a:lnTo>
                  <a:pt x="19279" y="1629791"/>
                </a:lnTo>
                <a:lnTo>
                  <a:pt x="15011" y="1625473"/>
                </a:lnTo>
                <a:close/>
              </a:path>
              <a:path w="10390505" h="4652010">
                <a:moveTo>
                  <a:pt x="19279" y="1634998"/>
                </a:moveTo>
                <a:lnTo>
                  <a:pt x="12929" y="1634998"/>
                </a:lnTo>
                <a:lnTo>
                  <a:pt x="12929" y="1635125"/>
                </a:lnTo>
                <a:lnTo>
                  <a:pt x="19279" y="1635125"/>
                </a:lnTo>
                <a:lnTo>
                  <a:pt x="19279" y="1634998"/>
                </a:lnTo>
                <a:close/>
              </a:path>
              <a:path w="10390505" h="4652010">
                <a:moveTo>
                  <a:pt x="15011" y="1587373"/>
                </a:moveTo>
                <a:lnTo>
                  <a:pt x="4496" y="1587373"/>
                </a:lnTo>
                <a:lnTo>
                  <a:pt x="229" y="1591691"/>
                </a:lnTo>
                <a:lnTo>
                  <a:pt x="229" y="1602232"/>
                </a:lnTo>
                <a:lnTo>
                  <a:pt x="4496" y="1606423"/>
                </a:lnTo>
                <a:lnTo>
                  <a:pt x="15011" y="1606423"/>
                </a:lnTo>
                <a:lnTo>
                  <a:pt x="19279" y="1602232"/>
                </a:lnTo>
                <a:lnTo>
                  <a:pt x="19279" y="1591691"/>
                </a:lnTo>
                <a:lnTo>
                  <a:pt x="15011" y="1587373"/>
                </a:lnTo>
                <a:close/>
              </a:path>
              <a:path w="10390505" h="4652010">
                <a:moveTo>
                  <a:pt x="15011" y="1549273"/>
                </a:moveTo>
                <a:lnTo>
                  <a:pt x="4496" y="1549273"/>
                </a:lnTo>
                <a:lnTo>
                  <a:pt x="229" y="1553591"/>
                </a:lnTo>
                <a:lnTo>
                  <a:pt x="229" y="1564132"/>
                </a:lnTo>
                <a:lnTo>
                  <a:pt x="4496" y="1568323"/>
                </a:lnTo>
                <a:lnTo>
                  <a:pt x="15011" y="1568323"/>
                </a:lnTo>
                <a:lnTo>
                  <a:pt x="19279" y="1564132"/>
                </a:lnTo>
                <a:lnTo>
                  <a:pt x="19279" y="1553591"/>
                </a:lnTo>
                <a:lnTo>
                  <a:pt x="15011" y="1549273"/>
                </a:lnTo>
                <a:close/>
              </a:path>
              <a:path w="10390505" h="4652010">
                <a:moveTo>
                  <a:pt x="15011" y="1511173"/>
                </a:moveTo>
                <a:lnTo>
                  <a:pt x="4496" y="1511173"/>
                </a:lnTo>
                <a:lnTo>
                  <a:pt x="229" y="1515364"/>
                </a:lnTo>
                <a:lnTo>
                  <a:pt x="229" y="1525905"/>
                </a:lnTo>
                <a:lnTo>
                  <a:pt x="4496" y="1530223"/>
                </a:lnTo>
                <a:lnTo>
                  <a:pt x="15011" y="1530223"/>
                </a:lnTo>
                <a:lnTo>
                  <a:pt x="19279" y="1525905"/>
                </a:lnTo>
                <a:lnTo>
                  <a:pt x="19279" y="1515364"/>
                </a:lnTo>
                <a:lnTo>
                  <a:pt x="15011" y="1511173"/>
                </a:lnTo>
                <a:close/>
              </a:path>
              <a:path w="10390505" h="4652010">
                <a:moveTo>
                  <a:pt x="15011" y="1473073"/>
                </a:moveTo>
                <a:lnTo>
                  <a:pt x="4496" y="1473073"/>
                </a:lnTo>
                <a:lnTo>
                  <a:pt x="229" y="1477264"/>
                </a:lnTo>
                <a:lnTo>
                  <a:pt x="229" y="1487805"/>
                </a:lnTo>
                <a:lnTo>
                  <a:pt x="4496" y="1492123"/>
                </a:lnTo>
                <a:lnTo>
                  <a:pt x="15011" y="1492123"/>
                </a:lnTo>
                <a:lnTo>
                  <a:pt x="19279" y="1487805"/>
                </a:lnTo>
                <a:lnTo>
                  <a:pt x="19279" y="1477264"/>
                </a:lnTo>
                <a:lnTo>
                  <a:pt x="15011" y="1473073"/>
                </a:lnTo>
                <a:close/>
              </a:path>
              <a:path w="10390505" h="4652010">
                <a:moveTo>
                  <a:pt x="15011" y="1434973"/>
                </a:moveTo>
                <a:lnTo>
                  <a:pt x="4496" y="1434973"/>
                </a:lnTo>
                <a:lnTo>
                  <a:pt x="229" y="1439164"/>
                </a:lnTo>
                <a:lnTo>
                  <a:pt x="229" y="1449705"/>
                </a:lnTo>
                <a:lnTo>
                  <a:pt x="4496" y="1454023"/>
                </a:lnTo>
                <a:lnTo>
                  <a:pt x="15011" y="1454023"/>
                </a:lnTo>
                <a:lnTo>
                  <a:pt x="19279" y="1449705"/>
                </a:lnTo>
                <a:lnTo>
                  <a:pt x="19279" y="1439164"/>
                </a:lnTo>
                <a:lnTo>
                  <a:pt x="15011" y="1434973"/>
                </a:lnTo>
                <a:close/>
              </a:path>
              <a:path w="10390505" h="4652010">
                <a:moveTo>
                  <a:pt x="15011" y="1396746"/>
                </a:moveTo>
                <a:lnTo>
                  <a:pt x="4496" y="1396746"/>
                </a:lnTo>
                <a:lnTo>
                  <a:pt x="229" y="1401064"/>
                </a:lnTo>
                <a:lnTo>
                  <a:pt x="229" y="1411605"/>
                </a:lnTo>
                <a:lnTo>
                  <a:pt x="4496" y="1415923"/>
                </a:lnTo>
                <a:lnTo>
                  <a:pt x="15011" y="1415923"/>
                </a:lnTo>
                <a:lnTo>
                  <a:pt x="19279" y="1411605"/>
                </a:lnTo>
                <a:lnTo>
                  <a:pt x="19279" y="1401064"/>
                </a:lnTo>
                <a:lnTo>
                  <a:pt x="15011" y="1396746"/>
                </a:lnTo>
                <a:close/>
              </a:path>
              <a:path w="10390505" h="4652010">
                <a:moveTo>
                  <a:pt x="15011" y="1358646"/>
                </a:moveTo>
                <a:lnTo>
                  <a:pt x="4496" y="1358646"/>
                </a:lnTo>
                <a:lnTo>
                  <a:pt x="229" y="1362964"/>
                </a:lnTo>
                <a:lnTo>
                  <a:pt x="229" y="1373505"/>
                </a:lnTo>
                <a:lnTo>
                  <a:pt x="4496" y="1377696"/>
                </a:lnTo>
                <a:lnTo>
                  <a:pt x="15011" y="1377696"/>
                </a:lnTo>
                <a:lnTo>
                  <a:pt x="19279" y="1373505"/>
                </a:lnTo>
                <a:lnTo>
                  <a:pt x="19279" y="1362964"/>
                </a:lnTo>
                <a:lnTo>
                  <a:pt x="15011" y="1358646"/>
                </a:lnTo>
                <a:close/>
              </a:path>
              <a:path w="10390505" h="4652010">
                <a:moveTo>
                  <a:pt x="15011" y="1320546"/>
                </a:moveTo>
                <a:lnTo>
                  <a:pt x="4496" y="1320546"/>
                </a:lnTo>
                <a:lnTo>
                  <a:pt x="229" y="1324864"/>
                </a:lnTo>
                <a:lnTo>
                  <a:pt x="229" y="1335405"/>
                </a:lnTo>
                <a:lnTo>
                  <a:pt x="4496" y="1339596"/>
                </a:lnTo>
                <a:lnTo>
                  <a:pt x="15011" y="1339596"/>
                </a:lnTo>
                <a:lnTo>
                  <a:pt x="19279" y="1335405"/>
                </a:lnTo>
                <a:lnTo>
                  <a:pt x="19279" y="1324864"/>
                </a:lnTo>
                <a:lnTo>
                  <a:pt x="15011" y="1320546"/>
                </a:lnTo>
                <a:close/>
              </a:path>
              <a:path w="10390505" h="4652010">
                <a:moveTo>
                  <a:pt x="15011" y="1282446"/>
                </a:moveTo>
                <a:lnTo>
                  <a:pt x="4496" y="1282446"/>
                </a:lnTo>
                <a:lnTo>
                  <a:pt x="229" y="1286764"/>
                </a:lnTo>
                <a:lnTo>
                  <a:pt x="229" y="1297305"/>
                </a:lnTo>
                <a:lnTo>
                  <a:pt x="4496" y="1301496"/>
                </a:lnTo>
                <a:lnTo>
                  <a:pt x="15011" y="1301496"/>
                </a:lnTo>
                <a:lnTo>
                  <a:pt x="19279" y="1297305"/>
                </a:lnTo>
                <a:lnTo>
                  <a:pt x="19279" y="1286764"/>
                </a:lnTo>
                <a:lnTo>
                  <a:pt x="15011" y="1282446"/>
                </a:lnTo>
                <a:close/>
              </a:path>
              <a:path w="10390505" h="4652010">
                <a:moveTo>
                  <a:pt x="15011" y="1244346"/>
                </a:moveTo>
                <a:lnTo>
                  <a:pt x="4496" y="1244346"/>
                </a:lnTo>
                <a:lnTo>
                  <a:pt x="229" y="1248537"/>
                </a:lnTo>
                <a:lnTo>
                  <a:pt x="229" y="1259078"/>
                </a:lnTo>
                <a:lnTo>
                  <a:pt x="4496" y="1263396"/>
                </a:lnTo>
                <a:lnTo>
                  <a:pt x="15011" y="1263396"/>
                </a:lnTo>
                <a:lnTo>
                  <a:pt x="19279" y="1259078"/>
                </a:lnTo>
                <a:lnTo>
                  <a:pt x="19279" y="1248537"/>
                </a:lnTo>
                <a:lnTo>
                  <a:pt x="15011" y="1244346"/>
                </a:lnTo>
                <a:close/>
              </a:path>
              <a:path w="10390505" h="4652010">
                <a:moveTo>
                  <a:pt x="15011" y="1206246"/>
                </a:moveTo>
                <a:lnTo>
                  <a:pt x="4496" y="1206246"/>
                </a:lnTo>
                <a:lnTo>
                  <a:pt x="229" y="1210437"/>
                </a:lnTo>
                <a:lnTo>
                  <a:pt x="229" y="1220978"/>
                </a:lnTo>
                <a:lnTo>
                  <a:pt x="4496" y="1225296"/>
                </a:lnTo>
                <a:lnTo>
                  <a:pt x="15011" y="1225296"/>
                </a:lnTo>
                <a:lnTo>
                  <a:pt x="19279" y="1220978"/>
                </a:lnTo>
                <a:lnTo>
                  <a:pt x="19279" y="1210437"/>
                </a:lnTo>
                <a:lnTo>
                  <a:pt x="15011" y="1206246"/>
                </a:lnTo>
                <a:close/>
              </a:path>
              <a:path w="10390505" h="4652010">
                <a:moveTo>
                  <a:pt x="15011" y="1168146"/>
                </a:moveTo>
                <a:lnTo>
                  <a:pt x="4496" y="1168146"/>
                </a:lnTo>
                <a:lnTo>
                  <a:pt x="229" y="1172337"/>
                </a:lnTo>
                <a:lnTo>
                  <a:pt x="229" y="1182878"/>
                </a:lnTo>
                <a:lnTo>
                  <a:pt x="4496" y="1187196"/>
                </a:lnTo>
                <a:lnTo>
                  <a:pt x="15011" y="1187196"/>
                </a:lnTo>
                <a:lnTo>
                  <a:pt x="19279" y="1182878"/>
                </a:lnTo>
                <a:lnTo>
                  <a:pt x="19279" y="1172337"/>
                </a:lnTo>
                <a:lnTo>
                  <a:pt x="15011" y="1168146"/>
                </a:lnTo>
                <a:close/>
              </a:path>
              <a:path w="10390505" h="4652010">
                <a:moveTo>
                  <a:pt x="15011" y="1129919"/>
                </a:moveTo>
                <a:lnTo>
                  <a:pt x="4496" y="1129919"/>
                </a:lnTo>
                <a:lnTo>
                  <a:pt x="229" y="1134237"/>
                </a:lnTo>
                <a:lnTo>
                  <a:pt x="229" y="1144778"/>
                </a:lnTo>
                <a:lnTo>
                  <a:pt x="4496" y="1149096"/>
                </a:lnTo>
                <a:lnTo>
                  <a:pt x="15011" y="1149096"/>
                </a:lnTo>
                <a:lnTo>
                  <a:pt x="19279" y="1144778"/>
                </a:lnTo>
                <a:lnTo>
                  <a:pt x="19279" y="1134237"/>
                </a:lnTo>
                <a:lnTo>
                  <a:pt x="15011" y="1129919"/>
                </a:lnTo>
                <a:close/>
              </a:path>
              <a:path w="10390505" h="4652010">
                <a:moveTo>
                  <a:pt x="15011" y="1091819"/>
                </a:moveTo>
                <a:lnTo>
                  <a:pt x="4496" y="1091819"/>
                </a:lnTo>
                <a:lnTo>
                  <a:pt x="229" y="1096137"/>
                </a:lnTo>
                <a:lnTo>
                  <a:pt x="229" y="1106678"/>
                </a:lnTo>
                <a:lnTo>
                  <a:pt x="4496" y="1110869"/>
                </a:lnTo>
                <a:lnTo>
                  <a:pt x="15011" y="1110869"/>
                </a:lnTo>
                <a:lnTo>
                  <a:pt x="19279" y="1106678"/>
                </a:lnTo>
                <a:lnTo>
                  <a:pt x="19279" y="1096137"/>
                </a:lnTo>
                <a:lnTo>
                  <a:pt x="15011" y="1091819"/>
                </a:lnTo>
                <a:close/>
              </a:path>
              <a:path w="10390505" h="4652010">
                <a:moveTo>
                  <a:pt x="15011" y="1053719"/>
                </a:moveTo>
                <a:lnTo>
                  <a:pt x="4496" y="1053719"/>
                </a:lnTo>
                <a:lnTo>
                  <a:pt x="229" y="1058037"/>
                </a:lnTo>
                <a:lnTo>
                  <a:pt x="229" y="1068578"/>
                </a:lnTo>
                <a:lnTo>
                  <a:pt x="4496" y="1072769"/>
                </a:lnTo>
                <a:lnTo>
                  <a:pt x="15011" y="1072769"/>
                </a:lnTo>
                <a:lnTo>
                  <a:pt x="19279" y="1068578"/>
                </a:lnTo>
                <a:lnTo>
                  <a:pt x="19279" y="1058037"/>
                </a:lnTo>
                <a:lnTo>
                  <a:pt x="15011" y="1053719"/>
                </a:lnTo>
                <a:close/>
              </a:path>
              <a:path w="10390505" h="4652010">
                <a:moveTo>
                  <a:pt x="15011" y="1015619"/>
                </a:moveTo>
                <a:lnTo>
                  <a:pt x="4496" y="1015619"/>
                </a:lnTo>
                <a:lnTo>
                  <a:pt x="229" y="1019937"/>
                </a:lnTo>
                <a:lnTo>
                  <a:pt x="229" y="1030478"/>
                </a:lnTo>
                <a:lnTo>
                  <a:pt x="4496" y="1034669"/>
                </a:lnTo>
                <a:lnTo>
                  <a:pt x="15011" y="1034669"/>
                </a:lnTo>
                <a:lnTo>
                  <a:pt x="19279" y="1030478"/>
                </a:lnTo>
                <a:lnTo>
                  <a:pt x="19279" y="1019937"/>
                </a:lnTo>
                <a:lnTo>
                  <a:pt x="15011" y="1015619"/>
                </a:lnTo>
                <a:close/>
              </a:path>
              <a:path w="10390505" h="4652010">
                <a:moveTo>
                  <a:pt x="15011" y="977519"/>
                </a:moveTo>
                <a:lnTo>
                  <a:pt x="4496" y="977519"/>
                </a:lnTo>
                <a:lnTo>
                  <a:pt x="229" y="981710"/>
                </a:lnTo>
                <a:lnTo>
                  <a:pt x="229" y="992251"/>
                </a:lnTo>
                <a:lnTo>
                  <a:pt x="4496" y="996569"/>
                </a:lnTo>
                <a:lnTo>
                  <a:pt x="15011" y="996569"/>
                </a:lnTo>
                <a:lnTo>
                  <a:pt x="19279" y="992251"/>
                </a:lnTo>
                <a:lnTo>
                  <a:pt x="19279" y="981710"/>
                </a:lnTo>
                <a:lnTo>
                  <a:pt x="15011" y="977519"/>
                </a:lnTo>
                <a:close/>
              </a:path>
              <a:path w="10390505" h="4652010">
                <a:moveTo>
                  <a:pt x="15011" y="939419"/>
                </a:moveTo>
                <a:lnTo>
                  <a:pt x="4496" y="939419"/>
                </a:lnTo>
                <a:lnTo>
                  <a:pt x="229" y="943610"/>
                </a:lnTo>
                <a:lnTo>
                  <a:pt x="229" y="954151"/>
                </a:lnTo>
                <a:lnTo>
                  <a:pt x="4496" y="958469"/>
                </a:lnTo>
                <a:lnTo>
                  <a:pt x="15011" y="958469"/>
                </a:lnTo>
                <a:lnTo>
                  <a:pt x="19279" y="954151"/>
                </a:lnTo>
                <a:lnTo>
                  <a:pt x="19279" y="943610"/>
                </a:lnTo>
                <a:lnTo>
                  <a:pt x="15011" y="939419"/>
                </a:lnTo>
                <a:close/>
              </a:path>
              <a:path w="10390505" h="4652010">
                <a:moveTo>
                  <a:pt x="15011" y="901319"/>
                </a:moveTo>
                <a:lnTo>
                  <a:pt x="4496" y="901319"/>
                </a:lnTo>
                <a:lnTo>
                  <a:pt x="229" y="905510"/>
                </a:lnTo>
                <a:lnTo>
                  <a:pt x="229" y="916051"/>
                </a:lnTo>
                <a:lnTo>
                  <a:pt x="4496" y="920369"/>
                </a:lnTo>
                <a:lnTo>
                  <a:pt x="15011" y="920369"/>
                </a:lnTo>
                <a:lnTo>
                  <a:pt x="19279" y="916051"/>
                </a:lnTo>
                <a:lnTo>
                  <a:pt x="19279" y="905510"/>
                </a:lnTo>
                <a:lnTo>
                  <a:pt x="15011" y="901319"/>
                </a:lnTo>
                <a:close/>
              </a:path>
              <a:path w="10390505" h="4652010">
                <a:moveTo>
                  <a:pt x="15011" y="863092"/>
                </a:moveTo>
                <a:lnTo>
                  <a:pt x="4496" y="863092"/>
                </a:lnTo>
                <a:lnTo>
                  <a:pt x="229" y="867410"/>
                </a:lnTo>
                <a:lnTo>
                  <a:pt x="229" y="877951"/>
                </a:lnTo>
                <a:lnTo>
                  <a:pt x="4496" y="882269"/>
                </a:lnTo>
                <a:lnTo>
                  <a:pt x="15011" y="882269"/>
                </a:lnTo>
                <a:lnTo>
                  <a:pt x="19279" y="877951"/>
                </a:lnTo>
                <a:lnTo>
                  <a:pt x="19279" y="867410"/>
                </a:lnTo>
                <a:lnTo>
                  <a:pt x="15011" y="863092"/>
                </a:lnTo>
                <a:close/>
              </a:path>
              <a:path w="10390505" h="4652010">
                <a:moveTo>
                  <a:pt x="15011" y="824992"/>
                </a:moveTo>
                <a:lnTo>
                  <a:pt x="4496" y="824992"/>
                </a:lnTo>
                <a:lnTo>
                  <a:pt x="229" y="829310"/>
                </a:lnTo>
                <a:lnTo>
                  <a:pt x="229" y="839851"/>
                </a:lnTo>
                <a:lnTo>
                  <a:pt x="4496" y="844042"/>
                </a:lnTo>
                <a:lnTo>
                  <a:pt x="15011" y="844042"/>
                </a:lnTo>
                <a:lnTo>
                  <a:pt x="19279" y="839851"/>
                </a:lnTo>
                <a:lnTo>
                  <a:pt x="19279" y="829310"/>
                </a:lnTo>
                <a:lnTo>
                  <a:pt x="15011" y="824992"/>
                </a:lnTo>
                <a:close/>
              </a:path>
              <a:path w="10390505" h="4652010">
                <a:moveTo>
                  <a:pt x="15011" y="786892"/>
                </a:moveTo>
                <a:lnTo>
                  <a:pt x="4496" y="786892"/>
                </a:lnTo>
                <a:lnTo>
                  <a:pt x="229" y="791210"/>
                </a:lnTo>
                <a:lnTo>
                  <a:pt x="229" y="801751"/>
                </a:lnTo>
                <a:lnTo>
                  <a:pt x="4496" y="805942"/>
                </a:lnTo>
                <a:lnTo>
                  <a:pt x="15011" y="805942"/>
                </a:lnTo>
                <a:lnTo>
                  <a:pt x="19279" y="801751"/>
                </a:lnTo>
                <a:lnTo>
                  <a:pt x="19279" y="791210"/>
                </a:lnTo>
                <a:lnTo>
                  <a:pt x="15011" y="786892"/>
                </a:lnTo>
                <a:close/>
              </a:path>
              <a:path w="10390505" h="4652010">
                <a:moveTo>
                  <a:pt x="15011" y="748792"/>
                </a:moveTo>
                <a:lnTo>
                  <a:pt x="4496" y="748792"/>
                </a:lnTo>
                <a:lnTo>
                  <a:pt x="229" y="752983"/>
                </a:lnTo>
                <a:lnTo>
                  <a:pt x="229" y="763524"/>
                </a:lnTo>
                <a:lnTo>
                  <a:pt x="4496" y="767842"/>
                </a:lnTo>
                <a:lnTo>
                  <a:pt x="15011" y="767842"/>
                </a:lnTo>
                <a:lnTo>
                  <a:pt x="19279" y="763524"/>
                </a:lnTo>
                <a:lnTo>
                  <a:pt x="19279" y="752983"/>
                </a:lnTo>
                <a:lnTo>
                  <a:pt x="15011" y="748792"/>
                </a:lnTo>
                <a:close/>
              </a:path>
              <a:path w="10390505" h="4652010">
                <a:moveTo>
                  <a:pt x="15011" y="710692"/>
                </a:moveTo>
                <a:lnTo>
                  <a:pt x="4496" y="710692"/>
                </a:lnTo>
                <a:lnTo>
                  <a:pt x="229" y="714883"/>
                </a:lnTo>
                <a:lnTo>
                  <a:pt x="229" y="725424"/>
                </a:lnTo>
                <a:lnTo>
                  <a:pt x="4496" y="729742"/>
                </a:lnTo>
                <a:lnTo>
                  <a:pt x="15011" y="729742"/>
                </a:lnTo>
                <a:lnTo>
                  <a:pt x="19279" y="725424"/>
                </a:lnTo>
                <a:lnTo>
                  <a:pt x="19279" y="714883"/>
                </a:lnTo>
                <a:lnTo>
                  <a:pt x="15011" y="710692"/>
                </a:lnTo>
                <a:close/>
              </a:path>
              <a:path w="10390505" h="4652010">
                <a:moveTo>
                  <a:pt x="15011" y="672592"/>
                </a:moveTo>
                <a:lnTo>
                  <a:pt x="4496" y="672592"/>
                </a:lnTo>
                <a:lnTo>
                  <a:pt x="229" y="676783"/>
                </a:lnTo>
                <a:lnTo>
                  <a:pt x="229" y="687324"/>
                </a:lnTo>
                <a:lnTo>
                  <a:pt x="4496" y="691642"/>
                </a:lnTo>
                <a:lnTo>
                  <a:pt x="15011" y="691642"/>
                </a:lnTo>
                <a:lnTo>
                  <a:pt x="19279" y="687324"/>
                </a:lnTo>
                <a:lnTo>
                  <a:pt x="19279" y="676783"/>
                </a:lnTo>
                <a:lnTo>
                  <a:pt x="15011" y="672592"/>
                </a:lnTo>
                <a:close/>
              </a:path>
              <a:path w="10390505" h="4652010">
                <a:moveTo>
                  <a:pt x="15011" y="634365"/>
                </a:moveTo>
                <a:lnTo>
                  <a:pt x="4496" y="634365"/>
                </a:lnTo>
                <a:lnTo>
                  <a:pt x="229" y="638683"/>
                </a:lnTo>
                <a:lnTo>
                  <a:pt x="229" y="649224"/>
                </a:lnTo>
                <a:lnTo>
                  <a:pt x="4496" y="653542"/>
                </a:lnTo>
                <a:lnTo>
                  <a:pt x="15011" y="653542"/>
                </a:lnTo>
                <a:lnTo>
                  <a:pt x="19279" y="649224"/>
                </a:lnTo>
                <a:lnTo>
                  <a:pt x="19279" y="638683"/>
                </a:lnTo>
                <a:lnTo>
                  <a:pt x="15011" y="634365"/>
                </a:lnTo>
                <a:close/>
              </a:path>
              <a:path w="10390505" h="4652010">
                <a:moveTo>
                  <a:pt x="15011" y="596265"/>
                </a:moveTo>
                <a:lnTo>
                  <a:pt x="4496" y="596265"/>
                </a:lnTo>
                <a:lnTo>
                  <a:pt x="229" y="600583"/>
                </a:lnTo>
                <a:lnTo>
                  <a:pt x="229" y="611124"/>
                </a:lnTo>
                <a:lnTo>
                  <a:pt x="4496" y="615315"/>
                </a:lnTo>
                <a:lnTo>
                  <a:pt x="15011" y="615315"/>
                </a:lnTo>
                <a:lnTo>
                  <a:pt x="19279" y="611124"/>
                </a:lnTo>
                <a:lnTo>
                  <a:pt x="19279" y="600583"/>
                </a:lnTo>
                <a:lnTo>
                  <a:pt x="15011" y="596265"/>
                </a:lnTo>
                <a:close/>
              </a:path>
              <a:path w="10390505" h="4652010">
                <a:moveTo>
                  <a:pt x="15011" y="558165"/>
                </a:moveTo>
                <a:lnTo>
                  <a:pt x="4496" y="558165"/>
                </a:lnTo>
                <a:lnTo>
                  <a:pt x="229" y="562483"/>
                </a:lnTo>
                <a:lnTo>
                  <a:pt x="229" y="573024"/>
                </a:lnTo>
                <a:lnTo>
                  <a:pt x="4496" y="577215"/>
                </a:lnTo>
                <a:lnTo>
                  <a:pt x="15011" y="577215"/>
                </a:lnTo>
                <a:lnTo>
                  <a:pt x="19279" y="573024"/>
                </a:lnTo>
                <a:lnTo>
                  <a:pt x="19279" y="562483"/>
                </a:lnTo>
                <a:lnTo>
                  <a:pt x="15011" y="558165"/>
                </a:lnTo>
                <a:close/>
              </a:path>
              <a:path w="10390505" h="4652010">
                <a:moveTo>
                  <a:pt x="15011" y="520065"/>
                </a:moveTo>
                <a:lnTo>
                  <a:pt x="4496" y="520065"/>
                </a:lnTo>
                <a:lnTo>
                  <a:pt x="229" y="524383"/>
                </a:lnTo>
                <a:lnTo>
                  <a:pt x="229" y="534924"/>
                </a:lnTo>
                <a:lnTo>
                  <a:pt x="4496" y="539115"/>
                </a:lnTo>
                <a:lnTo>
                  <a:pt x="15011" y="539115"/>
                </a:lnTo>
                <a:lnTo>
                  <a:pt x="19279" y="534924"/>
                </a:lnTo>
                <a:lnTo>
                  <a:pt x="19279" y="524383"/>
                </a:lnTo>
                <a:lnTo>
                  <a:pt x="15011" y="520065"/>
                </a:lnTo>
                <a:close/>
              </a:path>
              <a:path w="10390505" h="4652010">
                <a:moveTo>
                  <a:pt x="15011" y="481965"/>
                </a:moveTo>
                <a:lnTo>
                  <a:pt x="4496" y="481965"/>
                </a:lnTo>
                <a:lnTo>
                  <a:pt x="229" y="486156"/>
                </a:lnTo>
                <a:lnTo>
                  <a:pt x="229" y="496697"/>
                </a:lnTo>
                <a:lnTo>
                  <a:pt x="4496" y="501015"/>
                </a:lnTo>
                <a:lnTo>
                  <a:pt x="15011" y="501015"/>
                </a:lnTo>
                <a:lnTo>
                  <a:pt x="19279" y="496697"/>
                </a:lnTo>
                <a:lnTo>
                  <a:pt x="19279" y="486156"/>
                </a:lnTo>
                <a:lnTo>
                  <a:pt x="15011" y="481965"/>
                </a:lnTo>
                <a:close/>
              </a:path>
              <a:path w="10390505" h="4652010">
                <a:moveTo>
                  <a:pt x="15011" y="443865"/>
                </a:moveTo>
                <a:lnTo>
                  <a:pt x="4496" y="443865"/>
                </a:lnTo>
                <a:lnTo>
                  <a:pt x="229" y="448056"/>
                </a:lnTo>
                <a:lnTo>
                  <a:pt x="229" y="458597"/>
                </a:lnTo>
                <a:lnTo>
                  <a:pt x="4496" y="462915"/>
                </a:lnTo>
                <a:lnTo>
                  <a:pt x="15011" y="462915"/>
                </a:lnTo>
                <a:lnTo>
                  <a:pt x="19279" y="458597"/>
                </a:lnTo>
                <a:lnTo>
                  <a:pt x="19279" y="448056"/>
                </a:lnTo>
                <a:lnTo>
                  <a:pt x="15011" y="443865"/>
                </a:lnTo>
                <a:close/>
              </a:path>
              <a:path w="10390505" h="4652010">
                <a:moveTo>
                  <a:pt x="15011" y="405765"/>
                </a:moveTo>
                <a:lnTo>
                  <a:pt x="4496" y="405765"/>
                </a:lnTo>
                <a:lnTo>
                  <a:pt x="229" y="409956"/>
                </a:lnTo>
                <a:lnTo>
                  <a:pt x="229" y="420497"/>
                </a:lnTo>
                <a:lnTo>
                  <a:pt x="4496" y="424815"/>
                </a:lnTo>
                <a:lnTo>
                  <a:pt x="15011" y="424815"/>
                </a:lnTo>
                <a:lnTo>
                  <a:pt x="19279" y="420497"/>
                </a:lnTo>
                <a:lnTo>
                  <a:pt x="19279" y="409956"/>
                </a:lnTo>
                <a:lnTo>
                  <a:pt x="15011" y="405765"/>
                </a:lnTo>
                <a:close/>
              </a:path>
              <a:path w="10390505" h="4652010">
                <a:moveTo>
                  <a:pt x="15011" y="367538"/>
                </a:moveTo>
                <a:lnTo>
                  <a:pt x="4496" y="367538"/>
                </a:lnTo>
                <a:lnTo>
                  <a:pt x="229" y="371856"/>
                </a:lnTo>
                <a:lnTo>
                  <a:pt x="229" y="382397"/>
                </a:lnTo>
                <a:lnTo>
                  <a:pt x="4496" y="386715"/>
                </a:lnTo>
                <a:lnTo>
                  <a:pt x="15011" y="386715"/>
                </a:lnTo>
                <a:lnTo>
                  <a:pt x="19279" y="382397"/>
                </a:lnTo>
                <a:lnTo>
                  <a:pt x="19279" y="377190"/>
                </a:lnTo>
                <a:lnTo>
                  <a:pt x="6579" y="377190"/>
                </a:lnTo>
                <a:lnTo>
                  <a:pt x="6579" y="377063"/>
                </a:lnTo>
                <a:lnTo>
                  <a:pt x="19279" y="377063"/>
                </a:lnTo>
                <a:lnTo>
                  <a:pt x="19279" y="371856"/>
                </a:lnTo>
                <a:lnTo>
                  <a:pt x="15011" y="367538"/>
                </a:lnTo>
                <a:close/>
              </a:path>
              <a:path w="10390505" h="4652010">
                <a:moveTo>
                  <a:pt x="19279" y="377063"/>
                </a:moveTo>
                <a:lnTo>
                  <a:pt x="12929" y="377063"/>
                </a:lnTo>
                <a:lnTo>
                  <a:pt x="12929" y="377190"/>
                </a:lnTo>
                <a:lnTo>
                  <a:pt x="19279" y="377190"/>
                </a:lnTo>
                <a:lnTo>
                  <a:pt x="19279" y="377063"/>
                </a:lnTo>
                <a:close/>
              </a:path>
              <a:path w="10390505" h="4652010">
                <a:moveTo>
                  <a:pt x="15011" y="329438"/>
                </a:moveTo>
                <a:lnTo>
                  <a:pt x="4496" y="329438"/>
                </a:lnTo>
                <a:lnTo>
                  <a:pt x="229" y="333756"/>
                </a:lnTo>
                <a:lnTo>
                  <a:pt x="229" y="344297"/>
                </a:lnTo>
                <a:lnTo>
                  <a:pt x="4496" y="348488"/>
                </a:lnTo>
                <a:lnTo>
                  <a:pt x="15011" y="348488"/>
                </a:lnTo>
                <a:lnTo>
                  <a:pt x="19279" y="344297"/>
                </a:lnTo>
                <a:lnTo>
                  <a:pt x="19279" y="333756"/>
                </a:lnTo>
                <a:lnTo>
                  <a:pt x="15011" y="329438"/>
                </a:lnTo>
                <a:close/>
              </a:path>
              <a:path w="10390505" h="4652010">
                <a:moveTo>
                  <a:pt x="15011" y="291338"/>
                </a:moveTo>
                <a:lnTo>
                  <a:pt x="4496" y="291338"/>
                </a:lnTo>
                <a:lnTo>
                  <a:pt x="229" y="295656"/>
                </a:lnTo>
                <a:lnTo>
                  <a:pt x="229" y="306197"/>
                </a:lnTo>
                <a:lnTo>
                  <a:pt x="4496" y="310388"/>
                </a:lnTo>
                <a:lnTo>
                  <a:pt x="15011" y="310388"/>
                </a:lnTo>
                <a:lnTo>
                  <a:pt x="19279" y="306197"/>
                </a:lnTo>
                <a:lnTo>
                  <a:pt x="19279" y="295656"/>
                </a:lnTo>
                <a:lnTo>
                  <a:pt x="15011" y="291338"/>
                </a:lnTo>
                <a:close/>
              </a:path>
              <a:path w="10390505" h="4652010">
                <a:moveTo>
                  <a:pt x="15011" y="253237"/>
                </a:moveTo>
                <a:lnTo>
                  <a:pt x="4496" y="253237"/>
                </a:lnTo>
                <a:lnTo>
                  <a:pt x="229" y="257556"/>
                </a:lnTo>
                <a:lnTo>
                  <a:pt x="229" y="268097"/>
                </a:lnTo>
                <a:lnTo>
                  <a:pt x="4496" y="272288"/>
                </a:lnTo>
                <a:lnTo>
                  <a:pt x="15011" y="272288"/>
                </a:lnTo>
                <a:lnTo>
                  <a:pt x="19279" y="268097"/>
                </a:lnTo>
                <a:lnTo>
                  <a:pt x="19279" y="257556"/>
                </a:lnTo>
                <a:lnTo>
                  <a:pt x="15011" y="253237"/>
                </a:lnTo>
                <a:close/>
              </a:path>
              <a:path w="10390505" h="4652010">
                <a:moveTo>
                  <a:pt x="15011" y="215137"/>
                </a:moveTo>
                <a:lnTo>
                  <a:pt x="4496" y="215137"/>
                </a:lnTo>
                <a:lnTo>
                  <a:pt x="229" y="219329"/>
                </a:lnTo>
                <a:lnTo>
                  <a:pt x="229" y="229870"/>
                </a:lnTo>
                <a:lnTo>
                  <a:pt x="4496" y="234187"/>
                </a:lnTo>
                <a:lnTo>
                  <a:pt x="15011" y="234187"/>
                </a:lnTo>
                <a:lnTo>
                  <a:pt x="19279" y="229870"/>
                </a:lnTo>
                <a:lnTo>
                  <a:pt x="19279" y="219329"/>
                </a:lnTo>
                <a:lnTo>
                  <a:pt x="15011" y="215137"/>
                </a:lnTo>
                <a:close/>
              </a:path>
              <a:path w="10390505" h="4652010">
                <a:moveTo>
                  <a:pt x="15011" y="177037"/>
                </a:moveTo>
                <a:lnTo>
                  <a:pt x="4496" y="177037"/>
                </a:lnTo>
                <a:lnTo>
                  <a:pt x="229" y="181229"/>
                </a:lnTo>
                <a:lnTo>
                  <a:pt x="229" y="191770"/>
                </a:lnTo>
                <a:lnTo>
                  <a:pt x="4496" y="196087"/>
                </a:lnTo>
                <a:lnTo>
                  <a:pt x="15011" y="196087"/>
                </a:lnTo>
                <a:lnTo>
                  <a:pt x="19279" y="191770"/>
                </a:lnTo>
                <a:lnTo>
                  <a:pt x="19279" y="181229"/>
                </a:lnTo>
                <a:lnTo>
                  <a:pt x="15011" y="177037"/>
                </a:lnTo>
                <a:close/>
              </a:path>
              <a:path w="10390505" h="4652010">
                <a:moveTo>
                  <a:pt x="2959" y="147066"/>
                </a:moveTo>
                <a:lnTo>
                  <a:pt x="2159" y="152273"/>
                </a:lnTo>
                <a:lnTo>
                  <a:pt x="5728" y="157225"/>
                </a:lnTo>
                <a:lnTo>
                  <a:pt x="16116" y="158750"/>
                </a:lnTo>
                <a:lnTo>
                  <a:pt x="20993" y="155194"/>
                </a:lnTo>
                <a:lnTo>
                  <a:pt x="21793" y="149987"/>
                </a:lnTo>
                <a:lnTo>
                  <a:pt x="15519" y="149098"/>
                </a:lnTo>
                <a:lnTo>
                  <a:pt x="16061" y="149098"/>
                </a:lnTo>
                <a:lnTo>
                  <a:pt x="9510" y="148082"/>
                </a:lnTo>
                <a:lnTo>
                  <a:pt x="9246" y="148082"/>
                </a:lnTo>
                <a:lnTo>
                  <a:pt x="2959" y="147066"/>
                </a:lnTo>
                <a:close/>
              </a:path>
              <a:path w="10390505" h="4652010">
                <a:moveTo>
                  <a:pt x="16061" y="149098"/>
                </a:moveTo>
                <a:lnTo>
                  <a:pt x="15519" y="149098"/>
                </a:lnTo>
                <a:lnTo>
                  <a:pt x="21793" y="149987"/>
                </a:lnTo>
                <a:lnTo>
                  <a:pt x="16061" y="149098"/>
                </a:lnTo>
                <a:close/>
              </a:path>
              <a:path w="10390505" h="4652010">
                <a:moveTo>
                  <a:pt x="8636" y="138303"/>
                </a:moveTo>
                <a:lnTo>
                  <a:pt x="3772" y="141859"/>
                </a:lnTo>
                <a:lnTo>
                  <a:pt x="2959" y="147066"/>
                </a:lnTo>
                <a:lnTo>
                  <a:pt x="21793" y="149987"/>
                </a:lnTo>
                <a:lnTo>
                  <a:pt x="22593" y="144780"/>
                </a:lnTo>
                <a:lnTo>
                  <a:pt x="19025" y="139954"/>
                </a:lnTo>
                <a:lnTo>
                  <a:pt x="13830" y="139192"/>
                </a:lnTo>
                <a:lnTo>
                  <a:pt x="8636" y="138303"/>
                </a:lnTo>
                <a:close/>
              </a:path>
              <a:path w="10390505" h="4652010">
                <a:moveTo>
                  <a:pt x="2959" y="147066"/>
                </a:moveTo>
                <a:lnTo>
                  <a:pt x="9246" y="148082"/>
                </a:lnTo>
                <a:lnTo>
                  <a:pt x="9510" y="148082"/>
                </a:lnTo>
                <a:lnTo>
                  <a:pt x="2959" y="147066"/>
                </a:lnTo>
                <a:close/>
              </a:path>
              <a:path w="10390505" h="4652010">
                <a:moveTo>
                  <a:pt x="13907" y="108712"/>
                </a:moveTo>
                <a:lnTo>
                  <a:pt x="12116" y="113665"/>
                </a:lnTo>
                <a:lnTo>
                  <a:pt x="14656" y="119125"/>
                </a:lnTo>
                <a:lnTo>
                  <a:pt x="19596" y="121031"/>
                </a:lnTo>
                <a:lnTo>
                  <a:pt x="24549" y="122809"/>
                </a:lnTo>
                <a:lnTo>
                  <a:pt x="30010" y="120269"/>
                </a:lnTo>
                <a:lnTo>
                  <a:pt x="31814" y="115316"/>
                </a:lnTo>
                <a:lnTo>
                  <a:pt x="27337" y="113665"/>
                </a:lnTo>
                <a:lnTo>
                  <a:pt x="25845" y="113157"/>
                </a:lnTo>
                <a:lnTo>
                  <a:pt x="13907" y="108712"/>
                </a:lnTo>
                <a:close/>
              </a:path>
              <a:path w="10390505" h="4652010">
                <a:moveTo>
                  <a:pt x="21184" y="101219"/>
                </a:moveTo>
                <a:lnTo>
                  <a:pt x="15710" y="103759"/>
                </a:lnTo>
                <a:lnTo>
                  <a:pt x="13907" y="108712"/>
                </a:lnTo>
                <a:lnTo>
                  <a:pt x="18481" y="110362"/>
                </a:lnTo>
                <a:lnTo>
                  <a:pt x="19769" y="110871"/>
                </a:lnTo>
                <a:lnTo>
                  <a:pt x="31814" y="115316"/>
                </a:lnTo>
                <a:lnTo>
                  <a:pt x="33617" y="110362"/>
                </a:lnTo>
                <a:lnTo>
                  <a:pt x="31064" y="104901"/>
                </a:lnTo>
                <a:lnTo>
                  <a:pt x="26124" y="102997"/>
                </a:lnTo>
                <a:lnTo>
                  <a:pt x="21184" y="101219"/>
                </a:lnTo>
                <a:close/>
              </a:path>
              <a:path w="10390505" h="4652010">
                <a:moveTo>
                  <a:pt x="34074" y="73279"/>
                </a:moveTo>
                <a:lnTo>
                  <a:pt x="30937" y="77597"/>
                </a:lnTo>
                <a:lnTo>
                  <a:pt x="31814" y="83566"/>
                </a:lnTo>
                <a:lnTo>
                  <a:pt x="36043" y="86613"/>
                </a:lnTo>
                <a:lnTo>
                  <a:pt x="40272" y="89788"/>
                </a:lnTo>
                <a:lnTo>
                  <a:pt x="46228" y="88900"/>
                </a:lnTo>
                <a:lnTo>
                  <a:pt x="49365" y="84709"/>
                </a:lnTo>
                <a:lnTo>
                  <a:pt x="34074" y="73279"/>
                </a:lnTo>
                <a:close/>
              </a:path>
              <a:path w="10390505" h="4652010">
                <a:moveTo>
                  <a:pt x="43180" y="68199"/>
                </a:moveTo>
                <a:lnTo>
                  <a:pt x="37224" y="69087"/>
                </a:lnTo>
                <a:lnTo>
                  <a:pt x="34087" y="73279"/>
                </a:lnTo>
                <a:lnTo>
                  <a:pt x="49378" y="84709"/>
                </a:lnTo>
                <a:lnTo>
                  <a:pt x="52515" y="80391"/>
                </a:lnTo>
                <a:lnTo>
                  <a:pt x="51638" y="74422"/>
                </a:lnTo>
                <a:lnTo>
                  <a:pt x="47409" y="71374"/>
                </a:lnTo>
                <a:lnTo>
                  <a:pt x="43180" y="68199"/>
                </a:lnTo>
                <a:close/>
              </a:path>
              <a:path w="10390505" h="4652010">
                <a:moveTo>
                  <a:pt x="60897" y="43942"/>
                </a:moveTo>
                <a:lnTo>
                  <a:pt x="57023" y="47498"/>
                </a:lnTo>
                <a:lnTo>
                  <a:pt x="56780" y="53212"/>
                </a:lnTo>
                <a:lnTo>
                  <a:pt x="56769" y="53467"/>
                </a:lnTo>
                <a:lnTo>
                  <a:pt x="60338" y="57404"/>
                </a:lnTo>
                <a:lnTo>
                  <a:pt x="63894" y="61213"/>
                </a:lnTo>
                <a:lnTo>
                  <a:pt x="69926" y="61468"/>
                </a:lnTo>
                <a:lnTo>
                  <a:pt x="73787" y="57912"/>
                </a:lnTo>
                <a:lnTo>
                  <a:pt x="60897" y="43942"/>
                </a:lnTo>
                <a:close/>
              </a:path>
              <a:path w="10390505" h="4652010">
                <a:moveTo>
                  <a:pt x="64783" y="40386"/>
                </a:moveTo>
                <a:lnTo>
                  <a:pt x="60909" y="43942"/>
                </a:lnTo>
                <a:lnTo>
                  <a:pt x="64255" y="47498"/>
                </a:lnTo>
                <a:lnTo>
                  <a:pt x="65132" y="48513"/>
                </a:lnTo>
                <a:lnTo>
                  <a:pt x="69494" y="53212"/>
                </a:lnTo>
                <a:lnTo>
                  <a:pt x="73812" y="57912"/>
                </a:lnTo>
                <a:lnTo>
                  <a:pt x="77673" y="54356"/>
                </a:lnTo>
                <a:lnTo>
                  <a:pt x="77922" y="48513"/>
                </a:lnTo>
                <a:lnTo>
                  <a:pt x="77124" y="47498"/>
                </a:lnTo>
                <a:lnTo>
                  <a:pt x="74371" y="44450"/>
                </a:lnTo>
                <a:lnTo>
                  <a:pt x="70815" y="40640"/>
                </a:lnTo>
                <a:lnTo>
                  <a:pt x="64783" y="40386"/>
                </a:lnTo>
                <a:close/>
              </a:path>
              <a:path w="10390505" h="4652010">
                <a:moveTo>
                  <a:pt x="94437" y="20574"/>
                </a:moveTo>
                <a:lnTo>
                  <a:pt x="89700" y="22860"/>
                </a:lnTo>
                <a:lnTo>
                  <a:pt x="87694" y="28575"/>
                </a:lnTo>
                <a:lnTo>
                  <a:pt x="89980" y="33274"/>
                </a:lnTo>
                <a:lnTo>
                  <a:pt x="92253" y="38100"/>
                </a:lnTo>
                <a:lnTo>
                  <a:pt x="97955" y="40005"/>
                </a:lnTo>
                <a:lnTo>
                  <a:pt x="102692" y="37719"/>
                </a:lnTo>
                <a:lnTo>
                  <a:pt x="94437" y="20574"/>
                </a:lnTo>
                <a:close/>
              </a:path>
              <a:path w="10390505" h="4652010">
                <a:moveTo>
                  <a:pt x="99200" y="18287"/>
                </a:moveTo>
                <a:lnTo>
                  <a:pt x="94450" y="20574"/>
                </a:lnTo>
                <a:lnTo>
                  <a:pt x="102705" y="37719"/>
                </a:lnTo>
                <a:lnTo>
                  <a:pt x="107455" y="35433"/>
                </a:lnTo>
                <a:lnTo>
                  <a:pt x="109449" y="29845"/>
                </a:lnTo>
                <a:lnTo>
                  <a:pt x="107163" y="25019"/>
                </a:lnTo>
                <a:lnTo>
                  <a:pt x="105012" y="20574"/>
                </a:lnTo>
                <a:lnTo>
                  <a:pt x="104889" y="20320"/>
                </a:lnTo>
                <a:lnTo>
                  <a:pt x="99200" y="18287"/>
                </a:lnTo>
                <a:close/>
              </a:path>
              <a:path w="10390505" h="4652010">
                <a:moveTo>
                  <a:pt x="131636" y="6223"/>
                </a:moveTo>
                <a:lnTo>
                  <a:pt x="126543" y="7493"/>
                </a:lnTo>
                <a:lnTo>
                  <a:pt x="123469" y="12700"/>
                </a:lnTo>
                <a:lnTo>
                  <a:pt x="126073" y="22860"/>
                </a:lnTo>
                <a:lnTo>
                  <a:pt x="131267" y="25908"/>
                </a:lnTo>
                <a:lnTo>
                  <a:pt x="136360" y="24637"/>
                </a:lnTo>
                <a:lnTo>
                  <a:pt x="131636" y="6223"/>
                </a:lnTo>
                <a:close/>
              </a:path>
              <a:path w="10390505" h="4652010">
                <a:moveTo>
                  <a:pt x="136754" y="4825"/>
                </a:moveTo>
                <a:lnTo>
                  <a:pt x="131648" y="6223"/>
                </a:lnTo>
                <a:lnTo>
                  <a:pt x="136373" y="24637"/>
                </a:lnTo>
                <a:lnTo>
                  <a:pt x="141478" y="23368"/>
                </a:lnTo>
                <a:lnTo>
                  <a:pt x="144551" y="18161"/>
                </a:lnTo>
                <a:lnTo>
                  <a:pt x="141935" y="8000"/>
                </a:lnTo>
                <a:lnTo>
                  <a:pt x="136754" y="4825"/>
                </a:lnTo>
                <a:close/>
              </a:path>
              <a:path w="10390505" h="4652010">
                <a:moveTo>
                  <a:pt x="171120" y="254"/>
                </a:moveTo>
                <a:lnTo>
                  <a:pt x="165862" y="508"/>
                </a:lnTo>
                <a:lnTo>
                  <a:pt x="161823" y="5080"/>
                </a:lnTo>
                <a:lnTo>
                  <a:pt x="162217" y="12954"/>
                </a:lnTo>
                <a:lnTo>
                  <a:pt x="162300" y="14605"/>
                </a:lnTo>
                <a:lnTo>
                  <a:pt x="162344" y="15494"/>
                </a:lnTo>
                <a:lnTo>
                  <a:pt x="166815" y="19558"/>
                </a:lnTo>
                <a:lnTo>
                  <a:pt x="172072" y="19304"/>
                </a:lnTo>
                <a:lnTo>
                  <a:pt x="171133" y="508"/>
                </a:lnTo>
                <a:lnTo>
                  <a:pt x="171120" y="254"/>
                </a:lnTo>
                <a:close/>
              </a:path>
              <a:path w="10390505" h="4652010">
                <a:moveTo>
                  <a:pt x="176390" y="0"/>
                </a:moveTo>
                <a:lnTo>
                  <a:pt x="171133" y="254"/>
                </a:lnTo>
                <a:lnTo>
                  <a:pt x="172072" y="19050"/>
                </a:lnTo>
                <a:lnTo>
                  <a:pt x="172085" y="19304"/>
                </a:lnTo>
                <a:lnTo>
                  <a:pt x="177343" y="19050"/>
                </a:lnTo>
                <a:lnTo>
                  <a:pt x="181394" y="14605"/>
                </a:lnTo>
                <a:lnTo>
                  <a:pt x="180989" y="6604"/>
                </a:lnTo>
                <a:lnTo>
                  <a:pt x="180912" y="5080"/>
                </a:lnTo>
                <a:lnTo>
                  <a:pt x="180861" y="4063"/>
                </a:lnTo>
                <a:lnTo>
                  <a:pt x="176390" y="0"/>
                </a:lnTo>
                <a:close/>
              </a:path>
              <a:path w="10390505" h="4652010">
                <a:moveTo>
                  <a:pt x="209702" y="0"/>
                </a:moveTo>
                <a:lnTo>
                  <a:pt x="204445" y="0"/>
                </a:lnTo>
                <a:lnTo>
                  <a:pt x="200177" y="4318"/>
                </a:lnTo>
                <a:lnTo>
                  <a:pt x="200177" y="14732"/>
                </a:lnTo>
                <a:lnTo>
                  <a:pt x="204445" y="19050"/>
                </a:lnTo>
                <a:lnTo>
                  <a:pt x="209702" y="19050"/>
                </a:lnTo>
                <a:lnTo>
                  <a:pt x="209702" y="0"/>
                </a:lnTo>
                <a:close/>
              </a:path>
              <a:path w="10390505" h="4652010">
                <a:moveTo>
                  <a:pt x="214986" y="0"/>
                </a:moveTo>
                <a:lnTo>
                  <a:pt x="209728" y="0"/>
                </a:lnTo>
                <a:lnTo>
                  <a:pt x="209728" y="19050"/>
                </a:lnTo>
                <a:lnTo>
                  <a:pt x="214986" y="19050"/>
                </a:lnTo>
                <a:lnTo>
                  <a:pt x="219253" y="14732"/>
                </a:lnTo>
                <a:lnTo>
                  <a:pt x="219253" y="4318"/>
                </a:lnTo>
                <a:lnTo>
                  <a:pt x="214986" y="0"/>
                </a:lnTo>
                <a:close/>
              </a:path>
              <a:path w="10390505" h="4652010">
                <a:moveTo>
                  <a:pt x="247828" y="0"/>
                </a:moveTo>
                <a:lnTo>
                  <a:pt x="242570" y="0"/>
                </a:lnTo>
                <a:lnTo>
                  <a:pt x="238303" y="4318"/>
                </a:lnTo>
                <a:lnTo>
                  <a:pt x="238303" y="14732"/>
                </a:lnTo>
                <a:lnTo>
                  <a:pt x="242570" y="19050"/>
                </a:lnTo>
                <a:lnTo>
                  <a:pt x="247828" y="19050"/>
                </a:lnTo>
                <a:lnTo>
                  <a:pt x="247828" y="0"/>
                </a:lnTo>
                <a:close/>
              </a:path>
              <a:path w="10390505" h="4652010">
                <a:moveTo>
                  <a:pt x="253111" y="0"/>
                </a:moveTo>
                <a:lnTo>
                  <a:pt x="247841" y="0"/>
                </a:lnTo>
                <a:lnTo>
                  <a:pt x="247841" y="19050"/>
                </a:lnTo>
                <a:lnTo>
                  <a:pt x="253111" y="19050"/>
                </a:lnTo>
                <a:lnTo>
                  <a:pt x="257366" y="14732"/>
                </a:lnTo>
                <a:lnTo>
                  <a:pt x="257366" y="4318"/>
                </a:lnTo>
                <a:lnTo>
                  <a:pt x="253111" y="0"/>
                </a:lnTo>
                <a:close/>
              </a:path>
              <a:path w="10390505" h="4652010">
                <a:moveTo>
                  <a:pt x="285941" y="0"/>
                </a:moveTo>
                <a:lnTo>
                  <a:pt x="280683" y="0"/>
                </a:lnTo>
                <a:lnTo>
                  <a:pt x="276416" y="4318"/>
                </a:lnTo>
                <a:lnTo>
                  <a:pt x="276416" y="14732"/>
                </a:lnTo>
                <a:lnTo>
                  <a:pt x="280683" y="19050"/>
                </a:lnTo>
                <a:lnTo>
                  <a:pt x="285941" y="19050"/>
                </a:lnTo>
                <a:lnTo>
                  <a:pt x="285941" y="0"/>
                </a:lnTo>
                <a:close/>
              </a:path>
              <a:path w="10390505" h="4652010">
                <a:moveTo>
                  <a:pt x="291224" y="0"/>
                </a:moveTo>
                <a:lnTo>
                  <a:pt x="285966" y="0"/>
                </a:lnTo>
                <a:lnTo>
                  <a:pt x="285966" y="19050"/>
                </a:lnTo>
                <a:lnTo>
                  <a:pt x="291224" y="19050"/>
                </a:lnTo>
                <a:lnTo>
                  <a:pt x="295491" y="14732"/>
                </a:lnTo>
                <a:lnTo>
                  <a:pt x="295491" y="4318"/>
                </a:lnTo>
                <a:lnTo>
                  <a:pt x="291224" y="0"/>
                </a:lnTo>
                <a:close/>
              </a:path>
              <a:path w="10390505" h="4652010">
                <a:moveTo>
                  <a:pt x="324066" y="0"/>
                </a:moveTo>
                <a:lnTo>
                  <a:pt x="318808" y="0"/>
                </a:lnTo>
                <a:lnTo>
                  <a:pt x="314541" y="4318"/>
                </a:lnTo>
                <a:lnTo>
                  <a:pt x="314541" y="14732"/>
                </a:lnTo>
                <a:lnTo>
                  <a:pt x="318808" y="19050"/>
                </a:lnTo>
                <a:lnTo>
                  <a:pt x="324066" y="19050"/>
                </a:lnTo>
                <a:lnTo>
                  <a:pt x="324066" y="0"/>
                </a:lnTo>
                <a:close/>
              </a:path>
              <a:path w="10390505" h="4652010">
                <a:moveTo>
                  <a:pt x="329349" y="0"/>
                </a:moveTo>
                <a:lnTo>
                  <a:pt x="324079" y="0"/>
                </a:lnTo>
                <a:lnTo>
                  <a:pt x="324079" y="19050"/>
                </a:lnTo>
                <a:lnTo>
                  <a:pt x="329349" y="19050"/>
                </a:lnTo>
                <a:lnTo>
                  <a:pt x="333604" y="14732"/>
                </a:lnTo>
                <a:lnTo>
                  <a:pt x="333604" y="4318"/>
                </a:lnTo>
                <a:lnTo>
                  <a:pt x="329349" y="0"/>
                </a:lnTo>
                <a:close/>
              </a:path>
              <a:path w="10390505" h="4652010">
                <a:moveTo>
                  <a:pt x="362179" y="0"/>
                </a:moveTo>
                <a:lnTo>
                  <a:pt x="356921" y="0"/>
                </a:lnTo>
                <a:lnTo>
                  <a:pt x="352654" y="4318"/>
                </a:lnTo>
                <a:lnTo>
                  <a:pt x="352654" y="14732"/>
                </a:lnTo>
                <a:lnTo>
                  <a:pt x="356921" y="19050"/>
                </a:lnTo>
                <a:lnTo>
                  <a:pt x="362179" y="19050"/>
                </a:lnTo>
                <a:lnTo>
                  <a:pt x="362179" y="0"/>
                </a:lnTo>
                <a:close/>
              </a:path>
              <a:path w="10390505" h="4652010">
                <a:moveTo>
                  <a:pt x="367462" y="0"/>
                </a:moveTo>
                <a:lnTo>
                  <a:pt x="362204" y="0"/>
                </a:lnTo>
                <a:lnTo>
                  <a:pt x="362204" y="19050"/>
                </a:lnTo>
                <a:lnTo>
                  <a:pt x="367462" y="19050"/>
                </a:lnTo>
                <a:lnTo>
                  <a:pt x="371729" y="14732"/>
                </a:lnTo>
                <a:lnTo>
                  <a:pt x="371729" y="4318"/>
                </a:lnTo>
                <a:lnTo>
                  <a:pt x="367462" y="0"/>
                </a:lnTo>
                <a:close/>
              </a:path>
              <a:path w="10390505" h="4652010">
                <a:moveTo>
                  <a:pt x="400304" y="0"/>
                </a:moveTo>
                <a:lnTo>
                  <a:pt x="395046" y="0"/>
                </a:lnTo>
                <a:lnTo>
                  <a:pt x="390779" y="4318"/>
                </a:lnTo>
                <a:lnTo>
                  <a:pt x="390779" y="14732"/>
                </a:lnTo>
                <a:lnTo>
                  <a:pt x="395046" y="19050"/>
                </a:lnTo>
                <a:lnTo>
                  <a:pt x="400304" y="19050"/>
                </a:lnTo>
                <a:lnTo>
                  <a:pt x="400304" y="0"/>
                </a:lnTo>
                <a:close/>
              </a:path>
              <a:path w="10390505" h="4652010">
                <a:moveTo>
                  <a:pt x="405587" y="0"/>
                </a:moveTo>
                <a:lnTo>
                  <a:pt x="400317" y="0"/>
                </a:lnTo>
                <a:lnTo>
                  <a:pt x="400317" y="19050"/>
                </a:lnTo>
                <a:lnTo>
                  <a:pt x="405587" y="19050"/>
                </a:lnTo>
                <a:lnTo>
                  <a:pt x="409842" y="14732"/>
                </a:lnTo>
                <a:lnTo>
                  <a:pt x="409842" y="4318"/>
                </a:lnTo>
                <a:lnTo>
                  <a:pt x="405587" y="0"/>
                </a:lnTo>
                <a:close/>
              </a:path>
              <a:path w="10390505" h="4652010">
                <a:moveTo>
                  <a:pt x="438379" y="0"/>
                </a:moveTo>
                <a:lnTo>
                  <a:pt x="433172" y="0"/>
                </a:lnTo>
                <a:lnTo>
                  <a:pt x="428854" y="4318"/>
                </a:lnTo>
                <a:lnTo>
                  <a:pt x="428854" y="14732"/>
                </a:lnTo>
                <a:lnTo>
                  <a:pt x="433172" y="19050"/>
                </a:lnTo>
                <a:lnTo>
                  <a:pt x="438379" y="19050"/>
                </a:lnTo>
                <a:lnTo>
                  <a:pt x="438379" y="0"/>
                </a:lnTo>
                <a:close/>
              </a:path>
              <a:path w="10390505" h="4652010">
                <a:moveTo>
                  <a:pt x="443713" y="0"/>
                </a:moveTo>
                <a:lnTo>
                  <a:pt x="438379" y="0"/>
                </a:lnTo>
                <a:lnTo>
                  <a:pt x="438379" y="19050"/>
                </a:lnTo>
                <a:lnTo>
                  <a:pt x="443713" y="19050"/>
                </a:lnTo>
                <a:lnTo>
                  <a:pt x="447904" y="14732"/>
                </a:lnTo>
                <a:lnTo>
                  <a:pt x="447904" y="4318"/>
                </a:lnTo>
                <a:lnTo>
                  <a:pt x="443713" y="0"/>
                </a:lnTo>
                <a:close/>
              </a:path>
              <a:path w="10390505" h="4652010">
                <a:moveTo>
                  <a:pt x="476479" y="0"/>
                </a:moveTo>
                <a:lnTo>
                  <a:pt x="471272" y="0"/>
                </a:lnTo>
                <a:lnTo>
                  <a:pt x="466954" y="4318"/>
                </a:lnTo>
                <a:lnTo>
                  <a:pt x="466954" y="14732"/>
                </a:lnTo>
                <a:lnTo>
                  <a:pt x="471272" y="19050"/>
                </a:lnTo>
                <a:lnTo>
                  <a:pt x="476479" y="19050"/>
                </a:lnTo>
                <a:lnTo>
                  <a:pt x="476479" y="0"/>
                </a:lnTo>
                <a:close/>
              </a:path>
              <a:path w="10390505" h="4652010">
                <a:moveTo>
                  <a:pt x="476606" y="12700"/>
                </a:moveTo>
                <a:lnTo>
                  <a:pt x="476479" y="12700"/>
                </a:lnTo>
                <a:lnTo>
                  <a:pt x="476479" y="19050"/>
                </a:lnTo>
                <a:lnTo>
                  <a:pt x="476606" y="19050"/>
                </a:lnTo>
                <a:lnTo>
                  <a:pt x="476606" y="12700"/>
                </a:lnTo>
                <a:close/>
              </a:path>
              <a:path w="10390505" h="4652010">
                <a:moveTo>
                  <a:pt x="481813" y="0"/>
                </a:moveTo>
                <a:lnTo>
                  <a:pt x="476606" y="0"/>
                </a:lnTo>
                <a:lnTo>
                  <a:pt x="476606" y="19050"/>
                </a:lnTo>
                <a:lnTo>
                  <a:pt x="481813" y="19050"/>
                </a:lnTo>
                <a:lnTo>
                  <a:pt x="486131" y="14732"/>
                </a:lnTo>
                <a:lnTo>
                  <a:pt x="486131" y="4318"/>
                </a:lnTo>
                <a:lnTo>
                  <a:pt x="481813" y="0"/>
                </a:lnTo>
                <a:close/>
              </a:path>
              <a:path w="10390505" h="4652010">
                <a:moveTo>
                  <a:pt x="476606" y="0"/>
                </a:moveTo>
                <a:lnTo>
                  <a:pt x="476479" y="0"/>
                </a:lnTo>
                <a:lnTo>
                  <a:pt x="476479" y="6350"/>
                </a:lnTo>
                <a:lnTo>
                  <a:pt x="476606" y="6350"/>
                </a:lnTo>
                <a:lnTo>
                  <a:pt x="476606" y="0"/>
                </a:lnTo>
                <a:close/>
              </a:path>
              <a:path w="10390505" h="4652010">
                <a:moveTo>
                  <a:pt x="514706" y="0"/>
                </a:moveTo>
                <a:lnTo>
                  <a:pt x="509372" y="0"/>
                </a:lnTo>
                <a:lnTo>
                  <a:pt x="505181" y="4318"/>
                </a:lnTo>
                <a:lnTo>
                  <a:pt x="505181" y="14732"/>
                </a:lnTo>
                <a:lnTo>
                  <a:pt x="509372" y="19050"/>
                </a:lnTo>
                <a:lnTo>
                  <a:pt x="514706" y="19050"/>
                </a:lnTo>
                <a:lnTo>
                  <a:pt x="514706" y="0"/>
                </a:lnTo>
                <a:close/>
              </a:path>
              <a:path w="10390505" h="4652010">
                <a:moveTo>
                  <a:pt x="519913" y="0"/>
                </a:moveTo>
                <a:lnTo>
                  <a:pt x="514706" y="0"/>
                </a:lnTo>
                <a:lnTo>
                  <a:pt x="514706" y="19050"/>
                </a:lnTo>
                <a:lnTo>
                  <a:pt x="519913" y="19050"/>
                </a:lnTo>
                <a:lnTo>
                  <a:pt x="524231" y="14732"/>
                </a:lnTo>
                <a:lnTo>
                  <a:pt x="524231" y="4318"/>
                </a:lnTo>
                <a:lnTo>
                  <a:pt x="519913" y="0"/>
                </a:lnTo>
                <a:close/>
              </a:path>
              <a:path w="10390505" h="4652010">
                <a:moveTo>
                  <a:pt x="552806" y="0"/>
                </a:moveTo>
                <a:lnTo>
                  <a:pt x="547472" y="0"/>
                </a:lnTo>
                <a:lnTo>
                  <a:pt x="543281" y="4318"/>
                </a:lnTo>
                <a:lnTo>
                  <a:pt x="543281" y="14732"/>
                </a:lnTo>
                <a:lnTo>
                  <a:pt x="547472" y="19050"/>
                </a:lnTo>
                <a:lnTo>
                  <a:pt x="552806" y="19050"/>
                </a:lnTo>
                <a:lnTo>
                  <a:pt x="552806" y="0"/>
                </a:lnTo>
                <a:close/>
              </a:path>
              <a:path w="10390505" h="4652010">
                <a:moveTo>
                  <a:pt x="558013" y="0"/>
                </a:moveTo>
                <a:lnTo>
                  <a:pt x="552806" y="0"/>
                </a:lnTo>
                <a:lnTo>
                  <a:pt x="552806" y="19050"/>
                </a:lnTo>
                <a:lnTo>
                  <a:pt x="558013" y="19050"/>
                </a:lnTo>
                <a:lnTo>
                  <a:pt x="562331" y="14732"/>
                </a:lnTo>
                <a:lnTo>
                  <a:pt x="562331" y="4318"/>
                </a:lnTo>
                <a:lnTo>
                  <a:pt x="558013" y="0"/>
                </a:lnTo>
                <a:close/>
              </a:path>
              <a:path w="10390505" h="4652010">
                <a:moveTo>
                  <a:pt x="590906" y="0"/>
                </a:moveTo>
                <a:lnTo>
                  <a:pt x="585699" y="0"/>
                </a:lnTo>
                <a:lnTo>
                  <a:pt x="581381" y="4318"/>
                </a:lnTo>
                <a:lnTo>
                  <a:pt x="581381" y="14732"/>
                </a:lnTo>
                <a:lnTo>
                  <a:pt x="585699" y="19050"/>
                </a:lnTo>
                <a:lnTo>
                  <a:pt x="590906" y="19050"/>
                </a:lnTo>
                <a:lnTo>
                  <a:pt x="590906" y="0"/>
                </a:lnTo>
                <a:close/>
              </a:path>
              <a:path w="10390505" h="4652010">
                <a:moveTo>
                  <a:pt x="596240" y="0"/>
                </a:moveTo>
                <a:lnTo>
                  <a:pt x="590906" y="0"/>
                </a:lnTo>
                <a:lnTo>
                  <a:pt x="590906" y="19050"/>
                </a:lnTo>
                <a:lnTo>
                  <a:pt x="596240" y="19050"/>
                </a:lnTo>
                <a:lnTo>
                  <a:pt x="600431" y="14732"/>
                </a:lnTo>
                <a:lnTo>
                  <a:pt x="600431" y="4318"/>
                </a:lnTo>
                <a:lnTo>
                  <a:pt x="596240" y="0"/>
                </a:lnTo>
                <a:close/>
              </a:path>
              <a:path w="10390505" h="4652010">
                <a:moveTo>
                  <a:pt x="629006" y="0"/>
                </a:moveTo>
                <a:lnTo>
                  <a:pt x="623799" y="0"/>
                </a:lnTo>
                <a:lnTo>
                  <a:pt x="619481" y="4318"/>
                </a:lnTo>
                <a:lnTo>
                  <a:pt x="619481" y="14732"/>
                </a:lnTo>
                <a:lnTo>
                  <a:pt x="623799" y="19050"/>
                </a:lnTo>
                <a:lnTo>
                  <a:pt x="629006" y="19050"/>
                </a:lnTo>
                <a:lnTo>
                  <a:pt x="629006" y="0"/>
                </a:lnTo>
                <a:close/>
              </a:path>
              <a:path w="10390505" h="4652010">
                <a:moveTo>
                  <a:pt x="634340" y="0"/>
                </a:moveTo>
                <a:lnTo>
                  <a:pt x="629006" y="0"/>
                </a:lnTo>
                <a:lnTo>
                  <a:pt x="629006" y="19050"/>
                </a:lnTo>
                <a:lnTo>
                  <a:pt x="634340" y="19050"/>
                </a:lnTo>
                <a:lnTo>
                  <a:pt x="638531" y="14732"/>
                </a:lnTo>
                <a:lnTo>
                  <a:pt x="638531" y="4318"/>
                </a:lnTo>
                <a:lnTo>
                  <a:pt x="634340" y="0"/>
                </a:lnTo>
                <a:close/>
              </a:path>
              <a:path w="10390505" h="4652010">
                <a:moveTo>
                  <a:pt x="667106" y="0"/>
                </a:moveTo>
                <a:lnTo>
                  <a:pt x="661899" y="0"/>
                </a:lnTo>
                <a:lnTo>
                  <a:pt x="657581" y="4318"/>
                </a:lnTo>
                <a:lnTo>
                  <a:pt x="657581" y="14732"/>
                </a:lnTo>
                <a:lnTo>
                  <a:pt x="661899" y="19050"/>
                </a:lnTo>
                <a:lnTo>
                  <a:pt x="667106" y="19050"/>
                </a:lnTo>
                <a:lnTo>
                  <a:pt x="667106" y="0"/>
                </a:lnTo>
                <a:close/>
              </a:path>
              <a:path w="10390505" h="4652010">
                <a:moveTo>
                  <a:pt x="672440" y="0"/>
                </a:moveTo>
                <a:lnTo>
                  <a:pt x="667106" y="0"/>
                </a:lnTo>
                <a:lnTo>
                  <a:pt x="667106" y="19050"/>
                </a:lnTo>
                <a:lnTo>
                  <a:pt x="672440" y="19050"/>
                </a:lnTo>
                <a:lnTo>
                  <a:pt x="676631" y="14732"/>
                </a:lnTo>
                <a:lnTo>
                  <a:pt x="676631" y="4318"/>
                </a:lnTo>
                <a:lnTo>
                  <a:pt x="672440" y="0"/>
                </a:lnTo>
                <a:close/>
              </a:path>
              <a:path w="10390505" h="4652010">
                <a:moveTo>
                  <a:pt x="705206" y="0"/>
                </a:moveTo>
                <a:lnTo>
                  <a:pt x="699999" y="0"/>
                </a:lnTo>
                <a:lnTo>
                  <a:pt x="695681" y="4318"/>
                </a:lnTo>
                <a:lnTo>
                  <a:pt x="695681" y="14732"/>
                </a:lnTo>
                <a:lnTo>
                  <a:pt x="699999" y="19050"/>
                </a:lnTo>
                <a:lnTo>
                  <a:pt x="705206" y="19050"/>
                </a:lnTo>
                <a:lnTo>
                  <a:pt x="705206" y="0"/>
                </a:lnTo>
                <a:close/>
              </a:path>
              <a:path w="10390505" h="4652010">
                <a:moveTo>
                  <a:pt x="710540" y="0"/>
                </a:moveTo>
                <a:lnTo>
                  <a:pt x="705333" y="0"/>
                </a:lnTo>
                <a:lnTo>
                  <a:pt x="705333" y="19050"/>
                </a:lnTo>
                <a:lnTo>
                  <a:pt x="710540" y="19050"/>
                </a:lnTo>
                <a:lnTo>
                  <a:pt x="714858" y="14732"/>
                </a:lnTo>
                <a:lnTo>
                  <a:pt x="714858" y="4318"/>
                </a:lnTo>
                <a:lnTo>
                  <a:pt x="710540" y="0"/>
                </a:lnTo>
                <a:close/>
              </a:path>
              <a:path w="10390505" h="4652010">
                <a:moveTo>
                  <a:pt x="743433" y="0"/>
                </a:moveTo>
                <a:lnTo>
                  <a:pt x="738099" y="0"/>
                </a:lnTo>
                <a:lnTo>
                  <a:pt x="733908" y="4318"/>
                </a:lnTo>
                <a:lnTo>
                  <a:pt x="733908" y="14732"/>
                </a:lnTo>
                <a:lnTo>
                  <a:pt x="738099" y="19050"/>
                </a:lnTo>
                <a:lnTo>
                  <a:pt x="743433" y="19050"/>
                </a:lnTo>
                <a:lnTo>
                  <a:pt x="743433" y="0"/>
                </a:lnTo>
                <a:close/>
              </a:path>
              <a:path w="10390505" h="4652010">
                <a:moveTo>
                  <a:pt x="748640" y="0"/>
                </a:moveTo>
                <a:lnTo>
                  <a:pt x="743433" y="0"/>
                </a:lnTo>
                <a:lnTo>
                  <a:pt x="743433" y="19050"/>
                </a:lnTo>
                <a:lnTo>
                  <a:pt x="748640" y="19050"/>
                </a:lnTo>
                <a:lnTo>
                  <a:pt x="752958" y="14732"/>
                </a:lnTo>
                <a:lnTo>
                  <a:pt x="752958" y="4318"/>
                </a:lnTo>
                <a:lnTo>
                  <a:pt x="748640" y="0"/>
                </a:lnTo>
                <a:close/>
              </a:path>
              <a:path w="10390505" h="4652010">
                <a:moveTo>
                  <a:pt x="781533" y="0"/>
                </a:moveTo>
                <a:lnTo>
                  <a:pt x="776199" y="0"/>
                </a:lnTo>
                <a:lnTo>
                  <a:pt x="772008" y="4318"/>
                </a:lnTo>
                <a:lnTo>
                  <a:pt x="772008" y="14732"/>
                </a:lnTo>
                <a:lnTo>
                  <a:pt x="776199" y="19050"/>
                </a:lnTo>
                <a:lnTo>
                  <a:pt x="781533" y="19050"/>
                </a:lnTo>
                <a:lnTo>
                  <a:pt x="781533" y="0"/>
                </a:lnTo>
                <a:close/>
              </a:path>
              <a:path w="10390505" h="4652010">
                <a:moveTo>
                  <a:pt x="786740" y="0"/>
                </a:moveTo>
                <a:lnTo>
                  <a:pt x="781533" y="0"/>
                </a:lnTo>
                <a:lnTo>
                  <a:pt x="781533" y="19050"/>
                </a:lnTo>
                <a:lnTo>
                  <a:pt x="786740" y="19050"/>
                </a:lnTo>
                <a:lnTo>
                  <a:pt x="791058" y="14732"/>
                </a:lnTo>
                <a:lnTo>
                  <a:pt x="791058" y="4318"/>
                </a:lnTo>
                <a:lnTo>
                  <a:pt x="786740" y="0"/>
                </a:lnTo>
                <a:close/>
              </a:path>
              <a:path w="10390505" h="4652010">
                <a:moveTo>
                  <a:pt x="819633" y="0"/>
                </a:moveTo>
                <a:lnTo>
                  <a:pt x="814299" y="0"/>
                </a:lnTo>
                <a:lnTo>
                  <a:pt x="810108" y="4318"/>
                </a:lnTo>
                <a:lnTo>
                  <a:pt x="810108" y="14732"/>
                </a:lnTo>
                <a:lnTo>
                  <a:pt x="814299" y="19050"/>
                </a:lnTo>
                <a:lnTo>
                  <a:pt x="819633" y="19050"/>
                </a:lnTo>
                <a:lnTo>
                  <a:pt x="819633" y="0"/>
                </a:lnTo>
                <a:close/>
              </a:path>
              <a:path w="10390505" h="4652010">
                <a:moveTo>
                  <a:pt x="824840" y="0"/>
                </a:moveTo>
                <a:lnTo>
                  <a:pt x="819633" y="0"/>
                </a:lnTo>
                <a:lnTo>
                  <a:pt x="819633" y="19050"/>
                </a:lnTo>
                <a:lnTo>
                  <a:pt x="824840" y="19050"/>
                </a:lnTo>
                <a:lnTo>
                  <a:pt x="829158" y="14732"/>
                </a:lnTo>
                <a:lnTo>
                  <a:pt x="829158" y="4318"/>
                </a:lnTo>
                <a:lnTo>
                  <a:pt x="824840" y="0"/>
                </a:lnTo>
                <a:close/>
              </a:path>
              <a:path w="10390505" h="4652010">
                <a:moveTo>
                  <a:pt x="857733" y="0"/>
                </a:moveTo>
                <a:lnTo>
                  <a:pt x="852526" y="0"/>
                </a:lnTo>
                <a:lnTo>
                  <a:pt x="848208" y="4318"/>
                </a:lnTo>
                <a:lnTo>
                  <a:pt x="848208" y="14732"/>
                </a:lnTo>
                <a:lnTo>
                  <a:pt x="852526" y="19050"/>
                </a:lnTo>
                <a:lnTo>
                  <a:pt x="857733" y="19050"/>
                </a:lnTo>
                <a:lnTo>
                  <a:pt x="857733" y="0"/>
                </a:lnTo>
                <a:close/>
              </a:path>
              <a:path w="10390505" h="4652010">
                <a:moveTo>
                  <a:pt x="863067" y="0"/>
                </a:moveTo>
                <a:lnTo>
                  <a:pt x="857733" y="0"/>
                </a:lnTo>
                <a:lnTo>
                  <a:pt x="857733" y="19050"/>
                </a:lnTo>
                <a:lnTo>
                  <a:pt x="863067" y="19050"/>
                </a:lnTo>
                <a:lnTo>
                  <a:pt x="867258" y="14732"/>
                </a:lnTo>
                <a:lnTo>
                  <a:pt x="867258" y="4318"/>
                </a:lnTo>
                <a:lnTo>
                  <a:pt x="863067" y="0"/>
                </a:lnTo>
                <a:close/>
              </a:path>
              <a:path w="10390505" h="4652010">
                <a:moveTo>
                  <a:pt x="895833" y="0"/>
                </a:moveTo>
                <a:lnTo>
                  <a:pt x="890626" y="0"/>
                </a:lnTo>
                <a:lnTo>
                  <a:pt x="886308" y="4318"/>
                </a:lnTo>
                <a:lnTo>
                  <a:pt x="886308" y="14732"/>
                </a:lnTo>
                <a:lnTo>
                  <a:pt x="890626" y="19050"/>
                </a:lnTo>
                <a:lnTo>
                  <a:pt x="895833" y="19050"/>
                </a:lnTo>
                <a:lnTo>
                  <a:pt x="895833" y="0"/>
                </a:lnTo>
                <a:close/>
              </a:path>
              <a:path w="10390505" h="4652010">
                <a:moveTo>
                  <a:pt x="901167" y="0"/>
                </a:moveTo>
                <a:lnTo>
                  <a:pt x="895833" y="0"/>
                </a:lnTo>
                <a:lnTo>
                  <a:pt x="895833" y="19050"/>
                </a:lnTo>
                <a:lnTo>
                  <a:pt x="901167" y="19050"/>
                </a:lnTo>
                <a:lnTo>
                  <a:pt x="905358" y="14732"/>
                </a:lnTo>
                <a:lnTo>
                  <a:pt x="905358" y="4318"/>
                </a:lnTo>
                <a:lnTo>
                  <a:pt x="901167" y="0"/>
                </a:lnTo>
                <a:close/>
              </a:path>
              <a:path w="10390505" h="4652010">
                <a:moveTo>
                  <a:pt x="933933" y="0"/>
                </a:moveTo>
                <a:lnTo>
                  <a:pt x="928726" y="0"/>
                </a:lnTo>
                <a:lnTo>
                  <a:pt x="924408" y="4318"/>
                </a:lnTo>
                <a:lnTo>
                  <a:pt x="924408" y="14732"/>
                </a:lnTo>
                <a:lnTo>
                  <a:pt x="928726" y="19050"/>
                </a:lnTo>
                <a:lnTo>
                  <a:pt x="933933" y="19050"/>
                </a:lnTo>
                <a:lnTo>
                  <a:pt x="933933" y="0"/>
                </a:lnTo>
                <a:close/>
              </a:path>
              <a:path w="10390505" h="4652010">
                <a:moveTo>
                  <a:pt x="939267" y="0"/>
                </a:moveTo>
                <a:lnTo>
                  <a:pt x="933933" y="0"/>
                </a:lnTo>
                <a:lnTo>
                  <a:pt x="933933" y="19050"/>
                </a:lnTo>
                <a:lnTo>
                  <a:pt x="939267" y="19050"/>
                </a:lnTo>
                <a:lnTo>
                  <a:pt x="943458" y="14732"/>
                </a:lnTo>
                <a:lnTo>
                  <a:pt x="943458" y="4318"/>
                </a:lnTo>
                <a:lnTo>
                  <a:pt x="939267" y="0"/>
                </a:lnTo>
                <a:close/>
              </a:path>
              <a:path w="10390505" h="4652010">
                <a:moveTo>
                  <a:pt x="972033" y="0"/>
                </a:moveTo>
                <a:lnTo>
                  <a:pt x="966826" y="0"/>
                </a:lnTo>
                <a:lnTo>
                  <a:pt x="962508" y="4318"/>
                </a:lnTo>
                <a:lnTo>
                  <a:pt x="962508" y="14732"/>
                </a:lnTo>
                <a:lnTo>
                  <a:pt x="966826" y="19050"/>
                </a:lnTo>
                <a:lnTo>
                  <a:pt x="972033" y="19050"/>
                </a:lnTo>
                <a:lnTo>
                  <a:pt x="972033" y="0"/>
                </a:lnTo>
                <a:close/>
              </a:path>
              <a:path w="10390505" h="4652010">
                <a:moveTo>
                  <a:pt x="977367" y="0"/>
                </a:moveTo>
                <a:lnTo>
                  <a:pt x="972160" y="0"/>
                </a:lnTo>
                <a:lnTo>
                  <a:pt x="972160" y="19050"/>
                </a:lnTo>
                <a:lnTo>
                  <a:pt x="977367" y="19050"/>
                </a:lnTo>
                <a:lnTo>
                  <a:pt x="981685" y="14732"/>
                </a:lnTo>
                <a:lnTo>
                  <a:pt x="981685" y="4318"/>
                </a:lnTo>
                <a:lnTo>
                  <a:pt x="977367" y="0"/>
                </a:lnTo>
                <a:close/>
              </a:path>
              <a:path w="10390505" h="4652010">
                <a:moveTo>
                  <a:pt x="1010260" y="0"/>
                </a:moveTo>
                <a:lnTo>
                  <a:pt x="1004926" y="0"/>
                </a:lnTo>
                <a:lnTo>
                  <a:pt x="1000735" y="4318"/>
                </a:lnTo>
                <a:lnTo>
                  <a:pt x="1000735" y="14732"/>
                </a:lnTo>
                <a:lnTo>
                  <a:pt x="1004926" y="19050"/>
                </a:lnTo>
                <a:lnTo>
                  <a:pt x="1010260" y="19050"/>
                </a:lnTo>
                <a:lnTo>
                  <a:pt x="1010260" y="0"/>
                </a:lnTo>
                <a:close/>
              </a:path>
              <a:path w="10390505" h="4652010">
                <a:moveTo>
                  <a:pt x="1015467" y="0"/>
                </a:moveTo>
                <a:lnTo>
                  <a:pt x="1010260" y="0"/>
                </a:lnTo>
                <a:lnTo>
                  <a:pt x="1010260" y="19050"/>
                </a:lnTo>
                <a:lnTo>
                  <a:pt x="1015467" y="19050"/>
                </a:lnTo>
                <a:lnTo>
                  <a:pt x="1019785" y="14732"/>
                </a:lnTo>
                <a:lnTo>
                  <a:pt x="1019785" y="4318"/>
                </a:lnTo>
                <a:lnTo>
                  <a:pt x="1015467" y="0"/>
                </a:lnTo>
                <a:close/>
              </a:path>
              <a:path w="10390505" h="4652010">
                <a:moveTo>
                  <a:pt x="1048360" y="0"/>
                </a:moveTo>
                <a:lnTo>
                  <a:pt x="1043026" y="0"/>
                </a:lnTo>
                <a:lnTo>
                  <a:pt x="1038835" y="4318"/>
                </a:lnTo>
                <a:lnTo>
                  <a:pt x="1038835" y="14732"/>
                </a:lnTo>
                <a:lnTo>
                  <a:pt x="1043026" y="19050"/>
                </a:lnTo>
                <a:lnTo>
                  <a:pt x="1048360" y="19050"/>
                </a:lnTo>
                <a:lnTo>
                  <a:pt x="1048360" y="0"/>
                </a:lnTo>
                <a:close/>
              </a:path>
              <a:path w="10390505" h="4652010">
                <a:moveTo>
                  <a:pt x="1053567" y="0"/>
                </a:moveTo>
                <a:lnTo>
                  <a:pt x="1048360" y="0"/>
                </a:lnTo>
                <a:lnTo>
                  <a:pt x="1048360" y="19050"/>
                </a:lnTo>
                <a:lnTo>
                  <a:pt x="1053567" y="19050"/>
                </a:lnTo>
                <a:lnTo>
                  <a:pt x="1057885" y="14732"/>
                </a:lnTo>
                <a:lnTo>
                  <a:pt x="1057885" y="4318"/>
                </a:lnTo>
                <a:lnTo>
                  <a:pt x="1053567" y="0"/>
                </a:lnTo>
                <a:close/>
              </a:path>
              <a:path w="10390505" h="4652010">
                <a:moveTo>
                  <a:pt x="1086460" y="0"/>
                </a:moveTo>
                <a:lnTo>
                  <a:pt x="1081126" y="0"/>
                </a:lnTo>
                <a:lnTo>
                  <a:pt x="1076935" y="4318"/>
                </a:lnTo>
                <a:lnTo>
                  <a:pt x="1076935" y="14732"/>
                </a:lnTo>
                <a:lnTo>
                  <a:pt x="1081126" y="19050"/>
                </a:lnTo>
                <a:lnTo>
                  <a:pt x="1086460" y="19050"/>
                </a:lnTo>
                <a:lnTo>
                  <a:pt x="1086460" y="0"/>
                </a:lnTo>
                <a:close/>
              </a:path>
              <a:path w="10390505" h="4652010">
                <a:moveTo>
                  <a:pt x="1091667" y="0"/>
                </a:moveTo>
                <a:lnTo>
                  <a:pt x="1086460" y="0"/>
                </a:lnTo>
                <a:lnTo>
                  <a:pt x="1086460" y="19050"/>
                </a:lnTo>
                <a:lnTo>
                  <a:pt x="1091667" y="19050"/>
                </a:lnTo>
                <a:lnTo>
                  <a:pt x="1095985" y="14732"/>
                </a:lnTo>
                <a:lnTo>
                  <a:pt x="1095985" y="4318"/>
                </a:lnTo>
                <a:lnTo>
                  <a:pt x="1091667" y="0"/>
                </a:lnTo>
                <a:close/>
              </a:path>
              <a:path w="10390505" h="4652010">
                <a:moveTo>
                  <a:pt x="1124560" y="0"/>
                </a:moveTo>
                <a:lnTo>
                  <a:pt x="1119353" y="0"/>
                </a:lnTo>
                <a:lnTo>
                  <a:pt x="1115035" y="4318"/>
                </a:lnTo>
                <a:lnTo>
                  <a:pt x="1115035" y="14732"/>
                </a:lnTo>
                <a:lnTo>
                  <a:pt x="1119353" y="19050"/>
                </a:lnTo>
                <a:lnTo>
                  <a:pt x="1124560" y="19050"/>
                </a:lnTo>
                <a:lnTo>
                  <a:pt x="1124560" y="0"/>
                </a:lnTo>
                <a:close/>
              </a:path>
              <a:path w="10390505" h="4652010">
                <a:moveTo>
                  <a:pt x="1129894" y="0"/>
                </a:moveTo>
                <a:lnTo>
                  <a:pt x="1124560" y="0"/>
                </a:lnTo>
                <a:lnTo>
                  <a:pt x="1124560" y="19050"/>
                </a:lnTo>
                <a:lnTo>
                  <a:pt x="1129894" y="19050"/>
                </a:lnTo>
                <a:lnTo>
                  <a:pt x="1134085" y="14732"/>
                </a:lnTo>
                <a:lnTo>
                  <a:pt x="1134085" y="4318"/>
                </a:lnTo>
                <a:lnTo>
                  <a:pt x="1129894" y="0"/>
                </a:lnTo>
                <a:close/>
              </a:path>
              <a:path w="10390505" h="4652010">
                <a:moveTo>
                  <a:pt x="1162660" y="0"/>
                </a:moveTo>
                <a:lnTo>
                  <a:pt x="1157453" y="0"/>
                </a:lnTo>
                <a:lnTo>
                  <a:pt x="1153135" y="4318"/>
                </a:lnTo>
                <a:lnTo>
                  <a:pt x="1153135" y="14732"/>
                </a:lnTo>
                <a:lnTo>
                  <a:pt x="1157453" y="19050"/>
                </a:lnTo>
                <a:lnTo>
                  <a:pt x="1162660" y="19050"/>
                </a:lnTo>
                <a:lnTo>
                  <a:pt x="1162660" y="0"/>
                </a:lnTo>
                <a:close/>
              </a:path>
              <a:path w="10390505" h="4652010">
                <a:moveTo>
                  <a:pt x="1167994" y="0"/>
                </a:moveTo>
                <a:lnTo>
                  <a:pt x="1162660" y="0"/>
                </a:lnTo>
                <a:lnTo>
                  <a:pt x="1162660" y="19050"/>
                </a:lnTo>
                <a:lnTo>
                  <a:pt x="1167994" y="19050"/>
                </a:lnTo>
                <a:lnTo>
                  <a:pt x="1172185" y="14732"/>
                </a:lnTo>
                <a:lnTo>
                  <a:pt x="1172185" y="4318"/>
                </a:lnTo>
                <a:lnTo>
                  <a:pt x="1167994" y="0"/>
                </a:lnTo>
                <a:close/>
              </a:path>
              <a:path w="10390505" h="4652010">
                <a:moveTo>
                  <a:pt x="1200760" y="0"/>
                </a:moveTo>
                <a:lnTo>
                  <a:pt x="1195553" y="0"/>
                </a:lnTo>
                <a:lnTo>
                  <a:pt x="1191235" y="4318"/>
                </a:lnTo>
                <a:lnTo>
                  <a:pt x="1191235" y="14732"/>
                </a:lnTo>
                <a:lnTo>
                  <a:pt x="1195553" y="19050"/>
                </a:lnTo>
                <a:lnTo>
                  <a:pt x="1200760" y="19050"/>
                </a:lnTo>
                <a:lnTo>
                  <a:pt x="1200760" y="0"/>
                </a:lnTo>
                <a:close/>
              </a:path>
              <a:path w="10390505" h="4652010">
                <a:moveTo>
                  <a:pt x="1206094" y="0"/>
                </a:moveTo>
                <a:lnTo>
                  <a:pt x="1200760" y="0"/>
                </a:lnTo>
                <a:lnTo>
                  <a:pt x="1200760" y="19050"/>
                </a:lnTo>
                <a:lnTo>
                  <a:pt x="1206094" y="19050"/>
                </a:lnTo>
                <a:lnTo>
                  <a:pt x="1210285" y="14732"/>
                </a:lnTo>
                <a:lnTo>
                  <a:pt x="1210285" y="4318"/>
                </a:lnTo>
                <a:lnTo>
                  <a:pt x="1206094" y="0"/>
                </a:lnTo>
                <a:close/>
              </a:path>
              <a:path w="10390505" h="4652010">
                <a:moveTo>
                  <a:pt x="1238860" y="0"/>
                </a:moveTo>
                <a:lnTo>
                  <a:pt x="1233653" y="0"/>
                </a:lnTo>
                <a:lnTo>
                  <a:pt x="1229335" y="4318"/>
                </a:lnTo>
                <a:lnTo>
                  <a:pt x="1229335" y="14732"/>
                </a:lnTo>
                <a:lnTo>
                  <a:pt x="1233653" y="19050"/>
                </a:lnTo>
                <a:lnTo>
                  <a:pt x="1238860" y="19050"/>
                </a:lnTo>
                <a:lnTo>
                  <a:pt x="1238860" y="0"/>
                </a:lnTo>
                <a:close/>
              </a:path>
              <a:path w="10390505" h="4652010">
                <a:moveTo>
                  <a:pt x="1238987" y="12700"/>
                </a:moveTo>
                <a:lnTo>
                  <a:pt x="1238860" y="12700"/>
                </a:lnTo>
                <a:lnTo>
                  <a:pt x="1238860" y="19050"/>
                </a:lnTo>
                <a:lnTo>
                  <a:pt x="1238987" y="19050"/>
                </a:lnTo>
                <a:lnTo>
                  <a:pt x="1238987" y="12700"/>
                </a:lnTo>
                <a:close/>
              </a:path>
              <a:path w="10390505" h="4652010">
                <a:moveTo>
                  <a:pt x="1244194" y="0"/>
                </a:moveTo>
                <a:lnTo>
                  <a:pt x="1238987" y="0"/>
                </a:lnTo>
                <a:lnTo>
                  <a:pt x="1238987" y="19050"/>
                </a:lnTo>
                <a:lnTo>
                  <a:pt x="1244194" y="19050"/>
                </a:lnTo>
                <a:lnTo>
                  <a:pt x="1248512" y="14732"/>
                </a:lnTo>
                <a:lnTo>
                  <a:pt x="1248512" y="4318"/>
                </a:lnTo>
                <a:lnTo>
                  <a:pt x="1244194" y="0"/>
                </a:lnTo>
                <a:close/>
              </a:path>
              <a:path w="10390505" h="4652010">
                <a:moveTo>
                  <a:pt x="1238987" y="0"/>
                </a:moveTo>
                <a:lnTo>
                  <a:pt x="1238860" y="0"/>
                </a:lnTo>
                <a:lnTo>
                  <a:pt x="1238860" y="6350"/>
                </a:lnTo>
                <a:lnTo>
                  <a:pt x="1238987" y="6350"/>
                </a:lnTo>
                <a:lnTo>
                  <a:pt x="1238987" y="0"/>
                </a:lnTo>
                <a:close/>
              </a:path>
              <a:path w="10390505" h="4652010">
                <a:moveTo>
                  <a:pt x="1277087" y="0"/>
                </a:moveTo>
                <a:lnTo>
                  <a:pt x="1271753" y="0"/>
                </a:lnTo>
                <a:lnTo>
                  <a:pt x="1267562" y="4318"/>
                </a:lnTo>
                <a:lnTo>
                  <a:pt x="1267562" y="14732"/>
                </a:lnTo>
                <a:lnTo>
                  <a:pt x="1271753" y="19050"/>
                </a:lnTo>
                <a:lnTo>
                  <a:pt x="1277087" y="19050"/>
                </a:lnTo>
                <a:lnTo>
                  <a:pt x="1277087" y="0"/>
                </a:lnTo>
                <a:close/>
              </a:path>
              <a:path w="10390505" h="4652010">
                <a:moveTo>
                  <a:pt x="1282294" y="0"/>
                </a:moveTo>
                <a:lnTo>
                  <a:pt x="1277087" y="0"/>
                </a:lnTo>
                <a:lnTo>
                  <a:pt x="1277087" y="19050"/>
                </a:lnTo>
                <a:lnTo>
                  <a:pt x="1282294" y="19050"/>
                </a:lnTo>
                <a:lnTo>
                  <a:pt x="1286612" y="14732"/>
                </a:lnTo>
                <a:lnTo>
                  <a:pt x="1286612" y="4318"/>
                </a:lnTo>
                <a:lnTo>
                  <a:pt x="1282294" y="0"/>
                </a:lnTo>
                <a:close/>
              </a:path>
              <a:path w="10390505" h="4652010">
                <a:moveTo>
                  <a:pt x="1315187" y="0"/>
                </a:moveTo>
                <a:lnTo>
                  <a:pt x="1309853" y="0"/>
                </a:lnTo>
                <a:lnTo>
                  <a:pt x="1305662" y="4318"/>
                </a:lnTo>
                <a:lnTo>
                  <a:pt x="1305662" y="14732"/>
                </a:lnTo>
                <a:lnTo>
                  <a:pt x="1309853" y="19050"/>
                </a:lnTo>
                <a:lnTo>
                  <a:pt x="1315187" y="19050"/>
                </a:lnTo>
                <a:lnTo>
                  <a:pt x="1315187" y="0"/>
                </a:lnTo>
                <a:close/>
              </a:path>
              <a:path w="10390505" h="4652010">
                <a:moveTo>
                  <a:pt x="1320394" y="0"/>
                </a:moveTo>
                <a:lnTo>
                  <a:pt x="1315187" y="0"/>
                </a:lnTo>
                <a:lnTo>
                  <a:pt x="1315187" y="19050"/>
                </a:lnTo>
                <a:lnTo>
                  <a:pt x="1320394" y="19050"/>
                </a:lnTo>
                <a:lnTo>
                  <a:pt x="1324712" y="14732"/>
                </a:lnTo>
                <a:lnTo>
                  <a:pt x="1324712" y="4318"/>
                </a:lnTo>
                <a:lnTo>
                  <a:pt x="1320394" y="0"/>
                </a:lnTo>
                <a:close/>
              </a:path>
              <a:path w="10390505" h="4652010">
                <a:moveTo>
                  <a:pt x="1353287" y="0"/>
                </a:moveTo>
                <a:lnTo>
                  <a:pt x="1348080" y="0"/>
                </a:lnTo>
                <a:lnTo>
                  <a:pt x="1343762" y="4318"/>
                </a:lnTo>
                <a:lnTo>
                  <a:pt x="1343762" y="14732"/>
                </a:lnTo>
                <a:lnTo>
                  <a:pt x="1348080" y="19050"/>
                </a:lnTo>
                <a:lnTo>
                  <a:pt x="1353287" y="19050"/>
                </a:lnTo>
                <a:lnTo>
                  <a:pt x="1353287" y="0"/>
                </a:lnTo>
                <a:close/>
              </a:path>
              <a:path w="10390505" h="4652010">
                <a:moveTo>
                  <a:pt x="1358621" y="0"/>
                </a:moveTo>
                <a:lnTo>
                  <a:pt x="1353287" y="0"/>
                </a:lnTo>
                <a:lnTo>
                  <a:pt x="1353287" y="19050"/>
                </a:lnTo>
                <a:lnTo>
                  <a:pt x="1358621" y="19050"/>
                </a:lnTo>
                <a:lnTo>
                  <a:pt x="1362812" y="14732"/>
                </a:lnTo>
                <a:lnTo>
                  <a:pt x="1362812" y="4318"/>
                </a:lnTo>
                <a:lnTo>
                  <a:pt x="1358621" y="0"/>
                </a:lnTo>
                <a:close/>
              </a:path>
              <a:path w="10390505" h="4652010">
                <a:moveTo>
                  <a:pt x="1391387" y="0"/>
                </a:moveTo>
                <a:lnTo>
                  <a:pt x="1386180" y="0"/>
                </a:lnTo>
                <a:lnTo>
                  <a:pt x="1381862" y="4318"/>
                </a:lnTo>
                <a:lnTo>
                  <a:pt x="1381862" y="14732"/>
                </a:lnTo>
                <a:lnTo>
                  <a:pt x="1386180" y="19050"/>
                </a:lnTo>
                <a:lnTo>
                  <a:pt x="1391387" y="19050"/>
                </a:lnTo>
                <a:lnTo>
                  <a:pt x="1391387" y="0"/>
                </a:lnTo>
                <a:close/>
              </a:path>
              <a:path w="10390505" h="4652010">
                <a:moveTo>
                  <a:pt x="1396721" y="0"/>
                </a:moveTo>
                <a:lnTo>
                  <a:pt x="1391387" y="0"/>
                </a:lnTo>
                <a:lnTo>
                  <a:pt x="1391387" y="19050"/>
                </a:lnTo>
                <a:lnTo>
                  <a:pt x="1396721" y="19050"/>
                </a:lnTo>
                <a:lnTo>
                  <a:pt x="1400912" y="14732"/>
                </a:lnTo>
                <a:lnTo>
                  <a:pt x="1400912" y="4318"/>
                </a:lnTo>
                <a:lnTo>
                  <a:pt x="1396721" y="0"/>
                </a:lnTo>
                <a:close/>
              </a:path>
              <a:path w="10390505" h="4652010">
                <a:moveTo>
                  <a:pt x="1429487" y="0"/>
                </a:moveTo>
                <a:lnTo>
                  <a:pt x="1424280" y="0"/>
                </a:lnTo>
                <a:lnTo>
                  <a:pt x="1419962" y="4318"/>
                </a:lnTo>
                <a:lnTo>
                  <a:pt x="1419962" y="14732"/>
                </a:lnTo>
                <a:lnTo>
                  <a:pt x="1424280" y="19050"/>
                </a:lnTo>
                <a:lnTo>
                  <a:pt x="1429487" y="19050"/>
                </a:lnTo>
                <a:lnTo>
                  <a:pt x="1429487" y="0"/>
                </a:lnTo>
                <a:close/>
              </a:path>
              <a:path w="10390505" h="4652010">
                <a:moveTo>
                  <a:pt x="1434821" y="0"/>
                </a:moveTo>
                <a:lnTo>
                  <a:pt x="1429487" y="0"/>
                </a:lnTo>
                <a:lnTo>
                  <a:pt x="1429487" y="19050"/>
                </a:lnTo>
                <a:lnTo>
                  <a:pt x="1434821" y="19050"/>
                </a:lnTo>
                <a:lnTo>
                  <a:pt x="1439012" y="14732"/>
                </a:lnTo>
                <a:lnTo>
                  <a:pt x="1439012" y="4318"/>
                </a:lnTo>
                <a:lnTo>
                  <a:pt x="1434821" y="0"/>
                </a:lnTo>
                <a:close/>
              </a:path>
              <a:path w="10390505" h="4652010">
                <a:moveTo>
                  <a:pt x="1467587" y="0"/>
                </a:moveTo>
                <a:lnTo>
                  <a:pt x="1462380" y="0"/>
                </a:lnTo>
                <a:lnTo>
                  <a:pt x="1458062" y="4318"/>
                </a:lnTo>
                <a:lnTo>
                  <a:pt x="1458062" y="14732"/>
                </a:lnTo>
                <a:lnTo>
                  <a:pt x="1462380" y="19050"/>
                </a:lnTo>
                <a:lnTo>
                  <a:pt x="1467587" y="19050"/>
                </a:lnTo>
                <a:lnTo>
                  <a:pt x="1467587" y="0"/>
                </a:lnTo>
                <a:close/>
              </a:path>
              <a:path w="10390505" h="4652010">
                <a:moveTo>
                  <a:pt x="1472921" y="0"/>
                </a:moveTo>
                <a:lnTo>
                  <a:pt x="1467714" y="0"/>
                </a:lnTo>
                <a:lnTo>
                  <a:pt x="1467714" y="19050"/>
                </a:lnTo>
                <a:lnTo>
                  <a:pt x="1472921" y="19050"/>
                </a:lnTo>
                <a:lnTo>
                  <a:pt x="1477239" y="14732"/>
                </a:lnTo>
                <a:lnTo>
                  <a:pt x="1477239" y="4318"/>
                </a:lnTo>
                <a:lnTo>
                  <a:pt x="1472921" y="0"/>
                </a:lnTo>
                <a:close/>
              </a:path>
              <a:path w="10390505" h="4652010">
                <a:moveTo>
                  <a:pt x="1505814" y="0"/>
                </a:moveTo>
                <a:lnTo>
                  <a:pt x="1500480" y="0"/>
                </a:lnTo>
                <a:lnTo>
                  <a:pt x="1496289" y="4318"/>
                </a:lnTo>
                <a:lnTo>
                  <a:pt x="1496289" y="14732"/>
                </a:lnTo>
                <a:lnTo>
                  <a:pt x="1500480" y="19050"/>
                </a:lnTo>
                <a:lnTo>
                  <a:pt x="1505814" y="19050"/>
                </a:lnTo>
                <a:lnTo>
                  <a:pt x="1505814" y="0"/>
                </a:lnTo>
                <a:close/>
              </a:path>
              <a:path w="10390505" h="4652010">
                <a:moveTo>
                  <a:pt x="1511021" y="0"/>
                </a:moveTo>
                <a:lnTo>
                  <a:pt x="1505814" y="0"/>
                </a:lnTo>
                <a:lnTo>
                  <a:pt x="1505814" y="19050"/>
                </a:lnTo>
                <a:lnTo>
                  <a:pt x="1511021" y="19050"/>
                </a:lnTo>
                <a:lnTo>
                  <a:pt x="1515339" y="14732"/>
                </a:lnTo>
                <a:lnTo>
                  <a:pt x="1515339" y="4318"/>
                </a:lnTo>
                <a:lnTo>
                  <a:pt x="1511021" y="0"/>
                </a:lnTo>
                <a:close/>
              </a:path>
              <a:path w="10390505" h="4652010">
                <a:moveTo>
                  <a:pt x="1543914" y="0"/>
                </a:moveTo>
                <a:lnTo>
                  <a:pt x="1538580" y="0"/>
                </a:lnTo>
                <a:lnTo>
                  <a:pt x="1534389" y="4318"/>
                </a:lnTo>
                <a:lnTo>
                  <a:pt x="1534389" y="14732"/>
                </a:lnTo>
                <a:lnTo>
                  <a:pt x="1538580" y="19050"/>
                </a:lnTo>
                <a:lnTo>
                  <a:pt x="1543914" y="19050"/>
                </a:lnTo>
                <a:lnTo>
                  <a:pt x="1543914" y="0"/>
                </a:lnTo>
                <a:close/>
              </a:path>
              <a:path w="10390505" h="4652010">
                <a:moveTo>
                  <a:pt x="1549121" y="0"/>
                </a:moveTo>
                <a:lnTo>
                  <a:pt x="1543914" y="0"/>
                </a:lnTo>
                <a:lnTo>
                  <a:pt x="1543914" y="19050"/>
                </a:lnTo>
                <a:lnTo>
                  <a:pt x="1549121" y="19050"/>
                </a:lnTo>
                <a:lnTo>
                  <a:pt x="1553439" y="14732"/>
                </a:lnTo>
                <a:lnTo>
                  <a:pt x="1553439" y="4318"/>
                </a:lnTo>
                <a:lnTo>
                  <a:pt x="1549121" y="0"/>
                </a:lnTo>
                <a:close/>
              </a:path>
              <a:path w="10390505" h="4652010">
                <a:moveTo>
                  <a:pt x="1582014" y="0"/>
                </a:moveTo>
                <a:lnTo>
                  <a:pt x="1576680" y="0"/>
                </a:lnTo>
                <a:lnTo>
                  <a:pt x="1572489" y="4318"/>
                </a:lnTo>
                <a:lnTo>
                  <a:pt x="1572489" y="14732"/>
                </a:lnTo>
                <a:lnTo>
                  <a:pt x="1576680" y="19050"/>
                </a:lnTo>
                <a:lnTo>
                  <a:pt x="1582014" y="19050"/>
                </a:lnTo>
                <a:lnTo>
                  <a:pt x="1582014" y="0"/>
                </a:lnTo>
                <a:close/>
              </a:path>
              <a:path w="10390505" h="4652010">
                <a:moveTo>
                  <a:pt x="1587221" y="0"/>
                </a:moveTo>
                <a:lnTo>
                  <a:pt x="1582014" y="0"/>
                </a:lnTo>
                <a:lnTo>
                  <a:pt x="1582014" y="19050"/>
                </a:lnTo>
                <a:lnTo>
                  <a:pt x="1587221" y="19050"/>
                </a:lnTo>
                <a:lnTo>
                  <a:pt x="1591539" y="14732"/>
                </a:lnTo>
                <a:lnTo>
                  <a:pt x="1591539" y="4318"/>
                </a:lnTo>
                <a:lnTo>
                  <a:pt x="1587221" y="0"/>
                </a:lnTo>
                <a:close/>
              </a:path>
              <a:path w="10390505" h="4652010">
                <a:moveTo>
                  <a:pt x="1620114" y="0"/>
                </a:moveTo>
                <a:lnTo>
                  <a:pt x="1614907" y="0"/>
                </a:lnTo>
                <a:lnTo>
                  <a:pt x="1610589" y="4318"/>
                </a:lnTo>
                <a:lnTo>
                  <a:pt x="1610589" y="14732"/>
                </a:lnTo>
                <a:lnTo>
                  <a:pt x="1614907" y="19050"/>
                </a:lnTo>
                <a:lnTo>
                  <a:pt x="1620114" y="19050"/>
                </a:lnTo>
                <a:lnTo>
                  <a:pt x="1620114" y="0"/>
                </a:lnTo>
                <a:close/>
              </a:path>
              <a:path w="10390505" h="4652010">
                <a:moveTo>
                  <a:pt x="1625448" y="0"/>
                </a:moveTo>
                <a:lnTo>
                  <a:pt x="1620114" y="0"/>
                </a:lnTo>
                <a:lnTo>
                  <a:pt x="1620114" y="19050"/>
                </a:lnTo>
                <a:lnTo>
                  <a:pt x="1625448" y="19050"/>
                </a:lnTo>
                <a:lnTo>
                  <a:pt x="1629639" y="14732"/>
                </a:lnTo>
                <a:lnTo>
                  <a:pt x="1629639" y="4318"/>
                </a:lnTo>
                <a:lnTo>
                  <a:pt x="1625448" y="0"/>
                </a:lnTo>
                <a:close/>
              </a:path>
              <a:path w="10390505" h="4652010">
                <a:moveTo>
                  <a:pt x="1658214" y="0"/>
                </a:moveTo>
                <a:lnTo>
                  <a:pt x="1653007" y="0"/>
                </a:lnTo>
                <a:lnTo>
                  <a:pt x="1648689" y="4318"/>
                </a:lnTo>
                <a:lnTo>
                  <a:pt x="1648689" y="14732"/>
                </a:lnTo>
                <a:lnTo>
                  <a:pt x="1653007" y="19050"/>
                </a:lnTo>
                <a:lnTo>
                  <a:pt x="1658214" y="19050"/>
                </a:lnTo>
                <a:lnTo>
                  <a:pt x="1658214" y="0"/>
                </a:lnTo>
                <a:close/>
              </a:path>
              <a:path w="10390505" h="4652010">
                <a:moveTo>
                  <a:pt x="1663548" y="0"/>
                </a:moveTo>
                <a:lnTo>
                  <a:pt x="1658214" y="0"/>
                </a:lnTo>
                <a:lnTo>
                  <a:pt x="1658214" y="19050"/>
                </a:lnTo>
                <a:lnTo>
                  <a:pt x="1663548" y="19050"/>
                </a:lnTo>
                <a:lnTo>
                  <a:pt x="1667739" y="14732"/>
                </a:lnTo>
                <a:lnTo>
                  <a:pt x="1667739" y="4318"/>
                </a:lnTo>
                <a:lnTo>
                  <a:pt x="1663548" y="0"/>
                </a:lnTo>
                <a:close/>
              </a:path>
              <a:path w="10390505" h="4652010">
                <a:moveTo>
                  <a:pt x="1696314" y="0"/>
                </a:moveTo>
                <a:lnTo>
                  <a:pt x="1691107" y="0"/>
                </a:lnTo>
                <a:lnTo>
                  <a:pt x="1686789" y="4318"/>
                </a:lnTo>
                <a:lnTo>
                  <a:pt x="1686789" y="14732"/>
                </a:lnTo>
                <a:lnTo>
                  <a:pt x="1691107" y="19050"/>
                </a:lnTo>
                <a:lnTo>
                  <a:pt x="1696314" y="19050"/>
                </a:lnTo>
                <a:lnTo>
                  <a:pt x="1696314" y="0"/>
                </a:lnTo>
                <a:close/>
              </a:path>
              <a:path w="10390505" h="4652010">
                <a:moveTo>
                  <a:pt x="1701648" y="0"/>
                </a:moveTo>
                <a:lnTo>
                  <a:pt x="1696314" y="0"/>
                </a:lnTo>
                <a:lnTo>
                  <a:pt x="1696314" y="19050"/>
                </a:lnTo>
                <a:lnTo>
                  <a:pt x="1701648" y="19050"/>
                </a:lnTo>
                <a:lnTo>
                  <a:pt x="1705839" y="14732"/>
                </a:lnTo>
                <a:lnTo>
                  <a:pt x="1705839" y="4318"/>
                </a:lnTo>
                <a:lnTo>
                  <a:pt x="1701648" y="0"/>
                </a:lnTo>
                <a:close/>
              </a:path>
              <a:path w="10390505" h="4652010">
                <a:moveTo>
                  <a:pt x="1734414" y="0"/>
                </a:moveTo>
                <a:lnTo>
                  <a:pt x="1729207" y="0"/>
                </a:lnTo>
                <a:lnTo>
                  <a:pt x="1724889" y="4318"/>
                </a:lnTo>
                <a:lnTo>
                  <a:pt x="1724889" y="14732"/>
                </a:lnTo>
                <a:lnTo>
                  <a:pt x="1729207" y="19050"/>
                </a:lnTo>
                <a:lnTo>
                  <a:pt x="1734414" y="19050"/>
                </a:lnTo>
                <a:lnTo>
                  <a:pt x="1734414" y="0"/>
                </a:lnTo>
                <a:close/>
              </a:path>
              <a:path w="10390505" h="4652010">
                <a:moveTo>
                  <a:pt x="1739748" y="0"/>
                </a:moveTo>
                <a:lnTo>
                  <a:pt x="1734541" y="0"/>
                </a:lnTo>
                <a:lnTo>
                  <a:pt x="1734541" y="19050"/>
                </a:lnTo>
                <a:lnTo>
                  <a:pt x="1739748" y="19050"/>
                </a:lnTo>
                <a:lnTo>
                  <a:pt x="1744066" y="14732"/>
                </a:lnTo>
                <a:lnTo>
                  <a:pt x="1744066" y="4318"/>
                </a:lnTo>
                <a:lnTo>
                  <a:pt x="1739748" y="0"/>
                </a:lnTo>
                <a:close/>
              </a:path>
              <a:path w="10390505" h="4652010">
                <a:moveTo>
                  <a:pt x="1772641" y="0"/>
                </a:moveTo>
                <a:lnTo>
                  <a:pt x="1767307" y="0"/>
                </a:lnTo>
                <a:lnTo>
                  <a:pt x="1763116" y="4318"/>
                </a:lnTo>
                <a:lnTo>
                  <a:pt x="1763116" y="14732"/>
                </a:lnTo>
                <a:lnTo>
                  <a:pt x="1767307" y="19050"/>
                </a:lnTo>
                <a:lnTo>
                  <a:pt x="1772641" y="19050"/>
                </a:lnTo>
                <a:lnTo>
                  <a:pt x="1772641" y="0"/>
                </a:lnTo>
                <a:close/>
              </a:path>
              <a:path w="10390505" h="4652010">
                <a:moveTo>
                  <a:pt x="1777848" y="0"/>
                </a:moveTo>
                <a:lnTo>
                  <a:pt x="1772641" y="0"/>
                </a:lnTo>
                <a:lnTo>
                  <a:pt x="1772641" y="19050"/>
                </a:lnTo>
                <a:lnTo>
                  <a:pt x="1777848" y="19050"/>
                </a:lnTo>
                <a:lnTo>
                  <a:pt x="1782166" y="14732"/>
                </a:lnTo>
                <a:lnTo>
                  <a:pt x="1782166" y="4318"/>
                </a:lnTo>
                <a:lnTo>
                  <a:pt x="1777848" y="0"/>
                </a:lnTo>
                <a:close/>
              </a:path>
              <a:path w="10390505" h="4652010">
                <a:moveTo>
                  <a:pt x="1810741" y="0"/>
                </a:moveTo>
                <a:lnTo>
                  <a:pt x="1805407" y="0"/>
                </a:lnTo>
                <a:lnTo>
                  <a:pt x="1801216" y="4318"/>
                </a:lnTo>
                <a:lnTo>
                  <a:pt x="1801216" y="14732"/>
                </a:lnTo>
                <a:lnTo>
                  <a:pt x="1805407" y="19050"/>
                </a:lnTo>
                <a:lnTo>
                  <a:pt x="1810741" y="19050"/>
                </a:lnTo>
                <a:lnTo>
                  <a:pt x="1810741" y="0"/>
                </a:lnTo>
                <a:close/>
              </a:path>
              <a:path w="10390505" h="4652010">
                <a:moveTo>
                  <a:pt x="1815948" y="0"/>
                </a:moveTo>
                <a:lnTo>
                  <a:pt x="1810741" y="0"/>
                </a:lnTo>
                <a:lnTo>
                  <a:pt x="1810741" y="19050"/>
                </a:lnTo>
                <a:lnTo>
                  <a:pt x="1815948" y="19050"/>
                </a:lnTo>
                <a:lnTo>
                  <a:pt x="1820266" y="14732"/>
                </a:lnTo>
                <a:lnTo>
                  <a:pt x="1820266" y="4318"/>
                </a:lnTo>
                <a:lnTo>
                  <a:pt x="1815948" y="0"/>
                </a:lnTo>
                <a:close/>
              </a:path>
              <a:path w="10390505" h="4652010">
                <a:moveTo>
                  <a:pt x="1848841" y="0"/>
                </a:moveTo>
                <a:lnTo>
                  <a:pt x="1843507" y="0"/>
                </a:lnTo>
                <a:lnTo>
                  <a:pt x="1839316" y="4318"/>
                </a:lnTo>
                <a:lnTo>
                  <a:pt x="1839316" y="14732"/>
                </a:lnTo>
                <a:lnTo>
                  <a:pt x="1843507" y="19050"/>
                </a:lnTo>
                <a:lnTo>
                  <a:pt x="1848841" y="19050"/>
                </a:lnTo>
                <a:lnTo>
                  <a:pt x="1848841" y="0"/>
                </a:lnTo>
                <a:close/>
              </a:path>
              <a:path w="10390505" h="4652010">
                <a:moveTo>
                  <a:pt x="1854048" y="0"/>
                </a:moveTo>
                <a:lnTo>
                  <a:pt x="1848841" y="0"/>
                </a:lnTo>
                <a:lnTo>
                  <a:pt x="1848841" y="19050"/>
                </a:lnTo>
                <a:lnTo>
                  <a:pt x="1854048" y="19050"/>
                </a:lnTo>
                <a:lnTo>
                  <a:pt x="1858366" y="14732"/>
                </a:lnTo>
                <a:lnTo>
                  <a:pt x="1858366" y="4318"/>
                </a:lnTo>
                <a:lnTo>
                  <a:pt x="1854048" y="0"/>
                </a:lnTo>
                <a:close/>
              </a:path>
              <a:path w="10390505" h="4652010">
                <a:moveTo>
                  <a:pt x="1886941" y="0"/>
                </a:moveTo>
                <a:lnTo>
                  <a:pt x="1881734" y="0"/>
                </a:lnTo>
                <a:lnTo>
                  <a:pt x="1877416" y="4318"/>
                </a:lnTo>
                <a:lnTo>
                  <a:pt x="1877416" y="14732"/>
                </a:lnTo>
                <a:lnTo>
                  <a:pt x="1881734" y="19050"/>
                </a:lnTo>
                <a:lnTo>
                  <a:pt x="1886941" y="19050"/>
                </a:lnTo>
                <a:lnTo>
                  <a:pt x="1886941" y="0"/>
                </a:lnTo>
                <a:close/>
              </a:path>
              <a:path w="10390505" h="4652010">
                <a:moveTo>
                  <a:pt x="1892275" y="0"/>
                </a:moveTo>
                <a:lnTo>
                  <a:pt x="1886941" y="0"/>
                </a:lnTo>
                <a:lnTo>
                  <a:pt x="1886941" y="19050"/>
                </a:lnTo>
                <a:lnTo>
                  <a:pt x="1892275" y="19050"/>
                </a:lnTo>
                <a:lnTo>
                  <a:pt x="1896466" y="14732"/>
                </a:lnTo>
                <a:lnTo>
                  <a:pt x="1896466" y="4318"/>
                </a:lnTo>
                <a:lnTo>
                  <a:pt x="1892275" y="0"/>
                </a:lnTo>
                <a:close/>
              </a:path>
              <a:path w="10390505" h="4652010">
                <a:moveTo>
                  <a:pt x="1925041" y="0"/>
                </a:moveTo>
                <a:lnTo>
                  <a:pt x="1919834" y="0"/>
                </a:lnTo>
                <a:lnTo>
                  <a:pt x="1915516" y="4318"/>
                </a:lnTo>
                <a:lnTo>
                  <a:pt x="1915516" y="14732"/>
                </a:lnTo>
                <a:lnTo>
                  <a:pt x="1919834" y="19050"/>
                </a:lnTo>
                <a:lnTo>
                  <a:pt x="1925041" y="19050"/>
                </a:lnTo>
                <a:lnTo>
                  <a:pt x="1925041" y="0"/>
                </a:lnTo>
                <a:close/>
              </a:path>
              <a:path w="10390505" h="4652010">
                <a:moveTo>
                  <a:pt x="1930375" y="0"/>
                </a:moveTo>
                <a:lnTo>
                  <a:pt x="1925041" y="0"/>
                </a:lnTo>
                <a:lnTo>
                  <a:pt x="1925041" y="19050"/>
                </a:lnTo>
                <a:lnTo>
                  <a:pt x="1930375" y="19050"/>
                </a:lnTo>
                <a:lnTo>
                  <a:pt x="1934566" y="14732"/>
                </a:lnTo>
                <a:lnTo>
                  <a:pt x="1934566" y="4318"/>
                </a:lnTo>
                <a:lnTo>
                  <a:pt x="1930375" y="0"/>
                </a:lnTo>
                <a:close/>
              </a:path>
              <a:path w="10390505" h="4652010">
                <a:moveTo>
                  <a:pt x="1963141" y="0"/>
                </a:moveTo>
                <a:lnTo>
                  <a:pt x="1957934" y="0"/>
                </a:lnTo>
                <a:lnTo>
                  <a:pt x="1953616" y="4318"/>
                </a:lnTo>
                <a:lnTo>
                  <a:pt x="1953616" y="14732"/>
                </a:lnTo>
                <a:lnTo>
                  <a:pt x="1957934" y="19050"/>
                </a:lnTo>
                <a:lnTo>
                  <a:pt x="1963141" y="19050"/>
                </a:lnTo>
                <a:lnTo>
                  <a:pt x="1963141" y="0"/>
                </a:lnTo>
                <a:close/>
              </a:path>
              <a:path w="10390505" h="4652010">
                <a:moveTo>
                  <a:pt x="1968475" y="0"/>
                </a:moveTo>
                <a:lnTo>
                  <a:pt x="1963141" y="0"/>
                </a:lnTo>
                <a:lnTo>
                  <a:pt x="1963141" y="19050"/>
                </a:lnTo>
                <a:lnTo>
                  <a:pt x="1968475" y="19050"/>
                </a:lnTo>
                <a:lnTo>
                  <a:pt x="1972666" y="14732"/>
                </a:lnTo>
                <a:lnTo>
                  <a:pt x="1972666" y="4318"/>
                </a:lnTo>
                <a:lnTo>
                  <a:pt x="1968475" y="0"/>
                </a:lnTo>
                <a:close/>
              </a:path>
              <a:path w="10390505" h="4652010">
                <a:moveTo>
                  <a:pt x="2001241" y="0"/>
                </a:moveTo>
                <a:lnTo>
                  <a:pt x="1996034" y="0"/>
                </a:lnTo>
                <a:lnTo>
                  <a:pt x="1991716" y="4318"/>
                </a:lnTo>
                <a:lnTo>
                  <a:pt x="1991716" y="14732"/>
                </a:lnTo>
                <a:lnTo>
                  <a:pt x="1996034" y="19050"/>
                </a:lnTo>
                <a:lnTo>
                  <a:pt x="2001241" y="19050"/>
                </a:lnTo>
                <a:lnTo>
                  <a:pt x="2001241" y="0"/>
                </a:lnTo>
                <a:close/>
              </a:path>
              <a:path w="10390505" h="4652010">
                <a:moveTo>
                  <a:pt x="2001368" y="12700"/>
                </a:moveTo>
                <a:lnTo>
                  <a:pt x="2001241" y="12700"/>
                </a:lnTo>
                <a:lnTo>
                  <a:pt x="2001241" y="19050"/>
                </a:lnTo>
                <a:lnTo>
                  <a:pt x="2001368" y="19050"/>
                </a:lnTo>
                <a:lnTo>
                  <a:pt x="2001368" y="12700"/>
                </a:lnTo>
                <a:close/>
              </a:path>
              <a:path w="10390505" h="4652010">
                <a:moveTo>
                  <a:pt x="2006575" y="0"/>
                </a:moveTo>
                <a:lnTo>
                  <a:pt x="2001368" y="0"/>
                </a:lnTo>
                <a:lnTo>
                  <a:pt x="2001368" y="19050"/>
                </a:lnTo>
                <a:lnTo>
                  <a:pt x="2006575" y="19050"/>
                </a:lnTo>
                <a:lnTo>
                  <a:pt x="2010893" y="14732"/>
                </a:lnTo>
                <a:lnTo>
                  <a:pt x="2010893" y="4318"/>
                </a:lnTo>
                <a:lnTo>
                  <a:pt x="2006575" y="0"/>
                </a:lnTo>
                <a:close/>
              </a:path>
              <a:path w="10390505" h="4652010">
                <a:moveTo>
                  <a:pt x="2001368" y="0"/>
                </a:moveTo>
                <a:lnTo>
                  <a:pt x="2001241" y="0"/>
                </a:lnTo>
                <a:lnTo>
                  <a:pt x="2001241" y="6350"/>
                </a:lnTo>
                <a:lnTo>
                  <a:pt x="2001368" y="6350"/>
                </a:lnTo>
                <a:lnTo>
                  <a:pt x="2001368" y="0"/>
                </a:lnTo>
                <a:close/>
              </a:path>
              <a:path w="10390505" h="4652010">
                <a:moveTo>
                  <a:pt x="2039468" y="0"/>
                </a:moveTo>
                <a:lnTo>
                  <a:pt x="2034134" y="0"/>
                </a:lnTo>
                <a:lnTo>
                  <a:pt x="2029943" y="4318"/>
                </a:lnTo>
                <a:lnTo>
                  <a:pt x="2029943" y="14732"/>
                </a:lnTo>
                <a:lnTo>
                  <a:pt x="2034134" y="19050"/>
                </a:lnTo>
                <a:lnTo>
                  <a:pt x="2039468" y="19050"/>
                </a:lnTo>
                <a:lnTo>
                  <a:pt x="2039468" y="0"/>
                </a:lnTo>
                <a:close/>
              </a:path>
              <a:path w="10390505" h="4652010">
                <a:moveTo>
                  <a:pt x="2044675" y="0"/>
                </a:moveTo>
                <a:lnTo>
                  <a:pt x="2039468" y="0"/>
                </a:lnTo>
                <a:lnTo>
                  <a:pt x="2039468" y="19050"/>
                </a:lnTo>
                <a:lnTo>
                  <a:pt x="2044675" y="19050"/>
                </a:lnTo>
                <a:lnTo>
                  <a:pt x="2048993" y="14732"/>
                </a:lnTo>
                <a:lnTo>
                  <a:pt x="2048993" y="4318"/>
                </a:lnTo>
                <a:lnTo>
                  <a:pt x="2044675" y="0"/>
                </a:lnTo>
                <a:close/>
              </a:path>
              <a:path w="10390505" h="4652010">
                <a:moveTo>
                  <a:pt x="2077568" y="0"/>
                </a:moveTo>
                <a:lnTo>
                  <a:pt x="2072234" y="0"/>
                </a:lnTo>
                <a:lnTo>
                  <a:pt x="2068043" y="4318"/>
                </a:lnTo>
                <a:lnTo>
                  <a:pt x="2068043" y="14732"/>
                </a:lnTo>
                <a:lnTo>
                  <a:pt x="2072234" y="19050"/>
                </a:lnTo>
                <a:lnTo>
                  <a:pt x="2077568" y="19050"/>
                </a:lnTo>
                <a:lnTo>
                  <a:pt x="2077568" y="0"/>
                </a:lnTo>
                <a:close/>
              </a:path>
              <a:path w="10390505" h="4652010">
                <a:moveTo>
                  <a:pt x="2082775" y="0"/>
                </a:moveTo>
                <a:lnTo>
                  <a:pt x="2077568" y="0"/>
                </a:lnTo>
                <a:lnTo>
                  <a:pt x="2077568" y="19050"/>
                </a:lnTo>
                <a:lnTo>
                  <a:pt x="2082775" y="19050"/>
                </a:lnTo>
                <a:lnTo>
                  <a:pt x="2087093" y="14732"/>
                </a:lnTo>
                <a:lnTo>
                  <a:pt x="2087093" y="4318"/>
                </a:lnTo>
                <a:lnTo>
                  <a:pt x="2082775" y="0"/>
                </a:lnTo>
                <a:close/>
              </a:path>
              <a:path w="10390505" h="4652010">
                <a:moveTo>
                  <a:pt x="2115668" y="0"/>
                </a:moveTo>
                <a:lnTo>
                  <a:pt x="2110461" y="0"/>
                </a:lnTo>
                <a:lnTo>
                  <a:pt x="2106143" y="4318"/>
                </a:lnTo>
                <a:lnTo>
                  <a:pt x="2106143" y="14732"/>
                </a:lnTo>
                <a:lnTo>
                  <a:pt x="2110461" y="19050"/>
                </a:lnTo>
                <a:lnTo>
                  <a:pt x="2115668" y="19050"/>
                </a:lnTo>
                <a:lnTo>
                  <a:pt x="2115668" y="0"/>
                </a:lnTo>
                <a:close/>
              </a:path>
              <a:path w="10390505" h="4652010">
                <a:moveTo>
                  <a:pt x="2121002" y="0"/>
                </a:moveTo>
                <a:lnTo>
                  <a:pt x="2115668" y="0"/>
                </a:lnTo>
                <a:lnTo>
                  <a:pt x="2115668" y="19050"/>
                </a:lnTo>
                <a:lnTo>
                  <a:pt x="2121002" y="19050"/>
                </a:lnTo>
                <a:lnTo>
                  <a:pt x="2125193" y="14732"/>
                </a:lnTo>
                <a:lnTo>
                  <a:pt x="2125193" y="4318"/>
                </a:lnTo>
                <a:lnTo>
                  <a:pt x="2121002" y="0"/>
                </a:lnTo>
                <a:close/>
              </a:path>
              <a:path w="10390505" h="4652010">
                <a:moveTo>
                  <a:pt x="2153768" y="0"/>
                </a:moveTo>
                <a:lnTo>
                  <a:pt x="2148561" y="0"/>
                </a:lnTo>
                <a:lnTo>
                  <a:pt x="2144243" y="4318"/>
                </a:lnTo>
                <a:lnTo>
                  <a:pt x="2144243" y="14732"/>
                </a:lnTo>
                <a:lnTo>
                  <a:pt x="2148561" y="19050"/>
                </a:lnTo>
                <a:lnTo>
                  <a:pt x="2153768" y="19050"/>
                </a:lnTo>
                <a:lnTo>
                  <a:pt x="2153768" y="0"/>
                </a:lnTo>
                <a:close/>
              </a:path>
              <a:path w="10390505" h="4652010">
                <a:moveTo>
                  <a:pt x="2159102" y="0"/>
                </a:moveTo>
                <a:lnTo>
                  <a:pt x="2153768" y="0"/>
                </a:lnTo>
                <a:lnTo>
                  <a:pt x="2153768" y="19050"/>
                </a:lnTo>
                <a:lnTo>
                  <a:pt x="2159102" y="19050"/>
                </a:lnTo>
                <a:lnTo>
                  <a:pt x="2163293" y="14732"/>
                </a:lnTo>
                <a:lnTo>
                  <a:pt x="2163293" y="4318"/>
                </a:lnTo>
                <a:lnTo>
                  <a:pt x="2159102" y="0"/>
                </a:lnTo>
                <a:close/>
              </a:path>
              <a:path w="10390505" h="4652010">
                <a:moveTo>
                  <a:pt x="2191868" y="0"/>
                </a:moveTo>
                <a:lnTo>
                  <a:pt x="2186661" y="0"/>
                </a:lnTo>
                <a:lnTo>
                  <a:pt x="2182343" y="4318"/>
                </a:lnTo>
                <a:lnTo>
                  <a:pt x="2182343" y="14732"/>
                </a:lnTo>
                <a:lnTo>
                  <a:pt x="2186661" y="19050"/>
                </a:lnTo>
                <a:lnTo>
                  <a:pt x="2191868" y="19050"/>
                </a:lnTo>
                <a:lnTo>
                  <a:pt x="2191868" y="0"/>
                </a:lnTo>
                <a:close/>
              </a:path>
              <a:path w="10390505" h="4652010">
                <a:moveTo>
                  <a:pt x="2197202" y="0"/>
                </a:moveTo>
                <a:lnTo>
                  <a:pt x="2191868" y="0"/>
                </a:lnTo>
                <a:lnTo>
                  <a:pt x="2191868" y="19050"/>
                </a:lnTo>
                <a:lnTo>
                  <a:pt x="2197202" y="19050"/>
                </a:lnTo>
                <a:lnTo>
                  <a:pt x="2201393" y="14732"/>
                </a:lnTo>
                <a:lnTo>
                  <a:pt x="2201393" y="4318"/>
                </a:lnTo>
                <a:lnTo>
                  <a:pt x="2197202" y="0"/>
                </a:lnTo>
                <a:close/>
              </a:path>
              <a:path w="10390505" h="4652010">
                <a:moveTo>
                  <a:pt x="2229968" y="0"/>
                </a:moveTo>
                <a:lnTo>
                  <a:pt x="2224761" y="0"/>
                </a:lnTo>
                <a:lnTo>
                  <a:pt x="2220443" y="4318"/>
                </a:lnTo>
                <a:lnTo>
                  <a:pt x="2220443" y="14732"/>
                </a:lnTo>
                <a:lnTo>
                  <a:pt x="2224761" y="19050"/>
                </a:lnTo>
                <a:lnTo>
                  <a:pt x="2229968" y="19050"/>
                </a:lnTo>
                <a:lnTo>
                  <a:pt x="2229968" y="0"/>
                </a:lnTo>
                <a:close/>
              </a:path>
              <a:path w="10390505" h="4652010">
                <a:moveTo>
                  <a:pt x="2235302" y="0"/>
                </a:moveTo>
                <a:lnTo>
                  <a:pt x="2230095" y="0"/>
                </a:lnTo>
                <a:lnTo>
                  <a:pt x="2230095" y="19050"/>
                </a:lnTo>
                <a:lnTo>
                  <a:pt x="2235302" y="19050"/>
                </a:lnTo>
                <a:lnTo>
                  <a:pt x="2239620" y="14732"/>
                </a:lnTo>
                <a:lnTo>
                  <a:pt x="2239620" y="4318"/>
                </a:lnTo>
                <a:lnTo>
                  <a:pt x="2235302" y="0"/>
                </a:lnTo>
                <a:close/>
              </a:path>
              <a:path w="10390505" h="4652010">
                <a:moveTo>
                  <a:pt x="2268195" y="0"/>
                </a:moveTo>
                <a:lnTo>
                  <a:pt x="2262861" y="0"/>
                </a:lnTo>
                <a:lnTo>
                  <a:pt x="2258670" y="4318"/>
                </a:lnTo>
                <a:lnTo>
                  <a:pt x="2258670" y="14732"/>
                </a:lnTo>
                <a:lnTo>
                  <a:pt x="2262861" y="19050"/>
                </a:lnTo>
                <a:lnTo>
                  <a:pt x="2268195" y="19050"/>
                </a:lnTo>
                <a:lnTo>
                  <a:pt x="2268195" y="0"/>
                </a:lnTo>
                <a:close/>
              </a:path>
              <a:path w="10390505" h="4652010">
                <a:moveTo>
                  <a:pt x="2273402" y="0"/>
                </a:moveTo>
                <a:lnTo>
                  <a:pt x="2268195" y="0"/>
                </a:lnTo>
                <a:lnTo>
                  <a:pt x="2268195" y="19050"/>
                </a:lnTo>
                <a:lnTo>
                  <a:pt x="2273402" y="19050"/>
                </a:lnTo>
                <a:lnTo>
                  <a:pt x="2277720" y="14732"/>
                </a:lnTo>
                <a:lnTo>
                  <a:pt x="2277720" y="4318"/>
                </a:lnTo>
                <a:lnTo>
                  <a:pt x="2273402" y="0"/>
                </a:lnTo>
                <a:close/>
              </a:path>
              <a:path w="10390505" h="4652010">
                <a:moveTo>
                  <a:pt x="2306295" y="0"/>
                </a:moveTo>
                <a:lnTo>
                  <a:pt x="2300961" y="0"/>
                </a:lnTo>
                <a:lnTo>
                  <a:pt x="2296770" y="4318"/>
                </a:lnTo>
                <a:lnTo>
                  <a:pt x="2296770" y="14732"/>
                </a:lnTo>
                <a:lnTo>
                  <a:pt x="2300961" y="19050"/>
                </a:lnTo>
                <a:lnTo>
                  <a:pt x="2306295" y="19050"/>
                </a:lnTo>
                <a:lnTo>
                  <a:pt x="2306295" y="0"/>
                </a:lnTo>
                <a:close/>
              </a:path>
              <a:path w="10390505" h="4652010">
                <a:moveTo>
                  <a:pt x="2311502" y="0"/>
                </a:moveTo>
                <a:lnTo>
                  <a:pt x="2306295" y="0"/>
                </a:lnTo>
                <a:lnTo>
                  <a:pt x="2306295" y="19050"/>
                </a:lnTo>
                <a:lnTo>
                  <a:pt x="2311502" y="19050"/>
                </a:lnTo>
                <a:lnTo>
                  <a:pt x="2315820" y="14732"/>
                </a:lnTo>
                <a:lnTo>
                  <a:pt x="2315820" y="4318"/>
                </a:lnTo>
                <a:lnTo>
                  <a:pt x="2311502" y="0"/>
                </a:lnTo>
                <a:close/>
              </a:path>
              <a:path w="10390505" h="4652010">
                <a:moveTo>
                  <a:pt x="2344395" y="0"/>
                </a:moveTo>
                <a:lnTo>
                  <a:pt x="2339061" y="0"/>
                </a:lnTo>
                <a:lnTo>
                  <a:pt x="2334870" y="4318"/>
                </a:lnTo>
                <a:lnTo>
                  <a:pt x="2334870" y="14732"/>
                </a:lnTo>
                <a:lnTo>
                  <a:pt x="2339061" y="19050"/>
                </a:lnTo>
                <a:lnTo>
                  <a:pt x="2344395" y="19050"/>
                </a:lnTo>
                <a:lnTo>
                  <a:pt x="2344395" y="0"/>
                </a:lnTo>
                <a:close/>
              </a:path>
              <a:path w="10390505" h="4652010">
                <a:moveTo>
                  <a:pt x="2349602" y="0"/>
                </a:moveTo>
                <a:lnTo>
                  <a:pt x="2344395" y="0"/>
                </a:lnTo>
                <a:lnTo>
                  <a:pt x="2344395" y="19050"/>
                </a:lnTo>
                <a:lnTo>
                  <a:pt x="2349602" y="19050"/>
                </a:lnTo>
                <a:lnTo>
                  <a:pt x="2353920" y="14732"/>
                </a:lnTo>
                <a:lnTo>
                  <a:pt x="2353920" y="4318"/>
                </a:lnTo>
                <a:lnTo>
                  <a:pt x="2349602" y="0"/>
                </a:lnTo>
                <a:close/>
              </a:path>
              <a:path w="10390505" h="4652010">
                <a:moveTo>
                  <a:pt x="2382495" y="0"/>
                </a:moveTo>
                <a:lnTo>
                  <a:pt x="2377288" y="0"/>
                </a:lnTo>
                <a:lnTo>
                  <a:pt x="2372970" y="4318"/>
                </a:lnTo>
                <a:lnTo>
                  <a:pt x="2372970" y="14732"/>
                </a:lnTo>
                <a:lnTo>
                  <a:pt x="2377288" y="19050"/>
                </a:lnTo>
                <a:lnTo>
                  <a:pt x="2382495" y="19050"/>
                </a:lnTo>
                <a:lnTo>
                  <a:pt x="2382495" y="0"/>
                </a:lnTo>
                <a:close/>
              </a:path>
              <a:path w="10390505" h="4652010">
                <a:moveTo>
                  <a:pt x="2387829" y="0"/>
                </a:moveTo>
                <a:lnTo>
                  <a:pt x="2382495" y="0"/>
                </a:lnTo>
                <a:lnTo>
                  <a:pt x="2382495" y="19050"/>
                </a:lnTo>
                <a:lnTo>
                  <a:pt x="2387829" y="19050"/>
                </a:lnTo>
                <a:lnTo>
                  <a:pt x="2392020" y="14732"/>
                </a:lnTo>
                <a:lnTo>
                  <a:pt x="2392020" y="4318"/>
                </a:lnTo>
                <a:lnTo>
                  <a:pt x="2387829" y="0"/>
                </a:lnTo>
                <a:close/>
              </a:path>
              <a:path w="10390505" h="4652010">
                <a:moveTo>
                  <a:pt x="2420595" y="0"/>
                </a:moveTo>
                <a:lnTo>
                  <a:pt x="2415388" y="0"/>
                </a:lnTo>
                <a:lnTo>
                  <a:pt x="2411070" y="4318"/>
                </a:lnTo>
                <a:lnTo>
                  <a:pt x="2411070" y="14732"/>
                </a:lnTo>
                <a:lnTo>
                  <a:pt x="2415388" y="19050"/>
                </a:lnTo>
                <a:lnTo>
                  <a:pt x="2420595" y="19050"/>
                </a:lnTo>
                <a:lnTo>
                  <a:pt x="2420595" y="0"/>
                </a:lnTo>
                <a:close/>
              </a:path>
              <a:path w="10390505" h="4652010">
                <a:moveTo>
                  <a:pt x="2425929" y="0"/>
                </a:moveTo>
                <a:lnTo>
                  <a:pt x="2420595" y="0"/>
                </a:lnTo>
                <a:lnTo>
                  <a:pt x="2420595" y="19050"/>
                </a:lnTo>
                <a:lnTo>
                  <a:pt x="2425929" y="19050"/>
                </a:lnTo>
                <a:lnTo>
                  <a:pt x="2430120" y="14732"/>
                </a:lnTo>
                <a:lnTo>
                  <a:pt x="2430120" y="4318"/>
                </a:lnTo>
                <a:lnTo>
                  <a:pt x="2425929" y="0"/>
                </a:lnTo>
                <a:close/>
              </a:path>
              <a:path w="10390505" h="4652010">
                <a:moveTo>
                  <a:pt x="2458695" y="0"/>
                </a:moveTo>
                <a:lnTo>
                  <a:pt x="2453488" y="0"/>
                </a:lnTo>
                <a:lnTo>
                  <a:pt x="2449170" y="4318"/>
                </a:lnTo>
                <a:lnTo>
                  <a:pt x="2449170" y="14732"/>
                </a:lnTo>
                <a:lnTo>
                  <a:pt x="2453488" y="19050"/>
                </a:lnTo>
                <a:lnTo>
                  <a:pt x="2458695" y="19050"/>
                </a:lnTo>
                <a:lnTo>
                  <a:pt x="2458695" y="0"/>
                </a:lnTo>
                <a:close/>
              </a:path>
              <a:path w="10390505" h="4652010">
                <a:moveTo>
                  <a:pt x="2464029" y="0"/>
                </a:moveTo>
                <a:lnTo>
                  <a:pt x="2458695" y="0"/>
                </a:lnTo>
                <a:lnTo>
                  <a:pt x="2458695" y="19050"/>
                </a:lnTo>
                <a:lnTo>
                  <a:pt x="2464029" y="19050"/>
                </a:lnTo>
                <a:lnTo>
                  <a:pt x="2468220" y="14732"/>
                </a:lnTo>
                <a:lnTo>
                  <a:pt x="2468220" y="4318"/>
                </a:lnTo>
                <a:lnTo>
                  <a:pt x="2464029" y="0"/>
                </a:lnTo>
                <a:close/>
              </a:path>
              <a:path w="10390505" h="4652010">
                <a:moveTo>
                  <a:pt x="2496795" y="0"/>
                </a:moveTo>
                <a:lnTo>
                  <a:pt x="2491588" y="0"/>
                </a:lnTo>
                <a:lnTo>
                  <a:pt x="2487270" y="4318"/>
                </a:lnTo>
                <a:lnTo>
                  <a:pt x="2487270" y="14732"/>
                </a:lnTo>
                <a:lnTo>
                  <a:pt x="2491588" y="19050"/>
                </a:lnTo>
                <a:lnTo>
                  <a:pt x="2496795" y="19050"/>
                </a:lnTo>
                <a:lnTo>
                  <a:pt x="2496795" y="0"/>
                </a:lnTo>
                <a:close/>
              </a:path>
              <a:path w="10390505" h="4652010">
                <a:moveTo>
                  <a:pt x="2502129" y="0"/>
                </a:moveTo>
                <a:lnTo>
                  <a:pt x="2496922" y="0"/>
                </a:lnTo>
                <a:lnTo>
                  <a:pt x="2496922" y="19050"/>
                </a:lnTo>
                <a:lnTo>
                  <a:pt x="2502129" y="19050"/>
                </a:lnTo>
                <a:lnTo>
                  <a:pt x="2506447" y="14732"/>
                </a:lnTo>
                <a:lnTo>
                  <a:pt x="2506447" y="4318"/>
                </a:lnTo>
                <a:lnTo>
                  <a:pt x="2502129" y="0"/>
                </a:lnTo>
                <a:close/>
              </a:path>
              <a:path w="10390505" h="4652010">
                <a:moveTo>
                  <a:pt x="2535022" y="0"/>
                </a:moveTo>
                <a:lnTo>
                  <a:pt x="2529688" y="0"/>
                </a:lnTo>
                <a:lnTo>
                  <a:pt x="2525497" y="4318"/>
                </a:lnTo>
                <a:lnTo>
                  <a:pt x="2525497" y="14732"/>
                </a:lnTo>
                <a:lnTo>
                  <a:pt x="2529688" y="19050"/>
                </a:lnTo>
                <a:lnTo>
                  <a:pt x="2535022" y="19050"/>
                </a:lnTo>
                <a:lnTo>
                  <a:pt x="2535022" y="0"/>
                </a:lnTo>
                <a:close/>
              </a:path>
              <a:path w="10390505" h="4652010">
                <a:moveTo>
                  <a:pt x="2540229" y="0"/>
                </a:moveTo>
                <a:lnTo>
                  <a:pt x="2535022" y="0"/>
                </a:lnTo>
                <a:lnTo>
                  <a:pt x="2535022" y="19050"/>
                </a:lnTo>
                <a:lnTo>
                  <a:pt x="2540229" y="19050"/>
                </a:lnTo>
                <a:lnTo>
                  <a:pt x="2544547" y="14732"/>
                </a:lnTo>
                <a:lnTo>
                  <a:pt x="2544547" y="4318"/>
                </a:lnTo>
                <a:lnTo>
                  <a:pt x="2540229" y="0"/>
                </a:lnTo>
                <a:close/>
              </a:path>
              <a:path w="10390505" h="4652010">
                <a:moveTo>
                  <a:pt x="2573122" y="0"/>
                </a:moveTo>
                <a:lnTo>
                  <a:pt x="2567788" y="0"/>
                </a:lnTo>
                <a:lnTo>
                  <a:pt x="2563597" y="4318"/>
                </a:lnTo>
                <a:lnTo>
                  <a:pt x="2563597" y="14732"/>
                </a:lnTo>
                <a:lnTo>
                  <a:pt x="2567788" y="19050"/>
                </a:lnTo>
                <a:lnTo>
                  <a:pt x="2573122" y="19050"/>
                </a:lnTo>
                <a:lnTo>
                  <a:pt x="2573122" y="0"/>
                </a:lnTo>
                <a:close/>
              </a:path>
              <a:path w="10390505" h="4652010">
                <a:moveTo>
                  <a:pt x="2578329" y="0"/>
                </a:moveTo>
                <a:lnTo>
                  <a:pt x="2573122" y="0"/>
                </a:lnTo>
                <a:lnTo>
                  <a:pt x="2573122" y="19050"/>
                </a:lnTo>
                <a:lnTo>
                  <a:pt x="2578329" y="19050"/>
                </a:lnTo>
                <a:lnTo>
                  <a:pt x="2582647" y="14732"/>
                </a:lnTo>
                <a:lnTo>
                  <a:pt x="2582647" y="4318"/>
                </a:lnTo>
                <a:lnTo>
                  <a:pt x="2578329" y="0"/>
                </a:lnTo>
                <a:close/>
              </a:path>
              <a:path w="10390505" h="4652010">
                <a:moveTo>
                  <a:pt x="2611222" y="0"/>
                </a:moveTo>
                <a:lnTo>
                  <a:pt x="2605888" y="0"/>
                </a:lnTo>
                <a:lnTo>
                  <a:pt x="2601697" y="4318"/>
                </a:lnTo>
                <a:lnTo>
                  <a:pt x="2601697" y="14732"/>
                </a:lnTo>
                <a:lnTo>
                  <a:pt x="2605888" y="19050"/>
                </a:lnTo>
                <a:lnTo>
                  <a:pt x="2611222" y="19050"/>
                </a:lnTo>
                <a:lnTo>
                  <a:pt x="2611222" y="0"/>
                </a:lnTo>
                <a:close/>
              </a:path>
              <a:path w="10390505" h="4652010">
                <a:moveTo>
                  <a:pt x="2616429" y="0"/>
                </a:moveTo>
                <a:lnTo>
                  <a:pt x="2611222" y="0"/>
                </a:lnTo>
                <a:lnTo>
                  <a:pt x="2611222" y="19050"/>
                </a:lnTo>
                <a:lnTo>
                  <a:pt x="2616429" y="19050"/>
                </a:lnTo>
                <a:lnTo>
                  <a:pt x="2620747" y="14732"/>
                </a:lnTo>
                <a:lnTo>
                  <a:pt x="2620747" y="4318"/>
                </a:lnTo>
                <a:lnTo>
                  <a:pt x="2616429" y="0"/>
                </a:lnTo>
                <a:close/>
              </a:path>
              <a:path w="10390505" h="4652010">
                <a:moveTo>
                  <a:pt x="2649322" y="0"/>
                </a:moveTo>
                <a:lnTo>
                  <a:pt x="2644115" y="0"/>
                </a:lnTo>
                <a:lnTo>
                  <a:pt x="2639797" y="4318"/>
                </a:lnTo>
                <a:lnTo>
                  <a:pt x="2639797" y="14732"/>
                </a:lnTo>
                <a:lnTo>
                  <a:pt x="2644115" y="19050"/>
                </a:lnTo>
                <a:lnTo>
                  <a:pt x="2649322" y="19050"/>
                </a:lnTo>
                <a:lnTo>
                  <a:pt x="2649322" y="0"/>
                </a:lnTo>
                <a:close/>
              </a:path>
              <a:path w="10390505" h="4652010">
                <a:moveTo>
                  <a:pt x="2654656" y="0"/>
                </a:moveTo>
                <a:lnTo>
                  <a:pt x="2649322" y="0"/>
                </a:lnTo>
                <a:lnTo>
                  <a:pt x="2649322" y="19050"/>
                </a:lnTo>
                <a:lnTo>
                  <a:pt x="2654656" y="19050"/>
                </a:lnTo>
                <a:lnTo>
                  <a:pt x="2658847" y="14732"/>
                </a:lnTo>
                <a:lnTo>
                  <a:pt x="2658847" y="4318"/>
                </a:lnTo>
                <a:lnTo>
                  <a:pt x="2654656" y="0"/>
                </a:lnTo>
                <a:close/>
              </a:path>
              <a:path w="10390505" h="4652010">
                <a:moveTo>
                  <a:pt x="2687422" y="0"/>
                </a:moveTo>
                <a:lnTo>
                  <a:pt x="2682215" y="0"/>
                </a:lnTo>
                <a:lnTo>
                  <a:pt x="2677897" y="4318"/>
                </a:lnTo>
                <a:lnTo>
                  <a:pt x="2677897" y="14732"/>
                </a:lnTo>
                <a:lnTo>
                  <a:pt x="2682215" y="19050"/>
                </a:lnTo>
                <a:lnTo>
                  <a:pt x="2687422" y="19050"/>
                </a:lnTo>
                <a:lnTo>
                  <a:pt x="2687422" y="0"/>
                </a:lnTo>
                <a:close/>
              </a:path>
              <a:path w="10390505" h="4652010">
                <a:moveTo>
                  <a:pt x="2692756" y="0"/>
                </a:moveTo>
                <a:lnTo>
                  <a:pt x="2687422" y="0"/>
                </a:lnTo>
                <a:lnTo>
                  <a:pt x="2687422" y="19050"/>
                </a:lnTo>
                <a:lnTo>
                  <a:pt x="2692756" y="19050"/>
                </a:lnTo>
                <a:lnTo>
                  <a:pt x="2696947" y="14732"/>
                </a:lnTo>
                <a:lnTo>
                  <a:pt x="2696947" y="4318"/>
                </a:lnTo>
                <a:lnTo>
                  <a:pt x="2692756" y="0"/>
                </a:lnTo>
                <a:close/>
              </a:path>
              <a:path w="10390505" h="4652010">
                <a:moveTo>
                  <a:pt x="2725522" y="0"/>
                </a:moveTo>
                <a:lnTo>
                  <a:pt x="2720315" y="0"/>
                </a:lnTo>
                <a:lnTo>
                  <a:pt x="2715997" y="4318"/>
                </a:lnTo>
                <a:lnTo>
                  <a:pt x="2715997" y="14732"/>
                </a:lnTo>
                <a:lnTo>
                  <a:pt x="2720315" y="19050"/>
                </a:lnTo>
                <a:lnTo>
                  <a:pt x="2725522" y="19050"/>
                </a:lnTo>
                <a:lnTo>
                  <a:pt x="2725522" y="0"/>
                </a:lnTo>
                <a:close/>
              </a:path>
              <a:path w="10390505" h="4652010">
                <a:moveTo>
                  <a:pt x="2730856" y="0"/>
                </a:moveTo>
                <a:lnTo>
                  <a:pt x="2725522" y="0"/>
                </a:lnTo>
                <a:lnTo>
                  <a:pt x="2725522" y="19050"/>
                </a:lnTo>
                <a:lnTo>
                  <a:pt x="2730856" y="19050"/>
                </a:lnTo>
                <a:lnTo>
                  <a:pt x="2735047" y="14732"/>
                </a:lnTo>
                <a:lnTo>
                  <a:pt x="2735047" y="4318"/>
                </a:lnTo>
                <a:lnTo>
                  <a:pt x="2730856" y="0"/>
                </a:lnTo>
                <a:close/>
              </a:path>
              <a:path w="10390505" h="4652010">
                <a:moveTo>
                  <a:pt x="2763622" y="0"/>
                </a:moveTo>
                <a:lnTo>
                  <a:pt x="2758415" y="0"/>
                </a:lnTo>
                <a:lnTo>
                  <a:pt x="2754097" y="4318"/>
                </a:lnTo>
                <a:lnTo>
                  <a:pt x="2754097" y="14732"/>
                </a:lnTo>
                <a:lnTo>
                  <a:pt x="2758415" y="19050"/>
                </a:lnTo>
                <a:lnTo>
                  <a:pt x="2763622" y="19050"/>
                </a:lnTo>
                <a:lnTo>
                  <a:pt x="2763622" y="0"/>
                </a:lnTo>
                <a:close/>
              </a:path>
              <a:path w="10390505" h="4652010">
                <a:moveTo>
                  <a:pt x="2768956" y="0"/>
                </a:moveTo>
                <a:lnTo>
                  <a:pt x="2763749" y="0"/>
                </a:lnTo>
                <a:lnTo>
                  <a:pt x="2763749" y="19050"/>
                </a:lnTo>
                <a:lnTo>
                  <a:pt x="2768956" y="19050"/>
                </a:lnTo>
                <a:lnTo>
                  <a:pt x="2773274" y="14732"/>
                </a:lnTo>
                <a:lnTo>
                  <a:pt x="2773274" y="4318"/>
                </a:lnTo>
                <a:lnTo>
                  <a:pt x="2768956" y="0"/>
                </a:lnTo>
                <a:close/>
              </a:path>
              <a:path w="10390505" h="4652010">
                <a:moveTo>
                  <a:pt x="2801849" y="0"/>
                </a:moveTo>
                <a:lnTo>
                  <a:pt x="2796515" y="0"/>
                </a:lnTo>
                <a:lnTo>
                  <a:pt x="2792324" y="4318"/>
                </a:lnTo>
                <a:lnTo>
                  <a:pt x="2792324" y="14732"/>
                </a:lnTo>
                <a:lnTo>
                  <a:pt x="2796515" y="19050"/>
                </a:lnTo>
                <a:lnTo>
                  <a:pt x="2801849" y="19050"/>
                </a:lnTo>
                <a:lnTo>
                  <a:pt x="2801849" y="0"/>
                </a:lnTo>
                <a:close/>
              </a:path>
              <a:path w="10390505" h="4652010">
                <a:moveTo>
                  <a:pt x="2807056" y="0"/>
                </a:moveTo>
                <a:lnTo>
                  <a:pt x="2801849" y="0"/>
                </a:lnTo>
                <a:lnTo>
                  <a:pt x="2801849" y="19050"/>
                </a:lnTo>
                <a:lnTo>
                  <a:pt x="2807056" y="19050"/>
                </a:lnTo>
                <a:lnTo>
                  <a:pt x="2811374" y="14732"/>
                </a:lnTo>
                <a:lnTo>
                  <a:pt x="2811374" y="4318"/>
                </a:lnTo>
                <a:lnTo>
                  <a:pt x="2807056" y="0"/>
                </a:lnTo>
                <a:close/>
              </a:path>
              <a:path w="10390505" h="4652010">
                <a:moveTo>
                  <a:pt x="2839949" y="0"/>
                </a:moveTo>
                <a:lnTo>
                  <a:pt x="2834615" y="0"/>
                </a:lnTo>
                <a:lnTo>
                  <a:pt x="2830424" y="4318"/>
                </a:lnTo>
                <a:lnTo>
                  <a:pt x="2830424" y="14732"/>
                </a:lnTo>
                <a:lnTo>
                  <a:pt x="2834615" y="19050"/>
                </a:lnTo>
                <a:lnTo>
                  <a:pt x="2839949" y="19050"/>
                </a:lnTo>
                <a:lnTo>
                  <a:pt x="2839949" y="0"/>
                </a:lnTo>
                <a:close/>
              </a:path>
              <a:path w="10390505" h="4652010">
                <a:moveTo>
                  <a:pt x="2845156" y="0"/>
                </a:moveTo>
                <a:lnTo>
                  <a:pt x="2839949" y="0"/>
                </a:lnTo>
                <a:lnTo>
                  <a:pt x="2839949" y="19050"/>
                </a:lnTo>
                <a:lnTo>
                  <a:pt x="2845156" y="19050"/>
                </a:lnTo>
                <a:lnTo>
                  <a:pt x="2849474" y="14732"/>
                </a:lnTo>
                <a:lnTo>
                  <a:pt x="2849474" y="4318"/>
                </a:lnTo>
                <a:lnTo>
                  <a:pt x="2845156" y="0"/>
                </a:lnTo>
                <a:close/>
              </a:path>
              <a:path w="10390505" h="4652010">
                <a:moveTo>
                  <a:pt x="2878049" y="0"/>
                </a:moveTo>
                <a:lnTo>
                  <a:pt x="2872842" y="0"/>
                </a:lnTo>
                <a:lnTo>
                  <a:pt x="2868524" y="4318"/>
                </a:lnTo>
                <a:lnTo>
                  <a:pt x="2868524" y="14732"/>
                </a:lnTo>
                <a:lnTo>
                  <a:pt x="2872842" y="19050"/>
                </a:lnTo>
                <a:lnTo>
                  <a:pt x="2878049" y="19050"/>
                </a:lnTo>
                <a:lnTo>
                  <a:pt x="2878049" y="0"/>
                </a:lnTo>
                <a:close/>
              </a:path>
              <a:path w="10390505" h="4652010">
                <a:moveTo>
                  <a:pt x="2883383" y="0"/>
                </a:moveTo>
                <a:lnTo>
                  <a:pt x="2878049" y="0"/>
                </a:lnTo>
                <a:lnTo>
                  <a:pt x="2878049" y="19050"/>
                </a:lnTo>
                <a:lnTo>
                  <a:pt x="2883383" y="19050"/>
                </a:lnTo>
                <a:lnTo>
                  <a:pt x="2887574" y="14732"/>
                </a:lnTo>
                <a:lnTo>
                  <a:pt x="2887574" y="4318"/>
                </a:lnTo>
                <a:lnTo>
                  <a:pt x="2883383" y="0"/>
                </a:lnTo>
                <a:close/>
              </a:path>
              <a:path w="10390505" h="4652010">
                <a:moveTo>
                  <a:pt x="2916149" y="0"/>
                </a:moveTo>
                <a:lnTo>
                  <a:pt x="2910942" y="0"/>
                </a:lnTo>
                <a:lnTo>
                  <a:pt x="2906624" y="4318"/>
                </a:lnTo>
                <a:lnTo>
                  <a:pt x="2906624" y="14732"/>
                </a:lnTo>
                <a:lnTo>
                  <a:pt x="2910942" y="19050"/>
                </a:lnTo>
                <a:lnTo>
                  <a:pt x="2916149" y="19050"/>
                </a:lnTo>
                <a:lnTo>
                  <a:pt x="2916149" y="0"/>
                </a:lnTo>
                <a:close/>
              </a:path>
              <a:path w="10390505" h="4652010">
                <a:moveTo>
                  <a:pt x="2921483" y="0"/>
                </a:moveTo>
                <a:lnTo>
                  <a:pt x="2916149" y="0"/>
                </a:lnTo>
                <a:lnTo>
                  <a:pt x="2916149" y="19050"/>
                </a:lnTo>
                <a:lnTo>
                  <a:pt x="2921483" y="19050"/>
                </a:lnTo>
                <a:lnTo>
                  <a:pt x="2925674" y="14732"/>
                </a:lnTo>
                <a:lnTo>
                  <a:pt x="2925674" y="4318"/>
                </a:lnTo>
                <a:lnTo>
                  <a:pt x="2921483" y="0"/>
                </a:lnTo>
                <a:close/>
              </a:path>
              <a:path w="10390505" h="4652010">
                <a:moveTo>
                  <a:pt x="2954249" y="0"/>
                </a:moveTo>
                <a:lnTo>
                  <a:pt x="2949042" y="0"/>
                </a:lnTo>
                <a:lnTo>
                  <a:pt x="2944724" y="4318"/>
                </a:lnTo>
                <a:lnTo>
                  <a:pt x="2944724" y="14732"/>
                </a:lnTo>
                <a:lnTo>
                  <a:pt x="2949042" y="19050"/>
                </a:lnTo>
                <a:lnTo>
                  <a:pt x="2954249" y="19050"/>
                </a:lnTo>
                <a:lnTo>
                  <a:pt x="2954249" y="0"/>
                </a:lnTo>
                <a:close/>
              </a:path>
              <a:path w="10390505" h="4652010">
                <a:moveTo>
                  <a:pt x="2959583" y="0"/>
                </a:moveTo>
                <a:lnTo>
                  <a:pt x="2954249" y="0"/>
                </a:lnTo>
                <a:lnTo>
                  <a:pt x="2954249" y="19050"/>
                </a:lnTo>
                <a:lnTo>
                  <a:pt x="2959583" y="19050"/>
                </a:lnTo>
                <a:lnTo>
                  <a:pt x="2963774" y="14732"/>
                </a:lnTo>
                <a:lnTo>
                  <a:pt x="2963774" y="4318"/>
                </a:lnTo>
                <a:lnTo>
                  <a:pt x="2959583" y="0"/>
                </a:lnTo>
                <a:close/>
              </a:path>
              <a:path w="10390505" h="4652010">
                <a:moveTo>
                  <a:pt x="2992349" y="0"/>
                </a:moveTo>
                <a:lnTo>
                  <a:pt x="2987142" y="0"/>
                </a:lnTo>
                <a:lnTo>
                  <a:pt x="2982824" y="4318"/>
                </a:lnTo>
                <a:lnTo>
                  <a:pt x="2982824" y="14732"/>
                </a:lnTo>
                <a:lnTo>
                  <a:pt x="2987142" y="19050"/>
                </a:lnTo>
                <a:lnTo>
                  <a:pt x="2992349" y="19050"/>
                </a:lnTo>
                <a:lnTo>
                  <a:pt x="2992349" y="0"/>
                </a:lnTo>
                <a:close/>
              </a:path>
              <a:path w="10390505" h="4652010">
                <a:moveTo>
                  <a:pt x="2992476" y="12700"/>
                </a:moveTo>
                <a:lnTo>
                  <a:pt x="2992349" y="12700"/>
                </a:lnTo>
                <a:lnTo>
                  <a:pt x="2992349" y="19050"/>
                </a:lnTo>
                <a:lnTo>
                  <a:pt x="2992476" y="19050"/>
                </a:lnTo>
                <a:lnTo>
                  <a:pt x="2992476" y="12700"/>
                </a:lnTo>
                <a:close/>
              </a:path>
              <a:path w="10390505" h="4652010">
                <a:moveTo>
                  <a:pt x="2997683" y="0"/>
                </a:moveTo>
                <a:lnTo>
                  <a:pt x="2992476" y="0"/>
                </a:lnTo>
                <a:lnTo>
                  <a:pt x="2992476" y="19050"/>
                </a:lnTo>
                <a:lnTo>
                  <a:pt x="2997683" y="19050"/>
                </a:lnTo>
                <a:lnTo>
                  <a:pt x="3002001" y="14732"/>
                </a:lnTo>
                <a:lnTo>
                  <a:pt x="3002001" y="4318"/>
                </a:lnTo>
                <a:lnTo>
                  <a:pt x="2997683" y="0"/>
                </a:lnTo>
                <a:close/>
              </a:path>
              <a:path w="10390505" h="4652010">
                <a:moveTo>
                  <a:pt x="2992476" y="0"/>
                </a:moveTo>
                <a:lnTo>
                  <a:pt x="2992349" y="0"/>
                </a:lnTo>
                <a:lnTo>
                  <a:pt x="2992349" y="6350"/>
                </a:lnTo>
                <a:lnTo>
                  <a:pt x="2992476" y="6350"/>
                </a:lnTo>
                <a:lnTo>
                  <a:pt x="2992476" y="0"/>
                </a:lnTo>
                <a:close/>
              </a:path>
              <a:path w="10390505" h="4652010">
                <a:moveTo>
                  <a:pt x="3030576" y="0"/>
                </a:moveTo>
                <a:lnTo>
                  <a:pt x="3025242" y="0"/>
                </a:lnTo>
                <a:lnTo>
                  <a:pt x="3021051" y="4318"/>
                </a:lnTo>
                <a:lnTo>
                  <a:pt x="3021051" y="14732"/>
                </a:lnTo>
                <a:lnTo>
                  <a:pt x="3025242" y="19050"/>
                </a:lnTo>
                <a:lnTo>
                  <a:pt x="3030576" y="19050"/>
                </a:lnTo>
                <a:lnTo>
                  <a:pt x="3030576" y="0"/>
                </a:lnTo>
                <a:close/>
              </a:path>
              <a:path w="10390505" h="4652010">
                <a:moveTo>
                  <a:pt x="3035783" y="0"/>
                </a:moveTo>
                <a:lnTo>
                  <a:pt x="3030576" y="0"/>
                </a:lnTo>
                <a:lnTo>
                  <a:pt x="3030576" y="19050"/>
                </a:lnTo>
                <a:lnTo>
                  <a:pt x="3035783" y="19050"/>
                </a:lnTo>
                <a:lnTo>
                  <a:pt x="3040101" y="14732"/>
                </a:lnTo>
                <a:lnTo>
                  <a:pt x="3040101" y="4318"/>
                </a:lnTo>
                <a:lnTo>
                  <a:pt x="3035783" y="0"/>
                </a:lnTo>
                <a:close/>
              </a:path>
              <a:path w="10390505" h="4652010">
                <a:moveTo>
                  <a:pt x="3068676" y="0"/>
                </a:moveTo>
                <a:lnTo>
                  <a:pt x="3063342" y="0"/>
                </a:lnTo>
                <a:lnTo>
                  <a:pt x="3059151" y="4318"/>
                </a:lnTo>
                <a:lnTo>
                  <a:pt x="3059151" y="14732"/>
                </a:lnTo>
                <a:lnTo>
                  <a:pt x="3063342" y="19050"/>
                </a:lnTo>
                <a:lnTo>
                  <a:pt x="3068676" y="19050"/>
                </a:lnTo>
                <a:lnTo>
                  <a:pt x="3068676" y="0"/>
                </a:lnTo>
                <a:close/>
              </a:path>
              <a:path w="10390505" h="4652010">
                <a:moveTo>
                  <a:pt x="3073883" y="0"/>
                </a:moveTo>
                <a:lnTo>
                  <a:pt x="3068676" y="0"/>
                </a:lnTo>
                <a:lnTo>
                  <a:pt x="3068676" y="19050"/>
                </a:lnTo>
                <a:lnTo>
                  <a:pt x="3073883" y="19050"/>
                </a:lnTo>
                <a:lnTo>
                  <a:pt x="3078201" y="14732"/>
                </a:lnTo>
                <a:lnTo>
                  <a:pt x="3078201" y="4318"/>
                </a:lnTo>
                <a:lnTo>
                  <a:pt x="3073883" y="0"/>
                </a:lnTo>
                <a:close/>
              </a:path>
              <a:path w="10390505" h="4652010">
                <a:moveTo>
                  <a:pt x="3106776" y="0"/>
                </a:moveTo>
                <a:lnTo>
                  <a:pt x="3101442" y="0"/>
                </a:lnTo>
                <a:lnTo>
                  <a:pt x="3097251" y="4318"/>
                </a:lnTo>
                <a:lnTo>
                  <a:pt x="3097251" y="14732"/>
                </a:lnTo>
                <a:lnTo>
                  <a:pt x="3101442" y="19050"/>
                </a:lnTo>
                <a:lnTo>
                  <a:pt x="3106776" y="19050"/>
                </a:lnTo>
                <a:lnTo>
                  <a:pt x="3106776" y="0"/>
                </a:lnTo>
                <a:close/>
              </a:path>
              <a:path w="10390505" h="4652010">
                <a:moveTo>
                  <a:pt x="3111983" y="0"/>
                </a:moveTo>
                <a:lnTo>
                  <a:pt x="3106776" y="0"/>
                </a:lnTo>
                <a:lnTo>
                  <a:pt x="3106776" y="19050"/>
                </a:lnTo>
                <a:lnTo>
                  <a:pt x="3111983" y="19050"/>
                </a:lnTo>
                <a:lnTo>
                  <a:pt x="3116301" y="14732"/>
                </a:lnTo>
                <a:lnTo>
                  <a:pt x="3116301" y="4318"/>
                </a:lnTo>
                <a:lnTo>
                  <a:pt x="3111983" y="0"/>
                </a:lnTo>
                <a:close/>
              </a:path>
              <a:path w="10390505" h="4652010">
                <a:moveTo>
                  <a:pt x="3144876" y="0"/>
                </a:moveTo>
                <a:lnTo>
                  <a:pt x="3139669" y="0"/>
                </a:lnTo>
                <a:lnTo>
                  <a:pt x="3135351" y="4318"/>
                </a:lnTo>
                <a:lnTo>
                  <a:pt x="3135351" y="14732"/>
                </a:lnTo>
                <a:lnTo>
                  <a:pt x="3139669" y="19050"/>
                </a:lnTo>
                <a:lnTo>
                  <a:pt x="3144876" y="19050"/>
                </a:lnTo>
                <a:lnTo>
                  <a:pt x="3144876" y="0"/>
                </a:lnTo>
                <a:close/>
              </a:path>
              <a:path w="10390505" h="4652010">
                <a:moveTo>
                  <a:pt x="3150210" y="0"/>
                </a:moveTo>
                <a:lnTo>
                  <a:pt x="3144876" y="0"/>
                </a:lnTo>
                <a:lnTo>
                  <a:pt x="3144876" y="19050"/>
                </a:lnTo>
                <a:lnTo>
                  <a:pt x="3150210" y="19050"/>
                </a:lnTo>
                <a:lnTo>
                  <a:pt x="3154401" y="14732"/>
                </a:lnTo>
                <a:lnTo>
                  <a:pt x="3154401" y="4318"/>
                </a:lnTo>
                <a:lnTo>
                  <a:pt x="3150210" y="0"/>
                </a:lnTo>
                <a:close/>
              </a:path>
              <a:path w="10390505" h="4652010">
                <a:moveTo>
                  <a:pt x="3182976" y="0"/>
                </a:moveTo>
                <a:lnTo>
                  <a:pt x="3177769" y="0"/>
                </a:lnTo>
                <a:lnTo>
                  <a:pt x="3173451" y="4318"/>
                </a:lnTo>
                <a:lnTo>
                  <a:pt x="3173451" y="14732"/>
                </a:lnTo>
                <a:lnTo>
                  <a:pt x="3177769" y="19050"/>
                </a:lnTo>
                <a:lnTo>
                  <a:pt x="3182976" y="19050"/>
                </a:lnTo>
                <a:lnTo>
                  <a:pt x="3182976" y="0"/>
                </a:lnTo>
                <a:close/>
              </a:path>
              <a:path w="10390505" h="4652010">
                <a:moveTo>
                  <a:pt x="3188310" y="0"/>
                </a:moveTo>
                <a:lnTo>
                  <a:pt x="3182976" y="0"/>
                </a:lnTo>
                <a:lnTo>
                  <a:pt x="3182976" y="19050"/>
                </a:lnTo>
                <a:lnTo>
                  <a:pt x="3188310" y="19050"/>
                </a:lnTo>
                <a:lnTo>
                  <a:pt x="3192501" y="14732"/>
                </a:lnTo>
                <a:lnTo>
                  <a:pt x="3192501" y="4318"/>
                </a:lnTo>
                <a:lnTo>
                  <a:pt x="3188310" y="0"/>
                </a:lnTo>
                <a:close/>
              </a:path>
              <a:path w="10390505" h="4652010">
                <a:moveTo>
                  <a:pt x="3221076" y="0"/>
                </a:moveTo>
                <a:lnTo>
                  <a:pt x="3215869" y="0"/>
                </a:lnTo>
                <a:lnTo>
                  <a:pt x="3211551" y="4318"/>
                </a:lnTo>
                <a:lnTo>
                  <a:pt x="3211551" y="14732"/>
                </a:lnTo>
                <a:lnTo>
                  <a:pt x="3215869" y="19050"/>
                </a:lnTo>
                <a:lnTo>
                  <a:pt x="3221076" y="19050"/>
                </a:lnTo>
                <a:lnTo>
                  <a:pt x="3221076" y="0"/>
                </a:lnTo>
                <a:close/>
              </a:path>
              <a:path w="10390505" h="4652010">
                <a:moveTo>
                  <a:pt x="3226410" y="0"/>
                </a:moveTo>
                <a:lnTo>
                  <a:pt x="3221076" y="0"/>
                </a:lnTo>
                <a:lnTo>
                  <a:pt x="3221076" y="19050"/>
                </a:lnTo>
                <a:lnTo>
                  <a:pt x="3226410" y="19050"/>
                </a:lnTo>
                <a:lnTo>
                  <a:pt x="3230601" y="14732"/>
                </a:lnTo>
                <a:lnTo>
                  <a:pt x="3230601" y="4318"/>
                </a:lnTo>
                <a:lnTo>
                  <a:pt x="3226410" y="0"/>
                </a:lnTo>
                <a:close/>
              </a:path>
              <a:path w="10390505" h="4652010">
                <a:moveTo>
                  <a:pt x="3259176" y="0"/>
                </a:moveTo>
                <a:lnTo>
                  <a:pt x="3253969" y="0"/>
                </a:lnTo>
                <a:lnTo>
                  <a:pt x="3249651" y="4318"/>
                </a:lnTo>
                <a:lnTo>
                  <a:pt x="3249651" y="14732"/>
                </a:lnTo>
                <a:lnTo>
                  <a:pt x="3253969" y="19050"/>
                </a:lnTo>
                <a:lnTo>
                  <a:pt x="3259176" y="19050"/>
                </a:lnTo>
                <a:lnTo>
                  <a:pt x="3259176" y="0"/>
                </a:lnTo>
                <a:close/>
              </a:path>
              <a:path w="10390505" h="4652010">
                <a:moveTo>
                  <a:pt x="3264510" y="0"/>
                </a:moveTo>
                <a:lnTo>
                  <a:pt x="3259303" y="0"/>
                </a:lnTo>
                <a:lnTo>
                  <a:pt x="3259303" y="19050"/>
                </a:lnTo>
                <a:lnTo>
                  <a:pt x="3264510" y="19050"/>
                </a:lnTo>
                <a:lnTo>
                  <a:pt x="3268828" y="14732"/>
                </a:lnTo>
                <a:lnTo>
                  <a:pt x="3268828" y="4318"/>
                </a:lnTo>
                <a:lnTo>
                  <a:pt x="3264510" y="0"/>
                </a:lnTo>
                <a:close/>
              </a:path>
              <a:path w="10390505" h="4652010">
                <a:moveTo>
                  <a:pt x="3297403" y="0"/>
                </a:moveTo>
                <a:lnTo>
                  <a:pt x="3292069" y="0"/>
                </a:lnTo>
                <a:lnTo>
                  <a:pt x="3287878" y="4318"/>
                </a:lnTo>
                <a:lnTo>
                  <a:pt x="3287878" y="14732"/>
                </a:lnTo>
                <a:lnTo>
                  <a:pt x="3292069" y="19050"/>
                </a:lnTo>
                <a:lnTo>
                  <a:pt x="3297403" y="19050"/>
                </a:lnTo>
                <a:lnTo>
                  <a:pt x="3297403" y="0"/>
                </a:lnTo>
                <a:close/>
              </a:path>
              <a:path w="10390505" h="4652010">
                <a:moveTo>
                  <a:pt x="3302610" y="0"/>
                </a:moveTo>
                <a:lnTo>
                  <a:pt x="3297403" y="0"/>
                </a:lnTo>
                <a:lnTo>
                  <a:pt x="3297403" y="19050"/>
                </a:lnTo>
                <a:lnTo>
                  <a:pt x="3302610" y="19050"/>
                </a:lnTo>
                <a:lnTo>
                  <a:pt x="3306928" y="14732"/>
                </a:lnTo>
                <a:lnTo>
                  <a:pt x="3306928" y="4318"/>
                </a:lnTo>
                <a:lnTo>
                  <a:pt x="3302610" y="0"/>
                </a:lnTo>
                <a:close/>
              </a:path>
              <a:path w="10390505" h="4652010">
                <a:moveTo>
                  <a:pt x="3335503" y="0"/>
                </a:moveTo>
                <a:lnTo>
                  <a:pt x="3330169" y="0"/>
                </a:lnTo>
                <a:lnTo>
                  <a:pt x="3325978" y="4318"/>
                </a:lnTo>
                <a:lnTo>
                  <a:pt x="3325978" y="14732"/>
                </a:lnTo>
                <a:lnTo>
                  <a:pt x="3330169" y="19050"/>
                </a:lnTo>
                <a:lnTo>
                  <a:pt x="3335503" y="19050"/>
                </a:lnTo>
                <a:lnTo>
                  <a:pt x="3335503" y="0"/>
                </a:lnTo>
                <a:close/>
              </a:path>
              <a:path w="10390505" h="4652010">
                <a:moveTo>
                  <a:pt x="3340710" y="0"/>
                </a:moveTo>
                <a:lnTo>
                  <a:pt x="3335503" y="0"/>
                </a:lnTo>
                <a:lnTo>
                  <a:pt x="3335503" y="19050"/>
                </a:lnTo>
                <a:lnTo>
                  <a:pt x="3340710" y="19050"/>
                </a:lnTo>
                <a:lnTo>
                  <a:pt x="3345028" y="14732"/>
                </a:lnTo>
                <a:lnTo>
                  <a:pt x="3345028" y="4318"/>
                </a:lnTo>
                <a:lnTo>
                  <a:pt x="3340710" y="0"/>
                </a:lnTo>
                <a:close/>
              </a:path>
              <a:path w="10390505" h="4652010">
                <a:moveTo>
                  <a:pt x="3373603" y="0"/>
                </a:moveTo>
                <a:lnTo>
                  <a:pt x="3368269" y="0"/>
                </a:lnTo>
                <a:lnTo>
                  <a:pt x="3364078" y="4318"/>
                </a:lnTo>
                <a:lnTo>
                  <a:pt x="3364078" y="14732"/>
                </a:lnTo>
                <a:lnTo>
                  <a:pt x="3368269" y="19050"/>
                </a:lnTo>
                <a:lnTo>
                  <a:pt x="3373603" y="19050"/>
                </a:lnTo>
                <a:lnTo>
                  <a:pt x="3373603" y="0"/>
                </a:lnTo>
                <a:close/>
              </a:path>
              <a:path w="10390505" h="4652010">
                <a:moveTo>
                  <a:pt x="3378810" y="0"/>
                </a:moveTo>
                <a:lnTo>
                  <a:pt x="3373603" y="0"/>
                </a:lnTo>
                <a:lnTo>
                  <a:pt x="3373603" y="19050"/>
                </a:lnTo>
                <a:lnTo>
                  <a:pt x="3378810" y="19050"/>
                </a:lnTo>
                <a:lnTo>
                  <a:pt x="3383128" y="14732"/>
                </a:lnTo>
                <a:lnTo>
                  <a:pt x="3383128" y="4318"/>
                </a:lnTo>
                <a:lnTo>
                  <a:pt x="3378810" y="0"/>
                </a:lnTo>
                <a:close/>
              </a:path>
              <a:path w="10390505" h="4652010">
                <a:moveTo>
                  <a:pt x="3411703" y="0"/>
                </a:moveTo>
                <a:lnTo>
                  <a:pt x="3406496" y="0"/>
                </a:lnTo>
                <a:lnTo>
                  <a:pt x="3402178" y="4318"/>
                </a:lnTo>
                <a:lnTo>
                  <a:pt x="3402178" y="14732"/>
                </a:lnTo>
                <a:lnTo>
                  <a:pt x="3406496" y="19050"/>
                </a:lnTo>
                <a:lnTo>
                  <a:pt x="3411703" y="19050"/>
                </a:lnTo>
                <a:lnTo>
                  <a:pt x="3411703" y="0"/>
                </a:lnTo>
                <a:close/>
              </a:path>
              <a:path w="10390505" h="4652010">
                <a:moveTo>
                  <a:pt x="3417037" y="0"/>
                </a:moveTo>
                <a:lnTo>
                  <a:pt x="3411703" y="0"/>
                </a:lnTo>
                <a:lnTo>
                  <a:pt x="3411703" y="19050"/>
                </a:lnTo>
                <a:lnTo>
                  <a:pt x="3417037" y="19050"/>
                </a:lnTo>
                <a:lnTo>
                  <a:pt x="3421228" y="14732"/>
                </a:lnTo>
                <a:lnTo>
                  <a:pt x="3421228" y="4318"/>
                </a:lnTo>
                <a:lnTo>
                  <a:pt x="3417037" y="0"/>
                </a:lnTo>
                <a:close/>
              </a:path>
              <a:path w="10390505" h="4652010">
                <a:moveTo>
                  <a:pt x="3449803" y="0"/>
                </a:moveTo>
                <a:lnTo>
                  <a:pt x="3444596" y="0"/>
                </a:lnTo>
                <a:lnTo>
                  <a:pt x="3440278" y="4318"/>
                </a:lnTo>
                <a:lnTo>
                  <a:pt x="3440278" y="14732"/>
                </a:lnTo>
                <a:lnTo>
                  <a:pt x="3444596" y="19050"/>
                </a:lnTo>
                <a:lnTo>
                  <a:pt x="3449803" y="19050"/>
                </a:lnTo>
                <a:lnTo>
                  <a:pt x="3449803" y="0"/>
                </a:lnTo>
                <a:close/>
              </a:path>
              <a:path w="10390505" h="4652010">
                <a:moveTo>
                  <a:pt x="3455137" y="0"/>
                </a:moveTo>
                <a:lnTo>
                  <a:pt x="3449803" y="0"/>
                </a:lnTo>
                <a:lnTo>
                  <a:pt x="3449803" y="19050"/>
                </a:lnTo>
                <a:lnTo>
                  <a:pt x="3455137" y="19050"/>
                </a:lnTo>
                <a:lnTo>
                  <a:pt x="3459328" y="14732"/>
                </a:lnTo>
                <a:lnTo>
                  <a:pt x="3459328" y="4318"/>
                </a:lnTo>
                <a:lnTo>
                  <a:pt x="3455137" y="0"/>
                </a:lnTo>
                <a:close/>
              </a:path>
              <a:path w="10390505" h="4652010">
                <a:moveTo>
                  <a:pt x="3487903" y="0"/>
                </a:moveTo>
                <a:lnTo>
                  <a:pt x="3482696" y="0"/>
                </a:lnTo>
                <a:lnTo>
                  <a:pt x="3478378" y="4318"/>
                </a:lnTo>
                <a:lnTo>
                  <a:pt x="3478378" y="14732"/>
                </a:lnTo>
                <a:lnTo>
                  <a:pt x="3482696" y="19050"/>
                </a:lnTo>
                <a:lnTo>
                  <a:pt x="3487903" y="19050"/>
                </a:lnTo>
                <a:lnTo>
                  <a:pt x="3487903" y="0"/>
                </a:lnTo>
                <a:close/>
              </a:path>
              <a:path w="10390505" h="4652010">
                <a:moveTo>
                  <a:pt x="3493237" y="0"/>
                </a:moveTo>
                <a:lnTo>
                  <a:pt x="3488030" y="0"/>
                </a:lnTo>
                <a:lnTo>
                  <a:pt x="3488030" y="19050"/>
                </a:lnTo>
                <a:lnTo>
                  <a:pt x="3493237" y="19050"/>
                </a:lnTo>
                <a:lnTo>
                  <a:pt x="3497555" y="14732"/>
                </a:lnTo>
                <a:lnTo>
                  <a:pt x="3497555" y="4318"/>
                </a:lnTo>
                <a:lnTo>
                  <a:pt x="3493237" y="0"/>
                </a:lnTo>
                <a:close/>
              </a:path>
              <a:path w="10390505" h="4652010">
                <a:moveTo>
                  <a:pt x="3526130" y="0"/>
                </a:moveTo>
                <a:lnTo>
                  <a:pt x="3520796" y="0"/>
                </a:lnTo>
                <a:lnTo>
                  <a:pt x="3516605" y="4318"/>
                </a:lnTo>
                <a:lnTo>
                  <a:pt x="3516605" y="14732"/>
                </a:lnTo>
                <a:lnTo>
                  <a:pt x="3520796" y="19050"/>
                </a:lnTo>
                <a:lnTo>
                  <a:pt x="3526130" y="19050"/>
                </a:lnTo>
                <a:lnTo>
                  <a:pt x="3526130" y="0"/>
                </a:lnTo>
                <a:close/>
              </a:path>
              <a:path w="10390505" h="4652010">
                <a:moveTo>
                  <a:pt x="3531337" y="0"/>
                </a:moveTo>
                <a:lnTo>
                  <a:pt x="3526130" y="0"/>
                </a:lnTo>
                <a:lnTo>
                  <a:pt x="3526130" y="19050"/>
                </a:lnTo>
                <a:lnTo>
                  <a:pt x="3531337" y="19050"/>
                </a:lnTo>
                <a:lnTo>
                  <a:pt x="3535655" y="14732"/>
                </a:lnTo>
                <a:lnTo>
                  <a:pt x="3535655" y="4318"/>
                </a:lnTo>
                <a:lnTo>
                  <a:pt x="3531337" y="0"/>
                </a:lnTo>
                <a:close/>
              </a:path>
              <a:path w="10390505" h="4652010">
                <a:moveTo>
                  <a:pt x="3564230" y="0"/>
                </a:moveTo>
                <a:lnTo>
                  <a:pt x="3558896" y="0"/>
                </a:lnTo>
                <a:lnTo>
                  <a:pt x="3554705" y="4318"/>
                </a:lnTo>
                <a:lnTo>
                  <a:pt x="3554705" y="14732"/>
                </a:lnTo>
                <a:lnTo>
                  <a:pt x="3558896" y="19050"/>
                </a:lnTo>
                <a:lnTo>
                  <a:pt x="3564230" y="19050"/>
                </a:lnTo>
                <a:lnTo>
                  <a:pt x="3564230" y="0"/>
                </a:lnTo>
                <a:close/>
              </a:path>
              <a:path w="10390505" h="4652010">
                <a:moveTo>
                  <a:pt x="3569437" y="0"/>
                </a:moveTo>
                <a:lnTo>
                  <a:pt x="3564230" y="0"/>
                </a:lnTo>
                <a:lnTo>
                  <a:pt x="3564230" y="19050"/>
                </a:lnTo>
                <a:lnTo>
                  <a:pt x="3569437" y="19050"/>
                </a:lnTo>
                <a:lnTo>
                  <a:pt x="3573755" y="14732"/>
                </a:lnTo>
                <a:lnTo>
                  <a:pt x="3573755" y="4318"/>
                </a:lnTo>
                <a:lnTo>
                  <a:pt x="3569437" y="0"/>
                </a:lnTo>
                <a:close/>
              </a:path>
              <a:path w="10390505" h="4652010">
                <a:moveTo>
                  <a:pt x="3602330" y="0"/>
                </a:moveTo>
                <a:lnTo>
                  <a:pt x="3596996" y="0"/>
                </a:lnTo>
                <a:lnTo>
                  <a:pt x="3592805" y="4318"/>
                </a:lnTo>
                <a:lnTo>
                  <a:pt x="3592805" y="14732"/>
                </a:lnTo>
                <a:lnTo>
                  <a:pt x="3596996" y="19050"/>
                </a:lnTo>
                <a:lnTo>
                  <a:pt x="3602330" y="19050"/>
                </a:lnTo>
                <a:lnTo>
                  <a:pt x="3602330" y="0"/>
                </a:lnTo>
                <a:close/>
              </a:path>
              <a:path w="10390505" h="4652010">
                <a:moveTo>
                  <a:pt x="3607537" y="0"/>
                </a:moveTo>
                <a:lnTo>
                  <a:pt x="3602330" y="0"/>
                </a:lnTo>
                <a:lnTo>
                  <a:pt x="3602330" y="19050"/>
                </a:lnTo>
                <a:lnTo>
                  <a:pt x="3607537" y="19050"/>
                </a:lnTo>
                <a:lnTo>
                  <a:pt x="3611855" y="14732"/>
                </a:lnTo>
                <a:lnTo>
                  <a:pt x="3611855" y="4318"/>
                </a:lnTo>
                <a:lnTo>
                  <a:pt x="3607537" y="0"/>
                </a:lnTo>
                <a:close/>
              </a:path>
              <a:path w="10390505" h="4652010">
                <a:moveTo>
                  <a:pt x="3640430" y="0"/>
                </a:moveTo>
                <a:lnTo>
                  <a:pt x="3635223" y="0"/>
                </a:lnTo>
                <a:lnTo>
                  <a:pt x="3630905" y="4318"/>
                </a:lnTo>
                <a:lnTo>
                  <a:pt x="3630905" y="14732"/>
                </a:lnTo>
                <a:lnTo>
                  <a:pt x="3635223" y="19050"/>
                </a:lnTo>
                <a:lnTo>
                  <a:pt x="3640430" y="19050"/>
                </a:lnTo>
                <a:lnTo>
                  <a:pt x="3640430" y="0"/>
                </a:lnTo>
                <a:close/>
              </a:path>
              <a:path w="10390505" h="4652010">
                <a:moveTo>
                  <a:pt x="3645764" y="0"/>
                </a:moveTo>
                <a:lnTo>
                  <a:pt x="3640430" y="0"/>
                </a:lnTo>
                <a:lnTo>
                  <a:pt x="3640430" y="19050"/>
                </a:lnTo>
                <a:lnTo>
                  <a:pt x="3645764" y="19050"/>
                </a:lnTo>
                <a:lnTo>
                  <a:pt x="3649955" y="14732"/>
                </a:lnTo>
                <a:lnTo>
                  <a:pt x="3649955" y="4318"/>
                </a:lnTo>
                <a:lnTo>
                  <a:pt x="3645764" y="0"/>
                </a:lnTo>
                <a:close/>
              </a:path>
              <a:path w="10390505" h="4652010">
                <a:moveTo>
                  <a:pt x="3678530" y="0"/>
                </a:moveTo>
                <a:lnTo>
                  <a:pt x="3673323" y="0"/>
                </a:lnTo>
                <a:lnTo>
                  <a:pt x="3669005" y="4318"/>
                </a:lnTo>
                <a:lnTo>
                  <a:pt x="3669005" y="14732"/>
                </a:lnTo>
                <a:lnTo>
                  <a:pt x="3673323" y="19050"/>
                </a:lnTo>
                <a:lnTo>
                  <a:pt x="3678530" y="19050"/>
                </a:lnTo>
                <a:lnTo>
                  <a:pt x="3678530" y="0"/>
                </a:lnTo>
                <a:close/>
              </a:path>
              <a:path w="10390505" h="4652010">
                <a:moveTo>
                  <a:pt x="3683864" y="0"/>
                </a:moveTo>
                <a:lnTo>
                  <a:pt x="3678530" y="0"/>
                </a:lnTo>
                <a:lnTo>
                  <a:pt x="3678530" y="19050"/>
                </a:lnTo>
                <a:lnTo>
                  <a:pt x="3683864" y="19050"/>
                </a:lnTo>
                <a:lnTo>
                  <a:pt x="3688055" y="14732"/>
                </a:lnTo>
                <a:lnTo>
                  <a:pt x="3688055" y="4318"/>
                </a:lnTo>
                <a:lnTo>
                  <a:pt x="3683864" y="0"/>
                </a:lnTo>
                <a:close/>
              </a:path>
              <a:path w="10390505" h="4652010">
                <a:moveTo>
                  <a:pt x="3716630" y="0"/>
                </a:moveTo>
                <a:lnTo>
                  <a:pt x="3711423" y="0"/>
                </a:lnTo>
                <a:lnTo>
                  <a:pt x="3707105" y="4318"/>
                </a:lnTo>
                <a:lnTo>
                  <a:pt x="3707105" y="14732"/>
                </a:lnTo>
                <a:lnTo>
                  <a:pt x="3711423" y="19050"/>
                </a:lnTo>
                <a:lnTo>
                  <a:pt x="3716630" y="19050"/>
                </a:lnTo>
                <a:lnTo>
                  <a:pt x="3716630" y="0"/>
                </a:lnTo>
                <a:close/>
              </a:path>
              <a:path w="10390505" h="4652010">
                <a:moveTo>
                  <a:pt x="3721964" y="0"/>
                </a:moveTo>
                <a:lnTo>
                  <a:pt x="3716630" y="0"/>
                </a:lnTo>
                <a:lnTo>
                  <a:pt x="3716630" y="19050"/>
                </a:lnTo>
                <a:lnTo>
                  <a:pt x="3721964" y="19050"/>
                </a:lnTo>
                <a:lnTo>
                  <a:pt x="3726155" y="14732"/>
                </a:lnTo>
                <a:lnTo>
                  <a:pt x="3726155" y="4318"/>
                </a:lnTo>
                <a:lnTo>
                  <a:pt x="3721964" y="0"/>
                </a:lnTo>
                <a:close/>
              </a:path>
              <a:path w="10390505" h="4652010">
                <a:moveTo>
                  <a:pt x="3754730" y="0"/>
                </a:moveTo>
                <a:lnTo>
                  <a:pt x="3749523" y="0"/>
                </a:lnTo>
                <a:lnTo>
                  <a:pt x="3745205" y="4318"/>
                </a:lnTo>
                <a:lnTo>
                  <a:pt x="3745205" y="14732"/>
                </a:lnTo>
                <a:lnTo>
                  <a:pt x="3749523" y="19050"/>
                </a:lnTo>
                <a:lnTo>
                  <a:pt x="3754730" y="19050"/>
                </a:lnTo>
                <a:lnTo>
                  <a:pt x="3754730" y="0"/>
                </a:lnTo>
                <a:close/>
              </a:path>
              <a:path w="10390505" h="4652010">
                <a:moveTo>
                  <a:pt x="3760064" y="0"/>
                </a:moveTo>
                <a:lnTo>
                  <a:pt x="3754857" y="0"/>
                </a:lnTo>
                <a:lnTo>
                  <a:pt x="3754857" y="19050"/>
                </a:lnTo>
                <a:lnTo>
                  <a:pt x="3760064" y="19050"/>
                </a:lnTo>
                <a:lnTo>
                  <a:pt x="3764382" y="14732"/>
                </a:lnTo>
                <a:lnTo>
                  <a:pt x="3764382" y="4318"/>
                </a:lnTo>
                <a:lnTo>
                  <a:pt x="3760064" y="0"/>
                </a:lnTo>
                <a:close/>
              </a:path>
              <a:path w="10390505" h="4652010">
                <a:moveTo>
                  <a:pt x="3792957" y="0"/>
                </a:moveTo>
                <a:lnTo>
                  <a:pt x="3787623" y="0"/>
                </a:lnTo>
                <a:lnTo>
                  <a:pt x="3783432" y="4318"/>
                </a:lnTo>
                <a:lnTo>
                  <a:pt x="3783432" y="14732"/>
                </a:lnTo>
                <a:lnTo>
                  <a:pt x="3787623" y="19050"/>
                </a:lnTo>
                <a:lnTo>
                  <a:pt x="3792957" y="19050"/>
                </a:lnTo>
                <a:lnTo>
                  <a:pt x="3792957" y="0"/>
                </a:lnTo>
                <a:close/>
              </a:path>
              <a:path w="10390505" h="4652010">
                <a:moveTo>
                  <a:pt x="3798164" y="0"/>
                </a:moveTo>
                <a:lnTo>
                  <a:pt x="3792957" y="0"/>
                </a:lnTo>
                <a:lnTo>
                  <a:pt x="3792957" y="19050"/>
                </a:lnTo>
                <a:lnTo>
                  <a:pt x="3798164" y="19050"/>
                </a:lnTo>
                <a:lnTo>
                  <a:pt x="3802482" y="14732"/>
                </a:lnTo>
                <a:lnTo>
                  <a:pt x="3802482" y="4318"/>
                </a:lnTo>
                <a:lnTo>
                  <a:pt x="3798164" y="0"/>
                </a:lnTo>
                <a:close/>
              </a:path>
              <a:path w="10390505" h="4652010">
                <a:moveTo>
                  <a:pt x="3831057" y="0"/>
                </a:moveTo>
                <a:lnTo>
                  <a:pt x="3825723" y="0"/>
                </a:lnTo>
                <a:lnTo>
                  <a:pt x="3821532" y="4318"/>
                </a:lnTo>
                <a:lnTo>
                  <a:pt x="3821532" y="14732"/>
                </a:lnTo>
                <a:lnTo>
                  <a:pt x="3825723" y="19050"/>
                </a:lnTo>
                <a:lnTo>
                  <a:pt x="3831057" y="19050"/>
                </a:lnTo>
                <a:lnTo>
                  <a:pt x="3831057" y="0"/>
                </a:lnTo>
                <a:close/>
              </a:path>
              <a:path w="10390505" h="4652010">
                <a:moveTo>
                  <a:pt x="3836264" y="0"/>
                </a:moveTo>
                <a:lnTo>
                  <a:pt x="3831057" y="0"/>
                </a:lnTo>
                <a:lnTo>
                  <a:pt x="3831057" y="19050"/>
                </a:lnTo>
                <a:lnTo>
                  <a:pt x="3836264" y="19050"/>
                </a:lnTo>
                <a:lnTo>
                  <a:pt x="3840582" y="14732"/>
                </a:lnTo>
                <a:lnTo>
                  <a:pt x="3840582" y="4318"/>
                </a:lnTo>
                <a:lnTo>
                  <a:pt x="3836264" y="0"/>
                </a:lnTo>
                <a:close/>
              </a:path>
              <a:path w="10390505" h="4652010">
                <a:moveTo>
                  <a:pt x="3869157" y="0"/>
                </a:moveTo>
                <a:lnTo>
                  <a:pt x="3863823" y="0"/>
                </a:lnTo>
                <a:lnTo>
                  <a:pt x="3859632" y="4318"/>
                </a:lnTo>
                <a:lnTo>
                  <a:pt x="3859632" y="14732"/>
                </a:lnTo>
                <a:lnTo>
                  <a:pt x="3863823" y="19050"/>
                </a:lnTo>
                <a:lnTo>
                  <a:pt x="3869157" y="19050"/>
                </a:lnTo>
                <a:lnTo>
                  <a:pt x="3869157" y="0"/>
                </a:lnTo>
                <a:close/>
              </a:path>
              <a:path w="10390505" h="4652010">
                <a:moveTo>
                  <a:pt x="3874364" y="0"/>
                </a:moveTo>
                <a:lnTo>
                  <a:pt x="3869157" y="0"/>
                </a:lnTo>
                <a:lnTo>
                  <a:pt x="3869157" y="19050"/>
                </a:lnTo>
                <a:lnTo>
                  <a:pt x="3874364" y="19050"/>
                </a:lnTo>
                <a:lnTo>
                  <a:pt x="3878682" y="14732"/>
                </a:lnTo>
                <a:lnTo>
                  <a:pt x="3878682" y="4318"/>
                </a:lnTo>
                <a:lnTo>
                  <a:pt x="3874364" y="0"/>
                </a:lnTo>
                <a:close/>
              </a:path>
              <a:path w="10390505" h="4652010">
                <a:moveTo>
                  <a:pt x="3907257" y="0"/>
                </a:moveTo>
                <a:lnTo>
                  <a:pt x="3902050" y="0"/>
                </a:lnTo>
                <a:lnTo>
                  <a:pt x="3897732" y="4318"/>
                </a:lnTo>
                <a:lnTo>
                  <a:pt x="3897732" y="14732"/>
                </a:lnTo>
                <a:lnTo>
                  <a:pt x="3902050" y="19050"/>
                </a:lnTo>
                <a:lnTo>
                  <a:pt x="3907257" y="19050"/>
                </a:lnTo>
                <a:lnTo>
                  <a:pt x="3907257" y="0"/>
                </a:lnTo>
                <a:close/>
              </a:path>
              <a:path w="10390505" h="4652010">
                <a:moveTo>
                  <a:pt x="3912591" y="0"/>
                </a:moveTo>
                <a:lnTo>
                  <a:pt x="3907257" y="0"/>
                </a:lnTo>
                <a:lnTo>
                  <a:pt x="3907257" y="19050"/>
                </a:lnTo>
                <a:lnTo>
                  <a:pt x="3912591" y="19050"/>
                </a:lnTo>
                <a:lnTo>
                  <a:pt x="3916782" y="14732"/>
                </a:lnTo>
                <a:lnTo>
                  <a:pt x="3916782" y="4318"/>
                </a:lnTo>
                <a:lnTo>
                  <a:pt x="3912591" y="0"/>
                </a:lnTo>
                <a:close/>
              </a:path>
              <a:path w="10390505" h="4652010">
                <a:moveTo>
                  <a:pt x="3945357" y="0"/>
                </a:moveTo>
                <a:lnTo>
                  <a:pt x="3940150" y="0"/>
                </a:lnTo>
                <a:lnTo>
                  <a:pt x="3935832" y="4318"/>
                </a:lnTo>
                <a:lnTo>
                  <a:pt x="3935832" y="14732"/>
                </a:lnTo>
                <a:lnTo>
                  <a:pt x="3940150" y="19050"/>
                </a:lnTo>
                <a:lnTo>
                  <a:pt x="3945357" y="19050"/>
                </a:lnTo>
                <a:lnTo>
                  <a:pt x="3945357" y="0"/>
                </a:lnTo>
                <a:close/>
              </a:path>
              <a:path w="10390505" h="4652010">
                <a:moveTo>
                  <a:pt x="3950691" y="0"/>
                </a:moveTo>
                <a:lnTo>
                  <a:pt x="3945357" y="0"/>
                </a:lnTo>
                <a:lnTo>
                  <a:pt x="3945357" y="19050"/>
                </a:lnTo>
                <a:lnTo>
                  <a:pt x="3950691" y="19050"/>
                </a:lnTo>
                <a:lnTo>
                  <a:pt x="3954882" y="14732"/>
                </a:lnTo>
                <a:lnTo>
                  <a:pt x="3954882" y="4318"/>
                </a:lnTo>
                <a:lnTo>
                  <a:pt x="3950691" y="0"/>
                </a:lnTo>
                <a:close/>
              </a:path>
              <a:path w="10390505" h="4652010">
                <a:moveTo>
                  <a:pt x="3983457" y="0"/>
                </a:moveTo>
                <a:lnTo>
                  <a:pt x="3978250" y="0"/>
                </a:lnTo>
                <a:lnTo>
                  <a:pt x="3973932" y="4318"/>
                </a:lnTo>
                <a:lnTo>
                  <a:pt x="3973932" y="14732"/>
                </a:lnTo>
                <a:lnTo>
                  <a:pt x="3978250" y="19050"/>
                </a:lnTo>
                <a:lnTo>
                  <a:pt x="3983457" y="19050"/>
                </a:lnTo>
                <a:lnTo>
                  <a:pt x="3983457" y="0"/>
                </a:lnTo>
                <a:close/>
              </a:path>
              <a:path w="10390505" h="4652010">
                <a:moveTo>
                  <a:pt x="3988791" y="0"/>
                </a:moveTo>
                <a:lnTo>
                  <a:pt x="3983457" y="0"/>
                </a:lnTo>
                <a:lnTo>
                  <a:pt x="3983457" y="19050"/>
                </a:lnTo>
                <a:lnTo>
                  <a:pt x="3988791" y="19050"/>
                </a:lnTo>
                <a:lnTo>
                  <a:pt x="3992982" y="14732"/>
                </a:lnTo>
                <a:lnTo>
                  <a:pt x="3992982" y="4318"/>
                </a:lnTo>
                <a:lnTo>
                  <a:pt x="3988791" y="0"/>
                </a:lnTo>
                <a:close/>
              </a:path>
              <a:path w="10390505" h="4652010">
                <a:moveTo>
                  <a:pt x="4021557" y="0"/>
                </a:moveTo>
                <a:lnTo>
                  <a:pt x="4016350" y="0"/>
                </a:lnTo>
                <a:lnTo>
                  <a:pt x="4012032" y="4318"/>
                </a:lnTo>
                <a:lnTo>
                  <a:pt x="4012032" y="14732"/>
                </a:lnTo>
                <a:lnTo>
                  <a:pt x="4016350" y="19050"/>
                </a:lnTo>
                <a:lnTo>
                  <a:pt x="4021557" y="19050"/>
                </a:lnTo>
                <a:lnTo>
                  <a:pt x="4021557" y="0"/>
                </a:lnTo>
                <a:close/>
              </a:path>
              <a:path w="10390505" h="4652010">
                <a:moveTo>
                  <a:pt x="4026891" y="0"/>
                </a:moveTo>
                <a:lnTo>
                  <a:pt x="4021684" y="0"/>
                </a:lnTo>
                <a:lnTo>
                  <a:pt x="4021684" y="19050"/>
                </a:lnTo>
                <a:lnTo>
                  <a:pt x="4026891" y="19050"/>
                </a:lnTo>
                <a:lnTo>
                  <a:pt x="4031209" y="14732"/>
                </a:lnTo>
                <a:lnTo>
                  <a:pt x="4031209" y="4318"/>
                </a:lnTo>
                <a:lnTo>
                  <a:pt x="4026891" y="0"/>
                </a:lnTo>
                <a:close/>
              </a:path>
              <a:path w="10390505" h="4652010">
                <a:moveTo>
                  <a:pt x="4059784" y="0"/>
                </a:moveTo>
                <a:lnTo>
                  <a:pt x="4054450" y="0"/>
                </a:lnTo>
                <a:lnTo>
                  <a:pt x="4050259" y="4318"/>
                </a:lnTo>
                <a:lnTo>
                  <a:pt x="4050259" y="14732"/>
                </a:lnTo>
                <a:lnTo>
                  <a:pt x="4054450" y="19050"/>
                </a:lnTo>
                <a:lnTo>
                  <a:pt x="4059784" y="19050"/>
                </a:lnTo>
                <a:lnTo>
                  <a:pt x="4059784" y="0"/>
                </a:lnTo>
                <a:close/>
              </a:path>
              <a:path w="10390505" h="4652010">
                <a:moveTo>
                  <a:pt x="4064991" y="0"/>
                </a:moveTo>
                <a:lnTo>
                  <a:pt x="4059784" y="0"/>
                </a:lnTo>
                <a:lnTo>
                  <a:pt x="4059784" y="19050"/>
                </a:lnTo>
                <a:lnTo>
                  <a:pt x="4064991" y="19050"/>
                </a:lnTo>
                <a:lnTo>
                  <a:pt x="4069309" y="14732"/>
                </a:lnTo>
                <a:lnTo>
                  <a:pt x="4069309" y="4318"/>
                </a:lnTo>
                <a:lnTo>
                  <a:pt x="4064991" y="0"/>
                </a:lnTo>
                <a:close/>
              </a:path>
              <a:path w="10390505" h="4652010">
                <a:moveTo>
                  <a:pt x="4097884" y="0"/>
                </a:moveTo>
                <a:lnTo>
                  <a:pt x="4092550" y="0"/>
                </a:lnTo>
                <a:lnTo>
                  <a:pt x="4088359" y="4318"/>
                </a:lnTo>
                <a:lnTo>
                  <a:pt x="4088359" y="14732"/>
                </a:lnTo>
                <a:lnTo>
                  <a:pt x="4092550" y="19050"/>
                </a:lnTo>
                <a:lnTo>
                  <a:pt x="4097884" y="19050"/>
                </a:lnTo>
                <a:lnTo>
                  <a:pt x="4097884" y="0"/>
                </a:lnTo>
                <a:close/>
              </a:path>
              <a:path w="10390505" h="4652010">
                <a:moveTo>
                  <a:pt x="4103091" y="0"/>
                </a:moveTo>
                <a:lnTo>
                  <a:pt x="4097884" y="0"/>
                </a:lnTo>
                <a:lnTo>
                  <a:pt x="4097884" y="19050"/>
                </a:lnTo>
                <a:lnTo>
                  <a:pt x="4103091" y="19050"/>
                </a:lnTo>
                <a:lnTo>
                  <a:pt x="4107409" y="14732"/>
                </a:lnTo>
                <a:lnTo>
                  <a:pt x="4107409" y="4318"/>
                </a:lnTo>
                <a:lnTo>
                  <a:pt x="4103091" y="0"/>
                </a:lnTo>
                <a:close/>
              </a:path>
              <a:path w="10390505" h="4652010">
                <a:moveTo>
                  <a:pt x="4135984" y="0"/>
                </a:moveTo>
                <a:lnTo>
                  <a:pt x="4130777" y="0"/>
                </a:lnTo>
                <a:lnTo>
                  <a:pt x="4126459" y="4318"/>
                </a:lnTo>
                <a:lnTo>
                  <a:pt x="4126459" y="14732"/>
                </a:lnTo>
                <a:lnTo>
                  <a:pt x="4130777" y="19050"/>
                </a:lnTo>
                <a:lnTo>
                  <a:pt x="4135984" y="19050"/>
                </a:lnTo>
                <a:lnTo>
                  <a:pt x="4135984" y="0"/>
                </a:lnTo>
                <a:close/>
              </a:path>
              <a:path w="10390505" h="4652010">
                <a:moveTo>
                  <a:pt x="4141318" y="0"/>
                </a:moveTo>
                <a:lnTo>
                  <a:pt x="4135984" y="0"/>
                </a:lnTo>
                <a:lnTo>
                  <a:pt x="4135984" y="19050"/>
                </a:lnTo>
                <a:lnTo>
                  <a:pt x="4141318" y="19050"/>
                </a:lnTo>
                <a:lnTo>
                  <a:pt x="4145509" y="14732"/>
                </a:lnTo>
                <a:lnTo>
                  <a:pt x="4145509" y="4318"/>
                </a:lnTo>
                <a:lnTo>
                  <a:pt x="4141318" y="0"/>
                </a:lnTo>
                <a:close/>
              </a:path>
              <a:path w="10390505" h="4652010">
                <a:moveTo>
                  <a:pt x="4174084" y="0"/>
                </a:moveTo>
                <a:lnTo>
                  <a:pt x="4168877" y="0"/>
                </a:lnTo>
                <a:lnTo>
                  <a:pt x="4164559" y="4318"/>
                </a:lnTo>
                <a:lnTo>
                  <a:pt x="4164559" y="14732"/>
                </a:lnTo>
                <a:lnTo>
                  <a:pt x="4168877" y="19050"/>
                </a:lnTo>
                <a:lnTo>
                  <a:pt x="4174084" y="19050"/>
                </a:lnTo>
                <a:lnTo>
                  <a:pt x="4174084" y="0"/>
                </a:lnTo>
                <a:close/>
              </a:path>
              <a:path w="10390505" h="4652010">
                <a:moveTo>
                  <a:pt x="4179418" y="0"/>
                </a:moveTo>
                <a:lnTo>
                  <a:pt x="4174084" y="0"/>
                </a:lnTo>
                <a:lnTo>
                  <a:pt x="4174084" y="19050"/>
                </a:lnTo>
                <a:lnTo>
                  <a:pt x="4179418" y="19050"/>
                </a:lnTo>
                <a:lnTo>
                  <a:pt x="4183609" y="14732"/>
                </a:lnTo>
                <a:lnTo>
                  <a:pt x="4183609" y="4318"/>
                </a:lnTo>
                <a:lnTo>
                  <a:pt x="4179418" y="0"/>
                </a:lnTo>
                <a:close/>
              </a:path>
              <a:path w="10390505" h="4652010">
                <a:moveTo>
                  <a:pt x="4212184" y="0"/>
                </a:moveTo>
                <a:lnTo>
                  <a:pt x="4206977" y="0"/>
                </a:lnTo>
                <a:lnTo>
                  <a:pt x="4202659" y="4318"/>
                </a:lnTo>
                <a:lnTo>
                  <a:pt x="4202659" y="14732"/>
                </a:lnTo>
                <a:lnTo>
                  <a:pt x="4206977" y="19050"/>
                </a:lnTo>
                <a:lnTo>
                  <a:pt x="4212184" y="19050"/>
                </a:lnTo>
                <a:lnTo>
                  <a:pt x="4212184" y="0"/>
                </a:lnTo>
                <a:close/>
              </a:path>
              <a:path w="10390505" h="4652010">
                <a:moveTo>
                  <a:pt x="4217518" y="0"/>
                </a:moveTo>
                <a:lnTo>
                  <a:pt x="4212184" y="0"/>
                </a:lnTo>
                <a:lnTo>
                  <a:pt x="4212184" y="19050"/>
                </a:lnTo>
                <a:lnTo>
                  <a:pt x="4217518" y="19050"/>
                </a:lnTo>
                <a:lnTo>
                  <a:pt x="4221709" y="14732"/>
                </a:lnTo>
                <a:lnTo>
                  <a:pt x="4221709" y="4318"/>
                </a:lnTo>
                <a:lnTo>
                  <a:pt x="4217518" y="0"/>
                </a:lnTo>
                <a:close/>
              </a:path>
              <a:path w="10390505" h="4652010">
                <a:moveTo>
                  <a:pt x="4250284" y="0"/>
                </a:moveTo>
                <a:lnTo>
                  <a:pt x="4245077" y="0"/>
                </a:lnTo>
                <a:lnTo>
                  <a:pt x="4240759" y="4318"/>
                </a:lnTo>
                <a:lnTo>
                  <a:pt x="4240759" y="14732"/>
                </a:lnTo>
                <a:lnTo>
                  <a:pt x="4245077" y="19050"/>
                </a:lnTo>
                <a:lnTo>
                  <a:pt x="4250284" y="19050"/>
                </a:lnTo>
                <a:lnTo>
                  <a:pt x="4250284" y="0"/>
                </a:lnTo>
                <a:close/>
              </a:path>
              <a:path w="10390505" h="4652010">
                <a:moveTo>
                  <a:pt x="4255618" y="0"/>
                </a:moveTo>
                <a:lnTo>
                  <a:pt x="4250411" y="0"/>
                </a:lnTo>
                <a:lnTo>
                  <a:pt x="4250411" y="19050"/>
                </a:lnTo>
                <a:lnTo>
                  <a:pt x="4255618" y="19050"/>
                </a:lnTo>
                <a:lnTo>
                  <a:pt x="4259936" y="14732"/>
                </a:lnTo>
                <a:lnTo>
                  <a:pt x="4259936" y="4318"/>
                </a:lnTo>
                <a:lnTo>
                  <a:pt x="4255618" y="0"/>
                </a:lnTo>
                <a:close/>
              </a:path>
              <a:path w="10390505" h="4652010">
                <a:moveTo>
                  <a:pt x="4288511" y="0"/>
                </a:moveTo>
                <a:lnTo>
                  <a:pt x="4283177" y="0"/>
                </a:lnTo>
                <a:lnTo>
                  <a:pt x="4278986" y="4318"/>
                </a:lnTo>
                <a:lnTo>
                  <a:pt x="4278986" y="14732"/>
                </a:lnTo>
                <a:lnTo>
                  <a:pt x="4283177" y="19050"/>
                </a:lnTo>
                <a:lnTo>
                  <a:pt x="4288511" y="19050"/>
                </a:lnTo>
                <a:lnTo>
                  <a:pt x="4288511" y="0"/>
                </a:lnTo>
                <a:close/>
              </a:path>
              <a:path w="10390505" h="4652010">
                <a:moveTo>
                  <a:pt x="4293718" y="0"/>
                </a:moveTo>
                <a:lnTo>
                  <a:pt x="4288511" y="0"/>
                </a:lnTo>
                <a:lnTo>
                  <a:pt x="4288511" y="19050"/>
                </a:lnTo>
                <a:lnTo>
                  <a:pt x="4293718" y="19050"/>
                </a:lnTo>
                <a:lnTo>
                  <a:pt x="4298036" y="14732"/>
                </a:lnTo>
                <a:lnTo>
                  <a:pt x="4298036" y="4318"/>
                </a:lnTo>
                <a:lnTo>
                  <a:pt x="4293718" y="0"/>
                </a:lnTo>
                <a:close/>
              </a:path>
              <a:path w="10390505" h="4652010">
                <a:moveTo>
                  <a:pt x="4326611" y="0"/>
                </a:moveTo>
                <a:lnTo>
                  <a:pt x="4321277" y="0"/>
                </a:lnTo>
                <a:lnTo>
                  <a:pt x="4317086" y="4318"/>
                </a:lnTo>
                <a:lnTo>
                  <a:pt x="4317086" y="14732"/>
                </a:lnTo>
                <a:lnTo>
                  <a:pt x="4321277" y="19050"/>
                </a:lnTo>
                <a:lnTo>
                  <a:pt x="4326611" y="19050"/>
                </a:lnTo>
                <a:lnTo>
                  <a:pt x="4326611" y="0"/>
                </a:lnTo>
                <a:close/>
              </a:path>
              <a:path w="10390505" h="4652010">
                <a:moveTo>
                  <a:pt x="4331818" y="0"/>
                </a:moveTo>
                <a:lnTo>
                  <a:pt x="4326611" y="0"/>
                </a:lnTo>
                <a:lnTo>
                  <a:pt x="4326611" y="19050"/>
                </a:lnTo>
                <a:lnTo>
                  <a:pt x="4331818" y="19050"/>
                </a:lnTo>
                <a:lnTo>
                  <a:pt x="4336136" y="14732"/>
                </a:lnTo>
                <a:lnTo>
                  <a:pt x="4336136" y="4318"/>
                </a:lnTo>
                <a:lnTo>
                  <a:pt x="4331818" y="0"/>
                </a:lnTo>
                <a:close/>
              </a:path>
              <a:path w="10390505" h="4652010">
                <a:moveTo>
                  <a:pt x="4364711" y="0"/>
                </a:moveTo>
                <a:lnTo>
                  <a:pt x="4359377" y="0"/>
                </a:lnTo>
                <a:lnTo>
                  <a:pt x="4355186" y="4318"/>
                </a:lnTo>
                <a:lnTo>
                  <a:pt x="4355186" y="14732"/>
                </a:lnTo>
                <a:lnTo>
                  <a:pt x="4359377" y="19050"/>
                </a:lnTo>
                <a:lnTo>
                  <a:pt x="4364711" y="19050"/>
                </a:lnTo>
                <a:lnTo>
                  <a:pt x="4364711" y="0"/>
                </a:lnTo>
                <a:close/>
              </a:path>
              <a:path w="10390505" h="4652010">
                <a:moveTo>
                  <a:pt x="4369918" y="0"/>
                </a:moveTo>
                <a:lnTo>
                  <a:pt x="4364711" y="0"/>
                </a:lnTo>
                <a:lnTo>
                  <a:pt x="4364711" y="19050"/>
                </a:lnTo>
                <a:lnTo>
                  <a:pt x="4369918" y="19050"/>
                </a:lnTo>
                <a:lnTo>
                  <a:pt x="4374236" y="14732"/>
                </a:lnTo>
                <a:lnTo>
                  <a:pt x="4374236" y="4318"/>
                </a:lnTo>
                <a:lnTo>
                  <a:pt x="4369918" y="0"/>
                </a:lnTo>
                <a:close/>
              </a:path>
              <a:path w="10390505" h="4652010">
                <a:moveTo>
                  <a:pt x="4402811" y="0"/>
                </a:moveTo>
                <a:lnTo>
                  <a:pt x="4397604" y="0"/>
                </a:lnTo>
                <a:lnTo>
                  <a:pt x="4393286" y="4318"/>
                </a:lnTo>
                <a:lnTo>
                  <a:pt x="4393286" y="14732"/>
                </a:lnTo>
                <a:lnTo>
                  <a:pt x="4397604" y="19050"/>
                </a:lnTo>
                <a:lnTo>
                  <a:pt x="4402811" y="19050"/>
                </a:lnTo>
                <a:lnTo>
                  <a:pt x="4402811" y="0"/>
                </a:lnTo>
                <a:close/>
              </a:path>
              <a:path w="10390505" h="4652010">
                <a:moveTo>
                  <a:pt x="4408145" y="0"/>
                </a:moveTo>
                <a:lnTo>
                  <a:pt x="4402811" y="0"/>
                </a:lnTo>
                <a:lnTo>
                  <a:pt x="4402811" y="19050"/>
                </a:lnTo>
                <a:lnTo>
                  <a:pt x="4408145" y="19050"/>
                </a:lnTo>
                <a:lnTo>
                  <a:pt x="4412336" y="14732"/>
                </a:lnTo>
                <a:lnTo>
                  <a:pt x="4412336" y="4318"/>
                </a:lnTo>
                <a:lnTo>
                  <a:pt x="4408145" y="0"/>
                </a:lnTo>
                <a:close/>
              </a:path>
              <a:path w="10390505" h="4652010">
                <a:moveTo>
                  <a:pt x="4440911" y="0"/>
                </a:moveTo>
                <a:lnTo>
                  <a:pt x="4435704" y="0"/>
                </a:lnTo>
                <a:lnTo>
                  <a:pt x="4431386" y="4318"/>
                </a:lnTo>
                <a:lnTo>
                  <a:pt x="4431386" y="14732"/>
                </a:lnTo>
                <a:lnTo>
                  <a:pt x="4435704" y="19050"/>
                </a:lnTo>
                <a:lnTo>
                  <a:pt x="4440911" y="19050"/>
                </a:lnTo>
                <a:lnTo>
                  <a:pt x="4440911" y="0"/>
                </a:lnTo>
                <a:close/>
              </a:path>
              <a:path w="10390505" h="4652010">
                <a:moveTo>
                  <a:pt x="4446245" y="0"/>
                </a:moveTo>
                <a:lnTo>
                  <a:pt x="4440911" y="0"/>
                </a:lnTo>
                <a:lnTo>
                  <a:pt x="4440911" y="19050"/>
                </a:lnTo>
                <a:lnTo>
                  <a:pt x="4446245" y="19050"/>
                </a:lnTo>
                <a:lnTo>
                  <a:pt x="4450436" y="14732"/>
                </a:lnTo>
                <a:lnTo>
                  <a:pt x="4450436" y="4318"/>
                </a:lnTo>
                <a:lnTo>
                  <a:pt x="4446245" y="0"/>
                </a:lnTo>
                <a:close/>
              </a:path>
              <a:path w="10390505" h="4652010">
                <a:moveTo>
                  <a:pt x="4479011" y="0"/>
                </a:moveTo>
                <a:lnTo>
                  <a:pt x="4473804" y="0"/>
                </a:lnTo>
                <a:lnTo>
                  <a:pt x="4469486" y="4318"/>
                </a:lnTo>
                <a:lnTo>
                  <a:pt x="4469486" y="14732"/>
                </a:lnTo>
                <a:lnTo>
                  <a:pt x="4473804" y="19050"/>
                </a:lnTo>
                <a:lnTo>
                  <a:pt x="4479011" y="19050"/>
                </a:lnTo>
                <a:lnTo>
                  <a:pt x="4479011" y="0"/>
                </a:lnTo>
                <a:close/>
              </a:path>
              <a:path w="10390505" h="4652010">
                <a:moveTo>
                  <a:pt x="4484345" y="0"/>
                </a:moveTo>
                <a:lnTo>
                  <a:pt x="4479011" y="0"/>
                </a:lnTo>
                <a:lnTo>
                  <a:pt x="4479011" y="19050"/>
                </a:lnTo>
                <a:lnTo>
                  <a:pt x="4484345" y="19050"/>
                </a:lnTo>
                <a:lnTo>
                  <a:pt x="4488536" y="14732"/>
                </a:lnTo>
                <a:lnTo>
                  <a:pt x="4488536" y="4318"/>
                </a:lnTo>
                <a:lnTo>
                  <a:pt x="4484345" y="0"/>
                </a:lnTo>
                <a:close/>
              </a:path>
              <a:path w="10390505" h="4652010">
                <a:moveTo>
                  <a:pt x="4517111" y="0"/>
                </a:moveTo>
                <a:lnTo>
                  <a:pt x="4511904" y="0"/>
                </a:lnTo>
                <a:lnTo>
                  <a:pt x="4507586" y="4318"/>
                </a:lnTo>
                <a:lnTo>
                  <a:pt x="4507586" y="14732"/>
                </a:lnTo>
                <a:lnTo>
                  <a:pt x="4511904" y="19050"/>
                </a:lnTo>
                <a:lnTo>
                  <a:pt x="4517111" y="19050"/>
                </a:lnTo>
                <a:lnTo>
                  <a:pt x="4517111" y="0"/>
                </a:lnTo>
                <a:close/>
              </a:path>
              <a:path w="10390505" h="4652010">
                <a:moveTo>
                  <a:pt x="4522445" y="0"/>
                </a:moveTo>
                <a:lnTo>
                  <a:pt x="4517238" y="0"/>
                </a:lnTo>
                <a:lnTo>
                  <a:pt x="4517238" y="19050"/>
                </a:lnTo>
                <a:lnTo>
                  <a:pt x="4522445" y="19050"/>
                </a:lnTo>
                <a:lnTo>
                  <a:pt x="4526763" y="14732"/>
                </a:lnTo>
                <a:lnTo>
                  <a:pt x="4526763" y="4318"/>
                </a:lnTo>
                <a:lnTo>
                  <a:pt x="4522445" y="0"/>
                </a:lnTo>
                <a:close/>
              </a:path>
              <a:path w="10390505" h="4652010">
                <a:moveTo>
                  <a:pt x="4555338" y="0"/>
                </a:moveTo>
                <a:lnTo>
                  <a:pt x="4550004" y="0"/>
                </a:lnTo>
                <a:lnTo>
                  <a:pt x="4545813" y="4318"/>
                </a:lnTo>
                <a:lnTo>
                  <a:pt x="4545813" y="14732"/>
                </a:lnTo>
                <a:lnTo>
                  <a:pt x="4550004" y="19050"/>
                </a:lnTo>
                <a:lnTo>
                  <a:pt x="4555338" y="19050"/>
                </a:lnTo>
                <a:lnTo>
                  <a:pt x="4555338" y="0"/>
                </a:lnTo>
                <a:close/>
              </a:path>
              <a:path w="10390505" h="4652010">
                <a:moveTo>
                  <a:pt x="4560545" y="0"/>
                </a:moveTo>
                <a:lnTo>
                  <a:pt x="4555338" y="0"/>
                </a:lnTo>
                <a:lnTo>
                  <a:pt x="4555338" y="19050"/>
                </a:lnTo>
                <a:lnTo>
                  <a:pt x="4560545" y="19050"/>
                </a:lnTo>
                <a:lnTo>
                  <a:pt x="4564863" y="14732"/>
                </a:lnTo>
                <a:lnTo>
                  <a:pt x="4564863" y="4318"/>
                </a:lnTo>
                <a:lnTo>
                  <a:pt x="4560545" y="0"/>
                </a:lnTo>
                <a:close/>
              </a:path>
              <a:path w="10390505" h="4652010">
                <a:moveTo>
                  <a:pt x="4593438" y="0"/>
                </a:moveTo>
                <a:lnTo>
                  <a:pt x="4588104" y="0"/>
                </a:lnTo>
                <a:lnTo>
                  <a:pt x="4583913" y="4318"/>
                </a:lnTo>
                <a:lnTo>
                  <a:pt x="4583913" y="14732"/>
                </a:lnTo>
                <a:lnTo>
                  <a:pt x="4588104" y="19050"/>
                </a:lnTo>
                <a:lnTo>
                  <a:pt x="4593438" y="19050"/>
                </a:lnTo>
                <a:lnTo>
                  <a:pt x="4593438" y="0"/>
                </a:lnTo>
                <a:close/>
              </a:path>
              <a:path w="10390505" h="4652010">
                <a:moveTo>
                  <a:pt x="4598645" y="0"/>
                </a:moveTo>
                <a:lnTo>
                  <a:pt x="4593438" y="0"/>
                </a:lnTo>
                <a:lnTo>
                  <a:pt x="4593438" y="19050"/>
                </a:lnTo>
                <a:lnTo>
                  <a:pt x="4598645" y="19050"/>
                </a:lnTo>
                <a:lnTo>
                  <a:pt x="4602963" y="14732"/>
                </a:lnTo>
                <a:lnTo>
                  <a:pt x="4602963" y="4318"/>
                </a:lnTo>
                <a:lnTo>
                  <a:pt x="4598645" y="0"/>
                </a:lnTo>
                <a:close/>
              </a:path>
              <a:path w="10390505" h="4652010">
                <a:moveTo>
                  <a:pt x="4631538" y="0"/>
                </a:moveTo>
                <a:lnTo>
                  <a:pt x="4626204" y="0"/>
                </a:lnTo>
                <a:lnTo>
                  <a:pt x="4622013" y="4318"/>
                </a:lnTo>
                <a:lnTo>
                  <a:pt x="4622013" y="14732"/>
                </a:lnTo>
                <a:lnTo>
                  <a:pt x="4626204" y="19050"/>
                </a:lnTo>
                <a:lnTo>
                  <a:pt x="4631538" y="19050"/>
                </a:lnTo>
                <a:lnTo>
                  <a:pt x="4631538" y="0"/>
                </a:lnTo>
                <a:close/>
              </a:path>
              <a:path w="10390505" h="4652010">
                <a:moveTo>
                  <a:pt x="4636745" y="0"/>
                </a:moveTo>
                <a:lnTo>
                  <a:pt x="4631538" y="0"/>
                </a:lnTo>
                <a:lnTo>
                  <a:pt x="4631538" y="19050"/>
                </a:lnTo>
                <a:lnTo>
                  <a:pt x="4636745" y="19050"/>
                </a:lnTo>
                <a:lnTo>
                  <a:pt x="4641063" y="14732"/>
                </a:lnTo>
                <a:lnTo>
                  <a:pt x="4641063" y="4318"/>
                </a:lnTo>
                <a:lnTo>
                  <a:pt x="4636745" y="0"/>
                </a:lnTo>
                <a:close/>
              </a:path>
              <a:path w="10390505" h="4652010">
                <a:moveTo>
                  <a:pt x="4669638" y="0"/>
                </a:moveTo>
                <a:lnTo>
                  <a:pt x="4664431" y="0"/>
                </a:lnTo>
                <a:lnTo>
                  <a:pt x="4660113" y="4318"/>
                </a:lnTo>
                <a:lnTo>
                  <a:pt x="4660113" y="14732"/>
                </a:lnTo>
                <a:lnTo>
                  <a:pt x="4664431" y="19050"/>
                </a:lnTo>
                <a:lnTo>
                  <a:pt x="4669638" y="19050"/>
                </a:lnTo>
                <a:lnTo>
                  <a:pt x="4669638" y="0"/>
                </a:lnTo>
                <a:close/>
              </a:path>
              <a:path w="10390505" h="4652010">
                <a:moveTo>
                  <a:pt x="4674972" y="0"/>
                </a:moveTo>
                <a:lnTo>
                  <a:pt x="4669638" y="0"/>
                </a:lnTo>
                <a:lnTo>
                  <a:pt x="4669638" y="19050"/>
                </a:lnTo>
                <a:lnTo>
                  <a:pt x="4674972" y="19050"/>
                </a:lnTo>
                <a:lnTo>
                  <a:pt x="4679163" y="14732"/>
                </a:lnTo>
                <a:lnTo>
                  <a:pt x="4679163" y="4318"/>
                </a:lnTo>
                <a:lnTo>
                  <a:pt x="4674972" y="0"/>
                </a:lnTo>
                <a:close/>
              </a:path>
              <a:path w="10390505" h="4652010">
                <a:moveTo>
                  <a:pt x="4707738" y="0"/>
                </a:moveTo>
                <a:lnTo>
                  <a:pt x="4702531" y="0"/>
                </a:lnTo>
                <a:lnTo>
                  <a:pt x="4698213" y="4318"/>
                </a:lnTo>
                <a:lnTo>
                  <a:pt x="4698213" y="14732"/>
                </a:lnTo>
                <a:lnTo>
                  <a:pt x="4702531" y="19050"/>
                </a:lnTo>
                <a:lnTo>
                  <a:pt x="4707738" y="19050"/>
                </a:lnTo>
                <a:lnTo>
                  <a:pt x="4707738" y="0"/>
                </a:lnTo>
                <a:close/>
              </a:path>
              <a:path w="10390505" h="4652010">
                <a:moveTo>
                  <a:pt x="4713072" y="0"/>
                </a:moveTo>
                <a:lnTo>
                  <a:pt x="4707738" y="0"/>
                </a:lnTo>
                <a:lnTo>
                  <a:pt x="4707738" y="19050"/>
                </a:lnTo>
                <a:lnTo>
                  <a:pt x="4713072" y="19050"/>
                </a:lnTo>
                <a:lnTo>
                  <a:pt x="4717263" y="14732"/>
                </a:lnTo>
                <a:lnTo>
                  <a:pt x="4717263" y="4318"/>
                </a:lnTo>
                <a:lnTo>
                  <a:pt x="4713072" y="0"/>
                </a:lnTo>
                <a:close/>
              </a:path>
              <a:path w="10390505" h="4652010">
                <a:moveTo>
                  <a:pt x="4745838" y="0"/>
                </a:moveTo>
                <a:lnTo>
                  <a:pt x="4740631" y="0"/>
                </a:lnTo>
                <a:lnTo>
                  <a:pt x="4736313" y="4318"/>
                </a:lnTo>
                <a:lnTo>
                  <a:pt x="4736313" y="14732"/>
                </a:lnTo>
                <a:lnTo>
                  <a:pt x="4740631" y="19050"/>
                </a:lnTo>
                <a:lnTo>
                  <a:pt x="4745838" y="19050"/>
                </a:lnTo>
                <a:lnTo>
                  <a:pt x="4745838" y="0"/>
                </a:lnTo>
                <a:close/>
              </a:path>
              <a:path w="10390505" h="4652010">
                <a:moveTo>
                  <a:pt x="4751172" y="0"/>
                </a:moveTo>
                <a:lnTo>
                  <a:pt x="4745838" y="0"/>
                </a:lnTo>
                <a:lnTo>
                  <a:pt x="4745838" y="19050"/>
                </a:lnTo>
                <a:lnTo>
                  <a:pt x="4751172" y="19050"/>
                </a:lnTo>
                <a:lnTo>
                  <a:pt x="4755363" y="14732"/>
                </a:lnTo>
                <a:lnTo>
                  <a:pt x="4755363" y="4318"/>
                </a:lnTo>
                <a:lnTo>
                  <a:pt x="4751172" y="0"/>
                </a:lnTo>
                <a:close/>
              </a:path>
              <a:path w="10390505" h="4652010">
                <a:moveTo>
                  <a:pt x="4783938" y="0"/>
                </a:moveTo>
                <a:lnTo>
                  <a:pt x="4778731" y="0"/>
                </a:lnTo>
                <a:lnTo>
                  <a:pt x="4774413" y="4318"/>
                </a:lnTo>
                <a:lnTo>
                  <a:pt x="4774413" y="14732"/>
                </a:lnTo>
                <a:lnTo>
                  <a:pt x="4778731" y="19050"/>
                </a:lnTo>
                <a:lnTo>
                  <a:pt x="4783938" y="19050"/>
                </a:lnTo>
                <a:lnTo>
                  <a:pt x="4783938" y="0"/>
                </a:lnTo>
                <a:close/>
              </a:path>
              <a:path w="10390505" h="4652010">
                <a:moveTo>
                  <a:pt x="4784065" y="12700"/>
                </a:moveTo>
                <a:lnTo>
                  <a:pt x="4783938" y="12700"/>
                </a:lnTo>
                <a:lnTo>
                  <a:pt x="4783938" y="19050"/>
                </a:lnTo>
                <a:lnTo>
                  <a:pt x="4784065" y="19050"/>
                </a:lnTo>
                <a:lnTo>
                  <a:pt x="4784065" y="12700"/>
                </a:lnTo>
                <a:close/>
              </a:path>
              <a:path w="10390505" h="4652010">
                <a:moveTo>
                  <a:pt x="4789272" y="0"/>
                </a:moveTo>
                <a:lnTo>
                  <a:pt x="4784065" y="0"/>
                </a:lnTo>
                <a:lnTo>
                  <a:pt x="4784065" y="19050"/>
                </a:lnTo>
                <a:lnTo>
                  <a:pt x="4789272" y="19050"/>
                </a:lnTo>
                <a:lnTo>
                  <a:pt x="4793590" y="14732"/>
                </a:lnTo>
                <a:lnTo>
                  <a:pt x="4793590" y="4318"/>
                </a:lnTo>
                <a:lnTo>
                  <a:pt x="4789272" y="0"/>
                </a:lnTo>
                <a:close/>
              </a:path>
              <a:path w="10390505" h="4652010">
                <a:moveTo>
                  <a:pt x="4784065" y="0"/>
                </a:moveTo>
                <a:lnTo>
                  <a:pt x="4783938" y="0"/>
                </a:lnTo>
                <a:lnTo>
                  <a:pt x="4783938" y="6350"/>
                </a:lnTo>
                <a:lnTo>
                  <a:pt x="4784065" y="6350"/>
                </a:lnTo>
                <a:lnTo>
                  <a:pt x="4784065" y="0"/>
                </a:lnTo>
                <a:close/>
              </a:path>
              <a:path w="10390505" h="4652010">
                <a:moveTo>
                  <a:pt x="4822165" y="0"/>
                </a:moveTo>
                <a:lnTo>
                  <a:pt x="4816831" y="0"/>
                </a:lnTo>
                <a:lnTo>
                  <a:pt x="4812640" y="4318"/>
                </a:lnTo>
                <a:lnTo>
                  <a:pt x="4812640" y="14732"/>
                </a:lnTo>
                <a:lnTo>
                  <a:pt x="4816831" y="19050"/>
                </a:lnTo>
                <a:lnTo>
                  <a:pt x="4822165" y="19050"/>
                </a:lnTo>
                <a:lnTo>
                  <a:pt x="4822165" y="0"/>
                </a:lnTo>
                <a:close/>
              </a:path>
              <a:path w="10390505" h="4652010">
                <a:moveTo>
                  <a:pt x="4827372" y="0"/>
                </a:moveTo>
                <a:lnTo>
                  <a:pt x="4822165" y="0"/>
                </a:lnTo>
                <a:lnTo>
                  <a:pt x="4822165" y="19050"/>
                </a:lnTo>
                <a:lnTo>
                  <a:pt x="4827372" y="19050"/>
                </a:lnTo>
                <a:lnTo>
                  <a:pt x="4831690" y="14732"/>
                </a:lnTo>
                <a:lnTo>
                  <a:pt x="4831690" y="4318"/>
                </a:lnTo>
                <a:lnTo>
                  <a:pt x="4827372" y="0"/>
                </a:lnTo>
                <a:close/>
              </a:path>
              <a:path w="10390505" h="4652010">
                <a:moveTo>
                  <a:pt x="4860265" y="0"/>
                </a:moveTo>
                <a:lnTo>
                  <a:pt x="4854931" y="0"/>
                </a:lnTo>
                <a:lnTo>
                  <a:pt x="4850740" y="4318"/>
                </a:lnTo>
                <a:lnTo>
                  <a:pt x="4850740" y="14732"/>
                </a:lnTo>
                <a:lnTo>
                  <a:pt x="4854931" y="19050"/>
                </a:lnTo>
                <a:lnTo>
                  <a:pt x="4860265" y="19050"/>
                </a:lnTo>
                <a:lnTo>
                  <a:pt x="4860265" y="0"/>
                </a:lnTo>
                <a:close/>
              </a:path>
              <a:path w="10390505" h="4652010">
                <a:moveTo>
                  <a:pt x="4865472" y="0"/>
                </a:moveTo>
                <a:lnTo>
                  <a:pt x="4860265" y="0"/>
                </a:lnTo>
                <a:lnTo>
                  <a:pt x="4860265" y="19050"/>
                </a:lnTo>
                <a:lnTo>
                  <a:pt x="4865472" y="19050"/>
                </a:lnTo>
                <a:lnTo>
                  <a:pt x="4869790" y="14732"/>
                </a:lnTo>
                <a:lnTo>
                  <a:pt x="4869790" y="4318"/>
                </a:lnTo>
                <a:lnTo>
                  <a:pt x="4865472" y="0"/>
                </a:lnTo>
                <a:close/>
              </a:path>
              <a:path w="10390505" h="4652010">
                <a:moveTo>
                  <a:pt x="4898365" y="0"/>
                </a:moveTo>
                <a:lnTo>
                  <a:pt x="4893158" y="0"/>
                </a:lnTo>
                <a:lnTo>
                  <a:pt x="4888840" y="4318"/>
                </a:lnTo>
                <a:lnTo>
                  <a:pt x="4888840" y="14732"/>
                </a:lnTo>
                <a:lnTo>
                  <a:pt x="4893158" y="19050"/>
                </a:lnTo>
                <a:lnTo>
                  <a:pt x="4898365" y="19050"/>
                </a:lnTo>
                <a:lnTo>
                  <a:pt x="4898365" y="0"/>
                </a:lnTo>
                <a:close/>
              </a:path>
              <a:path w="10390505" h="4652010">
                <a:moveTo>
                  <a:pt x="4903699" y="0"/>
                </a:moveTo>
                <a:lnTo>
                  <a:pt x="4898365" y="0"/>
                </a:lnTo>
                <a:lnTo>
                  <a:pt x="4898365" y="19050"/>
                </a:lnTo>
                <a:lnTo>
                  <a:pt x="4903699" y="19050"/>
                </a:lnTo>
                <a:lnTo>
                  <a:pt x="4907890" y="14732"/>
                </a:lnTo>
                <a:lnTo>
                  <a:pt x="4907890" y="4318"/>
                </a:lnTo>
                <a:lnTo>
                  <a:pt x="4903699" y="0"/>
                </a:lnTo>
                <a:close/>
              </a:path>
              <a:path w="10390505" h="4652010">
                <a:moveTo>
                  <a:pt x="4936465" y="0"/>
                </a:moveTo>
                <a:lnTo>
                  <a:pt x="4931258" y="0"/>
                </a:lnTo>
                <a:lnTo>
                  <a:pt x="4926940" y="4318"/>
                </a:lnTo>
                <a:lnTo>
                  <a:pt x="4926940" y="14732"/>
                </a:lnTo>
                <a:lnTo>
                  <a:pt x="4931258" y="19050"/>
                </a:lnTo>
                <a:lnTo>
                  <a:pt x="4936465" y="19050"/>
                </a:lnTo>
                <a:lnTo>
                  <a:pt x="4936465" y="0"/>
                </a:lnTo>
                <a:close/>
              </a:path>
              <a:path w="10390505" h="4652010">
                <a:moveTo>
                  <a:pt x="4941799" y="0"/>
                </a:moveTo>
                <a:lnTo>
                  <a:pt x="4936465" y="0"/>
                </a:lnTo>
                <a:lnTo>
                  <a:pt x="4936465" y="19050"/>
                </a:lnTo>
                <a:lnTo>
                  <a:pt x="4941799" y="19050"/>
                </a:lnTo>
                <a:lnTo>
                  <a:pt x="4945990" y="14732"/>
                </a:lnTo>
                <a:lnTo>
                  <a:pt x="4945990" y="4318"/>
                </a:lnTo>
                <a:lnTo>
                  <a:pt x="4941799" y="0"/>
                </a:lnTo>
                <a:close/>
              </a:path>
              <a:path w="10390505" h="4652010">
                <a:moveTo>
                  <a:pt x="4974565" y="0"/>
                </a:moveTo>
                <a:lnTo>
                  <a:pt x="4969358" y="0"/>
                </a:lnTo>
                <a:lnTo>
                  <a:pt x="4965040" y="4318"/>
                </a:lnTo>
                <a:lnTo>
                  <a:pt x="4965040" y="14732"/>
                </a:lnTo>
                <a:lnTo>
                  <a:pt x="4969358" y="19050"/>
                </a:lnTo>
                <a:lnTo>
                  <a:pt x="4974565" y="19050"/>
                </a:lnTo>
                <a:lnTo>
                  <a:pt x="4974565" y="0"/>
                </a:lnTo>
                <a:close/>
              </a:path>
              <a:path w="10390505" h="4652010">
                <a:moveTo>
                  <a:pt x="4979899" y="0"/>
                </a:moveTo>
                <a:lnTo>
                  <a:pt x="4974565" y="0"/>
                </a:lnTo>
                <a:lnTo>
                  <a:pt x="4974565" y="19050"/>
                </a:lnTo>
                <a:lnTo>
                  <a:pt x="4979899" y="19050"/>
                </a:lnTo>
                <a:lnTo>
                  <a:pt x="4984090" y="14732"/>
                </a:lnTo>
                <a:lnTo>
                  <a:pt x="4984090" y="4318"/>
                </a:lnTo>
                <a:lnTo>
                  <a:pt x="4979899" y="0"/>
                </a:lnTo>
                <a:close/>
              </a:path>
              <a:path w="10390505" h="4652010">
                <a:moveTo>
                  <a:pt x="5012665" y="0"/>
                </a:moveTo>
                <a:lnTo>
                  <a:pt x="5007458" y="0"/>
                </a:lnTo>
                <a:lnTo>
                  <a:pt x="5003140" y="4318"/>
                </a:lnTo>
                <a:lnTo>
                  <a:pt x="5003140" y="14732"/>
                </a:lnTo>
                <a:lnTo>
                  <a:pt x="5007458" y="19050"/>
                </a:lnTo>
                <a:lnTo>
                  <a:pt x="5012665" y="19050"/>
                </a:lnTo>
                <a:lnTo>
                  <a:pt x="5012665" y="0"/>
                </a:lnTo>
                <a:close/>
              </a:path>
              <a:path w="10390505" h="4652010">
                <a:moveTo>
                  <a:pt x="5017999" y="0"/>
                </a:moveTo>
                <a:lnTo>
                  <a:pt x="5012792" y="0"/>
                </a:lnTo>
                <a:lnTo>
                  <a:pt x="5012792" y="19050"/>
                </a:lnTo>
                <a:lnTo>
                  <a:pt x="5017999" y="19050"/>
                </a:lnTo>
                <a:lnTo>
                  <a:pt x="5022317" y="14732"/>
                </a:lnTo>
                <a:lnTo>
                  <a:pt x="5022317" y="4318"/>
                </a:lnTo>
                <a:lnTo>
                  <a:pt x="5017999" y="0"/>
                </a:lnTo>
                <a:close/>
              </a:path>
              <a:path w="10390505" h="4652010">
                <a:moveTo>
                  <a:pt x="5050892" y="0"/>
                </a:moveTo>
                <a:lnTo>
                  <a:pt x="5045558" y="0"/>
                </a:lnTo>
                <a:lnTo>
                  <a:pt x="5041367" y="4318"/>
                </a:lnTo>
                <a:lnTo>
                  <a:pt x="5041367" y="14732"/>
                </a:lnTo>
                <a:lnTo>
                  <a:pt x="5045558" y="19050"/>
                </a:lnTo>
                <a:lnTo>
                  <a:pt x="5050892" y="19050"/>
                </a:lnTo>
                <a:lnTo>
                  <a:pt x="5050892" y="0"/>
                </a:lnTo>
                <a:close/>
              </a:path>
              <a:path w="10390505" h="4652010">
                <a:moveTo>
                  <a:pt x="5056099" y="0"/>
                </a:moveTo>
                <a:lnTo>
                  <a:pt x="5050892" y="0"/>
                </a:lnTo>
                <a:lnTo>
                  <a:pt x="5050892" y="19050"/>
                </a:lnTo>
                <a:lnTo>
                  <a:pt x="5056099" y="19050"/>
                </a:lnTo>
                <a:lnTo>
                  <a:pt x="5060417" y="14732"/>
                </a:lnTo>
                <a:lnTo>
                  <a:pt x="5060417" y="4318"/>
                </a:lnTo>
                <a:lnTo>
                  <a:pt x="5056099" y="0"/>
                </a:lnTo>
                <a:close/>
              </a:path>
              <a:path w="10390505" h="4652010">
                <a:moveTo>
                  <a:pt x="5088992" y="0"/>
                </a:moveTo>
                <a:lnTo>
                  <a:pt x="5083658" y="0"/>
                </a:lnTo>
                <a:lnTo>
                  <a:pt x="5079467" y="4318"/>
                </a:lnTo>
                <a:lnTo>
                  <a:pt x="5079467" y="14732"/>
                </a:lnTo>
                <a:lnTo>
                  <a:pt x="5083658" y="19050"/>
                </a:lnTo>
                <a:lnTo>
                  <a:pt x="5088992" y="19050"/>
                </a:lnTo>
                <a:lnTo>
                  <a:pt x="5088992" y="0"/>
                </a:lnTo>
                <a:close/>
              </a:path>
              <a:path w="10390505" h="4652010">
                <a:moveTo>
                  <a:pt x="5094199" y="0"/>
                </a:moveTo>
                <a:lnTo>
                  <a:pt x="5088992" y="0"/>
                </a:lnTo>
                <a:lnTo>
                  <a:pt x="5088992" y="19050"/>
                </a:lnTo>
                <a:lnTo>
                  <a:pt x="5094199" y="19050"/>
                </a:lnTo>
                <a:lnTo>
                  <a:pt x="5098517" y="14732"/>
                </a:lnTo>
                <a:lnTo>
                  <a:pt x="5098517" y="4318"/>
                </a:lnTo>
                <a:lnTo>
                  <a:pt x="5094199" y="0"/>
                </a:lnTo>
                <a:close/>
              </a:path>
              <a:path w="10390505" h="4652010">
                <a:moveTo>
                  <a:pt x="5127092" y="0"/>
                </a:moveTo>
                <a:lnTo>
                  <a:pt x="5121758" y="0"/>
                </a:lnTo>
                <a:lnTo>
                  <a:pt x="5117567" y="4318"/>
                </a:lnTo>
                <a:lnTo>
                  <a:pt x="5117567" y="14732"/>
                </a:lnTo>
                <a:lnTo>
                  <a:pt x="5121758" y="19050"/>
                </a:lnTo>
                <a:lnTo>
                  <a:pt x="5127092" y="19050"/>
                </a:lnTo>
                <a:lnTo>
                  <a:pt x="5127092" y="0"/>
                </a:lnTo>
                <a:close/>
              </a:path>
              <a:path w="10390505" h="4652010">
                <a:moveTo>
                  <a:pt x="5132299" y="0"/>
                </a:moveTo>
                <a:lnTo>
                  <a:pt x="5127092" y="0"/>
                </a:lnTo>
                <a:lnTo>
                  <a:pt x="5127092" y="19050"/>
                </a:lnTo>
                <a:lnTo>
                  <a:pt x="5132299" y="19050"/>
                </a:lnTo>
                <a:lnTo>
                  <a:pt x="5136617" y="14732"/>
                </a:lnTo>
                <a:lnTo>
                  <a:pt x="5136617" y="4318"/>
                </a:lnTo>
                <a:lnTo>
                  <a:pt x="5132299" y="0"/>
                </a:lnTo>
                <a:close/>
              </a:path>
              <a:path w="10390505" h="4652010">
                <a:moveTo>
                  <a:pt x="5165192" y="0"/>
                </a:moveTo>
                <a:lnTo>
                  <a:pt x="5159985" y="0"/>
                </a:lnTo>
                <a:lnTo>
                  <a:pt x="5155667" y="4318"/>
                </a:lnTo>
                <a:lnTo>
                  <a:pt x="5155667" y="14732"/>
                </a:lnTo>
                <a:lnTo>
                  <a:pt x="5159985" y="19050"/>
                </a:lnTo>
                <a:lnTo>
                  <a:pt x="5165192" y="19050"/>
                </a:lnTo>
                <a:lnTo>
                  <a:pt x="5165192" y="0"/>
                </a:lnTo>
                <a:close/>
              </a:path>
              <a:path w="10390505" h="4652010">
                <a:moveTo>
                  <a:pt x="5170526" y="0"/>
                </a:moveTo>
                <a:lnTo>
                  <a:pt x="5165192" y="0"/>
                </a:lnTo>
                <a:lnTo>
                  <a:pt x="5165192" y="19050"/>
                </a:lnTo>
                <a:lnTo>
                  <a:pt x="5170526" y="19050"/>
                </a:lnTo>
                <a:lnTo>
                  <a:pt x="5174717" y="14732"/>
                </a:lnTo>
                <a:lnTo>
                  <a:pt x="5174717" y="4318"/>
                </a:lnTo>
                <a:lnTo>
                  <a:pt x="5170526" y="0"/>
                </a:lnTo>
                <a:close/>
              </a:path>
              <a:path w="10390505" h="4652010">
                <a:moveTo>
                  <a:pt x="5203292" y="0"/>
                </a:moveTo>
                <a:lnTo>
                  <a:pt x="5198085" y="0"/>
                </a:lnTo>
                <a:lnTo>
                  <a:pt x="5193767" y="4318"/>
                </a:lnTo>
                <a:lnTo>
                  <a:pt x="5193767" y="14732"/>
                </a:lnTo>
                <a:lnTo>
                  <a:pt x="5198085" y="19050"/>
                </a:lnTo>
                <a:lnTo>
                  <a:pt x="5203292" y="19050"/>
                </a:lnTo>
                <a:lnTo>
                  <a:pt x="5203292" y="0"/>
                </a:lnTo>
                <a:close/>
              </a:path>
              <a:path w="10390505" h="4652010">
                <a:moveTo>
                  <a:pt x="5208626" y="0"/>
                </a:moveTo>
                <a:lnTo>
                  <a:pt x="5203292" y="0"/>
                </a:lnTo>
                <a:lnTo>
                  <a:pt x="5203292" y="19050"/>
                </a:lnTo>
                <a:lnTo>
                  <a:pt x="5208626" y="19050"/>
                </a:lnTo>
                <a:lnTo>
                  <a:pt x="5212817" y="14732"/>
                </a:lnTo>
                <a:lnTo>
                  <a:pt x="5212817" y="4318"/>
                </a:lnTo>
                <a:lnTo>
                  <a:pt x="5208626" y="0"/>
                </a:lnTo>
                <a:close/>
              </a:path>
              <a:path w="10390505" h="4652010">
                <a:moveTo>
                  <a:pt x="5241392" y="0"/>
                </a:moveTo>
                <a:lnTo>
                  <a:pt x="5236185" y="0"/>
                </a:lnTo>
                <a:lnTo>
                  <a:pt x="5231867" y="4318"/>
                </a:lnTo>
                <a:lnTo>
                  <a:pt x="5231867" y="14732"/>
                </a:lnTo>
                <a:lnTo>
                  <a:pt x="5236185" y="19050"/>
                </a:lnTo>
                <a:lnTo>
                  <a:pt x="5241392" y="19050"/>
                </a:lnTo>
                <a:lnTo>
                  <a:pt x="5241392" y="0"/>
                </a:lnTo>
                <a:close/>
              </a:path>
              <a:path w="10390505" h="4652010">
                <a:moveTo>
                  <a:pt x="5246726" y="0"/>
                </a:moveTo>
                <a:lnTo>
                  <a:pt x="5241392" y="0"/>
                </a:lnTo>
                <a:lnTo>
                  <a:pt x="5241392" y="19050"/>
                </a:lnTo>
                <a:lnTo>
                  <a:pt x="5246726" y="19050"/>
                </a:lnTo>
                <a:lnTo>
                  <a:pt x="5250917" y="14732"/>
                </a:lnTo>
                <a:lnTo>
                  <a:pt x="5250917" y="4318"/>
                </a:lnTo>
                <a:lnTo>
                  <a:pt x="5246726" y="0"/>
                </a:lnTo>
                <a:close/>
              </a:path>
              <a:path w="10390505" h="4652010">
                <a:moveTo>
                  <a:pt x="5279492" y="0"/>
                </a:moveTo>
                <a:lnTo>
                  <a:pt x="5274285" y="0"/>
                </a:lnTo>
                <a:lnTo>
                  <a:pt x="5269967" y="4318"/>
                </a:lnTo>
                <a:lnTo>
                  <a:pt x="5269967" y="14732"/>
                </a:lnTo>
                <a:lnTo>
                  <a:pt x="5274285" y="19050"/>
                </a:lnTo>
                <a:lnTo>
                  <a:pt x="5279492" y="19050"/>
                </a:lnTo>
                <a:lnTo>
                  <a:pt x="5279492" y="0"/>
                </a:lnTo>
                <a:close/>
              </a:path>
              <a:path w="10390505" h="4652010">
                <a:moveTo>
                  <a:pt x="5284826" y="0"/>
                </a:moveTo>
                <a:lnTo>
                  <a:pt x="5279619" y="0"/>
                </a:lnTo>
                <a:lnTo>
                  <a:pt x="5279619" y="19050"/>
                </a:lnTo>
                <a:lnTo>
                  <a:pt x="5284826" y="19050"/>
                </a:lnTo>
                <a:lnTo>
                  <a:pt x="5289144" y="14732"/>
                </a:lnTo>
                <a:lnTo>
                  <a:pt x="5289144" y="4318"/>
                </a:lnTo>
                <a:lnTo>
                  <a:pt x="5284826" y="0"/>
                </a:lnTo>
                <a:close/>
              </a:path>
              <a:path w="10390505" h="4652010">
                <a:moveTo>
                  <a:pt x="5317719" y="0"/>
                </a:moveTo>
                <a:lnTo>
                  <a:pt x="5312385" y="0"/>
                </a:lnTo>
                <a:lnTo>
                  <a:pt x="5308194" y="4318"/>
                </a:lnTo>
                <a:lnTo>
                  <a:pt x="5308194" y="14732"/>
                </a:lnTo>
                <a:lnTo>
                  <a:pt x="5312385" y="19050"/>
                </a:lnTo>
                <a:lnTo>
                  <a:pt x="5317719" y="19050"/>
                </a:lnTo>
                <a:lnTo>
                  <a:pt x="5317719" y="0"/>
                </a:lnTo>
                <a:close/>
              </a:path>
              <a:path w="10390505" h="4652010">
                <a:moveTo>
                  <a:pt x="5322926" y="0"/>
                </a:moveTo>
                <a:lnTo>
                  <a:pt x="5317719" y="0"/>
                </a:lnTo>
                <a:lnTo>
                  <a:pt x="5317719" y="19050"/>
                </a:lnTo>
                <a:lnTo>
                  <a:pt x="5322926" y="19050"/>
                </a:lnTo>
                <a:lnTo>
                  <a:pt x="5327244" y="14732"/>
                </a:lnTo>
                <a:lnTo>
                  <a:pt x="5327244" y="4318"/>
                </a:lnTo>
                <a:lnTo>
                  <a:pt x="5322926" y="0"/>
                </a:lnTo>
                <a:close/>
              </a:path>
              <a:path w="10390505" h="4652010">
                <a:moveTo>
                  <a:pt x="5355819" y="0"/>
                </a:moveTo>
                <a:lnTo>
                  <a:pt x="5350485" y="0"/>
                </a:lnTo>
                <a:lnTo>
                  <a:pt x="5346294" y="4318"/>
                </a:lnTo>
                <a:lnTo>
                  <a:pt x="5346294" y="14732"/>
                </a:lnTo>
                <a:lnTo>
                  <a:pt x="5350485" y="19050"/>
                </a:lnTo>
                <a:lnTo>
                  <a:pt x="5355819" y="19050"/>
                </a:lnTo>
                <a:lnTo>
                  <a:pt x="5355819" y="0"/>
                </a:lnTo>
                <a:close/>
              </a:path>
              <a:path w="10390505" h="4652010">
                <a:moveTo>
                  <a:pt x="5361026" y="0"/>
                </a:moveTo>
                <a:lnTo>
                  <a:pt x="5355819" y="0"/>
                </a:lnTo>
                <a:lnTo>
                  <a:pt x="5355819" y="19050"/>
                </a:lnTo>
                <a:lnTo>
                  <a:pt x="5361026" y="19050"/>
                </a:lnTo>
                <a:lnTo>
                  <a:pt x="5365344" y="14732"/>
                </a:lnTo>
                <a:lnTo>
                  <a:pt x="5365344" y="4318"/>
                </a:lnTo>
                <a:lnTo>
                  <a:pt x="5361026" y="0"/>
                </a:lnTo>
                <a:close/>
              </a:path>
              <a:path w="10390505" h="4652010">
                <a:moveTo>
                  <a:pt x="5393919" y="0"/>
                </a:moveTo>
                <a:lnTo>
                  <a:pt x="5388712" y="0"/>
                </a:lnTo>
                <a:lnTo>
                  <a:pt x="5384394" y="4318"/>
                </a:lnTo>
                <a:lnTo>
                  <a:pt x="5384394" y="14732"/>
                </a:lnTo>
                <a:lnTo>
                  <a:pt x="5388712" y="19050"/>
                </a:lnTo>
                <a:lnTo>
                  <a:pt x="5393919" y="19050"/>
                </a:lnTo>
                <a:lnTo>
                  <a:pt x="5393919" y="0"/>
                </a:lnTo>
                <a:close/>
              </a:path>
              <a:path w="10390505" h="4652010">
                <a:moveTo>
                  <a:pt x="5399253" y="0"/>
                </a:moveTo>
                <a:lnTo>
                  <a:pt x="5393919" y="0"/>
                </a:lnTo>
                <a:lnTo>
                  <a:pt x="5393919" y="19050"/>
                </a:lnTo>
                <a:lnTo>
                  <a:pt x="5399253" y="19050"/>
                </a:lnTo>
                <a:lnTo>
                  <a:pt x="5403444" y="14732"/>
                </a:lnTo>
                <a:lnTo>
                  <a:pt x="5403444" y="4318"/>
                </a:lnTo>
                <a:lnTo>
                  <a:pt x="5399253" y="0"/>
                </a:lnTo>
                <a:close/>
              </a:path>
              <a:path w="10390505" h="4652010">
                <a:moveTo>
                  <a:pt x="5432019" y="0"/>
                </a:moveTo>
                <a:lnTo>
                  <a:pt x="5426812" y="0"/>
                </a:lnTo>
                <a:lnTo>
                  <a:pt x="5422494" y="4318"/>
                </a:lnTo>
                <a:lnTo>
                  <a:pt x="5422494" y="14732"/>
                </a:lnTo>
                <a:lnTo>
                  <a:pt x="5426812" y="19050"/>
                </a:lnTo>
                <a:lnTo>
                  <a:pt x="5432019" y="19050"/>
                </a:lnTo>
                <a:lnTo>
                  <a:pt x="5432019" y="0"/>
                </a:lnTo>
                <a:close/>
              </a:path>
              <a:path w="10390505" h="4652010">
                <a:moveTo>
                  <a:pt x="5437353" y="0"/>
                </a:moveTo>
                <a:lnTo>
                  <a:pt x="5432019" y="0"/>
                </a:lnTo>
                <a:lnTo>
                  <a:pt x="5432019" y="19050"/>
                </a:lnTo>
                <a:lnTo>
                  <a:pt x="5437353" y="19050"/>
                </a:lnTo>
                <a:lnTo>
                  <a:pt x="5441544" y="14732"/>
                </a:lnTo>
                <a:lnTo>
                  <a:pt x="5441544" y="4318"/>
                </a:lnTo>
                <a:lnTo>
                  <a:pt x="5437353" y="0"/>
                </a:lnTo>
                <a:close/>
              </a:path>
              <a:path w="10390505" h="4652010">
                <a:moveTo>
                  <a:pt x="5470119" y="0"/>
                </a:moveTo>
                <a:lnTo>
                  <a:pt x="5464912" y="0"/>
                </a:lnTo>
                <a:lnTo>
                  <a:pt x="5460594" y="4318"/>
                </a:lnTo>
                <a:lnTo>
                  <a:pt x="5460594" y="14732"/>
                </a:lnTo>
                <a:lnTo>
                  <a:pt x="5464912" y="19050"/>
                </a:lnTo>
                <a:lnTo>
                  <a:pt x="5470119" y="19050"/>
                </a:lnTo>
                <a:lnTo>
                  <a:pt x="5470119" y="0"/>
                </a:lnTo>
                <a:close/>
              </a:path>
              <a:path w="10390505" h="4652010">
                <a:moveTo>
                  <a:pt x="5475453" y="0"/>
                </a:moveTo>
                <a:lnTo>
                  <a:pt x="5470119" y="0"/>
                </a:lnTo>
                <a:lnTo>
                  <a:pt x="5470119" y="19050"/>
                </a:lnTo>
                <a:lnTo>
                  <a:pt x="5475453" y="19050"/>
                </a:lnTo>
                <a:lnTo>
                  <a:pt x="5479644" y="14732"/>
                </a:lnTo>
                <a:lnTo>
                  <a:pt x="5479644" y="4318"/>
                </a:lnTo>
                <a:lnTo>
                  <a:pt x="5475453" y="0"/>
                </a:lnTo>
                <a:close/>
              </a:path>
              <a:path w="10390505" h="4652010">
                <a:moveTo>
                  <a:pt x="5508219" y="0"/>
                </a:moveTo>
                <a:lnTo>
                  <a:pt x="5503012" y="0"/>
                </a:lnTo>
                <a:lnTo>
                  <a:pt x="5498694" y="4318"/>
                </a:lnTo>
                <a:lnTo>
                  <a:pt x="5498694" y="14732"/>
                </a:lnTo>
                <a:lnTo>
                  <a:pt x="5503012" y="19050"/>
                </a:lnTo>
                <a:lnTo>
                  <a:pt x="5508219" y="19050"/>
                </a:lnTo>
                <a:lnTo>
                  <a:pt x="5508219" y="0"/>
                </a:lnTo>
                <a:close/>
              </a:path>
              <a:path w="10390505" h="4652010">
                <a:moveTo>
                  <a:pt x="5513553" y="0"/>
                </a:moveTo>
                <a:lnTo>
                  <a:pt x="5508346" y="0"/>
                </a:lnTo>
                <a:lnTo>
                  <a:pt x="5508346" y="19050"/>
                </a:lnTo>
                <a:lnTo>
                  <a:pt x="5513553" y="19050"/>
                </a:lnTo>
                <a:lnTo>
                  <a:pt x="5517871" y="14732"/>
                </a:lnTo>
                <a:lnTo>
                  <a:pt x="5517871" y="4318"/>
                </a:lnTo>
                <a:lnTo>
                  <a:pt x="5513553" y="0"/>
                </a:lnTo>
                <a:close/>
              </a:path>
              <a:path w="10390505" h="4652010">
                <a:moveTo>
                  <a:pt x="5546446" y="0"/>
                </a:moveTo>
                <a:lnTo>
                  <a:pt x="5541112" y="0"/>
                </a:lnTo>
                <a:lnTo>
                  <a:pt x="5536921" y="4318"/>
                </a:lnTo>
                <a:lnTo>
                  <a:pt x="5536921" y="14732"/>
                </a:lnTo>
                <a:lnTo>
                  <a:pt x="5541112" y="19050"/>
                </a:lnTo>
                <a:lnTo>
                  <a:pt x="5546446" y="19050"/>
                </a:lnTo>
                <a:lnTo>
                  <a:pt x="5546446" y="0"/>
                </a:lnTo>
                <a:close/>
              </a:path>
              <a:path w="10390505" h="4652010">
                <a:moveTo>
                  <a:pt x="5551653" y="0"/>
                </a:moveTo>
                <a:lnTo>
                  <a:pt x="5546446" y="0"/>
                </a:lnTo>
                <a:lnTo>
                  <a:pt x="5546446" y="19050"/>
                </a:lnTo>
                <a:lnTo>
                  <a:pt x="5551653" y="19050"/>
                </a:lnTo>
                <a:lnTo>
                  <a:pt x="5555971" y="14732"/>
                </a:lnTo>
                <a:lnTo>
                  <a:pt x="5555971" y="4318"/>
                </a:lnTo>
                <a:lnTo>
                  <a:pt x="5551653" y="0"/>
                </a:lnTo>
                <a:close/>
              </a:path>
              <a:path w="10390505" h="4652010">
                <a:moveTo>
                  <a:pt x="5584546" y="0"/>
                </a:moveTo>
                <a:lnTo>
                  <a:pt x="5579212" y="0"/>
                </a:lnTo>
                <a:lnTo>
                  <a:pt x="5575021" y="4318"/>
                </a:lnTo>
                <a:lnTo>
                  <a:pt x="5575021" y="14732"/>
                </a:lnTo>
                <a:lnTo>
                  <a:pt x="5579212" y="19050"/>
                </a:lnTo>
                <a:lnTo>
                  <a:pt x="5584546" y="19050"/>
                </a:lnTo>
                <a:lnTo>
                  <a:pt x="5584546" y="0"/>
                </a:lnTo>
                <a:close/>
              </a:path>
              <a:path w="10390505" h="4652010">
                <a:moveTo>
                  <a:pt x="5589753" y="0"/>
                </a:moveTo>
                <a:lnTo>
                  <a:pt x="5584546" y="0"/>
                </a:lnTo>
                <a:lnTo>
                  <a:pt x="5584546" y="19050"/>
                </a:lnTo>
                <a:lnTo>
                  <a:pt x="5589753" y="19050"/>
                </a:lnTo>
                <a:lnTo>
                  <a:pt x="5594071" y="14732"/>
                </a:lnTo>
                <a:lnTo>
                  <a:pt x="5594071" y="4318"/>
                </a:lnTo>
                <a:lnTo>
                  <a:pt x="5589753" y="0"/>
                </a:lnTo>
                <a:close/>
              </a:path>
              <a:path w="10390505" h="4652010">
                <a:moveTo>
                  <a:pt x="5622646" y="0"/>
                </a:moveTo>
                <a:lnTo>
                  <a:pt x="5617312" y="0"/>
                </a:lnTo>
                <a:lnTo>
                  <a:pt x="5613121" y="4318"/>
                </a:lnTo>
                <a:lnTo>
                  <a:pt x="5613121" y="14732"/>
                </a:lnTo>
                <a:lnTo>
                  <a:pt x="5617312" y="19050"/>
                </a:lnTo>
                <a:lnTo>
                  <a:pt x="5622646" y="19050"/>
                </a:lnTo>
                <a:lnTo>
                  <a:pt x="5622646" y="0"/>
                </a:lnTo>
                <a:close/>
              </a:path>
              <a:path w="10390505" h="4652010">
                <a:moveTo>
                  <a:pt x="5627853" y="0"/>
                </a:moveTo>
                <a:lnTo>
                  <a:pt x="5622646" y="0"/>
                </a:lnTo>
                <a:lnTo>
                  <a:pt x="5622646" y="19050"/>
                </a:lnTo>
                <a:lnTo>
                  <a:pt x="5627853" y="19050"/>
                </a:lnTo>
                <a:lnTo>
                  <a:pt x="5632171" y="14732"/>
                </a:lnTo>
                <a:lnTo>
                  <a:pt x="5632171" y="4318"/>
                </a:lnTo>
                <a:lnTo>
                  <a:pt x="5627853" y="0"/>
                </a:lnTo>
                <a:close/>
              </a:path>
              <a:path w="10390505" h="4652010">
                <a:moveTo>
                  <a:pt x="5660746" y="0"/>
                </a:moveTo>
                <a:lnTo>
                  <a:pt x="5655539" y="0"/>
                </a:lnTo>
                <a:lnTo>
                  <a:pt x="5651221" y="4318"/>
                </a:lnTo>
                <a:lnTo>
                  <a:pt x="5651221" y="14732"/>
                </a:lnTo>
                <a:lnTo>
                  <a:pt x="5655539" y="19050"/>
                </a:lnTo>
                <a:lnTo>
                  <a:pt x="5660746" y="19050"/>
                </a:lnTo>
                <a:lnTo>
                  <a:pt x="5660746" y="0"/>
                </a:lnTo>
                <a:close/>
              </a:path>
              <a:path w="10390505" h="4652010">
                <a:moveTo>
                  <a:pt x="5666080" y="0"/>
                </a:moveTo>
                <a:lnTo>
                  <a:pt x="5660746" y="0"/>
                </a:lnTo>
                <a:lnTo>
                  <a:pt x="5660746" y="19050"/>
                </a:lnTo>
                <a:lnTo>
                  <a:pt x="5666080" y="19050"/>
                </a:lnTo>
                <a:lnTo>
                  <a:pt x="5670271" y="14732"/>
                </a:lnTo>
                <a:lnTo>
                  <a:pt x="5670271" y="4318"/>
                </a:lnTo>
                <a:lnTo>
                  <a:pt x="5666080" y="0"/>
                </a:lnTo>
                <a:close/>
              </a:path>
              <a:path w="10390505" h="4652010">
                <a:moveTo>
                  <a:pt x="5698846" y="0"/>
                </a:moveTo>
                <a:lnTo>
                  <a:pt x="5693639" y="0"/>
                </a:lnTo>
                <a:lnTo>
                  <a:pt x="5689321" y="4318"/>
                </a:lnTo>
                <a:lnTo>
                  <a:pt x="5689321" y="14732"/>
                </a:lnTo>
                <a:lnTo>
                  <a:pt x="5693639" y="19050"/>
                </a:lnTo>
                <a:lnTo>
                  <a:pt x="5698846" y="19050"/>
                </a:lnTo>
                <a:lnTo>
                  <a:pt x="5698846" y="0"/>
                </a:lnTo>
                <a:close/>
              </a:path>
              <a:path w="10390505" h="4652010">
                <a:moveTo>
                  <a:pt x="5704180" y="0"/>
                </a:moveTo>
                <a:lnTo>
                  <a:pt x="5698846" y="0"/>
                </a:lnTo>
                <a:lnTo>
                  <a:pt x="5698846" y="19050"/>
                </a:lnTo>
                <a:lnTo>
                  <a:pt x="5704180" y="19050"/>
                </a:lnTo>
                <a:lnTo>
                  <a:pt x="5708371" y="14732"/>
                </a:lnTo>
                <a:lnTo>
                  <a:pt x="5708371" y="4318"/>
                </a:lnTo>
                <a:lnTo>
                  <a:pt x="5704180" y="0"/>
                </a:lnTo>
                <a:close/>
              </a:path>
              <a:path w="10390505" h="4652010">
                <a:moveTo>
                  <a:pt x="5736946" y="0"/>
                </a:moveTo>
                <a:lnTo>
                  <a:pt x="5731739" y="0"/>
                </a:lnTo>
                <a:lnTo>
                  <a:pt x="5727421" y="4318"/>
                </a:lnTo>
                <a:lnTo>
                  <a:pt x="5727421" y="14732"/>
                </a:lnTo>
                <a:lnTo>
                  <a:pt x="5731739" y="19050"/>
                </a:lnTo>
                <a:lnTo>
                  <a:pt x="5736946" y="19050"/>
                </a:lnTo>
                <a:lnTo>
                  <a:pt x="5736946" y="0"/>
                </a:lnTo>
                <a:close/>
              </a:path>
              <a:path w="10390505" h="4652010">
                <a:moveTo>
                  <a:pt x="5742280" y="0"/>
                </a:moveTo>
                <a:lnTo>
                  <a:pt x="5736946" y="0"/>
                </a:lnTo>
                <a:lnTo>
                  <a:pt x="5736946" y="19050"/>
                </a:lnTo>
                <a:lnTo>
                  <a:pt x="5742280" y="19050"/>
                </a:lnTo>
                <a:lnTo>
                  <a:pt x="5746471" y="14732"/>
                </a:lnTo>
                <a:lnTo>
                  <a:pt x="5746471" y="4318"/>
                </a:lnTo>
                <a:lnTo>
                  <a:pt x="5742280" y="0"/>
                </a:lnTo>
                <a:close/>
              </a:path>
              <a:path w="10390505" h="4652010">
                <a:moveTo>
                  <a:pt x="5775046" y="0"/>
                </a:moveTo>
                <a:lnTo>
                  <a:pt x="5769839" y="0"/>
                </a:lnTo>
                <a:lnTo>
                  <a:pt x="5765521" y="4318"/>
                </a:lnTo>
                <a:lnTo>
                  <a:pt x="5765521" y="14732"/>
                </a:lnTo>
                <a:lnTo>
                  <a:pt x="5769839" y="19050"/>
                </a:lnTo>
                <a:lnTo>
                  <a:pt x="5775046" y="19050"/>
                </a:lnTo>
                <a:lnTo>
                  <a:pt x="5775046" y="0"/>
                </a:lnTo>
                <a:close/>
              </a:path>
              <a:path w="10390505" h="4652010">
                <a:moveTo>
                  <a:pt x="5780380" y="0"/>
                </a:moveTo>
                <a:lnTo>
                  <a:pt x="5775173" y="0"/>
                </a:lnTo>
                <a:lnTo>
                  <a:pt x="5775173" y="19050"/>
                </a:lnTo>
                <a:lnTo>
                  <a:pt x="5780380" y="19050"/>
                </a:lnTo>
                <a:lnTo>
                  <a:pt x="5784698" y="14732"/>
                </a:lnTo>
                <a:lnTo>
                  <a:pt x="5784698" y="4318"/>
                </a:lnTo>
                <a:lnTo>
                  <a:pt x="5780380" y="0"/>
                </a:lnTo>
                <a:close/>
              </a:path>
              <a:path w="10390505" h="4652010">
                <a:moveTo>
                  <a:pt x="5813273" y="0"/>
                </a:moveTo>
                <a:lnTo>
                  <a:pt x="5807939" y="0"/>
                </a:lnTo>
                <a:lnTo>
                  <a:pt x="5803748" y="4318"/>
                </a:lnTo>
                <a:lnTo>
                  <a:pt x="5803748" y="14732"/>
                </a:lnTo>
                <a:lnTo>
                  <a:pt x="5807939" y="19050"/>
                </a:lnTo>
                <a:lnTo>
                  <a:pt x="5813273" y="19050"/>
                </a:lnTo>
                <a:lnTo>
                  <a:pt x="5813273" y="0"/>
                </a:lnTo>
                <a:close/>
              </a:path>
              <a:path w="10390505" h="4652010">
                <a:moveTo>
                  <a:pt x="5818480" y="0"/>
                </a:moveTo>
                <a:lnTo>
                  <a:pt x="5813273" y="0"/>
                </a:lnTo>
                <a:lnTo>
                  <a:pt x="5813273" y="19050"/>
                </a:lnTo>
                <a:lnTo>
                  <a:pt x="5818480" y="19050"/>
                </a:lnTo>
                <a:lnTo>
                  <a:pt x="5822798" y="14732"/>
                </a:lnTo>
                <a:lnTo>
                  <a:pt x="5822798" y="4318"/>
                </a:lnTo>
                <a:lnTo>
                  <a:pt x="5818480" y="0"/>
                </a:lnTo>
                <a:close/>
              </a:path>
              <a:path w="10390505" h="4652010">
                <a:moveTo>
                  <a:pt x="5851373" y="0"/>
                </a:moveTo>
                <a:lnTo>
                  <a:pt x="5846039" y="0"/>
                </a:lnTo>
                <a:lnTo>
                  <a:pt x="5841848" y="4318"/>
                </a:lnTo>
                <a:lnTo>
                  <a:pt x="5841848" y="14732"/>
                </a:lnTo>
                <a:lnTo>
                  <a:pt x="5846039" y="19050"/>
                </a:lnTo>
                <a:lnTo>
                  <a:pt x="5851373" y="19050"/>
                </a:lnTo>
                <a:lnTo>
                  <a:pt x="5851373" y="0"/>
                </a:lnTo>
                <a:close/>
              </a:path>
              <a:path w="10390505" h="4652010">
                <a:moveTo>
                  <a:pt x="5856580" y="0"/>
                </a:moveTo>
                <a:lnTo>
                  <a:pt x="5851373" y="0"/>
                </a:lnTo>
                <a:lnTo>
                  <a:pt x="5851373" y="19050"/>
                </a:lnTo>
                <a:lnTo>
                  <a:pt x="5856580" y="19050"/>
                </a:lnTo>
                <a:lnTo>
                  <a:pt x="5860898" y="14732"/>
                </a:lnTo>
                <a:lnTo>
                  <a:pt x="5860898" y="4318"/>
                </a:lnTo>
                <a:lnTo>
                  <a:pt x="5856580" y="0"/>
                </a:lnTo>
                <a:close/>
              </a:path>
              <a:path w="10390505" h="4652010">
                <a:moveTo>
                  <a:pt x="5889473" y="0"/>
                </a:moveTo>
                <a:lnTo>
                  <a:pt x="5884266" y="0"/>
                </a:lnTo>
                <a:lnTo>
                  <a:pt x="5879948" y="4318"/>
                </a:lnTo>
                <a:lnTo>
                  <a:pt x="5879948" y="14732"/>
                </a:lnTo>
                <a:lnTo>
                  <a:pt x="5884266" y="19050"/>
                </a:lnTo>
                <a:lnTo>
                  <a:pt x="5889473" y="19050"/>
                </a:lnTo>
                <a:lnTo>
                  <a:pt x="5889473" y="0"/>
                </a:lnTo>
                <a:close/>
              </a:path>
              <a:path w="10390505" h="4652010">
                <a:moveTo>
                  <a:pt x="5894807" y="0"/>
                </a:moveTo>
                <a:lnTo>
                  <a:pt x="5889473" y="0"/>
                </a:lnTo>
                <a:lnTo>
                  <a:pt x="5889473" y="19050"/>
                </a:lnTo>
                <a:lnTo>
                  <a:pt x="5894807" y="19050"/>
                </a:lnTo>
                <a:lnTo>
                  <a:pt x="5898998" y="14732"/>
                </a:lnTo>
                <a:lnTo>
                  <a:pt x="5898998" y="4318"/>
                </a:lnTo>
                <a:lnTo>
                  <a:pt x="5894807" y="0"/>
                </a:lnTo>
                <a:close/>
              </a:path>
              <a:path w="10390505" h="4652010">
                <a:moveTo>
                  <a:pt x="5927573" y="0"/>
                </a:moveTo>
                <a:lnTo>
                  <a:pt x="5922366" y="0"/>
                </a:lnTo>
                <a:lnTo>
                  <a:pt x="5918048" y="4318"/>
                </a:lnTo>
                <a:lnTo>
                  <a:pt x="5918048" y="14732"/>
                </a:lnTo>
                <a:lnTo>
                  <a:pt x="5922366" y="19050"/>
                </a:lnTo>
                <a:lnTo>
                  <a:pt x="5927573" y="19050"/>
                </a:lnTo>
                <a:lnTo>
                  <a:pt x="5927573" y="0"/>
                </a:lnTo>
                <a:close/>
              </a:path>
              <a:path w="10390505" h="4652010">
                <a:moveTo>
                  <a:pt x="5932907" y="0"/>
                </a:moveTo>
                <a:lnTo>
                  <a:pt x="5927573" y="0"/>
                </a:lnTo>
                <a:lnTo>
                  <a:pt x="5927573" y="19050"/>
                </a:lnTo>
                <a:lnTo>
                  <a:pt x="5932907" y="19050"/>
                </a:lnTo>
                <a:lnTo>
                  <a:pt x="5937098" y="14732"/>
                </a:lnTo>
                <a:lnTo>
                  <a:pt x="5937098" y="4318"/>
                </a:lnTo>
                <a:lnTo>
                  <a:pt x="5932907" y="0"/>
                </a:lnTo>
                <a:close/>
              </a:path>
              <a:path w="10390505" h="4652010">
                <a:moveTo>
                  <a:pt x="5965673" y="0"/>
                </a:moveTo>
                <a:lnTo>
                  <a:pt x="5960466" y="0"/>
                </a:lnTo>
                <a:lnTo>
                  <a:pt x="5956148" y="4318"/>
                </a:lnTo>
                <a:lnTo>
                  <a:pt x="5956148" y="14732"/>
                </a:lnTo>
                <a:lnTo>
                  <a:pt x="5960466" y="19050"/>
                </a:lnTo>
                <a:lnTo>
                  <a:pt x="5965673" y="19050"/>
                </a:lnTo>
                <a:lnTo>
                  <a:pt x="5965673" y="0"/>
                </a:lnTo>
                <a:close/>
              </a:path>
              <a:path w="10390505" h="4652010">
                <a:moveTo>
                  <a:pt x="5971007" y="0"/>
                </a:moveTo>
                <a:lnTo>
                  <a:pt x="5965673" y="0"/>
                </a:lnTo>
                <a:lnTo>
                  <a:pt x="5965673" y="19050"/>
                </a:lnTo>
                <a:lnTo>
                  <a:pt x="5971007" y="19050"/>
                </a:lnTo>
                <a:lnTo>
                  <a:pt x="5975198" y="14732"/>
                </a:lnTo>
                <a:lnTo>
                  <a:pt x="5975198" y="4318"/>
                </a:lnTo>
                <a:lnTo>
                  <a:pt x="5971007" y="0"/>
                </a:lnTo>
                <a:close/>
              </a:path>
              <a:path w="10390505" h="4652010">
                <a:moveTo>
                  <a:pt x="6003773" y="0"/>
                </a:moveTo>
                <a:lnTo>
                  <a:pt x="5998566" y="0"/>
                </a:lnTo>
                <a:lnTo>
                  <a:pt x="5994248" y="4318"/>
                </a:lnTo>
                <a:lnTo>
                  <a:pt x="5994248" y="14732"/>
                </a:lnTo>
                <a:lnTo>
                  <a:pt x="5998566" y="19050"/>
                </a:lnTo>
                <a:lnTo>
                  <a:pt x="6003773" y="19050"/>
                </a:lnTo>
                <a:lnTo>
                  <a:pt x="6003773" y="0"/>
                </a:lnTo>
                <a:close/>
              </a:path>
              <a:path w="10390505" h="4652010">
                <a:moveTo>
                  <a:pt x="6009107" y="0"/>
                </a:moveTo>
                <a:lnTo>
                  <a:pt x="6003900" y="0"/>
                </a:lnTo>
                <a:lnTo>
                  <a:pt x="6003900" y="19050"/>
                </a:lnTo>
                <a:lnTo>
                  <a:pt x="6009107" y="19050"/>
                </a:lnTo>
                <a:lnTo>
                  <a:pt x="6013425" y="14732"/>
                </a:lnTo>
                <a:lnTo>
                  <a:pt x="6013425" y="4318"/>
                </a:lnTo>
                <a:lnTo>
                  <a:pt x="6009107" y="0"/>
                </a:lnTo>
                <a:close/>
              </a:path>
              <a:path w="10390505" h="4652010">
                <a:moveTo>
                  <a:pt x="6042000" y="0"/>
                </a:moveTo>
                <a:lnTo>
                  <a:pt x="6036666" y="0"/>
                </a:lnTo>
                <a:lnTo>
                  <a:pt x="6032475" y="4318"/>
                </a:lnTo>
                <a:lnTo>
                  <a:pt x="6032475" y="14732"/>
                </a:lnTo>
                <a:lnTo>
                  <a:pt x="6036666" y="19050"/>
                </a:lnTo>
                <a:lnTo>
                  <a:pt x="6042000" y="19050"/>
                </a:lnTo>
                <a:lnTo>
                  <a:pt x="6042000" y="0"/>
                </a:lnTo>
                <a:close/>
              </a:path>
              <a:path w="10390505" h="4652010">
                <a:moveTo>
                  <a:pt x="6047207" y="0"/>
                </a:moveTo>
                <a:lnTo>
                  <a:pt x="6042000" y="0"/>
                </a:lnTo>
                <a:lnTo>
                  <a:pt x="6042000" y="19050"/>
                </a:lnTo>
                <a:lnTo>
                  <a:pt x="6047207" y="19050"/>
                </a:lnTo>
                <a:lnTo>
                  <a:pt x="6051525" y="14732"/>
                </a:lnTo>
                <a:lnTo>
                  <a:pt x="6051525" y="4318"/>
                </a:lnTo>
                <a:lnTo>
                  <a:pt x="6047207" y="0"/>
                </a:lnTo>
                <a:close/>
              </a:path>
              <a:path w="10390505" h="4652010">
                <a:moveTo>
                  <a:pt x="6080100" y="0"/>
                </a:moveTo>
                <a:lnTo>
                  <a:pt x="6074766" y="0"/>
                </a:lnTo>
                <a:lnTo>
                  <a:pt x="6070575" y="4318"/>
                </a:lnTo>
                <a:lnTo>
                  <a:pt x="6070575" y="14732"/>
                </a:lnTo>
                <a:lnTo>
                  <a:pt x="6074766" y="19050"/>
                </a:lnTo>
                <a:lnTo>
                  <a:pt x="6080100" y="19050"/>
                </a:lnTo>
                <a:lnTo>
                  <a:pt x="6080100" y="0"/>
                </a:lnTo>
                <a:close/>
              </a:path>
              <a:path w="10390505" h="4652010">
                <a:moveTo>
                  <a:pt x="6085307" y="0"/>
                </a:moveTo>
                <a:lnTo>
                  <a:pt x="6080100" y="0"/>
                </a:lnTo>
                <a:lnTo>
                  <a:pt x="6080100" y="19050"/>
                </a:lnTo>
                <a:lnTo>
                  <a:pt x="6085307" y="19050"/>
                </a:lnTo>
                <a:lnTo>
                  <a:pt x="6089625" y="14732"/>
                </a:lnTo>
                <a:lnTo>
                  <a:pt x="6089625" y="4318"/>
                </a:lnTo>
                <a:lnTo>
                  <a:pt x="6085307" y="0"/>
                </a:lnTo>
                <a:close/>
              </a:path>
              <a:path w="10390505" h="4652010">
                <a:moveTo>
                  <a:pt x="6118200" y="0"/>
                </a:moveTo>
                <a:lnTo>
                  <a:pt x="6112866" y="0"/>
                </a:lnTo>
                <a:lnTo>
                  <a:pt x="6108675" y="4318"/>
                </a:lnTo>
                <a:lnTo>
                  <a:pt x="6108675" y="14732"/>
                </a:lnTo>
                <a:lnTo>
                  <a:pt x="6112866" y="19050"/>
                </a:lnTo>
                <a:lnTo>
                  <a:pt x="6118200" y="19050"/>
                </a:lnTo>
                <a:lnTo>
                  <a:pt x="6118200" y="0"/>
                </a:lnTo>
                <a:close/>
              </a:path>
              <a:path w="10390505" h="4652010">
                <a:moveTo>
                  <a:pt x="6123407" y="0"/>
                </a:moveTo>
                <a:lnTo>
                  <a:pt x="6118200" y="0"/>
                </a:lnTo>
                <a:lnTo>
                  <a:pt x="6118200" y="19050"/>
                </a:lnTo>
                <a:lnTo>
                  <a:pt x="6123407" y="19050"/>
                </a:lnTo>
                <a:lnTo>
                  <a:pt x="6127725" y="14732"/>
                </a:lnTo>
                <a:lnTo>
                  <a:pt x="6127725" y="4318"/>
                </a:lnTo>
                <a:lnTo>
                  <a:pt x="6123407" y="0"/>
                </a:lnTo>
                <a:close/>
              </a:path>
              <a:path w="10390505" h="4652010">
                <a:moveTo>
                  <a:pt x="6156300" y="0"/>
                </a:moveTo>
                <a:lnTo>
                  <a:pt x="6151093" y="0"/>
                </a:lnTo>
                <a:lnTo>
                  <a:pt x="6146775" y="4318"/>
                </a:lnTo>
                <a:lnTo>
                  <a:pt x="6146775" y="14732"/>
                </a:lnTo>
                <a:lnTo>
                  <a:pt x="6151093" y="19050"/>
                </a:lnTo>
                <a:lnTo>
                  <a:pt x="6156300" y="19050"/>
                </a:lnTo>
                <a:lnTo>
                  <a:pt x="6156300" y="0"/>
                </a:lnTo>
                <a:close/>
              </a:path>
              <a:path w="10390505" h="4652010">
                <a:moveTo>
                  <a:pt x="6161634" y="0"/>
                </a:moveTo>
                <a:lnTo>
                  <a:pt x="6156300" y="0"/>
                </a:lnTo>
                <a:lnTo>
                  <a:pt x="6156300" y="19050"/>
                </a:lnTo>
                <a:lnTo>
                  <a:pt x="6161634" y="19050"/>
                </a:lnTo>
                <a:lnTo>
                  <a:pt x="6165825" y="14732"/>
                </a:lnTo>
                <a:lnTo>
                  <a:pt x="6165825" y="4318"/>
                </a:lnTo>
                <a:lnTo>
                  <a:pt x="6161634" y="0"/>
                </a:lnTo>
                <a:close/>
              </a:path>
              <a:path w="10390505" h="4652010">
                <a:moveTo>
                  <a:pt x="6194400" y="0"/>
                </a:moveTo>
                <a:lnTo>
                  <a:pt x="6189193" y="0"/>
                </a:lnTo>
                <a:lnTo>
                  <a:pt x="6184875" y="4318"/>
                </a:lnTo>
                <a:lnTo>
                  <a:pt x="6184875" y="14732"/>
                </a:lnTo>
                <a:lnTo>
                  <a:pt x="6189193" y="19050"/>
                </a:lnTo>
                <a:lnTo>
                  <a:pt x="6194400" y="19050"/>
                </a:lnTo>
                <a:lnTo>
                  <a:pt x="6194400" y="0"/>
                </a:lnTo>
                <a:close/>
              </a:path>
              <a:path w="10390505" h="4652010">
                <a:moveTo>
                  <a:pt x="6199734" y="0"/>
                </a:moveTo>
                <a:lnTo>
                  <a:pt x="6194400" y="0"/>
                </a:lnTo>
                <a:lnTo>
                  <a:pt x="6194400" y="19050"/>
                </a:lnTo>
                <a:lnTo>
                  <a:pt x="6199734" y="19050"/>
                </a:lnTo>
                <a:lnTo>
                  <a:pt x="6203925" y="14732"/>
                </a:lnTo>
                <a:lnTo>
                  <a:pt x="6203925" y="4318"/>
                </a:lnTo>
                <a:lnTo>
                  <a:pt x="6199734" y="0"/>
                </a:lnTo>
                <a:close/>
              </a:path>
              <a:path w="10390505" h="4652010">
                <a:moveTo>
                  <a:pt x="6232500" y="0"/>
                </a:moveTo>
                <a:lnTo>
                  <a:pt x="6227293" y="0"/>
                </a:lnTo>
                <a:lnTo>
                  <a:pt x="6222975" y="4318"/>
                </a:lnTo>
                <a:lnTo>
                  <a:pt x="6222975" y="14732"/>
                </a:lnTo>
                <a:lnTo>
                  <a:pt x="6227293" y="19050"/>
                </a:lnTo>
                <a:lnTo>
                  <a:pt x="6232500" y="19050"/>
                </a:lnTo>
                <a:lnTo>
                  <a:pt x="6232500" y="0"/>
                </a:lnTo>
                <a:close/>
              </a:path>
              <a:path w="10390505" h="4652010">
                <a:moveTo>
                  <a:pt x="6237834" y="0"/>
                </a:moveTo>
                <a:lnTo>
                  <a:pt x="6232500" y="0"/>
                </a:lnTo>
                <a:lnTo>
                  <a:pt x="6232500" y="19050"/>
                </a:lnTo>
                <a:lnTo>
                  <a:pt x="6237834" y="19050"/>
                </a:lnTo>
                <a:lnTo>
                  <a:pt x="6242025" y="14732"/>
                </a:lnTo>
                <a:lnTo>
                  <a:pt x="6242025" y="4318"/>
                </a:lnTo>
                <a:lnTo>
                  <a:pt x="6237834" y="0"/>
                </a:lnTo>
                <a:close/>
              </a:path>
              <a:path w="10390505" h="4652010">
                <a:moveTo>
                  <a:pt x="6270600" y="0"/>
                </a:moveTo>
                <a:lnTo>
                  <a:pt x="6265393" y="0"/>
                </a:lnTo>
                <a:lnTo>
                  <a:pt x="6261075" y="4318"/>
                </a:lnTo>
                <a:lnTo>
                  <a:pt x="6261075" y="14732"/>
                </a:lnTo>
                <a:lnTo>
                  <a:pt x="6265393" y="19050"/>
                </a:lnTo>
                <a:lnTo>
                  <a:pt x="6270600" y="19050"/>
                </a:lnTo>
                <a:lnTo>
                  <a:pt x="6270600" y="0"/>
                </a:lnTo>
                <a:close/>
              </a:path>
              <a:path w="10390505" h="4652010">
                <a:moveTo>
                  <a:pt x="6275934" y="0"/>
                </a:moveTo>
                <a:lnTo>
                  <a:pt x="6270727" y="0"/>
                </a:lnTo>
                <a:lnTo>
                  <a:pt x="6270727" y="19050"/>
                </a:lnTo>
                <a:lnTo>
                  <a:pt x="6275934" y="19050"/>
                </a:lnTo>
                <a:lnTo>
                  <a:pt x="6280252" y="14732"/>
                </a:lnTo>
                <a:lnTo>
                  <a:pt x="6280252" y="4318"/>
                </a:lnTo>
                <a:lnTo>
                  <a:pt x="6275934" y="0"/>
                </a:lnTo>
                <a:close/>
              </a:path>
              <a:path w="10390505" h="4652010">
                <a:moveTo>
                  <a:pt x="6308827" y="0"/>
                </a:moveTo>
                <a:lnTo>
                  <a:pt x="6303493" y="0"/>
                </a:lnTo>
                <a:lnTo>
                  <a:pt x="6299302" y="4318"/>
                </a:lnTo>
                <a:lnTo>
                  <a:pt x="6299302" y="14732"/>
                </a:lnTo>
                <a:lnTo>
                  <a:pt x="6303493" y="19050"/>
                </a:lnTo>
                <a:lnTo>
                  <a:pt x="6308827" y="19050"/>
                </a:lnTo>
                <a:lnTo>
                  <a:pt x="6308827" y="0"/>
                </a:lnTo>
                <a:close/>
              </a:path>
              <a:path w="10390505" h="4652010">
                <a:moveTo>
                  <a:pt x="6314034" y="0"/>
                </a:moveTo>
                <a:lnTo>
                  <a:pt x="6308827" y="0"/>
                </a:lnTo>
                <a:lnTo>
                  <a:pt x="6308827" y="19050"/>
                </a:lnTo>
                <a:lnTo>
                  <a:pt x="6314034" y="19050"/>
                </a:lnTo>
                <a:lnTo>
                  <a:pt x="6318352" y="14732"/>
                </a:lnTo>
                <a:lnTo>
                  <a:pt x="6318352" y="4318"/>
                </a:lnTo>
                <a:lnTo>
                  <a:pt x="6314034" y="0"/>
                </a:lnTo>
                <a:close/>
              </a:path>
              <a:path w="10390505" h="4652010">
                <a:moveTo>
                  <a:pt x="6346927" y="0"/>
                </a:moveTo>
                <a:lnTo>
                  <a:pt x="6341593" y="0"/>
                </a:lnTo>
                <a:lnTo>
                  <a:pt x="6337402" y="4318"/>
                </a:lnTo>
                <a:lnTo>
                  <a:pt x="6337402" y="14732"/>
                </a:lnTo>
                <a:lnTo>
                  <a:pt x="6341593" y="19050"/>
                </a:lnTo>
                <a:lnTo>
                  <a:pt x="6346927" y="19050"/>
                </a:lnTo>
                <a:lnTo>
                  <a:pt x="6346927" y="0"/>
                </a:lnTo>
                <a:close/>
              </a:path>
              <a:path w="10390505" h="4652010">
                <a:moveTo>
                  <a:pt x="6352134" y="0"/>
                </a:moveTo>
                <a:lnTo>
                  <a:pt x="6346927" y="0"/>
                </a:lnTo>
                <a:lnTo>
                  <a:pt x="6346927" y="19050"/>
                </a:lnTo>
                <a:lnTo>
                  <a:pt x="6352134" y="19050"/>
                </a:lnTo>
                <a:lnTo>
                  <a:pt x="6356452" y="14732"/>
                </a:lnTo>
                <a:lnTo>
                  <a:pt x="6356452" y="4318"/>
                </a:lnTo>
                <a:lnTo>
                  <a:pt x="6352134" y="0"/>
                </a:lnTo>
                <a:close/>
              </a:path>
              <a:path w="10390505" h="4652010">
                <a:moveTo>
                  <a:pt x="6385027" y="0"/>
                </a:moveTo>
                <a:lnTo>
                  <a:pt x="6379820" y="0"/>
                </a:lnTo>
                <a:lnTo>
                  <a:pt x="6375502" y="4318"/>
                </a:lnTo>
                <a:lnTo>
                  <a:pt x="6375502" y="14732"/>
                </a:lnTo>
                <a:lnTo>
                  <a:pt x="6379820" y="19050"/>
                </a:lnTo>
                <a:lnTo>
                  <a:pt x="6385027" y="19050"/>
                </a:lnTo>
                <a:lnTo>
                  <a:pt x="6385027" y="0"/>
                </a:lnTo>
                <a:close/>
              </a:path>
              <a:path w="10390505" h="4652010">
                <a:moveTo>
                  <a:pt x="6390234" y="0"/>
                </a:moveTo>
                <a:lnTo>
                  <a:pt x="6385027" y="0"/>
                </a:lnTo>
                <a:lnTo>
                  <a:pt x="6385027" y="19050"/>
                </a:lnTo>
                <a:lnTo>
                  <a:pt x="6390234" y="19050"/>
                </a:lnTo>
                <a:lnTo>
                  <a:pt x="6394552" y="14732"/>
                </a:lnTo>
                <a:lnTo>
                  <a:pt x="6394552" y="4318"/>
                </a:lnTo>
                <a:lnTo>
                  <a:pt x="6390234" y="0"/>
                </a:lnTo>
                <a:close/>
              </a:path>
              <a:path w="10390505" h="4652010">
                <a:moveTo>
                  <a:pt x="6423127" y="0"/>
                </a:moveTo>
                <a:lnTo>
                  <a:pt x="6417920" y="0"/>
                </a:lnTo>
                <a:lnTo>
                  <a:pt x="6413602" y="4318"/>
                </a:lnTo>
                <a:lnTo>
                  <a:pt x="6413602" y="14732"/>
                </a:lnTo>
                <a:lnTo>
                  <a:pt x="6417920" y="19050"/>
                </a:lnTo>
                <a:lnTo>
                  <a:pt x="6423127" y="19050"/>
                </a:lnTo>
                <a:lnTo>
                  <a:pt x="6423127" y="0"/>
                </a:lnTo>
                <a:close/>
              </a:path>
              <a:path w="10390505" h="4652010">
                <a:moveTo>
                  <a:pt x="6428461" y="0"/>
                </a:moveTo>
                <a:lnTo>
                  <a:pt x="6423127" y="0"/>
                </a:lnTo>
                <a:lnTo>
                  <a:pt x="6423127" y="19050"/>
                </a:lnTo>
                <a:lnTo>
                  <a:pt x="6428461" y="19050"/>
                </a:lnTo>
                <a:lnTo>
                  <a:pt x="6432652" y="14732"/>
                </a:lnTo>
                <a:lnTo>
                  <a:pt x="6432652" y="4318"/>
                </a:lnTo>
                <a:lnTo>
                  <a:pt x="6428461" y="0"/>
                </a:lnTo>
                <a:close/>
              </a:path>
              <a:path w="10390505" h="4652010">
                <a:moveTo>
                  <a:pt x="6461227" y="0"/>
                </a:moveTo>
                <a:lnTo>
                  <a:pt x="6456020" y="0"/>
                </a:lnTo>
                <a:lnTo>
                  <a:pt x="6451702" y="4318"/>
                </a:lnTo>
                <a:lnTo>
                  <a:pt x="6451702" y="14732"/>
                </a:lnTo>
                <a:lnTo>
                  <a:pt x="6456020" y="19050"/>
                </a:lnTo>
                <a:lnTo>
                  <a:pt x="6461227" y="19050"/>
                </a:lnTo>
                <a:lnTo>
                  <a:pt x="6461227" y="0"/>
                </a:lnTo>
                <a:close/>
              </a:path>
              <a:path w="10390505" h="4652010">
                <a:moveTo>
                  <a:pt x="6466561" y="0"/>
                </a:moveTo>
                <a:lnTo>
                  <a:pt x="6461227" y="0"/>
                </a:lnTo>
                <a:lnTo>
                  <a:pt x="6461227" y="19050"/>
                </a:lnTo>
                <a:lnTo>
                  <a:pt x="6466561" y="19050"/>
                </a:lnTo>
                <a:lnTo>
                  <a:pt x="6470752" y="14732"/>
                </a:lnTo>
                <a:lnTo>
                  <a:pt x="6470752" y="4318"/>
                </a:lnTo>
                <a:lnTo>
                  <a:pt x="6466561" y="0"/>
                </a:lnTo>
                <a:close/>
              </a:path>
              <a:path w="10390505" h="4652010">
                <a:moveTo>
                  <a:pt x="6499327" y="0"/>
                </a:moveTo>
                <a:lnTo>
                  <a:pt x="6494120" y="0"/>
                </a:lnTo>
                <a:lnTo>
                  <a:pt x="6489802" y="4318"/>
                </a:lnTo>
                <a:lnTo>
                  <a:pt x="6489802" y="14732"/>
                </a:lnTo>
                <a:lnTo>
                  <a:pt x="6494120" y="19050"/>
                </a:lnTo>
                <a:lnTo>
                  <a:pt x="6499327" y="19050"/>
                </a:lnTo>
                <a:lnTo>
                  <a:pt x="6499327" y="0"/>
                </a:lnTo>
                <a:close/>
              </a:path>
              <a:path w="10390505" h="4652010">
                <a:moveTo>
                  <a:pt x="6504661" y="0"/>
                </a:moveTo>
                <a:lnTo>
                  <a:pt x="6499454" y="0"/>
                </a:lnTo>
                <a:lnTo>
                  <a:pt x="6499454" y="19050"/>
                </a:lnTo>
                <a:lnTo>
                  <a:pt x="6504661" y="19050"/>
                </a:lnTo>
                <a:lnTo>
                  <a:pt x="6508979" y="14732"/>
                </a:lnTo>
                <a:lnTo>
                  <a:pt x="6508979" y="4318"/>
                </a:lnTo>
                <a:lnTo>
                  <a:pt x="6504661" y="0"/>
                </a:lnTo>
                <a:close/>
              </a:path>
              <a:path w="10390505" h="4652010">
                <a:moveTo>
                  <a:pt x="6537554" y="0"/>
                </a:moveTo>
                <a:lnTo>
                  <a:pt x="6532220" y="0"/>
                </a:lnTo>
                <a:lnTo>
                  <a:pt x="6528029" y="4318"/>
                </a:lnTo>
                <a:lnTo>
                  <a:pt x="6528029" y="14732"/>
                </a:lnTo>
                <a:lnTo>
                  <a:pt x="6532220" y="19050"/>
                </a:lnTo>
                <a:lnTo>
                  <a:pt x="6537554" y="19050"/>
                </a:lnTo>
                <a:lnTo>
                  <a:pt x="6537554" y="0"/>
                </a:lnTo>
                <a:close/>
              </a:path>
              <a:path w="10390505" h="4652010">
                <a:moveTo>
                  <a:pt x="6542761" y="0"/>
                </a:moveTo>
                <a:lnTo>
                  <a:pt x="6537554" y="0"/>
                </a:lnTo>
                <a:lnTo>
                  <a:pt x="6537554" y="19050"/>
                </a:lnTo>
                <a:lnTo>
                  <a:pt x="6542761" y="19050"/>
                </a:lnTo>
                <a:lnTo>
                  <a:pt x="6547079" y="14732"/>
                </a:lnTo>
                <a:lnTo>
                  <a:pt x="6547079" y="4318"/>
                </a:lnTo>
                <a:lnTo>
                  <a:pt x="6542761" y="0"/>
                </a:lnTo>
                <a:close/>
              </a:path>
              <a:path w="10390505" h="4652010">
                <a:moveTo>
                  <a:pt x="6575654" y="0"/>
                </a:moveTo>
                <a:lnTo>
                  <a:pt x="6570320" y="0"/>
                </a:lnTo>
                <a:lnTo>
                  <a:pt x="6566129" y="4318"/>
                </a:lnTo>
                <a:lnTo>
                  <a:pt x="6566129" y="14732"/>
                </a:lnTo>
                <a:lnTo>
                  <a:pt x="6570320" y="19050"/>
                </a:lnTo>
                <a:lnTo>
                  <a:pt x="6575654" y="19050"/>
                </a:lnTo>
                <a:lnTo>
                  <a:pt x="6575654" y="0"/>
                </a:lnTo>
                <a:close/>
              </a:path>
              <a:path w="10390505" h="4652010">
                <a:moveTo>
                  <a:pt x="6580861" y="0"/>
                </a:moveTo>
                <a:lnTo>
                  <a:pt x="6575654" y="0"/>
                </a:lnTo>
                <a:lnTo>
                  <a:pt x="6575654" y="19050"/>
                </a:lnTo>
                <a:lnTo>
                  <a:pt x="6580861" y="19050"/>
                </a:lnTo>
                <a:lnTo>
                  <a:pt x="6585179" y="14732"/>
                </a:lnTo>
                <a:lnTo>
                  <a:pt x="6585179" y="4318"/>
                </a:lnTo>
                <a:lnTo>
                  <a:pt x="6580861" y="0"/>
                </a:lnTo>
                <a:close/>
              </a:path>
              <a:path w="10390505" h="4652010">
                <a:moveTo>
                  <a:pt x="6613754" y="0"/>
                </a:moveTo>
                <a:lnTo>
                  <a:pt x="6608420" y="0"/>
                </a:lnTo>
                <a:lnTo>
                  <a:pt x="6604229" y="4318"/>
                </a:lnTo>
                <a:lnTo>
                  <a:pt x="6604229" y="14732"/>
                </a:lnTo>
                <a:lnTo>
                  <a:pt x="6608420" y="19050"/>
                </a:lnTo>
                <a:lnTo>
                  <a:pt x="6613754" y="19050"/>
                </a:lnTo>
                <a:lnTo>
                  <a:pt x="6613754" y="0"/>
                </a:lnTo>
                <a:close/>
              </a:path>
              <a:path w="10390505" h="4652010">
                <a:moveTo>
                  <a:pt x="6618961" y="0"/>
                </a:moveTo>
                <a:lnTo>
                  <a:pt x="6613754" y="0"/>
                </a:lnTo>
                <a:lnTo>
                  <a:pt x="6613754" y="19050"/>
                </a:lnTo>
                <a:lnTo>
                  <a:pt x="6618961" y="19050"/>
                </a:lnTo>
                <a:lnTo>
                  <a:pt x="6623279" y="14732"/>
                </a:lnTo>
                <a:lnTo>
                  <a:pt x="6623279" y="4318"/>
                </a:lnTo>
                <a:lnTo>
                  <a:pt x="6618961" y="0"/>
                </a:lnTo>
                <a:close/>
              </a:path>
              <a:path w="10390505" h="4652010">
                <a:moveTo>
                  <a:pt x="6651854" y="0"/>
                </a:moveTo>
                <a:lnTo>
                  <a:pt x="6646647" y="0"/>
                </a:lnTo>
                <a:lnTo>
                  <a:pt x="6642329" y="4318"/>
                </a:lnTo>
                <a:lnTo>
                  <a:pt x="6642329" y="14732"/>
                </a:lnTo>
                <a:lnTo>
                  <a:pt x="6646647" y="19050"/>
                </a:lnTo>
                <a:lnTo>
                  <a:pt x="6651854" y="19050"/>
                </a:lnTo>
                <a:lnTo>
                  <a:pt x="6651854" y="0"/>
                </a:lnTo>
                <a:close/>
              </a:path>
              <a:path w="10390505" h="4652010">
                <a:moveTo>
                  <a:pt x="6657188" y="0"/>
                </a:moveTo>
                <a:lnTo>
                  <a:pt x="6651854" y="0"/>
                </a:lnTo>
                <a:lnTo>
                  <a:pt x="6651854" y="19050"/>
                </a:lnTo>
                <a:lnTo>
                  <a:pt x="6657188" y="19050"/>
                </a:lnTo>
                <a:lnTo>
                  <a:pt x="6661379" y="14732"/>
                </a:lnTo>
                <a:lnTo>
                  <a:pt x="6661379" y="4318"/>
                </a:lnTo>
                <a:lnTo>
                  <a:pt x="6657188" y="0"/>
                </a:lnTo>
                <a:close/>
              </a:path>
              <a:path w="10390505" h="4652010">
                <a:moveTo>
                  <a:pt x="6689954" y="0"/>
                </a:moveTo>
                <a:lnTo>
                  <a:pt x="6684747" y="0"/>
                </a:lnTo>
                <a:lnTo>
                  <a:pt x="6680429" y="4318"/>
                </a:lnTo>
                <a:lnTo>
                  <a:pt x="6680429" y="14732"/>
                </a:lnTo>
                <a:lnTo>
                  <a:pt x="6684747" y="19050"/>
                </a:lnTo>
                <a:lnTo>
                  <a:pt x="6689954" y="19050"/>
                </a:lnTo>
                <a:lnTo>
                  <a:pt x="6689954" y="0"/>
                </a:lnTo>
                <a:close/>
              </a:path>
              <a:path w="10390505" h="4652010">
                <a:moveTo>
                  <a:pt x="6695288" y="0"/>
                </a:moveTo>
                <a:lnTo>
                  <a:pt x="6689954" y="0"/>
                </a:lnTo>
                <a:lnTo>
                  <a:pt x="6689954" y="19050"/>
                </a:lnTo>
                <a:lnTo>
                  <a:pt x="6695288" y="19050"/>
                </a:lnTo>
                <a:lnTo>
                  <a:pt x="6699479" y="14732"/>
                </a:lnTo>
                <a:lnTo>
                  <a:pt x="6699479" y="4318"/>
                </a:lnTo>
                <a:lnTo>
                  <a:pt x="6695288" y="0"/>
                </a:lnTo>
                <a:close/>
              </a:path>
              <a:path w="10390505" h="4652010">
                <a:moveTo>
                  <a:pt x="6728054" y="0"/>
                </a:moveTo>
                <a:lnTo>
                  <a:pt x="6722847" y="0"/>
                </a:lnTo>
                <a:lnTo>
                  <a:pt x="6718529" y="4318"/>
                </a:lnTo>
                <a:lnTo>
                  <a:pt x="6718529" y="14732"/>
                </a:lnTo>
                <a:lnTo>
                  <a:pt x="6722847" y="19050"/>
                </a:lnTo>
                <a:lnTo>
                  <a:pt x="6728054" y="19050"/>
                </a:lnTo>
                <a:lnTo>
                  <a:pt x="6728054" y="0"/>
                </a:lnTo>
                <a:close/>
              </a:path>
              <a:path w="10390505" h="4652010">
                <a:moveTo>
                  <a:pt x="6733388" y="0"/>
                </a:moveTo>
                <a:lnTo>
                  <a:pt x="6728054" y="0"/>
                </a:lnTo>
                <a:lnTo>
                  <a:pt x="6728054" y="19050"/>
                </a:lnTo>
                <a:lnTo>
                  <a:pt x="6733388" y="19050"/>
                </a:lnTo>
                <a:lnTo>
                  <a:pt x="6737579" y="14732"/>
                </a:lnTo>
                <a:lnTo>
                  <a:pt x="6737579" y="4318"/>
                </a:lnTo>
                <a:lnTo>
                  <a:pt x="6733388" y="0"/>
                </a:lnTo>
                <a:close/>
              </a:path>
              <a:path w="10390505" h="4652010">
                <a:moveTo>
                  <a:pt x="6766154" y="0"/>
                </a:moveTo>
                <a:lnTo>
                  <a:pt x="6760947" y="0"/>
                </a:lnTo>
                <a:lnTo>
                  <a:pt x="6756629" y="4318"/>
                </a:lnTo>
                <a:lnTo>
                  <a:pt x="6756629" y="14732"/>
                </a:lnTo>
                <a:lnTo>
                  <a:pt x="6760947" y="19050"/>
                </a:lnTo>
                <a:lnTo>
                  <a:pt x="6766154" y="19050"/>
                </a:lnTo>
                <a:lnTo>
                  <a:pt x="6766154" y="0"/>
                </a:lnTo>
                <a:close/>
              </a:path>
              <a:path w="10390505" h="4652010">
                <a:moveTo>
                  <a:pt x="6771488" y="0"/>
                </a:moveTo>
                <a:lnTo>
                  <a:pt x="6766281" y="0"/>
                </a:lnTo>
                <a:lnTo>
                  <a:pt x="6766281" y="19050"/>
                </a:lnTo>
                <a:lnTo>
                  <a:pt x="6771488" y="19050"/>
                </a:lnTo>
                <a:lnTo>
                  <a:pt x="6775806" y="14732"/>
                </a:lnTo>
                <a:lnTo>
                  <a:pt x="6775806" y="4318"/>
                </a:lnTo>
                <a:lnTo>
                  <a:pt x="6771488" y="0"/>
                </a:lnTo>
                <a:close/>
              </a:path>
              <a:path w="10390505" h="4652010">
                <a:moveTo>
                  <a:pt x="6804381" y="0"/>
                </a:moveTo>
                <a:lnTo>
                  <a:pt x="6799047" y="0"/>
                </a:lnTo>
                <a:lnTo>
                  <a:pt x="6794856" y="4318"/>
                </a:lnTo>
                <a:lnTo>
                  <a:pt x="6794856" y="14732"/>
                </a:lnTo>
                <a:lnTo>
                  <a:pt x="6799047" y="19050"/>
                </a:lnTo>
                <a:lnTo>
                  <a:pt x="6804381" y="19050"/>
                </a:lnTo>
                <a:lnTo>
                  <a:pt x="6804381" y="0"/>
                </a:lnTo>
                <a:close/>
              </a:path>
              <a:path w="10390505" h="4652010">
                <a:moveTo>
                  <a:pt x="6809588" y="0"/>
                </a:moveTo>
                <a:lnTo>
                  <a:pt x="6804381" y="0"/>
                </a:lnTo>
                <a:lnTo>
                  <a:pt x="6804381" y="19050"/>
                </a:lnTo>
                <a:lnTo>
                  <a:pt x="6809588" y="19050"/>
                </a:lnTo>
                <a:lnTo>
                  <a:pt x="6813906" y="14732"/>
                </a:lnTo>
                <a:lnTo>
                  <a:pt x="6813906" y="4318"/>
                </a:lnTo>
                <a:lnTo>
                  <a:pt x="6809588" y="0"/>
                </a:lnTo>
                <a:close/>
              </a:path>
              <a:path w="10390505" h="4652010">
                <a:moveTo>
                  <a:pt x="6842481" y="0"/>
                </a:moveTo>
                <a:lnTo>
                  <a:pt x="6837147" y="0"/>
                </a:lnTo>
                <a:lnTo>
                  <a:pt x="6832956" y="4318"/>
                </a:lnTo>
                <a:lnTo>
                  <a:pt x="6832956" y="14732"/>
                </a:lnTo>
                <a:lnTo>
                  <a:pt x="6837147" y="19050"/>
                </a:lnTo>
                <a:lnTo>
                  <a:pt x="6842481" y="19050"/>
                </a:lnTo>
                <a:lnTo>
                  <a:pt x="6842481" y="0"/>
                </a:lnTo>
                <a:close/>
              </a:path>
              <a:path w="10390505" h="4652010">
                <a:moveTo>
                  <a:pt x="6847688" y="0"/>
                </a:moveTo>
                <a:lnTo>
                  <a:pt x="6842481" y="0"/>
                </a:lnTo>
                <a:lnTo>
                  <a:pt x="6842481" y="19050"/>
                </a:lnTo>
                <a:lnTo>
                  <a:pt x="6847688" y="19050"/>
                </a:lnTo>
                <a:lnTo>
                  <a:pt x="6852006" y="14732"/>
                </a:lnTo>
                <a:lnTo>
                  <a:pt x="6852006" y="4318"/>
                </a:lnTo>
                <a:lnTo>
                  <a:pt x="6847688" y="0"/>
                </a:lnTo>
                <a:close/>
              </a:path>
              <a:path w="10390505" h="4652010">
                <a:moveTo>
                  <a:pt x="6880581" y="0"/>
                </a:moveTo>
                <a:lnTo>
                  <a:pt x="6875247" y="0"/>
                </a:lnTo>
                <a:lnTo>
                  <a:pt x="6871056" y="4318"/>
                </a:lnTo>
                <a:lnTo>
                  <a:pt x="6871056" y="14732"/>
                </a:lnTo>
                <a:lnTo>
                  <a:pt x="6875247" y="19050"/>
                </a:lnTo>
                <a:lnTo>
                  <a:pt x="6880581" y="19050"/>
                </a:lnTo>
                <a:lnTo>
                  <a:pt x="6880581" y="0"/>
                </a:lnTo>
                <a:close/>
              </a:path>
              <a:path w="10390505" h="4652010">
                <a:moveTo>
                  <a:pt x="6885788" y="0"/>
                </a:moveTo>
                <a:lnTo>
                  <a:pt x="6880581" y="0"/>
                </a:lnTo>
                <a:lnTo>
                  <a:pt x="6880581" y="19050"/>
                </a:lnTo>
                <a:lnTo>
                  <a:pt x="6885788" y="19050"/>
                </a:lnTo>
                <a:lnTo>
                  <a:pt x="6890106" y="14732"/>
                </a:lnTo>
                <a:lnTo>
                  <a:pt x="6890106" y="4318"/>
                </a:lnTo>
                <a:lnTo>
                  <a:pt x="6885788" y="0"/>
                </a:lnTo>
                <a:close/>
              </a:path>
              <a:path w="10390505" h="4652010">
                <a:moveTo>
                  <a:pt x="6918681" y="0"/>
                </a:moveTo>
                <a:lnTo>
                  <a:pt x="6913474" y="0"/>
                </a:lnTo>
                <a:lnTo>
                  <a:pt x="6909156" y="4318"/>
                </a:lnTo>
                <a:lnTo>
                  <a:pt x="6909156" y="14732"/>
                </a:lnTo>
                <a:lnTo>
                  <a:pt x="6913474" y="19050"/>
                </a:lnTo>
                <a:lnTo>
                  <a:pt x="6918681" y="19050"/>
                </a:lnTo>
                <a:lnTo>
                  <a:pt x="6918681" y="0"/>
                </a:lnTo>
                <a:close/>
              </a:path>
              <a:path w="10390505" h="4652010">
                <a:moveTo>
                  <a:pt x="6924015" y="0"/>
                </a:moveTo>
                <a:lnTo>
                  <a:pt x="6918681" y="0"/>
                </a:lnTo>
                <a:lnTo>
                  <a:pt x="6918681" y="19050"/>
                </a:lnTo>
                <a:lnTo>
                  <a:pt x="6924015" y="19050"/>
                </a:lnTo>
                <a:lnTo>
                  <a:pt x="6928206" y="14732"/>
                </a:lnTo>
                <a:lnTo>
                  <a:pt x="6928206" y="4318"/>
                </a:lnTo>
                <a:lnTo>
                  <a:pt x="6924015" y="0"/>
                </a:lnTo>
                <a:close/>
              </a:path>
              <a:path w="10390505" h="4652010">
                <a:moveTo>
                  <a:pt x="6956781" y="0"/>
                </a:moveTo>
                <a:lnTo>
                  <a:pt x="6951574" y="0"/>
                </a:lnTo>
                <a:lnTo>
                  <a:pt x="6947256" y="4318"/>
                </a:lnTo>
                <a:lnTo>
                  <a:pt x="6947256" y="14732"/>
                </a:lnTo>
                <a:lnTo>
                  <a:pt x="6951574" y="19050"/>
                </a:lnTo>
                <a:lnTo>
                  <a:pt x="6956781" y="19050"/>
                </a:lnTo>
                <a:lnTo>
                  <a:pt x="6956781" y="0"/>
                </a:lnTo>
                <a:close/>
              </a:path>
              <a:path w="10390505" h="4652010">
                <a:moveTo>
                  <a:pt x="6962115" y="0"/>
                </a:moveTo>
                <a:lnTo>
                  <a:pt x="6956781" y="0"/>
                </a:lnTo>
                <a:lnTo>
                  <a:pt x="6956781" y="19050"/>
                </a:lnTo>
                <a:lnTo>
                  <a:pt x="6962115" y="19050"/>
                </a:lnTo>
                <a:lnTo>
                  <a:pt x="6966306" y="14732"/>
                </a:lnTo>
                <a:lnTo>
                  <a:pt x="6966306" y="4318"/>
                </a:lnTo>
                <a:lnTo>
                  <a:pt x="6962115" y="0"/>
                </a:lnTo>
                <a:close/>
              </a:path>
              <a:path w="10390505" h="4652010">
                <a:moveTo>
                  <a:pt x="6994881" y="0"/>
                </a:moveTo>
                <a:lnTo>
                  <a:pt x="6989674" y="0"/>
                </a:lnTo>
                <a:lnTo>
                  <a:pt x="6985356" y="4318"/>
                </a:lnTo>
                <a:lnTo>
                  <a:pt x="6985356" y="14732"/>
                </a:lnTo>
                <a:lnTo>
                  <a:pt x="6989674" y="19050"/>
                </a:lnTo>
                <a:lnTo>
                  <a:pt x="6994881" y="19050"/>
                </a:lnTo>
                <a:lnTo>
                  <a:pt x="6994881" y="0"/>
                </a:lnTo>
                <a:close/>
              </a:path>
              <a:path w="10390505" h="4652010">
                <a:moveTo>
                  <a:pt x="7000215" y="0"/>
                </a:moveTo>
                <a:lnTo>
                  <a:pt x="6995008" y="0"/>
                </a:lnTo>
                <a:lnTo>
                  <a:pt x="6995008" y="19050"/>
                </a:lnTo>
                <a:lnTo>
                  <a:pt x="7000215" y="19050"/>
                </a:lnTo>
                <a:lnTo>
                  <a:pt x="7004533" y="14732"/>
                </a:lnTo>
                <a:lnTo>
                  <a:pt x="7004533" y="4318"/>
                </a:lnTo>
                <a:lnTo>
                  <a:pt x="7000215" y="0"/>
                </a:lnTo>
                <a:close/>
              </a:path>
              <a:path w="10390505" h="4652010">
                <a:moveTo>
                  <a:pt x="7033108" y="0"/>
                </a:moveTo>
                <a:lnTo>
                  <a:pt x="7027774" y="0"/>
                </a:lnTo>
                <a:lnTo>
                  <a:pt x="7023583" y="4318"/>
                </a:lnTo>
                <a:lnTo>
                  <a:pt x="7023583" y="14732"/>
                </a:lnTo>
                <a:lnTo>
                  <a:pt x="7027774" y="19050"/>
                </a:lnTo>
                <a:lnTo>
                  <a:pt x="7033108" y="19050"/>
                </a:lnTo>
                <a:lnTo>
                  <a:pt x="7033108" y="0"/>
                </a:lnTo>
                <a:close/>
              </a:path>
              <a:path w="10390505" h="4652010">
                <a:moveTo>
                  <a:pt x="7038315" y="0"/>
                </a:moveTo>
                <a:lnTo>
                  <a:pt x="7033108" y="0"/>
                </a:lnTo>
                <a:lnTo>
                  <a:pt x="7033108" y="19050"/>
                </a:lnTo>
                <a:lnTo>
                  <a:pt x="7038315" y="19050"/>
                </a:lnTo>
                <a:lnTo>
                  <a:pt x="7042633" y="14732"/>
                </a:lnTo>
                <a:lnTo>
                  <a:pt x="7042633" y="4318"/>
                </a:lnTo>
                <a:lnTo>
                  <a:pt x="7038315" y="0"/>
                </a:lnTo>
                <a:close/>
              </a:path>
              <a:path w="10390505" h="4652010">
                <a:moveTo>
                  <a:pt x="7071208" y="0"/>
                </a:moveTo>
                <a:lnTo>
                  <a:pt x="7065874" y="0"/>
                </a:lnTo>
                <a:lnTo>
                  <a:pt x="7061683" y="4318"/>
                </a:lnTo>
                <a:lnTo>
                  <a:pt x="7061683" y="14732"/>
                </a:lnTo>
                <a:lnTo>
                  <a:pt x="7065874" y="19050"/>
                </a:lnTo>
                <a:lnTo>
                  <a:pt x="7071208" y="19050"/>
                </a:lnTo>
                <a:lnTo>
                  <a:pt x="7071208" y="0"/>
                </a:lnTo>
                <a:close/>
              </a:path>
              <a:path w="10390505" h="4652010">
                <a:moveTo>
                  <a:pt x="7076415" y="0"/>
                </a:moveTo>
                <a:lnTo>
                  <a:pt x="7071208" y="0"/>
                </a:lnTo>
                <a:lnTo>
                  <a:pt x="7071208" y="19050"/>
                </a:lnTo>
                <a:lnTo>
                  <a:pt x="7076415" y="19050"/>
                </a:lnTo>
                <a:lnTo>
                  <a:pt x="7080733" y="14732"/>
                </a:lnTo>
                <a:lnTo>
                  <a:pt x="7080733" y="4318"/>
                </a:lnTo>
                <a:lnTo>
                  <a:pt x="7076415" y="0"/>
                </a:lnTo>
                <a:close/>
              </a:path>
              <a:path w="10390505" h="4652010">
                <a:moveTo>
                  <a:pt x="7109308" y="0"/>
                </a:moveTo>
                <a:lnTo>
                  <a:pt x="7103974" y="0"/>
                </a:lnTo>
                <a:lnTo>
                  <a:pt x="7099783" y="4318"/>
                </a:lnTo>
                <a:lnTo>
                  <a:pt x="7099783" y="14732"/>
                </a:lnTo>
                <a:lnTo>
                  <a:pt x="7103974" y="19050"/>
                </a:lnTo>
                <a:lnTo>
                  <a:pt x="7109308" y="19050"/>
                </a:lnTo>
                <a:lnTo>
                  <a:pt x="7109308" y="0"/>
                </a:lnTo>
                <a:close/>
              </a:path>
              <a:path w="10390505" h="4652010">
                <a:moveTo>
                  <a:pt x="7114515" y="0"/>
                </a:moveTo>
                <a:lnTo>
                  <a:pt x="7109308" y="0"/>
                </a:lnTo>
                <a:lnTo>
                  <a:pt x="7109308" y="19050"/>
                </a:lnTo>
                <a:lnTo>
                  <a:pt x="7114515" y="19050"/>
                </a:lnTo>
                <a:lnTo>
                  <a:pt x="7118833" y="14732"/>
                </a:lnTo>
                <a:lnTo>
                  <a:pt x="7118833" y="4318"/>
                </a:lnTo>
                <a:lnTo>
                  <a:pt x="7114515" y="0"/>
                </a:lnTo>
                <a:close/>
              </a:path>
              <a:path w="10390505" h="4652010">
                <a:moveTo>
                  <a:pt x="7147408" y="0"/>
                </a:moveTo>
                <a:lnTo>
                  <a:pt x="7142201" y="0"/>
                </a:lnTo>
                <a:lnTo>
                  <a:pt x="7137883" y="4318"/>
                </a:lnTo>
                <a:lnTo>
                  <a:pt x="7137883" y="14732"/>
                </a:lnTo>
                <a:lnTo>
                  <a:pt x="7142201" y="19050"/>
                </a:lnTo>
                <a:lnTo>
                  <a:pt x="7147408" y="19050"/>
                </a:lnTo>
                <a:lnTo>
                  <a:pt x="7147408" y="0"/>
                </a:lnTo>
                <a:close/>
              </a:path>
              <a:path w="10390505" h="4652010">
                <a:moveTo>
                  <a:pt x="7152742" y="0"/>
                </a:moveTo>
                <a:lnTo>
                  <a:pt x="7147408" y="0"/>
                </a:lnTo>
                <a:lnTo>
                  <a:pt x="7147408" y="19050"/>
                </a:lnTo>
                <a:lnTo>
                  <a:pt x="7152742" y="19050"/>
                </a:lnTo>
                <a:lnTo>
                  <a:pt x="7156933" y="14732"/>
                </a:lnTo>
                <a:lnTo>
                  <a:pt x="7156933" y="4318"/>
                </a:lnTo>
                <a:lnTo>
                  <a:pt x="7152742" y="0"/>
                </a:lnTo>
                <a:close/>
              </a:path>
              <a:path w="10390505" h="4652010">
                <a:moveTo>
                  <a:pt x="7185508" y="0"/>
                </a:moveTo>
                <a:lnTo>
                  <a:pt x="7180301" y="0"/>
                </a:lnTo>
                <a:lnTo>
                  <a:pt x="7175983" y="4318"/>
                </a:lnTo>
                <a:lnTo>
                  <a:pt x="7175983" y="14732"/>
                </a:lnTo>
                <a:lnTo>
                  <a:pt x="7180301" y="19050"/>
                </a:lnTo>
                <a:lnTo>
                  <a:pt x="7185508" y="19050"/>
                </a:lnTo>
                <a:lnTo>
                  <a:pt x="7185508" y="0"/>
                </a:lnTo>
                <a:close/>
              </a:path>
              <a:path w="10390505" h="4652010">
                <a:moveTo>
                  <a:pt x="7190842" y="0"/>
                </a:moveTo>
                <a:lnTo>
                  <a:pt x="7185508" y="0"/>
                </a:lnTo>
                <a:lnTo>
                  <a:pt x="7185508" y="19050"/>
                </a:lnTo>
                <a:lnTo>
                  <a:pt x="7190842" y="19050"/>
                </a:lnTo>
                <a:lnTo>
                  <a:pt x="7195033" y="14732"/>
                </a:lnTo>
                <a:lnTo>
                  <a:pt x="7195033" y="4318"/>
                </a:lnTo>
                <a:lnTo>
                  <a:pt x="7190842" y="0"/>
                </a:lnTo>
                <a:close/>
              </a:path>
              <a:path w="10390505" h="4652010">
                <a:moveTo>
                  <a:pt x="7223608" y="0"/>
                </a:moveTo>
                <a:lnTo>
                  <a:pt x="7218401" y="0"/>
                </a:lnTo>
                <a:lnTo>
                  <a:pt x="7214083" y="4318"/>
                </a:lnTo>
                <a:lnTo>
                  <a:pt x="7214083" y="14732"/>
                </a:lnTo>
                <a:lnTo>
                  <a:pt x="7218401" y="19050"/>
                </a:lnTo>
                <a:lnTo>
                  <a:pt x="7223608" y="19050"/>
                </a:lnTo>
                <a:lnTo>
                  <a:pt x="7223608" y="0"/>
                </a:lnTo>
                <a:close/>
              </a:path>
              <a:path w="10390505" h="4652010">
                <a:moveTo>
                  <a:pt x="7228942" y="0"/>
                </a:moveTo>
                <a:lnTo>
                  <a:pt x="7223608" y="0"/>
                </a:lnTo>
                <a:lnTo>
                  <a:pt x="7223608" y="19050"/>
                </a:lnTo>
                <a:lnTo>
                  <a:pt x="7228942" y="19050"/>
                </a:lnTo>
                <a:lnTo>
                  <a:pt x="7233133" y="14732"/>
                </a:lnTo>
                <a:lnTo>
                  <a:pt x="7233133" y="4318"/>
                </a:lnTo>
                <a:lnTo>
                  <a:pt x="7228942" y="0"/>
                </a:lnTo>
                <a:close/>
              </a:path>
              <a:path w="10390505" h="4652010">
                <a:moveTo>
                  <a:pt x="7261708" y="0"/>
                </a:moveTo>
                <a:lnTo>
                  <a:pt x="7256501" y="0"/>
                </a:lnTo>
                <a:lnTo>
                  <a:pt x="7252183" y="4318"/>
                </a:lnTo>
                <a:lnTo>
                  <a:pt x="7252183" y="14732"/>
                </a:lnTo>
                <a:lnTo>
                  <a:pt x="7256501" y="19050"/>
                </a:lnTo>
                <a:lnTo>
                  <a:pt x="7261708" y="19050"/>
                </a:lnTo>
                <a:lnTo>
                  <a:pt x="7261708" y="0"/>
                </a:lnTo>
                <a:close/>
              </a:path>
              <a:path w="10390505" h="4652010">
                <a:moveTo>
                  <a:pt x="7267042" y="0"/>
                </a:moveTo>
                <a:lnTo>
                  <a:pt x="7261835" y="0"/>
                </a:lnTo>
                <a:lnTo>
                  <a:pt x="7261835" y="19050"/>
                </a:lnTo>
                <a:lnTo>
                  <a:pt x="7267042" y="19050"/>
                </a:lnTo>
                <a:lnTo>
                  <a:pt x="7271360" y="14732"/>
                </a:lnTo>
                <a:lnTo>
                  <a:pt x="7271360" y="4318"/>
                </a:lnTo>
                <a:lnTo>
                  <a:pt x="7267042" y="0"/>
                </a:lnTo>
                <a:close/>
              </a:path>
              <a:path w="10390505" h="4652010">
                <a:moveTo>
                  <a:pt x="7299935" y="0"/>
                </a:moveTo>
                <a:lnTo>
                  <a:pt x="7294601" y="0"/>
                </a:lnTo>
                <a:lnTo>
                  <a:pt x="7290410" y="4318"/>
                </a:lnTo>
                <a:lnTo>
                  <a:pt x="7290410" y="14732"/>
                </a:lnTo>
                <a:lnTo>
                  <a:pt x="7294601" y="19050"/>
                </a:lnTo>
                <a:lnTo>
                  <a:pt x="7299935" y="19050"/>
                </a:lnTo>
                <a:lnTo>
                  <a:pt x="7299935" y="0"/>
                </a:lnTo>
                <a:close/>
              </a:path>
              <a:path w="10390505" h="4652010">
                <a:moveTo>
                  <a:pt x="7305142" y="0"/>
                </a:moveTo>
                <a:lnTo>
                  <a:pt x="7299935" y="0"/>
                </a:lnTo>
                <a:lnTo>
                  <a:pt x="7299935" y="19050"/>
                </a:lnTo>
                <a:lnTo>
                  <a:pt x="7305142" y="19050"/>
                </a:lnTo>
                <a:lnTo>
                  <a:pt x="7309460" y="14732"/>
                </a:lnTo>
                <a:lnTo>
                  <a:pt x="7309460" y="4318"/>
                </a:lnTo>
                <a:lnTo>
                  <a:pt x="7305142" y="0"/>
                </a:lnTo>
                <a:close/>
              </a:path>
              <a:path w="10390505" h="4652010">
                <a:moveTo>
                  <a:pt x="7338035" y="0"/>
                </a:moveTo>
                <a:lnTo>
                  <a:pt x="7332701" y="0"/>
                </a:lnTo>
                <a:lnTo>
                  <a:pt x="7328510" y="4318"/>
                </a:lnTo>
                <a:lnTo>
                  <a:pt x="7328510" y="14732"/>
                </a:lnTo>
                <a:lnTo>
                  <a:pt x="7332701" y="19050"/>
                </a:lnTo>
                <a:lnTo>
                  <a:pt x="7338035" y="19050"/>
                </a:lnTo>
                <a:lnTo>
                  <a:pt x="7338035" y="0"/>
                </a:lnTo>
                <a:close/>
              </a:path>
              <a:path w="10390505" h="4652010">
                <a:moveTo>
                  <a:pt x="7343242" y="0"/>
                </a:moveTo>
                <a:lnTo>
                  <a:pt x="7338035" y="0"/>
                </a:lnTo>
                <a:lnTo>
                  <a:pt x="7338035" y="19050"/>
                </a:lnTo>
                <a:lnTo>
                  <a:pt x="7343242" y="19050"/>
                </a:lnTo>
                <a:lnTo>
                  <a:pt x="7347560" y="14732"/>
                </a:lnTo>
                <a:lnTo>
                  <a:pt x="7347560" y="4318"/>
                </a:lnTo>
                <a:lnTo>
                  <a:pt x="7343242" y="0"/>
                </a:lnTo>
                <a:close/>
              </a:path>
              <a:path w="10390505" h="4652010">
                <a:moveTo>
                  <a:pt x="7376135" y="0"/>
                </a:moveTo>
                <a:lnTo>
                  <a:pt x="7370801" y="0"/>
                </a:lnTo>
                <a:lnTo>
                  <a:pt x="7366610" y="4318"/>
                </a:lnTo>
                <a:lnTo>
                  <a:pt x="7366610" y="14732"/>
                </a:lnTo>
                <a:lnTo>
                  <a:pt x="7370801" y="19050"/>
                </a:lnTo>
                <a:lnTo>
                  <a:pt x="7376135" y="19050"/>
                </a:lnTo>
                <a:lnTo>
                  <a:pt x="7376135" y="0"/>
                </a:lnTo>
                <a:close/>
              </a:path>
              <a:path w="10390505" h="4652010">
                <a:moveTo>
                  <a:pt x="7381342" y="0"/>
                </a:moveTo>
                <a:lnTo>
                  <a:pt x="7376135" y="0"/>
                </a:lnTo>
                <a:lnTo>
                  <a:pt x="7376135" y="19050"/>
                </a:lnTo>
                <a:lnTo>
                  <a:pt x="7381342" y="19050"/>
                </a:lnTo>
                <a:lnTo>
                  <a:pt x="7385660" y="14732"/>
                </a:lnTo>
                <a:lnTo>
                  <a:pt x="7385660" y="4318"/>
                </a:lnTo>
                <a:lnTo>
                  <a:pt x="7381342" y="0"/>
                </a:lnTo>
                <a:close/>
              </a:path>
              <a:path w="10390505" h="4652010">
                <a:moveTo>
                  <a:pt x="7414235" y="0"/>
                </a:moveTo>
                <a:lnTo>
                  <a:pt x="7409028" y="0"/>
                </a:lnTo>
                <a:lnTo>
                  <a:pt x="7404710" y="4318"/>
                </a:lnTo>
                <a:lnTo>
                  <a:pt x="7404710" y="14732"/>
                </a:lnTo>
                <a:lnTo>
                  <a:pt x="7409028" y="19050"/>
                </a:lnTo>
                <a:lnTo>
                  <a:pt x="7414235" y="19050"/>
                </a:lnTo>
                <a:lnTo>
                  <a:pt x="7414235" y="0"/>
                </a:lnTo>
                <a:close/>
              </a:path>
              <a:path w="10390505" h="4652010">
                <a:moveTo>
                  <a:pt x="7419569" y="0"/>
                </a:moveTo>
                <a:lnTo>
                  <a:pt x="7414235" y="0"/>
                </a:lnTo>
                <a:lnTo>
                  <a:pt x="7414235" y="19050"/>
                </a:lnTo>
                <a:lnTo>
                  <a:pt x="7419569" y="19050"/>
                </a:lnTo>
                <a:lnTo>
                  <a:pt x="7423760" y="14732"/>
                </a:lnTo>
                <a:lnTo>
                  <a:pt x="7423760" y="4318"/>
                </a:lnTo>
                <a:lnTo>
                  <a:pt x="7419569" y="0"/>
                </a:lnTo>
                <a:close/>
              </a:path>
              <a:path w="10390505" h="4652010">
                <a:moveTo>
                  <a:pt x="7452335" y="0"/>
                </a:moveTo>
                <a:lnTo>
                  <a:pt x="7447128" y="0"/>
                </a:lnTo>
                <a:lnTo>
                  <a:pt x="7442810" y="4318"/>
                </a:lnTo>
                <a:lnTo>
                  <a:pt x="7442810" y="14732"/>
                </a:lnTo>
                <a:lnTo>
                  <a:pt x="7447128" y="19050"/>
                </a:lnTo>
                <a:lnTo>
                  <a:pt x="7452335" y="19050"/>
                </a:lnTo>
                <a:lnTo>
                  <a:pt x="7452335" y="0"/>
                </a:lnTo>
                <a:close/>
              </a:path>
              <a:path w="10390505" h="4652010">
                <a:moveTo>
                  <a:pt x="7457669" y="0"/>
                </a:moveTo>
                <a:lnTo>
                  <a:pt x="7452335" y="0"/>
                </a:lnTo>
                <a:lnTo>
                  <a:pt x="7452335" y="19050"/>
                </a:lnTo>
                <a:lnTo>
                  <a:pt x="7457669" y="19050"/>
                </a:lnTo>
                <a:lnTo>
                  <a:pt x="7461860" y="14732"/>
                </a:lnTo>
                <a:lnTo>
                  <a:pt x="7461860" y="4318"/>
                </a:lnTo>
                <a:lnTo>
                  <a:pt x="7457669" y="0"/>
                </a:lnTo>
                <a:close/>
              </a:path>
              <a:path w="10390505" h="4652010">
                <a:moveTo>
                  <a:pt x="7490435" y="0"/>
                </a:moveTo>
                <a:lnTo>
                  <a:pt x="7485228" y="0"/>
                </a:lnTo>
                <a:lnTo>
                  <a:pt x="7480910" y="4318"/>
                </a:lnTo>
                <a:lnTo>
                  <a:pt x="7480910" y="14732"/>
                </a:lnTo>
                <a:lnTo>
                  <a:pt x="7485228" y="19050"/>
                </a:lnTo>
                <a:lnTo>
                  <a:pt x="7490435" y="19050"/>
                </a:lnTo>
                <a:lnTo>
                  <a:pt x="7490435" y="0"/>
                </a:lnTo>
                <a:close/>
              </a:path>
              <a:path w="10390505" h="4652010">
                <a:moveTo>
                  <a:pt x="7495769" y="0"/>
                </a:moveTo>
                <a:lnTo>
                  <a:pt x="7490562" y="0"/>
                </a:lnTo>
                <a:lnTo>
                  <a:pt x="7490562" y="19050"/>
                </a:lnTo>
                <a:lnTo>
                  <a:pt x="7495769" y="19050"/>
                </a:lnTo>
                <a:lnTo>
                  <a:pt x="7500087" y="14732"/>
                </a:lnTo>
                <a:lnTo>
                  <a:pt x="7500087" y="4318"/>
                </a:lnTo>
                <a:lnTo>
                  <a:pt x="7495769" y="0"/>
                </a:lnTo>
                <a:close/>
              </a:path>
              <a:path w="10390505" h="4652010">
                <a:moveTo>
                  <a:pt x="7528662" y="0"/>
                </a:moveTo>
                <a:lnTo>
                  <a:pt x="7523328" y="0"/>
                </a:lnTo>
                <a:lnTo>
                  <a:pt x="7519137" y="4318"/>
                </a:lnTo>
                <a:lnTo>
                  <a:pt x="7519137" y="14732"/>
                </a:lnTo>
                <a:lnTo>
                  <a:pt x="7523328" y="19050"/>
                </a:lnTo>
                <a:lnTo>
                  <a:pt x="7528662" y="19050"/>
                </a:lnTo>
                <a:lnTo>
                  <a:pt x="7528662" y="0"/>
                </a:lnTo>
                <a:close/>
              </a:path>
              <a:path w="10390505" h="4652010">
                <a:moveTo>
                  <a:pt x="7533869" y="0"/>
                </a:moveTo>
                <a:lnTo>
                  <a:pt x="7528662" y="0"/>
                </a:lnTo>
                <a:lnTo>
                  <a:pt x="7528662" y="19050"/>
                </a:lnTo>
                <a:lnTo>
                  <a:pt x="7533869" y="19050"/>
                </a:lnTo>
                <a:lnTo>
                  <a:pt x="7538187" y="14732"/>
                </a:lnTo>
                <a:lnTo>
                  <a:pt x="7538187" y="4318"/>
                </a:lnTo>
                <a:lnTo>
                  <a:pt x="7533869" y="0"/>
                </a:lnTo>
                <a:close/>
              </a:path>
              <a:path w="10390505" h="4652010">
                <a:moveTo>
                  <a:pt x="7566762" y="0"/>
                </a:moveTo>
                <a:lnTo>
                  <a:pt x="7561428" y="0"/>
                </a:lnTo>
                <a:lnTo>
                  <a:pt x="7557237" y="4318"/>
                </a:lnTo>
                <a:lnTo>
                  <a:pt x="7557237" y="14732"/>
                </a:lnTo>
                <a:lnTo>
                  <a:pt x="7561428" y="19050"/>
                </a:lnTo>
                <a:lnTo>
                  <a:pt x="7566762" y="19050"/>
                </a:lnTo>
                <a:lnTo>
                  <a:pt x="7566762" y="0"/>
                </a:lnTo>
                <a:close/>
              </a:path>
              <a:path w="10390505" h="4652010">
                <a:moveTo>
                  <a:pt x="7571969" y="0"/>
                </a:moveTo>
                <a:lnTo>
                  <a:pt x="7566762" y="0"/>
                </a:lnTo>
                <a:lnTo>
                  <a:pt x="7566762" y="19050"/>
                </a:lnTo>
                <a:lnTo>
                  <a:pt x="7571969" y="19050"/>
                </a:lnTo>
                <a:lnTo>
                  <a:pt x="7576287" y="14732"/>
                </a:lnTo>
                <a:lnTo>
                  <a:pt x="7576287" y="4318"/>
                </a:lnTo>
                <a:lnTo>
                  <a:pt x="7571969" y="0"/>
                </a:lnTo>
                <a:close/>
              </a:path>
              <a:path w="10390505" h="4652010">
                <a:moveTo>
                  <a:pt x="7604862" y="0"/>
                </a:moveTo>
                <a:lnTo>
                  <a:pt x="7599528" y="0"/>
                </a:lnTo>
                <a:lnTo>
                  <a:pt x="7595337" y="4318"/>
                </a:lnTo>
                <a:lnTo>
                  <a:pt x="7595337" y="14732"/>
                </a:lnTo>
                <a:lnTo>
                  <a:pt x="7599528" y="19050"/>
                </a:lnTo>
                <a:lnTo>
                  <a:pt x="7604862" y="19050"/>
                </a:lnTo>
                <a:lnTo>
                  <a:pt x="7604862" y="0"/>
                </a:lnTo>
                <a:close/>
              </a:path>
              <a:path w="10390505" h="4652010">
                <a:moveTo>
                  <a:pt x="7610069" y="0"/>
                </a:moveTo>
                <a:lnTo>
                  <a:pt x="7604862" y="0"/>
                </a:lnTo>
                <a:lnTo>
                  <a:pt x="7604862" y="19050"/>
                </a:lnTo>
                <a:lnTo>
                  <a:pt x="7610069" y="19050"/>
                </a:lnTo>
                <a:lnTo>
                  <a:pt x="7614387" y="14732"/>
                </a:lnTo>
                <a:lnTo>
                  <a:pt x="7614387" y="4318"/>
                </a:lnTo>
                <a:lnTo>
                  <a:pt x="7610069" y="0"/>
                </a:lnTo>
                <a:close/>
              </a:path>
              <a:path w="10390505" h="4652010">
                <a:moveTo>
                  <a:pt x="7642962" y="0"/>
                </a:moveTo>
                <a:lnTo>
                  <a:pt x="7637755" y="0"/>
                </a:lnTo>
                <a:lnTo>
                  <a:pt x="7633437" y="4318"/>
                </a:lnTo>
                <a:lnTo>
                  <a:pt x="7633437" y="14732"/>
                </a:lnTo>
                <a:lnTo>
                  <a:pt x="7637755" y="19050"/>
                </a:lnTo>
                <a:lnTo>
                  <a:pt x="7642962" y="19050"/>
                </a:lnTo>
                <a:lnTo>
                  <a:pt x="7642962" y="0"/>
                </a:lnTo>
                <a:close/>
              </a:path>
              <a:path w="10390505" h="4652010">
                <a:moveTo>
                  <a:pt x="7648296" y="0"/>
                </a:moveTo>
                <a:lnTo>
                  <a:pt x="7642962" y="0"/>
                </a:lnTo>
                <a:lnTo>
                  <a:pt x="7642962" y="19050"/>
                </a:lnTo>
                <a:lnTo>
                  <a:pt x="7648296" y="19050"/>
                </a:lnTo>
                <a:lnTo>
                  <a:pt x="7652487" y="14732"/>
                </a:lnTo>
                <a:lnTo>
                  <a:pt x="7652487" y="4318"/>
                </a:lnTo>
                <a:lnTo>
                  <a:pt x="7648296" y="0"/>
                </a:lnTo>
                <a:close/>
              </a:path>
              <a:path w="10390505" h="4652010">
                <a:moveTo>
                  <a:pt x="7681062" y="0"/>
                </a:moveTo>
                <a:lnTo>
                  <a:pt x="7675855" y="0"/>
                </a:lnTo>
                <a:lnTo>
                  <a:pt x="7671537" y="4318"/>
                </a:lnTo>
                <a:lnTo>
                  <a:pt x="7671537" y="14732"/>
                </a:lnTo>
                <a:lnTo>
                  <a:pt x="7675855" y="19050"/>
                </a:lnTo>
                <a:lnTo>
                  <a:pt x="7681062" y="19050"/>
                </a:lnTo>
                <a:lnTo>
                  <a:pt x="7681062" y="0"/>
                </a:lnTo>
                <a:close/>
              </a:path>
              <a:path w="10390505" h="4652010">
                <a:moveTo>
                  <a:pt x="7686396" y="0"/>
                </a:moveTo>
                <a:lnTo>
                  <a:pt x="7681062" y="0"/>
                </a:lnTo>
                <a:lnTo>
                  <a:pt x="7681062" y="19050"/>
                </a:lnTo>
                <a:lnTo>
                  <a:pt x="7686396" y="19050"/>
                </a:lnTo>
                <a:lnTo>
                  <a:pt x="7690587" y="14732"/>
                </a:lnTo>
                <a:lnTo>
                  <a:pt x="7690587" y="4318"/>
                </a:lnTo>
                <a:lnTo>
                  <a:pt x="7686396" y="0"/>
                </a:lnTo>
                <a:close/>
              </a:path>
              <a:path w="10390505" h="4652010">
                <a:moveTo>
                  <a:pt x="7719162" y="0"/>
                </a:moveTo>
                <a:lnTo>
                  <a:pt x="7713955" y="0"/>
                </a:lnTo>
                <a:lnTo>
                  <a:pt x="7709637" y="4318"/>
                </a:lnTo>
                <a:lnTo>
                  <a:pt x="7709637" y="14732"/>
                </a:lnTo>
                <a:lnTo>
                  <a:pt x="7713955" y="19050"/>
                </a:lnTo>
                <a:lnTo>
                  <a:pt x="7719162" y="19050"/>
                </a:lnTo>
                <a:lnTo>
                  <a:pt x="7719162" y="0"/>
                </a:lnTo>
                <a:close/>
              </a:path>
              <a:path w="10390505" h="4652010">
                <a:moveTo>
                  <a:pt x="7724496" y="0"/>
                </a:moveTo>
                <a:lnTo>
                  <a:pt x="7719162" y="0"/>
                </a:lnTo>
                <a:lnTo>
                  <a:pt x="7719162" y="19050"/>
                </a:lnTo>
                <a:lnTo>
                  <a:pt x="7724496" y="19050"/>
                </a:lnTo>
                <a:lnTo>
                  <a:pt x="7728687" y="14732"/>
                </a:lnTo>
                <a:lnTo>
                  <a:pt x="7728687" y="4318"/>
                </a:lnTo>
                <a:lnTo>
                  <a:pt x="7724496" y="0"/>
                </a:lnTo>
                <a:close/>
              </a:path>
              <a:path w="10390505" h="4652010">
                <a:moveTo>
                  <a:pt x="7757262" y="0"/>
                </a:moveTo>
                <a:lnTo>
                  <a:pt x="7752055" y="0"/>
                </a:lnTo>
                <a:lnTo>
                  <a:pt x="7747737" y="4318"/>
                </a:lnTo>
                <a:lnTo>
                  <a:pt x="7747737" y="14732"/>
                </a:lnTo>
                <a:lnTo>
                  <a:pt x="7752055" y="19050"/>
                </a:lnTo>
                <a:lnTo>
                  <a:pt x="7757262" y="19050"/>
                </a:lnTo>
                <a:lnTo>
                  <a:pt x="7757262" y="0"/>
                </a:lnTo>
                <a:close/>
              </a:path>
              <a:path w="10390505" h="4652010">
                <a:moveTo>
                  <a:pt x="7762596" y="0"/>
                </a:moveTo>
                <a:lnTo>
                  <a:pt x="7757389" y="0"/>
                </a:lnTo>
                <a:lnTo>
                  <a:pt x="7757389" y="19050"/>
                </a:lnTo>
                <a:lnTo>
                  <a:pt x="7762596" y="19050"/>
                </a:lnTo>
                <a:lnTo>
                  <a:pt x="7766914" y="14732"/>
                </a:lnTo>
                <a:lnTo>
                  <a:pt x="7766914" y="4318"/>
                </a:lnTo>
                <a:lnTo>
                  <a:pt x="7762596" y="0"/>
                </a:lnTo>
                <a:close/>
              </a:path>
              <a:path w="10390505" h="4652010">
                <a:moveTo>
                  <a:pt x="7795489" y="0"/>
                </a:moveTo>
                <a:lnTo>
                  <a:pt x="7790155" y="0"/>
                </a:lnTo>
                <a:lnTo>
                  <a:pt x="7785964" y="4318"/>
                </a:lnTo>
                <a:lnTo>
                  <a:pt x="7785964" y="14732"/>
                </a:lnTo>
                <a:lnTo>
                  <a:pt x="7790155" y="19050"/>
                </a:lnTo>
                <a:lnTo>
                  <a:pt x="7795489" y="19050"/>
                </a:lnTo>
                <a:lnTo>
                  <a:pt x="7795489" y="0"/>
                </a:lnTo>
                <a:close/>
              </a:path>
              <a:path w="10390505" h="4652010">
                <a:moveTo>
                  <a:pt x="7800696" y="0"/>
                </a:moveTo>
                <a:lnTo>
                  <a:pt x="7795489" y="0"/>
                </a:lnTo>
                <a:lnTo>
                  <a:pt x="7795489" y="19050"/>
                </a:lnTo>
                <a:lnTo>
                  <a:pt x="7800696" y="19050"/>
                </a:lnTo>
                <a:lnTo>
                  <a:pt x="7805014" y="14732"/>
                </a:lnTo>
                <a:lnTo>
                  <a:pt x="7805014" y="4318"/>
                </a:lnTo>
                <a:lnTo>
                  <a:pt x="7800696" y="0"/>
                </a:lnTo>
                <a:close/>
              </a:path>
              <a:path w="10390505" h="4652010">
                <a:moveTo>
                  <a:pt x="7833589" y="0"/>
                </a:moveTo>
                <a:lnTo>
                  <a:pt x="7828255" y="0"/>
                </a:lnTo>
                <a:lnTo>
                  <a:pt x="7824064" y="4318"/>
                </a:lnTo>
                <a:lnTo>
                  <a:pt x="7824064" y="14732"/>
                </a:lnTo>
                <a:lnTo>
                  <a:pt x="7828255" y="19050"/>
                </a:lnTo>
                <a:lnTo>
                  <a:pt x="7833589" y="19050"/>
                </a:lnTo>
                <a:lnTo>
                  <a:pt x="7833589" y="0"/>
                </a:lnTo>
                <a:close/>
              </a:path>
              <a:path w="10390505" h="4652010">
                <a:moveTo>
                  <a:pt x="7838796" y="0"/>
                </a:moveTo>
                <a:lnTo>
                  <a:pt x="7833589" y="0"/>
                </a:lnTo>
                <a:lnTo>
                  <a:pt x="7833589" y="19050"/>
                </a:lnTo>
                <a:lnTo>
                  <a:pt x="7838796" y="19050"/>
                </a:lnTo>
                <a:lnTo>
                  <a:pt x="7843114" y="14732"/>
                </a:lnTo>
                <a:lnTo>
                  <a:pt x="7843114" y="4318"/>
                </a:lnTo>
                <a:lnTo>
                  <a:pt x="7838796" y="0"/>
                </a:lnTo>
                <a:close/>
              </a:path>
              <a:path w="10390505" h="4652010">
                <a:moveTo>
                  <a:pt x="7871689" y="0"/>
                </a:moveTo>
                <a:lnTo>
                  <a:pt x="7866355" y="0"/>
                </a:lnTo>
                <a:lnTo>
                  <a:pt x="7862164" y="4318"/>
                </a:lnTo>
                <a:lnTo>
                  <a:pt x="7862164" y="14732"/>
                </a:lnTo>
                <a:lnTo>
                  <a:pt x="7866355" y="19050"/>
                </a:lnTo>
                <a:lnTo>
                  <a:pt x="7871689" y="19050"/>
                </a:lnTo>
                <a:lnTo>
                  <a:pt x="7871689" y="0"/>
                </a:lnTo>
                <a:close/>
              </a:path>
              <a:path w="10390505" h="4652010">
                <a:moveTo>
                  <a:pt x="7876896" y="0"/>
                </a:moveTo>
                <a:lnTo>
                  <a:pt x="7871689" y="0"/>
                </a:lnTo>
                <a:lnTo>
                  <a:pt x="7871689" y="19050"/>
                </a:lnTo>
                <a:lnTo>
                  <a:pt x="7876896" y="19050"/>
                </a:lnTo>
                <a:lnTo>
                  <a:pt x="7881214" y="14732"/>
                </a:lnTo>
                <a:lnTo>
                  <a:pt x="7881214" y="4318"/>
                </a:lnTo>
                <a:lnTo>
                  <a:pt x="7876896" y="0"/>
                </a:lnTo>
                <a:close/>
              </a:path>
              <a:path w="10390505" h="4652010">
                <a:moveTo>
                  <a:pt x="7909789" y="0"/>
                </a:moveTo>
                <a:lnTo>
                  <a:pt x="7904582" y="0"/>
                </a:lnTo>
                <a:lnTo>
                  <a:pt x="7900264" y="4318"/>
                </a:lnTo>
                <a:lnTo>
                  <a:pt x="7900264" y="14732"/>
                </a:lnTo>
                <a:lnTo>
                  <a:pt x="7904582" y="19050"/>
                </a:lnTo>
                <a:lnTo>
                  <a:pt x="7909789" y="19050"/>
                </a:lnTo>
                <a:lnTo>
                  <a:pt x="7909789" y="0"/>
                </a:lnTo>
                <a:close/>
              </a:path>
              <a:path w="10390505" h="4652010">
                <a:moveTo>
                  <a:pt x="7915123" y="0"/>
                </a:moveTo>
                <a:lnTo>
                  <a:pt x="7909789" y="0"/>
                </a:lnTo>
                <a:lnTo>
                  <a:pt x="7909789" y="19050"/>
                </a:lnTo>
                <a:lnTo>
                  <a:pt x="7915123" y="19050"/>
                </a:lnTo>
                <a:lnTo>
                  <a:pt x="7919314" y="14732"/>
                </a:lnTo>
                <a:lnTo>
                  <a:pt x="7919314" y="4318"/>
                </a:lnTo>
                <a:lnTo>
                  <a:pt x="7915123" y="0"/>
                </a:lnTo>
                <a:close/>
              </a:path>
              <a:path w="10390505" h="4652010">
                <a:moveTo>
                  <a:pt x="7947889" y="0"/>
                </a:moveTo>
                <a:lnTo>
                  <a:pt x="7942682" y="0"/>
                </a:lnTo>
                <a:lnTo>
                  <a:pt x="7938364" y="4318"/>
                </a:lnTo>
                <a:lnTo>
                  <a:pt x="7938364" y="14732"/>
                </a:lnTo>
                <a:lnTo>
                  <a:pt x="7942682" y="19050"/>
                </a:lnTo>
                <a:lnTo>
                  <a:pt x="7947889" y="19050"/>
                </a:lnTo>
                <a:lnTo>
                  <a:pt x="7947889" y="0"/>
                </a:lnTo>
                <a:close/>
              </a:path>
              <a:path w="10390505" h="4652010">
                <a:moveTo>
                  <a:pt x="7953223" y="0"/>
                </a:moveTo>
                <a:lnTo>
                  <a:pt x="7947889" y="0"/>
                </a:lnTo>
                <a:lnTo>
                  <a:pt x="7947889" y="19050"/>
                </a:lnTo>
                <a:lnTo>
                  <a:pt x="7953223" y="19050"/>
                </a:lnTo>
                <a:lnTo>
                  <a:pt x="7957414" y="14732"/>
                </a:lnTo>
                <a:lnTo>
                  <a:pt x="7957414" y="4318"/>
                </a:lnTo>
                <a:lnTo>
                  <a:pt x="7953223" y="0"/>
                </a:lnTo>
                <a:close/>
              </a:path>
              <a:path w="10390505" h="4652010">
                <a:moveTo>
                  <a:pt x="7985989" y="0"/>
                </a:moveTo>
                <a:lnTo>
                  <a:pt x="7980782" y="0"/>
                </a:lnTo>
                <a:lnTo>
                  <a:pt x="7976464" y="4318"/>
                </a:lnTo>
                <a:lnTo>
                  <a:pt x="7976464" y="14732"/>
                </a:lnTo>
                <a:lnTo>
                  <a:pt x="7980782" y="19050"/>
                </a:lnTo>
                <a:lnTo>
                  <a:pt x="7985989" y="19050"/>
                </a:lnTo>
                <a:lnTo>
                  <a:pt x="7985989" y="0"/>
                </a:lnTo>
                <a:close/>
              </a:path>
              <a:path w="10390505" h="4652010">
                <a:moveTo>
                  <a:pt x="7991323" y="0"/>
                </a:moveTo>
                <a:lnTo>
                  <a:pt x="7986116" y="0"/>
                </a:lnTo>
                <a:lnTo>
                  <a:pt x="7986116" y="19050"/>
                </a:lnTo>
                <a:lnTo>
                  <a:pt x="7991323" y="19050"/>
                </a:lnTo>
                <a:lnTo>
                  <a:pt x="7995641" y="14732"/>
                </a:lnTo>
                <a:lnTo>
                  <a:pt x="7995641" y="4318"/>
                </a:lnTo>
                <a:lnTo>
                  <a:pt x="7991323" y="0"/>
                </a:lnTo>
                <a:close/>
              </a:path>
              <a:path w="10390505" h="4652010">
                <a:moveTo>
                  <a:pt x="8024216" y="0"/>
                </a:moveTo>
                <a:lnTo>
                  <a:pt x="8018882" y="0"/>
                </a:lnTo>
                <a:lnTo>
                  <a:pt x="8014691" y="4318"/>
                </a:lnTo>
                <a:lnTo>
                  <a:pt x="8014691" y="14732"/>
                </a:lnTo>
                <a:lnTo>
                  <a:pt x="8018882" y="19050"/>
                </a:lnTo>
                <a:lnTo>
                  <a:pt x="8024216" y="19050"/>
                </a:lnTo>
                <a:lnTo>
                  <a:pt x="8024216" y="0"/>
                </a:lnTo>
                <a:close/>
              </a:path>
              <a:path w="10390505" h="4652010">
                <a:moveTo>
                  <a:pt x="8029423" y="0"/>
                </a:moveTo>
                <a:lnTo>
                  <a:pt x="8024216" y="0"/>
                </a:lnTo>
                <a:lnTo>
                  <a:pt x="8024216" y="19050"/>
                </a:lnTo>
                <a:lnTo>
                  <a:pt x="8029423" y="19050"/>
                </a:lnTo>
                <a:lnTo>
                  <a:pt x="8033741" y="14732"/>
                </a:lnTo>
                <a:lnTo>
                  <a:pt x="8033741" y="4318"/>
                </a:lnTo>
                <a:lnTo>
                  <a:pt x="8029423" y="0"/>
                </a:lnTo>
                <a:close/>
              </a:path>
              <a:path w="10390505" h="4652010">
                <a:moveTo>
                  <a:pt x="8062316" y="0"/>
                </a:moveTo>
                <a:lnTo>
                  <a:pt x="8056982" y="0"/>
                </a:lnTo>
                <a:lnTo>
                  <a:pt x="8052791" y="4318"/>
                </a:lnTo>
                <a:lnTo>
                  <a:pt x="8052791" y="14732"/>
                </a:lnTo>
                <a:lnTo>
                  <a:pt x="8056982" y="19050"/>
                </a:lnTo>
                <a:lnTo>
                  <a:pt x="8062316" y="19050"/>
                </a:lnTo>
                <a:lnTo>
                  <a:pt x="8062316" y="0"/>
                </a:lnTo>
                <a:close/>
              </a:path>
              <a:path w="10390505" h="4652010">
                <a:moveTo>
                  <a:pt x="8067523" y="0"/>
                </a:moveTo>
                <a:lnTo>
                  <a:pt x="8062316" y="0"/>
                </a:lnTo>
                <a:lnTo>
                  <a:pt x="8062316" y="19050"/>
                </a:lnTo>
                <a:lnTo>
                  <a:pt x="8067523" y="19050"/>
                </a:lnTo>
                <a:lnTo>
                  <a:pt x="8071841" y="14732"/>
                </a:lnTo>
                <a:lnTo>
                  <a:pt x="8071841" y="4318"/>
                </a:lnTo>
                <a:lnTo>
                  <a:pt x="8067523" y="0"/>
                </a:lnTo>
                <a:close/>
              </a:path>
              <a:path w="10390505" h="4652010">
                <a:moveTo>
                  <a:pt x="8100416" y="0"/>
                </a:moveTo>
                <a:lnTo>
                  <a:pt x="8095082" y="0"/>
                </a:lnTo>
                <a:lnTo>
                  <a:pt x="8090891" y="4318"/>
                </a:lnTo>
                <a:lnTo>
                  <a:pt x="8090891" y="14732"/>
                </a:lnTo>
                <a:lnTo>
                  <a:pt x="8095082" y="19050"/>
                </a:lnTo>
                <a:lnTo>
                  <a:pt x="8100416" y="19050"/>
                </a:lnTo>
                <a:lnTo>
                  <a:pt x="8100416" y="0"/>
                </a:lnTo>
                <a:close/>
              </a:path>
              <a:path w="10390505" h="4652010">
                <a:moveTo>
                  <a:pt x="8105623" y="0"/>
                </a:moveTo>
                <a:lnTo>
                  <a:pt x="8100416" y="0"/>
                </a:lnTo>
                <a:lnTo>
                  <a:pt x="8100416" y="19050"/>
                </a:lnTo>
                <a:lnTo>
                  <a:pt x="8105623" y="19050"/>
                </a:lnTo>
                <a:lnTo>
                  <a:pt x="8109941" y="14732"/>
                </a:lnTo>
                <a:lnTo>
                  <a:pt x="8109941" y="4318"/>
                </a:lnTo>
                <a:lnTo>
                  <a:pt x="8105623" y="0"/>
                </a:lnTo>
                <a:close/>
              </a:path>
              <a:path w="10390505" h="4652010">
                <a:moveTo>
                  <a:pt x="8138516" y="0"/>
                </a:moveTo>
                <a:lnTo>
                  <a:pt x="8133309" y="0"/>
                </a:lnTo>
                <a:lnTo>
                  <a:pt x="8128991" y="4318"/>
                </a:lnTo>
                <a:lnTo>
                  <a:pt x="8128991" y="14732"/>
                </a:lnTo>
                <a:lnTo>
                  <a:pt x="8133309" y="19050"/>
                </a:lnTo>
                <a:lnTo>
                  <a:pt x="8138516" y="19050"/>
                </a:lnTo>
                <a:lnTo>
                  <a:pt x="8138516" y="0"/>
                </a:lnTo>
                <a:close/>
              </a:path>
              <a:path w="10390505" h="4652010">
                <a:moveTo>
                  <a:pt x="8143850" y="0"/>
                </a:moveTo>
                <a:lnTo>
                  <a:pt x="8138516" y="0"/>
                </a:lnTo>
                <a:lnTo>
                  <a:pt x="8138516" y="19050"/>
                </a:lnTo>
                <a:lnTo>
                  <a:pt x="8143850" y="19050"/>
                </a:lnTo>
                <a:lnTo>
                  <a:pt x="8148041" y="14732"/>
                </a:lnTo>
                <a:lnTo>
                  <a:pt x="8148041" y="4318"/>
                </a:lnTo>
                <a:lnTo>
                  <a:pt x="8143850" y="0"/>
                </a:lnTo>
                <a:close/>
              </a:path>
              <a:path w="10390505" h="4652010">
                <a:moveTo>
                  <a:pt x="8176616" y="0"/>
                </a:moveTo>
                <a:lnTo>
                  <a:pt x="8171409" y="0"/>
                </a:lnTo>
                <a:lnTo>
                  <a:pt x="8167091" y="4318"/>
                </a:lnTo>
                <a:lnTo>
                  <a:pt x="8167091" y="14732"/>
                </a:lnTo>
                <a:lnTo>
                  <a:pt x="8171409" y="19050"/>
                </a:lnTo>
                <a:lnTo>
                  <a:pt x="8176616" y="19050"/>
                </a:lnTo>
                <a:lnTo>
                  <a:pt x="8176616" y="0"/>
                </a:lnTo>
                <a:close/>
              </a:path>
              <a:path w="10390505" h="4652010">
                <a:moveTo>
                  <a:pt x="8181950" y="0"/>
                </a:moveTo>
                <a:lnTo>
                  <a:pt x="8176616" y="0"/>
                </a:lnTo>
                <a:lnTo>
                  <a:pt x="8176616" y="19050"/>
                </a:lnTo>
                <a:lnTo>
                  <a:pt x="8181950" y="19050"/>
                </a:lnTo>
                <a:lnTo>
                  <a:pt x="8186141" y="14732"/>
                </a:lnTo>
                <a:lnTo>
                  <a:pt x="8186141" y="4318"/>
                </a:lnTo>
                <a:lnTo>
                  <a:pt x="8181950" y="0"/>
                </a:lnTo>
                <a:close/>
              </a:path>
              <a:path w="10390505" h="4652010">
                <a:moveTo>
                  <a:pt x="8214716" y="0"/>
                </a:moveTo>
                <a:lnTo>
                  <a:pt x="8209509" y="0"/>
                </a:lnTo>
                <a:lnTo>
                  <a:pt x="8205191" y="4318"/>
                </a:lnTo>
                <a:lnTo>
                  <a:pt x="8205191" y="14732"/>
                </a:lnTo>
                <a:lnTo>
                  <a:pt x="8209509" y="19050"/>
                </a:lnTo>
                <a:lnTo>
                  <a:pt x="8214716" y="19050"/>
                </a:lnTo>
                <a:lnTo>
                  <a:pt x="8214716" y="0"/>
                </a:lnTo>
                <a:close/>
              </a:path>
              <a:path w="10390505" h="4652010">
                <a:moveTo>
                  <a:pt x="8220050" y="0"/>
                </a:moveTo>
                <a:lnTo>
                  <a:pt x="8214716" y="0"/>
                </a:lnTo>
                <a:lnTo>
                  <a:pt x="8214716" y="19050"/>
                </a:lnTo>
                <a:lnTo>
                  <a:pt x="8220050" y="19050"/>
                </a:lnTo>
                <a:lnTo>
                  <a:pt x="8224241" y="14732"/>
                </a:lnTo>
                <a:lnTo>
                  <a:pt x="8224241" y="4318"/>
                </a:lnTo>
                <a:lnTo>
                  <a:pt x="8220050" y="0"/>
                </a:lnTo>
                <a:close/>
              </a:path>
              <a:path w="10390505" h="4652010">
                <a:moveTo>
                  <a:pt x="8252816" y="0"/>
                </a:moveTo>
                <a:lnTo>
                  <a:pt x="8247609" y="0"/>
                </a:lnTo>
                <a:lnTo>
                  <a:pt x="8243291" y="4318"/>
                </a:lnTo>
                <a:lnTo>
                  <a:pt x="8243291" y="14732"/>
                </a:lnTo>
                <a:lnTo>
                  <a:pt x="8247609" y="19050"/>
                </a:lnTo>
                <a:lnTo>
                  <a:pt x="8252816" y="19050"/>
                </a:lnTo>
                <a:lnTo>
                  <a:pt x="8252816" y="0"/>
                </a:lnTo>
                <a:close/>
              </a:path>
              <a:path w="10390505" h="4652010">
                <a:moveTo>
                  <a:pt x="8258150" y="0"/>
                </a:moveTo>
                <a:lnTo>
                  <a:pt x="8252943" y="0"/>
                </a:lnTo>
                <a:lnTo>
                  <a:pt x="8252943" y="19050"/>
                </a:lnTo>
                <a:lnTo>
                  <a:pt x="8258150" y="19050"/>
                </a:lnTo>
                <a:lnTo>
                  <a:pt x="8262468" y="14732"/>
                </a:lnTo>
                <a:lnTo>
                  <a:pt x="8262468" y="4318"/>
                </a:lnTo>
                <a:lnTo>
                  <a:pt x="8258150" y="0"/>
                </a:lnTo>
                <a:close/>
              </a:path>
              <a:path w="10390505" h="4652010">
                <a:moveTo>
                  <a:pt x="8291043" y="0"/>
                </a:moveTo>
                <a:lnTo>
                  <a:pt x="8285709" y="0"/>
                </a:lnTo>
                <a:lnTo>
                  <a:pt x="8281518" y="4318"/>
                </a:lnTo>
                <a:lnTo>
                  <a:pt x="8281518" y="14732"/>
                </a:lnTo>
                <a:lnTo>
                  <a:pt x="8285709" y="19050"/>
                </a:lnTo>
                <a:lnTo>
                  <a:pt x="8291043" y="19050"/>
                </a:lnTo>
                <a:lnTo>
                  <a:pt x="8291043" y="0"/>
                </a:lnTo>
                <a:close/>
              </a:path>
              <a:path w="10390505" h="4652010">
                <a:moveTo>
                  <a:pt x="8296250" y="0"/>
                </a:moveTo>
                <a:lnTo>
                  <a:pt x="8291043" y="0"/>
                </a:lnTo>
                <a:lnTo>
                  <a:pt x="8291043" y="19050"/>
                </a:lnTo>
                <a:lnTo>
                  <a:pt x="8296250" y="19050"/>
                </a:lnTo>
                <a:lnTo>
                  <a:pt x="8300568" y="14732"/>
                </a:lnTo>
                <a:lnTo>
                  <a:pt x="8300568" y="4318"/>
                </a:lnTo>
                <a:lnTo>
                  <a:pt x="8296250" y="0"/>
                </a:lnTo>
                <a:close/>
              </a:path>
              <a:path w="10390505" h="4652010">
                <a:moveTo>
                  <a:pt x="8329143" y="0"/>
                </a:moveTo>
                <a:lnTo>
                  <a:pt x="8323809" y="0"/>
                </a:lnTo>
                <a:lnTo>
                  <a:pt x="8319618" y="4318"/>
                </a:lnTo>
                <a:lnTo>
                  <a:pt x="8319618" y="14732"/>
                </a:lnTo>
                <a:lnTo>
                  <a:pt x="8323809" y="19050"/>
                </a:lnTo>
                <a:lnTo>
                  <a:pt x="8329143" y="19050"/>
                </a:lnTo>
                <a:lnTo>
                  <a:pt x="8329143" y="0"/>
                </a:lnTo>
                <a:close/>
              </a:path>
              <a:path w="10390505" h="4652010">
                <a:moveTo>
                  <a:pt x="8334350" y="0"/>
                </a:moveTo>
                <a:lnTo>
                  <a:pt x="8329143" y="0"/>
                </a:lnTo>
                <a:lnTo>
                  <a:pt x="8329143" y="19050"/>
                </a:lnTo>
                <a:lnTo>
                  <a:pt x="8334350" y="19050"/>
                </a:lnTo>
                <a:lnTo>
                  <a:pt x="8338668" y="14732"/>
                </a:lnTo>
                <a:lnTo>
                  <a:pt x="8338668" y="4318"/>
                </a:lnTo>
                <a:lnTo>
                  <a:pt x="8334350" y="0"/>
                </a:lnTo>
                <a:close/>
              </a:path>
              <a:path w="10390505" h="4652010">
                <a:moveTo>
                  <a:pt x="8367243" y="0"/>
                </a:moveTo>
                <a:lnTo>
                  <a:pt x="8362036" y="0"/>
                </a:lnTo>
                <a:lnTo>
                  <a:pt x="8357718" y="4318"/>
                </a:lnTo>
                <a:lnTo>
                  <a:pt x="8357718" y="14732"/>
                </a:lnTo>
                <a:lnTo>
                  <a:pt x="8362036" y="19050"/>
                </a:lnTo>
                <a:lnTo>
                  <a:pt x="8367243" y="19050"/>
                </a:lnTo>
                <a:lnTo>
                  <a:pt x="8367243" y="0"/>
                </a:lnTo>
                <a:close/>
              </a:path>
              <a:path w="10390505" h="4652010">
                <a:moveTo>
                  <a:pt x="8372577" y="0"/>
                </a:moveTo>
                <a:lnTo>
                  <a:pt x="8367243" y="0"/>
                </a:lnTo>
                <a:lnTo>
                  <a:pt x="8367243" y="19050"/>
                </a:lnTo>
                <a:lnTo>
                  <a:pt x="8372577" y="19050"/>
                </a:lnTo>
                <a:lnTo>
                  <a:pt x="8376768" y="14732"/>
                </a:lnTo>
                <a:lnTo>
                  <a:pt x="8376768" y="4318"/>
                </a:lnTo>
                <a:lnTo>
                  <a:pt x="8372577" y="0"/>
                </a:lnTo>
                <a:close/>
              </a:path>
              <a:path w="10390505" h="4652010">
                <a:moveTo>
                  <a:pt x="8405343" y="0"/>
                </a:moveTo>
                <a:lnTo>
                  <a:pt x="8400136" y="0"/>
                </a:lnTo>
                <a:lnTo>
                  <a:pt x="8395818" y="4318"/>
                </a:lnTo>
                <a:lnTo>
                  <a:pt x="8395818" y="14732"/>
                </a:lnTo>
                <a:lnTo>
                  <a:pt x="8400136" y="19050"/>
                </a:lnTo>
                <a:lnTo>
                  <a:pt x="8405343" y="19050"/>
                </a:lnTo>
                <a:lnTo>
                  <a:pt x="8405343" y="0"/>
                </a:lnTo>
                <a:close/>
              </a:path>
              <a:path w="10390505" h="4652010">
                <a:moveTo>
                  <a:pt x="8410677" y="0"/>
                </a:moveTo>
                <a:lnTo>
                  <a:pt x="8405343" y="0"/>
                </a:lnTo>
                <a:lnTo>
                  <a:pt x="8405343" y="19050"/>
                </a:lnTo>
                <a:lnTo>
                  <a:pt x="8410677" y="19050"/>
                </a:lnTo>
                <a:lnTo>
                  <a:pt x="8414868" y="14732"/>
                </a:lnTo>
                <a:lnTo>
                  <a:pt x="8414868" y="4318"/>
                </a:lnTo>
                <a:lnTo>
                  <a:pt x="8410677" y="0"/>
                </a:lnTo>
                <a:close/>
              </a:path>
              <a:path w="10390505" h="4652010">
                <a:moveTo>
                  <a:pt x="8443443" y="0"/>
                </a:moveTo>
                <a:lnTo>
                  <a:pt x="8438236" y="0"/>
                </a:lnTo>
                <a:lnTo>
                  <a:pt x="8433918" y="4318"/>
                </a:lnTo>
                <a:lnTo>
                  <a:pt x="8433918" y="14732"/>
                </a:lnTo>
                <a:lnTo>
                  <a:pt x="8438236" y="19050"/>
                </a:lnTo>
                <a:lnTo>
                  <a:pt x="8443443" y="19050"/>
                </a:lnTo>
                <a:lnTo>
                  <a:pt x="8443443" y="0"/>
                </a:lnTo>
                <a:close/>
              </a:path>
              <a:path w="10390505" h="4652010">
                <a:moveTo>
                  <a:pt x="8448777" y="0"/>
                </a:moveTo>
                <a:lnTo>
                  <a:pt x="8443443" y="0"/>
                </a:lnTo>
                <a:lnTo>
                  <a:pt x="8443443" y="19050"/>
                </a:lnTo>
                <a:lnTo>
                  <a:pt x="8448777" y="19050"/>
                </a:lnTo>
                <a:lnTo>
                  <a:pt x="8452968" y="14732"/>
                </a:lnTo>
                <a:lnTo>
                  <a:pt x="8452968" y="4318"/>
                </a:lnTo>
                <a:lnTo>
                  <a:pt x="8448777" y="0"/>
                </a:lnTo>
                <a:close/>
              </a:path>
              <a:path w="10390505" h="4652010">
                <a:moveTo>
                  <a:pt x="8481543" y="0"/>
                </a:moveTo>
                <a:lnTo>
                  <a:pt x="8476336" y="0"/>
                </a:lnTo>
                <a:lnTo>
                  <a:pt x="8472018" y="4318"/>
                </a:lnTo>
                <a:lnTo>
                  <a:pt x="8472018" y="14732"/>
                </a:lnTo>
                <a:lnTo>
                  <a:pt x="8476336" y="19050"/>
                </a:lnTo>
                <a:lnTo>
                  <a:pt x="8481543" y="19050"/>
                </a:lnTo>
                <a:lnTo>
                  <a:pt x="8481543" y="0"/>
                </a:lnTo>
                <a:close/>
              </a:path>
              <a:path w="10390505" h="4652010">
                <a:moveTo>
                  <a:pt x="8481670" y="12700"/>
                </a:moveTo>
                <a:lnTo>
                  <a:pt x="8481543" y="12700"/>
                </a:lnTo>
                <a:lnTo>
                  <a:pt x="8481543" y="19050"/>
                </a:lnTo>
                <a:lnTo>
                  <a:pt x="8481670" y="19050"/>
                </a:lnTo>
                <a:lnTo>
                  <a:pt x="8481670" y="12700"/>
                </a:lnTo>
                <a:close/>
              </a:path>
              <a:path w="10390505" h="4652010">
                <a:moveTo>
                  <a:pt x="8486877" y="0"/>
                </a:moveTo>
                <a:lnTo>
                  <a:pt x="8481670" y="0"/>
                </a:lnTo>
                <a:lnTo>
                  <a:pt x="8481670" y="19050"/>
                </a:lnTo>
                <a:lnTo>
                  <a:pt x="8486877" y="19050"/>
                </a:lnTo>
                <a:lnTo>
                  <a:pt x="8491195" y="14732"/>
                </a:lnTo>
                <a:lnTo>
                  <a:pt x="8491195" y="4318"/>
                </a:lnTo>
                <a:lnTo>
                  <a:pt x="8486877" y="0"/>
                </a:lnTo>
                <a:close/>
              </a:path>
              <a:path w="10390505" h="4652010">
                <a:moveTo>
                  <a:pt x="8481670" y="0"/>
                </a:moveTo>
                <a:lnTo>
                  <a:pt x="8481543" y="0"/>
                </a:lnTo>
                <a:lnTo>
                  <a:pt x="8481543" y="6350"/>
                </a:lnTo>
                <a:lnTo>
                  <a:pt x="8481670" y="6350"/>
                </a:lnTo>
                <a:lnTo>
                  <a:pt x="8481670" y="0"/>
                </a:lnTo>
                <a:close/>
              </a:path>
              <a:path w="10390505" h="4652010">
                <a:moveTo>
                  <a:pt x="8519770" y="0"/>
                </a:moveTo>
                <a:lnTo>
                  <a:pt x="8514436" y="0"/>
                </a:lnTo>
                <a:lnTo>
                  <a:pt x="8510245" y="4318"/>
                </a:lnTo>
                <a:lnTo>
                  <a:pt x="8510245" y="14732"/>
                </a:lnTo>
                <a:lnTo>
                  <a:pt x="8514436" y="19050"/>
                </a:lnTo>
                <a:lnTo>
                  <a:pt x="8519770" y="19050"/>
                </a:lnTo>
                <a:lnTo>
                  <a:pt x="8519770" y="0"/>
                </a:lnTo>
                <a:close/>
              </a:path>
              <a:path w="10390505" h="4652010">
                <a:moveTo>
                  <a:pt x="8524977" y="0"/>
                </a:moveTo>
                <a:lnTo>
                  <a:pt x="8519770" y="0"/>
                </a:lnTo>
                <a:lnTo>
                  <a:pt x="8519770" y="19050"/>
                </a:lnTo>
                <a:lnTo>
                  <a:pt x="8524977" y="19050"/>
                </a:lnTo>
                <a:lnTo>
                  <a:pt x="8529295" y="14732"/>
                </a:lnTo>
                <a:lnTo>
                  <a:pt x="8529295" y="4318"/>
                </a:lnTo>
                <a:lnTo>
                  <a:pt x="8524977" y="0"/>
                </a:lnTo>
                <a:close/>
              </a:path>
              <a:path w="10390505" h="4652010">
                <a:moveTo>
                  <a:pt x="8557870" y="0"/>
                </a:moveTo>
                <a:lnTo>
                  <a:pt x="8552536" y="0"/>
                </a:lnTo>
                <a:lnTo>
                  <a:pt x="8548345" y="4318"/>
                </a:lnTo>
                <a:lnTo>
                  <a:pt x="8548345" y="14732"/>
                </a:lnTo>
                <a:lnTo>
                  <a:pt x="8552536" y="19050"/>
                </a:lnTo>
                <a:lnTo>
                  <a:pt x="8557870" y="19050"/>
                </a:lnTo>
                <a:lnTo>
                  <a:pt x="8557870" y="0"/>
                </a:lnTo>
                <a:close/>
              </a:path>
              <a:path w="10390505" h="4652010">
                <a:moveTo>
                  <a:pt x="8563077" y="0"/>
                </a:moveTo>
                <a:lnTo>
                  <a:pt x="8557870" y="0"/>
                </a:lnTo>
                <a:lnTo>
                  <a:pt x="8557870" y="19050"/>
                </a:lnTo>
                <a:lnTo>
                  <a:pt x="8563077" y="19050"/>
                </a:lnTo>
                <a:lnTo>
                  <a:pt x="8567395" y="14732"/>
                </a:lnTo>
                <a:lnTo>
                  <a:pt x="8567395" y="4318"/>
                </a:lnTo>
                <a:lnTo>
                  <a:pt x="8563077" y="0"/>
                </a:lnTo>
                <a:close/>
              </a:path>
              <a:path w="10390505" h="4652010">
                <a:moveTo>
                  <a:pt x="8595970" y="0"/>
                </a:moveTo>
                <a:lnTo>
                  <a:pt x="8590636" y="0"/>
                </a:lnTo>
                <a:lnTo>
                  <a:pt x="8586445" y="4318"/>
                </a:lnTo>
                <a:lnTo>
                  <a:pt x="8586445" y="14732"/>
                </a:lnTo>
                <a:lnTo>
                  <a:pt x="8590636" y="19050"/>
                </a:lnTo>
                <a:lnTo>
                  <a:pt x="8595970" y="19050"/>
                </a:lnTo>
                <a:lnTo>
                  <a:pt x="8595970" y="0"/>
                </a:lnTo>
                <a:close/>
              </a:path>
              <a:path w="10390505" h="4652010">
                <a:moveTo>
                  <a:pt x="8601177" y="0"/>
                </a:moveTo>
                <a:lnTo>
                  <a:pt x="8595970" y="0"/>
                </a:lnTo>
                <a:lnTo>
                  <a:pt x="8595970" y="19050"/>
                </a:lnTo>
                <a:lnTo>
                  <a:pt x="8601177" y="19050"/>
                </a:lnTo>
                <a:lnTo>
                  <a:pt x="8605495" y="14732"/>
                </a:lnTo>
                <a:lnTo>
                  <a:pt x="8605495" y="4318"/>
                </a:lnTo>
                <a:lnTo>
                  <a:pt x="8601177" y="0"/>
                </a:lnTo>
                <a:close/>
              </a:path>
              <a:path w="10390505" h="4652010">
                <a:moveTo>
                  <a:pt x="8634070" y="0"/>
                </a:moveTo>
                <a:lnTo>
                  <a:pt x="8628863" y="0"/>
                </a:lnTo>
                <a:lnTo>
                  <a:pt x="8624545" y="4318"/>
                </a:lnTo>
                <a:lnTo>
                  <a:pt x="8624545" y="14732"/>
                </a:lnTo>
                <a:lnTo>
                  <a:pt x="8628863" y="19050"/>
                </a:lnTo>
                <a:lnTo>
                  <a:pt x="8634070" y="19050"/>
                </a:lnTo>
                <a:lnTo>
                  <a:pt x="8634070" y="0"/>
                </a:lnTo>
                <a:close/>
              </a:path>
              <a:path w="10390505" h="4652010">
                <a:moveTo>
                  <a:pt x="8639404" y="0"/>
                </a:moveTo>
                <a:lnTo>
                  <a:pt x="8634070" y="0"/>
                </a:lnTo>
                <a:lnTo>
                  <a:pt x="8634070" y="19050"/>
                </a:lnTo>
                <a:lnTo>
                  <a:pt x="8639404" y="19050"/>
                </a:lnTo>
                <a:lnTo>
                  <a:pt x="8643595" y="14732"/>
                </a:lnTo>
                <a:lnTo>
                  <a:pt x="8643595" y="4318"/>
                </a:lnTo>
                <a:lnTo>
                  <a:pt x="8639404" y="0"/>
                </a:lnTo>
                <a:close/>
              </a:path>
              <a:path w="10390505" h="4652010">
                <a:moveTo>
                  <a:pt x="8672170" y="0"/>
                </a:moveTo>
                <a:lnTo>
                  <a:pt x="8666963" y="0"/>
                </a:lnTo>
                <a:lnTo>
                  <a:pt x="8662645" y="4318"/>
                </a:lnTo>
                <a:lnTo>
                  <a:pt x="8662645" y="14732"/>
                </a:lnTo>
                <a:lnTo>
                  <a:pt x="8666963" y="19050"/>
                </a:lnTo>
                <a:lnTo>
                  <a:pt x="8672170" y="19050"/>
                </a:lnTo>
                <a:lnTo>
                  <a:pt x="8672170" y="0"/>
                </a:lnTo>
                <a:close/>
              </a:path>
              <a:path w="10390505" h="4652010">
                <a:moveTo>
                  <a:pt x="8677504" y="0"/>
                </a:moveTo>
                <a:lnTo>
                  <a:pt x="8672170" y="0"/>
                </a:lnTo>
                <a:lnTo>
                  <a:pt x="8672170" y="19050"/>
                </a:lnTo>
                <a:lnTo>
                  <a:pt x="8677504" y="19050"/>
                </a:lnTo>
                <a:lnTo>
                  <a:pt x="8681695" y="14732"/>
                </a:lnTo>
                <a:lnTo>
                  <a:pt x="8681695" y="4318"/>
                </a:lnTo>
                <a:lnTo>
                  <a:pt x="8677504" y="0"/>
                </a:lnTo>
                <a:close/>
              </a:path>
              <a:path w="10390505" h="4652010">
                <a:moveTo>
                  <a:pt x="8710270" y="0"/>
                </a:moveTo>
                <a:lnTo>
                  <a:pt x="8705063" y="0"/>
                </a:lnTo>
                <a:lnTo>
                  <a:pt x="8700745" y="4318"/>
                </a:lnTo>
                <a:lnTo>
                  <a:pt x="8700745" y="14732"/>
                </a:lnTo>
                <a:lnTo>
                  <a:pt x="8705063" y="19050"/>
                </a:lnTo>
                <a:lnTo>
                  <a:pt x="8710270" y="19050"/>
                </a:lnTo>
                <a:lnTo>
                  <a:pt x="8710270" y="0"/>
                </a:lnTo>
                <a:close/>
              </a:path>
              <a:path w="10390505" h="4652010">
                <a:moveTo>
                  <a:pt x="8715604" y="0"/>
                </a:moveTo>
                <a:lnTo>
                  <a:pt x="8710397" y="0"/>
                </a:lnTo>
                <a:lnTo>
                  <a:pt x="8710397" y="19050"/>
                </a:lnTo>
                <a:lnTo>
                  <a:pt x="8715604" y="19050"/>
                </a:lnTo>
                <a:lnTo>
                  <a:pt x="8719922" y="14732"/>
                </a:lnTo>
                <a:lnTo>
                  <a:pt x="8719922" y="4318"/>
                </a:lnTo>
                <a:lnTo>
                  <a:pt x="8715604" y="0"/>
                </a:lnTo>
                <a:close/>
              </a:path>
              <a:path w="10390505" h="4652010">
                <a:moveTo>
                  <a:pt x="8748497" y="0"/>
                </a:moveTo>
                <a:lnTo>
                  <a:pt x="8743163" y="0"/>
                </a:lnTo>
                <a:lnTo>
                  <a:pt x="8738972" y="4318"/>
                </a:lnTo>
                <a:lnTo>
                  <a:pt x="8738972" y="14732"/>
                </a:lnTo>
                <a:lnTo>
                  <a:pt x="8743163" y="19050"/>
                </a:lnTo>
                <a:lnTo>
                  <a:pt x="8748497" y="19050"/>
                </a:lnTo>
                <a:lnTo>
                  <a:pt x="8748497" y="0"/>
                </a:lnTo>
                <a:close/>
              </a:path>
              <a:path w="10390505" h="4652010">
                <a:moveTo>
                  <a:pt x="8753704" y="0"/>
                </a:moveTo>
                <a:lnTo>
                  <a:pt x="8748497" y="0"/>
                </a:lnTo>
                <a:lnTo>
                  <a:pt x="8748497" y="19050"/>
                </a:lnTo>
                <a:lnTo>
                  <a:pt x="8753704" y="19050"/>
                </a:lnTo>
                <a:lnTo>
                  <a:pt x="8758022" y="14732"/>
                </a:lnTo>
                <a:lnTo>
                  <a:pt x="8758022" y="4318"/>
                </a:lnTo>
                <a:lnTo>
                  <a:pt x="8753704" y="0"/>
                </a:lnTo>
                <a:close/>
              </a:path>
              <a:path w="10390505" h="4652010">
                <a:moveTo>
                  <a:pt x="8786597" y="0"/>
                </a:moveTo>
                <a:lnTo>
                  <a:pt x="8781263" y="0"/>
                </a:lnTo>
                <a:lnTo>
                  <a:pt x="8777072" y="4318"/>
                </a:lnTo>
                <a:lnTo>
                  <a:pt x="8777072" y="14732"/>
                </a:lnTo>
                <a:lnTo>
                  <a:pt x="8781263" y="19050"/>
                </a:lnTo>
                <a:lnTo>
                  <a:pt x="8786597" y="19050"/>
                </a:lnTo>
                <a:lnTo>
                  <a:pt x="8786597" y="0"/>
                </a:lnTo>
                <a:close/>
              </a:path>
              <a:path w="10390505" h="4652010">
                <a:moveTo>
                  <a:pt x="8791804" y="0"/>
                </a:moveTo>
                <a:lnTo>
                  <a:pt x="8786597" y="0"/>
                </a:lnTo>
                <a:lnTo>
                  <a:pt x="8786597" y="19050"/>
                </a:lnTo>
                <a:lnTo>
                  <a:pt x="8791804" y="19050"/>
                </a:lnTo>
                <a:lnTo>
                  <a:pt x="8796122" y="14732"/>
                </a:lnTo>
                <a:lnTo>
                  <a:pt x="8796122" y="4318"/>
                </a:lnTo>
                <a:lnTo>
                  <a:pt x="8791804" y="0"/>
                </a:lnTo>
                <a:close/>
              </a:path>
              <a:path w="10390505" h="4652010">
                <a:moveTo>
                  <a:pt x="8824697" y="0"/>
                </a:moveTo>
                <a:lnTo>
                  <a:pt x="8819363" y="0"/>
                </a:lnTo>
                <a:lnTo>
                  <a:pt x="8815172" y="4318"/>
                </a:lnTo>
                <a:lnTo>
                  <a:pt x="8815172" y="14732"/>
                </a:lnTo>
                <a:lnTo>
                  <a:pt x="8819363" y="19050"/>
                </a:lnTo>
                <a:lnTo>
                  <a:pt x="8824697" y="19050"/>
                </a:lnTo>
                <a:lnTo>
                  <a:pt x="8824697" y="0"/>
                </a:lnTo>
                <a:close/>
              </a:path>
              <a:path w="10390505" h="4652010">
                <a:moveTo>
                  <a:pt x="8829904" y="0"/>
                </a:moveTo>
                <a:lnTo>
                  <a:pt x="8824697" y="0"/>
                </a:lnTo>
                <a:lnTo>
                  <a:pt x="8824697" y="19050"/>
                </a:lnTo>
                <a:lnTo>
                  <a:pt x="8829904" y="19050"/>
                </a:lnTo>
                <a:lnTo>
                  <a:pt x="8834222" y="14732"/>
                </a:lnTo>
                <a:lnTo>
                  <a:pt x="8834222" y="4318"/>
                </a:lnTo>
                <a:lnTo>
                  <a:pt x="8829904" y="0"/>
                </a:lnTo>
                <a:close/>
              </a:path>
              <a:path w="10390505" h="4652010">
                <a:moveTo>
                  <a:pt x="8862797" y="0"/>
                </a:moveTo>
                <a:lnTo>
                  <a:pt x="8857590" y="0"/>
                </a:lnTo>
                <a:lnTo>
                  <a:pt x="8853272" y="4318"/>
                </a:lnTo>
                <a:lnTo>
                  <a:pt x="8853272" y="14732"/>
                </a:lnTo>
                <a:lnTo>
                  <a:pt x="8857590" y="19050"/>
                </a:lnTo>
                <a:lnTo>
                  <a:pt x="8862797" y="19050"/>
                </a:lnTo>
                <a:lnTo>
                  <a:pt x="8862797" y="0"/>
                </a:lnTo>
                <a:close/>
              </a:path>
              <a:path w="10390505" h="4652010">
                <a:moveTo>
                  <a:pt x="8868131" y="0"/>
                </a:moveTo>
                <a:lnTo>
                  <a:pt x="8862797" y="0"/>
                </a:lnTo>
                <a:lnTo>
                  <a:pt x="8862797" y="19050"/>
                </a:lnTo>
                <a:lnTo>
                  <a:pt x="8868131" y="19050"/>
                </a:lnTo>
                <a:lnTo>
                  <a:pt x="8872322" y="14732"/>
                </a:lnTo>
                <a:lnTo>
                  <a:pt x="8872322" y="4318"/>
                </a:lnTo>
                <a:lnTo>
                  <a:pt x="8868131" y="0"/>
                </a:lnTo>
                <a:close/>
              </a:path>
              <a:path w="10390505" h="4652010">
                <a:moveTo>
                  <a:pt x="8900897" y="0"/>
                </a:moveTo>
                <a:lnTo>
                  <a:pt x="8895690" y="0"/>
                </a:lnTo>
                <a:lnTo>
                  <a:pt x="8891372" y="4318"/>
                </a:lnTo>
                <a:lnTo>
                  <a:pt x="8891372" y="14732"/>
                </a:lnTo>
                <a:lnTo>
                  <a:pt x="8895690" y="19050"/>
                </a:lnTo>
                <a:lnTo>
                  <a:pt x="8900897" y="19050"/>
                </a:lnTo>
                <a:lnTo>
                  <a:pt x="8900897" y="0"/>
                </a:lnTo>
                <a:close/>
              </a:path>
              <a:path w="10390505" h="4652010">
                <a:moveTo>
                  <a:pt x="8906231" y="0"/>
                </a:moveTo>
                <a:lnTo>
                  <a:pt x="8900897" y="0"/>
                </a:lnTo>
                <a:lnTo>
                  <a:pt x="8900897" y="19050"/>
                </a:lnTo>
                <a:lnTo>
                  <a:pt x="8906231" y="19050"/>
                </a:lnTo>
                <a:lnTo>
                  <a:pt x="8910422" y="14732"/>
                </a:lnTo>
                <a:lnTo>
                  <a:pt x="8910422" y="4318"/>
                </a:lnTo>
                <a:lnTo>
                  <a:pt x="8906231" y="0"/>
                </a:lnTo>
                <a:close/>
              </a:path>
              <a:path w="10390505" h="4652010">
                <a:moveTo>
                  <a:pt x="8938997" y="0"/>
                </a:moveTo>
                <a:lnTo>
                  <a:pt x="8933790" y="0"/>
                </a:lnTo>
                <a:lnTo>
                  <a:pt x="8929472" y="4318"/>
                </a:lnTo>
                <a:lnTo>
                  <a:pt x="8929472" y="14732"/>
                </a:lnTo>
                <a:lnTo>
                  <a:pt x="8933790" y="19050"/>
                </a:lnTo>
                <a:lnTo>
                  <a:pt x="8938997" y="19050"/>
                </a:lnTo>
                <a:lnTo>
                  <a:pt x="8938997" y="0"/>
                </a:lnTo>
                <a:close/>
              </a:path>
              <a:path w="10390505" h="4652010">
                <a:moveTo>
                  <a:pt x="8944331" y="0"/>
                </a:moveTo>
                <a:lnTo>
                  <a:pt x="8938997" y="0"/>
                </a:lnTo>
                <a:lnTo>
                  <a:pt x="8938997" y="19050"/>
                </a:lnTo>
                <a:lnTo>
                  <a:pt x="8944331" y="19050"/>
                </a:lnTo>
                <a:lnTo>
                  <a:pt x="8948522" y="14732"/>
                </a:lnTo>
                <a:lnTo>
                  <a:pt x="8948522" y="4318"/>
                </a:lnTo>
                <a:lnTo>
                  <a:pt x="8944331" y="0"/>
                </a:lnTo>
                <a:close/>
              </a:path>
              <a:path w="10390505" h="4652010">
                <a:moveTo>
                  <a:pt x="8977097" y="0"/>
                </a:moveTo>
                <a:lnTo>
                  <a:pt x="8971890" y="0"/>
                </a:lnTo>
                <a:lnTo>
                  <a:pt x="8967572" y="4318"/>
                </a:lnTo>
                <a:lnTo>
                  <a:pt x="8967572" y="14732"/>
                </a:lnTo>
                <a:lnTo>
                  <a:pt x="8971890" y="19050"/>
                </a:lnTo>
                <a:lnTo>
                  <a:pt x="8977097" y="19050"/>
                </a:lnTo>
                <a:lnTo>
                  <a:pt x="8977097" y="0"/>
                </a:lnTo>
                <a:close/>
              </a:path>
              <a:path w="10390505" h="4652010">
                <a:moveTo>
                  <a:pt x="8982431" y="0"/>
                </a:moveTo>
                <a:lnTo>
                  <a:pt x="8977224" y="0"/>
                </a:lnTo>
                <a:lnTo>
                  <a:pt x="8977224" y="19050"/>
                </a:lnTo>
                <a:lnTo>
                  <a:pt x="8982431" y="19050"/>
                </a:lnTo>
                <a:lnTo>
                  <a:pt x="8986749" y="14732"/>
                </a:lnTo>
                <a:lnTo>
                  <a:pt x="8986749" y="4318"/>
                </a:lnTo>
                <a:lnTo>
                  <a:pt x="8982431" y="0"/>
                </a:lnTo>
                <a:close/>
              </a:path>
              <a:path w="10390505" h="4652010">
                <a:moveTo>
                  <a:pt x="9015324" y="0"/>
                </a:moveTo>
                <a:lnTo>
                  <a:pt x="9009990" y="0"/>
                </a:lnTo>
                <a:lnTo>
                  <a:pt x="9005799" y="4318"/>
                </a:lnTo>
                <a:lnTo>
                  <a:pt x="9005799" y="14732"/>
                </a:lnTo>
                <a:lnTo>
                  <a:pt x="9009990" y="19050"/>
                </a:lnTo>
                <a:lnTo>
                  <a:pt x="9015324" y="19050"/>
                </a:lnTo>
                <a:lnTo>
                  <a:pt x="9015324" y="0"/>
                </a:lnTo>
                <a:close/>
              </a:path>
              <a:path w="10390505" h="4652010">
                <a:moveTo>
                  <a:pt x="9020531" y="0"/>
                </a:moveTo>
                <a:lnTo>
                  <a:pt x="9015324" y="0"/>
                </a:lnTo>
                <a:lnTo>
                  <a:pt x="9015324" y="19050"/>
                </a:lnTo>
                <a:lnTo>
                  <a:pt x="9020531" y="19050"/>
                </a:lnTo>
                <a:lnTo>
                  <a:pt x="9024849" y="14732"/>
                </a:lnTo>
                <a:lnTo>
                  <a:pt x="9024849" y="4318"/>
                </a:lnTo>
                <a:lnTo>
                  <a:pt x="9020531" y="0"/>
                </a:lnTo>
                <a:close/>
              </a:path>
              <a:path w="10390505" h="4652010">
                <a:moveTo>
                  <a:pt x="9053424" y="0"/>
                </a:moveTo>
                <a:lnTo>
                  <a:pt x="9048090" y="0"/>
                </a:lnTo>
                <a:lnTo>
                  <a:pt x="9043899" y="4318"/>
                </a:lnTo>
                <a:lnTo>
                  <a:pt x="9043899" y="14732"/>
                </a:lnTo>
                <a:lnTo>
                  <a:pt x="9048090" y="19050"/>
                </a:lnTo>
                <a:lnTo>
                  <a:pt x="9053424" y="19050"/>
                </a:lnTo>
                <a:lnTo>
                  <a:pt x="9053424" y="0"/>
                </a:lnTo>
                <a:close/>
              </a:path>
              <a:path w="10390505" h="4652010">
                <a:moveTo>
                  <a:pt x="9058631" y="0"/>
                </a:moveTo>
                <a:lnTo>
                  <a:pt x="9053424" y="0"/>
                </a:lnTo>
                <a:lnTo>
                  <a:pt x="9053424" y="19050"/>
                </a:lnTo>
                <a:lnTo>
                  <a:pt x="9058631" y="19050"/>
                </a:lnTo>
                <a:lnTo>
                  <a:pt x="9062949" y="14732"/>
                </a:lnTo>
                <a:lnTo>
                  <a:pt x="9062949" y="4318"/>
                </a:lnTo>
                <a:lnTo>
                  <a:pt x="9058631" y="0"/>
                </a:lnTo>
                <a:close/>
              </a:path>
              <a:path w="10390505" h="4652010">
                <a:moveTo>
                  <a:pt x="9091524" y="0"/>
                </a:moveTo>
                <a:lnTo>
                  <a:pt x="9086190" y="0"/>
                </a:lnTo>
                <a:lnTo>
                  <a:pt x="9081999" y="4318"/>
                </a:lnTo>
                <a:lnTo>
                  <a:pt x="9081999" y="14732"/>
                </a:lnTo>
                <a:lnTo>
                  <a:pt x="9086190" y="19050"/>
                </a:lnTo>
                <a:lnTo>
                  <a:pt x="9091524" y="19050"/>
                </a:lnTo>
                <a:lnTo>
                  <a:pt x="9091524" y="0"/>
                </a:lnTo>
                <a:close/>
              </a:path>
              <a:path w="10390505" h="4652010">
                <a:moveTo>
                  <a:pt x="9096731" y="0"/>
                </a:moveTo>
                <a:lnTo>
                  <a:pt x="9091524" y="0"/>
                </a:lnTo>
                <a:lnTo>
                  <a:pt x="9091524" y="19050"/>
                </a:lnTo>
                <a:lnTo>
                  <a:pt x="9096731" y="19050"/>
                </a:lnTo>
                <a:lnTo>
                  <a:pt x="9101049" y="14732"/>
                </a:lnTo>
                <a:lnTo>
                  <a:pt x="9101049" y="4318"/>
                </a:lnTo>
                <a:lnTo>
                  <a:pt x="9096731" y="0"/>
                </a:lnTo>
                <a:close/>
              </a:path>
              <a:path w="10390505" h="4652010">
                <a:moveTo>
                  <a:pt x="9129624" y="0"/>
                </a:moveTo>
                <a:lnTo>
                  <a:pt x="9124417" y="0"/>
                </a:lnTo>
                <a:lnTo>
                  <a:pt x="9120099" y="4318"/>
                </a:lnTo>
                <a:lnTo>
                  <a:pt x="9120099" y="14732"/>
                </a:lnTo>
                <a:lnTo>
                  <a:pt x="9124417" y="19050"/>
                </a:lnTo>
                <a:lnTo>
                  <a:pt x="9129624" y="19050"/>
                </a:lnTo>
                <a:lnTo>
                  <a:pt x="9129624" y="0"/>
                </a:lnTo>
                <a:close/>
              </a:path>
              <a:path w="10390505" h="4652010">
                <a:moveTo>
                  <a:pt x="9134958" y="0"/>
                </a:moveTo>
                <a:lnTo>
                  <a:pt x="9129624" y="0"/>
                </a:lnTo>
                <a:lnTo>
                  <a:pt x="9129624" y="19050"/>
                </a:lnTo>
                <a:lnTo>
                  <a:pt x="9134958" y="19050"/>
                </a:lnTo>
                <a:lnTo>
                  <a:pt x="9139149" y="14732"/>
                </a:lnTo>
                <a:lnTo>
                  <a:pt x="9139149" y="4318"/>
                </a:lnTo>
                <a:lnTo>
                  <a:pt x="9134958" y="0"/>
                </a:lnTo>
                <a:close/>
              </a:path>
              <a:path w="10390505" h="4652010">
                <a:moveTo>
                  <a:pt x="9167724" y="0"/>
                </a:moveTo>
                <a:lnTo>
                  <a:pt x="9162517" y="0"/>
                </a:lnTo>
                <a:lnTo>
                  <a:pt x="9158199" y="4318"/>
                </a:lnTo>
                <a:lnTo>
                  <a:pt x="9158199" y="14732"/>
                </a:lnTo>
                <a:lnTo>
                  <a:pt x="9162517" y="19050"/>
                </a:lnTo>
                <a:lnTo>
                  <a:pt x="9167724" y="19050"/>
                </a:lnTo>
                <a:lnTo>
                  <a:pt x="9167724" y="0"/>
                </a:lnTo>
                <a:close/>
              </a:path>
              <a:path w="10390505" h="4652010">
                <a:moveTo>
                  <a:pt x="9173058" y="0"/>
                </a:moveTo>
                <a:lnTo>
                  <a:pt x="9167724" y="0"/>
                </a:lnTo>
                <a:lnTo>
                  <a:pt x="9167724" y="19050"/>
                </a:lnTo>
                <a:lnTo>
                  <a:pt x="9173058" y="19050"/>
                </a:lnTo>
                <a:lnTo>
                  <a:pt x="9177249" y="14732"/>
                </a:lnTo>
                <a:lnTo>
                  <a:pt x="9177249" y="4318"/>
                </a:lnTo>
                <a:lnTo>
                  <a:pt x="9173058" y="0"/>
                </a:lnTo>
                <a:close/>
              </a:path>
              <a:path w="10390505" h="4652010">
                <a:moveTo>
                  <a:pt x="9205824" y="0"/>
                </a:moveTo>
                <a:lnTo>
                  <a:pt x="9200617" y="0"/>
                </a:lnTo>
                <a:lnTo>
                  <a:pt x="9196299" y="4318"/>
                </a:lnTo>
                <a:lnTo>
                  <a:pt x="9196299" y="14732"/>
                </a:lnTo>
                <a:lnTo>
                  <a:pt x="9200617" y="19050"/>
                </a:lnTo>
                <a:lnTo>
                  <a:pt x="9205824" y="19050"/>
                </a:lnTo>
                <a:lnTo>
                  <a:pt x="9205824" y="0"/>
                </a:lnTo>
                <a:close/>
              </a:path>
              <a:path w="10390505" h="4652010">
                <a:moveTo>
                  <a:pt x="9211158" y="0"/>
                </a:moveTo>
                <a:lnTo>
                  <a:pt x="9205951" y="0"/>
                </a:lnTo>
                <a:lnTo>
                  <a:pt x="9205951" y="19050"/>
                </a:lnTo>
                <a:lnTo>
                  <a:pt x="9211158" y="19050"/>
                </a:lnTo>
                <a:lnTo>
                  <a:pt x="9215476" y="14732"/>
                </a:lnTo>
                <a:lnTo>
                  <a:pt x="9215476" y="4318"/>
                </a:lnTo>
                <a:lnTo>
                  <a:pt x="9211158" y="0"/>
                </a:lnTo>
                <a:close/>
              </a:path>
              <a:path w="10390505" h="4652010">
                <a:moveTo>
                  <a:pt x="9244051" y="0"/>
                </a:moveTo>
                <a:lnTo>
                  <a:pt x="9238717" y="0"/>
                </a:lnTo>
                <a:lnTo>
                  <a:pt x="9234526" y="4318"/>
                </a:lnTo>
                <a:lnTo>
                  <a:pt x="9234526" y="14732"/>
                </a:lnTo>
                <a:lnTo>
                  <a:pt x="9238717" y="19050"/>
                </a:lnTo>
                <a:lnTo>
                  <a:pt x="9244051" y="19050"/>
                </a:lnTo>
                <a:lnTo>
                  <a:pt x="9244051" y="0"/>
                </a:lnTo>
                <a:close/>
              </a:path>
              <a:path w="10390505" h="4652010">
                <a:moveTo>
                  <a:pt x="9249258" y="0"/>
                </a:moveTo>
                <a:lnTo>
                  <a:pt x="9244051" y="0"/>
                </a:lnTo>
                <a:lnTo>
                  <a:pt x="9244051" y="19050"/>
                </a:lnTo>
                <a:lnTo>
                  <a:pt x="9249258" y="19050"/>
                </a:lnTo>
                <a:lnTo>
                  <a:pt x="9253576" y="14732"/>
                </a:lnTo>
                <a:lnTo>
                  <a:pt x="9253576" y="4318"/>
                </a:lnTo>
                <a:lnTo>
                  <a:pt x="9249258" y="0"/>
                </a:lnTo>
                <a:close/>
              </a:path>
              <a:path w="10390505" h="4652010">
                <a:moveTo>
                  <a:pt x="9282151" y="0"/>
                </a:moveTo>
                <a:lnTo>
                  <a:pt x="9276817" y="0"/>
                </a:lnTo>
                <a:lnTo>
                  <a:pt x="9272626" y="4318"/>
                </a:lnTo>
                <a:lnTo>
                  <a:pt x="9272626" y="14732"/>
                </a:lnTo>
                <a:lnTo>
                  <a:pt x="9276817" y="19050"/>
                </a:lnTo>
                <a:lnTo>
                  <a:pt x="9282151" y="19050"/>
                </a:lnTo>
                <a:lnTo>
                  <a:pt x="9282151" y="0"/>
                </a:lnTo>
                <a:close/>
              </a:path>
              <a:path w="10390505" h="4652010">
                <a:moveTo>
                  <a:pt x="9287358" y="0"/>
                </a:moveTo>
                <a:lnTo>
                  <a:pt x="9282151" y="0"/>
                </a:lnTo>
                <a:lnTo>
                  <a:pt x="9282151" y="19050"/>
                </a:lnTo>
                <a:lnTo>
                  <a:pt x="9287358" y="19050"/>
                </a:lnTo>
                <a:lnTo>
                  <a:pt x="9291676" y="14732"/>
                </a:lnTo>
                <a:lnTo>
                  <a:pt x="9291676" y="4318"/>
                </a:lnTo>
                <a:lnTo>
                  <a:pt x="9287358" y="0"/>
                </a:lnTo>
                <a:close/>
              </a:path>
              <a:path w="10390505" h="4652010">
                <a:moveTo>
                  <a:pt x="9320251" y="0"/>
                </a:moveTo>
                <a:lnTo>
                  <a:pt x="9314917" y="0"/>
                </a:lnTo>
                <a:lnTo>
                  <a:pt x="9310726" y="4318"/>
                </a:lnTo>
                <a:lnTo>
                  <a:pt x="9310726" y="14732"/>
                </a:lnTo>
                <a:lnTo>
                  <a:pt x="9314917" y="19050"/>
                </a:lnTo>
                <a:lnTo>
                  <a:pt x="9320251" y="19050"/>
                </a:lnTo>
                <a:lnTo>
                  <a:pt x="9320251" y="0"/>
                </a:lnTo>
                <a:close/>
              </a:path>
              <a:path w="10390505" h="4652010">
                <a:moveTo>
                  <a:pt x="9325458" y="0"/>
                </a:moveTo>
                <a:lnTo>
                  <a:pt x="9320251" y="0"/>
                </a:lnTo>
                <a:lnTo>
                  <a:pt x="9320251" y="19050"/>
                </a:lnTo>
                <a:lnTo>
                  <a:pt x="9325458" y="19050"/>
                </a:lnTo>
                <a:lnTo>
                  <a:pt x="9329776" y="14732"/>
                </a:lnTo>
                <a:lnTo>
                  <a:pt x="9329776" y="4318"/>
                </a:lnTo>
                <a:lnTo>
                  <a:pt x="9325458" y="0"/>
                </a:lnTo>
                <a:close/>
              </a:path>
              <a:path w="10390505" h="4652010">
                <a:moveTo>
                  <a:pt x="9358351" y="0"/>
                </a:moveTo>
                <a:lnTo>
                  <a:pt x="9353144" y="0"/>
                </a:lnTo>
                <a:lnTo>
                  <a:pt x="9348826" y="4318"/>
                </a:lnTo>
                <a:lnTo>
                  <a:pt x="9348826" y="14732"/>
                </a:lnTo>
                <a:lnTo>
                  <a:pt x="9353144" y="19050"/>
                </a:lnTo>
                <a:lnTo>
                  <a:pt x="9358351" y="19050"/>
                </a:lnTo>
                <a:lnTo>
                  <a:pt x="9358351" y="0"/>
                </a:lnTo>
                <a:close/>
              </a:path>
              <a:path w="10390505" h="4652010">
                <a:moveTo>
                  <a:pt x="9363685" y="0"/>
                </a:moveTo>
                <a:lnTo>
                  <a:pt x="9358351" y="0"/>
                </a:lnTo>
                <a:lnTo>
                  <a:pt x="9358351" y="19050"/>
                </a:lnTo>
                <a:lnTo>
                  <a:pt x="9363685" y="19050"/>
                </a:lnTo>
                <a:lnTo>
                  <a:pt x="9367876" y="14732"/>
                </a:lnTo>
                <a:lnTo>
                  <a:pt x="9367876" y="4318"/>
                </a:lnTo>
                <a:lnTo>
                  <a:pt x="9363685" y="0"/>
                </a:lnTo>
                <a:close/>
              </a:path>
              <a:path w="10390505" h="4652010">
                <a:moveTo>
                  <a:pt x="9396451" y="0"/>
                </a:moveTo>
                <a:lnTo>
                  <a:pt x="9391244" y="0"/>
                </a:lnTo>
                <a:lnTo>
                  <a:pt x="9386926" y="4318"/>
                </a:lnTo>
                <a:lnTo>
                  <a:pt x="9386926" y="14732"/>
                </a:lnTo>
                <a:lnTo>
                  <a:pt x="9391244" y="19050"/>
                </a:lnTo>
                <a:lnTo>
                  <a:pt x="9396451" y="19050"/>
                </a:lnTo>
                <a:lnTo>
                  <a:pt x="9396451" y="0"/>
                </a:lnTo>
                <a:close/>
              </a:path>
              <a:path w="10390505" h="4652010">
                <a:moveTo>
                  <a:pt x="9401785" y="0"/>
                </a:moveTo>
                <a:lnTo>
                  <a:pt x="9396451" y="0"/>
                </a:lnTo>
                <a:lnTo>
                  <a:pt x="9396451" y="19050"/>
                </a:lnTo>
                <a:lnTo>
                  <a:pt x="9401785" y="19050"/>
                </a:lnTo>
                <a:lnTo>
                  <a:pt x="9405976" y="14732"/>
                </a:lnTo>
                <a:lnTo>
                  <a:pt x="9405976" y="4318"/>
                </a:lnTo>
                <a:lnTo>
                  <a:pt x="9401785" y="0"/>
                </a:lnTo>
                <a:close/>
              </a:path>
              <a:path w="10390505" h="4652010">
                <a:moveTo>
                  <a:pt x="9434551" y="0"/>
                </a:moveTo>
                <a:lnTo>
                  <a:pt x="9429344" y="0"/>
                </a:lnTo>
                <a:lnTo>
                  <a:pt x="9425026" y="4318"/>
                </a:lnTo>
                <a:lnTo>
                  <a:pt x="9425026" y="14732"/>
                </a:lnTo>
                <a:lnTo>
                  <a:pt x="9429344" y="19050"/>
                </a:lnTo>
                <a:lnTo>
                  <a:pt x="9434551" y="19050"/>
                </a:lnTo>
                <a:lnTo>
                  <a:pt x="9434551" y="0"/>
                </a:lnTo>
                <a:close/>
              </a:path>
              <a:path w="10390505" h="4652010">
                <a:moveTo>
                  <a:pt x="9439885" y="0"/>
                </a:moveTo>
                <a:lnTo>
                  <a:pt x="9434551" y="0"/>
                </a:lnTo>
                <a:lnTo>
                  <a:pt x="9434551" y="19050"/>
                </a:lnTo>
                <a:lnTo>
                  <a:pt x="9439885" y="19050"/>
                </a:lnTo>
                <a:lnTo>
                  <a:pt x="9444076" y="14732"/>
                </a:lnTo>
                <a:lnTo>
                  <a:pt x="9444076" y="4318"/>
                </a:lnTo>
                <a:lnTo>
                  <a:pt x="9439885" y="0"/>
                </a:lnTo>
                <a:close/>
              </a:path>
              <a:path w="10390505" h="4652010">
                <a:moveTo>
                  <a:pt x="9472778" y="0"/>
                </a:moveTo>
                <a:lnTo>
                  <a:pt x="9467444" y="0"/>
                </a:lnTo>
                <a:lnTo>
                  <a:pt x="9463253" y="4318"/>
                </a:lnTo>
                <a:lnTo>
                  <a:pt x="9463253" y="14732"/>
                </a:lnTo>
                <a:lnTo>
                  <a:pt x="9467444" y="19050"/>
                </a:lnTo>
                <a:lnTo>
                  <a:pt x="9472778" y="19050"/>
                </a:lnTo>
                <a:lnTo>
                  <a:pt x="9472778" y="0"/>
                </a:lnTo>
                <a:close/>
              </a:path>
              <a:path w="10390505" h="4652010">
                <a:moveTo>
                  <a:pt x="9477985" y="0"/>
                </a:moveTo>
                <a:lnTo>
                  <a:pt x="9472778" y="0"/>
                </a:lnTo>
                <a:lnTo>
                  <a:pt x="9472778" y="19050"/>
                </a:lnTo>
                <a:lnTo>
                  <a:pt x="9477985" y="19050"/>
                </a:lnTo>
                <a:lnTo>
                  <a:pt x="9482303" y="14732"/>
                </a:lnTo>
                <a:lnTo>
                  <a:pt x="9482303" y="4318"/>
                </a:lnTo>
                <a:lnTo>
                  <a:pt x="9477985" y="0"/>
                </a:lnTo>
                <a:close/>
              </a:path>
              <a:path w="10390505" h="4652010">
                <a:moveTo>
                  <a:pt x="9510878" y="0"/>
                </a:moveTo>
                <a:lnTo>
                  <a:pt x="9505544" y="0"/>
                </a:lnTo>
                <a:lnTo>
                  <a:pt x="9501353" y="4318"/>
                </a:lnTo>
                <a:lnTo>
                  <a:pt x="9501353" y="14732"/>
                </a:lnTo>
                <a:lnTo>
                  <a:pt x="9505544" y="19050"/>
                </a:lnTo>
                <a:lnTo>
                  <a:pt x="9510878" y="19050"/>
                </a:lnTo>
                <a:lnTo>
                  <a:pt x="9510878" y="0"/>
                </a:lnTo>
                <a:close/>
              </a:path>
              <a:path w="10390505" h="4652010">
                <a:moveTo>
                  <a:pt x="9516085" y="0"/>
                </a:moveTo>
                <a:lnTo>
                  <a:pt x="9510878" y="0"/>
                </a:lnTo>
                <a:lnTo>
                  <a:pt x="9510878" y="19050"/>
                </a:lnTo>
                <a:lnTo>
                  <a:pt x="9516085" y="19050"/>
                </a:lnTo>
                <a:lnTo>
                  <a:pt x="9520403" y="14732"/>
                </a:lnTo>
                <a:lnTo>
                  <a:pt x="9520403" y="4318"/>
                </a:lnTo>
                <a:lnTo>
                  <a:pt x="9516085" y="0"/>
                </a:lnTo>
                <a:close/>
              </a:path>
              <a:path w="10390505" h="4652010">
                <a:moveTo>
                  <a:pt x="9548978" y="0"/>
                </a:moveTo>
                <a:lnTo>
                  <a:pt x="9543644" y="0"/>
                </a:lnTo>
                <a:lnTo>
                  <a:pt x="9539453" y="4318"/>
                </a:lnTo>
                <a:lnTo>
                  <a:pt x="9539453" y="14732"/>
                </a:lnTo>
                <a:lnTo>
                  <a:pt x="9543644" y="19050"/>
                </a:lnTo>
                <a:lnTo>
                  <a:pt x="9548978" y="19050"/>
                </a:lnTo>
                <a:lnTo>
                  <a:pt x="9548978" y="0"/>
                </a:lnTo>
                <a:close/>
              </a:path>
              <a:path w="10390505" h="4652010">
                <a:moveTo>
                  <a:pt x="9554185" y="0"/>
                </a:moveTo>
                <a:lnTo>
                  <a:pt x="9548978" y="0"/>
                </a:lnTo>
                <a:lnTo>
                  <a:pt x="9548978" y="19050"/>
                </a:lnTo>
                <a:lnTo>
                  <a:pt x="9554185" y="19050"/>
                </a:lnTo>
                <a:lnTo>
                  <a:pt x="9558503" y="14732"/>
                </a:lnTo>
                <a:lnTo>
                  <a:pt x="9558503" y="4318"/>
                </a:lnTo>
                <a:lnTo>
                  <a:pt x="9554185" y="0"/>
                </a:lnTo>
                <a:close/>
              </a:path>
              <a:path w="10390505" h="4652010">
                <a:moveTo>
                  <a:pt x="9587078" y="0"/>
                </a:moveTo>
                <a:lnTo>
                  <a:pt x="9581871" y="0"/>
                </a:lnTo>
                <a:lnTo>
                  <a:pt x="9577553" y="4318"/>
                </a:lnTo>
                <a:lnTo>
                  <a:pt x="9577553" y="14732"/>
                </a:lnTo>
                <a:lnTo>
                  <a:pt x="9581871" y="19050"/>
                </a:lnTo>
                <a:lnTo>
                  <a:pt x="9587078" y="19050"/>
                </a:lnTo>
                <a:lnTo>
                  <a:pt x="9587078" y="0"/>
                </a:lnTo>
                <a:close/>
              </a:path>
              <a:path w="10390505" h="4652010">
                <a:moveTo>
                  <a:pt x="9592412" y="0"/>
                </a:moveTo>
                <a:lnTo>
                  <a:pt x="9587078" y="0"/>
                </a:lnTo>
                <a:lnTo>
                  <a:pt x="9587078" y="19050"/>
                </a:lnTo>
                <a:lnTo>
                  <a:pt x="9592412" y="19050"/>
                </a:lnTo>
                <a:lnTo>
                  <a:pt x="9596603" y="14732"/>
                </a:lnTo>
                <a:lnTo>
                  <a:pt x="9596603" y="4318"/>
                </a:lnTo>
                <a:lnTo>
                  <a:pt x="9592412" y="0"/>
                </a:lnTo>
                <a:close/>
              </a:path>
              <a:path w="10390505" h="4652010">
                <a:moveTo>
                  <a:pt x="9625178" y="0"/>
                </a:moveTo>
                <a:lnTo>
                  <a:pt x="9619971" y="0"/>
                </a:lnTo>
                <a:lnTo>
                  <a:pt x="9615653" y="4318"/>
                </a:lnTo>
                <a:lnTo>
                  <a:pt x="9615653" y="14732"/>
                </a:lnTo>
                <a:lnTo>
                  <a:pt x="9619971" y="19050"/>
                </a:lnTo>
                <a:lnTo>
                  <a:pt x="9625178" y="19050"/>
                </a:lnTo>
                <a:lnTo>
                  <a:pt x="9625178" y="0"/>
                </a:lnTo>
                <a:close/>
              </a:path>
              <a:path w="10390505" h="4652010">
                <a:moveTo>
                  <a:pt x="9630512" y="0"/>
                </a:moveTo>
                <a:lnTo>
                  <a:pt x="9625178" y="0"/>
                </a:lnTo>
                <a:lnTo>
                  <a:pt x="9625178" y="19050"/>
                </a:lnTo>
                <a:lnTo>
                  <a:pt x="9630512" y="19050"/>
                </a:lnTo>
                <a:lnTo>
                  <a:pt x="9634703" y="14732"/>
                </a:lnTo>
                <a:lnTo>
                  <a:pt x="9634703" y="4318"/>
                </a:lnTo>
                <a:lnTo>
                  <a:pt x="9630512" y="0"/>
                </a:lnTo>
                <a:close/>
              </a:path>
              <a:path w="10390505" h="4652010">
                <a:moveTo>
                  <a:pt x="9663278" y="0"/>
                </a:moveTo>
                <a:lnTo>
                  <a:pt x="9658071" y="0"/>
                </a:lnTo>
                <a:lnTo>
                  <a:pt x="9653753" y="4318"/>
                </a:lnTo>
                <a:lnTo>
                  <a:pt x="9653753" y="14732"/>
                </a:lnTo>
                <a:lnTo>
                  <a:pt x="9658071" y="19050"/>
                </a:lnTo>
                <a:lnTo>
                  <a:pt x="9663278" y="19050"/>
                </a:lnTo>
                <a:lnTo>
                  <a:pt x="9663278" y="0"/>
                </a:lnTo>
                <a:close/>
              </a:path>
              <a:path w="10390505" h="4652010">
                <a:moveTo>
                  <a:pt x="9668612" y="0"/>
                </a:moveTo>
                <a:lnTo>
                  <a:pt x="9663278" y="0"/>
                </a:lnTo>
                <a:lnTo>
                  <a:pt x="9663278" y="19050"/>
                </a:lnTo>
                <a:lnTo>
                  <a:pt x="9668612" y="19050"/>
                </a:lnTo>
                <a:lnTo>
                  <a:pt x="9672803" y="14732"/>
                </a:lnTo>
                <a:lnTo>
                  <a:pt x="9672803" y="4318"/>
                </a:lnTo>
                <a:lnTo>
                  <a:pt x="9668612" y="0"/>
                </a:lnTo>
                <a:close/>
              </a:path>
              <a:path w="10390505" h="4652010">
                <a:moveTo>
                  <a:pt x="9701378" y="0"/>
                </a:moveTo>
                <a:lnTo>
                  <a:pt x="9696171" y="0"/>
                </a:lnTo>
                <a:lnTo>
                  <a:pt x="9691853" y="4318"/>
                </a:lnTo>
                <a:lnTo>
                  <a:pt x="9691853" y="14732"/>
                </a:lnTo>
                <a:lnTo>
                  <a:pt x="9696171" y="19050"/>
                </a:lnTo>
                <a:lnTo>
                  <a:pt x="9701378" y="19050"/>
                </a:lnTo>
                <a:lnTo>
                  <a:pt x="9701378" y="0"/>
                </a:lnTo>
                <a:close/>
              </a:path>
              <a:path w="10390505" h="4652010">
                <a:moveTo>
                  <a:pt x="9706712" y="0"/>
                </a:moveTo>
                <a:lnTo>
                  <a:pt x="9701505" y="0"/>
                </a:lnTo>
                <a:lnTo>
                  <a:pt x="9701505" y="19050"/>
                </a:lnTo>
                <a:lnTo>
                  <a:pt x="9706712" y="19050"/>
                </a:lnTo>
                <a:lnTo>
                  <a:pt x="9711030" y="14732"/>
                </a:lnTo>
                <a:lnTo>
                  <a:pt x="9711030" y="4318"/>
                </a:lnTo>
                <a:lnTo>
                  <a:pt x="9706712" y="0"/>
                </a:lnTo>
                <a:close/>
              </a:path>
              <a:path w="10390505" h="4652010">
                <a:moveTo>
                  <a:pt x="9739605" y="0"/>
                </a:moveTo>
                <a:lnTo>
                  <a:pt x="9734271" y="0"/>
                </a:lnTo>
                <a:lnTo>
                  <a:pt x="9730080" y="4318"/>
                </a:lnTo>
                <a:lnTo>
                  <a:pt x="9730080" y="14732"/>
                </a:lnTo>
                <a:lnTo>
                  <a:pt x="9734271" y="19050"/>
                </a:lnTo>
                <a:lnTo>
                  <a:pt x="9739605" y="19050"/>
                </a:lnTo>
                <a:lnTo>
                  <a:pt x="9739605" y="0"/>
                </a:lnTo>
                <a:close/>
              </a:path>
              <a:path w="10390505" h="4652010">
                <a:moveTo>
                  <a:pt x="9744812" y="0"/>
                </a:moveTo>
                <a:lnTo>
                  <a:pt x="9739605" y="0"/>
                </a:lnTo>
                <a:lnTo>
                  <a:pt x="9739605" y="19050"/>
                </a:lnTo>
                <a:lnTo>
                  <a:pt x="9744812" y="19050"/>
                </a:lnTo>
                <a:lnTo>
                  <a:pt x="9749130" y="14732"/>
                </a:lnTo>
                <a:lnTo>
                  <a:pt x="9749130" y="4318"/>
                </a:lnTo>
                <a:lnTo>
                  <a:pt x="9744812" y="0"/>
                </a:lnTo>
                <a:close/>
              </a:path>
              <a:path w="10390505" h="4652010">
                <a:moveTo>
                  <a:pt x="9777705" y="0"/>
                </a:moveTo>
                <a:lnTo>
                  <a:pt x="9772371" y="0"/>
                </a:lnTo>
                <a:lnTo>
                  <a:pt x="9768180" y="4318"/>
                </a:lnTo>
                <a:lnTo>
                  <a:pt x="9768180" y="14732"/>
                </a:lnTo>
                <a:lnTo>
                  <a:pt x="9772371" y="19050"/>
                </a:lnTo>
                <a:lnTo>
                  <a:pt x="9777705" y="19050"/>
                </a:lnTo>
                <a:lnTo>
                  <a:pt x="9777705" y="0"/>
                </a:lnTo>
                <a:close/>
              </a:path>
              <a:path w="10390505" h="4652010">
                <a:moveTo>
                  <a:pt x="9782912" y="0"/>
                </a:moveTo>
                <a:lnTo>
                  <a:pt x="9777705" y="0"/>
                </a:lnTo>
                <a:lnTo>
                  <a:pt x="9777705" y="19050"/>
                </a:lnTo>
                <a:lnTo>
                  <a:pt x="9782912" y="19050"/>
                </a:lnTo>
                <a:lnTo>
                  <a:pt x="9787230" y="14732"/>
                </a:lnTo>
                <a:lnTo>
                  <a:pt x="9787230" y="4318"/>
                </a:lnTo>
                <a:lnTo>
                  <a:pt x="9782912" y="0"/>
                </a:lnTo>
                <a:close/>
              </a:path>
              <a:path w="10390505" h="4652010">
                <a:moveTo>
                  <a:pt x="9815805" y="0"/>
                </a:moveTo>
                <a:lnTo>
                  <a:pt x="9810471" y="0"/>
                </a:lnTo>
                <a:lnTo>
                  <a:pt x="9806280" y="4318"/>
                </a:lnTo>
                <a:lnTo>
                  <a:pt x="9806280" y="14732"/>
                </a:lnTo>
                <a:lnTo>
                  <a:pt x="9810471" y="19050"/>
                </a:lnTo>
                <a:lnTo>
                  <a:pt x="9815805" y="19050"/>
                </a:lnTo>
                <a:lnTo>
                  <a:pt x="9815805" y="0"/>
                </a:lnTo>
                <a:close/>
              </a:path>
              <a:path w="10390505" h="4652010">
                <a:moveTo>
                  <a:pt x="9821012" y="0"/>
                </a:moveTo>
                <a:lnTo>
                  <a:pt x="9815805" y="0"/>
                </a:lnTo>
                <a:lnTo>
                  <a:pt x="9815805" y="19050"/>
                </a:lnTo>
                <a:lnTo>
                  <a:pt x="9821012" y="19050"/>
                </a:lnTo>
                <a:lnTo>
                  <a:pt x="9825330" y="14732"/>
                </a:lnTo>
                <a:lnTo>
                  <a:pt x="9825330" y="4318"/>
                </a:lnTo>
                <a:lnTo>
                  <a:pt x="9821012" y="0"/>
                </a:lnTo>
                <a:close/>
              </a:path>
              <a:path w="10390505" h="4652010">
                <a:moveTo>
                  <a:pt x="9853905" y="0"/>
                </a:moveTo>
                <a:lnTo>
                  <a:pt x="9848698" y="0"/>
                </a:lnTo>
                <a:lnTo>
                  <a:pt x="9844380" y="4318"/>
                </a:lnTo>
                <a:lnTo>
                  <a:pt x="9844380" y="14732"/>
                </a:lnTo>
                <a:lnTo>
                  <a:pt x="9848698" y="19050"/>
                </a:lnTo>
                <a:lnTo>
                  <a:pt x="9853905" y="19050"/>
                </a:lnTo>
                <a:lnTo>
                  <a:pt x="9853905" y="0"/>
                </a:lnTo>
                <a:close/>
              </a:path>
              <a:path w="10390505" h="4652010">
                <a:moveTo>
                  <a:pt x="9859239" y="0"/>
                </a:moveTo>
                <a:lnTo>
                  <a:pt x="9853905" y="0"/>
                </a:lnTo>
                <a:lnTo>
                  <a:pt x="9853905" y="19050"/>
                </a:lnTo>
                <a:lnTo>
                  <a:pt x="9859239" y="19050"/>
                </a:lnTo>
                <a:lnTo>
                  <a:pt x="9863430" y="14732"/>
                </a:lnTo>
                <a:lnTo>
                  <a:pt x="9863430" y="4318"/>
                </a:lnTo>
                <a:lnTo>
                  <a:pt x="9859239" y="0"/>
                </a:lnTo>
                <a:close/>
              </a:path>
              <a:path w="10390505" h="4652010">
                <a:moveTo>
                  <a:pt x="9892005" y="0"/>
                </a:moveTo>
                <a:lnTo>
                  <a:pt x="9886798" y="0"/>
                </a:lnTo>
                <a:lnTo>
                  <a:pt x="9882480" y="4318"/>
                </a:lnTo>
                <a:lnTo>
                  <a:pt x="9882480" y="14732"/>
                </a:lnTo>
                <a:lnTo>
                  <a:pt x="9886798" y="19050"/>
                </a:lnTo>
                <a:lnTo>
                  <a:pt x="9892005" y="19050"/>
                </a:lnTo>
                <a:lnTo>
                  <a:pt x="9892005" y="0"/>
                </a:lnTo>
                <a:close/>
              </a:path>
              <a:path w="10390505" h="4652010">
                <a:moveTo>
                  <a:pt x="9897339" y="0"/>
                </a:moveTo>
                <a:lnTo>
                  <a:pt x="9892005" y="0"/>
                </a:lnTo>
                <a:lnTo>
                  <a:pt x="9892005" y="19050"/>
                </a:lnTo>
                <a:lnTo>
                  <a:pt x="9897339" y="19050"/>
                </a:lnTo>
                <a:lnTo>
                  <a:pt x="9901530" y="14732"/>
                </a:lnTo>
                <a:lnTo>
                  <a:pt x="9901530" y="4318"/>
                </a:lnTo>
                <a:lnTo>
                  <a:pt x="9897339" y="0"/>
                </a:lnTo>
                <a:close/>
              </a:path>
              <a:path w="10390505" h="4652010">
                <a:moveTo>
                  <a:pt x="9930105" y="0"/>
                </a:moveTo>
                <a:lnTo>
                  <a:pt x="9924898" y="0"/>
                </a:lnTo>
                <a:lnTo>
                  <a:pt x="9920580" y="4318"/>
                </a:lnTo>
                <a:lnTo>
                  <a:pt x="9920580" y="14732"/>
                </a:lnTo>
                <a:lnTo>
                  <a:pt x="9924898" y="19050"/>
                </a:lnTo>
                <a:lnTo>
                  <a:pt x="9930105" y="19050"/>
                </a:lnTo>
                <a:lnTo>
                  <a:pt x="9930105" y="0"/>
                </a:lnTo>
                <a:close/>
              </a:path>
              <a:path w="10390505" h="4652010">
                <a:moveTo>
                  <a:pt x="9935439" y="0"/>
                </a:moveTo>
                <a:lnTo>
                  <a:pt x="9930232" y="0"/>
                </a:lnTo>
                <a:lnTo>
                  <a:pt x="9930232" y="19050"/>
                </a:lnTo>
                <a:lnTo>
                  <a:pt x="9935439" y="19050"/>
                </a:lnTo>
                <a:lnTo>
                  <a:pt x="9939757" y="14732"/>
                </a:lnTo>
                <a:lnTo>
                  <a:pt x="9939757" y="4318"/>
                </a:lnTo>
                <a:lnTo>
                  <a:pt x="9935439" y="0"/>
                </a:lnTo>
                <a:close/>
              </a:path>
              <a:path w="10390505" h="4652010">
                <a:moveTo>
                  <a:pt x="9968332" y="0"/>
                </a:moveTo>
                <a:lnTo>
                  <a:pt x="9962998" y="0"/>
                </a:lnTo>
                <a:lnTo>
                  <a:pt x="9958807" y="4318"/>
                </a:lnTo>
                <a:lnTo>
                  <a:pt x="9958807" y="14732"/>
                </a:lnTo>
                <a:lnTo>
                  <a:pt x="9962998" y="19050"/>
                </a:lnTo>
                <a:lnTo>
                  <a:pt x="9968332" y="19050"/>
                </a:lnTo>
                <a:lnTo>
                  <a:pt x="9968332" y="0"/>
                </a:lnTo>
                <a:close/>
              </a:path>
              <a:path w="10390505" h="4652010">
                <a:moveTo>
                  <a:pt x="9973539" y="0"/>
                </a:moveTo>
                <a:lnTo>
                  <a:pt x="9968332" y="0"/>
                </a:lnTo>
                <a:lnTo>
                  <a:pt x="9968332" y="19050"/>
                </a:lnTo>
                <a:lnTo>
                  <a:pt x="9973539" y="19050"/>
                </a:lnTo>
                <a:lnTo>
                  <a:pt x="9977857" y="14732"/>
                </a:lnTo>
                <a:lnTo>
                  <a:pt x="9977857" y="4318"/>
                </a:lnTo>
                <a:lnTo>
                  <a:pt x="9973539" y="0"/>
                </a:lnTo>
                <a:close/>
              </a:path>
              <a:path w="10390505" h="4652010">
                <a:moveTo>
                  <a:pt x="10006432" y="0"/>
                </a:moveTo>
                <a:lnTo>
                  <a:pt x="10001098" y="0"/>
                </a:lnTo>
                <a:lnTo>
                  <a:pt x="9996907" y="4318"/>
                </a:lnTo>
                <a:lnTo>
                  <a:pt x="9996907" y="14732"/>
                </a:lnTo>
                <a:lnTo>
                  <a:pt x="10001098" y="19050"/>
                </a:lnTo>
                <a:lnTo>
                  <a:pt x="10006432" y="19050"/>
                </a:lnTo>
                <a:lnTo>
                  <a:pt x="10006432" y="0"/>
                </a:lnTo>
                <a:close/>
              </a:path>
              <a:path w="10390505" h="4652010">
                <a:moveTo>
                  <a:pt x="10011639" y="0"/>
                </a:moveTo>
                <a:lnTo>
                  <a:pt x="10006432" y="0"/>
                </a:lnTo>
                <a:lnTo>
                  <a:pt x="10006432" y="19050"/>
                </a:lnTo>
                <a:lnTo>
                  <a:pt x="10011639" y="19050"/>
                </a:lnTo>
                <a:lnTo>
                  <a:pt x="10015957" y="14732"/>
                </a:lnTo>
                <a:lnTo>
                  <a:pt x="10015957" y="4318"/>
                </a:lnTo>
                <a:lnTo>
                  <a:pt x="10011639" y="0"/>
                </a:lnTo>
                <a:close/>
              </a:path>
              <a:path w="10390505" h="4652010">
                <a:moveTo>
                  <a:pt x="10044532" y="0"/>
                </a:moveTo>
                <a:lnTo>
                  <a:pt x="10039198" y="0"/>
                </a:lnTo>
                <a:lnTo>
                  <a:pt x="10035007" y="4318"/>
                </a:lnTo>
                <a:lnTo>
                  <a:pt x="10035007" y="14732"/>
                </a:lnTo>
                <a:lnTo>
                  <a:pt x="10039198" y="19050"/>
                </a:lnTo>
                <a:lnTo>
                  <a:pt x="10044532" y="19050"/>
                </a:lnTo>
                <a:lnTo>
                  <a:pt x="10044532" y="0"/>
                </a:lnTo>
                <a:close/>
              </a:path>
              <a:path w="10390505" h="4652010">
                <a:moveTo>
                  <a:pt x="10049739" y="0"/>
                </a:moveTo>
                <a:lnTo>
                  <a:pt x="10044532" y="0"/>
                </a:lnTo>
                <a:lnTo>
                  <a:pt x="10044532" y="19050"/>
                </a:lnTo>
                <a:lnTo>
                  <a:pt x="10049739" y="19050"/>
                </a:lnTo>
                <a:lnTo>
                  <a:pt x="10054057" y="14732"/>
                </a:lnTo>
                <a:lnTo>
                  <a:pt x="10054057" y="4318"/>
                </a:lnTo>
                <a:lnTo>
                  <a:pt x="10049739" y="0"/>
                </a:lnTo>
                <a:close/>
              </a:path>
              <a:path w="10390505" h="4652010">
                <a:moveTo>
                  <a:pt x="10082632" y="0"/>
                </a:moveTo>
                <a:lnTo>
                  <a:pt x="10077425" y="0"/>
                </a:lnTo>
                <a:lnTo>
                  <a:pt x="10073107" y="4318"/>
                </a:lnTo>
                <a:lnTo>
                  <a:pt x="10073107" y="14732"/>
                </a:lnTo>
                <a:lnTo>
                  <a:pt x="10077425" y="19050"/>
                </a:lnTo>
                <a:lnTo>
                  <a:pt x="10082632" y="19050"/>
                </a:lnTo>
                <a:lnTo>
                  <a:pt x="10082632" y="0"/>
                </a:lnTo>
                <a:close/>
              </a:path>
              <a:path w="10390505" h="4652010">
                <a:moveTo>
                  <a:pt x="10087966" y="0"/>
                </a:moveTo>
                <a:lnTo>
                  <a:pt x="10082632" y="0"/>
                </a:lnTo>
                <a:lnTo>
                  <a:pt x="10082632" y="19050"/>
                </a:lnTo>
                <a:lnTo>
                  <a:pt x="10087966" y="19050"/>
                </a:lnTo>
                <a:lnTo>
                  <a:pt x="10092157" y="14732"/>
                </a:lnTo>
                <a:lnTo>
                  <a:pt x="10092157" y="4318"/>
                </a:lnTo>
                <a:lnTo>
                  <a:pt x="10087966" y="0"/>
                </a:lnTo>
                <a:close/>
              </a:path>
              <a:path w="10390505" h="4652010">
                <a:moveTo>
                  <a:pt x="10120732" y="0"/>
                </a:moveTo>
                <a:lnTo>
                  <a:pt x="10115525" y="0"/>
                </a:lnTo>
                <a:lnTo>
                  <a:pt x="10111207" y="4318"/>
                </a:lnTo>
                <a:lnTo>
                  <a:pt x="10111207" y="14732"/>
                </a:lnTo>
                <a:lnTo>
                  <a:pt x="10115525" y="19050"/>
                </a:lnTo>
                <a:lnTo>
                  <a:pt x="10120732" y="19050"/>
                </a:lnTo>
                <a:lnTo>
                  <a:pt x="10120732" y="0"/>
                </a:lnTo>
                <a:close/>
              </a:path>
              <a:path w="10390505" h="4652010">
                <a:moveTo>
                  <a:pt x="10126066" y="0"/>
                </a:moveTo>
                <a:lnTo>
                  <a:pt x="10120732" y="0"/>
                </a:lnTo>
                <a:lnTo>
                  <a:pt x="10120732" y="19050"/>
                </a:lnTo>
                <a:lnTo>
                  <a:pt x="10126066" y="19050"/>
                </a:lnTo>
                <a:lnTo>
                  <a:pt x="10130257" y="14732"/>
                </a:lnTo>
                <a:lnTo>
                  <a:pt x="10130257" y="4318"/>
                </a:lnTo>
                <a:lnTo>
                  <a:pt x="10126066" y="0"/>
                </a:lnTo>
                <a:close/>
              </a:path>
              <a:path w="10390505" h="4652010">
                <a:moveTo>
                  <a:pt x="10158832" y="0"/>
                </a:moveTo>
                <a:lnTo>
                  <a:pt x="10153625" y="0"/>
                </a:lnTo>
                <a:lnTo>
                  <a:pt x="10149307" y="4318"/>
                </a:lnTo>
                <a:lnTo>
                  <a:pt x="10149307" y="14732"/>
                </a:lnTo>
                <a:lnTo>
                  <a:pt x="10153625" y="19050"/>
                </a:lnTo>
                <a:lnTo>
                  <a:pt x="10158832" y="19050"/>
                </a:lnTo>
                <a:lnTo>
                  <a:pt x="10158832" y="0"/>
                </a:lnTo>
                <a:close/>
              </a:path>
              <a:path w="10390505" h="4652010">
                <a:moveTo>
                  <a:pt x="10164166" y="0"/>
                </a:moveTo>
                <a:lnTo>
                  <a:pt x="10158959" y="0"/>
                </a:lnTo>
                <a:lnTo>
                  <a:pt x="10158959" y="19050"/>
                </a:lnTo>
                <a:lnTo>
                  <a:pt x="10164166" y="19050"/>
                </a:lnTo>
                <a:lnTo>
                  <a:pt x="10168484" y="14732"/>
                </a:lnTo>
                <a:lnTo>
                  <a:pt x="10168484" y="4318"/>
                </a:lnTo>
                <a:lnTo>
                  <a:pt x="10164166" y="0"/>
                </a:lnTo>
                <a:close/>
              </a:path>
              <a:path w="10390505" h="4652010">
                <a:moveTo>
                  <a:pt x="10197059" y="0"/>
                </a:moveTo>
                <a:lnTo>
                  <a:pt x="10191725" y="0"/>
                </a:lnTo>
                <a:lnTo>
                  <a:pt x="10187534" y="4318"/>
                </a:lnTo>
                <a:lnTo>
                  <a:pt x="10187534" y="14732"/>
                </a:lnTo>
                <a:lnTo>
                  <a:pt x="10191725" y="19050"/>
                </a:lnTo>
                <a:lnTo>
                  <a:pt x="10197059" y="19050"/>
                </a:lnTo>
                <a:lnTo>
                  <a:pt x="10197059" y="0"/>
                </a:lnTo>
                <a:close/>
              </a:path>
              <a:path w="10390505" h="4652010">
                <a:moveTo>
                  <a:pt x="10202266" y="0"/>
                </a:moveTo>
                <a:lnTo>
                  <a:pt x="10197059" y="0"/>
                </a:lnTo>
                <a:lnTo>
                  <a:pt x="10197059" y="19050"/>
                </a:lnTo>
                <a:lnTo>
                  <a:pt x="10202266" y="19050"/>
                </a:lnTo>
                <a:lnTo>
                  <a:pt x="10206584" y="14732"/>
                </a:lnTo>
                <a:lnTo>
                  <a:pt x="10206584" y="4318"/>
                </a:lnTo>
                <a:lnTo>
                  <a:pt x="10202266" y="0"/>
                </a:lnTo>
                <a:close/>
              </a:path>
              <a:path w="10390505" h="4652010">
                <a:moveTo>
                  <a:pt x="10236556" y="1778"/>
                </a:moveTo>
                <a:lnTo>
                  <a:pt x="10233508" y="20574"/>
                </a:lnTo>
                <a:lnTo>
                  <a:pt x="10238715" y="21336"/>
                </a:lnTo>
                <a:lnTo>
                  <a:pt x="10243668" y="17907"/>
                </a:lnTo>
                <a:lnTo>
                  <a:pt x="10244430" y="12700"/>
                </a:lnTo>
                <a:lnTo>
                  <a:pt x="10245232" y="8000"/>
                </a:lnTo>
                <a:lnTo>
                  <a:pt x="10245319" y="7493"/>
                </a:lnTo>
                <a:lnTo>
                  <a:pt x="10241763" y="2540"/>
                </a:lnTo>
                <a:lnTo>
                  <a:pt x="10236556" y="1778"/>
                </a:lnTo>
                <a:close/>
              </a:path>
              <a:path w="10390505" h="4652010">
                <a:moveTo>
                  <a:pt x="10231349" y="888"/>
                </a:moveTo>
                <a:lnTo>
                  <a:pt x="10226523" y="4445"/>
                </a:lnTo>
                <a:lnTo>
                  <a:pt x="10224853" y="14224"/>
                </a:lnTo>
                <a:lnTo>
                  <a:pt x="10224745" y="14859"/>
                </a:lnTo>
                <a:lnTo>
                  <a:pt x="10228301" y="19685"/>
                </a:lnTo>
                <a:lnTo>
                  <a:pt x="10233508" y="20574"/>
                </a:lnTo>
                <a:lnTo>
                  <a:pt x="10236431" y="2540"/>
                </a:lnTo>
                <a:lnTo>
                  <a:pt x="10236556" y="1778"/>
                </a:lnTo>
                <a:lnTo>
                  <a:pt x="10231349" y="888"/>
                </a:lnTo>
                <a:close/>
              </a:path>
              <a:path w="10390505" h="4652010">
                <a:moveTo>
                  <a:pt x="10275291" y="11430"/>
                </a:moveTo>
                <a:lnTo>
                  <a:pt x="10273315" y="16891"/>
                </a:lnTo>
                <a:lnTo>
                  <a:pt x="10273031" y="17399"/>
                </a:lnTo>
                <a:lnTo>
                  <a:pt x="10271348" y="21844"/>
                </a:lnTo>
                <a:lnTo>
                  <a:pt x="10270846" y="23368"/>
                </a:lnTo>
                <a:lnTo>
                  <a:pt x="10268560" y="29210"/>
                </a:lnTo>
                <a:lnTo>
                  <a:pt x="10273386" y="31115"/>
                </a:lnTo>
                <a:lnTo>
                  <a:pt x="10278974" y="28701"/>
                </a:lnTo>
                <a:lnTo>
                  <a:pt x="10280879" y="23749"/>
                </a:lnTo>
                <a:lnTo>
                  <a:pt x="10282657" y="18923"/>
                </a:lnTo>
                <a:lnTo>
                  <a:pt x="10280244" y="13335"/>
                </a:lnTo>
                <a:lnTo>
                  <a:pt x="10275291" y="11430"/>
                </a:lnTo>
                <a:close/>
              </a:path>
              <a:path w="10390505" h="4652010">
                <a:moveTo>
                  <a:pt x="10270465" y="9525"/>
                </a:moveTo>
                <a:lnTo>
                  <a:pt x="10264877" y="12065"/>
                </a:lnTo>
                <a:lnTo>
                  <a:pt x="10262972" y="16891"/>
                </a:lnTo>
                <a:lnTo>
                  <a:pt x="10261194" y="21844"/>
                </a:lnTo>
                <a:lnTo>
                  <a:pt x="10263607" y="27305"/>
                </a:lnTo>
                <a:lnTo>
                  <a:pt x="10268560" y="29210"/>
                </a:lnTo>
                <a:lnTo>
                  <a:pt x="10275291" y="11430"/>
                </a:lnTo>
                <a:lnTo>
                  <a:pt x="10270465" y="9525"/>
                </a:lnTo>
                <a:close/>
              </a:path>
              <a:path w="10390505" h="4652010">
                <a:moveTo>
                  <a:pt x="10310851" y="29591"/>
                </a:moveTo>
                <a:lnTo>
                  <a:pt x="10309200" y="32258"/>
                </a:lnTo>
                <a:lnTo>
                  <a:pt x="10309008" y="32512"/>
                </a:lnTo>
                <a:lnTo>
                  <a:pt x="10307533" y="34925"/>
                </a:lnTo>
                <a:lnTo>
                  <a:pt x="10300818" y="45720"/>
                </a:lnTo>
                <a:lnTo>
                  <a:pt x="10305263" y="48513"/>
                </a:lnTo>
                <a:lnTo>
                  <a:pt x="10311105" y="47117"/>
                </a:lnTo>
                <a:lnTo>
                  <a:pt x="10316693" y="38226"/>
                </a:lnTo>
                <a:lnTo>
                  <a:pt x="10315355" y="32512"/>
                </a:lnTo>
                <a:lnTo>
                  <a:pt x="10315296" y="32258"/>
                </a:lnTo>
                <a:lnTo>
                  <a:pt x="10310851" y="29591"/>
                </a:lnTo>
                <a:close/>
              </a:path>
              <a:path w="10390505" h="4652010">
                <a:moveTo>
                  <a:pt x="10306406" y="26797"/>
                </a:moveTo>
                <a:lnTo>
                  <a:pt x="10300437" y="28067"/>
                </a:lnTo>
                <a:lnTo>
                  <a:pt x="10297770" y="32512"/>
                </a:lnTo>
                <a:lnTo>
                  <a:pt x="10294976" y="37084"/>
                </a:lnTo>
                <a:lnTo>
                  <a:pt x="10296246" y="42925"/>
                </a:lnTo>
                <a:lnTo>
                  <a:pt x="10300818" y="45720"/>
                </a:lnTo>
                <a:lnTo>
                  <a:pt x="10302542" y="42925"/>
                </a:lnTo>
                <a:lnTo>
                  <a:pt x="10304120" y="40259"/>
                </a:lnTo>
                <a:lnTo>
                  <a:pt x="10305442" y="38226"/>
                </a:lnTo>
                <a:lnTo>
                  <a:pt x="10310772" y="29591"/>
                </a:lnTo>
                <a:lnTo>
                  <a:pt x="10310851" y="29463"/>
                </a:lnTo>
                <a:lnTo>
                  <a:pt x="10306406" y="26797"/>
                </a:lnTo>
                <a:close/>
              </a:path>
              <a:path w="10390505" h="4652010">
                <a:moveTo>
                  <a:pt x="10341966" y="56134"/>
                </a:moveTo>
                <a:lnTo>
                  <a:pt x="10327488" y="68453"/>
                </a:lnTo>
                <a:lnTo>
                  <a:pt x="10330917" y="72390"/>
                </a:lnTo>
                <a:lnTo>
                  <a:pt x="10337013" y="72898"/>
                </a:lnTo>
                <a:lnTo>
                  <a:pt x="10340950" y="69469"/>
                </a:lnTo>
                <a:lnTo>
                  <a:pt x="10345014" y="66040"/>
                </a:lnTo>
                <a:lnTo>
                  <a:pt x="10345387" y="60198"/>
                </a:lnTo>
                <a:lnTo>
                  <a:pt x="10343957" y="58420"/>
                </a:lnTo>
                <a:lnTo>
                  <a:pt x="10341966" y="56134"/>
                </a:lnTo>
                <a:close/>
              </a:path>
              <a:path w="10390505" h="4652010">
                <a:moveTo>
                  <a:pt x="10332568" y="51562"/>
                </a:moveTo>
                <a:lnTo>
                  <a:pt x="10328631" y="54991"/>
                </a:lnTo>
                <a:lnTo>
                  <a:pt x="10324567" y="58420"/>
                </a:lnTo>
                <a:lnTo>
                  <a:pt x="10324059" y="64388"/>
                </a:lnTo>
                <a:lnTo>
                  <a:pt x="10327488" y="68453"/>
                </a:lnTo>
                <a:lnTo>
                  <a:pt x="10330295" y="66040"/>
                </a:lnTo>
                <a:lnTo>
                  <a:pt x="10332167" y="64388"/>
                </a:lnTo>
                <a:lnTo>
                  <a:pt x="10341818" y="56134"/>
                </a:lnTo>
                <a:lnTo>
                  <a:pt x="10342072" y="56134"/>
                </a:lnTo>
                <a:lnTo>
                  <a:pt x="10338664" y="52070"/>
                </a:lnTo>
                <a:lnTo>
                  <a:pt x="10332568" y="51562"/>
                </a:lnTo>
                <a:close/>
              </a:path>
              <a:path w="10390505" h="4652010">
                <a:moveTo>
                  <a:pt x="10365969" y="88011"/>
                </a:moveTo>
                <a:lnTo>
                  <a:pt x="10349205" y="97282"/>
                </a:lnTo>
                <a:lnTo>
                  <a:pt x="10351745" y="101854"/>
                </a:lnTo>
                <a:lnTo>
                  <a:pt x="10357587" y="103505"/>
                </a:lnTo>
                <a:lnTo>
                  <a:pt x="10362159" y="100965"/>
                </a:lnTo>
                <a:lnTo>
                  <a:pt x="10366858" y="98425"/>
                </a:lnTo>
                <a:lnTo>
                  <a:pt x="10368509" y="92710"/>
                </a:lnTo>
                <a:lnTo>
                  <a:pt x="10367685" y="91186"/>
                </a:lnTo>
                <a:lnTo>
                  <a:pt x="10360381" y="91186"/>
                </a:lnTo>
                <a:lnTo>
                  <a:pt x="10365969" y="88011"/>
                </a:lnTo>
                <a:close/>
              </a:path>
              <a:path w="10390505" h="4652010">
                <a:moveTo>
                  <a:pt x="10357587" y="81787"/>
                </a:moveTo>
                <a:lnTo>
                  <a:pt x="10353015" y="84328"/>
                </a:lnTo>
                <a:lnTo>
                  <a:pt x="10348316" y="86868"/>
                </a:lnTo>
                <a:lnTo>
                  <a:pt x="10346665" y="92710"/>
                </a:lnTo>
                <a:lnTo>
                  <a:pt x="10349205" y="97282"/>
                </a:lnTo>
                <a:lnTo>
                  <a:pt x="10365969" y="88011"/>
                </a:lnTo>
                <a:lnTo>
                  <a:pt x="10363429" y="83438"/>
                </a:lnTo>
                <a:lnTo>
                  <a:pt x="10357587" y="81787"/>
                </a:lnTo>
                <a:close/>
              </a:path>
              <a:path w="10390505" h="4652010">
                <a:moveTo>
                  <a:pt x="10365969" y="88011"/>
                </a:moveTo>
                <a:lnTo>
                  <a:pt x="10360381" y="91186"/>
                </a:lnTo>
                <a:lnTo>
                  <a:pt x="10367685" y="91186"/>
                </a:lnTo>
                <a:lnTo>
                  <a:pt x="10365969" y="88011"/>
                </a:lnTo>
                <a:close/>
              </a:path>
              <a:path w="10390505" h="4652010">
                <a:moveTo>
                  <a:pt x="10382352" y="125349"/>
                </a:moveTo>
                <a:lnTo>
                  <a:pt x="10363810" y="129412"/>
                </a:lnTo>
                <a:lnTo>
                  <a:pt x="10364826" y="134620"/>
                </a:lnTo>
                <a:lnTo>
                  <a:pt x="10369906" y="137795"/>
                </a:lnTo>
                <a:lnTo>
                  <a:pt x="10375113" y="136779"/>
                </a:lnTo>
                <a:lnTo>
                  <a:pt x="10380193" y="135636"/>
                </a:lnTo>
                <a:lnTo>
                  <a:pt x="10383495" y="130556"/>
                </a:lnTo>
                <a:lnTo>
                  <a:pt x="10382658" y="126746"/>
                </a:lnTo>
                <a:lnTo>
                  <a:pt x="10376129" y="126746"/>
                </a:lnTo>
                <a:lnTo>
                  <a:pt x="10382352" y="125349"/>
                </a:lnTo>
                <a:close/>
              </a:path>
              <a:path w="10390505" h="4652010">
                <a:moveTo>
                  <a:pt x="10376129" y="116967"/>
                </a:moveTo>
                <a:lnTo>
                  <a:pt x="10365842" y="119253"/>
                </a:lnTo>
                <a:lnTo>
                  <a:pt x="10362667" y="124206"/>
                </a:lnTo>
                <a:lnTo>
                  <a:pt x="10363683" y="129412"/>
                </a:lnTo>
                <a:lnTo>
                  <a:pt x="10369906" y="128016"/>
                </a:lnTo>
                <a:lnTo>
                  <a:pt x="10370100" y="128016"/>
                </a:lnTo>
                <a:lnTo>
                  <a:pt x="10382352" y="125349"/>
                </a:lnTo>
                <a:lnTo>
                  <a:pt x="10381209" y="120269"/>
                </a:lnTo>
                <a:lnTo>
                  <a:pt x="10376129" y="116967"/>
                </a:lnTo>
                <a:close/>
              </a:path>
              <a:path w="10390505" h="4652010">
                <a:moveTo>
                  <a:pt x="10370100" y="128016"/>
                </a:moveTo>
                <a:lnTo>
                  <a:pt x="10369906" y="128016"/>
                </a:lnTo>
                <a:lnTo>
                  <a:pt x="10363810" y="129412"/>
                </a:lnTo>
                <a:lnTo>
                  <a:pt x="10370100" y="128016"/>
                </a:lnTo>
                <a:close/>
              </a:path>
              <a:path w="10390505" h="4652010">
                <a:moveTo>
                  <a:pt x="10382352" y="125349"/>
                </a:moveTo>
                <a:lnTo>
                  <a:pt x="10376129" y="126746"/>
                </a:lnTo>
                <a:lnTo>
                  <a:pt x="10382658" y="126746"/>
                </a:lnTo>
                <a:lnTo>
                  <a:pt x="10382352" y="125349"/>
                </a:lnTo>
                <a:close/>
              </a:path>
              <a:path w="10390505" h="4652010">
                <a:moveTo>
                  <a:pt x="10385273" y="155321"/>
                </a:moveTo>
                <a:lnTo>
                  <a:pt x="10374732" y="155321"/>
                </a:lnTo>
                <a:lnTo>
                  <a:pt x="10370414" y="159512"/>
                </a:lnTo>
                <a:lnTo>
                  <a:pt x="10370414" y="170053"/>
                </a:lnTo>
                <a:lnTo>
                  <a:pt x="10374732" y="174371"/>
                </a:lnTo>
                <a:lnTo>
                  <a:pt x="10385273" y="174371"/>
                </a:lnTo>
                <a:lnTo>
                  <a:pt x="10389464" y="170053"/>
                </a:lnTo>
                <a:lnTo>
                  <a:pt x="10389464" y="159512"/>
                </a:lnTo>
                <a:lnTo>
                  <a:pt x="10385273" y="155321"/>
                </a:lnTo>
                <a:close/>
              </a:path>
              <a:path w="10390505" h="4652010">
                <a:moveTo>
                  <a:pt x="10385781" y="193421"/>
                </a:moveTo>
                <a:lnTo>
                  <a:pt x="10375367" y="193421"/>
                </a:lnTo>
                <a:lnTo>
                  <a:pt x="10371049" y="197612"/>
                </a:lnTo>
                <a:lnTo>
                  <a:pt x="10371049" y="208153"/>
                </a:lnTo>
                <a:lnTo>
                  <a:pt x="10375367" y="212471"/>
                </a:lnTo>
                <a:lnTo>
                  <a:pt x="10385781" y="212471"/>
                </a:lnTo>
                <a:lnTo>
                  <a:pt x="10390099" y="208153"/>
                </a:lnTo>
                <a:lnTo>
                  <a:pt x="10390099" y="197612"/>
                </a:lnTo>
                <a:lnTo>
                  <a:pt x="10385781" y="193421"/>
                </a:lnTo>
                <a:close/>
              </a:path>
              <a:path w="10390505" h="4652010">
                <a:moveTo>
                  <a:pt x="10385781" y="231521"/>
                </a:moveTo>
                <a:lnTo>
                  <a:pt x="10375367" y="231521"/>
                </a:lnTo>
                <a:lnTo>
                  <a:pt x="10371049" y="235712"/>
                </a:lnTo>
                <a:lnTo>
                  <a:pt x="10371049" y="246253"/>
                </a:lnTo>
                <a:lnTo>
                  <a:pt x="10375367" y="250571"/>
                </a:lnTo>
                <a:lnTo>
                  <a:pt x="10385781" y="250571"/>
                </a:lnTo>
                <a:lnTo>
                  <a:pt x="10390099" y="246253"/>
                </a:lnTo>
                <a:lnTo>
                  <a:pt x="10390099" y="235712"/>
                </a:lnTo>
                <a:lnTo>
                  <a:pt x="10385781" y="231521"/>
                </a:lnTo>
                <a:close/>
              </a:path>
              <a:path w="10390505" h="4652010">
                <a:moveTo>
                  <a:pt x="10385781" y="269621"/>
                </a:moveTo>
                <a:lnTo>
                  <a:pt x="10375367" y="269621"/>
                </a:lnTo>
                <a:lnTo>
                  <a:pt x="10371049" y="273812"/>
                </a:lnTo>
                <a:lnTo>
                  <a:pt x="10371049" y="284353"/>
                </a:lnTo>
                <a:lnTo>
                  <a:pt x="10375367" y="288671"/>
                </a:lnTo>
                <a:lnTo>
                  <a:pt x="10385781" y="288671"/>
                </a:lnTo>
                <a:lnTo>
                  <a:pt x="10390099" y="284353"/>
                </a:lnTo>
                <a:lnTo>
                  <a:pt x="10390099" y="273812"/>
                </a:lnTo>
                <a:lnTo>
                  <a:pt x="10385781" y="269621"/>
                </a:lnTo>
                <a:close/>
              </a:path>
              <a:path w="10390505" h="4652010">
                <a:moveTo>
                  <a:pt x="10385781" y="307721"/>
                </a:moveTo>
                <a:lnTo>
                  <a:pt x="10375367" y="307721"/>
                </a:lnTo>
                <a:lnTo>
                  <a:pt x="10371049" y="312038"/>
                </a:lnTo>
                <a:lnTo>
                  <a:pt x="10371049" y="322580"/>
                </a:lnTo>
                <a:lnTo>
                  <a:pt x="10375367" y="326771"/>
                </a:lnTo>
                <a:lnTo>
                  <a:pt x="10385781" y="326771"/>
                </a:lnTo>
                <a:lnTo>
                  <a:pt x="10390099" y="322580"/>
                </a:lnTo>
                <a:lnTo>
                  <a:pt x="10390099" y="312038"/>
                </a:lnTo>
                <a:lnTo>
                  <a:pt x="10385781" y="307721"/>
                </a:lnTo>
                <a:close/>
              </a:path>
              <a:path w="10390505" h="4652010">
                <a:moveTo>
                  <a:pt x="10385781" y="345821"/>
                </a:moveTo>
                <a:lnTo>
                  <a:pt x="10375367" y="345821"/>
                </a:lnTo>
                <a:lnTo>
                  <a:pt x="10371049" y="350138"/>
                </a:lnTo>
                <a:lnTo>
                  <a:pt x="10371049" y="360680"/>
                </a:lnTo>
                <a:lnTo>
                  <a:pt x="10375367" y="364871"/>
                </a:lnTo>
                <a:lnTo>
                  <a:pt x="10385781" y="364871"/>
                </a:lnTo>
                <a:lnTo>
                  <a:pt x="10390099" y="360680"/>
                </a:lnTo>
                <a:lnTo>
                  <a:pt x="10390099" y="350138"/>
                </a:lnTo>
                <a:lnTo>
                  <a:pt x="10385781" y="345821"/>
                </a:lnTo>
                <a:close/>
              </a:path>
              <a:path w="10390505" h="4652010">
                <a:moveTo>
                  <a:pt x="10385781" y="383921"/>
                </a:moveTo>
                <a:lnTo>
                  <a:pt x="10375367" y="383921"/>
                </a:lnTo>
                <a:lnTo>
                  <a:pt x="10371049" y="388238"/>
                </a:lnTo>
                <a:lnTo>
                  <a:pt x="10371049" y="398780"/>
                </a:lnTo>
                <a:lnTo>
                  <a:pt x="10375367" y="402971"/>
                </a:lnTo>
                <a:lnTo>
                  <a:pt x="10385781" y="402971"/>
                </a:lnTo>
                <a:lnTo>
                  <a:pt x="10390099" y="398780"/>
                </a:lnTo>
                <a:lnTo>
                  <a:pt x="10390099" y="388238"/>
                </a:lnTo>
                <a:lnTo>
                  <a:pt x="10385781" y="383921"/>
                </a:lnTo>
                <a:close/>
              </a:path>
              <a:path w="10390505" h="4652010">
                <a:moveTo>
                  <a:pt x="10385781" y="422021"/>
                </a:moveTo>
                <a:lnTo>
                  <a:pt x="10375367" y="422021"/>
                </a:lnTo>
                <a:lnTo>
                  <a:pt x="10371049" y="426338"/>
                </a:lnTo>
                <a:lnTo>
                  <a:pt x="10371049" y="436880"/>
                </a:lnTo>
                <a:lnTo>
                  <a:pt x="10375367" y="441198"/>
                </a:lnTo>
                <a:lnTo>
                  <a:pt x="10385781" y="441198"/>
                </a:lnTo>
                <a:lnTo>
                  <a:pt x="10390099" y="436880"/>
                </a:lnTo>
                <a:lnTo>
                  <a:pt x="10390099" y="426338"/>
                </a:lnTo>
                <a:lnTo>
                  <a:pt x="10385781" y="422021"/>
                </a:lnTo>
                <a:close/>
              </a:path>
              <a:path w="10390505" h="4652010">
                <a:moveTo>
                  <a:pt x="10385781" y="460248"/>
                </a:moveTo>
                <a:lnTo>
                  <a:pt x="10375367" y="460248"/>
                </a:lnTo>
                <a:lnTo>
                  <a:pt x="10371049" y="464438"/>
                </a:lnTo>
                <a:lnTo>
                  <a:pt x="10371049" y="474980"/>
                </a:lnTo>
                <a:lnTo>
                  <a:pt x="10375367" y="479298"/>
                </a:lnTo>
                <a:lnTo>
                  <a:pt x="10385781" y="479298"/>
                </a:lnTo>
                <a:lnTo>
                  <a:pt x="10390099" y="474980"/>
                </a:lnTo>
                <a:lnTo>
                  <a:pt x="10390099" y="464438"/>
                </a:lnTo>
                <a:lnTo>
                  <a:pt x="10385781" y="460248"/>
                </a:lnTo>
                <a:close/>
              </a:path>
              <a:path w="10390505" h="4652010">
                <a:moveTo>
                  <a:pt x="10385781" y="498348"/>
                </a:moveTo>
                <a:lnTo>
                  <a:pt x="10375367" y="498348"/>
                </a:lnTo>
                <a:lnTo>
                  <a:pt x="10371049" y="502538"/>
                </a:lnTo>
                <a:lnTo>
                  <a:pt x="10371049" y="513080"/>
                </a:lnTo>
                <a:lnTo>
                  <a:pt x="10375367" y="517398"/>
                </a:lnTo>
                <a:lnTo>
                  <a:pt x="10385781" y="517398"/>
                </a:lnTo>
                <a:lnTo>
                  <a:pt x="10390099" y="513080"/>
                </a:lnTo>
                <a:lnTo>
                  <a:pt x="10390099" y="502538"/>
                </a:lnTo>
                <a:lnTo>
                  <a:pt x="10385781" y="498348"/>
                </a:lnTo>
                <a:close/>
              </a:path>
              <a:path w="10390505" h="4652010">
                <a:moveTo>
                  <a:pt x="10385781" y="536448"/>
                </a:moveTo>
                <a:lnTo>
                  <a:pt x="10375367" y="536448"/>
                </a:lnTo>
                <a:lnTo>
                  <a:pt x="10371049" y="540766"/>
                </a:lnTo>
                <a:lnTo>
                  <a:pt x="10371049" y="551307"/>
                </a:lnTo>
                <a:lnTo>
                  <a:pt x="10375367" y="555498"/>
                </a:lnTo>
                <a:lnTo>
                  <a:pt x="10385781" y="555498"/>
                </a:lnTo>
                <a:lnTo>
                  <a:pt x="10390099" y="551307"/>
                </a:lnTo>
                <a:lnTo>
                  <a:pt x="10390099" y="540766"/>
                </a:lnTo>
                <a:lnTo>
                  <a:pt x="10385781" y="536448"/>
                </a:lnTo>
                <a:close/>
              </a:path>
              <a:path w="10390505" h="4652010">
                <a:moveTo>
                  <a:pt x="10385781" y="574548"/>
                </a:moveTo>
                <a:lnTo>
                  <a:pt x="10375367" y="574548"/>
                </a:lnTo>
                <a:lnTo>
                  <a:pt x="10371049" y="578866"/>
                </a:lnTo>
                <a:lnTo>
                  <a:pt x="10371049" y="589407"/>
                </a:lnTo>
                <a:lnTo>
                  <a:pt x="10375367" y="593598"/>
                </a:lnTo>
                <a:lnTo>
                  <a:pt x="10385781" y="593598"/>
                </a:lnTo>
                <a:lnTo>
                  <a:pt x="10390099" y="589407"/>
                </a:lnTo>
                <a:lnTo>
                  <a:pt x="10390099" y="578866"/>
                </a:lnTo>
                <a:lnTo>
                  <a:pt x="10385781" y="574548"/>
                </a:lnTo>
                <a:close/>
              </a:path>
              <a:path w="10390505" h="4652010">
                <a:moveTo>
                  <a:pt x="10385781" y="612648"/>
                </a:moveTo>
                <a:lnTo>
                  <a:pt x="10375367" y="612648"/>
                </a:lnTo>
                <a:lnTo>
                  <a:pt x="10371049" y="616966"/>
                </a:lnTo>
                <a:lnTo>
                  <a:pt x="10371049" y="627507"/>
                </a:lnTo>
                <a:lnTo>
                  <a:pt x="10375367" y="631698"/>
                </a:lnTo>
                <a:lnTo>
                  <a:pt x="10385781" y="631698"/>
                </a:lnTo>
                <a:lnTo>
                  <a:pt x="10390099" y="627507"/>
                </a:lnTo>
                <a:lnTo>
                  <a:pt x="10390099" y="616966"/>
                </a:lnTo>
                <a:lnTo>
                  <a:pt x="10385781" y="612648"/>
                </a:lnTo>
                <a:close/>
              </a:path>
              <a:path w="10390505" h="4652010">
                <a:moveTo>
                  <a:pt x="10385781" y="650748"/>
                </a:moveTo>
                <a:lnTo>
                  <a:pt x="10375367" y="650748"/>
                </a:lnTo>
                <a:lnTo>
                  <a:pt x="10371049" y="655066"/>
                </a:lnTo>
                <a:lnTo>
                  <a:pt x="10371049" y="665607"/>
                </a:lnTo>
                <a:lnTo>
                  <a:pt x="10375367" y="669925"/>
                </a:lnTo>
                <a:lnTo>
                  <a:pt x="10385781" y="669925"/>
                </a:lnTo>
                <a:lnTo>
                  <a:pt x="10390099" y="665607"/>
                </a:lnTo>
                <a:lnTo>
                  <a:pt x="10390099" y="655066"/>
                </a:lnTo>
                <a:lnTo>
                  <a:pt x="10385781" y="650748"/>
                </a:lnTo>
                <a:close/>
              </a:path>
              <a:path w="10390505" h="4652010">
                <a:moveTo>
                  <a:pt x="10385781" y="688975"/>
                </a:moveTo>
                <a:lnTo>
                  <a:pt x="10375367" y="688975"/>
                </a:lnTo>
                <a:lnTo>
                  <a:pt x="10371049" y="693166"/>
                </a:lnTo>
                <a:lnTo>
                  <a:pt x="10371049" y="703707"/>
                </a:lnTo>
                <a:lnTo>
                  <a:pt x="10375367" y="708025"/>
                </a:lnTo>
                <a:lnTo>
                  <a:pt x="10385781" y="708025"/>
                </a:lnTo>
                <a:lnTo>
                  <a:pt x="10390099" y="703707"/>
                </a:lnTo>
                <a:lnTo>
                  <a:pt x="10390099" y="693166"/>
                </a:lnTo>
                <a:lnTo>
                  <a:pt x="10385781" y="688975"/>
                </a:lnTo>
                <a:close/>
              </a:path>
              <a:path w="10390505" h="4652010">
                <a:moveTo>
                  <a:pt x="10385781" y="727075"/>
                </a:moveTo>
                <a:lnTo>
                  <a:pt x="10375367" y="727075"/>
                </a:lnTo>
                <a:lnTo>
                  <a:pt x="10371049" y="731266"/>
                </a:lnTo>
                <a:lnTo>
                  <a:pt x="10371049" y="741807"/>
                </a:lnTo>
                <a:lnTo>
                  <a:pt x="10375367" y="746125"/>
                </a:lnTo>
                <a:lnTo>
                  <a:pt x="10385781" y="746125"/>
                </a:lnTo>
                <a:lnTo>
                  <a:pt x="10390099" y="741807"/>
                </a:lnTo>
                <a:lnTo>
                  <a:pt x="10390099" y="731266"/>
                </a:lnTo>
                <a:lnTo>
                  <a:pt x="10385781" y="727075"/>
                </a:lnTo>
                <a:close/>
              </a:path>
              <a:path w="10390505" h="4652010">
                <a:moveTo>
                  <a:pt x="10385781" y="765175"/>
                </a:moveTo>
                <a:lnTo>
                  <a:pt x="10375367" y="765175"/>
                </a:lnTo>
                <a:lnTo>
                  <a:pt x="10371049" y="769366"/>
                </a:lnTo>
                <a:lnTo>
                  <a:pt x="10371049" y="779907"/>
                </a:lnTo>
                <a:lnTo>
                  <a:pt x="10375367" y="784225"/>
                </a:lnTo>
                <a:lnTo>
                  <a:pt x="10385781" y="784225"/>
                </a:lnTo>
                <a:lnTo>
                  <a:pt x="10390099" y="779907"/>
                </a:lnTo>
                <a:lnTo>
                  <a:pt x="10390099" y="769366"/>
                </a:lnTo>
                <a:lnTo>
                  <a:pt x="10385781" y="765175"/>
                </a:lnTo>
                <a:close/>
              </a:path>
              <a:path w="10390505" h="4652010">
                <a:moveTo>
                  <a:pt x="10385781" y="803275"/>
                </a:moveTo>
                <a:lnTo>
                  <a:pt x="10375367" y="803275"/>
                </a:lnTo>
                <a:lnTo>
                  <a:pt x="10371049" y="807593"/>
                </a:lnTo>
                <a:lnTo>
                  <a:pt x="10371049" y="818134"/>
                </a:lnTo>
                <a:lnTo>
                  <a:pt x="10375367" y="822325"/>
                </a:lnTo>
                <a:lnTo>
                  <a:pt x="10385781" y="822325"/>
                </a:lnTo>
                <a:lnTo>
                  <a:pt x="10390099" y="818134"/>
                </a:lnTo>
                <a:lnTo>
                  <a:pt x="10390099" y="807593"/>
                </a:lnTo>
                <a:lnTo>
                  <a:pt x="10385781" y="803275"/>
                </a:lnTo>
                <a:close/>
              </a:path>
              <a:path w="10390505" h="4652010">
                <a:moveTo>
                  <a:pt x="10385781" y="841375"/>
                </a:moveTo>
                <a:lnTo>
                  <a:pt x="10375367" y="841375"/>
                </a:lnTo>
                <a:lnTo>
                  <a:pt x="10371049" y="845693"/>
                </a:lnTo>
                <a:lnTo>
                  <a:pt x="10371049" y="856234"/>
                </a:lnTo>
                <a:lnTo>
                  <a:pt x="10375367" y="860425"/>
                </a:lnTo>
                <a:lnTo>
                  <a:pt x="10385781" y="860425"/>
                </a:lnTo>
                <a:lnTo>
                  <a:pt x="10390099" y="856234"/>
                </a:lnTo>
                <a:lnTo>
                  <a:pt x="10390099" y="845693"/>
                </a:lnTo>
                <a:lnTo>
                  <a:pt x="10385781" y="841375"/>
                </a:lnTo>
                <a:close/>
              </a:path>
              <a:path w="10390505" h="4652010">
                <a:moveTo>
                  <a:pt x="10385781" y="879475"/>
                </a:moveTo>
                <a:lnTo>
                  <a:pt x="10375367" y="879475"/>
                </a:lnTo>
                <a:lnTo>
                  <a:pt x="10371049" y="883793"/>
                </a:lnTo>
                <a:lnTo>
                  <a:pt x="10371049" y="894334"/>
                </a:lnTo>
                <a:lnTo>
                  <a:pt x="10375367" y="898525"/>
                </a:lnTo>
                <a:lnTo>
                  <a:pt x="10385781" y="898525"/>
                </a:lnTo>
                <a:lnTo>
                  <a:pt x="10390099" y="894334"/>
                </a:lnTo>
                <a:lnTo>
                  <a:pt x="10390099" y="883793"/>
                </a:lnTo>
                <a:lnTo>
                  <a:pt x="10385781" y="879475"/>
                </a:lnTo>
                <a:close/>
              </a:path>
              <a:path w="10390505" h="4652010">
                <a:moveTo>
                  <a:pt x="10385781" y="917575"/>
                </a:moveTo>
                <a:lnTo>
                  <a:pt x="10375367" y="917575"/>
                </a:lnTo>
                <a:lnTo>
                  <a:pt x="10371049" y="921893"/>
                </a:lnTo>
                <a:lnTo>
                  <a:pt x="10371049" y="932434"/>
                </a:lnTo>
                <a:lnTo>
                  <a:pt x="10375367" y="936751"/>
                </a:lnTo>
                <a:lnTo>
                  <a:pt x="10385781" y="936751"/>
                </a:lnTo>
                <a:lnTo>
                  <a:pt x="10390099" y="932434"/>
                </a:lnTo>
                <a:lnTo>
                  <a:pt x="10390099" y="921893"/>
                </a:lnTo>
                <a:lnTo>
                  <a:pt x="10385781" y="917575"/>
                </a:lnTo>
                <a:close/>
              </a:path>
              <a:path w="10390505" h="4652010">
                <a:moveTo>
                  <a:pt x="10385781" y="955801"/>
                </a:moveTo>
                <a:lnTo>
                  <a:pt x="10375367" y="955801"/>
                </a:lnTo>
                <a:lnTo>
                  <a:pt x="10371049" y="959993"/>
                </a:lnTo>
                <a:lnTo>
                  <a:pt x="10371049" y="970534"/>
                </a:lnTo>
                <a:lnTo>
                  <a:pt x="10375367" y="974851"/>
                </a:lnTo>
                <a:lnTo>
                  <a:pt x="10385781" y="974851"/>
                </a:lnTo>
                <a:lnTo>
                  <a:pt x="10390099" y="970534"/>
                </a:lnTo>
                <a:lnTo>
                  <a:pt x="10390099" y="959993"/>
                </a:lnTo>
                <a:lnTo>
                  <a:pt x="10385781" y="955801"/>
                </a:lnTo>
                <a:close/>
              </a:path>
              <a:path w="10390505" h="4652010">
                <a:moveTo>
                  <a:pt x="10385781" y="993901"/>
                </a:moveTo>
                <a:lnTo>
                  <a:pt x="10375367" y="993901"/>
                </a:lnTo>
                <a:lnTo>
                  <a:pt x="10371049" y="998093"/>
                </a:lnTo>
                <a:lnTo>
                  <a:pt x="10371049" y="1008634"/>
                </a:lnTo>
                <a:lnTo>
                  <a:pt x="10375367" y="1012951"/>
                </a:lnTo>
                <a:lnTo>
                  <a:pt x="10385781" y="1012951"/>
                </a:lnTo>
                <a:lnTo>
                  <a:pt x="10390099" y="1008634"/>
                </a:lnTo>
                <a:lnTo>
                  <a:pt x="10390099" y="998093"/>
                </a:lnTo>
                <a:lnTo>
                  <a:pt x="10385781" y="993901"/>
                </a:lnTo>
                <a:close/>
              </a:path>
              <a:path w="10390505" h="4652010">
                <a:moveTo>
                  <a:pt x="10385781" y="1032001"/>
                </a:moveTo>
                <a:lnTo>
                  <a:pt x="10375367" y="1032001"/>
                </a:lnTo>
                <a:lnTo>
                  <a:pt x="10371049" y="1036193"/>
                </a:lnTo>
                <a:lnTo>
                  <a:pt x="10371049" y="1046734"/>
                </a:lnTo>
                <a:lnTo>
                  <a:pt x="10375367" y="1051052"/>
                </a:lnTo>
                <a:lnTo>
                  <a:pt x="10385781" y="1051052"/>
                </a:lnTo>
                <a:lnTo>
                  <a:pt x="10390099" y="1046734"/>
                </a:lnTo>
                <a:lnTo>
                  <a:pt x="10390099" y="1036193"/>
                </a:lnTo>
                <a:lnTo>
                  <a:pt x="10385781" y="1032001"/>
                </a:lnTo>
                <a:close/>
              </a:path>
              <a:path w="10390505" h="4652010">
                <a:moveTo>
                  <a:pt x="10385781" y="1070102"/>
                </a:moveTo>
                <a:lnTo>
                  <a:pt x="10375367" y="1070102"/>
                </a:lnTo>
                <a:lnTo>
                  <a:pt x="10371049" y="1074420"/>
                </a:lnTo>
                <a:lnTo>
                  <a:pt x="10371049" y="1084961"/>
                </a:lnTo>
                <a:lnTo>
                  <a:pt x="10375367" y="1089152"/>
                </a:lnTo>
                <a:lnTo>
                  <a:pt x="10385781" y="1089152"/>
                </a:lnTo>
                <a:lnTo>
                  <a:pt x="10390099" y="1084961"/>
                </a:lnTo>
                <a:lnTo>
                  <a:pt x="10390099" y="1074420"/>
                </a:lnTo>
                <a:lnTo>
                  <a:pt x="10385781" y="1070102"/>
                </a:lnTo>
                <a:close/>
              </a:path>
              <a:path w="10390505" h="4652010">
                <a:moveTo>
                  <a:pt x="10385781" y="1108202"/>
                </a:moveTo>
                <a:lnTo>
                  <a:pt x="10375367" y="1108202"/>
                </a:lnTo>
                <a:lnTo>
                  <a:pt x="10371049" y="1112520"/>
                </a:lnTo>
                <a:lnTo>
                  <a:pt x="10371049" y="1123061"/>
                </a:lnTo>
                <a:lnTo>
                  <a:pt x="10375367" y="1127252"/>
                </a:lnTo>
                <a:lnTo>
                  <a:pt x="10385781" y="1127252"/>
                </a:lnTo>
                <a:lnTo>
                  <a:pt x="10390099" y="1123061"/>
                </a:lnTo>
                <a:lnTo>
                  <a:pt x="10390099" y="1112520"/>
                </a:lnTo>
                <a:lnTo>
                  <a:pt x="10385781" y="1108202"/>
                </a:lnTo>
                <a:close/>
              </a:path>
              <a:path w="10390505" h="4652010">
                <a:moveTo>
                  <a:pt x="10385781" y="1146302"/>
                </a:moveTo>
                <a:lnTo>
                  <a:pt x="10375367" y="1146302"/>
                </a:lnTo>
                <a:lnTo>
                  <a:pt x="10371049" y="1150620"/>
                </a:lnTo>
                <a:lnTo>
                  <a:pt x="10371049" y="1161161"/>
                </a:lnTo>
                <a:lnTo>
                  <a:pt x="10375367" y="1165352"/>
                </a:lnTo>
                <a:lnTo>
                  <a:pt x="10385781" y="1165352"/>
                </a:lnTo>
                <a:lnTo>
                  <a:pt x="10390099" y="1161161"/>
                </a:lnTo>
                <a:lnTo>
                  <a:pt x="10390099" y="1150620"/>
                </a:lnTo>
                <a:lnTo>
                  <a:pt x="10385781" y="1146302"/>
                </a:lnTo>
                <a:close/>
              </a:path>
              <a:path w="10390505" h="4652010">
                <a:moveTo>
                  <a:pt x="10385781" y="1184402"/>
                </a:moveTo>
                <a:lnTo>
                  <a:pt x="10375367" y="1184402"/>
                </a:lnTo>
                <a:lnTo>
                  <a:pt x="10371049" y="1188720"/>
                </a:lnTo>
                <a:lnTo>
                  <a:pt x="10371049" y="1199261"/>
                </a:lnTo>
                <a:lnTo>
                  <a:pt x="10375367" y="1203579"/>
                </a:lnTo>
                <a:lnTo>
                  <a:pt x="10385781" y="1203579"/>
                </a:lnTo>
                <a:lnTo>
                  <a:pt x="10390099" y="1199261"/>
                </a:lnTo>
                <a:lnTo>
                  <a:pt x="10390099" y="1194054"/>
                </a:lnTo>
                <a:lnTo>
                  <a:pt x="10377399" y="1194054"/>
                </a:lnTo>
                <a:lnTo>
                  <a:pt x="10377399" y="1193927"/>
                </a:lnTo>
                <a:lnTo>
                  <a:pt x="10390099" y="1193927"/>
                </a:lnTo>
                <a:lnTo>
                  <a:pt x="10390099" y="1188720"/>
                </a:lnTo>
                <a:lnTo>
                  <a:pt x="10385781" y="1184402"/>
                </a:lnTo>
                <a:close/>
              </a:path>
              <a:path w="10390505" h="4652010">
                <a:moveTo>
                  <a:pt x="10390099" y="1193927"/>
                </a:moveTo>
                <a:lnTo>
                  <a:pt x="10383749" y="1193927"/>
                </a:lnTo>
                <a:lnTo>
                  <a:pt x="10383749" y="1194054"/>
                </a:lnTo>
                <a:lnTo>
                  <a:pt x="10390099" y="1194054"/>
                </a:lnTo>
                <a:lnTo>
                  <a:pt x="10390099" y="1193927"/>
                </a:lnTo>
                <a:close/>
              </a:path>
              <a:path w="10390505" h="4652010">
                <a:moveTo>
                  <a:pt x="10385781" y="1222629"/>
                </a:moveTo>
                <a:lnTo>
                  <a:pt x="10375367" y="1222629"/>
                </a:lnTo>
                <a:lnTo>
                  <a:pt x="10371049" y="1226820"/>
                </a:lnTo>
                <a:lnTo>
                  <a:pt x="10371049" y="1237361"/>
                </a:lnTo>
                <a:lnTo>
                  <a:pt x="10375367" y="1241679"/>
                </a:lnTo>
                <a:lnTo>
                  <a:pt x="10385781" y="1241679"/>
                </a:lnTo>
                <a:lnTo>
                  <a:pt x="10390099" y="1237361"/>
                </a:lnTo>
                <a:lnTo>
                  <a:pt x="10390099" y="1226820"/>
                </a:lnTo>
                <a:lnTo>
                  <a:pt x="10385781" y="1222629"/>
                </a:lnTo>
                <a:close/>
              </a:path>
              <a:path w="10390505" h="4652010">
                <a:moveTo>
                  <a:pt x="10385781" y="1260729"/>
                </a:moveTo>
                <a:lnTo>
                  <a:pt x="10375367" y="1260729"/>
                </a:lnTo>
                <a:lnTo>
                  <a:pt x="10371049" y="1264920"/>
                </a:lnTo>
                <a:lnTo>
                  <a:pt x="10371049" y="1275461"/>
                </a:lnTo>
                <a:lnTo>
                  <a:pt x="10375367" y="1279779"/>
                </a:lnTo>
                <a:lnTo>
                  <a:pt x="10385781" y="1279779"/>
                </a:lnTo>
                <a:lnTo>
                  <a:pt x="10390099" y="1275461"/>
                </a:lnTo>
                <a:lnTo>
                  <a:pt x="10390099" y="1264920"/>
                </a:lnTo>
                <a:lnTo>
                  <a:pt x="10385781" y="1260729"/>
                </a:lnTo>
                <a:close/>
              </a:path>
              <a:path w="10390505" h="4652010">
                <a:moveTo>
                  <a:pt x="10385781" y="1298829"/>
                </a:moveTo>
                <a:lnTo>
                  <a:pt x="10375367" y="1298829"/>
                </a:lnTo>
                <a:lnTo>
                  <a:pt x="10371049" y="1303147"/>
                </a:lnTo>
                <a:lnTo>
                  <a:pt x="10371049" y="1313688"/>
                </a:lnTo>
                <a:lnTo>
                  <a:pt x="10375367" y="1317879"/>
                </a:lnTo>
                <a:lnTo>
                  <a:pt x="10385781" y="1317879"/>
                </a:lnTo>
                <a:lnTo>
                  <a:pt x="10390099" y="1313688"/>
                </a:lnTo>
                <a:lnTo>
                  <a:pt x="10390099" y="1303147"/>
                </a:lnTo>
                <a:lnTo>
                  <a:pt x="10385781" y="1298829"/>
                </a:lnTo>
                <a:close/>
              </a:path>
              <a:path w="10390505" h="4652010">
                <a:moveTo>
                  <a:pt x="10385781" y="1336929"/>
                </a:moveTo>
                <a:lnTo>
                  <a:pt x="10375367" y="1336929"/>
                </a:lnTo>
                <a:lnTo>
                  <a:pt x="10371049" y="1341247"/>
                </a:lnTo>
                <a:lnTo>
                  <a:pt x="10371049" y="1351788"/>
                </a:lnTo>
                <a:lnTo>
                  <a:pt x="10375367" y="1355979"/>
                </a:lnTo>
                <a:lnTo>
                  <a:pt x="10385781" y="1355979"/>
                </a:lnTo>
                <a:lnTo>
                  <a:pt x="10390099" y="1351788"/>
                </a:lnTo>
                <a:lnTo>
                  <a:pt x="10390099" y="1341247"/>
                </a:lnTo>
                <a:lnTo>
                  <a:pt x="10385781" y="1336929"/>
                </a:lnTo>
                <a:close/>
              </a:path>
              <a:path w="10390505" h="4652010">
                <a:moveTo>
                  <a:pt x="10385781" y="1375029"/>
                </a:moveTo>
                <a:lnTo>
                  <a:pt x="10375367" y="1375029"/>
                </a:lnTo>
                <a:lnTo>
                  <a:pt x="10371049" y="1379347"/>
                </a:lnTo>
                <a:lnTo>
                  <a:pt x="10371049" y="1389888"/>
                </a:lnTo>
                <a:lnTo>
                  <a:pt x="10375367" y="1394079"/>
                </a:lnTo>
                <a:lnTo>
                  <a:pt x="10385781" y="1394079"/>
                </a:lnTo>
                <a:lnTo>
                  <a:pt x="10390099" y="1389888"/>
                </a:lnTo>
                <a:lnTo>
                  <a:pt x="10390099" y="1379347"/>
                </a:lnTo>
                <a:lnTo>
                  <a:pt x="10385781" y="1375029"/>
                </a:lnTo>
                <a:close/>
              </a:path>
              <a:path w="10390505" h="4652010">
                <a:moveTo>
                  <a:pt x="10385781" y="1413129"/>
                </a:moveTo>
                <a:lnTo>
                  <a:pt x="10375367" y="1413129"/>
                </a:lnTo>
                <a:lnTo>
                  <a:pt x="10371049" y="1417447"/>
                </a:lnTo>
                <a:lnTo>
                  <a:pt x="10371049" y="1427988"/>
                </a:lnTo>
                <a:lnTo>
                  <a:pt x="10375367" y="1432306"/>
                </a:lnTo>
                <a:lnTo>
                  <a:pt x="10385781" y="1432306"/>
                </a:lnTo>
                <a:lnTo>
                  <a:pt x="10390099" y="1427988"/>
                </a:lnTo>
                <a:lnTo>
                  <a:pt x="10390099" y="1417447"/>
                </a:lnTo>
                <a:lnTo>
                  <a:pt x="10385781" y="1413129"/>
                </a:lnTo>
                <a:close/>
              </a:path>
              <a:path w="10390505" h="4652010">
                <a:moveTo>
                  <a:pt x="10385781" y="1451356"/>
                </a:moveTo>
                <a:lnTo>
                  <a:pt x="10375367" y="1451356"/>
                </a:lnTo>
                <a:lnTo>
                  <a:pt x="10371049" y="1455547"/>
                </a:lnTo>
                <a:lnTo>
                  <a:pt x="10371049" y="1466088"/>
                </a:lnTo>
                <a:lnTo>
                  <a:pt x="10375367" y="1470406"/>
                </a:lnTo>
                <a:lnTo>
                  <a:pt x="10385781" y="1470406"/>
                </a:lnTo>
                <a:lnTo>
                  <a:pt x="10390099" y="1466088"/>
                </a:lnTo>
                <a:lnTo>
                  <a:pt x="10390099" y="1455547"/>
                </a:lnTo>
                <a:lnTo>
                  <a:pt x="10385781" y="1451356"/>
                </a:lnTo>
                <a:close/>
              </a:path>
              <a:path w="10390505" h="4652010">
                <a:moveTo>
                  <a:pt x="10385781" y="1489456"/>
                </a:moveTo>
                <a:lnTo>
                  <a:pt x="10375367" y="1489456"/>
                </a:lnTo>
                <a:lnTo>
                  <a:pt x="10371049" y="1493647"/>
                </a:lnTo>
                <a:lnTo>
                  <a:pt x="10371049" y="1504188"/>
                </a:lnTo>
                <a:lnTo>
                  <a:pt x="10375367" y="1508506"/>
                </a:lnTo>
                <a:lnTo>
                  <a:pt x="10385781" y="1508506"/>
                </a:lnTo>
                <a:lnTo>
                  <a:pt x="10390099" y="1504188"/>
                </a:lnTo>
                <a:lnTo>
                  <a:pt x="10390099" y="1493647"/>
                </a:lnTo>
                <a:lnTo>
                  <a:pt x="10385781" y="1489456"/>
                </a:lnTo>
                <a:close/>
              </a:path>
              <a:path w="10390505" h="4652010">
                <a:moveTo>
                  <a:pt x="10385781" y="1527556"/>
                </a:moveTo>
                <a:lnTo>
                  <a:pt x="10375367" y="1527556"/>
                </a:lnTo>
                <a:lnTo>
                  <a:pt x="10371049" y="1531747"/>
                </a:lnTo>
                <a:lnTo>
                  <a:pt x="10371049" y="1542288"/>
                </a:lnTo>
                <a:lnTo>
                  <a:pt x="10375367" y="1546606"/>
                </a:lnTo>
                <a:lnTo>
                  <a:pt x="10385781" y="1546606"/>
                </a:lnTo>
                <a:lnTo>
                  <a:pt x="10390099" y="1542288"/>
                </a:lnTo>
                <a:lnTo>
                  <a:pt x="10390099" y="1531747"/>
                </a:lnTo>
                <a:lnTo>
                  <a:pt x="10385781" y="1527556"/>
                </a:lnTo>
                <a:close/>
              </a:path>
              <a:path w="10390505" h="4652010">
                <a:moveTo>
                  <a:pt x="10385781" y="1565656"/>
                </a:moveTo>
                <a:lnTo>
                  <a:pt x="10375367" y="1565656"/>
                </a:lnTo>
                <a:lnTo>
                  <a:pt x="10371049" y="1569974"/>
                </a:lnTo>
                <a:lnTo>
                  <a:pt x="10371049" y="1580515"/>
                </a:lnTo>
                <a:lnTo>
                  <a:pt x="10375367" y="1584706"/>
                </a:lnTo>
                <a:lnTo>
                  <a:pt x="10385781" y="1584706"/>
                </a:lnTo>
                <a:lnTo>
                  <a:pt x="10390099" y="1580515"/>
                </a:lnTo>
                <a:lnTo>
                  <a:pt x="10390099" y="1569974"/>
                </a:lnTo>
                <a:lnTo>
                  <a:pt x="10385781" y="1565656"/>
                </a:lnTo>
                <a:close/>
              </a:path>
              <a:path w="10390505" h="4652010">
                <a:moveTo>
                  <a:pt x="10385781" y="1603756"/>
                </a:moveTo>
                <a:lnTo>
                  <a:pt x="10375367" y="1603756"/>
                </a:lnTo>
                <a:lnTo>
                  <a:pt x="10371049" y="1608074"/>
                </a:lnTo>
                <a:lnTo>
                  <a:pt x="10371049" y="1618615"/>
                </a:lnTo>
                <a:lnTo>
                  <a:pt x="10375367" y="1622806"/>
                </a:lnTo>
                <a:lnTo>
                  <a:pt x="10385781" y="1622806"/>
                </a:lnTo>
                <a:lnTo>
                  <a:pt x="10390099" y="1618615"/>
                </a:lnTo>
                <a:lnTo>
                  <a:pt x="10390099" y="1608074"/>
                </a:lnTo>
                <a:lnTo>
                  <a:pt x="10385781" y="1603756"/>
                </a:lnTo>
                <a:close/>
              </a:path>
              <a:path w="10390505" h="4652010">
                <a:moveTo>
                  <a:pt x="10385781" y="1641856"/>
                </a:moveTo>
                <a:lnTo>
                  <a:pt x="10375367" y="1641856"/>
                </a:lnTo>
                <a:lnTo>
                  <a:pt x="10371049" y="1646174"/>
                </a:lnTo>
                <a:lnTo>
                  <a:pt x="10371049" y="1656715"/>
                </a:lnTo>
                <a:lnTo>
                  <a:pt x="10375367" y="1660906"/>
                </a:lnTo>
                <a:lnTo>
                  <a:pt x="10385781" y="1660906"/>
                </a:lnTo>
                <a:lnTo>
                  <a:pt x="10390099" y="1656715"/>
                </a:lnTo>
                <a:lnTo>
                  <a:pt x="10390099" y="1646174"/>
                </a:lnTo>
                <a:lnTo>
                  <a:pt x="10385781" y="1641856"/>
                </a:lnTo>
                <a:close/>
              </a:path>
              <a:path w="10390505" h="4652010">
                <a:moveTo>
                  <a:pt x="10385781" y="1679956"/>
                </a:moveTo>
                <a:lnTo>
                  <a:pt x="10375367" y="1679956"/>
                </a:lnTo>
                <a:lnTo>
                  <a:pt x="10371049" y="1684274"/>
                </a:lnTo>
                <a:lnTo>
                  <a:pt x="10371049" y="1694815"/>
                </a:lnTo>
                <a:lnTo>
                  <a:pt x="10375367" y="1699133"/>
                </a:lnTo>
                <a:lnTo>
                  <a:pt x="10385781" y="1699133"/>
                </a:lnTo>
                <a:lnTo>
                  <a:pt x="10390099" y="1694815"/>
                </a:lnTo>
                <a:lnTo>
                  <a:pt x="10390099" y="1684274"/>
                </a:lnTo>
                <a:lnTo>
                  <a:pt x="10385781" y="1679956"/>
                </a:lnTo>
                <a:close/>
              </a:path>
              <a:path w="10390505" h="4652010">
                <a:moveTo>
                  <a:pt x="10385781" y="1718183"/>
                </a:moveTo>
                <a:lnTo>
                  <a:pt x="10375367" y="1718183"/>
                </a:lnTo>
                <a:lnTo>
                  <a:pt x="10371049" y="1722374"/>
                </a:lnTo>
                <a:lnTo>
                  <a:pt x="10371049" y="1732915"/>
                </a:lnTo>
                <a:lnTo>
                  <a:pt x="10375367" y="1737233"/>
                </a:lnTo>
                <a:lnTo>
                  <a:pt x="10385781" y="1737233"/>
                </a:lnTo>
                <a:lnTo>
                  <a:pt x="10390099" y="1732915"/>
                </a:lnTo>
                <a:lnTo>
                  <a:pt x="10390099" y="1722374"/>
                </a:lnTo>
                <a:lnTo>
                  <a:pt x="10385781" y="1718183"/>
                </a:lnTo>
                <a:close/>
              </a:path>
              <a:path w="10390505" h="4652010">
                <a:moveTo>
                  <a:pt x="10385781" y="1756283"/>
                </a:moveTo>
                <a:lnTo>
                  <a:pt x="10375367" y="1756283"/>
                </a:lnTo>
                <a:lnTo>
                  <a:pt x="10371049" y="1760474"/>
                </a:lnTo>
                <a:lnTo>
                  <a:pt x="10371049" y="1771015"/>
                </a:lnTo>
                <a:lnTo>
                  <a:pt x="10375367" y="1775333"/>
                </a:lnTo>
                <a:lnTo>
                  <a:pt x="10385781" y="1775333"/>
                </a:lnTo>
                <a:lnTo>
                  <a:pt x="10390099" y="1771015"/>
                </a:lnTo>
                <a:lnTo>
                  <a:pt x="10390099" y="1760474"/>
                </a:lnTo>
                <a:lnTo>
                  <a:pt x="10385781" y="1756283"/>
                </a:lnTo>
                <a:close/>
              </a:path>
              <a:path w="10390505" h="4652010">
                <a:moveTo>
                  <a:pt x="10385781" y="1794383"/>
                </a:moveTo>
                <a:lnTo>
                  <a:pt x="10375367" y="1794383"/>
                </a:lnTo>
                <a:lnTo>
                  <a:pt x="10371049" y="1798574"/>
                </a:lnTo>
                <a:lnTo>
                  <a:pt x="10371049" y="1809115"/>
                </a:lnTo>
                <a:lnTo>
                  <a:pt x="10375367" y="1813433"/>
                </a:lnTo>
                <a:lnTo>
                  <a:pt x="10385781" y="1813433"/>
                </a:lnTo>
                <a:lnTo>
                  <a:pt x="10390099" y="1809115"/>
                </a:lnTo>
                <a:lnTo>
                  <a:pt x="10390099" y="1798574"/>
                </a:lnTo>
                <a:lnTo>
                  <a:pt x="10385781" y="1794383"/>
                </a:lnTo>
                <a:close/>
              </a:path>
              <a:path w="10390505" h="4652010">
                <a:moveTo>
                  <a:pt x="10385781" y="1832483"/>
                </a:moveTo>
                <a:lnTo>
                  <a:pt x="10375367" y="1832483"/>
                </a:lnTo>
                <a:lnTo>
                  <a:pt x="10371049" y="1836801"/>
                </a:lnTo>
                <a:lnTo>
                  <a:pt x="10371049" y="1847342"/>
                </a:lnTo>
                <a:lnTo>
                  <a:pt x="10375367" y="1851533"/>
                </a:lnTo>
                <a:lnTo>
                  <a:pt x="10385781" y="1851533"/>
                </a:lnTo>
                <a:lnTo>
                  <a:pt x="10390099" y="1847342"/>
                </a:lnTo>
                <a:lnTo>
                  <a:pt x="10390099" y="1836801"/>
                </a:lnTo>
                <a:lnTo>
                  <a:pt x="10385781" y="1832483"/>
                </a:lnTo>
                <a:close/>
              </a:path>
              <a:path w="10390505" h="4652010">
                <a:moveTo>
                  <a:pt x="10385781" y="1870583"/>
                </a:moveTo>
                <a:lnTo>
                  <a:pt x="10375367" y="1870583"/>
                </a:lnTo>
                <a:lnTo>
                  <a:pt x="10371049" y="1874901"/>
                </a:lnTo>
                <a:lnTo>
                  <a:pt x="10371049" y="1885442"/>
                </a:lnTo>
                <a:lnTo>
                  <a:pt x="10375367" y="1889633"/>
                </a:lnTo>
                <a:lnTo>
                  <a:pt x="10385781" y="1889633"/>
                </a:lnTo>
                <a:lnTo>
                  <a:pt x="10390099" y="1885442"/>
                </a:lnTo>
                <a:lnTo>
                  <a:pt x="10390099" y="1874901"/>
                </a:lnTo>
                <a:lnTo>
                  <a:pt x="10385781" y="1870583"/>
                </a:lnTo>
                <a:close/>
              </a:path>
              <a:path w="10390505" h="4652010">
                <a:moveTo>
                  <a:pt x="10385781" y="1908683"/>
                </a:moveTo>
                <a:lnTo>
                  <a:pt x="10375367" y="1908683"/>
                </a:lnTo>
                <a:lnTo>
                  <a:pt x="10371049" y="1913001"/>
                </a:lnTo>
                <a:lnTo>
                  <a:pt x="10371049" y="1923542"/>
                </a:lnTo>
                <a:lnTo>
                  <a:pt x="10375367" y="1927733"/>
                </a:lnTo>
                <a:lnTo>
                  <a:pt x="10385781" y="1927733"/>
                </a:lnTo>
                <a:lnTo>
                  <a:pt x="10390099" y="1923542"/>
                </a:lnTo>
                <a:lnTo>
                  <a:pt x="10390099" y="1913001"/>
                </a:lnTo>
                <a:lnTo>
                  <a:pt x="10385781" y="1908683"/>
                </a:lnTo>
                <a:close/>
              </a:path>
              <a:path w="10390505" h="4652010">
                <a:moveTo>
                  <a:pt x="10385781" y="1946783"/>
                </a:moveTo>
                <a:lnTo>
                  <a:pt x="10375367" y="1946783"/>
                </a:lnTo>
                <a:lnTo>
                  <a:pt x="10371049" y="1951101"/>
                </a:lnTo>
                <a:lnTo>
                  <a:pt x="10371049" y="1961642"/>
                </a:lnTo>
                <a:lnTo>
                  <a:pt x="10375367" y="1965960"/>
                </a:lnTo>
                <a:lnTo>
                  <a:pt x="10385781" y="1965960"/>
                </a:lnTo>
                <a:lnTo>
                  <a:pt x="10390099" y="1961642"/>
                </a:lnTo>
                <a:lnTo>
                  <a:pt x="10390099" y="1951101"/>
                </a:lnTo>
                <a:lnTo>
                  <a:pt x="10385781" y="1946783"/>
                </a:lnTo>
                <a:close/>
              </a:path>
              <a:path w="10390505" h="4652010">
                <a:moveTo>
                  <a:pt x="10385781" y="1985010"/>
                </a:moveTo>
                <a:lnTo>
                  <a:pt x="10375367" y="1985010"/>
                </a:lnTo>
                <a:lnTo>
                  <a:pt x="10371049" y="1989201"/>
                </a:lnTo>
                <a:lnTo>
                  <a:pt x="10371049" y="1999742"/>
                </a:lnTo>
                <a:lnTo>
                  <a:pt x="10375367" y="2004060"/>
                </a:lnTo>
                <a:lnTo>
                  <a:pt x="10385781" y="2004060"/>
                </a:lnTo>
                <a:lnTo>
                  <a:pt x="10390099" y="1999742"/>
                </a:lnTo>
                <a:lnTo>
                  <a:pt x="10390099" y="1989201"/>
                </a:lnTo>
                <a:lnTo>
                  <a:pt x="10385781" y="1985010"/>
                </a:lnTo>
                <a:close/>
              </a:path>
              <a:path w="10390505" h="4652010">
                <a:moveTo>
                  <a:pt x="10385781" y="2023110"/>
                </a:moveTo>
                <a:lnTo>
                  <a:pt x="10375367" y="2023110"/>
                </a:lnTo>
                <a:lnTo>
                  <a:pt x="10371049" y="2027301"/>
                </a:lnTo>
                <a:lnTo>
                  <a:pt x="10371049" y="2037842"/>
                </a:lnTo>
                <a:lnTo>
                  <a:pt x="10375367" y="2042160"/>
                </a:lnTo>
                <a:lnTo>
                  <a:pt x="10385781" y="2042160"/>
                </a:lnTo>
                <a:lnTo>
                  <a:pt x="10390099" y="2037842"/>
                </a:lnTo>
                <a:lnTo>
                  <a:pt x="10390099" y="2027301"/>
                </a:lnTo>
                <a:lnTo>
                  <a:pt x="10385781" y="2023110"/>
                </a:lnTo>
                <a:close/>
              </a:path>
              <a:path w="10390505" h="4652010">
                <a:moveTo>
                  <a:pt x="10385781" y="2061210"/>
                </a:moveTo>
                <a:lnTo>
                  <a:pt x="10375367" y="2061210"/>
                </a:lnTo>
                <a:lnTo>
                  <a:pt x="10371049" y="2065528"/>
                </a:lnTo>
                <a:lnTo>
                  <a:pt x="10371049" y="2076069"/>
                </a:lnTo>
                <a:lnTo>
                  <a:pt x="10375367" y="2080260"/>
                </a:lnTo>
                <a:lnTo>
                  <a:pt x="10385781" y="2080260"/>
                </a:lnTo>
                <a:lnTo>
                  <a:pt x="10390099" y="2076069"/>
                </a:lnTo>
                <a:lnTo>
                  <a:pt x="10390099" y="2065528"/>
                </a:lnTo>
                <a:lnTo>
                  <a:pt x="10385781" y="2061210"/>
                </a:lnTo>
                <a:close/>
              </a:path>
              <a:path w="10390505" h="4652010">
                <a:moveTo>
                  <a:pt x="10385781" y="2099310"/>
                </a:moveTo>
                <a:lnTo>
                  <a:pt x="10375367" y="2099310"/>
                </a:lnTo>
                <a:lnTo>
                  <a:pt x="10371049" y="2103628"/>
                </a:lnTo>
                <a:lnTo>
                  <a:pt x="10371049" y="2114169"/>
                </a:lnTo>
                <a:lnTo>
                  <a:pt x="10375367" y="2118360"/>
                </a:lnTo>
                <a:lnTo>
                  <a:pt x="10385781" y="2118360"/>
                </a:lnTo>
                <a:lnTo>
                  <a:pt x="10390099" y="2114169"/>
                </a:lnTo>
                <a:lnTo>
                  <a:pt x="10390099" y="2103628"/>
                </a:lnTo>
                <a:lnTo>
                  <a:pt x="10385781" y="2099310"/>
                </a:lnTo>
                <a:close/>
              </a:path>
              <a:path w="10390505" h="4652010">
                <a:moveTo>
                  <a:pt x="10385781" y="2137410"/>
                </a:moveTo>
                <a:lnTo>
                  <a:pt x="10375367" y="2137410"/>
                </a:lnTo>
                <a:lnTo>
                  <a:pt x="10371049" y="2141728"/>
                </a:lnTo>
                <a:lnTo>
                  <a:pt x="10371049" y="2152269"/>
                </a:lnTo>
                <a:lnTo>
                  <a:pt x="10375367" y="2156460"/>
                </a:lnTo>
                <a:lnTo>
                  <a:pt x="10385781" y="2156460"/>
                </a:lnTo>
                <a:lnTo>
                  <a:pt x="10390099" y="2152269"/>
                </a:lnTo>
                <a:lnTo>
                  <a:pt x="10390099" y="2141728"/>
                </a:lnTo>
                <a:lnTo>
                  <a:pt x="10385781" y="2137410"/>
                </a:lnTo>
                <a:close/>
              </a:path>
              <a:path w="10390505" h="4652010">
                <a:moveTo>
                  <a:pt x="10385781" y="2175510"/>
                </a:moveTo>
                <a:lnTo>
                  <a:pt x="10375367" y="2175510"/>
                </a:lnTo>
                <a:lnTo>
                  <a:pt x="10371049" y="2179828"/>
                </a:lnTo>
                <a:lnTo>
                  <a:pt x="10371049" y="2190369"/>
                </a:lnTo>
                <a:lnTo>
                  <a:pt x="10375367" y="2194687"/>
                </a:lnTo>
                <a:lnTo>
                  <a:pt x="10385781" y="2194687"/>
                </a:lnTo>
                <a:lnTo>
                  <a:pt x="10390099" y="2190369"/>
                </a:lnTo>
                <a:lnTo>
                  <a:pt x="10390099" y="2185162"/>
                </a:lnTo>
                <a:lnTo>
                  <a:pt x="10377399" y="2185162"/>
                </a:lnTo>
                <a:lnTo>
                  <a:pt x="10377399" y="2185035"/>
                </a:lnTo>
                <a:lnTo>
                  <a:pt x="10390099" y="2185035"/>
                </a:lnTo>
                <a:lnTo>
                  <a:pt x="10390099" y="2179828"/>
                </a:lnTo>
                <a:lnTo>
                  <a:pt x="10385781" y="2175510"/>
                </a:lnTo>
                <a:close/>
              </a:path>
              <a:path w="10390505" h="4652010">
                <a:moveTo>
                  <a:pt x="10390099" y="2185035"/>
                </a:moveTo>
                <a:lnTo>
                  <a:pt x="10383749" y="2185035"/>
                </a:lnTo>
                <a:lnTo>
                  <a:pt x="10383749" y="2185162"/>
                </a:lnTo>
                <a:lnTo>
                  <a:pt x="10390099" y="2185162"/>
                </a:lnTo>
                <a:lnTo>
                  <a:pt x="10390099" y="2185035"/>
                </a:lnTo>
                <a:close/>
              </a:path>
              <a:path w="10390505" h="4652010">
                <a:moveTo>
                  <a:pt x="10385781" y="2213737"/>
                </a:moveTo>
                <a:lnTo>
                  <a:pt x="10375367" y="2213737"/>
                </a:lnTo>
                <a:lnTo>
                  <a:pt x="10371049" y="2217928"/>
                </a:lnTo>
                <a:lnTo>
                  <a:pt x="10371049" y="2228469"/>
                </a:lnTo>
                <a:lnTo>
                  <a:pt x="10375367" y="2232787"/>
                </a:lnTo>
                <a:lnTo>
                  <a:pt x="10385781" y="2232787"/>
                </a:lnTo>
                <a:lnTo>
                  <a:pt x="10390099" y="2228469"/>
                </a:lnTo>
                <a:lnTo>
                  <a:pt x="10390099" y="2217928"/>
                </a:lnTo>
                <a:lnTo>
                  <a:pt x="10385781" y="2213737"/>
                </a:lnTo>
                <a:close/>
              </a:path>
              <a:path w="10390505" h="4652010">
                <a:moveTo>
                  <a:pt x="10385781" y="2251837"/>
                </a:moveTo>
                <a:lnTo>
                  <a:pt x="10375367" y="2251837"/>
                </a:lnTo>
                <a:lnTo>
                  <a:pt x="10371049" y="2256028"/>
                </a:lnTo>
                <a:lnTo>
                  <a:pt x="10371049" y="2266569"/>
                </a:lnTo>
                <a:lnTo>
                  <a:pt x="10375367" y="2270887"/>
                </a:lnTo>
                <a:lnTo>
                  <a:pt x="10385781" y="2270887"/>
                </a:lnTo>
                <a:lnTo>
                  <a:pt x="10390099" y="2266569"/>
                </a:lnTo>
                <a:lnTo>
                  <a:pt x="10390099" y="2256028"/>
                </a:lnTo>
                <a:lnTo>
                  <a:pt x="10385781" y="2251837"/>
                </a:lnTo>
                <a:close/>
              </a:path>
              <a:path w="10390505" h="4652010">
                <a:moveTo>
                  <a:pt x="10385781" y="2289937"/>
                </a:moveTo>
                <a:lnTo>
                  <a:pt x="10375367" y="2289937"/>
                </a:lnTo>
                <a:lnTo>
                  <a:pt x="10371049" y="2294128"/>
                </a:lnTo>
                <a:lnTo>
                  <a:pt x="10371049" y="2304669"/>
                </a:lnTo>
                <a:lnTo>
                  <a:pt x="10375367" y="2308987"/>
                </a:lnTo>
                <a:lnTo>
                  <a:pt x="10385781" y="2308987"/>
                </a:lnTo>
                <a:lnTo>
                  <a:pt x="10390099" y="2304669"/>
                </a:lnTo>
                <a:lnTo>
                  <a:pt x="10390099" y="2294128"/>
                </a:lnTo>
                <a:lnTo>
                  <a:pt x="10385781" y="2289937"/>
                </a:lnTo>
                <a:close/>
              </a:path>
              <a:path w="10390505" h="4652010">
                <a:moveTo>
                  <a:pt x="10385781" y="2328037"/>
                </a:moveTo>
                <a:lnTo>
                  <a:pt x="10375367" y="2328037"/>
                </a:lnTo>
                <a:lnTo>
                  <a:pt x="10371049" y="2332355"/>
                </a:lnTo>
                <a:lnTo>
                  <a:pt x="10371049" y="2342896"/>
                </a:lnTo>
                <a:lnTo>
                  <a:pt x="10375367" y="2347087"/>
                </a:lnTo>
                <a:lnTo>
                  <a:pt x="10385781" y="2347087"/>
                </a:lnTo>
                <a:lnTo>
                  <a:pt x="10390099" y="2342896"/>
                </a:lnTo>
                <a:lnTo>
                  <a:pt x="10390099" y="2332355"/>
                </a:lnTo>
                <a:lnTo>
                  <a:pt x="10385781" y="2328037"/>
                </a:lnTo>
                <a:close/>
              </a:path>
              <a:path w="10390505" h="4652010">
                <a:moveTo>
                  <a:pt x="10385781" y="2366137"/>
                </a:moveTo>
                <a:lnTo>
                  <a:pt x="10375367" y="2366137"/>
                </a:lnTo>
                <a:lnTo>
                  <a:pt x="10371049" y="2370455"/>
                </a:lnTo>
                <a:lnTo>
                  <a:pt x="10371049" y="2380996"/>
                </a:lnTo>
                <a:lnTo>
                  <a:pt x="10375367" y="2385187"/>
                </a:lnTo>
                <a:lnTo>
                  <a:pt x="10385781" y="2385187"/>
                </a:lnTo>
                <a:lnTo>
                  <a:pt x="10390099" y="2380996"/>
                </a:lnTo>
                <a:lnTo>
                  <a:pt x="10390099" y="2370455"/>
                </a:lnTo>
                <a:lnTo>
                  <a:pt x="10385781" y="2366137"/>
                </a:lnTo>
                <a:close/>
              </a:path>
              <a:path w="10390505" h="4652010">
                <a:moveTo>
                  <a:pt x="10385781" y="2404237"/>
                </a:moveTo>
                <a:lnTo>
                  <a:pt x="10375367" y="2404237"/>
                </a:lnTo>
                <a:lnTo>
                  <a:pt x="10371049" y="2408555"/>
                </a:lnTo>
                <a:lnTo>
                  <a:pt x="10371049" y="2419096"/>
                </a:lnTo>
                <a:lnTo>
                  <a:pt x="10375367" y="2423287"/>
                </a:lnTo>
                <a:lnTo>
                  <a:pt x="10385781" y="2423287"/>
                </a:lnTo>
                <a:lnTo>
                  <a:pt x="10390099" y="2419096"/>
                </a:lnTo>
                <a:lnTo>
                  <a:pt x="10390099" y="2408555"/>
                </a:lnTo>
                <a:lnTo>
                  <a:pt x="10385781" y="2404237"/>
                </a:lnTo>
                <a:close/>
              </a:path>
              <a:path w="10390505" h="4652010">
                <a:moveTo>
                  <a:pt x="10385781" y="2442337"/>
                </a:moveTo>
                <a:lnTo>
                  <a:pt x="10375367" y="2442337"/>
                </a:lnTo>
                <a:lnTo>
                  <a:pt x="10371049" y="2446655"/>
                </a:lnTo>
                <a:lnTo>
                  <a:pt x="10371049" y="2457196"/>
                </a:lnTo>
                <a:lnTo>
                  <a:pt x="10375367" y="2461514"/>
                </a:lnTo>
                <a:lnTo>
                  <a:pt x="10385781" y="2461514"/>
                </a:lnTo>
                <a:lnTo>
                  <a:pt x="10390099" y="2457196"/>
                </a:lnTo>
                <a:lnTo>
                  <a:pt x="10390099" y="2446655"/>
                </a:lnTo>
                <a:lnTo>
                  <a:pt x="10385781" y="2442337"/>
                </a:lnTo>
                <a:close/>
              </a:path>
              <a:path w="10390505" h="4652010">
                <a:moveTo>
                  <a:pt x="10385781" y="2480564"/>
                </a:moveTo>
                <a:lnTo>
                  <a:pt x="10375367" y="2480564"/>
                </a:lnTo>
                <a:lnTo>
                  <a:pt x="10371049" y="2484755"/>
                </a:lnTo>
                <a:lnTo>
                  <a:pt x="10371049" y="2495296"/>
                </a:lnTo>
                <a:lnTo>
                  <a:pt x="10375367" y="2499614"/>
                </a:lnTo>
                <a:lnTo>
                  <a:pt x="10385781" y="2499614"/>
                </a:lnTo>
                <a:lnTo>
                  <a:pt x="10390099" y="2495296"/>
                </a:lnTo>
                <a:lnTo>
                  <a:pt x="10390099" y="2484755"/>
                </a:lnTo>
                <a:lnTo>
                  <a:pt x="10385781" y="2480564"/>
                </a:lnTo>
                <a:close/>
              </a:path>
              <a:path w="10390505" h="4652010">
                <a:moveTo>
                  <a:pt x="10385781" y="2518664"/>
                </a:moveTo>
                <a:lnTo>
                  <a:pt x="10375367" y="2518664"/>
                </a:lnTo>
                <a:lnTo>
                  <a:pt x="10371049" y="2522855"/>
                </a:lnTo>
                <a:lnTo>
                  <a:pt x="10371049" y="2533396"/>
                </a:lnTo>
                <a:lnTo>
                  <a:pt x="10375367" y="2537714"/>
                </a:lnTo>
                <a:lnTo>
                  <a:pt x="10385781" y="2537714"/>
                </a:lnTo>
                <a:lnTo>
                  <a:pt x="10390099" y="2533396"/>
                </a:lnTo>
                <a:lnTo>
                  <a:pt x="10390099" y="2522855"/>
                </a:lnTo>
                <a:lnTo>
                  <a:pt x="10385781" y="2518664"/>
                </a:lnTo>
                <a:close/>
              </a:path>
              <a:path w="10390505" h="4652010">
                <a:moveTo>
                  <a:pt x="10385781" y="2556764"/>
                </a:moveTo>
                <a:lnTo>
                  <a:pt x="10375367" y="2556764"/>
                </a:lnTo>
                <a:lnTo>
                  <a:pt x="10371049" y="2560955"/>
                </a:lnTo>
                <a:lnTo>
                  <a:pt x="10371049" y="2571496"/>
                </a:lnTo>
                <a:lnTo>
                  <a:pt x="10375367" y="2575814"/>
                </a:lnTo>
                <a:lnTo>
                  <a:pt x="10385781" y="2575814"/>
                </a:lnTo>
                <a:lnTo>
                  <a:pt x="10390099" y="2571496"/>
                </a:lnTo>
                <a:lnTo>
                  <a:pt x="10390099" y="2560955"/>
                </a:lnTo>
                <a:lnTo>
                  <a:pt x="10385781" y="2556764"/>
                </a:lnTo>
                <a:close/>
              </a:path>
              <a:path w="10390505" h="4652010">
                <a:moveTo>
                  <a:pt x="10385781" y="2594864"/>
                </a:moveTo>
                <a:lnTo>
                  <a:pt x="10375367" y="2594864"/>
                </a:lnTo>
                <a:lnTo>
                  <a:pt x="10371049" y="2599182"/>
                </a:lnTo>
                <a:lnTo>
                  <a:pt x="10371049" y="2609723"/>
                </a:lnTo>
                <a:lnTo>
                  <a:pt x="10375367" y="2613914"/>
                </a:lnTo>
                <a:lnTo>
                  <a:pt x="10385781" y="2613914"/>
                </a:lnTo>
                <a:lnTo>
                  <a:pt x="10390099" y="2609723"/>
                </a:lnTo>
                <a:lnTo>
                  <a:pt x="10390099" y="2599182"/>
                </a:lnTo>
                <a:lnTo>
                  <a:pt x="10385781" y="2594864"/>
                </a:lnTo>
                <a:close/>
              </a:path>
              <a:path w="10390505" h="4652010">
                <a:moveTo>
                  <a:pt x="10385781" y="2632964"/>
                </a:moveTo>
                <a:lnTo>
                  <a:pt x="10375367" y="2632964"/>
                </a:lnTo>
                <a:lnTo>
                  <a:pt x="10371049" y="2637282"/>
                </a:lnTo>
                <a:lnTo>
                  <a:pt x="10371049" y="2647823"/>
                </a:lnTo>
                <a:lnTo>
                  <a:pt x="10375367" y="2652014"/>
                </a:lnTo>
                <a:lnTo>
                  <a:pt x="10385781" y="2652014"/>
                </a:lnTo>
                <a:lnTo>
                  <a:pt x="10390099" y="2647823"/>
                </a:lnTo>
                <a:lnTo>
                  <a:pt x="10390099" y="2637282"/>
                </a:lnTo>
                <a:lnTo>
                  <a:pt x="10385781" y="2632964"/>
                </a:lnTo>
                <a:close/>
              </a:path>
              <a:path w="10390505" h="4652010">
                <a:moveTo>
                  <a:pt x="10385781" y="2671064"/>
                </a:moveTo>
                <a:lnTo>
                  <a:pt x="10375367" y="2671064"/>
                </a:lnTo>
                <a:lnTo>
                  <a:pt x="10371049" y="2675382"/>
                </a:lnTo>
                <a:lnTo>
                  <a:pt x="10371049" y="2685923"/>
                </a:lnTo>
                <a:lnTo>
                  <a:pt x="10375367" y="2690114"/>
                </a:lnTo>
                <a:lnTo>
                  <a:pt x="10385781" y="2690114"/>
                </a:lnTo>
                <a:lnTo>
                  <a:pt x="10390099" y="2685923"/>
                </a:lnTo>
                <a:lnTo>
                  <a:pt x="10390099" y="2675382"/>
                </a:lnTo>
                <a:lnTo>
                  <a:pt x="10385781" y="2671064"/>
                </a:lnTo>
                <a:close/>
              </a:path>
              <a:path w="10390505" h="4652010">
                <a:moveTo>
                  <a:pt x="10385781" y="2709291"/>
                </a:moveTo>
                <a:lnTo>
                  <a:pt x="10375367" y="2709291"/>
                </a:lnTo>
                <a:lnTo>
                  <a:pt x="10371049" y="2713482"/>
                </a:lnTo>
                <a:lnTo>
                  <a:pt x="10371049" y="2724023"/>
                </a:lnTo>
                <a:lnTo>
                  <a:pt x="10375367" y="2728341"/>
                </a:lnTo>
                <a:lnTo>
                  <a:pt x="10385781" y="2728341"/>
                </a:lnTo>
                <a:lnTo>
                  <a:pt x="10390099" y="2724023"/>
                </a:lnTo>
                <a:lnTo>
                  <a:pt x="10390099" y="2713482"/>
                </a:lnTo>
                <a:lnTo>
                  <a:pt x="10385781" y="2709291"/>
                </a:lnTo>
                <a:close/>
              </a:path>
              <a:path w="10390505" h="4652010">
                <a:moveTo>
                  <a:pt x="10385781" y="2747391"/>
                </a:moveTo>
                <a:lnTo>
                  <a:pt x="10375367" y="2747391"/>
                </a:lnTo>
                <a:lnTo>
                  <a:pt x="10371049" y="2751582"/>
                </a:lnTo>
                <a:lnTo>
                  <a:pt x="10371049" y="2762123"/>
                </a:lnTo>
                <a:lnTo>
                  <a:pt x="10375367" y="2766441"/>
                </a:lnTo>
                <a:lnTo>
                  <a:pt x="10385781" y="2766441"/>
                </a:lnTo>
                <a:lnTo>
                  <a:pt x="10390099" y="2762123"/>
                </a:lnTo>
                <a:lnTo>
                  <a:pt x="10390099" y="2751582"/>
                </a:lnTo>
                <a:lnTo>
                  <a:pt x="10385781" y="2747391"/>
                </a:lnTo>
                <a:close/>
              </a:path>
              <a:path w="10390505" h="4652010">
                <a:moveTo>
                  <a:pt x="10385781" y="2785491"/>
                </a:moveTo>
                <a:lnTo>
                  <a:pt x="10375367" y="2785491"/>
                </a:lnTo>
                <a:lnTo>
                  <a:pt x="10371049" y="2789682"/>
                </a:lnTo>
                <a:lnTo>
                  <a:pt x="10371049" y="2800223"/>
                </a:lnTo>
                <a:lnTo>
                  <a:pt x="10375367" y="2804541"/>
                </a:lnTo>
                <a:lnTo>
                  <a:pt x="10385781" y="2804541"/>
                </a:lnTo>
                <a:lnTo>
                  <a:pt x="10390099" y="2800223"/>
                </a:lnTo>
                <a:lnTo>
                  <a:pt x="10390099" y="2789682"/>
                </a:lnTo>
                <a:lnTo>
                  <a:pt x="10385781" y="2785491"/>
                </a:lnTo>
                <a:close/>
              </a:path>
              <a:path w="10390505" h="4652010">
                <a:moveTo>
                  <a:pt x="10385781" y="2823591"/>
                </a:moveTo>
                <a:lnTo>
                  <a:pt x="10375367" y="2823591"/>
                </a:lnTo>
                <a:lnTo>
                  <a:pt x="10371049" y="2827909"/>
                </a:lnTo>
                <a:lnTo>
                  <a:pt x="10371049" y="2838450"/>
                </a:lnTo>
                <a:lnTo>
                  <a:pt x="10375367" y="2842641"/>
                </a:lnTo>
                <a:lnTo>
                  <a:pt x="10385781" y="2842641"/>
                </a:lnTo>
                <a:lnTo>
                  <a:pt x="10390099" y="2838450"/>
                </a:lnTo>
                <a:lnTo>
                  <a:pt x="10390099" y="2827909"/>
                </a:lnTo>
                <a:lnTo>
                  <a:pt x="10385781" y="2823591"/>
                </a:lnTo>
                <a:close/>
              </a:path>
              <a:path w="10390505" h="4652010">
                <a:moveTo>
                  <a:pt x="10385781" y="2861691"/>
                </a:moveTo>
                <a:lnTo>
                  <a:pt x="10375367" y="2861691"/>
                </a:lnTo>
                <a:lnTo>
                  <a:pt x="10371049" y="2866009"/>
                </a:lnTo>
                <a:lnTo>
                  <a:pt x="10371049" y="2876550"/>
                </a:lnTo>
                <a:lnTo>
                  <a:pt x="10375367" y="2880741"/>
                </a:lnTo>
                <a:lnTo>
                  <a:pt x="10385781" y="2880741"/>
                </a:lnTo>
                <a:lnTo>
                  <a:pt x="10390099" y="2876550"/>
                </a:lnTo>
                <a:lnTo>
                  <a:pt x="10390099" y="2866009"/>
                </a:lnTo>
                <a:lnTo>
                  <a:pt x="10385781" y="2861691"/>
                </a:lnTo>
                <a:close/>
              </a:path>
              <a:path w="10390505" h="4652010">
                <a:moveTo>
                  <a:pt x="10385781" y="2899791"/>
                </a:moveTo>
                <a:lnTo>
                  <a:pt x="10375367" y="2899791"/>
                </a:lnTo>
                <a:lnTo>
                  <a:pt x="10371049" y="2904109"/>
                </a:lnTo>
                <a:lnTo>
                  <a:pt x="10371049" y="2914650"/>
                </a:lnTo>
                <a:lnTo>
                  <a:pt x="10375367" y="2918841"/>
                </a:lnTo>
                <a:lnTo>
                  <a:pt x="10385781" y="2918841"/>
                </a:lnTo>
                <a:lnTo>
                  <a:pt x="10390099" y="2914650"/>
                </a:lnTo>
                <a:lnTo>
                  <a:pt x="10390099" y="2904109"/>
                </a:lnTo>
                <a:lnTo>
                  <a:pt x="10385781" y="2899791"/>
                </a:lnTo>
                <a:close/>
              </a:path>
              <a:path w="10390505" h="4652010">
                <a:moveTo>
                  <a:pt x="10385781" y="2937891"/>
                </a:moveTo>
                <a:lnTo>
                  <a:pt x="10375367" y="2937891"/>
                </a:lnTo>
                <a:lnTo>
                  <a:pt x="10371049" y="2942209"/>
                </a:lnTo>
                <a:lnTo>
                  <a:pt x="10371049" y="2952750"/>
                </a:lnTo>
                <a:lnTo>
                  <a:pt x="10375367" y="2957068"/>
                </a:lnTo>
                <a:lnTo>
                  <a:pt x="10385781" y="2957068"/>
                </a:lnTo>
                <a:lnTo>
                  <a:pt x="10390099" y="2952750"/>
                </a:lnTo>
                <a:lnTo>
                  <a:pt x="10390099" y="2947543"/>
                </a:lnTo>
                <a:lnTo>
                  <a:pt x="10377399" y="2947543"/>
                </a:lnTo>
                <a:lnTo>
                  <a:pt x="10377399" y="2947416"/>
                </a:lnTo>
                <a:lnTo>
                  <a:pt x="10390099" y="2947416"/>
                </a:lnTo>
                <a:lnTo>
                  <a:pt x="10390099" y="2942209"/>
                </a:lnTo>
                <a:lnTo>
                  <a:pt x="10385781" y="2937891"/>
                </a:lnTo>
                <a:close/>
              </a:path>
              <a:path w="10390505" h="4652010">
                <a:moveTo>
                  <a:pt x="10390099" y="2947416"/>
                </a:moveTo>
                <a:lnTo>
                  <a:pt x="10383749" y="2947416"/>
                </a:lnTo>
                <a:lnTo>
                  <a:pt x="10383749" y="2947543"/>
                </a:lnTo>
                <a:lnTo>
                  <a:pt x="10390099" y="2947543"/>
                </a:lnTo>
                <a:lnTo>
                  <a:pt x="10390099" y="2947416"/>
                </a:lnTo>
                <a:close/>
              </a:path>
              <a:path w="10390505" h="4652010">
                <a:moveTo>
                  <a:pt x="10385781" y="2976118"/>
                </a:moveTo>
                <a:lnTo>
                  <a:pt x="10375367" y="2976118"/>
                </a:lnTo>
                <a:lnTo>
                  <a:pt x="10371049" y="2980309"/>
                </a:lnTo>
                <a:lnTo>
                  <a:pt x="10371049" y="2990850"/>
                </a:lnTo>
                <a:lnTo>
                  <a:pt x="10375367" y="2995168"/>
                </a:lnTo>
                <a:lnTo>
                  <a:pt x="10385781" y="2995168"/>
                </a:lnTo>
                <a:lnTo>
                  <a:pt x="10390099" y="2990850"/>
                </a:lnTo>
                <a:lnTo>
                  <a:pt x="10390099" y="2980309"/>
                </a:lnTo>
                <a:lnTo>
                  <a:pt x="10385781" y="2976118"/>
                </a:lnTo>
                <a:close/>
              </a:path>
              <a:path w="10390505" h="4652010">
                <a:moveTo>
                  <a:pt x="10385781" y="3014218"/>
                </a:moveTo>
                <a:lnTo>
                  <a:pt x="10375367" y="3014218"/>
                </a:lnTo>
                <a:lnTo>
                  <a:pt x="10371049" y="3018409"/>
                </a:lnTo>
                <a:lnTo>
                  <a:pt x="10371049" y="3028950"/>
                </a:lnTo>
                <a:lnTo>
                  <a:pt x="10375367" y="3033268"/>
                </a:lnTo>
                <a:lnTo>
                  <a:pt x="10385781" y="3033268"/>
                </a:lnTo>
                <a:lnTo>
                  <a:pt x="10390099" y="3028950"/>
                </a:lnTo>
                <a:lnTo>
                  <a:pt x="10390099" y="3018409"/>
                </a:lnTo>
                <a:lnTo>
                  <a:pt x="10385781" y="3014218"/>
                </a:lnTo>
                <a:close/>
              </a:path>
              <a:path w="10390505" h="4652010">
                <a:moveTo>
                  <a:pt x="10385781" y="3052318"/>
                </a:moveTo>
                <a:lnTo>
                  <a:pt x="10375367" y="3052318"/>
                </a:lnTo>
                <a:lnTo>
                  <a:pt x="10371049" y="3056509"/>
                </a:lnTo>
                <a:lnTo>
                  <a:pt x="10371049" y="3067050"/>
                </a:lnTo>
                <a:lnTo>
                  <a:pt x="10375367" y="3071368"/>
                </a:lnTo>
                <a:lnTo>
                  <a:pt x="10385781" y="3071368"/>
                </a:lnTo>
                <a:lnTo>
                  <a:pt x="10390099" y="3067050"/>
                </a:lnTo>
                <a:lnTo>
                  <a:pt x="10390099" y="3056509"/>
                </a:lnTo>
                <a:lnTo>
                  <a:pt x="10385781" y="3052318"/>
                </a:lnTo>
                <a:close/>
              </a:path>
              <a:path w="10390505" h="4652010">
                <a:moveTo>
                  <a:pt x="10385781" y="3090418"/>
                </a:moveTo>
                <a:lnTo>
                  <a:pt x="10375367" y="3090418"/>
                </a:lnTo>
                <a:lnTo>
                  <a:pt x="10371049" y="3094736"/>
                </a:lnTo>
                <a:lnTo>
                  <a:pt x="10371049" y="3105277"/>
                </a:lnTo>
                <a:lnTo>
                  <a:pt x="10375367" y="3109468"/>
                </a:lnTo>
                <a:lnTo>
                  <a:pt x="10385781" y="3109468"/>
                </a:lnTo>
                <a:lnTo>
                  <a:pt x="10390099" y="3105277"/>
                </a:lnTo>
                <a:lnTo>
                  <a:pt x="10390099" y="3094736"/>
                </a:lnTo>
                <a:lnTo>
                  <a:pt x="10385781" y="3090418"/>
                </a:lnTo>
                <a:close/>
              </a:path>
              <a:path w="10390505" h="4652010">
                <a:moveTo>
                  <a:pt x="10385781" y="3128518"/>
                </a:moveTo>
                <a:lnTo>
                  <a:pt x="10375367" y="3128518"/>
                </a:lnTo>
                <a:lnTo>
                  <a:pt x="10371049" y="3132836"/>
                </a:lnTo>
                <a:lnTo>
                  <a:pt x="10371049" y="3143377"/>
                </a:lnTo>
                <a:lnTo>
                  <a:pt x="10375367" y="3147568"/>
                </a:lnTo>
                <a:lnTo>
                  <a:pt x="10385781" y="3147568"/>
                </a:lnTo>
                <a:lnTo>
                  <a:pt x="10390099" y="3143377"/>
                </a:lnTo>
                <a:lnTo>
                  <a:pt x="10390099" y="3132836"/>
                </a:lnTo>
                <a:lnTo>
                  <a:pt x="10385781" y="3128518"/>
                </a:lnTo>
                <a:close/>
              </a:path>
              <a:path w="10390505" h="4652010">
                <a:moveTo>
                  <a:pt x="10385781" y="3166618"/>
                </a:moveTo>
                <a:lnTo>
                  <a:pt x="10375367" y="3166618"/>
                </a:lnTo>
                <a:lnTo>
                  <a:pt x="10371049" y="3170936"/>
                </a:lnTo>
                <a:lnTo>
                  <a:pt x="10371049" y="3181477"/>
                </a:lnTo>
                <a:lnTo>
                  <a:pt x="10375367" y="3185668"/>
                </a:lnTo>
                <a:lnTo>
                  <a:pt x="10385781" y="3185668"/>
                </a:lnTo>
                <a:lnTo>
                  <a:pt x="10390099" y="3181477"/>
                </a:lnTo>
                <a:lnTo>
                  <a:pt x="10390099" y="3170936"/>
                </a:lnTo>
                <a:lnTo>
                  <a:pt x="10385781" y="3166618"/>
                </a:lnTo>
                <a:close/>
              </a:path>
              <a:path w="10390505" h="4652010">
                <a:moveTo>
                  <a:pt x="10385781" y="3204718"/>
                </a:moveTo>
                <a:lnTo>
                  <a:pt x="10375367" y="3204718"/>
                </a:lnTo>
                <a:lnTo>
                  <a:pt x="10371049" y="3209036"/>
                </a:lnTo>
                <a:lnTo>
                  <a:pt x="10371049" y="3219577"/>
                </a:lnTo>
                <a:lnTo>
                  <a:pt x="10375367" y="3223895"/>
                </a:lnTo>
                <a:lnTo>
                  <a:pt x="10385781" y="3223895"/>
                </a:lnTo>
                <a:lnTo>
                  <a:pt x="10390099" y="3219577"/>
                </a:lnTo>
                <a:lnTo>
                  <a:pt x="10390099" y="3214370"/>
                </a:lnTo>
                <a:lnTo>
                  <a:pt x="10377399" y="3214370"/>
                </a:lnTo>
                <a:lnTo>
                  <a:pt x="10390099" y="3214243"/>
                </a:lnTo>
                <a:lnTo>
                  <a:pt x="10390099" y="3209036"/>
                </a:lnTo>
                <a:lnTo>
                  <a:pt x="10385781" y="3204718"/>
                </a:lnTo>
                <a:close/>
              </a:path>
              <a:path w="10390505" h="4652010">
                <a:moveTo>
                  <a:pt x="10390099" y="3214243"/>
                </a:moveTo>
                <a:lnTo>
                  <a:pt x="10383749" y="3214243"/>
                </a:lnTo>
                <a:lnTo>
                  <a:pt x="10390099" y="3214370"/>
                </a:lnTo>
                <a:close/>
              </a:path>
              <a:path w="10390505" h="4652010">
                <a:moveTo>
                  <a:pt x="10385781" y="3242945"/>
                </a:moveTo>
                <a:lnTo>
                  <a:pt x="10375367" y="3242945"/>
                </a:lnTo>
                <a:lnTo>
                  <a:pt x="10371049" y="3247136"/>
                </a:lnTo>
                <a:lnTo>
                  <a:pt x="10371049" y="3257677"/>
                </a:lnTo>
                <a:lnTo>
                  <a:pt x="10375367" y="3261995"/>
                </a:lnTo>
                <a:lnTo>
                  <a:pt x="10385781" y="3261995"/>
                </a:lnTo>
                <a:lnTo>
                  <a:pt x="10390099" y="3257677"/>
                </a:lnTo>
                <a:lnTo>
                  <a:pt x="10390099" y="3247136"/>
                </a:lnTo>
                <a:lnTo>
                  <a:pt x="10385781" y="3242945"/>
                </a:lnTo>
                <a:close/>
              </a:path>
              <a:path w="10390505" h="4652010">
                <a:moveTo>
                  <a:pt x="10385781" y="3281045"/>
                </a:moveTo>
                <a:lnTo>
                  <a:pt x="10375367" y="3281045"/>
                </a:lnTo>
                <a:lnTo>
                  <a:pt x="10371049" y="3285236"/>
                </a:lnTo>
                <a:lnTo>
                  <a:pt x="10371049" y="3295777"/>
                </a:lnTo>
                <a:lnTo>
                  <a:pt x="10375367" y="3300095"/>
                </a:lnTo>
                <a:lnTo>
                  <a:pt x="10385781" y="3300095"/>
                </a:lnTo>
                <a:lnTo>
                  <a:pt x="10390099" y="3295777"/>
                </a:lnTo>
                <a:lnTo>
                  <a:pt x="10390099" y="3285236"/>
                </a:lnTo>
                <a:lnTo>
                  <a:pt x="10385781" y="3281045"/>
                </a:lnTo>
                <a:close/>
              </a:path>
              <a:path w="10390505" h="4652010">
                <a:moveTo>
                  <a:pt x="10385781" y="3319145"/>
                </a:moveTo>
                <a:lnTo>
                  <a:pt x="10375367" y="3319145"/>
                </a:lnTo>
                <a:lnTo>
                  <a:pt x="10371049" y="3323463"/>
                </a:lnTo>
                <a:lnTo>
                  <a:pt x="10371049" y="3333877"/>
                </a:lnTo>
                <a:lnTo>
                  <a:pt x="10375367" y="3338195"/>
                </a:lnTo>
                <a:lnTo>
                  <a:pt x="10385781" y="3338195"/>
                </a:lnTo>
                <a:lnTo>
                  <a:pt x="10390099" y="3333877"/>
                </a:lnTo>
                <a:lnTo>
                  <a:pt x="10390099" y="3323463"/>
                </a:lnTo>
                <a:lnTo>
                  <a:pt x="10385781" y="3319145"/>
                </a:lnTo>
                <a:close/>
              </a:path>
              <a:path w="10390505" h="4652010">
                <a:moveTo>
                  <a:pt x="10385781" y="3357245"/>
                </a:moveTo>
                <a:lnTo>
                  <a:pt x="10375367" y="3357245"/>
                </a:lnTo>
                <a:lnTo>
                  <a:pt x="10371049" y="3361563"/>
                </a:lnTo>
                <a:lnTo>
                  <a:pt x="10371049" y="3372104"/>
                </a:lnTo>
                <a:lnTo>
                  <a:pt x="10375367" y="3376295"/>
                </a:lnTo>
                <a:lnTo>
                  <a:pt x="10385781" y="3376295"/>
                </a:lnTo>
                <a:lnTo>
                  <a:pt x="10390099" y="3372104"/>
                </a:lnTo>
                <a:lnTo>
                  <a:pt x="10390099" y="3361563"/>
                </a:lnTo>
                <a:lnTo>
                  <a:pt x="10385781" y="3357245"/>
                </a:lnTo>
                <a:close/>
              </a:path>
              <a:path w="10390505" h="4652010">
                <a:moveTo>
                  <a:pt x="10385781" y="3395345"/>
                </a:moveTo>
                <a:lnTo>
                  <a:pt x="10375367" y="3395345"/>
                </a:lnTo>
                <a:lnTo>
                  <a:pt x="10371049" y="3399663"/>
                </a:lnTo>
                <a:lnTo>
                  <a:pt x="10371049" y="3410204"/>
                </a:lnTo>
                <a:lnTo>
                  <a:pt x="10375367" y="3414395"/>
                </a:lnTo>
                <a:lnTo>
                  <a:pt x="10385781" y="3414395"/>
                </a:lnTo>
                <a:lnTo>
                  <a:pt x="10390099" y="3410204"/>
                </a:lnTo>
                <a:lnTo>
                  <a:pt x="10390099" y="3399663"/>
                </a:lnTo>
                <a:lnTo>
                  <a:pt x="10385781" y="3395345"/>
                </a:lnTo>
                <a:close/>
              </a:path>
              <a:path w="10390505" h="4652010">
                <a:moveTo>
                  <a:pt x="10385781" y="3433445"/>
                </a:moveTo>
                <a:lnTo>
                  <a:pt x="10375367" y="3433445"/>
                </a:lnTo>
                <a:lnTo>
                  <a:pt x="10371049" y="3437763"/>
                </a:lnTo>
                <a:lnTo>
                  <a:pt x="10371049" y="3448304"/>
                </a:lnTo>
                <a:lnTo>
                  <a:pt x="10375367" y="3452622"/>
                </a:lnTo>
                <a:lnTo>
                  <a:pt x="10385781" y="3452622"/>
                </a:lnTo>
                <a:lnTo>
                  <a:pt x="10390099" y="3448304"/>
                </a:lnTo>
                <a:lnTo>
                  <a:pt x="10390099" y="3437763"/>
                </a:lnTo>
                <a:lnTo>
                  <a:pt x="10385781" y="3433445"/>
                </a:lnTo>
                <a:close/>
              </a:path>
              <a:path w="10390505" h="4652010">
                <a:moveTo>
                  <a:pt x="10385781" y="3471672"/>
                </a:moveTo>
                <a:lnTo>
                  <a:pt x="10375367" y="3471672"/>
                </a:lnTo>
                <a:lnTo>
                  <a:pt x="10371049" y="3475863"/>
                </a:lnTo>
                <a:lnTo>
                  <a:pt x="10371049" y="3486416"/>
                </a:lnTo>
                <a:lnTo>
                  <a:pt x="10375367" y="3490683"/>
                </a:lnTo>
                <a:lnTo>
                  <a:pt x="10385781" y="3490683"/>
                </a:lnTo>
                <a:lnTo>
                  <a:pt x="10390099" y="3486416"/>
                </a:lnTo>
                <a:lnTo>
                  <a:pt x="10390099" y="3475863"/>
                </a:lnTo>
                <a:lnTo>
                  <a:pt x="10385781" y="3471672"/>
                </a:lnTo>
                <a:close/>
              </a:path>
              <a:path w="10390505" h="4652010">
                <a:moveTo>
                  <a:pt x="10385781" y="3509733"/>
                </a:moveTo>
                <a:lnTo>
                  <a:pt x="10375367" y="3509733"/>
                </a:lnTo>
                <a:lnTo>
                  <a:pt x="10371049" y="3514001"/>
                </a:lnTo>
                <a:lnTo>
                  <a:pt x="10371049" y="3524542"/>
                </a:lnTo>
                <a:lnTo>
                  <a:pt x="10375367" y="3528796"/>
                </a:lnTo>
                <a:lnTo>
                  <a:pt x="10385781" y="3528796"/>
                </a:lnTo>
                <a:lnTo>
                  <a:pt x="10390099" y="3524542"/>
                </a:lnTo>
                <a:lnTo>
                  <a:pt x="10390099" y="3514001"/>
                </a:lnTo>
                <a:lnTo>
                  <a:pt x="10385781" y="3509733"/>
                </a:lnTo>
                <a:close/>
              </a:path>
              <a:path w="10390505" h="4652010">
                <a:moveTo>
                  <a:pt x="10385781" y="3547846"/>
                </a:moveTo>
                <a:lnTo>
                  <a:pt x="10375367" y="3547846"/>
                </a:lnTo>
                <a:lnTo>
                  <a:pt x="10371049" y="3552113"/>
                </a:lnTo>
                <a:lnTo>
                  <a:pt x="10371049" y="3562654"/>
                </a:lnTo>
                <a:lnTo>
                  <a:pt x="10375367" y="3566922"/>
                </a:lnTo>
                <a:lnTo>
                  <a:pt x="10385781" y="3566922"/>
                </a:lnTo>
                <a:lnTo>
                  <a:pt x="10390099" y="3562654"/>
                </a:lnTo>
                <a:lnTo>
                  <a:pt x="10390099" y="3552113"/>
                </a:lnTo>
                <a:lnTo>
                  <a:pt x="10385781" y="3547846"/>
                </a:lnTo>
                <a:close/>
              </a:path>
              <a:path w="10390505" h="4652010">
                <a:moveTo>
                  <a:pt x="10385781" y="3585972"/>
                </a:moveTo>
                <a:lnTo>
                  <a:pt x="10375367" y="3585972"/>
                </a:lnTo>
                <a:lnTo>
                  <a:pt x="10371049" y="3590239"/>
                </a:lnTo>
                <a:lnTo>
                  <a:pt x="10371049" y="3600780"/>
                </a:lnTo>
                <a:lnTo>
                  <a:pt x="10375367" y="3605034"/>
                </a:lnTo>
                <a:lnTo>
                  <a:pt x="10385781" y="3605034"/>
                </a:lnTo>
                <a:lnTo>
                  <a:pt x="10390099" y="3600780"/>
                </a:lnTo>
                <a:lnTo>
                  <a:pt x="10390099" y="3590239"/>
                </a:lnTo>
                <a:lnTo>
                  <a:pt x="10385781" y="3585972"/>
                </a:lnTo>
                <a:close/>
              </a:path>
              <a:path w="10390505" h="4652010">
                <a:moveTo>
                  <a:pt x="10385781" y="3624084"/>
                </a:moveTo>
                <a:lnTo>
                  <a:pt x="10375367" y="3624084"/>
                </a:lnTo>
                <a:lnTo>
                  <a:pt x="10371049" y="3628351"/>
                </a:lnTo>
                <a:lnTo>
                  <a:pt x="10371049" y="3638892"/>
                </a:lnTo>
                <a:lnTo>
                  <a:pt x="10375367" y="3643160"/>
                </a:lnTo>
                <a:lnTo>
                  <a:pt x="10385781" y="3643160"/>
                </a:lnTo>
                <a:lnTo>
                  <a:pt x="10390099" y="3638892"/>
                </a:lnTo>
                <a:lnTo>
                  <a:pt x="10390099" y="3628351"/>
                </a:lnTo>
                <a:lnTo>
                  <a:pt x="10385781" y="3624084"/>
                </a:lnTo>
                <a:close/>
              </a:path>
              <a:path w="10390505" h="4652010">
                <a:moveTo>
                  <a:pt x="10385781" y="3662210"/>
                </a:moveTo>
                <a:lnTo>
                  <a:pt x="10375367" y="3662210"/>
                </a:lnTo>
                <a:lnTo>
                  <a:pt x="10371049" y="3666477"/>
                </a:lnTo>
                <a:lnTo>
                  <a:pt x="10371049" y="3677018"/>
                </a:lnTo>
                <a:lnTo>
                  <a:pt x="10375367" y="3681272"/>
                </a:lnTo>
                <a:lnTo>
                  <a:pt x="10385781" y="3681272"/>
                </a:lnTo>
                <a:lnTo>
                  <a:pt x="10390099" y="3677018"/>
                </a:lnTo>
                <a:lnTo>
                  <a:pt x="10390099" y="3666477"/>
                </a:lnTo>
                <a:lnTo>
                  <a:pt x="10385781" y="3662210"/>
                </a:lnTo>
                <a:close/>
              </a:path>
              <a:path w="10390505" h="4652010">
                <a:moveTo>
                  <a:pt x="10385781" y="3700322"/>
                </a:moveTo>
                <a:lnTo>
                  <a:pt x="10375367" y="3700322"/>
                </a:lnTo>
                <a:lnTo>
                  <a:pt x="10371049" y="3704590"/>
                </a:lnTo>
                <a:lnTo>
                  <a:pt x="10371049" y="3715131"/>
                </a:lnTo>
                <a:lnTo>
                  <a:pt x="10375367" y="3719398"/>
                </a:lnTo>
                <a:lnTo>
                  <a:pt x="10385781" y="3719398"/>
                </a:lnTo>
                <a:lnTo>
                  <a:pt x="10390099" y="3715131"/>
                </a:lnTo>
                <a:lnTo>
                  <a:pt x="10390099" y="3704590"/>
                </a:lnTo>
                <a:lnTo>
                  <a:pt x="10385781" y="3700322"/>
                </a:lnTo>
                <a:close/>
              </a:path>
              <a:path w="10390505" h="4652010">
                <a:moveTo>
                  <a:pt x="10385781" y="3738448"/>
                </a:moveTo>
                <a:lnTo>
                  <a:pt x="10375367" y="3738448"/>
                </a:lnTo>
                <a:lnTo>
                  <a:pt x="10371049" y="3742715"/>
                </a:lnTo>
                <a:lnTo>
                  <a:pt x="10371049" y="3753256"/>
                </a:lnTo>
                <a:lnTo>
                  <a:pt x="10375367" y="3757510"/>
                </a:lnTo>
                <a:lnTo>
                  <a:pt x="10385781" y="3757510"/>
                </a:lnTo>
                <a:lnTo>
                  <a:pt x="10390099" y="3753256"/>
                </a:lnTo>
                <a:lnTo>
                  <a:pt x="10390099" y="3742715"/>
                </a:lnTo>
                <a:lnTo>
                  <a:pt x="10385781" y="3738448"/>
                </a:lnTo>
                <a:close/>
              </a:path>
              <a:path w="10390505" h="4652010">
                <a:moveTo>
                  <a:pt x="10385781" y="3776560"/>
                </a:moveTo>
                <a:lnTo>
                  <a:pt x="10375367" y="3776560"/>
                </a:lnTo>
                <a:lnTo>
                  <a:pt x="10371049" y="3780828"/>
                </a:lnTo>
                <a:lnTo>
                  <a:pt x="10371049" y="3791369"/>
                </a:lnTo>
                <a:lnTo>
                  <a:pt x="10375367" y="3795636"/>
                </a:lnTo>
                <a:lnTo>
                  <a:pt x="10385781" y="3795636"/>
                </a:lnTo>
                <a:lnTo>
                  <a:pt x="10390099" y="3791369"/>
                </a:lnTo>
                <a:lnTo>
                  <a:pt x="10390099" y="3780828"/>
                </a:lnTo>
                <a:lnTo>
                  <a:pt x="10385781" y="3776560"/>
                </a:lnTo>
                <a:close/>
              </a:path>
              <a:path w="10390505" h="4652010">
                <a:moveTo>
                  <a:pt x="10385781" y="3814686"/>
                </a:moveTo>
                <a:lnTo>
                  <a:pt x="10375367" y="3814686"/>
                </a:lnTo>
                <a:lnTo>
                  <a:pt x="10371049" y="3818953"/>
                </a:lnTo>
                <a:lnTo>
                  <a:pt x="10371049" y="3829494"/>
                </a:lnTo>
                <a:lnTo>
                  <a:pt x="10375367" y="3833749"/>
                </a:lnTo>
                <a:lnTo>
                  <a:pt x="10385781" y="3833749"/>
                </a:lnTo>
                <a:lnTo>
                  <a:pt x="10390099" y="3829494"/>
                </a:lnTo>
                <a:lnTo>
                  <a:pt x="10390099" y="3818953"/>
                </a:lnTo>
                <a:lnTo>
                  <a:pt x="10385781" y="3814686"/>
                </a:lnTo>
                <a:close/>
              </a:path>
              <a:path w="10390505" h="4652010">
                <a:moveTo>
                  <a:pt x="10385781" y="3852799"/>
                </a:moveTo>
                <a:lnTo>
                  <a:pt x="10375367" y="3852799"/>
                </a:lnTo>
                <a:lnTo>
                  <a:pt x="10371049" y="3857066"/>
                </a:lnTo>
                <a:lnTo>
                  <a:pt x="10371049" y="3867607"/>
                </a:lnTo>
                <a:lnTo>
                  <a:pt x="10375367" y="3871874"/>
                </a:lnTo>
                <a:lnTo>
                  <a:pt x="10385781" y="3871874"/>
                </a:lnTo>
                <a:lnTo>
                  <a:pt x="10390099" y="3867607"/>
                </a:lnTo>
                <a:lnTo>
                  <a:pt x="10390099" y="3857066"/>
                </a:lnTo>
                <a:lnTo>
                  <a:pt x="10385781" y="3852799"/>
                </a:lnTo>
                <a:close/>
              </a:path>
              <a:path w="10390505" h="4652010">
                <a:moveTo>
                  <a:pt x="10385781" y="3890924"/>
                </a:moveTo>
                <a:lnTo>
                  <a:pt x="10375367" y="3890924"/>
                </a:lnTo>
                <a:lnTo>
                  <a:pt x="10371049" y="3895191"/>
                </a:lnTo>
                <a:lnTo>
                  <a:pt x="10371049" y="3905732"/>
                </a:lnTo>
                <a:lnTo>
                  <a:pt x="10375367" y="3909999"/>
                </a:lnTo>
                <a:lnTo>
                  <a:pt x="10385781" y="3909999"/>
                </a:lnTo>
                <a:lnTo>
                  <a:pt x="10390099" y="3905732"/>
                </a:lnTo>
                <a:lnTo>
                  <a:pt x="10390099" y="3895191"/>
                </a:lnTo>
                <a:lnTo>
                  <a:pt x="10385781" y="3890924"/>
                </a:lnTo>
                <a:close/>
              </a:path>
              <a:path w="10390505" h="4652010">
                <a:moveTo>
                  <a:pt x="10385781" y="3929049"/>
                </a:moveTo>
                <a:lnTo>
                  <a:pt x="10375367" y="3929049"/>
                </a:lnTo>
                <a:lnTo>
                  <a:pt x="10371049" y="3933304"/>
                </a:lnTo>
                <a:lnTo>
                  <a:pt x="10371049" y="3943845"/>
                </a:lnTo>
                <a:lnTo>
                  <a:pt x="10375367" y="3948112"/>
                </a:lnTo>
                <a:lnTo>
                  <a:pt x="10385781" y="3948112"/>
                </a:lnTo>
                <a:lnTo>
                  <a:pt x="10390099" y="3943845"/>
                </a:lnTo>
                <a:lnTo>
                  <a:pt x="10390099" y="3933304"/>
                </a:lnTo>
                <a:lnTo>
                  <a:pt x="10385781" y="3929049"/>
                </a:lnTo>
                <a:close/>
              </a:path>
              <a:path w="10390505" h="4652010">
                <a:moveTo>
                  <a:pt x="10385781" y="3967162"/>
                </a:moveTo>
                <a:lnTo>
                  <a:pt x="10375367" y="3967162"/>
                </a:lnTo>
                <a:lnTo>
                  <a:pt x="10371049" y="3971429"/>
                </a:lnTo>
                <a:lnTo>
                  <a:pt x="10371049" y="3981970"/>
                </a:lnTo>
                <a:lnTo>
                  <a:pt x="10375367" y="3986237"/>
                </a:lnTo>
                <a:lnTo>
                  <a:pt x="10385781" y="3986237"/>
                </a:lnTo>
                <a:lnTo>
                  <a:pt x="10390099" y="3981970"/>
                </a:lnTo>
                <a:lnTo>
                  <a:pt x="10390099" y="3971429"/>
                </a:lnTo>
                <a:lnTo>
                  <a:pt x="10385781" y="3967162"/>
                </a:lnTo>
                <a:close/>
              </a:path>
              <a:path w="10390505" h="4652010">
                <a:moveTo>
                  <a:pt x="10385781" y="4005287"/>
                </a:moveTo>
                <a:lnTo>
                  <a:pt x="10375367" y="4005287"/>
                </a:lnTo>
                <a:lnTo>
                  <a:pt x="10371049" y="4009542"/>
                </a:lnTo>
                <a:lnTo>
                  <a:pt x="10371049" y="4020083"/>
                </a:lnTo>
                <a:lnTo>
                  <a:pt x="10375367" y="4024350"/>
                </a:lnTo>
                <a:lnTo>
                  <a:pt x="10385781" y="4024350"/>
                </a:lnTo>
                <a:lnTo>
                  <a:pt x="10390099" y="4020083"/>
                </a:lnTo>
                <a:lnTo>
                  <a:pt x="10390099" y="4009542"/>
                </a:lnTo>
                <a:lnTo>
                  <a:pt x="10385781" y="4005287"/>
                </a:lnTo>
                <a:close/>
              </a:path>
              <a:path w="10390505" h="4652010">
                <a:moveTo>
                  <a:pt x="10385781" y="4043400"/>
                </a:moveTo>
                <a:lnTo>
                  <a:pt x="10375367" y="4043400"/>
                </a:lnTo>
                <a:lnTo>
                  <a:pt x="10371049" y="4047667"/>
                </a:lnTo>
                <a:lnTo>
                  <a:pt x="10371049" y="4058208"/>
                </a:lnTo>
                <a:lnTo>
                  <a:pt x="10375367" y="4062476"/>
                </a:lnTo>
                <a:lnTo>
                  <a:pt x="10385781" y="4062476"/>
                </a:lnTo>
                <a:lnTo>
                  <a:pt x="10390099" y="4058208"/>
                </a:lnTo>
                <a:lnTo>
                  <a:pt x="10390099" y="4047667"/>
                </a:lnTo>
                <a:lnTo>
                  <a:pt x="10385781" y="4043400"/>
                </a:lnTo>
                <a:close/>
              </a:path>
              <a:path w="10390505" h="4652010">
                <a:moveTo>
                  <a:pt x="10385781" y="4081526"/>
                </a:moveTo>
                <a:lnTo>
                  <a:pt x="10375367" y="4081526"/>
                </a:lnTo>
                <a:lnTo>
                  <a:pt x="10371049" y="4085780"/>
                </a:lnTo>
                <a:lnTo>
                  <a:pt x="10371049" y="4096321"/>
                </a:lnTo>
                <a:lnTo>
                  <a:pt x="10375367" y="4100588"/>
                </a:lnTo>
                <a:lnTo>
                  <a:pt x="10385781" y="4100588"/>
                </a:lnTo>
                <a:lnTo>
                  <a:pt x="10390099" y="4096321"/>
                </a:lnTo>
                <a:lnTo>
                  <a:pt x="10390099" y="4085780"/>
                </a:lnTo>
                <a:lnTo>
                  <a:pt x="10385781" y="4081526"/>
                </a:lnTo>
                <a:close/>
              </a:path>
              <a:path w="10390505" h="4652010">
                <a:moveTo>
                  <a:pt x="10385781" y="4119638"/>
                </a:moveTo>
                <a:lnTo>
                  <a:pt x="10375367" y="4119638"/>
                </a:lnTo>
                <a:lnTo>
                  <a:pt x="10371049" y="4123905"/>
                </a:lnTo>
                <a:lnTo>
                  <a:pt x="10371049" y="4134446"/>
                </a:lnTo>
                <a:lnTo>
                  <a:pt x="10375367" y="4138714"/>
                </a:lnTo>
                <a:lnTo>
                  <a:pt x="10385781" y="4138714"/>
                </a:lnTo>
                <a:lnTo>
                  <a:pt x="10390099" y="4134446"/>
                </a:lnTo>
                <a:lnTo>
                  <a:pt x="10390099" y="4123905"/>
                </a:lnTo>
                <a:lnTo>
                  <a:pt x="10385781" y="4119638"/>
                </a:lnTo>
                <a:close/>
              </a:path>
              <a:path w="10390505" h="4652010">
                <a:moveTo>
                  <a:pt x="10385781" y="4157764"/>
                </a:moveTo>
                <a:lnTo>
                  <a:pt x="10375367" y="4157764"/>
                </a:lnTo>
                <a:lnTo>
                  <a:pt x="10371049" y="4162031"/>
                </a:lnTo>
                <a:lnTo>
                  <a:pt x="10371049" y="4172559"/>
                </a:lnTo>
                <a:lnTo>
                  <a:pt x="10375367" y="4176826"/>
                </a:lnTo>
                <a:lnTo>
                  <a:pt x="10385781" y="4176826"/>
                </a:lnTo>
                <a:lnTo>
                  <a:pt x="10390099" y="4172559"/>
                </a:lnTo>
                <a:lnTo>
                  <a:pt x="10390099" y="4162031"/>
                </a:lnTo>
                <a:lnTo>
                  <a:pt x="10385781" y="4157764"/>
                </a:lnTo>
                <a:close/>
              </a:path>
              <a:path w="10390505" h="4652010">
                <a:moveTo>
                  <a:pt x="10385781" y="4195876"/>
                </a:moveTo>
                <a:lnTo>
                  <a:pt x="10375367" y="4195876"/>
                </a:lnTo>
                <a:lnTo>
                  <a:pt x="10371049" y="4200144"/>
                </a:lnTo>
                <a:lnTo>
                  <a:pt x="10371049" y="4210685"/>
                </a:lnTo>
                <a:lnTo>
                  <a:pt x="10375367" y="4214952"/>
                </a:lnTo>
                <a:lnTo>
                  <a:pt x="10385781" y="4214952"/>
                </a:lnTo>
                <a:lnTo>
                  <a:pt x="10390099" y="4210685"/>
                </a:lnTo>
                <a:lnTo>
                  <a:pt x="10390099" y="4200144"/>
                </a:lnTo>
                <a:lnTo>
                  <a:pt x="10385781" y="4195876"/>
                </a:lnTo>
                <a:close/>
              </a:path>
              <a:path w="10390505" h="4652010">
                <a:moveTo>
                  <a:pt x="10385781" y="4234002"/>
                </a:moveTo>
                <a:lnTo>
                  <a:pt x="10375367" y="4234002"/>
                </a:lnTo>
                <a:lnTo>
                  <a:pt x="10371049" y="4238269"/>
                </a:lnTo>
                <a:lnTo>
                  <a:pt x="10371049" y="4248810"/>
                </a:lnTo>
                <a:lnTo>
                  <a:pt x="10375367" y="4253064"/>
                </a:lnTo>
                <a:lnTo>
                  <a:pt x="10385781" y="4253064"/>
                </a:lnTo>
                <a:lnTo>
                  <a:pt x="10390099" y="4248810"/>
                </a:lnTo>
                <a:lnTo>
                  <a:pt x="10390099" y="4238269"/>
                </a:lnTo>
                <a:lnTo>
                  <a:pt x="10385781" y="4234002"/>
                </a:lnTo>
                <a:close/>
              </a:path>
              <a:path w="10390505" h="4652010">
                <a:moveTo>
                  <a:pt x="10385781" y="4272114"/>
                </a:moveTo>
                <a:lnTo>
                  <a:pt x="10375367" y="4272114"/>
                </a:lnTo>
                <a:lnTo>
                  <a:pt x="10371049" y="4276382"/>
                </a:lnTo>
                <a:lnTo>
                  <a:pt x="10371049" y="4286923"/>
                </a:lnTo>
                <a:lnTo>
                  <a:pt x="10375367" y="4291190"/>
                </a:lnTo>
                <a:lnTo>
                  <a:pt x="10385781" y="4291190"/>
                </a:lnTo>
                <a:lnTo>
                  <a:pt x="10390099" y="4286923"/>
                </a:lnTo>
                <a:lnTo>
                  <a:pt x="10390099" y="4276382"/>
                </a:lnTo>
                <a:lnTo>
                  <a:pt x="10385781" y="4272114"/>
                </a:lnTo>
                <a:close/>
              </a:path>
              <a:path w="10390505" h="4652010">
                <a:moveTo>
                  <a:pt x="10385781" y="4310240"/>
                </a:moveTo>
                <a:lnTo>
                  <a:pt x="10375367" y="4310240"/>
                </a:lnTo>
                <a:lnTo>
                  <a:pt x="10371049" y="4314507"/>
                </a:lnTo>
                <a:lnTo>
                  <a:pt x="10371049" y="4325048"/>
                </a:lnTo>
                <a:lnTo>
                  <a:pt x="10375367" y="4329303"/>
                </a:lnTo>
                <a:lnTo>
                  <a:pt x="10385781" y="4329303"/>
                </a:lnTo>
                <a:lnTo>
                  <a:pt x="10390099" y="4325048"/>
                </a:lnTo>
                <a:lnTo>
                  <a:pt x="10390099" y="4314507"/>
                </a:lnTo>
                <a:lnTo>
                  <a:pt x="10385781" y="4310240"/>
                </a:lnTo>
                <a:close/>
              </a:path>
              <a:path w="10390505" h="4652010">
                <a:moveTo>
                  <a:pt x="10385781" y="4348353"/>
                </a:moveTo>
                <a:lnTo>
                  <a:pt x="10375367" y="4348353"/>
                </a:lnTo>
                <a:lnTo>
                  <a:pt x="10371049" y="4352620"/>
                </a:lnTo>
                <a:lnTo>
                  <a:pt x="10371049" y="4363161"/>
                </a:lnTo>
                <a:lnTo>
                  <a:pt x="10375367" y="4367428"/>
                </a:lnTo>
                <a:lnTo>
                  <a:pt x="10385781" y="4367428"/>
                </a:lnTo>
                <a:lnTo>
                  <a:pt x="10390099" y="4363161"/>
                </a:lnTo>
                <a:lnTo>
                  <a:pt x="10390099" y="4352620"/>
                </a:lnTo>
                <a:lnTo>
                  <a:pt x="10385781" y="4348353"/>
                </a:lnTo>
                <a:close/>
              </a:path>
              <a:path w="10390505" h="4652010">
                <a:moveTo>
                  <a:pt x="10385781" y="4386478"/>
                </a:moveTo>
                <a:lnTo>
                  <a:pt x="10375367" y="4386478"/>
                </a:lnTo>
                <a:lnTo>
                  <a:pt x="10371049" y="4390745"/>
                </a:lnTo>
                <a:lnTo>
                  <a:pt x="10371049" y="4401286"/>
                </a:lnTo>
                <a:lnTo>
                  <a:pt x="10375367" y="4405541"/>
                </a:lnTo>
                <a:lnTo>
                  <a:pt x="10385781" y="4405541"/>
                </a:lnTo>
                <a:lnTo>
                  <a:pt x="10390099" y="4401286"/>
                </a:lnTo>
                <a:lnTo>
                  <a:pt x="10390099" y="4390745"/>
                </a:lnTo>
                <a:lnTo>
                  <a:pt x="10385781" y="4386478"/>
                </a:lnTo>
                <a:close/>
              </a:path>
              <a:path w="10390505" h="4652010">
                <a:moveTo>
                  <a:pt x="10385781" y="4424603"/>
                </a:moveTo>
                <a:lnTo>
                  <a:pt x="10375367" y="4424603"/>
                </a:lnTo>
                <a:lnTo>
                  <a:pt x="10371049" y="4428858"/>
                </a:lnTo>
                <a:lnTo>
                  <a:pt x="10371049" y="4439399"/>
                </a:lnTo>
                <a:lnTo>
                  <a:pt x="10375367" y="4443666"/>
                </a:lnTo>
                <a:lnTo>
                  <a:pt x="10385781" y="4443666"/>
                </a:lnTo>
                <a:lnTo>
                  <a:pt x="10390099" y="4439399"/>
                </a:lnTo>
                <a:lnTo>
                  <a:pt x="10390099" y="4428858"/>
                </a:lnTo>
                <a:lnTo>
                  <a:pt x="10385781" y="4424603"/>
                </a:lnTo>
                <a:close/>
              </a:path>
              <a:path w="10390505" h="4652010">
                <a:moveTo>
                  <a:pt x="10385781" y="4462716"/>
                </a:moveTo>
                <a:lnTo>
                  <a:pt x="10375367" y="4462716"/>
                </a:lnTo>
                <a:lnTo>
                  <a:pt x="10371049" y="4466983"/>
                </a:lnTo>
                <a:lnTo>
                  <a:pt x="10371049" y="4477524"/>
                </a:lnTo>
                <a:lnTo>
                  <a:pt x="10375367" y="4481791"/>
                </a:lnTo>
                <a:lnTo>
                  <a:pt x="10385781" y="4481791"/>
                </a:lnTo>
                <a:lnTo>
                  <a:pt x="10390099" y="4477524"/>
                </a:lnTo>
                <a:lnTo>
                  <a:pt x="10390099" y="4466983"/>
                </a:lnTo>
                <a:lnTo>
                  <a:pt x="10385781" y="4462716"/>
                </a:lnTo>
                <a:close/>
              </a:path>
              <a:path w="10390505" h="4652010">
                <a:moveTo>
                  <a:pt x="10367665" y="4507585"/>
                </a:moveTo>
                <a:lnTo>
                  <a:pt x="10367157" y="4509249"/>
                </a:lnTo>
                <a:lnTo>
                  <a:pt x="10366237" y="4512665"/>
                </a:lnTo>
                <a:lnTo>
                  <a:pt x="10369059" y="4517732"/>
                </a:lnTo>
                <a:lnTo>
                  <a:pt x="10369144" y="4517885"/>
                </a:lnTo>
                <a:lnTo>
                  <a:pt x="10379304" y="4520704"/>
                </a:lnTo>
                <a:lnTo>
                  <a:pt x="10384511" y="4517732"/>
                </a:lnTo>
                <a:lnTo>
                  <a:pt x="10385908" y="4512665"/>
                </a:lnTo>
                <a:lnTo>
                  <a:pt x="10367665" y="4507585"/>
                </a:lnTo>
                <a:close/>
              </a:path>
              <a:path w="10390505" h="4652010">
                <a:moveTo>
                  <a:pt x="10374224" y="4499508"/>
                </a:moveTo>
                <a:lnTo>
                  <a:pt x="10369017" y="4502480"/>
                </a:lnTo>
                <a:lnTo>
                  <a:pt x="10367609" y="4507585"/>
                </a:lnTo>
                <a:lnTo>
                  <a:pt x="10367756" y="4507585"/>
                </a:lnTo>
                <a:lnTo>
                  <a:pt x="10385953" y="4512665"/>
                </a:lnTo>
                <a:lnTo>
                  <a:pt x="10386416" y="4510963"/>
                </a:lnTo>
                <a:lnTo>
                  <a:pt x="10387432" y="4507585"/>
                </a:lnTo>
                <a:lnTo>
                  <a:pt x="10384472" y="4502480"/>
                </a:lnTo>
                <a:lnTo>
                  <a:pt x="10384384" y="4502327"/>
                </a:lnTo>
                <a:lnTo>
                  <a:pt x="10374224" y="4499508"/>
                </a:lnTo>
                <a:close/>
              </a:path>
              <a:path w="10390505" h="4652010">
                <a:moveTo>
                  <a:pt x="10356190" y="4541672"/>
                </a:moveTo>
                <a:lnTo>
                  <a:pt x="10353650" y="4546320"/>
                </a:lnTo>
                <a:lnTo>
                  <a:pt x="10355428" y="4552086"/>
                </a:lnTo>
                <a:lnTo>
                  <a:pt x="10360127" y="4554537"/>
                </a:lnTo>
                <a:lnTo>
                  <a:pt x="10364699" y="4557001"/>
                </a:lnTo>
                <a:lnTo>
                  <a:pt x="10370541" y="4555223"/>
                </a:lnTo>
                <a:lnTo>
                  <a:pt x="10372954" y="4550575"/>
                </a:lnTo>
                <a:lnTo>
                  <a:pt x="10356190" y="4541672"/>
                </a:lnTo>
                <a:close/>
              </a:path>
              <a:path w="10390505" h="4652010">
                <a:moveTo>
                  <a:pt x="10364445" y="4535233"/>
                </a:moveTo>
                <a:lnTo>
                  <a:pt x="10358603" y="4536998"/>
                </a:lnTo>
                <a:lnTo>
                  <a:pt x="10356190" y="4541672"/>
                </a:lnTo>
                <a:lnTo>
                  <a:pt x="10372978" y="4550575"/>
                </a:lnTo>
                <a:lnTo>
                  <a:pt x="10375494" y="4545914"/>
                </a:lnTo>
                <a:lnTo>
                  <a:pt x="10373716" y="4540148"/>
                </a:lnTo>
                <a:lnTo>
                  <a:pt x="10369017" y="4537684"/>
                </a:lnTo>
                <a:lnTo>
                  <a:pt x="10364445" y="4535233"/>
                </a:lnTo>
                <a:close/>
              </a:path>
              <a:path w="10390505" h="4652010">
                <a:moveTo>
                  <a:pt x="10337140" y="4572508"/>
                </a:moveTo>
                <a:lnTo>
                  <a:pt x="10333838" y="4576622"/>
                </a:lnTo>
                <a:lnTo>
                  <a:pt x="10334473" y="4582617"/>
                </a:lnTo>
                <a:lnTo>
                  <a:pt x="10338664" y="4585893"/>
                </a:lnTo>
                <a:lnTo>
                  <a:pt x="10342728" y="4589183"/>
                </a:lnTo>
                <a:lnTo>
                  <a:pt x="10348697" y="4588522"/>
                </a:lnTo>
                <a:lnTo>
                  <a:pt x="10351999" y="4584407"/>
                </a:lnTo>
                <a:lnTo>
                  <a:pt x="10337140" y="4572508"/>
                </a:lnTo>
                <a:close/>
              </a:path>
              <a:path w="10390505" h="4652010">
                <a:moveTo>
                  <a:pt x="10346411" y="4567720"/>
                </a:moveTo>
                <a:lnTo>
                  <a:pt x="10340442" y="4568393"/>
                </a:lnTo>
                <a:lnTo>
                  <a:pt x="10338336" y="4571009"/>
                </a:lnTo>
                <a:lnTo>
                  <a:pt x="10337155" y="4572508"/>
                </a:lnTo>
                <a:lnTo>
                  <a:pt x="10352015" y="4584407"/>
                </a:lnTo>
                <a:lnTo>
                  <a:pt x="10355178" y="4580445"/>
                </a:lnTo>
                <a:lnTo>
                  <a:pt x="10355301" y="4580293"/>
                </a:lnTo>
                <a:lnTo>
                  <a:pt x="10354666" y="4574298"/>
                </a:lnTo>
                <a:lnTo>
                  <a:pt x="10350602" y="4571009"/>
                </a:lnTo>
                <a:lnTo>
                  <a:pt x="10346411" y="4567720"/>
                </a:lnTo>
                <a:close/>
              </a:path>
              <a:path w="10390505" h="4652010">
                <a:moveTo>
                  <a:pt x="10312502" y="4597654"/>
                </a:moveTo>
                <a:lnTo>
                  <a:pt x="10308184" y="4600638"/>
                </a:lnTo>
                <a:lnTo>
                  <a:pt x="10307041" y="4606569"/>
                </a:lnTo>
                <a:lnTo>
                  <a:pt x="10309962" y="4610900"/>
                </a:lnTo>
                <a:lnTo>
                  <a:pt x="10313010" y="4615243"/>
                </a:lnTo>
                <a:lnTo>
                  <a:pt x="10318979" y="4616335"/>
                </a:lnTo>
                <a:lnTo>
                  <a:pt x="10323297" y="4613351"/>
                </a:lnTo>
                <a:lnTo>
                  <a:pt x="10319614" y="4608118"/>
                </a:lnTo>
                <a:lnTo>
                  <a:pt x="10318633" y="4606569"/>
                </a:lnTo>
                <a:lnTo>
                  <a:pt x="10314535" y="4600638"/>
                </a:lnTo>
                <a:lnTo>
                  <a:pt x="10312502" y="4597654"/>
                </a:lnTo>
                <a:close/>
              </a:path>
              <a:path w="10390505" h="4652010">
                <a:moveTo>
                  <a:pt x="10316820" y="4594669"/>
                </a:moveTo>
                <a:lnTo>
                  <a:pt x="10312510" y="4597654"/>
                </a:lnTo>
                <a:lnTo>
                  <a:pt x="10323297" y="4613351"/>
                </a:lnTo>
                <a:lnTo>
                  <a:pt x="10327615" y="4610366"/>
                </a:lnTo>
                <a:lnTo>
                  <a:pt x="10328758" y="4604435"/>
                </a:lnTo>
                <a:lnTo>
                  <a:pt x="10325710" y="4600105"/>
                </a:lnTo>
                <a:lnTo>
                  <a:pt x="10322789" y="4595761"/>
                </a:lnTo>
                <a:lnTo>
                  <a:pt x="10316820" y="4594669"/>
                </a:lnTo>
                <a:close/>
              </a:path>
              <a:path w="10390505" h="4652010">
                <a:moveTo>
                  <a:pt x="10281906" y="4617085"/>
                </a:moveTo>
                <a:lnTo>
                  <a:pt x="10277069" y="4619193"/>
                </a:lnTo>
                <a:lnTo>
                  <a:pt x="10274910" y="4624828"/>
                </a:lnTo>
                <a:lnTo>
                  <a:pt x="10276942" y="4629635"/>
                </a:lnTo>
                <a:lnTo>
                  <a:pt x="10278150" y="4632326"/>
                </a:lnTo>
                <a:lnTo>
                  <a:pt x="10279178" y="4634471"/>
                </a:lnTo>
                <a:lnTo>
                  <a:pt x="10284816" y="4636607"/>
                </a:lnTo>
                <a:lnTo>
                  <a:pt x="10289515" y="4634471"/>
                </a:lnTo>
                <a:lnTo>
                  <a:pt x="10281906" y="4617085"/>
                </a:lnTo>
                <a:close/>
              </a:path>
              <a:path w="10390505" h="4652010">
                <a:moveTo>
                  <a:pt x="10286721" y="4614913"/>
                </a:moveTo>
                <a:lnTo>
                  <a:pt x="10281906" y="4617085"/>
                </a:lnTo>
                <a:lnTo>
                  <a:pt x="10287493" y="4629635"/>
                </a:lnTo>
                <a:lnTo>
                  <a:pt x="10288659" y="4632326"/>
                </a:lnTo>
                <a:lnTo>
                  <a:pt x="10289646" y="4634471"/>
                </a:lnTo>
                <a:lnTo>
                  <a:pt x="10294341" y="4632326"/>
                </a:lnTo>
                <a:lnTo>
                  <a:pt x="10296500" y="4626696"/>
                </a:lnTo>
                <a:lnTo>
                  <a:pt x="10294468" y="4621885"/>
                </a:lnTo>
                <a:lnTo>
                  <a:pt x="10292309" y="4617085"/>
                </a:lnTo>
                <a:lnTo>
                  <a:pt x="10286721" y="4614913"/>
                </a:lnTo>
                <a:close/>
              </a:path>
              <a:path w="10390505" h="4652010">
                <a:moveTo>
                  <a:pt x="10247605" y="4629024"/>
                </a:moveTo>
                <a:lnTo>
                  <a:pt x="10242525" y="4630237"/>
                </a:lnTo>
                <a:lnTo>
                  <a:pt x="10239455" y="4635199"/>
                </a:lnTo>
                <a:lnTo>
                  <a:pt x="10239350" y="4635369"/>
                </a:lnTo>
                <a:lnTo>
                  <a:pt x="10240493" y="4640488"/>
                </a:lnTo>
                <a:lnTo>
                  <a:pt x="10241763" y="4645606"/>
                </a:lnTo>
                <a:lnTo>
                  <a:pt x="10246843" y="4648774"/>
                </a:lnTo>
                <a:lnTo>
                  <a:pt x="10252050" y="4647562"/>
                </a:lnTo>
                <a:lnTo>
                  <a:pt x="10250526" y="4641382"/>
                </a:lnTo>
                <a:lnTo>
                  <a:pt x="10250527" y="4641212"/>
                </a:lnTo>
                <a:lnTo>
                  <a:pt x="10247605" y="4629024"/>
                </a:lnTo>
                <a:close/>
              </a:path>
              <a:path w="10390505" h="4652010">
                <a:moveTo>
                  <a:pt x="10252812" y="4627807"/>
                </a:moveTo>
                <a:lnTo>
                  <a:pt x="10247605" y="4629024"/>
                </a:lnTo>
                <a:lnTo>
                  <a:pt x="10248086" y="4630973"/>
                </a:lnTo>
                <a:lnTo>
                  <a:pt x="10252051" y="4647562"/>
                </a:lnTo>
                <a:lnTo>
                  <a:pt x="10257130" y="4646344"/>
                </a:lnTo>
                <a:lnTo>
                  <a:pt x="10260199" y="4641382"/>
                </a:lnTo>
                <a:lnTo>
                  <a:pt x="10260305" y="4641212"/>
                </a:lnTo>
                <a:lnTo>
                  <a:pt x="10259035" y="4636093"/>
                </a:lnTo>
                <a:lnTo>
                  <a:pt x="10257892" y="4630973"/>
                </a:lnTo>
                <a:lnTo>
                  <a:pt x="10252812" y="4627807"/>
                </a:lnTo>
                <a:close/>
              </a:path>
              <a:path w="10390505" h="4652010">
                <a:moveTo>
                  <a:pt x="10212045" y="4632958"/>
                </a:moveTo>
                <a:lnTo>
                  <a:pt x="10206711" y="4632958"/>
                </a:lnTo>
                <a:lnTo>
                  <a:pt x="10202520" y="4637222"/>
                </a:lnTo>
                <a:lnTo>
                  <a:pt x="10202520" y="4647742"/>
                </a:lnTo>
                <a:lnTo>
                  <a:pt x="10206711" y="4652008"/>
                </a:lnTo>
                <a:lnTo>
                  <a:pt x="10212045" y="4652008"/>
                </a:lnTo>
                <a:lnTo>
                  <a:pt x="10212045" y="4632958"/>
                </a:lnTo>
                <a:close/>
              </a:path>
              <a:path w="10390505" h="4652010">
                <a:moveTo>
                  <a:pt x="10217252" y="4632958"/>
                </a:moveTo>
                <a:lnTo>
                  <a:pt x="10212045" y="4632958"/>
                </a:lnTo>
                <a:lnTo>
                  <a:pt x="10212045" y="4652008"/>
                </a:lnTo>
                <a:lnTo>
                  <a:pt x="10217252" y="4652008"/>
                </a:lnTo>
                <a:lnTo>
                  <a:pt x="10221570" y="4647742"/>
                </a:lnTo>
                <a:lnTo>
                  <a:pt x="10221570" y="4637222"/>
                </a:lnTo>
                <a:lnTo>
                  <a:pt x="10217252" y="4632958"/>
                </a:lnTo>
                <a:close/>
              </a:path>
              <a:path w="10390505" h="4652010">
                <a:moveTo>
                  <a:pt x="10173945" y="4632958"/>
                </a:moveTo>
                <a:lnTo>
                  <a:pt x="10168611" y="4632958"/>
                </a:lnTo>
                <a:lnTo>
                  <a:pt x="10164420" y="4637222"/>
                </a:lnTo>
                <a:lnTo>
                  <a:pt x="10164420" y="4647742"/>
                </a:lnTo>
                <a:lnTo>
                  <a:pt x="10168611" y="4652008"/>
                </a:lnTo>
                <a:lnTo>
                  <a:pt x="10173945" y="4652008"/>
                </a:lnTo>
                <a:lnTo>
                  <a:pt x="10173945" y="4632958"/>
                </a:lnTo>
                <a:close/>
              </a:path>
              <a:path w="10390505" h="4652010">
                <a:moveTo>
                  <a:pt x="10179152" y="4632958"/>
                </a:moveTo>
                <a:lnTo>
                  <a:pt x="10173945" y="4632958"/>
                </a:lnTo>
                <a:lnTo>
                  <a:pt x="10173945" y="4652008"/>
                </a:lnTo>
                <a:lnTo>
                  <a:pt x="10179152" y="4652008"/>
                </a:lnTo>
                <a:lnTo>
                  <a:pt x="10183470" y="4647742"/>
                </a:lnTo>
                <a:lnTo>
                  <a:pt x="10183470" y="4637222"/>
                </a:lnTo>
                <a:lnTo>
                  <a:pt x="10179152" y="4632958"/>
                </a:lnTo>
                <a:close/>
              </a:path>
              <a:path w="10390505" h="4652010">
                <a:moveTo>
                  <a:pt x="10135718" y="4632958"/>
                </a:moveTo>
                <a:lnTo>
                  <a:pt x="10130511" y="4632958"/>
                </a:lnTo>
                <a:lnTo>
                  <a:pt x="10126193" y="4637222"/>
                </a:lnTo>
                <a:lnTo>
                  <a:pt x="10126193" y="4647742"/>
                </a:lnTo>
                <a:lnTo>
                  <a:pt x="10130511" y="4652008"/>
                </a:lnTo>
                <a:lnTo>
                  <a:pt x="10135718" y="4652008"/>
                </a:lnTo>
                <a:lnTo>
                  <a:pt x="10135718" y="4632958"/>
                </a:lnTo>
                <a:close/>
              </a:path>
              <a:path w="10390505" h="4652010">
                <a:moveTo>
                  <a:pt x="10135845" y="4645658"/>
                </a:moveTo>
                <a:lnTo>
                  <a:pt x="10135718" y="4645658"/>
                </a:lnTo>
                <a:lnTo>
                  <a:pt x="10135718" y="4652008"/>
                </a:lnTo>
                <a:lnTo>
                  <a:pt x="10135845" y="4652008"/>
                </a:lnTo>
                <a:lnTo>
                  <a:pt x="10135845" y="4645658"/>
                </a:lnTo>
                <a:close/>
              </a:path>
              <a:path w="10390505" h="4652010">
                <a:moveTo>
                  <a:pt x="10141052" y="4632958"/>
                </a:moveTo>
                <a:lnTo>
                  <a:pt x="10135845" y="4632958"/>
                </a:lnTo>
                <a:lnTo>
                  <a:pt x="10135845" y="4652008"/>
                </a:lnTo>
                <a:lnTo>
                  <a:pt x="10141052" y="4652008"/>
                </a:lnTo>
                <a:lnTo>
                  <a:pt x="10145370" y="4647742"/>
                </a:lnTo>
                <a:lnTo>
                  <a:pt x="10145370" y="4637222"/>
                </a:lnTo>
                <a:lnTo>
                  <a:pt x="10141052" y="4632958"/>
                </a:lnTo>
                <a:close/>
              </a:path>
              <a:path w="10390505" h="4652010">
                <a:moveTo>
                  <a:pt x="10135845" y="4632958"/>
                </a:moveTo>
                <a:lnTo>
                  <a:pt x="10135718" y="4632958"/>
                </a:lnTo>
                <a:lnTo>
                  <a:pt x="10135718" y="4639308"/>
                </a:lnTo>
                <a:lnTo>
                  <a:pt x="10135845" y="4639308"/>
                </a:lnTo>
                <a:lnTo>
                  <a:pt x="10135845" y="4632958"/>
                </a:lnTo>
                <a:close/>
              </a:path>
              <a:path w="10390505" h="4652010">
                <a:moveTo>
                  <a:pt x="10097618" y="4632958"/>
                </a:moveTo>
                <a:lnTo>
                  <a:pt x="10092411" y="4632958"/>
                </a:lnTo>
                <a:lnTo>
                  <a:pt x="10088093" y="4637222"/>
                </a:lnTo>
                <a:lnTo>
                  <a:pt x="10088093" y="4647742"/>
                </a:lnTo>
                <a:lnTo>
                  <a:pt x="10092411" y="4652008"/>
                </a:lnTo>
                <a:lnTo>
                  <a:pt x="10097618" y="4652008"/>
                </a:lnTo>
                <a:lnTo>
                  <a:pt x="10097618" y="4632958"/>
                </a:lnTo>
                <a:close/>
              </a:path>
              <a:path w="10390505" h="4652010">
                <a:moveTo>
                  <a:pt x="10102952" y="4632958"/>
                </a:moveTo>
                <a:lnTo>
                  <a:pt x="10097618" y="4632958"/>
                </a:lnTo>
                <a:lnTo>
                  <a:pt x="10097618" y="4652008"/>
                </a:lnTo>
                <a:lnTo>
                  <a:pt x="10102952" y="4652008"/>
                </a:lnTo>
                <a:lnTo>
                  <a:pt x="10107143" y="4647742"/>
                </a:lnTo>
                <a:lnTo>
                  <a:pt x="10107143" y="4637222"/>
                </a:lnTo>
                <a:lnTo>
                  <a:pt x="10102952" y="4632958"/>
                </a:lnTo>
                <a:close/>
              </a:path>
              <a:path w="10390505" h="4652010">
                <a:moveTo>
                  <a:pt x="10059518" y="4632958"/>
                </a:moveTo>
                <a:lnTo>
                  <a:pt x="10054311" y="4632958"/>
                </a:lnTo>
                <a:lnTo>
                  <a:pt x="10049993" y="4637222"/>
                </a:lnTo>
                <a:lnTo>
                  <a:pt x="10049993" y="4647742"/>
                </a:lnTo>
                <a:lnTo>
                  <a:pt x="10054311" y="4652008"/>
                </a:lnTo>
                <a:lnTo>
                  <a:pt x="10059518" y="4652008"/>
                </a:lnTo>
                <a:lnTo>
                  <a:pt x="10059518" y="4632958"/>
                </a:lnTo>
                <a:close/>
              </a:path>
              <a:path w="10390505" h="4652010">
                <a:moveTo>
                  <a:pt x="10064852" y="4632958"/>
                </a:moveTo>
                <a:lnTo>
                  <a:pt x="10059518" y="4632958"/>
                </a:lnTo>
                <a:lnTo>
                  <a:pt x="10059518" y="4652008"/>
                </a:lnTo>
                <a:lnTo>
                  <a:pt x="10064852" y="4652008"/>
                </a:lnTo>
                <a:lnTo>
                  <a:pt x="10069043" y="4647742"/>
                </a:lnTo>
                <a:lnTo>
                  <a:pt x="10069043" y="4637222"/>
                </a:lnTo>
                <a:lnTo>
                  <a:pt x="10064852" y="4632958"/>
                </a:lnTo>
                <a:close/>
              </a:path>
              <a:path w="10390505" h="4652010">
                <a:moveTo>
                  <a:pt x="10021418" y="4632958"/>
                </a:moveTo>
                <a:lnTo>
                  <a:pt x="10016084" y="4632958"/>
                </a:lnTo>
                <a:lnTo>
                  <a:pt x="10011893" y="4637222"/>
                </a:lnTo>
                <a:lnTo>
                  <a:pt x="10011893" y="4647742"/>
                </a:lnTo>
                <a:lnTo>
                  <a:pt x="10016084" y="4652008"/>
                </a:lnTo>
                <a:lnTo>
                  <a:pt x="10021418" y="4652008"/>
                </a:lnTo>
                <a:lnTo>
                  <a:pt x="10021418" y="4632958"/>
                </a:lnTo>
                <a:close/>
              </a:path>
              <a:path w="10390505" h="4652010">
                <a:moveTo>
                  <a:pt x="10026625" y="4632958"/>
                </a:moveTo>
                <a:lnTo>
                  <a:pt x="10021418" y="4632958"/>
                </a:lnTo>
                <a:lnTo>
                  <a:pt x="10021418" y="4652008"/>
                </a:lnTo>
                <a:lnTo>
                  <a:pt x="10026625" y="4652008"/>
                </a:lnTo>
                <a:lnTo>
                  <a:pt x="10030943" y="4647742"/>
                </a:lnTo>
                <a:lnTo>
                  <a:pt x="10030943" y="4637222"/>
                </a:lnTo>
                <a:lnTo>
                  <a:pt x="10026625" y="4632958"/>
                </a:lnTo>
                <a:close/>
              </a:path>
              <a:path w="10390505" h="4652010">
                <a:moveTo>
                  <a:pt x="9983318" y="4632958"/>
                </a:moveTo>
                <a:lnTo>
                  <a:pt x="9977984" y="4632958"/>
                </a:lnTo>
                <a:lnTo>
                  <a:pt x="9973793" y="4637222"/>
                </a:lnTo>
                <a:lnTo>
                  <a:pt x="9973793" y="4647742"/>
                </a:lnTo>
                <a:lnTo>
                  <a:pt x="9977984" y="4652008"/>
                </a:lnTo>
                <a:lnTo>
                  <a:pt x="9983318" y="4652008"/>
                </a:lnTo>
                <a:lnTo>
                  <a:pt x="9983318" y="4632958"/>
                </a:lnTo>
                <a:close/>
              </a:path>
              <a:path w="10390505" h="4652010">
                <a:moveTo>
                  <a:pt x="9988525" y="4632958"/>
                </a:moveTo>
                <a:lnTo>
                  <a:pt x="9983318" y="4632958"/>
                </a:lnTo>
                <a:lnTo>
                  <a:pt x="9983318" y="4652008"/>
                </a:lnTo>
                <a:lnTo>
                  <a:pt x="9988525" y="4652008"/>
                </a:lnTo>
                <a:lnTo>
                  <a:pt x="9992843" y="4647742"/>
                </a:lnTo>
                <a:lnTo>
                  <a:pt x="9992843" y="4637222"/>
                </a:lnTo>
                <a:lnTo>
                  <a:pt x="9988525" y="4632958"/>
                </a:lnTo>
                <a:close/>
              </a:path>
              <a:path w="10390505" h="4652010">
                <a:moveTo>
                  <a:pt x="9945218" y="4632958"/>
                </a:moveTo>
                <a:lnTo>
                  <a:pt x="9939884" y="4632958"/>
                </a:lnTo>
                <a:lnTo>
                  <a:pt x="9935693" y="4637222"/>
                </a:lnTo>
                <a:lnTo>
                  <a:pt x="9935693" y="4647742"/>
                </a:lnTo>
                <a:lnTo>
                  <a:pt x="9939884" y="4652008"/>
                </a:lnTo>
                <a:lnTo>
                  <a:pt x="9945218" y="4652008"/>
                </a:lnTo>
                <a:lnTo>
                  <a:pt x="9945218" y="4632958"/>
                </a:lnTo>
                <a:close/>
              </a:path>
              <a:path w="10390505" h="4652010">
                <a:moveTo>
                  <a:pt x="9950425" y="4632958"/>
                </a:moveTo>
                <a:lnTo>
                  <a:pt x="9945218" y="4632958"/>
                </a:lnTo>
                <a:lnTo>
                  <a:pt x="9945218" y="4652008"/>
                </a:lnTo>
                <a:lnTo>
                  <a:pt x="9950425" y="4652008"/>
                </a:lnTo>
                <a:lnTo>
                  <a:pt x="9954743" y="4647742"/>
                </a:lnTo>
                <a:lnTo>
                  <a:pt x="9954743" y="4637222"/>
                </a:lnTo>
                <a:lnTo>
                  <a:pt x="9950425" y="4632958"/>
                </a:lnTo>
                <a:close/>
              </a:path>
              <a:path w="10390505" h="4652010">
                <a:moveTo>
                  <a:pt x="9906991" y="4632958"/>
                </a:moveTo>
                <a:lnTo>
                  <a:pt x="9901784" y="4632958"/>
                </a:lnTo>
                <a:lnTo>
                  <a:pt x="9897466" y="4637222"/>
                </a:lnTo>
                <a:lnTo>
                  <a:pt x="9897466" y="4647742"/>
                </a:lnTo>
                <a:lnTo>
                  <a:pt x="9901784" y="4652008"/>
                </a:lnTo>
                <a:lnTo>
                  <a:pt x="9906991" y="4652008"/>
                </a:lnTo>
                <a:lnTo>
                  <a:pt x="9906991" y="4632958"/>
                </a:lnTo>
                <a:close/>
              </a:path>
              <a:path w="10390505" h="4652010">
                <a:moveTo>
                  <a:pt x="9912325" y="4632958"/>
                </a:moveTo>
                <a:lnTo>
                  <a:pt x="9907118" y="4632958"/>
                </a:lnTo>
                <a:lnTo>
                  <a:pt x="9907118" y="4652008"/>
                </a:lnTo>
                <a:lnTo>
                  <a:pt x="9912325" y="4652008"/>
                </a:lnTo>
                <a:lnTo>
                  <a:pt x="9916643" y="4647742"/>
                </a:lnTo>
                <a:lnTo>
                  <a:pt x="9916643" y="4637222"/>
                </a:lnTo>
                <a:lnTo>
                  <a:pt x="9912325" y="4632958"/>
                </a:lnTo>
                <a:close/>
              </a:path>
              <a:path w="10390505" h="4652010">
                <a:moveTo>
                  <a:pt x="9868891" y="4632958"/>
                </a:moveTo>
                <a:lnTo>
                  <a:pt x="9863684" y="4632958"/>
                </a:lnTo>
                <a:lnTo>
                  <a:pt x="9859366" y="4637222"/>
                </a:lnTo>
                <a:lnTo>
                  <a:pt x="9859366" y="4647742"/>
                </a:lnTo>
                <a:lnTo>
                  <a:pt x="9863684" y="4652008"/>
                </a:lnTo>
                <a:lnTo>
                  <a:pt x="9868891" y="4652008"/>
                </a:lnTo>
                <a:lnTo>
                  <a:pt x="9868891" y="4632958"/>
                </a:lnTo>
                <a:close/>
              </a:path>
              <a:path w="10390505" h="4652010">
                <a:moveTo>
                  <a:pt x="9874225" y="4632958"/>
                </a:moveTo>
                <a:lnTo>
                  <a:pt x="9868891" y="4632958"/>
                </a:lnTo>
                <a:lnTo>
                  <a:pt x="9868891" y="4652008"/>
                </a:lnTo>
                <a:lnTo>
                  <a:pt x="9874225" y="4652008"/>
                </a:lnTo>
                <a:lnTo>
                  <a:pt x="9878416" y="4647742"/>
                </a:lnTo>
                <a:lnTo>
                  <a:pt x="9878416" y="4637222"/>
                </a:lnTo>
                <a:lnTo>
                  <a:pt x="9874225" y="4632958"/>
                </a:lnTo>
                <a:close/>
              </a:path>
              <a:path w="10390505" h="4652010">
                <a:moveTo>
                  <a:pt x="9830791" y="4632958"/>
                </a:moveTo>
                <a:lnTo>
                  <a:pt x="9825584" y="4632958"/>
                </a:lnTo>
                <a:lnTo>
                  <a:pt x="9821266" y="4637222"/>
                </a:lnTo>
                <a:lnTo>
                  <a:pt x="9821266" y="4647742"/>
                </a:lnTo>
                <a:lnTo>
                  <a:pt x="9825584" y="4652008"/>
                </a:lnTo>
                <a:lnTo>
                  <a:pt x="9830791" y="4652008"/>
                </a:lnTo>
                <a:lnTo>
                  <a:pt x="9830791" y="4632958"/>
                </a:lnTo>
                <a:close/>
              </a:path>
              <a:path w="10390505" h="4652010">
                <a:moveTo>
                  <a:pt x="9836125" y="4632958"/>
                </a:moveTo>
                <a:lnTo>
                  <a:pt x="9830791" y="4632958"/>
                </a:lnTo>
                <a:lnTo>
                  <a:pt x="9830791" y="4652008"/>
                </a:lnTo>
                <a:lnTo>
                  <a:pt x="9836125" y="4652008"/>
                </a:lnTo>
                <a:lnTo>
                  <a:pt x="9840316" y="4647742"/>
                </a:lnTo>
                <a:lnTo>
                  <a:pt x="9840316" y="4637222"/>
                </a:lnTo>
                <a:lnTo>
                  <a:pt x="9836125" y="4632958"/>
                </a:lnTo>
                <a:close/>
              </a:path>
              <a:path w="10390505" h="4652010">
                <a:moveTo>
                  <a:pt x="9792691" y="4632958"/>
                </a:moveTo>
                <a:lnTo>
                  <a:pt x="9787484" y="4632958"/>
                </a:lnTo>
                <a:lnTo>
                  <a:pt x="9783166" y="4637222"/>
                </a:lnTo>
                <a:lnTo>
                  <a:pt x="9783166" y="4647742"/>
                </a:lnTo>
                <a:lnTo>
                  <a:pt x="9787484" y="4652008"/>
                </a:lnTo>
                <a:lnTo>
                  <a:pt x="9792691" y="4652008"/>
                </a:lnTo>
                <a:lnTo>
                  <a:pt x="9792691" y="4632958"/>
                </a:lnTo>
                <a:close/>
              </a:path>
              <a:path w="10390505" h="4652010">
                <a:moveTo>
                  <a:pt x="9798025" y="4632958"/>
                </a:moveTo>
                <a:lnTo>
                  <a:pt x="9792691" y="4632958"/>
                </a:lnTo>
                <a:lnTo>
                  <a:pt x="9792691" y="4652008"/>
                </a:lnTo>
                <a:lnTo>
                  <a:pt x="9798025" y="4652008"/>
                </a:lnTo>
                <a:lnTo>
                  <a:pt x="9802216" y="4647742"/>
                </a:lnTo>
                <a:lnTo>
                  <a:pt x="9802216" y="4637222"/>
                </a:lnTo>
                <a:lnTo>
                  <a:pt x="9798025" y="4632958"/>
                </a:lnTo>
                <a:close/>
              </a:path>
              <a:path w="10390505" h="4652010">
                <a:moveTo>
                  <a:pt x="9754591" y="4632958"/>
                </a:moveTo>
                <a:lnTo>
                  <a:pt x="9749257" y="4632958"/>
                </a:lnTo>
                <a:lnTo>
                  <a:pt x="9745066" y="4637222"/>
                </a:lnTo>
                <a:lnTo>
                  <a:pt x="9745066" y="4647742"/>
                </a:lnTo>
                <a:lnTo>
                  <a:pt x="9749257" y="4652008"/>
                </a:lnTo>
                <a:lnTo>
                  <a:pt x="9754591" y="4652008"/>
                </a:lnTo>
                <a:lnTo>
                  <a:pt x="9754591" y="4632958"/>
                </a:lnTo>
                <a:close/>
              </a:path>
              <a:path w="10390505" h="4652010">
                <a:moveTo>
                  <a:pt x="9759798" y="4632958"/>
                </a:moveTo>
                <a:lnTo>
                  <a:pt x="9754591" y="4632958"/>
                </a:lnTo>
                <a:lnTo>
                  <a:pt x="9754591" y="4652008"/>
                </a:lnTo>
                <a:lnTo>
                  <a:pt x="9759798" y="4652008"/>
                </a:lnTo>
                <a:lnTo>
                  <a:pt x="9764116" y="4647742"/>
                </a:lnTo>
                <a:lnTo>
                  <a:pt x="9764116" y="4637222"/>
                </a:lnTo>
                <a:lnTo>
                  <a:pt x="9759798" y="4632958"/>
                </a:lnTo>
                <a:close/>
              </a:path>
              <a:path w="10390505" h="4652010">
                <a:moveTo>
                  <a:pt x="9716491" y="4632958"/>
                </a:moveTo>
                <a:lnTo>
                  <a:pt x="9711157" y="4632958"/>
                </a:lnTo>
                <a:lnTo>
                  <a:pt x="9706966" y="4637222"/>
                </a:lnTo>
                <a:lnTo>
                  <a:pt x="9706966" y="4647742"/>
                </a:lnTo>
                <a:lnTo>
                  <a:pt x="9711157" y="4652008"/>
                </a:lnTo>
                <a:lnTo>
                  <a:pt x="9716491" y="4652008"/>
                </a:lnTo>
                <a:lnTo>
                  <a:pt x="9716491" y="4632958"/>
                </a:lnTo>
                <a:close/>
              </a:path>
              <a:path w="10390505" h="4652010">
                <a:moveTo>
                  <a:pt x="9721698" y="4632958"/>
                </a:moveTo>
                <a:lnTo>
                  <a:pt x="9716491" y="4632958"/>
                </a:lnTo>
                <a:lnTo>
                  <a:pt x="9716491" y="4652008"/>
                </a:lnTo>
                <a:lnTo>
                  <a:pt x="9721698" y="4652008"/>
                </a:lnTo>
                <a:lnTo>
                  <a:pt x="9726016" y="4647742"/>
                </a:lnTo>
                <a:lnTo>
                  <a:pt x="9726016" y="4637222"/>
                </a:lnTo>
                <a:lnTo>
                  <a:pt x="9721698" y="4632958"/>
                </a:lnTo>
                <a:close/>
              </a:path>
              <a:path w="10390505" h="4652010">
                <a:moveTo>
                  <a:pt x="9678264" y="4632958"/>
                </a:moveTo>
                <a:lnTo>
                  <a:pt x="9673057" y="4632958"/>
                </a:lnTo>
                <a:lnTo>
                  <a:pt x="9668739" y="4637222"/>
                </a:lnTo>
                <a:lnTo>
                  <a:pt x="9668739" y="4647742"/>
                </a:lnTo>
                <a:lnTo>
                  <a:pt x="9673057" y="4652008"/>
                </a:lnTo>
                <a:lnTo>
                  <a:pt x="9678264" y="4652008"/>
                </a:lnTo>
                <a:lnTo>
                  <a:pt x="9678264" y="4632958"/>
                </a:lnTo>
                <a:close/>
              </a:path>
              <a:path w="10390505" h="4652010">
                <a:moveTo>
                  <a:pt x="9683598" y="4632958"/>
                </a:moveTo>
                <a:lnTo>
                  <a:pt x="9678391" y="4632958"/>
                </a:lnTo>
                <a:lnTo>
                  <a:pt x="9678391" y="4652008"/>
                </a:lnTo>
                <a:lnTo>
                  <a:pt x="9683598" y="4652008"/>
                </a:lnTo>
                <a:lnTo>
                  <a:pt x="9687916" y="4647742"/>
                </a:lnTo>
                <a:lnTo>
                  <a:pt x="9687916" y="4637222"/>
                </a:lnTo>
                <a:lnTo>
                  <a:pt x="9683598" y="4632958"/>
                </a:lnTo>
                <a:close/>
              </a:path>
              <a:path w="10390505" h="4652010">
                <a:moveTo>
                  <a:pt x="9640164" y="4632958"/>
                </a:moveTo>
                <a:lnTo>
                  <a:pt x="9634957" y="4632958"/>
                </a:lnTo>
                <a:lnTo>
                  <a:pt x="9630639" y="4637222"/>
                </a:lnTo>
                <a:lnTo>
                  <a:pt x="9630639" y="4647742"/>
                </a:lnTo>
                <a:lnTo>
                  <a:pt x="9634957" y="4652008"/>
                </a:lnTo>
                <a:lnTo>
                  <a:pt x="9640164" y="4652008"/>
                </a:lnTo>
                <a:lnTo>
                  <a:pt x="9640164" y="4632958"/>
                </a:lnTo>
                <a:close/>
              </a:path>
              <a:path w="10390505" h="4652010">
                <a:moveTo>
                  <a:pt x="9645498" y="4632958"/>
                </a:moveTo>
                <a:lnTo>
                  <a:pt x="9640164" y="4632958"/>
                </a:lnTo>
                <a:lnTo>
                  <a:pt x="9640164" y="4652008"/>
                </a:lnTo>
                <a:lnTo>
                  <a:pt x="9645498" y="4652008"/>
                </a:lnTo>
                <a:lnTo>
                  <a:pt x="9649689" y="4647742"/>
                </a:lnTo>
                <a:lnTo>
                  <a:pt x="9649689" y="4637222"/>
                </a:lnTo>
                <a:lnTo>
                  <a:pt x="9645498" y="4632958"/>
                </a:lnTo>
                <a:close/>
              </a:path>
              <a:path w="10390505" h="4652010">
                <a:moveTo>
                  <a:pt x="9602064" y="4632958"/>
                </a:moveTo>
                <a:lnTo>
                  <a:pt x="9596857" y="4632958"/>
                </a:lnTo>
                <a:lnTo>
                  <a:pt x="9592539" y="4637222"/>
                </a:lnTo>
                <a:lnTo>
                  <a:pt x="9592539" y="4647742"/>
                </a:lnTo>
                <a:lnTo>
                  <a:pt x="9596857" y="4652008"/>
                </a:lnTo>
                <a:lnTo>
                  <a:pt x="9602064" y="4652008"/>
                </a:lnTo>
                <a:lnTo>
                  <a:pt x="9602064" y="4632958"/>
                </a:lnTo>
                <a:close/>
              </a:path>
              <a:path w="10390505" h="4652010">
                <a:moveTo>
                  <a:pt x="9607398" y="4632958"/>
                </a:moveTo>
                <a:lnTo>
                  <a:pt x="9602064" y="4632958"/>
                </a:lnTo>
                <a:lnTo>
                  <a:pt x="9602064" y="4652008"/>
                </a:lnTo>
                <a:lnTo>
                  <a:pt x="9607398" y="4652008"/>
                </a:lnTo>
                <a:lnTo>
                  <a:pt x="9611589" y="4647742"/>
                </a:lnTo>
                <a:lnTo>
                  <a:pt x="9611589" y="4637222"/>
                </a:lnTo>
                <a:lnTo>
                  <a:pt x="9607398" y="4632958"/>
                </a:lnTo>
                <a:close/>
              </a:path>
              <a:path w="10390505" h="4652010">
                <a:moveTo>
                  <a:pt x="9563964" y="4632958"/>
                </a:moveTo>
                <a:lnTo>
                  <a:pt x="9558757" y="4632958"/>
                </a:lnTo>
                <a:lnTo>
                  <a:pt x="9554439" y="4637222"/>
                </a:lnTo>
                <a:lnTo>
                  <a:pt x="9554439" y="4647742"/>
                </a:lnTo>
                <a:lnTo>
                  <a:pt x="9558757" y="4652008"/>
                </a:lnTo>
                <a:lnTo>
                  <a:pt x="9563964" y="4652008"/>
                </a:lnTo>
                <a:lnTo>
                  <a:pt x="9563964" y="4632958"/>
                </a:lnTo>
                <a:close/>
              </a:path>
              <a:path w="10390505" h="4652010">
                <a:moveTo>
                  <a:pt x="9569298" y="4632958"/>
                </a:moveTo>
                <a:lnTo>
                  <a:pt x="9563964" y="4632958"/>
                </a:lnTo>
                <a:lnTo>
                  <a:pt x="9563964" y="4652008"/>
                </a:lnTo>
                <a:lnTo>
                  <a:pt x="9569298" y="4652008"/>
                </a:lnTo>
                <a:lnTo>
                  <a:pt x="9573489" y="4647742"/>
                </a:lnTo>
                <a:lnTo>
                  <a:pt x="9573489" y="4637222"/>
                </a:lnTo>
                <a:lnTo>
                  <a:pt x="9569298" y="4632958"/>
                </a:lnTo>
                <a:close/>
              </a:path>
              <a:path w="10390505" h="4652010">
                <a:moveTo>
                  <a:pt x="9525864" y="4632958"/>
                </a:moveTo>
                <a:lnTo>
                  <a:pt x="9520530" y="4632958"/>
                </a:lnTo>
                <a:lnTo>
                  <a:pt x="9516339" y="4637222"/>
                </a:lnTo>
                <a:lnTo>
                  <a:pt x="9516339" y="4647742"/>
                </a:lnTo>
                <a:lnTo>
                  <a:pt x="9520530" y="4652008"/>
                </a:lnTo>
                <a:lnTo>
                  <a:pt x="9525864" y="4652008"/>
                </a:lnTo>
                <a:lnTo>
                  <a:pt x="9525864" y="4632958"/>
                </a:lnTo>
                <a:close/>
              </a:path>
              <a:path w="10390505" h="4652010">
                <a:moveTo>
                  <a:pt x="9531071" y="4632958"/>
                </a:moveTo>
                <a:lnTo>
                  <a:pt x="9525864" y="4632958"/>
                </a:lnTo>
                <a:lnTo>
                  <a:pt x="9525864" y="4652008"/>
                </a:lnTo>
                <a:lnTo>
                  <a:pt x="9531071" y="4652008"/>
                </a:lnTo>
                <a:lnTo>
                  <a:pt x="9535389" y="4647742"/>
                </a:lnTo>
                <a:lnTo>
                  <a:pt x="9535389" y="4637222"/>
                </a:lnTo>
                <a:lnTo>
                  <a:pt x="9531071" y="4632958"/>
                </a:lnTo>
                <a:close/>
              </a:path>
              <a:path w="10390505" h="4652010">
                <a:moveTo>
                  <a:pt x="9487764" y="4632958"/>
                </a:moveTo>
                <a:lnTo>
                  <a:pt x="9482430" y="4632958"/>
                </a:lnTo>
                <a:lnTo>
                  <a:pt x="9478239" y="4637222"/>
                </a:lnTo>
                <a:lnTo>
                  <a:pt x="9478239" y="4647742"/>
                </a:lnTo>
                <a:lnTo>
                  <a:pt x="9482430" y="4652008"/>
                </a:lnTo>
                <a:lnTo>
                  <a:pt x="9487764" y="4652008"/>
                </a:lnTo>
                <a:lnTo>
                  <a:pt x="9487764" y="4632958"/>
                </a:lnTo>
                <a:close/>
              </a:path>
              <a:path w="10390505" h="4652010">
                <a:moveTo>
                  <a:pt x="9492971" y="4632958"/>
                </a:moveTo>
                <a:lnTo>
                  <a:pt x="9487764" y="4632958"/>
                </a:lnTo>
                <a:lnTo>
                  <a:pt x="9487764" y="4652008"/>
                </a:lnTo>
                <a:lnTo>
                  <a:pt x="9492971" y="4652008"/>
                </a:lnTo>
                <a:lnTo>
                  <a:pt x="9497289" y="4647742"/>
                </a:lnTo>
                <a:lnTo>
                  <a:pt x="9497289" y="4637222"/>
                </a:lnTo>
                <a:lnTo>
                  <a:pt x="9492971" y="4632958"/>
                </a:lnTo>
                <a:close/>
              </a:path>
              <a:path w="10390505" h="4652010">
                <a:moveTo>
                  <a:pt x="9449664" y="4632958"/>
                </a:moveTo>
                <a:lnTo>
                  <a:pt x="9444330" y="4632958"/>
                </a:lnTo>
                <a:lnTo>
                  <a:pt x="9440139" y="4637222"/>
                </a:lnTo>
                <a:lnTo>
                  <a:pt x="9440139" y="4647742"/>
                </a:lnTo>
                <a:lnTo>
                  <a:pt x="9444330" y="4652008"/>
                </a:lnTo>
                <a:lnTo>
                  <a:pt x="9449664" y="4652008"/>
                </a:lnTo>
                <a:lnTo>
                  <a:pt x="9449664" y="4632958"/>
                </a:lnTo>
                <a:close/>
              </a:path>
              <a:path w="10390505" h="4652010">
                <a:moveTo>
                  <a:pt x="9454871" y="4632958"/>
                </a:moveTo>
                <a:lnTo>
                  <a:pt x="9449664" y="4632958"/>
                </a:lnTo>
                <a:lnTo>
                  <a:pt x="9449664" y="4652008"/>
                </a:lnTo>
                <a:lnTo>
                  <a:pt x="9454871" y="4652008"/>
                </a:lnTo>
                <a:lnTo>
                  <a:pt x="9459189" y="4647742"/>
                </a:lnTo>
                <a:lnTo>
                  <a:pt x="9459189" y="4637222"/>
                </a:lnTo>
                <a:lnTo>
                  <a:pt x="9454871" y="4632958"/>
                </a:lnTo>
                <a:close/>
              </a:path>
              <a:path w="10390505" h="4652010">
                <a:moveTo>
                  <a:pt x="9411437" y="4632958"/>
                </a:moveTo>
                <a:lnTo>
                  <a:pt x="9406230" y="4632958"/>
                </a:lnTo>
                <a:lnTo>
                  <a:pt x="9401912" y="4637222"/>
                </a:lnTo>
                <a:lnTo>
                  <a:pt x="9401912" y="4647742"/>
                </a:lnTo>
                <a:lnTo>
                  <a:pt x="9406230" y="4652008"/>
                </a:lnTo>
                <a:lnTo>
                  <a:pt x="9411437" y="4652008"/>
                </a:lnTo>
                <a:lnTo>
                  <a:pt x="9411437" y="4632958"/>
                </a:lnTo>
                <a:close/>
              </a:path>
              <a:path w="10390505" h="4652010">
                <a:moveTo>
                  <a:pt x="9416771" y="4632958"/>
                </a:moveTo>
                <a:lnTo>
                  <a:pt x="9411564" y="4632958"/>
                </a:lnTo>
                <a:lnTo>
                  <a:pt x="9411564" y="4652008"/>
                </a:lnTo>
                <a:lnTo>
                  <a:pt x="9416771" y="4652008"/>
                </a:lnTo>
                <a:lnTo>
                  <a:pt x="9421089" y="4647742"/>
                </a:lnTo>
                <a:lnTo>
                  <a:pt x="9421089" y="4637222"/>
                </a:lnTo>
                <a:lnTo>
                  <a:pt x="9416771" y="4632958"/>
                </a:lnTo>
                <a:close/>
              </a:path>
              <a:path w="10390505" h="4652010">
                <a:moveTo>
                  <a:pt x="9373337" y="4632958"/>
                </a:moveTo>
                <a:lnTo>
                  <a:pt x="9368130" y="4632958"/>
                </a:lnTo>
                <a:lnTo>
                  <a:pt x="9363812" y="4637222"/>
                </a:lnTo>
                <a:lnTo>
                  <a:pt x="9363812" y="4647742"/>
                </a:lnTo>
                <a:lnTo>
                  <a:pt x="9368130" y="4652008"/>
                </a:lnTo>
                <a:lnTo>
                  <a:pt x="9373337" y="4652008"/>
                </a:lnTo>
                <a:lnTo>
                  <a:pt x="9373337" y="4632958"/>
                </a:lnTo>
                <a:close/>
              </a:path>
              <a:path w="10390505" h="4652010">
                <a:moveTo>
                  <a:pt x="9378671" y="4632958"/>
                </a:moveTo>
                <a:lnTo>
                  <a:pt x="9373337" y="4632958"/>
                </a:lnTo>
                <a:lnTo>
                  <a:pt x="9373337" y="4652008"/>
                </a:lnTo>
                <a:lnTo>
                  <a:pt x="9378671" y="4652008"/>
                </a:lnTo>
                <a:lnTo>
                  <a:pt x="9382862" y="4647742"/>
                </a:lnTo>
                <a:lnTo>
                  <a:pt x="9382862" y="4637222"/>
                </a:lnTo>
                <a:lnTo>
                  <a:pt x="9378671" y="4632958"/>
                </a:lnTo>
                <a:close/>
              </a:path>
              <a:path w="10390505" h="4652010">
                <a:moveTo>
                  <a:pt x="9335237" y="4632958"/>
                </a:moveTo>
                <a:lnTo>
                  <a:pt x="9330030" y="4632958"/>
                </a:lnTo>
                <a:lnTo>
                  <a:pt x="9325712" y="4637222"/>
                </a:lnTo>
                <a:lnTo>
                  <a:pt x="9325712" y="4647742"/>
                </a:lnTo>
                <a:lnTo>
                  <a:pt x="9330030" y="4652008"/>
                </a:lnTo>
                <a:lnTo>
                  <a:pt x="9335237" y="4652008"/>
                </a:lnTo>
                <a:lnTo>
                  <a:pt x="9335237" y="4632958"/>
                </a:lnTo>
                <a:close/>
              </a:path>
              <a:path w="10390505" h="4652010">
                <a:moveTo>
                  <a:pt x="9340571" y="4632958"/>
                </a:moveTo>
                <a:lnTo>
                  <a:pt x="9335237" y="4632958"/>
                </a:lnTo>
                <a:lnTo>
                  <a:pt x="9335237" y="4652008"/>
                </a:lnTo>
                <a:lnTo>
                  <a:pt x="9340571" y="4652008"/>
                </a:lnTo>
                <a:lnTo>
                  <a:pt x="9344762" y="4647742"/>
                </a:lnTo>
                <a:lnTo>
                  <a:pt x="9344762" y="4637222"/>
                </a:lnTo>
                <a:lnTo>
                  <a:pt x="9340571" y="4632958"/>
                </a:lnTo>
                <a:close/>
              </a:path>
              <a:path w="10390505" h="4652010">
                <a:moveTo>
                  <a:pt x="9297137" y="4632958"/>
                </a:moveTo>
                <a:lnTo>
                  <a:pt x="9291803" y="4632958"/>
                </a:lnTo>
                <a:lnTo>
                  <a:pt x="9287612" y="4637222"/>
                </a:lnTo>
                <a:lnTo>
                  <a:pt x="9287612" y="4647742"/>
                </a:lnTo>
                <a:lnTo>
                  <a:pt x="9291803" y="4652008"/>
                </a:lnTo>
                <a:lnTo>
                  <a:pt x="9297137" y="4652008"/>
                </a:lnTo>
                <a:lnTo>
                  <a:pt x="9297137" y="4632958"/>
                </a:lnTo>
                <a:close/>
              </a:path>
              <a:path w="10390505" h="4652010">
                <a:moveTo>
                  <a:pt x="9302344" y="4632958"/>
                </a:moveTo>
                <a:lnTo>
                  <a:pt x="9297137" y="4632958"/>
                </a:lnTo>
                <a:lnTo>
                  <a:pt x="9297137" y="4652008"/>
                </a:lnTo>
                <a:lnTo>
                  <a:pt x="9302344" y="4652008"/>
                </a:lnTo>
                <a:lnTo>
                  <a:pt x="9306662" y="4647742"/>
                </a:lnTo>
                <a:lnTo>
                  <a:pt x="9306662" y="4637222"/>
                </a:lnTo>
                <a:lnTo>
                  <a:pt x="9302344" y="4632958"/>
                </a:lnTo>
                <a:close/>
              </a:path>
              <a:path w="10390505" h="4652010">
                <a:moveTo>
                  <a:pt x="9259037" y="4632958"/>
                </a:moveTo>
                <a:lnTo>
                  <a:pt x="9253703" y="4632958"/>
                </a:lnTo>
                <a:lnTo>
                  <a:pt x="9249512" y="4637222"/>
                </a:lnTo>
                <a:lnTo>
                  <a:pt x="9249512" y="4647742"/>
                </a:lnTo>
                <a:lnTo>
                  <a:pt x="9253703" y="4652008"/>
                </a:lnTo>
                <a:lnTo>
                  <a:pt x="9259037" y="4652008"/>
                </a:lnTo>
                <a:lnTo>
                  <a:pt x="9259037" y="4632958"/>
                </a:lnTo>
                <a:close/>
              </a:path>
              <a:path w="10390505" h="4652010">
                <a:moveTo>
                  <a:pt x="9264244" y="4632958"/>
                </a:moveTo>
                <a:lnTo>
                  <a:pt x="9259037" y="4632958"/>
                </a:lnTo>
                <a:lnTo>
                  <a:pt x="9259037" y="4652008"/>
                </a:lnTo>
                <a:lnTo>
                  <a:pt x="9264244" y="4652008"/>
                </a:lnTo>
                <a:lnTo>
                  <a:pt x="9268562" y="4647742"/>
                </a:lnTo>
                <a:lnTo>
                  <a:pt x="9268562" y="4637222"/>
                </a:lnTo>
                <a:lnTo>
                  <a:pt x="9264244" y="4632958"/>
                </a:lnTo>
                <a:close/>
              </a:path>
              <a:path w="10390505" h="4652010">
                <a:moveTo>
                  <a:pt x="9220937" y="4632958"/>
                </a:moveTo>
                <a:lnTo>
                  <a:pt x="9215603" y="4632958"/>
                </a:lnTo>
                <a:lnTo>
                  <a:pt x="9211412" y="4637222"/>
                </a:lnTo>
                <a:lnTo>
                  <a:pt x="9211412" y="4647742"/>
                </a:lnTo>
                <a:lnTo>
                  <a:pt x="9215603" y="4652008"/>
                </a:lnTo>
                <a:lnTo>
                  <a:pt x="9220937" y="4652008"/>
                </a:lnTo>
                <a:lnTo>
                  <a:pt x="9220937" y="4632958"/>
                </a:lnTo>
                <a:close/>
              </a:path>
              <a:path w="10390505" h="4652010">
                <a:moveTo>
                  <a:pt x="9226144" y="4632958"/>
                </a:moveTo>
                <a:lnTo>
                  <a:pt x="9220937" y="4632958"/>
                </a:lnTo>
                <a:lnTo>
                  <a:pt x="9220937" y="4652008"/>
                </a:lnTo>
                <a:lnTo>
                  <a:pt x="9226144" y="4652008"/>
                </a:lnTo>
                <a:lnTo>
                  <a:pt x="9230462" y="4647742"/>
                </a:lnTo>
                <a:lnTo>
                  <a:pt x="9230462" y="4637222"/>
                </a:lnTo>
                <a:lnTo>
                  <a:pt x="9226144" y="4632958"/>
                </a:lnTo>
                <a:close/>
              </a:path>
              <a:path w="10390505" h="4652010">
                <a:moveTo>
                  <a:pt x="9182710" y="4632958"/>
                </a:moveTo>
                <a:lnTo>
                  <a:pt x="9177503" y="4632958"/>
                </a:lnTo>
                <a:lnTo>
                  <a:pt x="9173185" y="4637222"/>
                </a:lnTo>
                <a:lnTo>
                  <a:pt x="9173185" y="4647742"/>
                </a:lnTo>
                <a:lnTo>
                  <a:pt x="9177503" y="4652008"/>
                </a:lnTo>
                <a:lnTo>
                  <a:pt x="9182710" y="4652008"/>
                </a:lnTo>
                <a:lnTo>
                  <a:pt x="9182710" y="4632958"/>
                </a:lnTo>
                <a:close/>
              </a:path>
              <a:path w="10390505" h="4652010">
                <a:moveTo>
                  <a:pt x="9188044" y="4632958"/>
                </a:moveTo>
                <a:lnTo>
                  <a:pt x="9182837" y="4632958"/>
                </a:lnTo>
                <a:lnTo>
                  <a:pt x="9182837" y="4652008"/>
                </a:lnTo>
                <a:lnTo>
                  <a:pt x="9188044" y="4652008"/>
                </a:lnTo>
                <a:lnTo>
                  <a:pt x="9192362" y="4647742"/>
                </a:lnTo>
                <a:lnTo>
                  <a:pt x="9192362" y="4637222"/>
                </a:lnTo>
                <a:lnTo>
                  <a:pt x="9188044" y="4632958"/>
                </a:lnTo>
                <a:close/>
              </a:path>
              <a:path w="10390505" h="4652010">
                <a:moveTo>
                  <a:pt x="9144610" y="4632958"/>
                </a:moveTo>
                <a:lnTo>
                  <a:pt x="9139403" y="4632958"/>
                </a:lnTo>
                <a:lnTo>
                  <a:pt x="9135085" y="4637222"/>
                </a:lnTo>
                <a:lnTo>
                  <a:pt x="9135085" y="4647742"/>
                </a:lnTo>
                <a:lnTo>
                  <a:pt x="9139403" y="4652008"/>
                </a:lnTo>
                <a:lnTo>
                  <a:pt x="9144610" y="4652008"/>
                </a:lnTo>
                <a:lnTo>
                  <a:pt x="9144610" y="4632958"/>
                </a:lnTo>
                <a:close/>
              </a:path>
              <a:path w="10390505" h="4652010">
                <a:moveTo>
                  <a:pt x="9149944" y="4632958"/>
                </a:moveTo>
                <a:lnTo>
                  <a:pt x="9144610" y="4632958"/>
                </a:lnTo>
                <a:lnTo>
                  <a:pt x="9144610" y="4652008"/>
                </a:lnTo>
                <a:lnTo>
                  <a:pt x="9149944" y="4652008"/>
                </a:lnTo>
                <a:lnTo>
                  <a:pt x="9154135" y="4647742"/>
                </a:lnTo>
                <a:lnTo>
                  <a:pt x="9154135" y="4637222"/>
                </a:lnTo>
                <a:lnTo>
                  <a:pt x="9149944" y="4632958"/>
                </a:lnTo>
                <a:close/>
              </a:path>
              <a:path w="10390505" h="4652010">
                <a:moveTo>
                  <a:pt x="9106510" y="4632958"/>
                </a:moveTo>
                <a:lnTo>
                  <a:pt x="9101303" y="4632958"/>
                </a:lnTo>
                <a:lnTo>
                  <a:pt x="9096985" y="4637222"/>
                </a:lnTo>
                <a:lnTo>
                  <a:pt x="9096985" y="4647742"/>
                </a:lnTo>
                <a:lnTo>
                  <a:pt x="9101303" y="4652008"/>
                </a:lnTo>
                <a:lnTo>
                  <a:pt x="9106510" y="4652008"/>
                </a:lnTo>
                <a:lnTo>
                  <a:pt x="9106510" y="4632958"/>
                </a:lnTo>
                <a:close/>
              </a:path>
              <a:path w="10390505" h="4652010">
                <a:moveTo>
                  <a:pt x="9111844" y="4632958"/>
                </a:moveTo>
                <a:lnTo>
                  <a:pt x="9106510" y="4632958"/>
                </a:lnTo>
                <a:lnTo>
                  <a:pt x="9106510" y="4652008"/>
                </a:lnTo>
                <a:lnTo>
                  <a:pt x="9111844" y="4652008"/>
                </a:lnTo>
                <a:lnTo>
                  <a:pt x="9116035" y="4647742"/>
                </a:lnTo>
                <a:lnTo>
                  <a:pt x="9116035" y="4637222"/>
                </a:lnTo>
                <a:lnTo>
                  <a:pt x="9111844" y="4632958"/>
                </a:lnTo>
                <a:close/>
              </a:path>
              <a:path w="10390505" h="4652010">
                <a:moveTo>
                  <a:pt x="9068410" y="4632958"/>
                </a:moveTo>
                <a:lnTo>
                  <a:pt x="9063203" y="4632958"/>
                </a:lnTo>
                <a:lnTo>
                  <a:pt x="9058885" y="4637222"/>
                </a:lnTo>
                <a:lnTo>
                  <a:pt x="9058885" y="4647742"/>
                </a:lnTo>
                <a:lnTo>
                  <a:pt x="9063203" y="4652008"/>
                </a:lnTo>
                <a:lnTo>
                  <a:pt x="9068410" y="4652008"/>
                </a:lnTo>
                <a:lnTo>
                  <a:pt x="9068410" y="4632958"/>
                </a:lnTo>
                <a:close/>
              </a:path>
              <a:path w="10390505" h="4652010">
                <a:moveTo>
                  <a:pt x="9073744" y="4632958"/>
                </a:moveTo>
                <a:lnTo>
                  <a:pt x="9068410" y="4632958"/>
                </a:lnTo>
                <a:lnTo>
                  <a:pt x="9068410" y="4652008"/>
                </a:lnTo>
                <a:lnTo>
                  <a:pt x="9073744" y="4652008"/>
                </a:lnTo>
                <a:lnTo>
                  <a:pt x="9077935" y="4647742"/>
                </a:lnTo>
                <a:lnTo>
                  <a:pt x="9077935" y="4637222"/>
                </a:lnTo>
                <a:lnTo>
                  <a:pt x="9073744" y="4632958"/>
                </a:lnTo>
                <a:close/>
              </a:path>
              <a:path w="10390505" h="4652010">
                <a:moveTo>
                  <a:pt x="9030310" y="4632958"/>
                </a:moveTo>
                <a:lnTo>
                  <a:pt x="9024976" y="4632958"/>
                </a:lnTo>
                <a:lnTo>
                  <a:pt x="9020785" y="4637222"/>
                </a:lnTo>
                <a:lnTo>
                  <a:pt x="9020785" y="4647742"/>
                </a:lnTo>
                <a:lnTo>
                  <a:pt x="9024976" y="4652008"/>
                </a:lnTo>
                <a:lnTo>
                  <a:pt x="9030310" y="4652008"/>
                </a:lnTo>
                <a:lnTo>
                  <a:pt x="9030310" y="4632958"/>
                </a:lnTo>
                <a:close/>
              </a:path>
              <a:path w="10390505" h="4652010">
                <a:moveTo>
                  <a:pt x="9035517" y="4632958"/>
                </a:moveTo>
                <a:lnTo>
                  <a:pt x="9030310" y="4632958"/>
                </a:lnTo>
                <a:lnTo>
                  <a:pt x="9030310" y="4652008"/>
                </a:lnTo>
                <a:lnTo>
                  <a:pt x="9035517" y="4652008"/>
                </a:lnTo>
                <a:lnTo>
                  <a:pt x="9039835" y="4647742"/>
                </a:lnTo>
                <a:lnTo>
                  <a:pt x="9039835" y="4637222"/>
                </a:lnTo>
                <a:lnTo>
                  <a:pt x="9035517" y="4632958"/>
                </a:lnTo>
                <a:close/>
              </a:path>
              <a:path w="10390505" h="4652010">
                <a:moveTo>
                  <a:pt x="8992210" y="4632958"/>
                </a:moveTo>
                <a:lnTo>
                  <a:pt x="8986876" y="4632958"/>
                </a:lnTo>
                <a:lnTo>
                  <a:pt x="8982685" y="4637222"/>
                </a:lnTo>
                <a:lnTo>
                  <a:pt x="8982685" y="4647742"/>
                </a:lnTo>
                <a:lnTo>
                  <a:pt x="8986876" y="4652008"/>
                </a:lnTo>
                <a:lnTo>
                  <a:pt x="8992210" y="4652008"/>
                </a:lnTo>
                <a:lnTo>
                  <a:pt x="8992210" y="4632958"/>
                </a:lnTo>
                <a:close/>
              </a:path>
              <a:path w="10390505" h="4652010">
                <a:moveTo>
                  <a:pt x="8997417" y="4632958"/>
                </a:moveTo>
                <a:lnTo>
                  <a:pt x="8992210" y="4632958"/>
                </a:lnTo>
                <a:lnTo>
                  <a:pt x="8992210" y="4652008"/>
                </a:lnTo>
                <a:lnTo>
                  <a:pt x="8997417" y="4652008"/>
                </a:lnTo>
                <a:lnTo>
                  <a:pt x="9001735" y="4647742"/>
                </a:lnTo>
                <a:lnTo>
                  <a:pt x="9001735" y="4637222"/>
                </a:lnTo>
                <a:lnTo>
                  <a:pt x="8997417" y="4632958"/>
                </a:lnTo>
                <a:close/>
              </a:path>
              <a:path w="10390505" h="4652010">
                <a:moveTo>
                  <a:pt x="8953983" y="4632958"/>
                </a:moveTo>
                <a:lnTo>
                  <a:pt x="8948776" y="4632958"/>
                </a:lnTo>
                <a:lnTo>
                  <a:pt x="8944458" y="4637222"/>
                </a:lnTo>
                <a:lnTo>
                  <a:pt x="8944458" y="4647742"/>
                </a:lnTo>
                <a:lnTo>
                  <a:pt x="8948776" y="4652008"/>
                </a:lnTo>
                <a:lnTo>
                  <a:pt x="8953983" y="4652008"/>
                </a:lnTo>
                <a:lnTo>
                  <a:pt x="8953983" y="4632958"/>
                </a:lnTo>
                <a:close/>
              </a:path>
              <a:path w="10390505" h="4652010">
                <a:moveTo>
                  <a:pt x="8959317" y="4632958"/>
                </a:moveTo>
                <a:lnTo>
                  <a:pt x="8954110" y="4632958"/>
                </a:lnTo>
                <a:lnTo>
                  <a:pt x="8954110" y="4652008"/>
                </a:lnTo>
                <a:lnTo>
                  <a:pt x="8959317" y="4652008"/>
                </a:lnTo>
                <a:lnTo>
                  <a:pt x="8963635" y="4647742"/>
                </a:lnTo>
                <a:lnTo>
                  <a:pt x="8963635" y="4637222"/>
                </a:lnTo>
                <a:lnTo>
                  <a:pt x="8959317" y="4632958"/>
                </a:lnTo>
                <a:close/>
              </a:path>
              <a:path w="10390505" h="4652010">
                <a:moveTo>
                  <a:pt x="8915883" y="4632958"/>
                </a:moveTo>
                <a:lnTo>
                  <a:pt x="8910676" y="4632958"/>
                </a:lnTo>
                <a:lnTo>
                  <a:pt x="8906358" y="4637222"/>
                </a:lnTo>
                <a:lnTo>
                  <a:pt x="8906358" y="4647742"/>
                </a:lnTo>
                <a:lnTo>
                  <a:pt x="8910676" y="4652008"/>
                </a:lnTo>
                <a:lnTo>
                  <a:pt x="8915883" y="4652008"/>
                </a:lnTo>
                <a:lnTo>
                  <a:pt x="8915883" y="4632958"/>
                </a:lnTo>
                <a:close/>
              </a:path>
              <a:path w="10390505" h="4652010">
                <a:moveTo>
                  <a:pt x="8921217" y="4632958"/>
                </a:moveTo>
                <a:lnTo>
                  <a:pt x="8915883" y="4632958"/>
                </a:lnTo>
                <a:lnTo>
                  <a:pt x="8915883" y="4652008"/>
                </a:lnTo>
                <a:lnTo>
                  <a:pt x="8921217" y="4652008"/>
                </a:lnTo>
                <a:lnTo>
                  <a:pt x="8925408" y="4647742"/>
                </a:lnTo>
                <a:lnTo>
                  <a:pt x="8925408" y="4637222"/>
                </a:lnTo>
                <a:lnTo>
                  <a:pt x="8921217" y="4632958"/>
                </a:lnTo>
                <a:close/>
              </a:path>
              <a:path w="10390505" h="4652010">
                <a:moveTo>
                  <a:pt x="8877783" y="4632958"/>
                </a:moveTo>
                <a:lnTo>
                  <a:pt x="8872576" y="4632958"/>
                </a:lnTo>
                <a:lnTo>
                  <a:pt x="8868258" y="4637222"/>
                </a:lnTo>
                <a:lnTo>
                  <a:pt x="8868258" y="4647742"/>
                </a:lnTo>
                <a:lnTo>
                  <a:pt x="8872576" y="4652008"/>
                </a:lnTo>
                <a:lnTo>
                  <a:pt x="8877783" y="4652008"/>
                </a:lnTo>
                <a:lnTo>
                  <a:pt x="8877783" y="4632958"/>
                </a:lnTo>
                <a:close/>
              </a:path>
              <a:path w="10390505" h="4652010">
                <a:moveTo>
                  <a:pt x="8883117" y="4632958"/>
                </a:moveTo>
                <a:lnTo>
                  <a:pt x="8877783" y="4632958"/>
                </a:lnTo>
                <a:lnTo>
                  <a:pt x="8877783" y="4652008"/>
                </a:lnTo>
                <a:lnTo>
                  <a:pt x="8883117" y="4652008"/>
                </a:lnTo>
                <a:lnTo>
                  <a:pt x="8887308" y="4647742"/>
                </a:lnTo>
                <a:lnTo>
                  <a:pt x="8887308" y="4637222"/>
                </a:lnTo>
                <a:lnTo>
                  <a:pt x="8883117" y="4632958"/>
                </a:lnTo>
                <a:close/>
              </a:path>
              <a:path w="10390505" h="4652010">
                <a:moveTo>
                  <a:pt x="8839683" y="4632958"/>
                </a:moveTo>
                <a:lnTo>
                  <a:pt x="8834476" y="4632958"/>
                </a:lnTo>
                <a:lnTo>
                  <a:pt x="8830158" y="4637222"/>
                </a:lnTo>
                <a:lnTo>
                  <a:pt x="8830158" y="4647742"/>
                </a:lnTo>
                <a:lnTo>
                  <a:pt x="8834476" y="4652008"/>
                </a:lnTo>
                <a:lnTo>
                  <a:pt x="8839683" y="4652008"/>
                </a:lnTo>
                <a:lnTo>
                  <a:pt x="8839683" y="4632958"/>
                </a:lnTo>
                <a:close/>
              </a:path>
              <a:path w="10390505" h="4652010">
                <a:moveTo>
                  <a:pt x="8845017" y="4632958"/>
                </a:moveTo>
                <a:lnTo>
                  <a:pt x="8839683" y="4632958"/>
                </a:lnTo>
                <a:lnTo>
                  <a:pt x="8839683" y="4652008"/>
                </a:lnTo>
                <a:lnTo>
                  <a:pt x="8845017" y="4652008"/>
                </a:lnTo>
                <a:lnTo>
                  <a:pt x="8849208" y="4647742"/>
                </a:lnTo>
                <a:lnTo>
                  <a:pt x="8849208" y="4637222"/>
                </a:lnTo>
                <a:lnTo>
                  <a:pt x="8845017" y="4632958"/>
                </a:lnTo>
                <a:close/>
              </a:path>
              <a:path w="10390505" h="4652010">
                <a:moveTo>
                  <a:pt x="8801583" y="4632958"/>
                </a:moveTo>
                <a:lnTo>
                  <a:pt x="8796249" y="4632958"/>
                </a:lnTo>
                <a:lnTo>
                  <a:pt x="8792058" y="4637222"/>
                </a:lnTo>
                <a:lnTo>
                  <a:pt x="8792058" y="4647742"/>
                </a:lnTo>
                <a:lnTo>
                  <a:pt x="8796249" y="4652008"/>
                </a:lnTo>
                <a:lnTo>
                  <a:pt x="8801583" y="4652008"/>
                </a:lnTo>
                <a:lnTo>
                  <a:pt x="8801583" y="4632958"/>
                </a:lnTo>
                <a:close/>
              </a:path>
              <a:path w="10390505" h="4652010">
                <a:moveTo>
                  <a:pt x="8806790" y="4632958"/>
                </a:moveTo>
                <a:lnTo>
                  <a:pt x="8801583" y="4632958"/>
                </a:lnTo>
                <a:lnTo>
                  <a:pt x="8801583" y="4652008"/>
                </a:lnTo>
                <a:lnTo>
                  <a:pt x="8806790" y="4652008"/>
                </a:lnTo>
                <a:lnTo>
                  <a:pt x="8811108" y="4647742"/>
                </a:lnTo>
                <a:lnTo>
                  <a:pt x="8811108" y="4637222"/>
                </a:lnTo>
                <a:lnTo>
                  <a:pt x="8806790" y="4632958"/>
                </a:lnTo>
                <a:close/>
              </a:path>
              <a:path w="10390505" h="4652010">
                <a:moveTo>
                  <a:pt x="8763483" y="4632958"/>
                </a:moveTo>
                <a:lnTo>
                  <a:pt x="8758149" y="4632958"/>
                </a:lnTo>
                <a:lnTo>
                  <a:pt x="8753958" y="4637222"/>
                </a:lnTo>
                <a:lnTo>
                  <a:pt x="8753958" y="4647742"/>
                </a:lnTo>
                <a:lnTo>
                  <a:pt x="8758149" y="4652008"/>
                </a:lnTo>
                <a:lnTo>
                  <a:pt x="8763483" y="4652008"/>
                </a:lnTo>
                <a:lnTo>
                  <a:pt x="8763483" y="4632958"/>
                </a:lnTo>
                <a:close/>
              </a:path>
              <a:path w="10390505" h="4652010">
                <a:moveTo>
                  <a:pt x="8768690" y="4632958"/>
                </a:moveTo>
                <a:lnTo>
                  <a:pt x="8763483" y="4632958"/>
                </a:lnTo>
                <a:lnTo>
                  <a:pt x="8763483" y="4652008"/>
                </a:lnTo>
                <a:lnTo>
                  <a:pt x="8768690" y="4652008"/>
                </a:lnTo>
                <a:lnTo>
                  <a:pt x="8773008" y="4647742"/>
                </a:lnTo>
                <a:lnTo>
                  <a:pt x="8773008" y="4637222"/>
                </a:lnTo>
                <a:lnTo>
                  <a:pt x="8768690" y="4632958"/>
                </a:lnTo>
                <a:close/>
              </a:path>
              <a:path w="10390505" h="4652010">
                <a:moveTo>
                  <a:pt x="8725383" y="4632958"/>
                </a:moveTo>
                <a:lnTo>
                  <a:pt x="8720049" y="4632958"/>
                </a:lnTo>
                <a:lnTo>
                  <a:pt x="8715858" y="4637222"/>
                </a:lnTo>
                <a:lnTo>
                  <a:pt x="8715858" y="4647742"/>
                </a:lnTo>
                <a:lnTo>
                  <a:pt x="8720049" y="4652008"/>
                </a:lnTo>
                <a:lnTo>
                  <a:pt x="8725383" y="4652008"/>
                </a:lnTo>
                <a:lnTo>
                  <a:pt x="8725383" y="4632958"/>
                </a:lnTo>
                <a:close/>
              </a:path>
              <a:path w="10390505" h="4652010">
                <a:moveTo>
                  <a:pt x="8730590" y="4632958"/>
                </a:moveTo>
                <a:lnTo>
                  <a:pt x="8725383" y="4632958"/>
                </a:lnTo>
                <a:lnTo>
                  <a:pt x="8725383" y="4652008"/>
                </a:lnTo>
                <a:lnTo>
                  <a:pt x="8730590" y="4652008"/>
                </a:lnTo>
                <a:lnTo>
                  <a:pt x="8734908" y="4647742"/>
                </a:lnTo>
                <a:lnTo>
                  <a:pt x="8734908" y="4637222"/>
                </a:lnTo>
                <a:lnTo>
                  <a:pt x="8730590" y="4632958"/>
                </a:lnTo>
                <a:close/>
              </a:path>
              <a:path w="10390505" h="4652010">
                <a:moveTo>
                  <a:pt x="8687156" y="4632958"/>
                </a:moveTo>
                <a:lnTo>
                  <a:pt x="8681949" y="4632958"/>
                </a:lnTo>
                <a:lnTo>
                  <a:pt x="8677631" y="4637222"/>
                </a:lnTo>
                <a:lnTo>
                  <a:pt x="8677631" y="4647742"/>
                </a:lnTo>
                <a:lnTo>
                  <a:pt x="8681949" y="4652008"/>
                </a:lnTo>
                <a:lnTo>
                  <a:pt x="8687156" y="4652008"/>
                </a:lnTo>
                <a:lnTo>
                  <a:pt x="8687156" y="4632958"/>
                </a:lnTo>
                <a:close/>
              </a:path>
              <a:path w="10390505" h="4652010">
                <a:moveTo>
                  <a:pt x="8692490" y="4632958"/>
                </a:moveTo>
                <a:lnTo>
                  <a:pt x="8687283" y="4632958"/>
                </a:lnTo>
                <a:lnTo>
                  <a:pt x="8687283" y="4652008"/>
                </a:lnTo>
                <a:lnTo>
                  <a:pt x="8692490" y="4652008"/>
                </a:lnTo>
                <a:lnTo>
                  <a:pt x="8696808" y="4647742"/>
                </a:lnTo>
                <a:lnTo>
                  <a:pt x="8696808" y="4637222"/>
                </a:lnTo>
                <a:lnTo>
                  <a:pt x="8692490" y="4632958"/>
                </a:lnTo>
                <a:close/>
              </a:path>
              <a:path w="10390505" h="4652010">
                <a:moveTo>
                  <a:pt x="8649056" y="4632958"/>
                </a:moveTo>
                <a:lnTo>
                  <a:pt x="8643849" y="4632958"/>
                </a:lnTo>
                <a:lnTo>
                  <a:pt x="8639531" y="4637222"/>
                </a:lnTo>
                <a:lnTo>
                  <a:pt x="8639531" y="4647742"/>
                </a:lnTo>
                <a:lnTo>
                  <a:pt x="8643849" y="4652008"/>
                </a:lnTo>
                <a:lnTo>
                  <a:pt x="8649056" y="4652008"/>
                </a:lnTo>
                <a:lnTo>
                  <a:pt x="8649056" y="4632958"/>
                </a:lnTo>
                <a:close/>
              </a:path>
              <a:path w="10390505" h="4652010">
                <a:moveTo>
                  <a:pt x="8654390" y="4632958"/>
                </a:moveTo>
                <a:lnTo>
                  <a:pt x="8649056" y="4632958"/>
                </a:lnTo>
                <a:lnTo>
                  <a:pt x="8649056" y="4652008"/>
                </a:lnTo>
                <a:lnTo>
                  <a:pt x="8654390" y="4652008"/>
                </a:lnTo>
                <a:lnTo>
                  <a:pt x="8658581" y="4647742"/>
                </a:lnTo>
                <a:lnTo>
                  <a:pt x="8658581" y="4637222"/>
                </a:lnTo>
                <a:lnTo>
                  <a:pt x="8654390" y="4632958"/>
                </a:lnTo>
                <a:close/>
              </a:path>
              <a:path w="10390505" h="4652010">
                <a:moveTo>
                  <a:pt x="8610956" y="4632958"/>
                </a:moveTo>
                <a:lnTo>
                  <a:pt x="8605749" y="4632958"/>
                </a:lnTo>
                <a:lnTo>
                  <a:pt x="8601431" y="4637222"/>
                </a:lnTo>
                <a:lnTo>
                  <a:pt x="8601431" y="4647742"/>
                </a:lnTo>
                <a:lnTo>
                  <a:pt x="8605749" y="4652008"/>
                </a:lnTo>
                <a:lnTo>
                  <a:pt x="8610956" y="4652008"/>
                </a:lnTo>
                <a:lnTo>
                  <a:pt x="8610956" y="4632958"/>
                </a:lnTo>
                <a:close/>
              </a:path>
              <a:path w="10390505" h="4652010">
                <a:moveTo>
                  <a:pt x="8616290" y="4632958"/>
                </a:moveTo>
                <a:lnTo>
                  <a:pt x="8610956" y="4632958"/>
                </a:lnTo>
                <a:lnTo>
                  <a:pt x="8610956" y="4652008"/>
                </a:lnTo>
                <a:lnTo>
                  <a:pt x="8616290" y="4652008"/>
                </a:lnTo>
                <a:lnTo>
                  <a:pt x="8620481" y="4647742"/>
                </a:lnTo>
                <a:lnTo>
                  <a:pt x="8620481" y="4637222"/>
                </a:lnTo>
                <a:lnTo>
                  <a:pt x="8616290" y="4632958"/>
                </a:lnTo>
                <a:close/>
              </a:path>
              <a:path w="10390505" h="4652010">
                <a:moveTo>
                  <a:pt x="8572856" y="4632958"/>
                </a:moveTo>
                <a:lnTo>
                  <a:pt x="8567522" y="4632958"/>
                </a:lnTo>
                <a:lnTo>
                  <a:pt x="8563331" y="4637222"/>
                </a:lnTo>
                <a:lnTo>
                  <a:pt x="8563331" y="4647742"/>
                </a:lnTo>
                <a:lnTo>
                  <a:pt x="8567522" y="4652008"/>
                </a:lnTo>
                <a:lnTo>
                  <a:pt x="8572856" y="4652008"/>
                </a:lnTo>
                <a:lnTo>
                  <a:pt x="8572856" y="4632958"/>
                </a:lnTo>
                <a:close/>
              </a:path>
              <a:path w="10390505" h="4652010">
                <a:moveTo>
                  <a:pt x="8578063" y="4632958"/>
                </a:moveTo>
                <a:lnTo>
                  <a:pt x="8572856" y="4632958"/>
                </a:lnTo>
                <a:lnTo>
                  <a:pt x="8572856" y="4652008"/>
                </a:lnTo>
                <a:lnTo>
                  <a:pt x="8578063" y="4652008"/>
                </a:lnTo>
                <a:lnTo>
                  <a:pt x="8582381" y="4647742"/>
                </a:lnTo>
                <a:lnTo>
                  <a:pt x="8582381" y="4637222"/>
                </a:lnTo>
                <a:lnTo>
                  <a:pt x="8578063" y="4632958"/>
                </a:lnTo>
                <a:close/>
              </a:path>
              <a:path w="10390505" h="4652010">
                <a:moveTo>
                  <a:pt x="8534756" y="4632958"/>
                </a:moveTo>
                <a:lnTo>
                  <a:pt x="8529422" y="4632958"/>
                </a:lnTo>
                <a:lnTo>
                  <a:pt x="8525231" y="4637222"/>
                </a:lnTo>
                <a:lnTo>
                  <a:pt x="8525231" y="4647742"/>
                </a:lnTo>
                <a:lnTo>
                  <a:pt x="8529422" y="4652008"/>
                </a:lnTo>
                <a:lnTo>
                  <a:pt x="8534756" y="4652008"/>
                </a:lnTo>
                <a:lnTo>
                  <a:pt x="8534756" y="4632958"/>
                </a:lnTo>
                <a:close/>
              </a:path>
              <a:path w="10390505" h="4652010">
                <a:moveTo>
                  <a:pt x="8539963" y="4632958"/>
                </a:moveTo>
                <a:lnTo>
                  <a:pt x="8534756" y="4632958"/>
                </a:lnTo>
                <a:lnTo>
                  <a:pt x="8534756" y="4652008"/>
                </a:lnTo>
                <a:lnTo>
                  <a:pt x="8539963" y="4652008"/>
                </a:lnTo>
                <a:lnTo>
                  <a:pt x="8544281" y="4647742"/>
                </a:lnTo>
                <a:lnTo>
                  <a:pt x="8544281" y="4637222"/>
                </a:lnTo>
                <a:lnTo>
                  <a:pt x="8539963" y="4632958"/>
                </a:lnTo>
                <a:close/>
              </a:path>
              <a:path w="10390505" h="4652010">
                <a:moveTo>
                  <a:pt x="8496656" y="4632958"/>
                </a:moveTo>
                <a:lnTo>
                  <a:pt x="8491322" y="4632958"/>
                </a:lnTo>
                <a:lnTo>
                  <a:pt x="8487131" y="4637222"/>
                </a:lnTo>
                <a:lnTo>
                  <a:pt x="8487131" y="4647742"/>
                </a:lnTo>
                <a:lnTo>
                  <a:pt x="8491322" y="4652008"/>
                </a:lnTo>
                <a:lnTo>
                  <a:pt x="8496656" y="4652008"/>
                </a:lnTo>
                <a:lnTo>
                  <a:pt x="8496656" y="4632958"/>
                </a:lnTo>
                <a:close/>
              </a:path>
              <a:path w="10390505" h="4652010">
                <a:moveTo>
                  <a:pt x="8501863" y="4632958"/>
                </a:moveTo>
                <a:lnTo>
                  <a:pt x="8496656" y="4632958"/>
                </a:lnTo>
                <a:lnTo>
                  <a:pt x="8496656" y="4652008"/>
                </a:lnTo>
                <a:lnTo>
                  <a:pt x="8501863" y="4652008"/>
                </a:lnTo>
                <a:lnTo>
                  <a:pt x="8506181" y="4647742"/>
                </a:lnTo>
                <a:lnTo>
                  <a:pt x="8506181" y="4637222"/>
                </a:lnTo>
                <a:lnTo>
                  <a:pt x="8501863" y="4632958"/>
                </a:lnTo>
                <a:close/>
              </a:path>
              <a:path w="10390505" h="4652010">
                <a:moveTo>
                  <a:pt x="8458429" y="4632958"/>
                </a:moveTo>
                <a:lnTo>
                  <a:pt x="8453222" y="4632958"/>
                </a:lnTo>
                <a:lnTo>
                  <a:pt x="8448904" y="4637222"/>
                </a:lnTo>
                <a:lnTo>
                  <a:pt x="8448904" y="4647742"/>
                </a:lnTo>
                <a:lnTo>
                  <a:pt x="8453222" y="4652008"/>
                </a:lnTo>
                <a:lnTo>
                  <a:pt x="8458429" y="4652008"/>
                </a:lnTo>
                <a:lnTo>
                  <a:pt x="8458429" y="4632958"/>
                </a:lnTo>
                <a:close/>
              </a:path>
              <a:path w="10390505" h="4652010">
                <a:moveTo>
                  <a:pt x="8463763" y="4632958"/>
                </a:moveTo>
                <a:lnTo>
                  <a:pt x="8458556" y="4632958"/>
                </a:lnTo>
                <a:lnTo>
                  <a:pt x="8458556" y="4652008"/>
                </a:lnTo>
                <a:lnTo>
                  <a:pt x="8463763" y="4652008"/>
                </a:lnTo>
                <a:lnTo>
                  <a:pt x="8468081" y="4647742"/>
                </a:lnTo>
                <a:lnTo>
                  <a:pt x="8468081" y="4637222"/>
                </a:lnTo>
                <a:lnTo>
                  <a:pt x="8463763" y="4632958"/>
                </a:lnTo>
                <a:close/>
              </a:path>
              <a:path w="10390505" h="4652010">
                <a:moveTo>
                  <a:pt x="8420329" y="4632958"/>
                </a:moveTo>
                <a:lnTo>
                  <a:pt x="8415122" y="4632958"/>
                </a:lnTo>
                <a:lnTo>
                  <a:pt x="8410804" y="4637222"/>
                </a:lnTo>
                <a:lnTo>
                  <a:pt x="8410804" y="4647742"/>
                </a:lnTo>
                <a:lnTo>
                  <a:pt x="8415122" y="4652008"/>
                </a:lnTo>
                <a:lnTo>
                  <a:pt x="8420329" y="4652008"/>
                </a:lnTo>
                <a:lnTo>
                  <a:pt x="8420329" y="4632958"/>
                </a:lnTo>
                <a:close/>
              </a:path>
              <a:path w="10390505" h="4652010">
                <a:moveTo>
                  <a:pt x="8425663" y="4632958"/>
                </a:moveTo>
                <a:lnTo>
                  <a:pt x="8420329" y="4632958"/>
                </a:lnTo>
                <a:lnTo>
                  <a:pt x="8420329" y="4652008"/>
                </a:lnTo>
                <a:lnTo>
                  <a:pt x="8425663" y="4652008"/>
                </a:lnTo>
                <a:lnTo>
                  <a:pt x="8429854" y="4647742"/>
                </a:lnTo>
                <a:lnTo>
                  <a:pt x="8429854" y="4637222"/>
                </a:lnTo>
                <a:lnTo>
                  <a:pt x="8425663" y="4632958"/>
                </a:lnTo>
                <a:close/>
              </a:path>
              <a:path w="10390505" h="4652010">
                <a:moveTo>
                  <a:pt x="8382229" y="4632958"/>
                </a:moveTo>
                <a:lnTo>
                  <a:pt x="8377022" y="4632958"/>
                </a:lnTo>
                <a:lnTo>
                  <a:pt x="8372704" y="4637222"/>
                </a:lnTo>
                <a:lnTo>
                  <a:pt x="8372704" y="4647742"/>
                </a:lnTo>
                <a:lnTo>
                  <a:pt x="8377022" y="4652008"/>
                </a:lnTo>
                <a:lnTo>
                  <a:pt x="8382229" y="4652008"/>
                </a:lnTo>
                <a:lnTo>
                  <a:pt x="8382229" y="4632958"/>
                </a:lnTo>
                <a:close/>
              </a:path>
              <a:path w="10390505" h="4652010">
                <a:moveTo>
                  <a:pt x="8387563" y="4632958"/>
                </a:moveTo>
                <a:lnTo>
                  <a:pt x="8382229" y="4632958"/>
                </a:lnTo>
                <a:lnTo>
                  <a:pt x="8382229" y="4652008"/>
                </a:lnTo>
                <a:lnTo>
                  <a:pt x="8387563" y="4652008"/>
                </a:lnTo>
                <a:lnTo>
                  <a:pt x="8391754" y="4647742"/>
                </a:lnTo>
                <a:lnTo>
                  <a:pt x="8391754" y="4637222"/>
                </a:lnTo>
                <a:lnTo>
                  <a:pt x="8387563" y="4632958"/>
                </a:lnTo>
                <a:close/>
              </a:path>
              <a:path w="10390505" h="4652010">
                <a:moveTo>
                  <a:pt x="8344129" y="4632958"/>
                </a:moveTo>
                <a:lnTo>
                  <a:pt x="8338922" y="4632958"/>
                </a:lnTo>
                <a:lnTo>
                  <a:pt x="8334604" y="4637222"/>
                </a:lnTo>
                <a:lnTo>
                  <a:pt x="8334604" y="4647742"/>
                </a:lnTo>
                <a:lnTo>
                  <a:pt x="8338922" y="4652008"/>
                </a:lnTo>
                <a:lnTo>
                  <a:pt x="8344129" y="4652008"/>
                </a:lnTo>
                <a:lnTo>
                  <a:pt x="8344129" y="4632958"/>
                </a:lnTo>
                <a:close/>
              </a:path>
              <a:path w="10390505" h="4652010">
                <a:moveTo>
                  <a:pt x="8349463" y="4632958"/>
                </a:moveTo>
                <a:lnTo>
                  <a:pt x="8344129" y="4632958"/>
                </a:lnTo>
                <a:lnTo>
                  <a:pt x="8344129" y="4652008"/>
                </a:lnTo>
                <a:lnTo>
                  <a:pt x="8349463" y="4652008"/>
                </a:lnTo>
                <a:lnTo>
                  <a:pt x="8353654" y="4647742"/>
                </a:lnTo>
                <a:lnTo>
                  <a:pt x="8353654" y="4637222"/>
                </a:lnTo>
                <a:lnTo>
                  <a:pt x="8349463" y="4632958"/>
                </a:lnTo>
                <a:close/>
              </a:path>
              <a:path w="10390505" h="4652010">
                <a:moveTo>
                  <a:pt x="8306029" y="4632958"/>
                </a:moveTo>
                <a:lnTo>
                  <a:pt x="8300695" y="4632958"/>
                </a:lnTo>
                <a:lnTo>
                  <a:pt x="8296504" y="4637222"/>
                </a:lnTo>
                <a:lnTo>
                  <a:pt x="8296504" y="4647742"/>
                </a:lnTo>
                <a:lnTo>
                  <a:pt x="8300695" y="4652008"/>
                </a:lnTo>
                <a:lnTo>
                  <a:pt x="8306029" y="4652008"/>
                </a:lnTo>
                <a:lnTo>
                  <a:pt x="8306029" y="4632958"/>
                </a:lnTo>
                <a:close/>
              </a:path>
              <a:path w="10390505" h="4652010">
                <a:moveTo>
                  <a:pt x="8311236" y="4632958"/>
                </a:moveTo>
                <a:lnTo>
                  <a:pt x="8306029" y="4632958"/>
                </a:lnTo>
                <a:lnTo>
                  <a:pt x="8306029" y="4652008"/>
                </a:lnTo>
                <a:lnTo>
                  <a:pt x="8311236" y="4652008"/>
                </a:lnTo>
                <a:lnTo>
                  <a:pt x="8315554" y="4647742"/>
                </a:lnTo>
                <a:lnTo>
                  <a:pt x="8315554" y="4637222"/>
                </a:lnTo>
                <a:lnTo>
                  <a:pt x="8311236" y="4632958"/>
                </a:lnTo>
                <a:close/>
              </a:path>
              <a:path w="10390505" h="4652010">
                <a:moveTo>
                  <a:pt x="8267929" y="4632958"/>
                </a:moveTo>
                <a:lnTo>
                  <a:pt x="8262595" y="4632958"/>
                </a:lnTo>
                <a:lnTo>
                  <a:pt x="8258404" y="4637222"/>
                </a:lnTo>
                <a:lnTo>
                  <a:pt x="8258404" y="4647742"/>
                </a:lnTo>
                <a:lnTo>
                  <a:pt x="8262595" y="4652008"/>
                </a:lnTo>
                <a:lnTo>
                  <a:pt x="8267929" y="4652008"/>
                </a:lnTo>
                <a:lnTo>
                  <a:pt x="8267929" y="4632958"/>
                </a:lnTo>
                <a:close/>
              </a:path>
              <a:path w="10390505" h="4652010">
                <a:moveTo>
                  <a:pt x="8273136" y="4632958"/>
                </a:moveTo>
                <a:lnTo>
                  <a:pt x="8267929" y="4632958"/>
                </a:lnTo>
                <a:lnTo>
                  <a:pt x="8267929" y="4652008"/>
                </a:lnTo>
                <a:lnTo>
                  <a:pt x="8273136" y="4652008"/>
                </a:lnTo>
                <a:lnTo>
                  <a:pt x="8277454" y="4647742"/>
                </a:lnTo>
                <a:lnTo>
                  <a:pt x="8277454" y="4637222"/>
                </a:lnTo>
                <a:lnTo>
                  <a:pt x="8273136" y="4632958"/>
                </a:lnTo>
                <a:close/>
              </a:path>
              <a:path w="10390505" h="4652010">
                <a:moveTo>
                  <a:pt x="8229702" y="4632958"/>
                </a:moveTo>
                <a:lnTo>
                  <a:pt x="8224495" y="4632958"/>
                </a:lnTo>
                <a:lnTo>
                  <a:pt x="8220177" y="4637222"/>
                </a:lnTo>
                <a:lnTo>
                  <a:pt x="8220177" y="4647742"/>
                </a:lnTo>
                <a:lnTo>
                  <a:pt x="8224495" y="4652008"/>
                </a:lnTo>
                <a:lnTo>
                  <a:pt x="8229702" y="4652008"/>
                </a:lnTo>
                <a:lnTo>
                  <a:pt x="8229702" y="4632958"/>
                </a:lnTo>
                <a:close/>
              </a:path>
              <a:path w="10390505" h="4652010">
                <a:moveTo>
                  <a:pt x="8235036" y="4632958"/>
                </a:moveTo>
                <a:lnTo>
                  <a:pt x="8229829" y="4632958"/>
                </a:lnTo>
                <a:lnTo>
                  <a:pt x="8229829" y="4652008"/>
                </a:lnTo>
                <a:lnTo>
                  <a:pt x="8235036" y="4652008"/>
                </a:lnTo>
                <a:lnTo>
                  <a:pt x="8239354" y="4647742"/>
                </a:lnTo>
                <a:lnTo>
                  <a:pt x="8239354" y="4637222"/>
                </a:lnTo>
                <a:lnTo>
                  <a:pt x="8235036" y="4632958"/>
                </a:lnTo>
                <a:close/>
              </a:path>
              <a:path w="10390505" h="4652010">
                <a:moveTo>
                  <a:pt x="8191602" y="4632958"/>
                </a:moveTo>
                <a:lnTo>
                  <a:pt x="8186395" y="4632958"/>
                </a:lnTo>
                <a:lnTo>
                  <a:pt x="8182077" y="4637222"/>
                </a:lnTo>
                <a:lnTo>
                  <a:pt x="8182077" y="4647742"/>
                </a:lnTo>
                <a:lnTo>
                  <a:pt x="8186395" y="4652008"/>
                </a:lnTo>
                <a:lnTo>
                  <a:pt x="8191602" y="4652008"/>
                </a:lnTo>
                <a:lnTo>
                  <a:pt x="8191602" y="4632958"/>
                </a:lnTo>
                <a:close/>
              </a:path>
              <a:path w="10390505" h="4652010">
                <a:moveTo>
                  <a:pt x="8196936" y="4632958"/>
                </a:moveTo>
                <a:lnTo>
                  <a:pt x="8191602" y="4632958"/>
                </a:lnTo>
                <a:lnTo>
                  <a:pt x="8191602" y="4652008"/>
                </a:lnTo>
                <a:lnTo>
                  <a:pt x="8196936" y="4652008"/>
                </a:lnTo>
                <a:lnTo>
                  <a:pt x="8201127" y="4647742"/>
                </a:lnTo>
                <a:lnTo>
                  <a:pt x="8201127" y="4637222"/>
                </a:lnTo>
                <a:lnTo>
                  <a:pt x="8196936" y="4632958"/>
                </a:lnTo>
                <a:close/>
              </a:path>
              <a:path w="10390505" h="4652010">
                <a:moveTo>
                  <a:pt x="8153502" y="4632958"/>
                </a:moveTo>
                <a:lnTo>
                  <a:pt x="8148295" y="4632958"/>
                </a:lnTo>
                <a:lnTo>
                  <a:pt x="8143977" y="4637222"/>
                </a:lnTo>
                <a:lnTo>
                  <a:pt x="8143977" y="4647742"/>
                </a:lnTo>
                <a:lnTo>
                  <a:pt x="8148295" y="4652008"/>
                </a:lnTo>
                <a:lnTo>
                  <a:pt x="8153502" y="4652008"/>
                </a:lnTo>
                <a:lnTo>
                  <a:pt x="8153502" y="4632958"/>
                </a:lnTo>
                <a:close/>
              </a:path>
              <a:path w="10390505" h="4652010">
                <a:moveTo>
                  <a:pt x="8158836" y="4632958"/>
                </a:moveTo>
                <a:lnTo>
                  <a:pt x="8153502" y="4632958"/>
                </a:lnTo>
                <a:lnTo>
                  <a:pt x="8153502" y="4652008"/>
                </a:lnTo>
                <a:lnTo>
                  <a:pt x="8158836" y="4652008"/>
                </a:lnTo>
                <a:lnTo>
                  <a:pt x="8163027" y="4647742"/>
                </a:lnTo>
                <a:lnTo>
                  <a:pt x="8163027" y="4637222"/>
                </a:lnTo>
                <a:lnTo>
                  <a:pt x="8158836" y="4632958"/>
                </a:lnTo>
                <a:close/>
              </a:path>
              <a:path w="10390505" h="4652010">
                <a:moveTo>
                  <a:pt x="8115402" y="4632958"/>
                </a:moveTo>
                <a:lnTo>
                  <a:pt x="8110195" y="4632958"/>
                </a:lnTo>
                <a:lnTo>
                  <a:pt x="8105877" y="4637222"/>
                </a:lnTo>
                <a:lnTo>
                  <a:pt x="8105877" y="4647742"/>
                </a:lnTo>
                <a:lnTo>
                  <a:pt x="8110195" y="4652008"/>
                </a:lnTo>
                <a:lnTo>
                  <a:pt x="8115402" y="4652008"/>
                </a:lnTo>
                <a:lnTo>
                  <a:pt x="8115402" y="4632958"/>
                </a:lnTo>
                <a:close/>
              </a:path>
              <a:path w="10390505" h="4652010">
                <a:moveTo>
                  <a:pt x="8120736" y="4632958"/>
                </a:moveTo>
                <a:lnTo>
                  <a:pt x="8115402" y="4632958"/>
                </a:lnTo>
                <a:lnTo>
                  <a:pt x="8115402" y="4652008"/>
                </a:lnTo>
                <a:lnTo>
                  <a:pt x="8120736" y="4652008"/>
                </a:lnTo>
                <a:lnTo>
                  <a:pt x="8124927" y="4647742"/>
                </a:lnTo>
                <a:lnTo>
                  <a:pt x="8124927" y="4637222"/>
                </a:lnTo>
                <a:lnTo>
                  <a:pt x="8120736" y="4632958"/>
                </a:lnTo>
                <a:close/>
              </a:path>
              <a:path w="10390505" h="4652010">
                <a:moveTo>
                  <a:pt x="8077302" y="4632958"/>
                </a:moveTo>
                <a:lnTo>
                  <a:pt x="8071968" y="4632958"/>
                </a:lnTo>
                <a:lnTo>
                  <a:pt x="8067777" y="4637222"/>
                </a:lnTo>
                <a:lnTo>
                  <a:pt x="8067777" y="4647742"/>
                </a:lnTo>
                <a:lnTo>
                  <a:pt x="8071968" y="4652008"/>
                </a:lnTo>
                <a:lnTo>
                  <a:pt x="8077302" y="4652008"/>
                </a:lnTo>
                <a:lnTo>
                  <a:pt x="8077302" y="4632958"/>
                </a:lnTo>
                <a:close/>
              </a:path>
              <a:path w="10390505" h="4652010">
                <a:moveTo>
                  <a:pt x="8082509" y="4632958"/>
                </a:moveTo>
                <a:lnTo>
                  <a:pt x="8077302" y="4632958"/>
                </a:lnTo>
                <a:lnTo>
                  <a:pt x="8077302" y="4652008"/>
                </a:lnTo>
                <a:lnTo>
                  <a:pt x="8082509" y="4652008"/>
                </a:lnTo>
                <a:lnTo>
                  <a:pt x="8086827" y="4647742"/>
                </a:lnTo>
                <a:lnTo>
                  <a:pt x="8086827" y="4637222"/>
                </a:lnTo>
                <a:lnTo>
                  <a:pt x="8082509" y="4632958"/>
                </a:lnTo>
                <a:close/>
              </a:path>
              <a:path w="10390505" h="4652010">
                <a:moveTo>
                  <a:pt x="8039202" y="4632958"/>
                </a:moveTo>
                <a:lnTo>
                  <a:pt x="8033868" y="4632958"/>
                </a:lnTo>
                <a:lnTo>
                  <a:pt x="8029677" y="4637222"/>
                </a:lnTo>
                <a:lnTo>
                  <a:pt x="8029677" y="4647742"/>
                </a:lnTo>
                <a:lnTo>
                  <a:pt x="8033868" y="4652008"/>
                </a:lnTo>
                <a:lnTo>
                  <a:pt x="8039202" y="4652008"/>
                </a:lnTo>
                <a:lnTo>
                  <a:pt x="8039202" y="4632958"/>
                </a:lnTo>
                <a:close/>
              </a:path>
              <a:path w="10390505" h="4652010">
                <a:moveTo>
                  <a:pt x="8044409" y="4632958"/>
                </a:moveTo>
                <a:lnTo>
                  <a:pt x="8039202" y="4632958"/>
                </a:lnTo>
                <a:lnTo>
                  <a:pt x="8039202" y="4652008"/>
                </a:lnTo>
                <a:lnTo>
                  <a:pt x="8044409" y="4652008"/>
                </a:lnTo>
                <a:lnTo>
                  <a:pt x="8048727" y="4647742"/>
                </a:lnTo>
                <a:lnTo>
                  <a:pt x="8048727" y="4637222"/>
                </a:lnTo>
                <a:lnTo>
                  <a:pt x="8044409" y="4632958"/>
                </a:lnTo>
                <a:close/>
              </a:path>
              <a:path w="10390505" h="4652010">
                <a:moveTo>
                  <a:pt x="8001102" y="4632958"/>
                </a:moveTo>
                <a:lnTo>
                  <a:pt x="7995768" y="4632958"/>
                </a:lnTo>
                <a:lnTo>
                  <a:pt x="7991577" y="4637222"/>
                </a:lnTo>
                <a:lnTo>
                  <a:pt x="7991577" y="4647742"/>
                </a:lnTo>
                <a:lnTo>
                  <a:pt x="7995768" y="4652008"/>
                </a:lnTo>
                <a:lnTo>
                  <a:pt x="8001102" y="4652008"/>
                </a:lnTo>
                <a:lnTo>
                  <a:pt x="8001102" y="4632958"/>
                </a:lnTo>
                <a:close/>
              </a:path>
              <a:path w="10390505" h="4652010">
                <a:moveTo>
                  <a:pt x="8006309" y="4632958"/>
                </a:moveTo>
                <a:lnTo>
                  <a:pt x="8001102" y="4632958"/>
                </a:lnTo>
                <a:lnTo>
                  <a:pt x="8001102" y="4652008"/>
                </a:lnTo>
                <a:lnTo>
                  <a:pt x="8006309" y="4652008"/>
                </a:lnTo>
                <a:lnTo>
                  <a:pt x="8010627" y="4647742"/>
                </a:lnTo>
                <a:lnTo>
                  <a:pt x="8010627" y="4637222"/>
                </a:lnTo>
                <a:lnTo>
                  <a:pt x="8006309" y="4632958"/>
                </a:lnTo>
                <a:close/>
              </a:path>
              <a:path w="10390505" h="4652010">
                <a:moveTo>
                  <a:pt x="7962875" y="4632958"/>
                </a:moveTo>
                <a:lnTo>
                  <a:pt x="7957668" y="4632958"/>
                </a:lnTo>
                <a:lnTo>
                  <a:pt x="7953350" y="4637222"/>
                </a:lnTo>
                <a:lnTo>
                  <a:pt x="7953350" y="4647742"/>
                </a:lnTo>
                <a:lnTo>
                  <a:pt x="7957668" y="4652008"/>
                </a:lnTo>
                <a:lnTo>
                  <a:pt x="7962875" y="4652008"/>
                </a:lnTo>
                <a:lnTo>
                  <a:pt x="7962875" y="4632958"/>
                </a:lnTo>
                <a:close/>
              </a:path>
              <a:path w="10390505" h="4652010">
                <a:moveTo>
                  <a:pt x="7968209" y="4632958"/>
                </a:moveTo>
                <a:lnTo>
                  <a:pt x="7963002" y="4632958"/>
                </a:lnTo>
                <a:lnTo>
                  <a:pt x="7963002" y="4652008"/>
                </a:lnTo>
                <a:lnTo>
                  <a:pt x="7968209" y="4652008"/>
                </a:lnTo>
                <a:lnTo>
                  <a:pt x="7972527" y="4647742"/>
                </a:lnTo>
                <a:lnTo>
                  <a:pt x="7972527" y="4637222"/>
                </a:lnTo>
                <a:lnTo>
                  <a:pt x="7968209" y="4632958"/>
                </a:lnTo>
                <a:close/>
              </a:path>
              <a:path w="10390505" h="4652010">
                <a:moveTo>
                  <a:pt x="7924775" y="4632958"/>
                </a:moveTo>
                <a:lnTo>
                  <a:pt x="7919568" y="4632958"/>
                </a:lnTo>
                <a:lnTo>
                  <a:pt x="7915250" y="4637222"/>
                </a:lnTo>
                <a:lnTo>
                  <a:pt x="7915250" y="4647742"/>
                </a:lnTo>
                <a:lnTo>
                  <a:pt x="7919568" y="4652008"/>
                </a:lnTo>
                <a:lnTo>
                  <a:pt x="7924775" y="4652008"/>
                </a:lnTo>
                <a:lnTo>
                  <a:pt x="7924775" y="4632958"/>
                </a:lnTo>
                <a:close/>
              </a:path>
              <a:path w="10390505" h="4652010">
                <a:moveTo>
                  <a:pt x="7930109" y="4632958"/>
                </a:moveTo>
                <a:lnTo>
                  <a:pt x="7924775" y="4632958"/>
                </a:lnTo>
                <a:lnTo>
                  <a:pt x="7924775" y="4652008"/>
                </a:lnTo>
                <a:lnTo>
                  <a:pt x="7930109" y="4652008"/>
                </a:lnTo>
                <a:lnTo>
                  <a:pt x="7934300" y="4647742"/>
                </a:lnTo>
                <a:lnTo>
                  <a:pt x="7934300" y="4637222"/>
                </a:lnTo>
                <a:lnTo>
                  <a:pt x="7930109" y="4632958"/>
                </a:lnTo>
                <a:close/>
              </a:path>
              <a:path w="10390505" h="4652010">
                <a:moveTo>
                  <a:pt x="7886675" y="4632958"/>
                </a:moveTo>
                <a:lnTo>
                  <a:pt x="7881468" y="4632958"/>
                </a:lnTo>
                <a:lnTo>
                  <a:pt x="7877150" y="4637222"/>
                </a:lnTo>
                <a:lnTo>
                  <a:pt x="7877150" y="4647742"/>
                </a:lnTo>
                <a:lnTo>
                  <a:pt x="7881468" y="4652008"/>
                </a:lnTo>
                <a:lnTo>
                  <a:pt x="7886675" y="4652008"/>
                </a:lnTo>
                <a:lnTo>
                  <a:pt x="7886675" y="4632958"/>
                </a:lnTo>
                <a:close/>
              </a:path>
              <a:path w="10390505" h="4652010">
                <a:moveTo>
                  <a:pt x="7892009" y="4632958"/>
                </a:moveTo>
                <a:lnTo>
                  <a:pt x="7886675" y="4632958"/>
                </a:lnTo>
                <a:lnTo>
                  <a:pt x="7886675" y="4652008"/>
                </a:lnTo>
                <a:lnTo>
                  <a:pt x="7892009" y="4652008"/>
                </a:lnTo>
                <a:lnTo>
                  <a:pt x="7896200" y="4647742"/>
                </a:lnTo>
                <a:lnTo>
                  <a:pt x="7896200" y="4637222"/>
                </a:lnTo>
                <a:lnTo>
                  <a:pt x="7892009" y="4632958"/>
                </a:lnTo>
                <a:close/>
              </a:path>
              <a:path w="10390505" h="4652010">
                <a:moveTo>
                  <a:pt x="7848575" y="4632958"/>
                </a:moveTo>
                <a:lnTo>
                  <a:pt x="7843368" y="4632958"/>
                </a:lnTo>
                <a:lnTo>
                  <a:pt x="7839050" y="4637222"/>
                </a:lnTo>
                <a:lnTo>
                  <a:pt x="7839050" y="4647742"/>
                </a:lnTo>
                <a:lnTo>
                  <a:pt x="7843368" y="4652008"/>
                </a:lnTo>
                <a:lnTo>
                  <a:pt x="7848575" y="4652008"/>
                </a:lnTo>
                <a:lnTo>
                  <a:pt x="7848575" y="4632958"/>
                </a:lnTo>
                <a:close/>
              </a:path>
              <a:path w="10390505" h="4652010">
                <a:moveTo>
                  <a:pt x="7853909" y="4632958"/>
                </a:moveTo>
                <a:lnTo>
                  <a:pt x="7848575" y="4632958"/>
                </a:lnTo>
                <a:lnTo>
                  <a:pt x="7848575" y="4652008"/>
                </a:lnTo>
                <a:lnTo>
                  <a:pt x="7853909" y="4652008"/>
                </a:lnTo>
                <a:lnTo>
                  <a:pt x="7858100" y="4647742"/>
                </a:lnTo>
                <a:lnTo>
                  <a:pt x="7858100" y="4637222"/>
                </a:lnTo>
                <a:lnTo>
                  <a:pt x="7853909" y="4632958"/>
                </a:lnTo>
                <a:close/>
              </a:path>
              <a:path w="10390505" h="4652010">
                <a:moveTo>
                  <a:pt x="7810475" y="4632958"/>
                </a:moveTo>
                <a:lnTo>
                  <a:pt x="7805141" y="4632958"/>
                </a:lnTo>
                <a:lnTo>
                  <a:pt x="7800950" y="4637222"/>
                </a:lnTo>
                <a:lnTo>
                  <a:pt x="7800950" y="4647742"/>
                </a:lnTo>
                <a:lnTo>
                  <a:pt x="7805141" y="4652008"/>
                </a:lnTo>
                <a:lnTo>
                  <a:pt x="7810475" y="4652008"/>
                </a:lnTo>
                <a:lnTo>
                  <a:pt x="7810475" y="4632958"/>
                </a:lnTo>
                <a:close/>
              </a:path>
              <a:path w="10390505" h="4652010">
                <a:moveTo>
                  <a:pt x="7815682" y="4632958"/>
                </a:moveTo>
                <a:lnTo>
                  <a:pt x="7810475" y="4632958"/>
                </a:lnTo>
                <a:lnTo>
                  <a:pt x="7810475" y="4652008"/>
                </a:lnTo>
                <a:lnTo>
                  <a:pt x="7815682" y="4652008"/>
                </a:lnTo>
                <a:lnTo>
                  <a:pt x="7820000" y="4647742"/>
                </a:lnTo>
                <a:lnTo>
                  <a:pt x="7820000" y="4637222"/>
                </a:lnTo>
                <a:lnTo>
                  <a:pt x="7815682" y="4632958"/>
                </a:lnTo>
                <a:close/>
              </a:path>
              <a:path w="10390505" h="4652010">
                <a:moveTo>
                  <a:pt x="7772375" y="4632958"/>
                </a:moveTo>
                <a:lnTo>
                  <a:pt x="7767041" y="4632958"/>
                </a:lnTo>
                <a:lnTo>
                  <a:pt x="7762850" y="4637222"/>
                </a:lnTo>
                <a:lnTo>
                  <a:pt x="7762850" y="4647742"/>
                </a:lnTo>
                <a:lnTo>
                  <a:pt x="7767041" y="4652008"/>
                </a:lnTo>
                <a:lnTo>
                  <a:pt x="7772375" y="4652008"/>
                </a:lnTo>
                <a:lnTo>
                  <a:pt x="7772375" y="4632958"/>
                </a:lnTo>
                <a:close/>
              </a:path>
              <a:path w="10390505" h="4652010">
                <a:moveTo>
                  <a:pt x="7777582" y="4632958"/>
                </a:moveTo>
                <a:lnTo>
                  <a:pt x="7772375" y="4632958"/>
                </a:lnTo>
                <a:lnTo>
                  <a:pt x="7772375" y="4652008"/>
                </a:lnTo>
                <a:lnTo>
                  <a:pt x="7777582" y="4652008"/>
                </a:lnTo>
                <a:lnTo>
                  <a:pt x="7781900" y="4647742"/>
                </a:lnTo>
                <a:lnTo>
                  <a:pt x="7781900" y="4637222"/>
                </a:lnTo>
                <a:lnTo>
                  <a:pt x="7777582" y="4632958"/>
                </a:lnTo>
                <a:close/>
              </a:path>
              <a:path w="10390505" h="4652010">
                <a:moveTo>
                  <a:pt x="7734148" y="4632958"/>
                </a:moveTo>
                <a:lnTo>
                  <a:pt x="7728941" y="4632958"/>
                </a:lnTo>
                <a:lnTo>
                  <a:pt x="7724623" y="4637222"/>
                </a:lnTo>
                <a:lnTo>
                  <a:pt x="7724623" y="4647742"/>
                </a:lnTo>
                <a:lnTo>
                  <a:pt x="7728941" y="4652008"/>
                </a:lnTo>
                <a:lnTo>
                  <a:pt x="7734148" y="4652008"/>
                </a:lnTo>
                <a:lnTo>
                  <a:pt x="7734148" y="4632958"/>
                </a:lnTo>
                <a:close/>
              </a:path>
              <a:path w="10390505" h="4652010">
                <a:moveTo>
                  <a:pt x="7739482" y="4632958"/>
                </a:moveTo>
                <a:lnTo>
                  <a:pt x="7734275" y="4632958"/>
                </a:lnTo>
                <a:lnTo>
                  <a:pt x="7734275" y="4652008"/>
                </a:lnTo>
                <a:lnTo>
                  <a:pt x="7739482" y="4652008"/>
                </a:lnTo>
                <a:lnTo>
                  <a:pt x="7743800" y="4647742"/>
                </a:lnTo>
                <a:lnTo>
                  <a:pt x="7743800" y="4637222"/>
                </a:lnTo>
                <a:lnTo>
                  <a:pt x="7739482" y="4632958"/>
                </a:lnTo>
                <a:close/>
              </a:path>
              <a:path w="10390505" h="4652010">
                <a:moveTo>
                  <a:pt x="7696048" y="4632958"/>
                </a:moveTo>
                <a:lnTo>
                  <a:pt x="7690841" y="4632958"/>
                </a:lnTo>
                <a:lnTo>
                  <a:pt x="7686523" y="4637222"/>
                </a:lnTo>
                <a:lnTo>
                  <a:pt x="7686523" y="4647742"/>
                </a:lnTo>
                <a:lnTo>
                  <a:pt x="7690841" y="4652008"/>
                </a:lnTo>
                <a:lnTo>
                  <a:pt x="7696048" y="4652008"/>
                </a:lnTo>
                <a:lnTo>
                  <a:pt x="7696048" y="4632958"/>
                </a:lnTo>
                <a:close/>
              </a:path>
              <a:path w="10390505" h="4652010">
                <a:moveTo>
                  <a:pt x="7701382" y="4632958"/>
                </a:moveTo>
                <a:lnTo>
                  <a:pt x="7696048" y="4632958"/>
                </a:lnTo>
                <a:lnTo>
                  <a:pt x="7696048" y="4652008"/>
                </a:lnTo>
                <a:lnTo>
                  <a:pt x="7701382" y="4652008"/>
                </a:lnTo>
                <a:lnTo>
                  <a:pt x="7705573" y="4647742"/>
                </a:lnTo>
                <a:lnTo>
                  <a:pt x="7705573" y="4637222"/>
                </a:lnTo>
                <a:lnTo>
                  <a:pt x="7701382" y="4632958"/>
                </a:lnTo>
                <a:close/>
              </a:path>
              <a:path w="10390505" h="4652010">
                <a:moveTo>
                  <a:pt x="7657948" y="4632958"/>
                </a:moveTo>
                <a:lnTo>
                  <a:pt x="7652741" y="4632958"/>
                </a:lnTo>
                <a:lnTo>
                  <a:pt x="7648423" y="4637222"/>
                </a:lnTo>
                <a:lnTo>
                  <a:pt x="7648423" y="4647742"/>
                </a:lnTo>
                <a:lnTo>
                  <a:pt x="7652741" y="4652008"/>
                </a:lnTo>
                <a:lnTo>
                  <a:pt x="7657948" y="4652008"/>
                </a:lnTo>
                <a:lnTo>
                  <a:pt x="7657948" y="4632958"/>
                </a:lnTo>
                <a:close/>
              </a:path>
              <a:path w="10390505" h="4652010">
                <a:moveTo>
                  <a:pt x="7663282" y="4632958"/>
                </a:moveTo>
                <a:lnTo>
                  <a:pt x="7657948" y="4632958"/>
                </a:lnTo>
                <a:lnTo>
                  <a:pt x="7657948" y="4652008"/>
                </a:lnTo>
                <a:lnTo>
                  <a:pt x="7663282" y="4652008"/>
                </a:lnTo>
                <a:lnTo>
                  <a:pt x="7667473" y="4647742"/>
                </a:lnTo>
                <a:lnTo>
                  <a:pt x="7667473" y="4637222"/>
                </a:lnTo>
                <a:lnTo>
                  <a:pt x="7663282" y="4632958"/>
                </a:lnTo>
                <a:close/>
              </a:path>
              <a:path w="10390505" h="4652010">
                <a:moveTo>
                  <a:pt x="7619848" y="4632958"/>
                </a:moveTo>
                <a:lnTo>
                  <a:pt x="7614641" y="4632958"/>
                </a:lnTo>
                <a:lnTo>
                  <a:pt x="7610323" y="4637222"/>
                </a:lnTo>
                <a:lnTo>
                  <a:pt x="7610323" y="4647742"/>
                </a:lnTo>
                <a:lnTo>
                  <a:pt x="7614641" y="4652008"/>
                </a:lnTo>
                <a:lnTo>
                  <a:pt x="7619848" y="4652008"/>
                </a:lnTo>
                <a:lnTo>
                  <a:pt x="7619848" y="4632958"/>
                </a:lnTo>
                <a:close/>
              </a:path>
              <a:path w="10390505" h="4652010">
                <a:moveTo>
                  <a:pt x="7625182" y="4632958"/>
                </a:moveTo>
                <a:lnTo>
                  <a:pt x="7619848" y="4632958"/>
                </a:lnTo>
                <a:lnTo>
                  <a:pt x="7619848" y="4652008"/>
                </a:lnTo>
                <a:lnTo>
                  <a:pt x="7625182" y="4652008"/>
                </a:lnTo>
                <a:lnTo>
                  <a:pt x="7629373" y="4647742"/>
                </a:lnTo>
                <a:lnTo>
                  <a:pt x="7629373" y="4637222"/>
                </a:lnTo>
                <a:lnTo>
                  <a:pt x="7625182" y="4632958"/>
                </a:lnTo>
                <a:close/>
              </a:path>
              <a:path w="10390505" h="4652010">
                <a:moveTo>
                  <a:pt x="7581748" y="4632958"/>
                </a:moveTo>
                <a:lnTo>
                  <a:pt x="7576414" y="4632958"/>
                </a:lnTo>
                <a:lnTo>
                  <a:pt x="7572223" y="4637222"/>
                </a:lnTo>
                <a:lnTo>
                  <a:pt x="7572223" y="4647742"/>
                </a:lnTo>
                <a:lnTo>
                  <a:pt x="7576414" y="4652008"/>
                </a:lnTo>
                <a:lnTo>
                  <a:pt x="7581748" y="4652008"/>
                </a:lnTo>
                <a:lnTo>
                  <a:pt x="7581748" y="4632958"/>
                </a:lnTo>
                <a:close/>
              </a:path>
              <a:path w="10390505" h="4652010">
                <a:moveTo>
                  <a:pt x="7586955" y="4632958"/>
                </a:moveTo>
                <a:lnTo>
                  <a:pt x="7581748" y="4632958"/>
                </a:lnTo>
                <a:lnTo>
                  <a:pt x="7581748" y="4652008"/>
                </a:lnTo>
                <a:lnTo>
                  <a:pt x="7586955" y="4652008"/>
                </a:lnTo>
                <a:lnTo>
                  <a:pt x="7591273" y="4647742"/>
                </a:lnTo>
                <a:lnTo>
                  <a:pt x="7591273" y="4637222"/>
                </a:lnTo>
                <a:lnTo>
                  <a:pt x="7586955" y="4632958"/>
                </a:lnTo>
                <a:close/>
              </a:path>
              <a:path w="10390505" h="4652010">
                <a:moveTo>
                  <a:pt x="7543648" y="4632958"/>
                </a:moveTo>
                <a:lnTo>
                  <a:pt x="7538314" y="4632958"/>
                </a:lnTo>
                <a:lnTo>
                  <a:pt x="7534123" y="4637222"/>
                </a:lnTo>
                <a:lnTo>
                  <a:pt x="7534123" y="4647742"/>
                </a:lnTo>
                <a:lnTo>
                  <a:pt x="7538314" y="4652008"/>
                </a:lnTo>
                <a:lnTo>
                  <a:pt x="7543648" y="4652008"/>
                </a:lnTo>
                <a:lnTo>
                  <a:pt x="7543648" y="4632958"/>
                </a:lnTo>
                <a:close/>
              </a:path>
              <a:path w="10390505" h="4652010">
                <a:moveTo>
                  <a:pt x="7548855" y="4632958"/>
                </a:moveTo>
                <a:lnTo>
                  <a:pt x="7543648" y="4632958"/>
                </a:lnTo>
                <a:lnTo>
                  <a:pt x="7543648" y="4652008"/>
                </a:lnTo>
                <a:lnTo>
                  <a:pt x="7548855" y="4652008"/>
                </a:lnTo>
                <a:lnTo>
                  <a:pt x="7553173" y="4647742"/>
                </a:lnTo>
                <a:lnTo>
                  <a:pt x="7553173" y="4637222"/>
                </a:lnTo>
                <a:lnTo>
                  <a:pt x="7548855" y="4632958"/>
                </a:lnTo>
                <a:close/>
              </a:path>
              <a:path w="10390505" h="4652010">
                <a:moveTo>
                  <a:pt x="7505548" y="4632958"/>
                </a:moveTo>
                <a:lnTo>
                  <a:pt x="7500214" y="4632958"/>
                </a:lnTo>
                <a:lnTo>
                  <a:pt x="7496023" y="4637222"/>
                </a:lnTo>
                <a:lnTo>
                  <a:pt x="7496023" y="4647742"/>
                </a:lnTo>
                <a:lnTo>
                  <a:pt x="7500214" y="4652008"/>
                </a:lnTo>
                <a:lnTo>
                  <a:pt x="7505548" y="4652008"/>
                </a:lnTo>
                <a:lnTo>
                  <a:pt x="7505548" y="4632958"/>
                </a:lnTo>
                <a:close/>
              </a:path>
              <a:path w="10390505" h="4652010">
                <a:moveTo>
                  <a:pt x="7510755" y="4632958"/>
                </a:moveTo>
                <a:lnTo>
                  <a:pt x="7505548" y="4632958"/>
                </a:lnTo>
                <a:lnTo>
                  <a:pt x="7505548" y="4652008"/>
                </a:lnTo>
                <a:lnTo>
                  <a:pt x="7510755" y="4652008"/>
                </a:lnTo>
                <a:lnTo>
                  <a:pt x="7515073" y="4647742"/>
                </a:lnTo>
                <a:lnTo>
                  <a:pt x="7515073" y="4637222"/>
                </a:lnTo>
                <a:lnTo>
                  <a:pt x="7510755" y="4632958"/>
                </a:lnTo>
                <a:close/>
              </a:path>
              <a:path w="10390505" h="4652010">
                <a:moveTo>
                  <a:pt x="7467321" y="4632958"/>
                </a:moveTo>
                <a:lnTo>
                  <a:pt x="7462114" y="4632958"/>
                </a:lnTo>
                <a:lnTo>
                  <a:pt x="7457796" y="4637222"/>
                </a:lnTo>
                <a:lnTo>
                  <a:pt x="7457796" y="4647742"/>
                </a:lnTo>
                <a:lnTo>
                  <a:pt x="7462114" y="4652008"/>
                </a:lnTo>
                <a:lnTo>
                  <a:pt x="7467321" y="4652008"/>
                </a:lnTo>
                <a:lnTo>
                  <a:pt x="7467321" y="4632958"/>
                </a:lnTo>
                <a:close/>
              </a:path>
              <a:path w="10390505" h="4652010">
                <a:moveTo>
                  <a:pt x="7472655" y="4632958"/>
                </a:moveTo>
                <a:lnTo>
                  <a:pt x="7467448" y="4632958"/>
                </a:lnTo>
                <a:lnTo>
                  <a:pt x="7467448" y="4652008"/>
                </a:lnTo>
                <a:lnTo>
                  <a:pt x="7472655" y="4652008"/>
                </a:lnTo>
                <a:lnTo>
                  <a:pt x="7476973" y="4647742"/>
                </a:lnTo>
                <a:lnTo>
                  <a:pt x="7476973" y="4637222"/>
                </a:lnTo>
                <a:lnTo>
                  <a:pt x="7472655" y="4632958"/>
                </a:lnTo>
                <a:close/>
              </a:path>
              <a:path w="10390505" h="4652010">
                <a:moveTo>
                  <a:pt x="7429221" y="4632958"/>
                </a:moveTo>
                <a:lnTo>
                  <a:pt x="7424014" y="4632958"/>
                </a:lnTo>
                <a:lnTo>
                  <a:pt x="7419696" y="4637222"/>
                </a:lnTo>
                <a:lnTo>
                  <a:pt x="7419696" y="4647742"/>
                </a:lnTo>
                <a:lnTo>
                  <a:pt x="7424014" y="4652008"/>
                </a:lnTo>
                <a:lnTo>
                  <a:pt x="7429221" y="4652008"/>
                </a:lnTo>
                <a:lnTo>
                  <a:pt x="7429221" y="4632958"/>
                </a:lnTo>
                <a:close/>
              </a:path>
              <a:path w="10390505" h="4652010">
                <a:moveTo>
                  <a:pt x="7434555" y="4632958"/>
                </a:moveTo>
                <a:lnTo>
                  <a:pt x="7429221" y="4632958"/>
                </a:lnTo>
                <a:lnTo>
                  <a:pt x="7429221" y="4652008"/>
                </a:lnTo>
                <a:lnTo>
                  <a:pt x="7434555" y="4652008"/>
                </a:lnTo>
                <a:lnTo>
                  <a:pt x="7438746" y="4647742"/>
                </a:lnTo>
                <a:lnTo>
                  <a:pt x="7438746" y="4637222"/>
                </a:lnTo>
                <a:lnTo>
                  <a:pt x="7434555" y="4632958"/>
                </a:lnTo>
                <a:close/>
              </a:path>
              <a:path w="10390505" h="4652010">
                <a:moveTo>
                  <a:pt x="7391121" y="4632958"/>
                </a:moveTo>
                <a:lnTo>
                  <a:pt x="7385914" y="4632958"/>
                </a:lnTo>
                <a:lnTo>
                  <a:pt x="7381596" y="4637222"/>
                </a:lnTo>
                <a:lnTo>
                  <a:pt x="7381596" y="4647742"/>
                </a:lnTo>
                <a:lnTo>
                  <a:pt x="7385914" y="4652008"/>
                </a:lnTo>
                <a:lnTo>
                  <a:pt x="7391121" y="4652008"/>
                </a:lnTo>
                <a:lnTo>
                  <a:pt x="7391121" y="4632958"/>
                </a:lnTo>
                <a:close/>
              </a:path>
              <a:path w="10390505" h="4652010">
                <a:moveTo>
                  <a:pt x="7396455" y="4632958"/>
                </a:moveTo>
                <a:lnTo>
                  <a:pt x="7391121" y="4632958"/>
                </a:lnTo>
                <a:lnTo>
                  <a:pt x="7391121" y="4652008"/>
                </a:lnTo>
                <a:lnTo>
                  <a:pt x="7396455" y="4652008"/>
                </a:lnTo>
                <a:lnTo>
                  <a:pt x="7400646" y="4647742"/>
                </a:lnTo>
                <a:lnTo>
                  <a:pt x="7400646" y="4637222"/>
                </a:lnTo>
                <a:lnTo>
                  <a:pt x="7396455" y="4632958"/>
                </a:lnTo>
                <a:close/>
              </a:path>
              <a:path w="10390505" h="4652010">
                <a:moveTo>
                  <a:pt x="7353021" y="4632958"/>
                </a:moveTo>
                <a:lnTo>
                  <a:pt x="7347814" y="4632958"/>
                </a:lnTo>
                <a:lnTo>
                  <a:pt x="7343496" y="4637222"/>
                </a:lnTo>
                <a:lnTo>
                  <a:pt x="7343496" y="4647742"/>
                </a:lnTo>
                <a:lnTo>
                  <a:pt x="7347814" y="4652008"/>
                </a:lnTo>
                <a:lnTo>
                  <a:pt x="7353021" y="4652008"/>
                </a:lnTo>
                <a:lnTo>
                  <a:pt x="7353021" y="4632958"/>
                </a:lnTo>
                <a:close/>
              </a:path>
              <a:path w="10390505" h="4652010">
                <a:moveTo>
                  <a:pt x="7358355" y="4632958"/>
                </a:moveTo>
                <a:lnTo>
                  <a:pt x="7353021" y="4632958"/>
                </a:lnTo>
                <a:lnTo>
                  <a:pt x="7353021" y="4652008"/>
                </a:lnTo>
                <a:lnTo>
                  <a:pt x="7358355" y="4652008"/>
                </a:lnTo>
                <a:lnTo>
                  <a:pt x="7362546" y="4647742"/>
                </a:lnTo>
                <a:lnTo>
                  <a:pt x="7362546" y="4637222"/>
                </a:lnTo>
                <a:lnTo>
                  <a:pt x="7358355" y="4632958"/>
                </a:lnTo>
                <a:close/>
              </a:path>
              <a:path w="10390505" h="4652010">
                <a:moveTo>
                  <a:pt x="7314921" y="4632958"/>
                </a:moveTo>
                <a:lnTo>
                  <a:pt x="7309587" y="4632958"/>
                </a:lnTo>
                <a:lnTo>
                  <a:pt x="7305396" y="4637222"/>
                </a:lnTo>
                <a:lnTo>
                  <a:pt x="7305396" y="4647742"/>
                </a:lnTo>
                <a:lnTo>
                  <a:pt x="7309587" y="4652008"/>
                </a:lnTo>
                <a:lnTo>
                  <a:pt x="7314921" y="4652008"/>
                </a:lnTo>
                <a:lnTo>
                  <a:pt x="7314921" y="4632958"/>
                </a:lnTo>
                <a:close/>
              </a:path>
              <a:path w="10390505" h="4652010">
                <a:moveTo>
                  <a:pt x="7320128" y="4632958"/>
                </a:moveTo>
                <a:lnTo>
                  <a:pt x="7314921" y="4632958"/>
                </a:lnTo>
                <a:lnTo>
                  <a:pt x="7314921" y="4652008"/>
                </a:lnTo>
                <a:lnTo>
                  <a:pt x="7320128" y="4652008"/>
                </a:lnTo>
                <a:lnTo>
                  <a:pt x="7324446" y="4647742"/>
                </a:lnTo>
                <a:lnTo>
                  <a:pt x="7324446" y="4637222"/>
                </a:lnTo>
                <a:lnTo>
                  <a:pt x="7320128" y="4632958"/>
                </a:lnTo>
                <a:close/>
              </a:path>
              <a:path w="10390505" h="4652010">
                <a:moveTo>
                  <a:pt x="7276821" y="4632958"/>
                </a:moveTo>
                <a:lnTo>
                  <a:pt x="7271487" y="4632958"/>
                </a:lnTo>
                <a:lnTo>
                  <a:pt x="7267296" y="4637222"/>
                </a:lnTo>
                <a:lnTo>
                  <a:pt x="7267296" y="4647742"/>
                </a:lnTo>
                <a:lnTo>
                  <a:pt x="7271487" y="4652008"/>
                </a:lnTo>
                <a:lnTo>
                  <a:pt x="7276821" y="4652008"/>
                </a:lnTo>
                <a:lnTo>
                  <a:pt x="7276821" y="4632958"/>
                </a:lnTo>
                <a:close/>
              </a:path>
              <a:path w="10390505" h="4652010">
                <a:moveTo>
                  <a:pt x="7282028" y="4632958"/>
                </a:moveTo>
                <a:lnTo>
                  <a:pt x="7276821" y="4632958"/>
                </a:lnTo>
                <a:lnTo>
                  <a:pt x="7276821" y="4652008"/>
                </a:lnTo>
                <a:lnTo>
                  <a:pt x="7282028" y="4652008"/>
                </a:lnTo>
                <a:lnTo>
                  <a:pt x="7286346" y="4647742"/>
                </a:lnTo>
                <a:lnTo>
                  <a:pt x="7286346" y="4637222"/>
                </a:lnTo>
                <a:lnTo>
                  <a:pt x="7282028" y="4632958"/>
                </a:lnTo>
                <a:close/>
              </a:path>
              <a:path w="10390505" h="4652010">
                <a:moveTo>
                  <a:pt x="7238594" y="4632958"/>
                </a:moveTo>
                <a:lnTo>
                  <a:pt x="7233387" y="4632958"/>
                </a:lnTo>
                <a:lnTo>
                  <a:pt x="7229069" y="4637222"/>
                </a:lnTo>
                <a:lnTo>
                  <a:pt x="7229069" y="4647742"/>
                </a:lnTo>
                <a:lnTo>
                  <a:pt x="7233387" y="4652008"/>
                </a:lnTo>
                <a:lnTo>
                  <a:pt x="7238594" y="4652008"/>
                </a:lnTo>
                <a:lnTo>
                  <a:pt x="7238594" y="4632958"/>
                </a:lnTo>
                <a:close/>
              </a:path>
              <a:path w="10390505" h="4652010">
                <a:moveTo>
                  <a:pt x="7238721" y="4645658"/>
                </a:moveTo>
                <a:lnTo>
                  <a:pt x="7238594" y="4645658"/>
                </a:lnTo>
                <a:lnTo>
                  <a:pt x="7238594" y="4652008"/>
                </a:lnTo>
                <a:lnTo>
                  <a:pt x="7238721" y="4652008"/>
                </a:lnTo>
                <a:lnTo>
                  <a:pt x="7238721" y="4645658"/>
                </a:lnTo>
                <a:close/>
              </a:path>
              <a:path w="10390505" h="4652010">
                <a:moveTo>
                  <a:pt x="7243928" y="4632958"/>
                </a:moveTo>
                <a:lnTo>
                  <a:pt x="7238721" y="4632958"/>
                </a:lnTo>
                <a:lnTo>
                  <a:pt x="7238721" y="4652008"/>
                </a:lnTo>
                <a:lnTo>
                  <a:pt x="7243928" y="4652008"/>
                </a:lnTo>
                <a:lnTo>
                  <a:pt x="7248246" y="4647742"/>
                </a:lnTo>
                <a:lnTo>
                  <a:pt x="7248246" y="4637222"/>
                </a:lnTo>
                <a:lnTo>
                  <a:pt x="7243928" y="4632958"/>
                </a:lnTo>
                <a:close/>
              </a:path>
              <a:path w="10390505" h="4652010">
                <a:moveTo>
                  <a:pt x="7238721" y="4632958"/>
                </a:moveTo>
                <a:lnTo>
                  <a:pt x="7238594" y="4632958"/>
                </a:lnTo>
                <a:lnTo>
                  <a:pt x="7238594" y="4639308"/>
                </a:lnTo>
                <a:lnTo>
                  <a:pt x="7238721" y="4639308"/>
                </a:lnTo>
                <a:lnTo>
                  <a:pt x="7238721" y="4632958"/>
                </a:lnTo>
                <a:close/>
              </a:path>
              <a:path w="10390505" h="4652010">
                <a:moveTo>
                  <a:pt x="7200494" y="4632958"/>
                </a:moveTo>
                <a:lnTo>
                  <a:pt x="7195287" y="4632958"/>
                </a:lnTo>
                <a:lnTo>
                  <a:pt x="7190969" y="4637222"/>
                </a:lnTo>
                <a:lnTo>
                  <a:pt x="7190969" y="4647742"/>
                </a:lnTo>
                <a:lnTo>
                  <a:pt x="7195287" y="4652008"/>
                </a:lnTo>
                <a:lnTo>
                  <a:pt x="7200494" y="4652008"/>
                </a:lnTo>
                <a:lnTo>
                  <a:pt x="7200494" y="4632958"/>
                </a:lnTo>
                <a:close/>
              </a:path>
              <a:path w="10390505" h="4652010">
                <a:moveTo>
                  <a:pt x="7205828" y="4632958"/>
                </a:moveTo>
                <a:lnTo>
                  <a:pt x="7200494" y="4632958"/>
                </a:lnTo>
                <a:lnTo>
                  <a:pt x="7200494" y="4652008"/>
                </a:lnTo>
                <a:lnTo>
                  <a:pt x="7205828" y="4652008"/>
                </a:lnTo>
                <a:lnTo>
                  <a:pt x="7210019" y="4647742"/>
                </a:lnTo>
                <a:lnTo>
                  <a:pt x="7210019" y="4637222"/>
                </a:lnTo>
                <a:lnTo>
                  <a:pt x="7205828" y="4632958"/>
                </a:lnTo>
                <a:close/>
              </a:path>
              <a:path w="10390505" h="4652010">
                <a:moveTo>
                  <a:pt x="7162394" y="4632958"/>
                </a:moveTo>
                <a:lnTo>
                  <a:pt x="7157187" y="4632958"/>
                </a:lnTo>
                <a:lnTo>
                  <a:pt x="7152869" y="4637222"/>
                </a:lnTo>
                <a:lnTo>
                  <a:pt x="7152869" y="4647742"/>
                </a:lnTo>
                <a:lnTo>
                  <a:pt x="7157187" y="4652008"/>
                </a:lnTo>
                <a:lnTo>
                  <a:pt x="7162394" y="4652008"/>
                </a:lnTo>
                <a:lnTo>
                  <a:pt x="7162394" y="4632958"/>
                </a:lnTo>
                <a:close/>
              </a:path>
              <a:path w="10390505" h="4652010">
                <a:moveTo>
                  <a:pt x="7167728" y="4632958"/>
                </a:moveTo>
                <a:lnTo>
                  <a:pt x="7162394" y="4632958"/>
                </a:lnTo>
                <a:lnTo>
                  <a:pt x="7162394" y="4652008"/>
                </a:lnTo>
                <a:lnTo>
                  <a:pt x="7167728" y="4652008"/>
                </a:lnTo>
                <a:lnTo>
                  <a:pt x="7171919" y="4647742"/>
                </a:lnTo>
                <a:lnTo>
                  <a:pt x="7171919" y="4637222"/>
                </a:lnTo>
                <a:lnTo>
                  <a:pt x="7167728" y="4632958"/>
                </a:lnTo>
                <a:close/>
              </a:path>
              <a:path w="10390505" h="4652010">
                <a:moveTo>
                  <a:pt x="7124294" y="4632958"/>
                </a:moveTo>
                <a:lnTo>
                  <a:pt x="7119087" y="4632958"/>
                </a:lnTo>
                <a:lnTo>
                  <a:pt x="7114769" y="4637222"/>
                </a:lnTo>
                <a:lnTo>
                  <a:pt x="7114769" y="4647742"/>
                </a:lnTo>
                <a:lnTo>
                  <a:pt x="7119087" y="4652008"/>
                </a:lnTo>
                <a:lnTo>
                  <a:pt x="7124294" y="4652008"/>
                </a:lnTo>
                <a:lnTo>
                  <a:pt x="7124294" y="4632958"/>
                </a:lnTo>
                <a:close/>
              </a:path>
              <a:path w="10390505" h="4652010">
                <a:moveTo>
                  <a:pt x="7129628" y="4632958"/>
                </a:moveTo>
                <a:lnTo>
                  <a:pt x="7124294" y="4632958"/>
                </a:lnTo>
                <a:lnTo>
                  <a:pt x="7124294" y="4652008"/>
                </a:lnTo>
                <a:lnTo>
                  <a:pt x="7129628" y="4652008"/>
                </a:lnTo>
                <a:lnTo>
                  <a:pt x="7133819" y="4647742"/>
                </a:lnTo>
                <a:lnTo>
                  <a:pt x="7133819" y="4637222"/>
                </a:lnTo>
                <a:lnTo>
                  <a:pt x="7129628" y="4632958"/>
                </a:lnTo>
                <a:close/>
              </a:path>
              <a:path w="10390505" h="4652010">
                <a:moveTo>
                  <a:pt x="7086194" y="4632958"/>
                </a:moveTo>
                <a:lnTo>
                  <a:pt x="7080860" y="4632958"/>
                </a:lnTo>
                <a:lnTo>
                  <a:pt x="7076669" y="4637222"/>
                </a:lnTo>
                <a:lnTo>
                  <a:pt x="7076669" y="4647742"/>
                </a:lnTo>
                <a:lnTo>
                  <a:pt x="7080860" y="4652008"/>
                </a:lnTo>
                <a:lnTo>
                  <a:pt x="7086194" y="4652008"/>
                </a:lnTo>
                <a:lnTo>
                  <a:pt x="7086194" y="4632958"/>
                </a:lnTo>
                <a:close/>
              </a:path>
              <a:path w="10390505" h="4652010">
                <a:moveTo>
                  <a:pt x="7091401" y="4632958"/>
                </a:moveTo>
                <a:lnTo>
                  <a:pt x="7086194" y="4632958"/>
                </a:lnTo>
                <a:lnTo>
                  <a:pt x="7086194" y="4652008"/>
                </a:lnTo>
                <a:lnTo>
                  <a:pt x="7091401" y="4652008"/>
                </a:lnTo>
                <a:lnTo>
                  <a:pt x="7095719" y="4647742"/>
                </a:lnTo>
                <a:lnTo>
                  <a:pt x="7095719" y="4637222"/>
                </a:lnTo>
                <a:lnTo>
                  <a:pt x="7091401" y="4632958"/>
                </a:lnTo>
                <a:close/>
              </a:path>
              <a:path w="10390505" h="4652010">
                <a:moveTo>
                  <a:pt x="7048094" y="4632958"/>
                </a:moveTo>
                <a:lnTo>
                  <a:pt x="7042760" y="4632958"/>
                </a:lnTo>
                <a:lnTo>
                  <a:pt x="7038569" y="4637222"/>
                </a:lnTo>
                <a:lnTo>
                  <a:pt x="7038569" y="4647742"/>
                </a:lnTo>
                <a:lnTo>
                  <a:pt x="7042760" y="4652008"/>
                </a:lnTo>
                <a:lnTo>
                  <a:pt x="7048094" y="4652008"/>
                </a:lnTo>
                <a:lnTo>
                  <a:pt x="7048094" y="4632958"/>
                </a:lnTo>
                <a:close/>
              </a:path>
              <a:path w="10390505" h="4652010">
                <a:moveTo>
                  <a:pt x="7053301" y="4632958"/>
                </a:moveTo>
                <a:lnTo>
                  <a:pt x="7048094" y="4632958"/>
                </a:lnTo>
                <a:lnTo>
                  <a:pt x="7048094" y="4652008"/>
                </a:lnTo>
                <a:lnTo>
                  <a:pt x="7053301" y="4652008"/>
                </a:lnTo>
                <a:lnTo>
                  <a:pt x="7057619" y="4647742"/>
                </a:lnTo>
                <a:lnTo>
                  <a:pt x="7057619" y="4637222"/>
                </a:lnTo>
                <a:lnTo>
                  <a:pt x="7053301" y="4632958"/>
                </a:lnTo>
                <a:close/>
              </a:path>
              <a:path w="10390505" h="4652010">
                <a:moveTo>
                  <a:pt x="7009994" y="4632958"/>
                </a:moveTo>
                <a:lnTo>
                  <a:pt x="7004660" y="4632958"/>
                </a:lnTo>
                <a:lnTo>
                  <a:pt x="7000469" y="4637222"/>
                </a:lnTo>
                <a:lnTo>
                  <a:pt x="7000469" y="4647742"/>
                </a:lnTo>
                <a:lnTo>
                  <a:pt x="7004660" y="4652008"/>
                </a:lnTo>
                <a:lnTo>
                  <a:pt x="7009994" y="4652008"/>
                </a:lnTo>
                <a:lnTo>
                  <a:pt x="7009994" y="4632958"/>
                </a:lnTo>
                <a:close/>
              </a:path>
              <a:path w="10390505" h="4652010">
                <a:moveTo>
                  <a:pt x="7015201" y="4632958"/>
                </a:moveTo>
                <a:lnTo>
                  <a:pt x="7009994" y="4632958"/>
                </a:lnTo>
                <a:lnTo>
                  <a:pt x="7009994" y="4652008"/>
                </a:lnTo>
                <a:lnTo>
                  <a:pt x="7015201" y="4652008"/>
                </a:lnTo>
                <a:lnTo>
                  <a:pt x="7019519" y="4647742"/>
                </a:lnTo>
                <a:lnTo>
                  <a:pt x="7019519" y="4637222"/>
                </a:lnTo>
                <a:lnTo>
                  <a:pt x="7015201" y="4632958"/>
                </a:lnTo>
                <a:close/>
              </a:path>
              <a:path w="10390505" h="4652010">
                <a:moveTo>
                  <a:pt x="6971767" y="4632958"/>
                </a:moveTo>
                <a:lnTo>
                  <a:pt x="6966560" y="4632958"/>
                </a:lnTo>
                <a:lnTo>
                  <a:pt x="6962242" y="4637222"/>
                </a:lnTo>
                <a:lnTo>
                  <a:pt x="6962242" y="4647742"/>
                </a:lnTo>
                <a:lnTo>
                  <a:pt x="6966560" y="4652008"/>
                </a:lnTo>
                <a:lnTo>
                  <a:pt x="6971767" y="4652008"/>
                </a:lnTo>
                <a:lnTo>
                  <a:pt x="6971767" y="4632958"/>
                </a:lnTo>
                <a:close/>
              </a:path>
              <a:path w="10390505" h="4652010">
                <a:moveTo>
                  <a:pt x="6977101" y="4632958"/>
                </a:moveTo>
                <a:lnTo>
                  <a:pt x="6971894" y="4632958"/>
                </a:lnTo>
                <a:lnTo>
                  <a:pt x="6971894" y="4652008"/>
                </a:lnTo>
                <a:lnTo>
                  <a:pt x="6977101" y="4652008"/>
                </a:lnTo>
                <a:lnTo>
                  <a:pt x="6981419" y="4647742"/>
                </a:lnTo>
                <a:lnTo>
                  <a:pt x="6981419" y="4637222"/>
                </a:lnTo>
                <a:lnTo>
                  <a:pt x="6977101" y="4632958"/>
                </a:lnTo>
                <a:close/>
              </a:path>
              <a:path w="10390505" h="4652010">
                <a:moveTo>
                  <a:pt x="6933667" y="4632958"/>
                </a:moveTo>
                <a:lnTo>
                  <a:pt x="6928460" y="4632958"/>
                </a:lnTo>
                <a:lnTo>
                  <a:pt x="6924142" y="4637222"/>
                </a:lnTo>
                <a:lnTo>
                  <a:pt x="6924142" y="4647742"/>
                </a:lnTo>
                <a:lnTo>
                  <a:pt x="6928460" y="4652008"/>
                </a:lnTo>
                <a:lnTo>
                  <a:pt x="6933667" y="4652008"/>
                </a:lnTo>
                <a:lnTo>
                  <a:pt x="6933667" y="4632958"/>
                </a:lnTo>
                <a:close/>
              </a:path>
              <a:path w="10390505" h="4652010">
                <a:moveTo>
                  <a:pt x="6939001" y="4632958"/>
                </a:moveTo>
                <a:lnTo>
                  <a:pt x="6933667" y="4632958"/>
                </a:lnTo>
                <a:lnTo>
                  <a:pt x="6933667" y="4652008"/>
                </a:lnTo>
                <a:lnTo>
                  <a:pt x="6939001" y="4652008"/>
                </a:lnTo>
                <a:lnTo>
                  <a:pt x="6943192" y="4647742"/>
                </a:lnTo>
                <a:lnTo>
                  <a:pt x="6943192" y="4637222"/>
                </a:lnTo>
                <a:lnTo>
                  <a:pt x="6939001" y="4632958"/>
                </a:lnTo>
                <a:close/>
              </a:path>
              <a:path w="10390505" h="4652010">
                <a:moveTo>
                  <a:pt x="6895567" y="4632958"/>
                </a:moveTo>
                <a:lnTo>
                  <a:pt x="6890360" y="4632958"/>
                </a:lnTo>
                <a:lnTo>
                  <a:pt x="6886042" y="4637222"/>
                </a:lnTo>
                <a:lnTo>
                  <a:pt x="6886042" y="4647742"/>
                </a:lnTo>
                <a:lnTo>
                  <a:pt x="6890360" y="4652008"/>
                </a:lnTo>
                <a:lnTo>
                  <a:pt x="6895567" y="4652008"/>
                </a:lnTo>
                <a:lnTo>
                  <a:pt x="6895567" y="4632958"/>
                </a:lnTo>
                <a:close/>
              </a:path>
              <a:path w="10390505" h="4652010">
                <a:moveTo>
                  <a:pt x="6900901" y="4632958"/>
                </a:moveTo>
                <a:lnTo>
                  <a:pt x="6895567" y="4632958"/>
                </a:lnTo>
                <a:lnTo>
                  <a:pt x="6895567" y="4652008"/>
                </a:lnTo>
                <a:lnTo>
                  <a:pt x="6900901" y="4652008"/>
                </a:lnTo>
                <a:lnTo>
                  <a:pt x="6905092" y="4647742"/>
                </a:lnTo>
                <a:lnTo>
                  <a:pt x="6905092" y="4637222"/>
                </a:lnTo>
                <a:lnTo>
                  <a:pt x="6900901" y="4632958"/>
                </a:lnTo>
                <a:close/>
              </a:path>
              <a:path w="10390505" h="4652010">
                <a:moveTo>
                  <a:pt x="6857467" y="4632958"/>
                </a:moveTo>
                <a:lnTo>
                  <a:pt x="6852260" y="4632958"/>
                </a:lnTo>
                <a:lnTo>
                  <a:pt x="6847942" y="4637222"/>
                </a:lnTo>
                <a:lnTo>
                  <a:pt x="6847942" y="4647742"/>
                </a:lnTo>
                <a:lnTo>
                  <a:pt x="6852260" y="4652008"/>
                </a:lnTo>
                <a:lnTo>
                  <a:pt x="6857467" y="4652008"/>
                </a:lnTo>
                <a:lnTo>
                  <a:pt x="6857467" y="4632958"/>
                </a:lnTo>
                <a:close/>
              </a:path>
              <a:path w="10390505" h="4652010">
                <a:moveTo>
                  <a:pt x="6862801" y="4632958"/>
                </a:moveTo>
                <a:lnTo>
                  <a:pt x="6857467" y="4632958"/>
                </a:lnTo>
                <a:lnTo>
                  <a:pt x="6857467" y="4652008"/>
                </a:lnTo>
                <a:lnTo>
                  <a:pt x="6862801" y="4652008"/>
                </a:lnTo>
                <a:lnTo>
                  <a:pt x="6866992" y="4647742"/>
                </a:lnTo>
                <a:lnTo>
                  <a:pt x="6866992" y="4637222"/>
                </a:lnTo>
                <a:lnTo>
                  <a:pt x="6862801" y="4632958"/>
                </a:lnTo>
                <a:close/>
              </a:path>
              <a:path w="10390505" h="4652010">
                <a:moveTo>
                  <a:pt x="6819367" y="4632958"/>
                </a:moveTo>
                <a:lnTo>
                  <a:pt x="6814033" y="4632958"/>
                </a:lnTo>
                <a:lnTo>
                  <a:pt x="6809842" y="4637222"/>
                </a:lnTo>
                <a:lnTo>
                  <a:pt x="6809842" y="4647742"/>
                </a:lnTo>
                <a:lnTo>
                  <a:pt x="6814033" y="4652008"/>
                </a:lnTo>
                <a:lnTo>
                  <a:pt x="6819367" y="4652008"/>
                </a:lnTo>
                <a:lnTo>
                  <a:pt x="6819367" y="4632958"/>
                </a:lnTo>
                <a:close/>
              </a:path>
              <a:path w="10390505" h="4652010">
                <a:moveTo>
                  <a:pt x="6824574" y="4632958"/>
                </a:moveTo>
                <a:lnTo>
                  <a:pt x="6819367" y="4632958"/>
                </a:lnTo>
                <a:lnTo>
                  <a:pt x="6819367" y="4652008"/>
                </a:lnTo>
                <a:lnTo>
                  <a:pt x="6824574" y="4652008"/>
                </a:lnTo>
                <a:lnTo>
                  <a:pt x="6828892" y="4647742"/>
                </a:lnTo>
                <a:lnTo>
                  <a:pt x="6828892" y="4637222"/>
                </a:lnTo>
                <a:lnTo>
                  <a:pt x="6824574" y="4632958"/>
                </a:lnTo>
                <a:close/>
              </a:path>
              <a:path w="10390505" h="4652010">
                <a:moveTo>
                  <a:pt x="6781267" y="4632958"/>
                </a:moveTo>
                <a:lnTo>
                  <a:pt x="6775933" y="4632958"/>
                </a:lnTo>
                <a:lnTo>
                  <a:pt x="6771742" y="4637222"/>
                </a:lnTo>
                <a:lnTo>
                  <a:pt x="6771742" y="4647742"/>
                </a:lnTo>
                <a:lnTo>
                  <a:pt x="6775933" y="4652008"/>
                </a:lnTo>
                <a:lnTo>
                  <a:pt x="6781267" y="4652008"/>
                </a:lnTo>
                <a:lnTo>
                  <a:pt x="6781267" y="4632958"/>
                </a:lnTo>
                <a:close/>
              </a:path>
              <a:path w="10390505" h="4652010">
                <a:moveTo>
                  <a:pt x="6786474" y="4632958"/>
                </a:moveTo>
                <a:lnTo>
                  <a:pt x="6781267" y="4632958"/>
                </a:lnTo>
                <a:lnTo>
                  <a:pt x="6781267" y="4652008"/>
                </a:lnTo>
                <a:lnTo>
                  <a:pt x="6786474" y="4652008"/>
                </a:lnTo>
                <a:lnTo>
                  <a:pt x="6790792" y="4647742"/>
                </a:lnTo>
                <a:lnTo>
                  <a:pt x="6790792" y="4637222"/>
                </a:lnTo>
                <a:lnTo>
                  <a:pt x="6786474" y="4632958"/>
                </a:lnTo>
                <a:close/>
              </a:path>
              <a:path w="10390505" h="4652010">
                <a:moveTo>
                  <a:pt x="6743167" y="4632958"/>
                </a:moveTo>
                <a:lnTo>
                  <a:pt x="6737833" y="4632958"/>
                </a:lnTo>
                <a:lnTo>
                  <a:pt x="6733642" y="4637222"/>
                </a:lnTo>
                <a:lnTo>
                  <a:pt x="6733642" y="4647742"/>
                </a:lnTo>
                <a:lnTo>
                  <a:pt x="6737833" y="4652008"/>
                </a:lnTo>
                <a:lnTo>
                  <a:pt x="6743167" y="4652008"/>
                </a:lnTo>
                <a:lnTo>
                  <a:pt x="6743167" y="4632958"/>
                </a:lnTo>
                <a:close/>
              </a:path>
              <a:path w="10390505" h="4652010">
                <a:moveTo>
                  <a:pt x="6748374" y="4632958"/>
                </a:moveTo>
                <a:lnTo>
                  <a:pt x="6743167" y="4632958"/>
                </a:lnTo>
                <a:lnTo>
                  <a:pt x="6743167" y="4652008"/>
                </a:lnTo>
                <a:lnTo>
                  <a:pt x="6748374" y="4652008"/>
                </a:lnTo>
                <a:lnTo>
                  <a:pt x="6752692" y="4647742"/>
                </a:lnTo>
                <a:lnTo>
                  <a:pt x="6752692" y="4637222"/>
                </a:lnTo>
                <a:lnTo>
                  <a:pt x="6748374" y="4632958"/>
                </a:lnTo>
                <a:close/>
              </a:path>
              <a:path w="10390505" h="4652010">
                <a:moveTo>
                  <a:pt x="6704940" y="4632958"/>
                </a:moveTo>
                <a:lnTo>
                  <a:pt x="6699733" y="4632958"/>
                </a:lnTo>
                <a:lnTo>
                  <a:pt x="6695415" y="4637222"/>
                </a:lnTo>
                <a:lnTo>
                  <a:pt x="6695415" y="4647742"/>
                </a:lnTo>
                <a:lnTo>
                  <a:pt x="6699733" y="4652008"/>
                </a:lnTo>
                <a:lnTo>
                  <a:pt x="6704940" y="4652008"/>
                </a:lnTo>
                <a:lnTo>
                  <a:pt x="6704940" y="4632958"/>
                </a:lnTo>
                <a:close/>
              </a:path>
              <a:path w="10390505" h="4652010">
                <a:moveTo>
                  <a:pt x="6710274" y="4632958"/>
                </a:moveTo>
                <a:lnTo>
                  <a:pt x="6705067" y="4632958"/>
                </a:lnTo>
                <a:lnTo>
                  <a:pt x="6705067" y="4652008"/>
                </a:lnTo>
                <a:lnTo>
                  <a:pt x="6710274" y="4652008"/>
                </a:lnTo>
                <a:lnTo>
                  <a:pt x="6714592" y="4647742"/>
                </a:lnTo>
                <a:lnTo>
                  <a:pt x="6714592" y="4637222"/>
                </a:lnTo>
                <a:lnTo>
                  <a:pt x="6710274" y="4632958"/>
                </a:lnTo>
                <a:close/>
              </a:path>
              <a:path w="10390505" h="4652010">
                <a:moveTo>
                  <a:pt x="6666840" y="4632958"/>
                </a:moveTo>
                <a:lnTo>
                  <a:pt x="6661633" y="4632958"/>
                </a:lnTo>
                <a:lnTo>
                  <a:pt x="6657315" y="4637222"/>
                </a:lnTo>
                <a:lnTo>
                  <a:pt x="6657315" y="4647742"/>
                </a:lnTo>
                <a:lnTo>
                  <a:pt x="6661633" y="4652008"/>
                </a:lnTo>
                <a:lnTo>
                  <a:pt x="6666840" y="4652008"/>
                </a:lnTo>
                <a:lnTo>
                  <a:pt x="6666840" y="4632958"/>
                </a:lnTo>
                <a:close/>
              </a:path>
              <a:path w="10390505" h="4652010">
                <a:moveTo>
                  <a:pt x="6672174" y="4632958"/>
                </a:moveTo>
                <a:lnTo>
                  <a:pt x="6666840" y="4632958"/>
                </a:lnTo>
                <a:lnTo>
                  <a:pt x="6666840" y="4652008"/>
                </a:lnTo>
                <a:lnTo>
                  <a:pt x="6672174" y="4652008"/>
                </a:lnTo>
                <a:lnTo>
                  <a:pt x="6676365" y="4647742"/>
                </a:lnTo>
                <a:lnTo>
                  <a:pt x="6676365" y="4637222"/>
                </a:lnTo>
                <a:lnTo>
                  <a:pt x="6672174" y="4632958"/>
                </a:lnTo>
                <a:close/>
              </a:path>
              <a:path w="10390505" h="4652010">
                <a:moveTo>
                  <a:pt x="6628740" y="4632958"/>
                </a:moveTo>
                <a:lnTo>
                  <a:pt x="6623533" y="4632958"/>
                </a:lnTo>
                <a:lnTo>
                  <a:pt x="6619215" y="4637222"/>
                </a:lnTo>
                <a:lnTo>
                  <a:pt x="6619215" y="4647742"/>
                </a:lnTo>
                <a:lnTo>
                  <a:pt x="6623533" y="4652008"/>
                </a:lnTo>
                <a:lnTo>
                  <a:pt x="6628740" y="4652008"/>
                </a:lnTo>
                <a:lnTo>
                  <a:pt x="6628740" y="4632958"/>
                </a:lnTo>
                <a:close/>
              </a:path>
              <a:path w="10390505" h="4652010">
                <a:moveTo>
                  <a:pt x="6634074" y="4632958"/>
                </a:moveTo>
                <a:lnTo>
                  <a:pt x="6628740" y="4632958"/>
                </a:lnTo>
                <a:lnTo>
                  <a:pt x="6628740" y="4652008"/>
                </a:lnTo>
                <a:lnTo>
                  <a:pt x="6634074" y="4652008"/>
                </a:lnTo>
                <a:lnTo>
                  <a:pt x="6638265" y="4647742"/>
                </a:lnTo>
                <a:lnTo>
                  <a:pt x="6638265" y="4637222"/>
                </a:lnTo>
                <a:lnTo>
                  <a:pt x="6634074" y="4632958"/>
                </a:lnTo>
                <a:close/>
              </a:path>
              <a:path w="10390505" h="4652010">
                <a:moveTo>
                  <a:pt x="6590640" y="4632958"/>
                </a:moveTo>
                <a:lnTo>
                  <a:pt x="6585306" y="4632958"/>
                </a:lnTo>
                <a:lnTo>
                  <a:pt x="6581115" y="4637222"/>
                </a:lnTo>
                <a:lnTo>
                  <a:pt x="6581115" y="4647742"/>
                </a:lnTo>
                <a:lnTo>
                  <a:pt x="6585306" y="4652008"/>
                </a:lnTo>
                <a:lnTo>
                  <a:pt x="6590640" y="4652008"/>
                </a:lnTo>
                <a:lnTo>
                  <a:pt x="6590640" y="4632958"/>
                </a:lnTo>
                <a:close/>
              </a:path>
              <a:path w="10390505" h="4652010">
                <a:moveTo>
                  <a:pt x="6595847" y="4632958"/>
                </a:moveTo>
                <a:lnTo>
                  <a:pt x="6590640" y="4632958"/>
                </a:lnTo>
                <a:lnTo>
                  <a:pt x="6590640" y="4652008"/>
                </a:lnTo>
                <a:lnTo>
                  <a:pt x="6595847" y="4652008"/>
                </a:lnTo>
                <a:lnTo>
                  <a:pt x="6600165" y="4647742"/>
                </a:lnTo>
                <a:lnTo>
                  <a:pt x="6600165" y="4637222"/>
                </a:lnTo>
                <a:lnTo>
                  <a:pt x="6595847" y="4632958"/>
                </a:lnTo>
                <a:close/>
              </a:path>
              <a:path w="10390505" h="4652010">
                <a:moveTo>
                  <a:pt x="6552540" y="4632958"/>
                </a:moveTo>
                <a:lnTo>
                  <a:pt x="6547206" y="4632958"/>
                </a:lnTo>
                <a:lnTo>
                  <a:pt x="6543015" y="4637222"/>
                </a:lnTo>
                <a:lnTo>
                  <a:pt x="6543015" y="4647742"/>
                </a:lnTo>
                <a:lnTo>
                  <a:pt x="6547206" y="4652008"/>
                </a:lnTo>
                <a:lnTo>
                  <a:pt x="6552540" y="4652008"/>
                </a:lnTo>
                <a:lnTo>
                  <a:pt x="6552540" y="4632958"/>
                </a:lnTo>
                <a:close/>
              </a:path>
              <a:path w="10390505" h="4652010">
                <a:moveTo>
                  <a:pt x="6557747" y="4632958"/>
                </a:moveTo>
                <a:lnTo>
                  <a:pt x="6552540" y="4632958"/>
                </a:lnTo>
                <a:lnTo>
                  <a:pt x="6552540" y="4652008"/>
                </a:lnTo>
                <a:lnTo>
                  <a:pt x="6557747" y="4652008"/>
                </a:lnTo>
                <a:lnTo>
                  <a:pt x="6562065" y="4647742"/>
                </a:lnTo>
                <a:lnTo>
                  <a:pt x="6562065" y="4637222"/>
                </a:lnTo>
                <a:lnTo>
                  <a:pt x="6557747" y="4632958"/>
                </a:lnTo>
                <a:close/>
              </a:path>
              <a:path w="10390505" h="4652010">
                <a:moveTo>
                  <a:pt x="6514440" y="4632958"/>
                </a:moveTo>
                <a:lnTo>
                  <a:pt x="6509106" y="4632958"/>
                </a:lnTo>
                <a:lnTo>
                  <a:pt x="6504915" y="4637222"/>
                </a:lnTo>
                <a:lnTo>
                  <a:pt x="6504915" y="4647742"/>
                </a:lnTo>
                <a:lnTo>
                  <a:pt x="6509106" y="4652008"/>
                </a:lnTo>
                <a:lnTo>
                  <a:pt x="6514440" y="4652008"/>
                </a:lnTo>
                <a:lnTo>
                  <a:pt x="6514440" y="4632958"/>
                </a:lnTo>
                <a:close/>
              </a:path>
              <a:path w="10390505" h="4652010">
                <a:moveTo>
                  <a:pt x="6519647" y="4632958"/>
                </a:moveTo>
                <a:lnTo>
                  <a:pt x="6514440" y="4632958"/>
                </a:lnTo>
                <a:lnTo>
                  <a:pt x="6514440" y="4652008"/>
                </a:lnTo>
                <a:lnTo>
                  <a:pt x="6519647" y="4652008"/>
                </a:lnTo>
                <a:lnTo>
                  <a:pt x="6523965" y="4647742"/>
                </a:lnTo>
                <a:lnTo>
                  <a:pt x="6523965" y="4637222"/>
                </a:lnTo>
                <a:lnTo>
                  <a:pt x="6519647" y="4632958"/>
                </a:lnTo>
                <a:close/>
              </a:path>
              <a:path w="10390505" h="4652010">
                <a:moveTo>
                  <a:pt x="6476213" y="4632958"/>
                </a:moveTo>
                <a:lnTo>
                  <a:pt x="6471006" y="4632958"/>
                </a:lnTo>
                <a:lnTo>
                  <a:pt x="6466688" y="4637222"/>
                </a:lnTo>
                <a:lnTo>
                  <a:pt x="6466688" y="4647742"/>
                </a:lnTo>
                <a:lnTo>
                  <a:pt x="6471006" y="4652008"/>
                </a:lnTo>
                <a:lnTo>
                  <a:pt x="6476213" y="4652008"/>
                </a:lnTo>
                <a:lnTo>
                  <a:pt x="6476213" y="4632958"/>
                </a:lnTo>
                <a:close/>
              </a:path>
              <a:path w="10390505" h="4652010">
                <a:moveTo>
                  <a:pt x="6481547" y="4632958"/>
                </a:moveTo>
                <a:lnTo>
                  <a:pt x="6476340" y="4632958"/>
                </a:lnTo>
                <a:lnTo>
                  <a:pt x="6476340" y="4652008"/>
                </a:lnTo>
                <a:lnTo>
                  <a:pt x="6481547" y="4652008"/>
                </a:lnTo>
                <a:lnTo>
                  <a:pt x="6485865" y="4647742"/>
                </a:lnTo>
                <a:lnTo>
                  <a:pt x="6485865" y="4637222"/>
                </a:lnTo>
                <a:lnTo>
                  <a:pt x="6481547" y="4632958"/>
                </a:lnTo>
                <a:close/>
              </a:path>
              <a:path w="10390505" h="4652010">
                <a:moveTo>
                  <a:pt x="6438113" y="4632958"/>
                </a:moveTo>
                <a:lnTo>
                  <a:pt x="6432906" y="4632958"/>
                </a:lnTo>
                <a:lnTo>
                  <a:pt x="6428588" y="4637222"/>
                </a:lnTo>
                <a:lnTo>
                  <a:pt x="6428588" y="4647742"/>
                </a:lnTo>
                <a:lnTo>
                  <a:pt x="6432906" y="4652008"/>
                </a:lnTo>
                <a:lnTo>
                  <a:pt x="6438113" y="4652008"/>
                </a:lnTo>
                <a:lnTo>
                  <a:pt x="6438113" y="4632958"/>
                </a:lnTo>
                <a:close/>
              </a:path>
              <a:path w="10390505" h="4652010">
                <a:moveTo>
                  <a:pt x="6443447" y="4632958"/>
                </a:moveTo>
                <a:lnTo>
                  <a:pt x="6438113" y="4632958"/>
                </a:lnTo>
                <a:lnTo>
                  <a:pt x="6438113" y="4652008"/>
                </a:lnTo>
                <a:lnTo>
                  <a:pt x="6443447" y="4652008"/>
                </a:lnTo>
                <a:lnTo>
                  <a:pt x="6447638" y="4647742"/>
                </a:lnTo>
                <a:lnTo>
                  <a:pt x="6447638" y="4637222"/>
                </a:lnTo>
                <a:lnTo>
                  <a:pt x="6443447" y="4632958"/>
                </a:lnTo>
                <a:close/>
              </a:path>
              <a:path w="10390505" h="4652010">
                <a:moveTo>
                  <a:pt x="6400013" y="4632958"/>
                </a:moveTo>
                <a:lnTo>
                  <a:pt x="6394806" y="4632958"/>
                </a:lnTo>
                <a:lnTo>
                  <a:pt x="6390488" y="4637222"/>
                </a:lnTo>
                <a:lnTo>
                  <a:pt x="6390488" y="4647742"/>
                </a:lnTo>
                <a:lnTo>
                  <a:pt x="6394806" y="4652008"/>
                </a:lnTo>
                <a:lnTo>
                  <a:pt x="6400013" y="4652008"/>
                </a:lnTo>
                <a:lnTo>
                  <a:pt x="6400013" y="4632958"/>
                </a:lnTo>
                <a:close/>
              </a:path>
              <a:path w="10390505" h="4652010">
                <a:moveTo>
                  <a:pt x="6405347" y="4632958"/>
                </a:moveTo>
                <a:lnTo>
                  <a:pt x="6400013" y="4632958"/>
                </a:lnTo>
                <a:lnTo>
                  <a:pt x="6400013" y="4652008"/>
                </a:lnTo>
                <a:lnTo>
                  <a:pt x="6405347" y="4652008"/>
                </a:lnTo>
                <a:lnTo>
                  <a:pt x="6409538" y="4647742"/>
                </a:lnTo>
                <a:lnTo>
                  <a:pt x="6409538" y="4637222"/>
                </a:lnTo>
                <a:lnTo>
                  <a:pt x="6405347" y="4632958"/>
                </a:lnTo>
                <a:close/>
              </a:path>
              <a:path w="10390505" h="4652010">
                <a:moveTo>
                  <a:pt x="6361913" y="4632958"/>
                </a:moveTo>
                <a:lnTo>
                  <a:pt x="6356706" y="4632958"/>
                </a:lnTo>
                <a:lnTo>
                  <a:pt x="6352388" y="4637222"/>
                </a:lnTo>
                <a:lnTo>
                  <a:pt x="6352388" y="4647742"/>
                </a:lnTo>
                <a:lnTo>
                  <a:pt x="6356706" y="4652008"/>
                </a:lnTo>
                <a:lnTo>
                  <a:pt x="6361913" y="4652008"/>
                </a:lnTo>
                <a:lnTo>
                  <a:pt x="6361913" y="4632958"/>
                </a:lnTo>
                <a:close/>
              </a:path>
              <a:path w="10390505" h="4652010">
                <a:moveTo>
                  <a:pt x="6367247" y="4632958"/>
                </a:moveTo>
                <a:lnTo>
                  <a:pt x="6361913" y="4632958"/>
                </a:lnTo>
                <a:lnTo>
                  <a:pt x="6361913" y="4652008"/>
                </a:lnTo>
                <a:lnTo>
                  <a:pt x="6367247" y="4652008"/>
                </a:lnTo>
                <a:lnTo>
                  <a:pt x="6371438" y="4647742"/>
                </a:lnTo>
                <a:lnTo>
                  <a:pt x="6371438" y="4637222"/>
                </a:lnTo>
                <a:lnTo>
                  <a:pt x="6367247" y="4632958"/>
                </a:lnTo>
                <a:close/>
              </a:path>
              <a:path w="10390505" h="4652010">
                <a:moveTo>
                  <a:pt x="6323813" y="4632958"/>
                </a:moveTo>
                <a:lnTo>
                  <a:pt x="6318479" y="4632958"/>
                </a:lnTo>
                <a:lnTo>
                  <a:pt x="6314288" y="4637222"/>
                </a:lnTo>
                <a:lnTo>
                  <a:pt x="6314288" y="4647742"/>
                </a:lnTo>
                <a:lnTo>
                  <a:pt x="6318479" y="4652008"/>
                </a:lnTo>
                <a:lnTo>
                  <a:pt x="6323813" y="4652008"/>
                </a:lnTo>
                <a:lnTo>
                  <a:pt x="6323813" y="4632958"/>
                </a:lnTo>
                <a:close/>
              </a:path>
              <a:path w="10390505" h="4652010">
                <a:moveTo>
                  <a:pt x="6329020" y="4632958"/>
                </a:moveTo>
                <a:lnTo>
                  <a:pt x="6323813" y="4632958"/>
                </a:lnTo>
                <a:lnTo>
                  <a:pt x="6323813" y="4652008"/>
                </a:lnTo>
                <a:lnTo>
                  <a:pt x="6329020" y="4652008"/>
                </a:lnTo>
                <a:lnTo>
                  <a:pt x="6333338" y="4647742"/>
                </a:lnTo>
                <a:lnTo>
                  <a:pt x="6333338" y="4637222"/>
                </a:lnTo>
                <a:lnTo>
                  <a:pt x="6329020" y="4632958"/>
                </a:lnTo>
                <a:close/>
              </a:path>
              <a:path w="10390505" h="4652010">
                <a:moveTo>
                  <a:pt x="6285713" y="4632958"/>
                </a:moveTo>
                <a:lnTo>
                  <a:pt x="6280379" y="4632958"/>
                </a:lnTo>
                <a:lnTo>
                  <a:pt x="6276188" y="4637222"/>
                </a:lnTo>
                <a:lnTo>
                  <a:pt x="6276188" y="4647742"/>
                </a:lnTo>
                <a:lnTo>
                  <a:pt x="6280379" y="4652008"/>
                </a:lnTo>
                <a:lnTo>
                  <a:pt x="6285713" y="4652008"/>
                </a:lnTo>
                <a:lnTo>
                  <a:pt x="6285713" y="4632958"/>
                </a:lnTo>
                <a:close/>
              </a:path>
              <a:path w="10390505" h="4652010">
                <a:moveTo>
                  <a:pt x="6290920" y="4632958"/>
                </a:moveTo>
                <a:lnTo>
                  <a:pt x="6285713" y="4632958"/>
                </a:lnTo>
                <a:lnTo>
                  <a:pt x="6285713" y="4652008"/>
                </a:lnTo>
                <a:lnTo>
                  <a:pt x="6290920" y="4652008"/>
                </a:lnTo>
                <a:lnTo>
                  <a:pt x="6295238" y="4647742"/>
                </a:lnTo>
                <a:lnTo>
                  <a:pt x="6295238" y="4637222"/>
                </a:lnTo>
                <a:lnTo>
                  <a:pt x="6290920" y="4632958"/>
                </a:lnTo>
                <a:close/>
              </a:path>
              <a:path w="10390505" h="4652010">
                <a:moveTo>
                  <a:pt x="6247613" y="4632958"/>
                </a:moveTo>
                <a:lnTo>
                  <a:pt x="6242279" y="4632958"/>
                </a:lnTo>
                <a:lnTo>
                  <a:pt x="6238088" y="4637222"/>
                </a:lnTo>
                <a:lnTo>
                  <a:pt x="6238088" y="4647742"/>
                </a:lnTo>
                <a:lnTo>
                  <a:pt x="6242279" y="4652008"/>
                </a:lnTo>
                <a:lnTo>
                  <a:pt x="6247613" y="4652008"/>
                </a:lnTo>
                <a:lnTo>
                  <a:pt x="6247613" y="4632958"/>
                </a:lnTo>
                <a:close/>
              </a:path>
              <a:path w="10390505" h="4652010">
                <a:moveTo>
                  <a:pt x="6252820" y="4632958"/>
                </a:moveTo>
                <a:lnTo>
                  <a:pt x="6247613" y="4632958"/>
                </a:lnTo>
                <a:lnTo>
                  <a:pt x="6247613" y="4652008"/>
                </a:lnTo>
                <a:lnTo>
                  <a:pt x="6252820" y="4652008"/>
                </a:lnTo>
                <a:lnTo>
                  <a:pt x="6257138" y="4647742"/>
                </a:lnTo>
                <a:lnTo>
                  <a:pt x="6257138" y="4637222"/>
                </a:lnTo>
                <a:lnTo>
                  <a:pt x="6252820" y="4632958"/>
                </a:lnTo>
                <a:close/>
              </a:path>
              <a:path w="10390505" h="4652010">
                <a:moveTo>
                  <a:pt x="6209386" y="4632958"/>
                </a:moveTo>
                <a:lnTo>
                  <a:pt x="6204179" y="4632958"/>
                </a:lnTo>
                <a:lnTo>
                  <a:pt x="6199861" y="4637222"/>
                </a:lnTo>
                <a:lnTo>
                  <a:pt x="6199861" y="4647742"/>
                </a:lnTo>
                <a:lnTo>
                  <a:pt x="6204179" y="4652008"/>
                </a:lnTo>
                <a:lnTo>
                  <a:pt x="6209386" y="4652008"/>
                </a:lnTo>
                <a:lnTo>
                  <a:pt x="6209386" y="4632958"/>
                </a:lnTo>
                <a:close/>
              </a:path>
              <a:path w="10390505" h="4652010">
                <a:moveTo>
                  <a:pt x="6214720" y="4632958"/>
                </a:moveTo>
                <a:lnTo>
                  <a:pt x="6209513" y="4632958"/>
                </a:lnTo>
                <a:lnTo>
                  <a:pt x="6209513" y="4652008"/>
                </a:lnTo>
                <a:lnTo>
                  <a:pt x="6214720" y="4652008"/>
                </a:lnTo>
                <a:lnTo>
                  <a:pt x="6219038" y="4647742"/>
                </a:lnTo>
                <a:lnTo>
                  <a:pt x="6219038" y="4637222"/>
                </a:lnTo>
                <a:lnTo>
                  <a:pt x="6214720" y="4632958"/>
                </a:lnTo>
                <a:close/>
              </a:path>
              <a:path w="10390505" h="4652010">
                <a:moveTo>
                  <a:pt x="6171286" y="4632958"/>
                </a:moveTo>
                <a:lnTo>
                  <a:pt x="6166079" y="4632958"/>
                </a:lnTo>
                <a:lnTo>
                  <a:pt x="6161761" y="4637222"/>
                </a:lnTo>
                <a:lnTo>
                  <a:pt x="6161761" y="4647742"/>
                </a:lnTo>
                <a:lnTo>
                  <a:pt x="6166079" y="4652008"/>
                </a:lnTo>
                <a:lnTo>
                  <a:pt x="6171286" y="4652008"/>
                </a:lnTo>
                <a:lnTo>
                  <a:pt x="6171286" y="4632958"/>
                </a:lnTo>
                <a:close/>
              </a:path>
              <a:path w="10390505" h="4652010">
                <a:moveTo>
                  <a:pt x="6176620" y="4632958"/>
                </a:moveTo>
                <a:lnTo>
                  <a:pt x="6171286" y="4632958"/>
                </a:lnTo>
                <a:lnTo>
                  <a:pt x="6171286" y="4652008"/>
                </a:lnTo>
                <a:lnTo>
                  <a:pt x="6176620" y="4652008"/>
                </a:lnTo>
                <a:lnTo>
                  <a:pt x="6180811" y="4647742"/>
                </a:lnTo>
                <a:lnTo>
                  <a:pt x="6180811" y="4637222"/>
                </a:lnTo>
                <a:lnTo>
                  <a:pt x="6176620" y="4632958"/>
                </a:lnTo>
                <a:close/>
              </a:path>
              <a:path w="10390505" h="4652010">
                <a:moveTo>
                  <a:pt x="6133186" y="4632958"/>
                </a:moveTo>
                <a:lnTo>
                  <a:pt x="6127979" y="4632958"/>
                </a:lnTo>
                <a:lnTo>
                  <a:pt x="6123661" y="4637222"/>
                </a:lnTo>
                <a:lnTo>
                  <a:pt x="6123661" y="4647742"/>
                </a:lnTo>
                <a:lnTo>
                  <a:pt x="6127979" y="4652008"/>
                </a:lnTo>
                <a:lnTo>
                  <a:pt x="6133186" y="4652008"/>
                </a:lnTo>
                <a:lnTo>
                  <a:pt x="6133186" y="4632958"/>
                </a:lnTo>
                <a:close/>
              </a:path>
              <a:path w="10390505" h="4652010">
                <a:moveTo>
                  <a:pt x="6138520" y="4632958"/>
                </a:moveTo>
                <a:lnTo>
                  <a:pt x="6133186" y="4632958"/>
                </a:lnTo>
                <a:lnTo>
                  <a:pt x="6133186" y="4652008"/>
                </a:lnTo>
                <a:lnTo>
                  <a:pt x="6138520" y="4652008"/>
                </a:lnTo>
                <a:lnTo>
                  <a:pt x="6142711" y="4647742"/>
                </a:lnTo>
                <a:lnTo>
                  <a:pt x="6142711" y="4637222"/>
                </a:lnTo>
                <a:lnTo>
                  <a:pt x="6138520" y="4632958"/>
                </a:lnTo>
                <a:close/>
              </a:path>
              <a:path w="10390505" h="4652010">
                <a:moveTo>
                  <a:pt x="6095086" y="4632958"/>
                </a:moveTo>
                <a:lnTo>
                  <a:pt x="6089752" y="4632958"/>
                </a:lnTo>
                <a:lnTo>
                  <a:pt x="6085561" y="4637222"/>
                </a:lnTo>
                <a:lnTo>
                  <a:pt x="6085561" y="4647742"/>
                </a:lnTo>
                <a:lnTo>
                  <a:pt x="6089752" y="4652008"/>
                </a:lnTo>
                <a:lnTo>
                  <a:pt x="6095086" y="4652008"/>
                </a:lnTo>
                <a:lnTo>
                  <a:pt x="6095086" y="4632958"/>
                </a:lnTo>
                <a:close/>
              </a:path>
              <a:path w="10390505" h="4652010">
                <a:moveTo>
                  <a:pt x="6100293" y="4632958"/>
                </a:moveTo>
                <a:lnTo>
                  <a:pt x="6095086" y="4632958"/>
                </a:lnTo>
                <a:lnTo>
                  <a:pt x="6095086" y="4652008"/>
                </a:lnTo>
                <a:lnTo>
                  <a:pt x="6100293" y="4652008"/>
                </a:lnTo>
                <a:lnTo>
                  <a:pt x="6104611" y="4647742"/>
                </a:lnTo>
                <a:lnTo>
                  <a:pt x="6104611" y="4637222"/>
                </a:lnTo>
                <a:lnTo>
                  <a:pt x="6100293" y="4632958"/>
                </a:lnTo>
                <a:close/>
              </a:path>
              <a:path w="10390505" h="4652010">
                <a:moveTo>
                  <a:pt x="6056986" y="4632958"/>
                </a:moveTo>
                <a:lnTo>
                  <a:pt x="6051652" y="4632958"/>
                </a:lnTo>
                <a:lnTo>
                  <a:pt x="6047461" y="4637222"/>
                </a:lnTo>
                <a:lnTo>
                  <a:pt x="6047461" y="4647742"/>
                </a:lnTo>
                <a:lnTo>
                  <a:pt x="6051652" y="4652008"/>
                </a:lnTo>
                <a:lnTo>
                  <a:pt x="6056986" y="4652008"/>
                </a:lnTo>
                <a:lnTo>
                  <a:pt x="6056986" y="4632958"/>
                </a:lnTo>
                <a:close/>
              </a:path>
              <a:path w="10390505" h="4652010">
                <a:moveTo>
                  <a:pt x="6062193" y="4632958"/>
                </a:moveTo>
                <a:lnTo>
                  <a:pt x="6056986" y="4632958"/>
                </a:lnTo>
                <a:lnTo>
                  <a:pt x="6056986" y="4652008"/>
                </a:lnTo>
                <a:lnTo>
                  <a:pt x="6062193" y="4652008"/>
                </a:lnTo>
                <a:lnTo>
                  <a:pt x="6066511" y="4647742"/>
                </a:lnTo>
                <a:lnTo>
                  <a:pt x="6066511" y="4637222"/>
                </a:lnTo>
                <a:lnTo>
                  <a:pt x="6062193" y="4632958"/>
                </a:lnTo>
                <a:close/>
              </a:path>
              <a:path w="10390505" h="4652010">
                <a:moveTo>
                  <a:pt x="6018886" y="4632958"/>
                </a:moveTo>
                <a:lnTo>
                  <a:pt x="6013552" y="4632958"/>
                </a:lnTo>
                <a:lnTo>
                  <a:pt x="6009361" y="4637222"/>
                </a:lnTo>
                <a:lnTo>
                  <a:pt x="6009361" y="4647742"/>
                </a:lnTo>
                <a:lnTo>
                  <a:pt x="6013552" y="4652008"/>
                </a:lnTo>
                <a:lnTo>
                  <a:pt x="6018886" y="4652008"/>
                </a:lnTo>
                <a:lnTo>
                  <a:pt x="6018886" y="4632958"/>
                </a:lnTo>
                <a:close/>
              </a:path>
              <a:path w="10390505" h="4652010">
                <a:moveTo>
                  <a:pt x="6024093" y="4632958"/>
                </a:moveTo>
                <a:lnTo>
                  <a:pt x="6018886" y="4632958"/>
                </a:lnTo>
                <a:lnTo>
                  <a:pt x="6018886" y="4652008"/>
                </a:lnTo>
                <a:lnTo>
                  <a:pt x="6024093" y="4652008"/>
                </a:lnTo>
                <a:lnTo>
                  <a:pt x="6028411" y="4647742"/>
                </a:lnTo>
                <a:lnTo>
                  <a:pt x="6028411" y="4637222"/>
                </a:lnTo>
                <a:lnTo>
                  <a:pt x="6024093" y="4632958"/>
                </a:lnTo>
                <a:close/>
              </a:path>
              <a:path w="10390505" h="4652010">
                <a:moveTo>
                  <a:pt x="5980659" y="4632958"/>
                </a:moveTo>
                <a:lnTo>
                  <a:pt x="5975452" y="4632958"/>
                </a:lnTo>
                <a:lnTo>
                  <a:pt x="5971134" y="4637222"/>
                </a:lnTo>
                <a:lnTo>
                  <a:pt x="5971134" y="4647742"/>
                </a:lnTo>
                <a:lnTo>
                  <a:pt x="5975452" y="4652008"/>
                </a:lnTo>
                <a:lnTo>
                  <a:pt x="5980659" y="4652008"/>
                </a:lnTo>
                <a:lnTo>
                  <a:pt x="5980659" y="4632958"/>
                </a:lnTo>
                <a:close/>
              </a:path>
              <a:path w="10390505" h="4652010">
                <a:moveTo>
                  <a:pt x="5985993" y="4632958"/>
                </a:moveTo>
                <a:lnTo>
                  <a:pt x="5980786" y="4632958"/>
                </a:lnTo>
                <a:lnTo>
                  <a:pt x="5980786" y="4652008"/>
                </a:lnTo>
                <a:lnTo>
                  <a:pt x="5985993" y="4652008"/>
                </a:lnTo>
                <a:lnTo>
                  <a:pt x="5990311" y="4647742"/>
                </a:lnTo>
                <a:lnTo>
                  <a:pt x="5990311" y="4637222"/>
                </a:lnTo>
                <a:lnTo>
                  <a:pt x="5985993" y="4632958"/>
                </a:lnTo>
                <a:close/>
              </a:path>
              <a:path w="10390505" h="4652010">
                <a:moveTo>
                  <a:pt x="5942559" y="4632958"/>
                </a:moveTo>
                <a:lnTo>
                  <a:pt x="5937352" y="4632958"/>
                </a:lnTo>
                <a:lnTo>
                  <a:pt x="5933034" y="4637222"/>
                </a:lnTo>
                <a:lnTo>
                  <a:pt x="5933034" y="4647742"/>
                </a:lnTo>
                <a:lnTo>
                  <a:pt x="5937352" y="4652008"/>
                </a:lnTo>
                <a:lnTo>
                  <a:pt x="5942559" y="4652008"/>
                </a:lnTo>
                <a:lnTo>
                  <a:pt x="5942559" y="4632958"/>
                </a:lnTo>
                <a:close/>
              </a:path>
              <a:path w="10390505" h="4652010">
                <a:moveTo>
                  <a:pt x="5947893" y="4632958"/>
                </a:moveTo>
                <a:lnTo>
                  <a:pt x="5942559" y="4632958"/>
                </a:lnTo>
                <a:lnTo>
                  <a:pt x="5942559" y="4652008"/>
                </a:lnTo>
                <a:lnTo>
                  <a:pt x="5947893" y="4652008"/>
                </a:lnTo>
                <a:lnTo>
                  <a:pt x="5952084" y="4647742"/>
                </a:lnTo>
                <a:lnTo>
                  <a:pt x="5952084" y="4637222"/>
                </a:lnTo>
                <a:lnTo>
                  <a:pt x="5947893" y="4632958"/>
                </a:lnTo>
                <a:close/>
              </a:path>
              <a:path w="10390505" h="4652010">
                <a:moveTo>
                  <a:pt x="5904459" y="4632958"/>
                </a:moveTo>
                <a:lnTo>
                  <a:pt x="5899252" y="4632958"/>
                </a:lnTo>
                <a:lnTo>
                  <a:pt x="5894934" y="4637222"/>
                </a:lnTo>
                <a:lnTo>
                  <a:pt x="5894934" y="4647742"/>
                </a:lnTo>
                <a:lnTo>
                  <a:pt x="5899252" y="4652008"/>
                </a:lnTo>
                <a:lnTo>
                  <a:pt x="5904459" y="4652008"/>
                </a:lnTo>
                <a:lnTo>
                  <a:pt x="5904459" y="4632958"/>
                </a:lnTo>
                <a:close/>
              </a:path>
              <a:path w="10390505" h="4652010">
                <a:moveTo>
                  <a:pt x="5909793" y="4632958"/>
                </a:moveTo>
                <a:lnTo>
                  <a:pt x="5904459" y="4632958"/>
                </a:lnTo>
                <a:lnTo>
                  <a:pt x="5904459" y="4652008"/>
                </a:lnTo>
                <a:lnTo>
                  <a:pt x="5909793" y="4652008"/>
                </a:lnTo>
                <a:lnTo>
                  <a:pt x="5913984" y="4647742"/>
                </a:lnTo>
                <a:lnTo>
                  <a:pt x="5913984" y="4637222"/>
                </a:lnTo>
                <a:lnTo>
                  <a:pt x="5909793" y="4632958"/>
                </a:lnTo>
                <a:close/>
              </a:path>
              <a:path w="10390505" h="4652010">
                <a:moveTo>
                  <a:pt x="5866359" y="4632958"/>
                </a:moveTo>
                <a:lnTo>
                  <a:pt x="5861152" y="4632958"/>
                </a:lnTo>
                <a:lnTo>
                  <a:pt x="5856834" y="4637222"/>
                </a:lnTo>
                <a:lnTo>
                  <a:pt x="5856834" y="4647742"/>
                </a:lnTo>
                <a:lnTo>
                  <a:pt x="5861152" y="4652008"/>
                </a:lnTo>
                <a:lnTo>
                  <a:pt x="5866359" y="4652008"/>
                </a:lnTo>
                <a:lnTo>
                  <a:pt x="5866359" y="4632958"/>
                </a:lnTo>
                <a:close/>
              </a:path>
              <a:path w="10390505" h="4652010">
                <a:moveTo>
                  <a:pt x="5871693" y="4632958"/>
                </a:moveTo>
                <a:lnTo>
                  <a:pt x="5866359" y="4632958"/>
                </a:lnTo>
                <a:lnTo>
                  <a:pt x="5866359" y="4652008"/>
                </a:lnTo>
                <a:lnTo>
                  <a:pt x="5871693" y="4652008"/>
                </a:lnTo>
                <a:lnTo>
                  <a:pt x="5875884" y="4647742"/>
                </a:lnTo>
                <a:lnTo>
                  <a:pt x="5875884" y="4637222"/>
                </a:lnTo>
                <a:lnTo>
                  <a:pt x="5871693" y="4632958"/>
                </a:lnTo>
                <a:close/>
              </a:path>
              <a:path w="10390505" h="4652010">
                <a:moveTo>
                  <a:pt x="5828259" y="4632958"/>
                </a:moveTo>
                <a:lnTo>
                  <a:pt x="5822925" y="4632958"/>
                </a:lnTo>
                <a:lnTo>
                  <a:pt x="5818734" y="4637222"/>
                </a:lnTo>
                <a:lnTo>
                  <a:pt x="5818734" y="4647742"/>
                </a:lnTo>
                <a:lnTo>
                  <a:pt x="5822925" y="4652008"/>
                </a:lnTo>
                <a:lnTo>
                  <a:pt x="5828259" y="4652008"/>
                </a:lnTo>
                <a:lnTo>
                  <a:pt x="5828259" y="4632958"/>
                </a:lnTo>
                <a:close/>
              </a:path>
              <a:path w="10390505" h="4652010">
                <a:moveTo>
                  <a:pt x="5833466" y="4632958"/>
                </a:moveTo>
                <a:lnTo>
                  <a:pt x="5828259" y="4632958"/>
                </a:lnTo>
                <a:lnTo>
                  <a:pt x="5828259" y="4652008"/>
                </a:lnTo>
                <a:lnTo>
                  <a:pt x="5833466" y="4652008"/>
                </a:lnTo>
                <a:lnTo>
                  <a:pt x="5837784" y="4647742"/>
                </a:lnTo>
                <a:lnTo>
                  <a:pt x="5837784" y="4637222"/>
                </a:lnTo>
                <a:lnTo>
                  <a:pt x="5833466" y="4632958"/>
                </a:lnTo>
                <a:close/>
              </a:path>
              <a:path w="10390505" h="4652010">
                <a:moveTo>
                  <a:pt x="5790159" y="4632958"/>
                </a:moveTo>
                <a:lnTo>
                  <a:pt x="5784825" y="4632958"/>
                </a:lnTo>
                <a:lnTo>
                  <a:pt x="5780634" y="4637222"/>
                </a:lnTo>
                <a:lnTo>
                  <a:pt x="5780634" y="4647742"/>
                </a:lnTo>
                <a:lnTo>
                  <a:pt x="5784825" y="4652008"/>
                </a:lnTo>
                <a:lnTo>
                  <a:pt x="5790159" y="4652008"/>
                </a:lnTo>
                <a:lnTo>
                  <a:pt x="5790159" y="4632958"/>
                </a:lnTo>
                <a:close/>
              </a:path>
              <a:path w="10390505" h="4652010">
                <a:moveTo>
                  <a:pt x="5795366" y="4632958"/>
                </a:moveTo>
                <a:lnTo>
                  <a:pt x="5790159" y="4632958"/>
                </a:lnTo>
                <a:lnTo>
                  <a:pt x="5790159" y="4652008"/>
                </a:lnTo>
                <a:lnTo>
                  <a:pt x="5795366" y="4652008"/>
                </a:lnTo>
                <a:lnTo>
                  <a:pt x="5799684" y="4647742"/>
                </a:lnTo>
                <a:lnTo>
                  <a:pt x="5799684" y="4637222"/>
                </a:lnTo>
                <a:lnTo>
                  <a:pt x="5795366" y="4632958"/>
                </a:lnTo>
                <a:close/>
              </a:path>
              <a:path w="10390505" h="4652010">
                <a:moveTo>
                  <a:pt x="5752059" y="4632958"/>
                </a:moveTo>
                <a:lnTo>
                  <a:pt x="5746725" y="4632958"/>
                </a:lnTo>
                <a:lnTo>
                  <a:pt x="5742534" y="4637222"/>
                </a:lnTo>
                <a:lnTo>
                  <a:pt x="5742534" y="4647742"/>
                </a:lnTo>
                <a:lnTo>
                  <a:pt x="5746725" y="4652008"/>
                </a:lnTo>
                <a:lnTo>
                  <a:pt x="5752059" y="4652008"/>
                </a:lnTo>
                <a:lnTo>
                  <a:pt x="5752059" y="4632958"/>
                </a:lnTo>
                <a:close/>
              </a:path>
              <a:path w="10390505" h="4652010">
                <a:moveTo>
                  <a:pt x="5757266" y="4632958"/>
                </a:moveTo>
                <a:lnTo>
                  <a:pt x="5752059" y="4632958"/>
                </a:lnTo>
                <a:lnTo>
                  <a:pt x="5752059" y="4652008"/>
                </a:lnTo>
                <a:lnTo>
                  <a:pt x="5757266" y="4652008"/>
                </a:lnTo>
                <a:lnTo>
                  <a:pt x="5761584" y="4647742"/>
                </a:lnTo>
                <a:lnTo>
                  <a:pt x="5761584" y="4637222"/>
                </a:lnTo>
                <a:lnTo>
                  <a:pt x="5757266" y="4632958"/>
                </a:lnTo>
                <a:close/>
              </a:path>
              <a:path w="10390505" h="4652010">
                <a:moveTo>
                  <a:pt x="5713832" y="4632958"/>
                </a:moveTo>
                <a:lnTo>
                  <a:pt x="5708625" y="4632958"/>
                </a:lnTo>
                <a:lnTo>
                  <a:pt x="5704307" y="4637222"/>
                </a:lnTo>
                <a:lnTo>
                  <a:pt x="5704307" y="4647742"/>
                </a:lnTo>
                <a:lnTo>
                  <a:pt x="5708625" y="4652008"/>
                </a:lnTo>
                <a:lnTo>
                  <a:pt x="5713832" y="4652008"/>
                </a:lnTo>
                <a:lnTo>
                  <a:pt x="5713832" y="4632958"/>
                </a:lnTo>
                <a:close/>
              </a:path>
              <a:path w="10390505" h="4652010">
                <a:moveTo>
                  <a:pt x="5719166" y="4632958"/>
                </a:moveTo>
                <a:lnTo>
                  <a:pt x="5713959" y="4632958"/>
                </a:lnTo>
                <a:lnTo>
                  <a:pt x="5713959" y="4652008"/>
                </a:lnTo>
                <a:lnTo>
                  <a:pt x="5719166" y="4652008"/>
                </a:lnTo>
                <a:lnTo>
                  <a:pt x="5723484" y="4647742"/>
                </a:lnTo>
                <a:lnTo>
                  <a:pt x="5723484" y="4637222"/>
                </a:lnTo>
                <a:lnTo>
                  <a:pt x="5719166" y="4632958"/>
                </a:lnTo>
                <a:close/>
              </a:path>
              <a:path w="10390505" h="4652010">
                <a:moveTo>
                  <a:pt x="5675732" y="4632958"/>
                </a:moveTo>
                <a:lnTo>
                  <a:pt x="5670525" y="4632958"/>
                </a:lnTo>
                <a:lnTo>
                  <a:pt x="5666207" y="4637222"/>
                </a:lnTo>
                <a:lnTo>
                  <a:pt x="5666207" y="4647742"/>
                </a:lnTo>
                <a:lnTo>
                  <a:pt x="5670525" y="4652008"/>
                </a:lnTo>
                <a:lnTo>
                  <a:pt x="5675732" y="4652008"/>
                </a:lnTo>
                <a:lnTo>
                  <a:pt x="5675732" y="4632958"/>
                </a:lnTo>
                <a:close/>
              </a:path>
              <a:path w="10390505" h="4652010">
                <a:moveTo>
                  <a:pt x="5681066" y="4632958"/>
                </a:moveTo>
                <a:lnTo>
                  <a:pt x="5675732" y="4632958"/>
                </a:lnTo>
                <a:lnTo>
                  <a:pt x="5675732" y="4652008"/>
                </a:lnTo>
                <a:lnTo>
                  <a:pt x="5681066" y="4652008"/>
                </a:lnTo>
                <a:lnTo>
                  <a:pt x="5685257" y="4647742"/>
                </a:lnTo>
                <a:lnTo>
                  <a:pt x="5685257" y="4637222"/>
                </a:lnTo>
                <a:lnTo>
                  <a:pt x="5681066" y="4632958"/>
                </a:lnTo>
                <a:close/>
              </a:path>
              <a:path w="10390505" h="4652010">
                <a:moveTo>
                  <a:pt x="5637632" y="4632958"/>
                </a:moveTo>
                <a:lnTo>
                  <a:pt x="5632425" y="4632958"/>
                </a:lnTo>
                <a:lnTo>
                  <a:pt x="5628107" y="4637222"/>
                </a:lnTo>
                <a:lnTo>
                  <a:pt x="5628107" y="4647742"/>
                </a:lnTo>
                <a:lnTo>
                  <a:pt x="5632425" y="4652008"/>
                </a:lnTo>
                <a:lnTo>
                  <a:pt x="5637632" y="4652008"/>
                </a:lnTo>
                <a:lnTo>
                  <a:pt x="5637632" y="4632958"/>
                </a:lnTo>
                <a:close/>
              </a:path>
              <a:path w="10390505" h="4652010">
                <a:moveTo>
                  <a:pt x="5642966" y="4632958"/>
                </a:moveTo>
                <a:lnTo>
                  <a:pt x="5637632" y="4632958"/>
                </a:lnTo>
                <a:lnTo>
                  <a:pt x="5637632" y="4652008"/>
                </a:lnTo>
                <a:lnTo>
                  <a:pt x="5642966" y="4652008"/>
                </a:lnTo>
                <a:lnTo>
                  <a:pt x="5647157" y="4647742"/>
                </a:lnTo>
                <a:lnTo>
                  <a:pt x="5647157" y="4637222"/>
                </a:lnTo>
                <a:lnTo>
                  <a:pt x="5642966" y="4632958"/>
                </a:lnTo>
                <a:close/>
              </a:path>
              <a:path w="10390505" h="4652010">
                <a:moveTo>
                  <a:pt x="5599532" y="4632958"/>
                </a:moveTo>
                <a:lnTo>
                  <a:pt x="5594198" y="4632958"/>
                </a:lnTo>
                <a:lnTo>
                  <a:pt x="5590007" y="4637222"/>
                </a:lnTo>
                <a:lnTo>
                  <a:pt x="5590007" y="4647742"/>
                </a:lnTo>
                <a:lnTo>
                  <a:pt x="5594198" y="4652008"/>
                </a:lnTo>
                <a:lnTo>
                  <a:pt x="5599532" y="4652008"/>
                </a:lnTo>
                <a:lnTo>
                  <a:pt x="5599532" y="4632958"/>
                </a:lnTo>
                <a:close/>
              </a:path>
              <a:path w="10390505" h="4652010">
                <a:moveTo>
                  <a:pt x="5604739" y="4632958"/>
                </a:moveTo>
                <a:lnTo>
                  <a:pt x="5599532" y="4632958"/>
                </a:lnTo>
                <a:lnTo>
                  <a:pt x="5599532" y="4652008"/>
                </a:lnTo>
                <a:lnTo>
                  <a:pt x="5604739" y="4652008"/>
                </a:lnTo>
                <a:lnTo>
                  <a:pt x="5609057" y="4647742"/>
                </a:lnTo>
                <a:lnTo>
                  <a:pt x="5609057" y="4637222"/>
                </a:lnTo>
                <a:lnTo>
                  <a:pt x="5604739" y="4632958"/>
                </a:lnTo>
                <a:close/>
              </a:path>
              <a:path w="10390505" h="4652010">
                <a:moveTo>
                  <a:pt x="5561432" y="4632958"/>
                </a:moveTo>
                <a:lnTo>
                  <a:pt x="5556098" y="4632958"/>
                </a:lnTo>
                <a:lnTo>
                  <a:pt x="5551907" y="4637222"/>
                </a:lnTo>
                <a:lnTo>
                  <a:pt x="5551907" y="4647742"/>
                </a:lnTo>
                <a:lnTo>
                  <a:pt x="5556098" y="4652008"/>
                </a:lnTo>
                <a:lnTo>
                  <a:pt x="5561432" y="4652008"/>
                </a:lnTo>
                <a:lnTo>
                  <a:pt x="5561432" y="4632958"/>
                </a:lnTo>
                <a:close/>
              </a:path>
              <a:path w="10390505" h="4652010">
                <a:moveTo>
                  <a:pt x="5566639" y="4632958"/>
                </a:moveTo>
                <a:lnTo>
                  <a:pt x="5561432" y="4632958"/>
                </a:lnTo>
                <a:lnTo>
                  <a:pt x="5561432" y="4652008"/>
                </a:lnTo>
                <a:lnTo>
                  <a:pt x="5566639" y="4652008"/>
                </a:lnTo>
                <a:lnTo>
                  <a:pt x="5570957" y="4647742"/>
                </a:lnTo>
                <a:lnTo>
                  <a:pt x="5570957" y="4637222"/>
                </a:lnTo>
                <a:lnTo>
                  <a:pt x="5566639" y="4632958"/>
                </a:lnTo>
                <a:close/>
              </a:path>
              <a:path w="10390505" h="4652010">
                <a:moveTo>
                  <a:pt x="5523332" y="4632958"/>
                </a:moveTo>
                <a:lnTo>
                  <a:pt x="5517998" y="4632958"/>
                </a:lnTo>
                <a:lnTo>
                  <a:pt x="5513807" y="4637222"/>
                </a:lnTo>
                <a:lnTo>
                  <a:pt x="5513807" y="4647742"/>
                </a:lnTo>
                <a:lnTo>
                  <a:pt x="5517998" y="4652008"/>
                </a:lnTo>
                <a:lnTo>
                  <a:pt x="5523332" y="4652008"/>
                </a:lnTo>
                <a:lnTo>
                  <a:pt x="5523332" y="4632958"/>
                </a:lnTo>
                <a:close/>
              </a:path>
              <a:path w="10390505" h="4652010">
                <a:moveTo>
                  <a:pt x="5528539" y="4632958"/>
                </a:moveTo>
                <a:lnTo>
                  <a:pt x="5523332" y="4632958"/>
                </a:lnTo>
                <a:lnTo>
                  <a:pt x="5523332" y="4652008"/>
                </a:lnTo>
                <a:lnTo>
                  <a:pt x="5528539" y="4652008"/>
                </a:lnTo>
                <a:lnTo>
                  <a:pt x="5532857" y="4647742"/>
                </a:lnTo>
                <a:lnTo>
                  <a:pt x="5532857" y="4637222"/>
                </a:lnTo>
                <a:lnTo>
                  <a:pt x="5528539" y="4632958"/>
                </a:lnTo>
                <a:close/>
              </a:path>
              <a:path w="10390505" h="4652010">
                <a:moveTo>
                  <a:pt x="5485105" y="4632958"/>
                </a:moveTo>
                <a:lnTo>
                  <a:pt x="5479898" y="4632958"/>
                </a:lnTo>
                <a:lnTo>
                  <a:pt x="5475580" y="4637222"/>
                </a:lnTo>
                <a:lnTo>
                  <a:pt x="5475580" y="4647742"/>
                </a:lnTo>
                <a:lnTo>
                  <a:pt x="5479898" y="4652008"/>
                </a:lnTo>
                <a:lnTo>
                  <a:pt x="5485105" y="4652008"/>
                </a:lnTo>
                <a:lnTo>
                  <a:pt x="5485105" y="4632958"/>
                </a:lnTo>
                <a:close/>
              </a:path>
              <a:path w="10390505" h="4652010">
                <a:moveTo>
                  <a:pt x="5490439" y="4632958"/>
                </a:moveTo>
                <a:lnTo>
                  <a:pt x="5485232" y="4632958"/>
                </a:lnTo>
                <a:lnTo>
                  <a:pt x="5485232" y="4652008"/>
                </a:lnTo>
                <a:lnTo>
                  <a:pt x="5490439" y="4652008"/>
                </a:lnTo>
                <a:lnTo>
                  <a:pt x="5494757" y="4647742"/>
                </a:lnTo>
                <a:lnTo>
                  <a:pt x="5494757" y="4637222"/>
                </a:lnTo>
                <a:lnTo>
                  <a:pt x="5490439" y="4632958"/>
                </a:lnTo>
                <a:close/>
              </a:path>
              <a:path w="10390505" h="4652010">
                <a:moveTo>
                  <a:pt x="5447005" y="4632958"/>
                </a:moveTo>
                <a:lnTo>
                  <a:pt x="5441798" y="4632958"/>
                </a:lnTo>
                <a:lnTo>
                  <a:pt x="5437480" y="4637222"/>
                </a:lnTo>
                <a:lnTo>
                  <a:pt x="5437480" y="4647742"/>
                </a:lnTo>
                <a:lnTo>
                  <a:pt x="5441798" y="4652008"/>
                </a:lnTo>
                <a:lnTo>
                  <a:pt x="5447005" y="4652008"/>
                </a:lnTo>
                <a:lnTo>
                  <a:pt x="5447005" y="4632958"/>
                </a:lnTo>
                <a:close/>
              </a:path>
              <a:path w="10390505" h="4652010">
                <a:moveTo>
                  <a:pt x="5452339" y="4632958"/>
                </a:moveTo>
                <a:lnTo>
                  <a:pt x="5447005" y="4632958"/>
                </a:lnTo>
                <a:lnTo>
                  <a:pt x="5447005" y="4652008"/>
                </a:lnTo>
                <a:lnTo>
                  <a:pt x="5452339" y="4652008"/>
                </a:lnTo>
                <a:lnTo>
                  <a:pt x="5456530" y="4647742"/>
                </a:lnTo>
                <a:lnTo>
                  <a:pt x="5456530" y="4637222"/>
                </a:lnTo>
                <a:lnTo>
                  <a:pt x="5452339" y="4632958"/>
                </a:lnTo>
                <a:close/>
              </a:path>
              <a:path w="10390505" h="4652010">
                <a:moveTo>
                  <a:pt x="5408905" y="4632958"/>
                </a:moveTo>
                <a:lnTo>
                  <a:pt x="5403698" y="4632958"/>
                </a:lnTo>
                <a:lnTo>
                  <a:pt x="5399380" y="4637222"/>
                </a:lnTo>
                <a:lnTo>
                  <a:pt x="5399380" y="4647742"/>
                </a:lnTo>
                <a:lnTo>
                  <a:pt x="5403698" y="4652008"/>
                </a:lnTo>
                <a:lnTo>
                  <a:pt x="5408905" y="4652008"/>
                </a:lnTo>
                <a:lnTo>
                  <a:pt x="5408905" y="4632958"/>
                </a:lnTo>
                <a:close/>
              </a:path>
              <a:path w="10390505" h="4652010">
                <a:moveTo>
                  <a:pt x="5414239" y="4632958"/>
                </a:moveTo>
                <a:lnTo>
                  <a:pt x="5408905" y="4632958"/>
                </a:lnTo>
                <a:lnTo>
                  <a:pt x="5408905" y="4652008"/>
                </a:lnTo>
                <a:lnTo>
                  <a:pt x="5414239" y="4652008"/>
                </a:lnTo>
                <a:lnTo>
                  <a:pt x="5418430" y="4647742"/>
                </a:lnTo>
                <a:lnTo>
                  <a:pt x="5418430" y="4637222"/>
                </a:lnTo>
                <a:lnTo>
                  <a:pt x="5414239" y="4632958"/>
                </a:lnTo>
                <a:close/>
              </a:path>
              <a:path w="10390505" h="4652010">
                <a:moveTo>
                  <a:pt x="5370805" y="4632958"/>
                </a:moveTo>
                <a:lnTo>
                  <a:pt x="5365598" y="4632958"/>
                </a:lnTo>
                <a:lnTo>
                  <a:pt x="5361280" y="4637222"/>
                </a:lnTo>
                <a:lnTo>
                  <a:pt x="5361280" y="4647742"/>
                </a:lnTo>
                <a:lnTo>
                  <a:pt x="5365598" y="4652008"/>
                </a:lnTo>
                <a:lnTo>
                  <a:pt x="5370805" y="4652008"/>
                </a:lnTo>
                <a:lnTo>
                  <a:pt x="5370805" y="4632958"/>
                </a:lnTo>
                <a:close/>
              </a:path>
              <a:path w="10390505" h="4652010">
                <a:moveTo>
                  <a:pt x="5376139" y="4632958"/>
                </a:moveTo>
                <a:lnTo>
                  <a:pt x="5370805" y="4632958"/>
                </a:lnTo>
                <a:lnTo>
                  <a:pt x="5370805" y="4652008"/>
                </a:lnTo>
                <a:lnTo>
                  <a:pt x="5376139" y="4652008"/>
                </a:lnTo>
                <a:lnTo>
                  <a:pt x="5380330" y="4647742"/>
                </a:lnTo>
                <a:lnTo>
                  <a:pt x="5380330" y="4637222"/>
                </a:lnTo>
                <a:lnTo>
                  <a:pt x="5376139" y="4632958"/>
                </a:lnTo>
                <a:close/>
              </a:path>
              <a:path w="10390505" h="4652010">
                <a:moveTo>
                  <a:pt x="5332705" y="4632958"/>
                </a:moveTo>
                <a:lnTo>
                  <a:pt x="5327371" y="4632958"/>
                </a:lnTo>
                <a:lnTo>
                  <a:pt x="5323180" y="4637222"/>
                </a:lnTo>
                <a:lnTo>
                  <a:pt x="5323180" y="4647742"/>
                </a:lnTo>
                <a:lnTo>
                  <a:pt x="5327371" y="4652008"/>
                </a:lnTo>
                <a:lnTo>
                  <a:pt x="5332705" y="4652008"/>
                </a:lnTo>
                <a:lnTo>
                  <a:pt x="5332705" y="4632958"/>
                </a:lnTo>
                <a:close/>
              </a:path>
              <a:path w="10390505" h="4652010">
                <a:moveTo>
                  <a:pt x="5337912" y="4632958"/>
                </a:moveTo>
                <a:lnTo>
                  <a:pt x="5332705" y="4632958"/>
                </a:lnTo>
                <a:lnTo>
                  <a:pt x="5332705" y="4652008"/>
                </a:lnTo>
                <a:lnTo>
                  <a:pt x="5337912" y="4652008"/>
                </a:lnTo>
                <a:lnTo>
                  <a:pt x="5342230" y="4647742"/>
                </a:lnTo>
                <a:lnTo>
                  <a:pt x="5342230" y="4637222"/>
                </a:lnTo>
                <a:lnTo>
                  <a:pt x="5337912" y="4632958"/>
                </a:lnTo>
                <a:close/>
              </a:path>
              <a:path w="10390505" h="4652010">
                <a:moveTo>
                  <a:pt x="5294605" y="4632958"/>
                </a:moveTo>
                <a:lnTo>
                  <a:pt x="5289271" y="4632958"/>
                </a:lnTo>
                <a:lnTo>
                  <a:pt x="5285080" y="4637222"/>
                </a:lnTo>
                <a:lnTo>
                  <a:pt x="5285080" y="4647742"/>
                </a:lnTo>
                <a:lnTo>
                  <a:pt x="5289271" y="4652008"/>
                </a:lnTo>
                <a:lnTo>
                  <a:pt x="5294605" y="4652008"/>
                </a:lnTo>
                <a:lnTo>
                  <a:pt x="5294605" y="4632958"/>
                </a:lnTo>
                <a:close/>
              </a:path>
              <a:path w="10390505" h="4652010">
                <a:moveTo>
                  <a:pt x="5299812" y="4632958"/>
                </a:moveTo>
                <a:lnTo>
                  <a:pt x="5294605" y="4632958"/>
                </a:lnTo>
                <a:lnTo>
                  <a:pt x="5294605" y="4652008"/>
                </a:lnTo>
                <a:lnTo>
                  <a:pt x="5299812" y="4652008"/>
                </a:lnTo>
                <a:lnTo>
                  <a:pt x="5304130" y="4647742"/>
                </a:lnTo>
                <a:lnTo>
                  <a:pt x="5304130" y="4637222"/>
                </a:lnTo>
                <a:lnTo>
                  <a:pt x="5299812" y="4632958"/>
                </a:lnTo>
                <a:close/>
              </a:path>
              <a:path w="10390505" h="4652010">
                <a:moveTo>
                  <a:pt x="5256505" y="4632958"/>
                </a:moveTo>
                <a:lnTo>
                  <a:pt x="5251171" y="4632958"/>
                </a:lnTo>
                <a:lnTo>
                  <a:pt x="5246980" y="4637222"/>
                </a:lnTo>
                <a:lnTo>
                  <a:pt x="5246980" y="4647742"/>
                </a:lnTo>
                <a:lnTo>
                  <a:pt x="5251171" y="4652008"/>
                </a:lnTo>
                <a:lnTo>
                  <a:pt x="5256505" y="4652008"/>
                </a:lnTo>
                <a:lnTo>
                  <a:pt x="5256505" y="4632958"/>
                </a:lnTo>
                <a:close/>
              </a:path>
              <a:path w="10390505" h="4652010">
                <a:moveTo>
                  <a:pt x="5261712" y="4632958"/>
                </a:moveTo>
                <a:lnTo>
                  <a:pt x="5256505" y="4632958"/>
                </a:lnTo>
                <a:lnTo>
                  <a:pt x="5256505" y="4652008"/>
                </a:lnTo>
                <a:lnTo>
                  <a:pt x="5261712" y="4652008"/>
                </a:lnTo>
                <a:lnTo>
                  <a:pt x="5266030" y="4647742"/>
                </a:lnTo>
                <a:lnTo>
                  <a:pt x="5266030" y="4637222"/>
                </a:lnTo>
                <a:lnTo>
                  <a:pt x="5261712" y="4632958"/>
                </a:lnTo>
                <a:close/>
              </a:path>
              <a:path w="10390505" h="4652010">
                <a:moveTo>
                  <a:pt x="5218278" y="4632958"/>
                </a:moveTo>
                <a:lnTo>
                  <a:pt x="5213071" y="4632958"/>
                </a:lnTo>
                <a:lnTo>
                  <a:pt x="5208753" y="4637222"/>
                </a:lnTo>
                <a:lnTo>
                  <a:pt x="5208753" y="4647742"/>
                </a:lnTo>
                <a:lnTo>
                  <a:pt x="5213071" y="4652008"/>
                </a:lnTo>
                <a:lnTo>
                  <a:pt x="5218278" y="4652008"/>
                </a:lnTo>
                <a:lnTo>
                  <a:pt x="5218278" y="4632958"/>
                </a:lnTo>
                <a:close/>
              </a:path>
              <a:path w="10390505" h="4652010">
                <a:moveTo>
                  <a:pt x="5223612" y="4632958"/>
                </a:moveTo>
                <a:lnTo>
                  <a:pt x="5218405" y="4632958"/>
                </a:lnTo>
                <a:lnTo>
                  <a:pt x="5218405" y="4652008"/>
                </a:lnTo>
                <a:lnTo>
                  <a:pt x="5223612" y="4652008"/>
                </a:lnTo>
                <a:lnTo>
                  <a:pt x="5227930" y="4647742"/>
                </a:lnTo>
                <a:lnTo>
                  <a:pt x="5227930" y="4637222"/>
                </a:lnTo>
                <a:lnTo>
                  <a:pt x="5223612" y="4632958"/>
                </a:lnTo>
                <a:close/>
              </a:path>
              <a:path w="10390505" h="4652010">
                <a:moveTo>
                  <a:pt x="5180178" y="4632958"/>
                </a:moveTo>
                <a:lnTo>
                  <a:pt x="5174971" y="4632958"/>
                </a:lnTo>
                <a:lnTo>
                  <a:pt x="5170653" y="4637222"/>
                </a:lnTo>
                <a:lnTo>
                  <a:pt x="5170653" y="4647742"/>
                </a:lnTo>
                <a:lnTo>
                  <a:pt x="5174971" y="4652008"/>
                </a:lnTo>
                <a:lnTo>
                  <a:pt x="5180178" y="4652008"/>
                </a:lnTo>
                <a:lnTo>
                  <a:pt x="5180178" y="4632958"/>
                </a:lnTo>
                <a:close/>
              </a:path>
              <a:path w="10390505" h="4652010">
                <a:moveTo>
                  <a:pt x="5185512" y="4632958"/>
                </a:moveTo>
                <a:lnTo>
                  <a:pt x="5180178" y="4632958"/>
                </a:lnTo>
                <a:lnTo>
                  <a:pt x="5180178" y="4652008"/>
                </a:lnTo>
                <a:lnTo>
                  <a:pt x="5185512" y="4652008"/>
                </a:lnTo>
                <a:lnTo>
                  <a:pt x="5189703" y="4647742"/>
                </a:lnTo>
                <a:lnTo>
                  <a:pt x="5189703" y="4637222"/>
                </a:lnTo>
                <a:lnTo>
                  <a:pt x="5185512" y="4632958"/>
                </a:lnTo>
                <a:close/>
              </a:path>
              <a:path w="10390505" h="4652010">
                <a:moveTo>
                  <a:pt x="5142078" y="4632958"/>
                </a:moveTo>
                <a:lnTo>
                  <a:pt x="5136871" y="4632958"/>
                </a:lnTo>
                <a:lnTo>
                  <a:pt x="5132553" y="4637222"/>
                </a:lnTo>
                <a:lnTo>
                  <a:pt x="5132553" y="4647742"/>
                </a:lnTo>
                <a:lnTo>
                  <a:pt x="5136871" y="4652008"/>
                </a:lnTo>
                <a:lnTo>
                  <a:pt x="5142078" y="4652008"/>
                </a:lnTo>
                <a:lnTo>
                  <a:pt x="5142078" y="4632958"/>
                </a:lnTo>
                <a:close/>
              </a:path>
              <a:path w="10390505" h="4652010">
                <a:moveTo>
                  <a:pt x="5147412" y="4632958"/>
                </a:moveTo>
                <a:lnTo>
                  <a:pt x="5142078" y="4632958"/>
                </a:lnTo>
                <a:lnTo>
                  <a:pt x="5142078" y="4652008"/>
                </a:lnTo>
                <a:lnTo>
                  <a:pt x="5147412" y="4652008"/>
                </a:lnTo>
                <a:lnTo>
                  <a:pt x="5151603" y="4647742"/>
                </a:lnTo>
                <a:lnTo>
                  <a:pt x="5151603" y="4637222"/>
                </a:lnTo>
                <a:lnTo>
                  <a:pt x="5147412" y="4632958"/>
                </a:lnTo>
                <a:close/>
              </a:path>
              <a:path w="10390505" h="4652010">
                <a:moveTo>
                  <a:pt x="5103978" y="4632958"/>
                </a:moveTo>
                <a:lnTo>
                  <a:pt x="5098644" y="4632958"/>
                </a:lnTo>
                <a:lnTo>
                  <a:pt x="5094453" y="4637222"/>
                </a:lnTo>
                <a:lnTo>
                  <a:pt x="5094453" y="4647742"/>
                </a:lnTo>
                <a:lnTo>
                  <a:pt x="5098644" y="4652008"/>
                </a:lnTo>
                <a:lnTo>
                  <a:pt x="5103978" y="4652008"/>
                </a:lnTo>
                <a:lnTo>
                  <a:pt x="5103978" y="4632958"/>
                </a:lnTo>
                <a:close/>
              </a:path>
              <a:path w="10390505" h="4652010">
                <a:moveTo>
                  <a:pt x="5109185" y="4632958"/>
                </a:moveTo>
                <a:lnTo>
                  <a:pt x="5103978" y="4632958"/>
                </a:lnTo>
                <a:lnTo>
                  <a:pt x="5103978" y="4652008"/>
                </a:lnTo>
                <a:lnTo>
                  <a:pt x="5109185" y="4652008"/>
                </a:lnTo>
                <a:lnTo>
                  <a:pt x="5113503" y="4647742"/>
                </a:lnTo>
                <a:lnTo>
                  <a:pt x="5113503" y="4637222"/>
                </a:lnTo>
                <a:lnTo>
                  <a:pt x="5109185" y="4632958"/>
                </a:lnTo>
                <a:close/>
              </a:path>
              <a:path w="10390505" h="4652010">
                <a:moveTo>
                  <a:pt x="5065878" y="4632958"/>
                </a:moveTo>
                <a:lnTo>
                  <a:pt x="5060544" y="4632958"/>
                </a:lnTo>
                <a:lnTo>
                  <a:pt x="5056353" y="4637222"/>
                </a:lnTo>
                <a:lnTo>
                  <a:pt x="5056353" y="4647742"/>
                </a:lnTo>
                <a:lnTo>
                  <a:pt x="5060544" y="4652008"/>
                </a:lnTo>
                <a:lnTo>
                  <a:pt x="5065878" y="4652008"/>
                </a:lnTo>
                <a:lnTo>
                  <a:pt x="5065878" y="4632958"/>
                </a:lnTo>
                <a:close/>
              </a:path>
              <a:path w="10390505" h="4652010">
                <a:moveTo>
                  <a:pt x="5071085" y="4632958"/>
                </a:moveTo>
                <a:lnTo>
                  <a:pt x="5065878" y="4632958"/>
                </a:lnTo>
                <a:lnTo>
                  <a:pt x="5065878" y="4652008"/>
                </a:lnTo>
                <a:lnTo>
                  <a:pt x="5071085" y="4652008"/>
                </a:lnTo>
                <a:lnTo>
                  <a:pt x="5075403" y="4647742"/>
                </a:lnTo>
                <a:lnTo>
                  <a:pt x="5075403" y="4637222"/>
                </a:lnTo>
                <a:lnTo>
                  <a:pt x="5071085" y="4632958"/>
                </a:lnTo>
                <a:close/>
              </a:path>
              <a:path w="10390505" h="4652010">
                <a:moveTo>
                  <a:pt x="5027778" y="4632958"/>
                </a:moveTo>
                <a:lnTo>
                  <a:pt x="5022444" y="4632958"/>
                </a:lnTo>
                <a:lnTo>
                  <a:pt x="5018253" y="4637222"/>
                </a:lnTo>
                <a:lnTo>
                  <a:pt x="5018253" y="4647742"/>
                </a:lnTo>
                <a:lnTo>
                  <a:pt x="5022444" y="4652008"/>
                </a:lnTo>
                <a:lnTo>
                  <a:pt x="5027778" y="4652008"/>
                </a:lnTo>
                <a:lnTo>
                  <a:pt x="5027778" y="4632958"/>
                </a:lnTo>
                <a:close/>
              </a:path>
              <a:path w="10390505" h="4652010">
                <a:moveTo>
                  <a:pt x="5032985" y="4632958"/>
                </a:moveTo>
                <a:lnTo>
                  <a:pt x="5027778" y="4632958"/>
                </a:lnTo>
                <a:lnTo>
                  <a:pt x="5027778" y="4652008"/>
                </a:lnTo>
                <a:lnTo>
                  <a:pt x="5032985" y="4652008"/>
                </a:lnTo>
                <a:lnTo>
                  <a:pt x="5037303" y="4647742"/>
                </a:lnTo>
                <a:lnTo>
                  <a:pt x="5037303" y="4637222"/>
                </a:lnTo>
                <a:lnTo>
                  <a:pt x="5032985" y="4632958"/>
                </a:lnTo>
                <a:close/>
              </a:path>
              <a:path w="10390505" h="4652010">
                <a:moveTo>
                  <a:pt x="4989551" y="4632958"/>
                </a:moveTo>
                <a:lnTo>
                  <a:pt x="4984344" y="4632958"/>
                </a:lnTo>
                <a:lnTo>
                  <a:pt x="4980026" y="4637222"/>
                </a:lnTo>
                <a:lnTo>
                  <a:pt x="4980026" y="4647742"/>
                </a:lnTo>
                <a:lnTo>
                  <a:pt x="4984344" y="4652008"/>
                </a:lnTo>
                <a:lnTo>
                  <a:pt x="4989551" y="4652008"/>
                </a:lnTo>
                <a:lnTo>
                  <a:pt x="4989551" y="4632958"/>
                </a:lnTo>
                <a:close/>
              </a:path>
              <a:path w="10390505" h="4652010">
                <a:moveTo>
                  <a:pt x="4994885" y="4632958"/>
                </a:moveTo>
                <a:lnTo>
                  <a:pt x="4989678" y="4632958"/>
                </a:lnTo>
                <a:lnTo>
                  <a:pt x="4989678" y="4652008"/>
                </a:lnTo>
                <a:lnTo>
                  <a:pt x="4994885" y="4652008"/>
                </a:lnTo>
                <a:lnTo>
                  <a:pt x="4999203" y="4647742"/>
                </a:lnTo>
                <a:lnTo>
                  <a:pt x="4999203" y="4637222"/>
                </a:lnTo>
                <a:lnTo>
                  <a:pt x="4994885" y="4632958"/>
                </a:lnTo>
                <a:close/>
              </a:path>
              <a:path w="10390505" h="4652010">
                <a:moveTo>
                  <a:pt x="4951451" y="4632958"/>
                </a:moveTo>
                <a:lnTo>
                  <a:pt x="4946244" y="4632958"/>
                </a:lnTo>
                <a:lnTo>
                  <a:pt x="4941926" y="4637222"/>
                </a:lnTo>
                <a:lnTo>
                  <a:pt x="4941926" y="4647742"/>
                </a:lnTo>
                <a:lnTo>
                  <a:pt x="4946244" y="4652008"/>
                </a:lnTo>
                <a:lnTo>
                  <a:pt x="4951451" y="4652008"/>
                </a:lnTo>
                <a:lnTo>
                  <a:pt x="4951451" y="4632958"/>
                </a:lnTo>
                <a:close/>
              </a:path>
              <a:path w="10390505" h="4652010">
                <a:moveTo>
                  <a:pt x="4956785" y="4632958"/>
                </a:moveTo>
                <a:lnTo>
                  <a:pt x="4951451" y="4632958"/>
                </a:lnTo>
                <a:lnTo>
                  <a:pt x="4951451" y="4652008"/>
                </a:lnTo>
                <a:lnTo>
                  <a:pt x="4956785" y="4652008"/>
                </a:lnTo>
                <a:lnTo>
                  <a:pt x="4960976" y="4647742"/>
                </a:lnTo>
                <a:lnTo>
                  <a:pt x="4960976" y="4637222"/>
                </a:lnTo>
                <a:lnTo>
                  <a:pt x="4956785" y="4632958"/>
                </a:lnTo>
                <a:close/>
              </a:path>
              <a:path w="10390505" h="4652010">
                <a:moveTo>
                  <a:pt x="4913351" y="4632958"/>
                </a:moveTo>
                <a:lnTo>
                  <a:pt x="4908144" y="4632958"/>
                </a:lnTo>
                <a:lnTo>
                  <a:pt x="4903826" y="4637222"/>
                </a:lnTo>
                <a:lnTo>
                  <a:pt x="4903826" y="4647742"/>
                </a:lnTo>
                <a:lnTo>
                  <a:pt x="4908144" y="4652008"/>
                </a:lnTo>
                <a:lnTo>
                  <a:pt x="4913351" y="4652008"/>
                </a:lnTo>
                <a:lnTo>
                  <a:pt x="4913351" y="4632958"/>
                </a:lnTo>
                <a:close/>
              </a:path>
              <a:path w="10390505" h="4652010">
                <a:moveTo>
                  <a:pt x="4918685" y="4632958"/>
                </a:moveTo>
                <a:lnTo>
                  <a:pt x="4913351" y="4632958"/>
                </a:lnTo>
                <a:lnTo>
                  <a:pt x="4913351" y="4652008"/>
                </a:lnTo>
                <a:lnTo>
                  <a:pt x="4918685" y="4652008"/>
                </a:lnTo>
                <a:lnTo>
                  <a:pt x="4922876" y="4647742"/>
                </a:lnTo>
                <a:lnTo>
                  <a:pt x="4922876" y="4637222"/>
                </a:lnTo>
                <a:lnTo>
                  <a:pt x="4918685" y="4632958"/>
                </a:lnTo>
                <a:close/>
              </a:path>
              <a:path w="10390505" h="4652010">
                <a:moveTo>
                  <a:pt x="4875251" y="4632958"/>
                </a:moveTo>
                <a:lnTo>
                  <a:pt x="4870044" y="4632958"/>
                </a:lnTo>
                <a:lnTo>
                  <a:pt x="4865726" y="4637222"/>
                </a:lnTo>
                <a:lnTo>
                  <a:pt x="4865726" y="4647742"/>
                </a:lnTo>
                <a:lnTo>
                  <a:pt x="4870044" y="4652008"/>
                </a:lnTo>
                <a:lnTo>
                  <a:pt x="4875251" y="4652008"/>
                </a:lnTo>
                <a:lnTo>
                  <a:pt x="4875251" y="4632958"/>
                </a:lnTo>
                <a:close/>
              </a:path>
              <a:path w="10390505" h="4652010">
                <a:moveTo>
                  <a:pt x="4880585" y="4632958"/>
                </a:moveTo>
                <a:lnTo>
                  <a:pt x="4875251" y="4632958"/>
                </a:lnTo>
                <a:lnTo>
                  <a:pt x="4875251" y="4652008"/>
                </a:lnTo>
                <a:lnTo>
                  <a:pt x="4880585" y="4652008"/>
                </a:lnTo>
                <a:lnTo>
                  <a:pt x="4884776" y="4647742"/>
                </a:lnTo>
                <a:lnTo>
                  <a:pt x="4884776" y="4637222"/>
                </a:lnTo>
                <a:lnTo>
                  <a:pt x="4880585" y="4632958"/>
                </a:lnTo>
                <a:close/>
              </a:path>
              <a:path w="10390505" h="4652010">
                <a:moveTo>
                  <a:pt x="4837151" y="4632958"/>
                </a:moveTo>
                <a:lnTo>
                  <a:pt x="4831817" y="4632958"/>
                </a:lnTo>
                <a:lnTo>
                  <a:pt x="4827626" y="4637222"/>
                </a:lnTo>
                <a:lnTo>
                  <a:pt x="4827626" y="4647742"/>
                </a:lnTo>
                <a:lnTo>
                  <a:pt x="4831817" y="4652008"/>
                </a:lnTo>
                <a:lnTo>
                  <a:pt x="4837151" y="4652008"/>
                </a:lnTo>
                <a:lnTo>
                  <a:pt x="4837151" y="4632958"/>
                </a:lnTo>
                <a:close/>
              </a:path>
              <a:path w="10390505" h="4652010">
                <a:moveTo>
                  <a:pt x="4842358" y="4632958"/>
                </a:moveTo>
                <a:lnTo>
                  <a:pt x="4837151" y="4632958"/>
                </a:lnTo>
                <a:lnTo>
                  <a:pt x="4837151" y="4652008"/>
                </a:lnTo>
                <a:lnTo>
                  <a:pt x="4842358" y="4652008"/>
                </a:lnTo>
                <a:lnTo>
                  <a:pt x="4846676" y="4647742"/>
                </a:lnTo>
                <a:lnTo>
                  <a:pt x="4846676" y="4637222"/>
                </a:lnTo>
                <a:lnTo>
                  <a:pt x="4842358" y="4632958"/>
                </a:lnTo>
                <a:close/>
              </a:path>
              <a:path w="10390505" h="4652010">
                <a:moveTo>
                  <a:pt x="4799051" y="4632958"/>
                </a:moveTo>
                <a:lnTo>
                  <a:pt x="4793717" y="4632958"/>
                </a:lnTo>
                <a:lnTo>
                  <a:pt x="4789526" y="4637222"/>
                </a:lnTo>
                <a:lnTo>
                  <a:pt x="4789526" y="4647742"/>
                </a:lnTo>
                <a:lnTo>
                  <a:pt x="4793717" y="4652008"/>
                </a:lnTo>
                <a:lnTo>
                  <a:pt x="4799051" y="4652008"/>
                </a:lnTo>
                <a:lnTo>
                  <a:pt x="4799051" y="4632958"/>
                </a:lnTo>
                <a:close/>
              </a:path>
              <a:path w="10390505" h="4652010">
                <a:moveTo>
                  <a:pt x="4804258" y="4632958"/>
                </a:moveTo>
                <a:lnTo>
                  <a:pt x="4799051" y="4632958"/>
                </a:lnTo>
                <a:lnTo>
                  <a:pt x="4799051" y="4652008"/>
                </a:lnTo>
                <a:lnTo>
                  <a:pt x="4804258" y="4652008"/>
                </a:lnTo>
                <a:lnTo>
                  <a:pt x="4808576" y="4647742"/>
                </a:lnTo>
                <a:lnTo>
                  <a:pt x="4808576" y="4637222"/>
                </a:lnTo>
                <a:lnTo>
                  <a:pt x="4804258" y="4632958"/>
                </a:lnTo>
                <a:close/>
              </a:path>
              <a:path w="10390505" h="4652010">
                <a:moveTo>
                  <a:pt x="4760951" y="4632958"/>
                </a:moveTo>
                <a:lnTo>
                  <a:pt x="4755617" y="4632958"/>
                </a:lnTo>
                <a:lnTo>
                  <a:pt x="4751426" y="4637222"/>
                </a:lnTo>
                <a:lnTo>
                  <a:pt x="4751426" y="4647742"/>
                </a:lnTo>
                <a:lnTo>
                  <a:pt x="4755617" y="4652008"/>
                </a:lnTo>
                <a:lnTo>
                  <a:pt x="4760951" y="4652008"/>
                </a:lnTo>
                <a:lnTo>
                  <a:pt x="4760951" y="4632958"/>
                </a:lnTo>
                <a:close/>
              </a:path>
              <a:path w="10390505" h="4652010">
                <a:moveTo>
                  <a:pt x="4766158" y="4632958"/>
                </a:moveTo>
                <a:lnTo>
                  <a:pt x="4760951" y="4632958"/>
                </a:lnTo>
                <a:lnTo>
                  <a:pt x="4760951" y="4652008"/>
                </a:lnTo>
                <a:lnTo>
                  <a:pt x="4766158" y="4652008"/>
                </a:lnTo>
                <a:lnTo>
                  <a:pt x="4770476" y="4647742"/>
                </a:lnTo>
                <a:lnTo>
                  <a:pt x="4770476" y="4637222"/>
                </a:lnTo>
                <a:lnTo>
                  <a:pt x="4766158" y="4632958"/>
                </a:lnTo>
                <a:close/>
              </a:path>
              <a:path w="10390505" h="4652010">
                <a:moveTo>
                  <a:pt x="4722724" y="4632958"/>
                </a:moveTo>
                <a:lnTo>
                  <a:pt x="4717517" y="4632958"/>
                </a:lnTo>
                <a:lnTo>
                  <a:pt x="4713199" y="4637222"/>
                </a:lnTo>
                <a:lnTo>
                  <a:pt x="4713199" y="4647742"/>
                </a:lnTo>
                <a:lnTo>
                  <a:pt x="4717517" y="4652008"/>
                </a:lnTo>
                <a:lnTo>
                  <a:pt x="4722724" y="4652008"/>
                </a:lnTo>
                <a:lnTo>
                  <a:pt x="4722724" y="4632958"/>
                </a:lnTo>
                <a:close/>
              </a:path>
              <a:path w="10390505" h="4652010">
                <a:moveTo>
                  <a:pt x="4722851" y="4645658"/>
                </a:moveTo>
                <a:lnTo>
                  <a:pt x="4722724" y="4652008"/>
                </a:lnTo>
                <a:lnTo>
                  <a:pt x="4722851" y="4645658"/>
                </a:lnTo>
                <a:close/>
              </a:path>
              <a:path w="10390505" h="4652010">
                <a:moveTo>
                  <a:pt x="4728058" y="4632958"/>
                </a:moveTo>
                <a:lnTo>
                  <a:pt x="4722851" y="4632958"/>
                </a:lnTo>
                <a:lnTo>
                  <a:pt x="4722851" y="4652008"/>
                </a:lnTo>
                <a:lnTo>
                  <a:pt x="4728058" y="4652008"/>
                </a:lnTo>
                <a:lnTo>
                  <a:pt x="4732376" y="4647742"/>
                </a:lnTo>
                <a:lnTo>
                  <a:pt x="4732376" y="4637222"/>
                </a:lnTo>
                <a:lnTo>
                  <a:pt x="4728058" y="4632958"/>
                </a:lnTo>
                <a:close/>
              </a:path>
              <a:path w="10390505" h="4652010">
                <a:moveTo>
                  <a:pt x="4722851" y="4632958"/>
                </a:moveTo>
                <a:lnTo>
                  <a:pt x="4722724" y="4639308"/>
                </a:lnTo>
                <a:lnTo>
                  <a:pt x="4722851" y="4632958"/>
                </a:lnTo>
                <a:close/>
              </a:path>
              <a:path w="10390505" h="4652010">
                <a:moveTo>
                  <a:pt x="4684624" y="4632958"/>
                </a:moveTo>
                <a:lnTo>
                  <a:pt x="4679417" y="4632958"/>
                </a:lnTo>
                <a:lnTo>
                  <a:pt x="4675099" y="4637222"/>
                </a:lnTo>
                <a:lnTo>
                  <a:pt x="4675099" y="4647742"/>
                </a:lnTo>
                <a:lnTo>
                  <a:pt x="4679417" y="4652008"/>
                </a:lnTo>
                <a:lnTo>
                  <a:pt x="4684624" y="4652008"/>
                </a:lnTo>
                <a:lnTo>
                  <a:pt x="4684624" y="4632958"/>
                </a:lnTo>
                <a:close/>
              </a:path>
              <a:path w="10390505" h="4652010">
                <a:moveTo>
                  <a:pt x="4689958" y="4632958"/>
                </a:moveTo>
                <a:lnTo>
                  <a:pt x="4684624" y="4632958"/>
                </a:lnTo>
                <a:lnTo>
                  <a:pt x="4684624" y="4652008"/>
                </a:lnTo>
                <a:lnTo>
                  <a:pt x="4689958" y="4652008"/>
                </a:lnTo>
                <a:lnTo>
                  <a:pt x="4694149" y="4647742"/>
                </a:lnTo>
                <a:lnTo>
                  <a:pt x="4694149" y="4637222"/>
                </a:lnTo>
                <a:lnTo>
                  <a:pt x="4689958" y="4632958"/>
                </a:lnTo>
                <a:close/>
              </a:path>
              <a:path w="10390505" h="4652010">
                <a:moveTo>
                  <a:pt x="4646524" y="4632958"/>
                </a:moveTo>
                <a:lnTo>
                  <a:pt x="4641317" y="4632958"/>
                </a:lnTo>
                <a:lnTo>
                  <a:pt x="4636999" y="4637222"/>
                </a:lnTo>
                <a:lnTo>
                  <a:pt x="4636999" y="4647742"/>
                </a:lnTo>
                <a:lnTo>
                  <a:pt x="4641317" y="4652008"/>
                </a:lnTo>
                <a:lnTo>
                  <a:pt x="4646524" y="4652008"/>
                </a:lnTo>
                <a:lnTo>
                  <a:pt x="4646524" y="4632958"/>
                </a:lnTo>
                <a:close/>
              </a:path>
              <a:path w="10390505" h="4652010">
                <a:moveTo>
                  <a:pt x="4651858" y="4632958"/>
                </a:moveTo>
                <a:lnTo>
                  <a:pt x="4646524" y="4632958"/>
                </a:lnTo>
                <a:lnTo>
                  <a:pt x="4646524" y="4652008"/>
                </a:lnTo>
                <a:lnTo>
                  <a:pt x="4651858" y="4652008"/>
                </a:lnTo>
                <a:lnTo>
                  <a:pt x="4656049" y="4647742"/>
                </a:lnTo>
                <a:lnTo>
                  <a:pt x="4656049" y="4637222"/>
                </a:lnTo>
                <a:lnTo>
                  <a:pt x="4651858" y="4632958"/>
                </a:lnTo>
                <a:close/>
              </a:path>
              <a:path w="10390505" h="4652010">
                <a:moveTo>
                  <a:pt x="4608424" y="4632958"/>
                </a:moveTo>
                <a:lnTo>
                  <a:pt x="4603090" y="4632958"/>
                </a:lnTo>
                <a:lnTo>
                  <a:pt x="4598899" y="4637222"/>
                </a:lnTo>
                <a:lnTo>
                  <a:pt x="4598899" y="4647742"/>
                </a:lnTo>
                <a:lnTo>
                  <a:pt x="4603090" y="4652008"/>
                </a:lnTo>
                <a:lnTo>
                  <a:pt x="4608424" y="4652008"/>
                </a:lnTo>
                <a:lnTo>
                  <a:pt x="4608424" y="4632958"/>
                </a:lnTo>
                <a:close/>
              </a:path>
              <a:path w="10390505" h="4652010">
                <a:moveTo>
                  <a:pt x="4613631" y="4632958"/>
                </a:moveTo>
                <a:lnTo>
                  <a:pt x="4608424" y="4632958"/>
                </a:lnTo>
                <a:lnTo>
                  <a:pt x="4608424" y="4652008"/>
                </a:lnTo>
                <a:lnTo>
                  <a:pt x="4613631" y="4652008"/>
                </a:lnTo>
                <a:lnTo>
                  <a:pt x="4617949" y="4647742"/>
                </a:lnTo>
                <a:lnTo>
                  <a:pt x="4617949" y="4637222"/>
                </a:lnTo>
                <a:lnTo>
                  <a:pt x="4613631" y="4632958"/>
                </a:lnTo>
                <a:close/>
              </a:path>
              <a:path w="10390505" h="4652010">
                <a:moveTo>
                  <a:pt x="4570324" y="4632958"/>
                </a:moveTo>
                <a:lnTo>
                  <a:pt x="4564990" y="4632958"/>
                </a:lnTo>
                <a:lnTo>
                  <a:pt x="4560799" y="4637222"/>
                </a:lnTo>
                <a:lnTo>
                  <a:pt x="4560799" y="4647742"/>
                </a:lnTo>
                <a:lnTo>
                  <a:pt x="4564990" y="4652008"/>
                </a:lnTo>
                <a:lnTo>
                  <a:pt x="4570324" y="4652008"/>
                </a:lnTo>
                <a:lnTo>
                  <a:pt x="4570324" y="4632958"/>
                </a:lnTo>
                <a:close/>
              </a:path>
              <a:path w="10390505" h="4652010">
                <a:moveTo>
                  <a:pt x="4575531" y="4632958"/>
                </a:moveTo>
                <a:lnTo>
                  <a:pt x="4570324" y="4632958"/>
                </a:lnTo>
                <a:lnTo>
                  <a:pt x="4570324" y="4652008"/>
                </a:lnTo>
                <a:lnTo>
                  <a:pt x="4575531" y="4652008"/>
                </a:lnTo>
                <a:lnTo>
                  <a:pt x="4579849" y="4647742"/>
                </a:lnTo>
                <a:lnTo>
                  <a:pt x="4579849" y="4637222"/>
                </a:lnTo>
                <a:lnTo>
                  <a:pt x="4575531" y="4632958"/>
                </a:lnTo>
                <a:close/>
              </a:path>
              <a:path w="10390505" h="4652010">
                <a:moveTo>
                  <a:pt x="4532224" y="4632958"/>
                </a:moveTo>
                <a:lnTo>
                  <a:pt x="4526890" y="4632958"/>
                </a:lnTo>
                <a:lnTo>
                  <a:pt x="4522699" y="4637222"/>
                </a:lnTo>
                <a:lnTo>
                  <a:pt x="4522699" y="4647742"/>
                </a:lnTo>
                <a:lnTo>
                  <a:pt x="4526890" y="4652008"/>
                </a:lnTo>
                <a:lnTo>
                  <a:pt x="4532224" y="4652008"/>
                </a:lnTo>
                <a:lnTo>
                  <a:pt x="4532224" y="4632958"/>
                </a:lnTo>
                <a:close/>
              </a:path>
              <a:path w="10390505" h="4652010">
                <a:moveTo>
                  <a:pt x="4537431" y="4632958"/>
                </a:moveTo>
                <a:lnTo>
                  <a:pt x="4532224" y="4632958"/>
                </a:lnTo>
                <a:lnTo>
                  <a:pt x="4532224" y="4652008"/>
                </a:lnTo>
                <a:lnTo>
                  <a:pt x="4537431" y="4652008"/>
                </a:lnTo>
                <a:lnTo>
                  <a:pt x="4541749" y="4647742"/>
                </a:lnTo>
                <a:lnTo>
                  <a:pt x="4541749" y="4637222"/>
                </a:lnTo>
                <a:lnTo>
                  <a:pt x="4537431" y="4632958"/>
                </a:lnTo>
                <a:close/>
              </a:path>
              <a:path w="10390505" h="4652010">
                <a:moveTo>
                  <a:pt x="4493997" y="4632958"/>
                </a:moveTo>
                <a:lnTo>
                  <a:pt x="4488790" y="4632958"/>
                </a:lnTo>
                <a:lnTo>
                  <a:pt x="4484472" y="4637222"/>
                </a:lnTo>
                <a:lnTo>
                  <a:pt x="4484472" y="4647742"/>
                </a:lnTo>
                <a:lnTo>
                  <a:pt x="4488790" y="4652008"/>
                </a:lnTo>
                <a:lnTo>
                  <a:pt x="4493997" y="4652008"/>
                </a:lnTo>
                <a:lnTo>
                  <a:pt x="4493997" y="4632958"/>
                </a:lnTo>
                <a:close/>
              </a:path>
              <a:path w="10390505" h="4652010">
                <a:moveTo>
                  <a:pt x="4499331" y="4632958"/>
                </a:moveTo>
                <a:lnTo>
                  <a:pt x="4494124" y="4632958"/>
                </a:lnTo>
                <a:lnTo>
                  <a:pt x="4494124" y="4652008"/>
                </a:lnTo>
                <a:lnTo>
                  <a:pt x="4499331" y="4652008"/>
                </a:lnTo>
                <a:lnTo>
                  <a:pt x="4503649" y="4647742"/>
                </a:lnTo>
                <a:lnTo>
                  <a:pt x="4503649" y="4637222"/>
                </a:lnTo>
                <a:lnTo>
                  <a:pt x="4499331" y="4632958"/>
                </a:lnTo>
                <a:close/>
              </a:path>
              <a:path w="10390505" h="4652010">
                <a:moveTo>
                  <a:pt x="4455897" y="4632958"/>
                </a:moveTo>
                <a:lnTo>
                  <a:pt x="4450690" y="4632958"/>
                </a:lnTo>
                <a:lnTo>
                  <a:pt x="4446372" y="4637222"/>
                </a:lnTo>
                <a:lnTo>
                  <a:pt x="4446372" y="4647742"/>
                </a:lnTo>
                <a:lnTo>
                  <a:pt x="4450690" y="4652008"/>
                </a:lnTo>
                <a:lnTo>
                  <a:pt x="4455897" y="4652008"/>
                </a:lnTo>
                <a:lnTo>
                  <a:pt x="4455897" y="4632958"/>
                </a:lnTo>
                <a:close/>
              </a:path>
              <a:path w="10390505" h="4652010">
                <a:moveTo>
                  <a:pt x="4461231" y="4632958"/>
                </a:moveTo>
                <a:lnTo>
                  <a:pt x="4455897" y="4632958"/>
                </a:lnTo>
                <a:lnTo>
                  <a:pt x="4455897" y="4652008"/>
                </a:lnTo>
                <a:lnTo>
                  <a:pt x="4461231" y="4652008"/>
                </a:lnTo>
                <a:lnTo>
                  <a:pt x="4465422" y="4647742"/>
                </a:lnTo>
                <a:lnTo>
                  <a:pt x="4465422" y="4637222"/>
                </a:lnTo>
                <a:lnTo>
                  <a:pt x="4461231" y="4632958"/>
                </a:lnTo>
                <a:close/>
              </a:path>
              <a:path w="10390505" h="4652010">
                <a:moveTo>
                  <a:pt x="4417797" y="4632958"/>
                </a:moveTo>
                <a:lnTo>
                  <a:pt x="4412590" y="4632958"/>
                </a:lnTo>
                <a:lnTo>
                  <a:pt x="4408272" y="4637222"/>
                </a:lnTo>
                <a:lnTo>
                  <a:pt x="4408272" y="4647742"/>
                </a:lnTo>
                <a:lnTo>
                  <a:pt x="4412590" y="4652008"/>
                </a:lnTo>
                <a:lnTo>
                  <a:pt x="4417797" y="4652008"/>
                </a:lnTo>
                <a:lnTo>
                  <a:pt x="4417797" y="4632958"/>
                </a:lnTo>
                <a:close/>
              </a:path>
              <a:path w="10390505" h="4652010">
                <a:moveTo>
                  <a:pt x="4423131" y="4632958"/>
                </a:moveTo>
                <a:lnTo>
                  <a:pt x="4417797" y="4632958"/>
                </a:lnTo>
                <a:lnTo>
                  <a:pt x="4417797" y="4652008"/>
                </a:lnTo>
                <a:lnTo>
                  <a:pt x="4423131" y="4652008"/>
                </a:lnTo>
                <a:lnTo>
                  <a:pt x="4427322" y="4647742"/>
                </a:lnTo>
                <a:lnTo>
                  <a:pt x="4427322" y="4637222"/>
                </a:lnTo>
                <a:lnTo>
                  <a:pt x="4423131" y="4632958"/>
                </a:lnTo>
                <a:close/>
              </a:path>
              <a:path w="10390505" h="4652010">
                <a:moveTo>
                  <a:pt x="4379697" y="4632958"/>
                </a:moveTo>
                <a:lnTo>
                  <a:pt x="4374490" y="4632958"/>
                </a:lnTo>
                <a:lnTo>
                  <a:pt x="4370172" y="4637222"/>
                </a:lnTo>
                <a:lnTo>
                  <a:pt x="4370172" y="4647742"/>
                </a:lnTo>
                <a:lnTo>
                  <a:pt x="4374490" y="4652008"/>
                </a:lnTo>
                <a:lnTo>
                  <a:pt x="4379697" y="4652008"/>
                </a:lnTo>
                <a:lnTo>
                  <a:pt x="4379697" y="4632958"/>
                </a:lnTo>
                <a:close/>
              </a:path>
              <a:path w="10390505" h="4652010">
                <a:moveTo>
                  <a:pt x="4385031" y="4632958"/>
                </a:moveTo>
                <a:lnTo>
                  <a:pt x="4379697" y="4632958"/>
                </a:lnTo>
                <a:lnTo>
                  <a:pt x="4379697" y="4652008"/>
                </a:lnTo>
                <a:lnTo>
                  <a:pt x="4385031" y="4652008"/>
                </a:lnTo>
                <a:lnTo>
                  <a:pt x="4389222" y="4647742"/>
                </a:lnTo>
                <a:lnTo>
                  <a:pt x="4389222" y="4637222"/>
                </a:lnTo>
                <a:lnTo>
                  <a:pt x="4385031" y="4632958"/>
                </a:lnTo>
                <a:close/>
              </a:path>
              <a:path w="10390505" h="4652010">
                <a:moveTo>
                  <a:pt x="4341597" y="4632958"/>
                </a:moveTo>
                <a:lnTo>
                  <a:pt x="4336263" y="4632958"/>
                </a:lnTo>
                <a:lnTo>
                  <a:pt x="4332072" y="4637222"/>
                </a:lnTo>
                <a:lnTo>
                  <a:pt x="4332072" y="4647742"/>
                </a:lnTo>
                <a:lnTo>
                  <a:pt x="4336263" y="4652008"/>
                </a:lnTo>
                <a:lnTo>
                  <a:pt x="4341597" y="4652008"/>
                </a:lnTo>
                <a:lnTo>
                  <a:pt x="4341597" y="4632958"/>
                </a:lnTo>
                <a:close/>
              </a:path>
              <a:path w="10390505" h="4652010">
                <a:moveTo>
                  <a:pt x="4346804" y="4632958"/>
                </a:moveTo>
                <a:lnTo>
                  <a:pt x="4341597" y="4632958"/>
                </a:lnTo>
                <a:lnTo>
                  <a:pt x="4341597" y="4652008"/>
                </a:lnTo>
                <a:lnTo>
                  <a:pt x="4346804" y="4652008"/>
                </a:lnTo>
                <a:lnTo>
                  <a:pt x="4351122" y="4647742"/>
                </a:lnTo>
                <a:lnTo>
                  <a:pt x="4351122" y="4637222"/>
                </a:lnTo>
                <a:lnTo>
                  <a:pt x="4346804" y="4632958"/>
                </a:lnTo>
                <a:close/>
              </a:path>
              <a:path w="10390505" h="4652010">
                <a:moveTo>
                  <a:pt x="4303497" y="4632958"/>
                </a:moveTo>
                <a:lnTo>
                  <a:pt x="4298163" y="4632958"/>
                </a:lnTo>
                <a:lnTo>
                  <a:pt x="4293972" y="4637222"/>
                </a:lnTo>
                <a:lnTo>
                  <a:pt x="4293972" y="4647742"/>
                </a:lnTo>
                <a:lnTo>
                  <a:pt x="4298163" y="4652008"/>
                </a:lnTo>
                <a:lnTo>
                  <a:pt x="4303497" y="4652008"/>
                </a:lnTo>
                <a:lnTo>
                  <a:pt x="4303497" y="4632958"/>
                </a:lnTo>
                <a:close/>
              </a:path>
              <a:path w="10390505" h="4652010">
                <a:moveTo>
                  <a:pt x="4308704" y="4632958"/>
                </a:moveTo>
                <a:lnTo>
                  <a:pt x="4303497" y="4632958"/>
                </a:lnTo>
                <a:lnTo>
                  <a:pt x="4303497" y="4652008"/>
                </a:lnTo>
                <a:lnTo>
                  <a:pt x="4308704" y="4652008"/>
                </a:lnTo>
                <a:lnTo>
                  <a:pt x="4313022" y="4647742"/>
                </a:lnTo>
                <a:lnTo>
                  <a:pt x="4313022" y="4637222"/>
                </a:lnTo>
                <a:lnTo>
                  <a:pt x="4308704" y="4632958"/>
                </a:lnTo>
                <a:close/>
              </a:path>
              <a:path w="10390505" h="4652010">
                <a:moveTo>
                  <a:pt x="4265397" y="4632958"/>
                </a:moveTo>
                <a:lnTo>
                  <a:pt x="4260063" y="4632958"/>
                </a:lnTo>
                <a:lnTo>
                  <a:pt x="4255872" y="4637222"/>
                </a:lnTo>
                <a:lnTo>
                  <a:pt x="4255872" y="4647742"/>
                </a:lnTo>
                <a:lnTo>
                  <a:pt x="4260063" y="4652008"/>
                </a:lnTo>
                <a:lnTo>
                  <a:pt x="4265397" y="4652008"/>
                </a:lnTo>
                <a:lnTo>
                  <a:pt x="4265397" y="4632958"/>
                </a:lnTo>
                <a:close/>
              </a:path>
              <a:path w="10390505" h="4652010">
                <a:moveTo>
                  <a:pt x="4270604" y="4632958"/>
                </a:moveTo>
                <a:lnTo>
                  <a:pt x="4265397" y="4632958"/>
                </a:lnTo>
                <a:lnTo>
                  <a:pt x="4265397" y="4652008"/>
                </a:lnTo>
                <a:lnTo>
                  <a:pt x="4270604" y="4652008"/>
                </a:lnTo>
                <a:lnTo>
                  <a:pt x="4274922" y="4647742"/>
                </a:lnTo>
                <a:lnTo>
                  <a:pt x="4274922" y="4637222"/>
                </a:lnTo>
                <a:lnTo>
                  <a:pt x="4270604" y="4632958"/>
                </a:lnTo>
                <a:close/>
              </a:path>
              <a:path w="10390505" h="4652010">
                <a:moveTo>
                  <a:pt x="4227170" y="4632958"/>
                </a:moveTo>
                <a:lnTo>
                  <a:pt x="4221963" y="4632958"/>
                </a:lnTo>
                <a:lnTo>
                  <a:pt x="4217645" y="4637222"/>
                </a:lnTo>
                <a:lnTo>
                  <a:pt x="4217645" y="4647742"/>
                </a:lnTo>
                <a:lnTo>
                  <a:pt x="4221963" y="4652008"/>
                </a:lnTo>
                <a:lnTo>
                  <a:pt x="4227170" y="4652008"/>
                </a:lnTo>
                <a:lnTo>
                  <a:pt x="4227170" y="4632958"/>
                </a:lnTo>
                <a:close/>
              </a:path>
              <a:path w="10390505" h="4652010">
                <a:moveTo>
                  <a:pt x="4232504" y="4632958"/>
                </a:moveTo>
                <a:lnTo>
                  <a:pt x="4227297" y="4632958"/>
                </a:lnTo>
                <a:lnTo>
                  <a:pt x="4227297" y="4652008"/>
                </a:lnTo>
                <a:lnTo>
                  <a:pt x="4232504" y="4652008"/>
                </a:lnTo>
                <a:lnTo>
                  <a:pt x="4236822" y="4647742"/>
                </a:lnTo>
                <a:lnTo>
                  <a:pt x="4236822" y="4637222"/>
                </a:lnTo>
                <a:lnTo>
                  <a:pt x="4232504" y="4632958"/>
                </a:lnTo>
                <a:close/>
              </a:path>
              <a:path w="10390505" h="4652010">
                <a:moveTo>
                  <a:pt x="4189070" y="4632958"/>
                </a:moveTo>
                <a:lnTo>
                  <a:pt x="4183863" y="4632958"/>
                </a:lnTo>
                <a:lnTo>
                  <a:pt x="4179545" y="4637222"/>
                </a:lnTo>
                <a:lnTo>
                  <a:pt x="4179545" y="4647742"/>
                </a:lnTo>
                <a:lnTo>
                  <a:pt x="4183863" y="4652008"/>
                </a:lnTo>
                <a:lnTo>
                  <a:pt x="4189070" y="4652008"/>
                </a:lnTo>
                <a:lnTo>
                  <a:pt x="4189070" y="4632958"/>
                </a:lnTo>
                <a:close/>
              </a:path>
              <a:path w="10390505" h="4652010">
                <a:moveTo>
                  <a:pt x="4194404" y="4632958"/>
                </a:moveTo>
                <a:lnTo>
                  <a:pt x="4189070" y="4632958"/>
                </a:lnTo>
                <a:lnTo>
                  <a:pt x="4189070" y="4652008"/>
                </a:lnTo>
                <a:lnTo>
                  <a:pt x="4194404" y="4652008"/>
                </a:lnTo>
                <a:lnTo>
                  <a:pt x="4198595" y="4647742"/>
                </a:lnTo>
                <a:lnTo>
                  <a:pt x="4198595" y="4637222"/>
                </a:lnTo>
                <a:lnTo>
                  <a:pt x="4194404" y="4632958"/>
                </a:lnTo>
                <a:close/>
              </a:path>
              <a:path w="10390505" h="4652010">
                <a:moveTo>
                  <a:pt x="4150970" y="4632958"/>
                </a:moveTo>
                <a:lnTo>
                  <a:pt x="4145763" y="4632958"/>
                </a:lnTo>
                <a:lnTo>
                  <a:pt x="4141445" y="4637222"/>
                </a:lnTo>
                <a:lnTo>
                  <a:pt x="4141445" y="4647742"/>
                </a:lnTo>
                <a:lnTo>
                  <a:pt x="4145763" y="4652008"/>
                </a:lnTo>
                <a:lnTo>
                  <a:pt x="4150970" y="4652008"/>
                </a:lnTo>
                <a:lnTo>
                  <a:pt x="4150970" y="4632958"/>
                </a:lnTo>
                <a:close/>
              </a:path>
              <a:path w="10390505" h="4652010">
                <a:moveTo>
                  <a:pt x="4156304" y="4632958"/>
                </a:moveTo>
                <a:lnTo>
                  <a:pt x="4150970" y="4632958"/>
                </a:lnTo>
                <a:lnTo>
                  <a:pt x="4150970" y="4652008"/>
                </a:lnTo>
                <a:lnTo>
                  <a:pt x="4156304" y="4652008"/>
                </a:lnTo>
                <a:lnTo>
                  <a:pt x="4160495" y="4647742"/>
                </a:lnTo>
                <a:lnTo>
                  <a:pt x="4160495" y="4637222"/>
                </a:lnTo>
                <a:lnTo>
                  <a:pt x="4156304" y="4632958"/>
                </a:lnTo>
                <a:close/>
              </a:path>
              <a:path w="10390505" h="4652010">
                <a:moveTo>
                  <a:pt x="4112870" y="4632958"/>
                </a:moveTo>
                <a:lnTo>
                  <a:pt x="4107536" y="4632958"/>
                </a:lnTo>
                <a:lnTo>
                  <a:pt x="4103345" y="4637222"/>
                </a:lnTo>
                <a:lnTo>
                  <a:pt x="4103345" y="4647742"/>
                </a:lnTo>
                <a:lnTo>
                  <a:pt x="4107536" y="4652008"/>
                </a:lnTo>
                <a:lnTo>
                  <a:pt x="4112870" y="4652008"/>
                </a:lnTo>
                <a:lnTo>
                  <a:pt x="4112870" y="4632958"/>
                </a:lnTo>
                <a:close/>
              </a:path>
              <a:path w="10390505" h="4652010">
                <a:moveTo>
                  <a:pt x="4118077" y="4632958"/>
                </a:moveTo>
                <a:lnTo>
                  <a:pt x="4112870" y="4632958"/>
                </a:lnTo>
                <a:lnTo>
                  <a:pt x="4112870" y="4652008"/>
                </a:lnTo>
                <a:lnTo>
                  <a:pt x="4118077" y="4652008"/>
                </a:lnTo>
                <a:lnTo>
                  <a:pt x="4122395" y="4647742"/>
                </a:lnTo>
                <a:lnTo>
                  <a:pt x="4122395" y="4637222"/>
                </a:lnTo>
                <a:lnTo>
                  <a:pt x="4118077" y="4632958"/>
                </a:lnTo>
                <a:close/>
              </a:path>
              <a:path w="10390505" h="4652010">
                <a:moveTo>
                  <a:pt x="4074770" y="4632958"/>
                </a:moveTo>
                <a:lnTo>
                  <a:pt x="4069436" y="4632958"/>
                </a:lnTo>
                <a:lnTo>
                  <a:pt x="4065245" y="4637222"/>
                </a:lnTo>
                <a:lnTo>
                  <a:pt x="4065245" y="4647742"/>
                </a:lnTo>
                <a:lnTo>
                  <a:pt x="4069436" y="4652008"/>
                </a:lnTo>
                <a:lnTo>
                  <a:pt x="4074770" y="4652008"/>
                </a:lnTo>
                <a:lnTo>
                  <a:pt x="4074770" y="4632958"/>
                </a:lnTo>
                <a:close/>
              </a:path>
              <a:path w="10390505" h="4652010">
                <a:moveTo>
                  <a:pt x="4079977" y="4632958"/>
                </a:moveTo>
                <a:lnTo>
                  <a:pt x="4074770" y="4632958"/>
                </a:lnTo>
                <a:lnTo>
                  <a:pt x="4074770" y="4652008"/>
                </a:lnTo>
                <a:lnTo>
                  <a:pt x="4079977" y="4652008"/>
                </a:lnTo>
                <a:lnTo>
                  <a:pt x="4084295" y="4647742"/>
                </a:lnTo>
                <a:lnTo>
                  <a:pt x="4084295" y="4637222"/>
                </a:lnTo>
                <a:lnTo>
                  <a:pt x="4079977" y="4632958"/>
                </a:lnTo>
                <a:close/>
              </a:path>
              <a:path w="10390505" h="4652010">
                <a:moveTo>
                  <a:pt x="4036670" y="4632958"/>
                </a:moveTo>
                <a:lnTo>
                  <a:pt x="4031336" y="4632958"/>
                </a:lnTo>
                <a:lnTo>
                  <a:pt x="4027145" y="4637222"/>
                </a:lnTo>
                <a:lnTo>
                  <a:pt x="4027145" y="4647742"/>
                </a:lnTo>
                <a:lnTo>
                  <a:pt x="4031336" y="4652008"/>
                </a:lnTo>
                <a:lnTo>
                  <a:pt x="4036670" y="4652008"/>
                </a:lnTo>
                <a:lnTo>
                  <a:pt x="4036670" y="4632958"/>
                </a:lnTo>
                <a:close/>
              </a:path>
              <a:path w="10390505" h="4652010">
                <a:moveTo>
                  <a:pt x="4041877" y="4632958"/>
                </a:moveTo>
                <a:lnTo>
                  <a:pt x="4036670" y="4632958"/>
                </a:lnTo>
                <a:lnTo>
                  <a:pt x="4036670" y="4652008"/>
                </a:lnTo>
                <a:lnTo>
                  <a:pt x="4041877" y="4652008"/>
                </a:lnTo>
                <a:lnTo>
                  <a:pt x="4046195" y="4647742"/>
                </a:lnTo>
                <a:lnTo>
                  <a:pt x="4046195" y="4637222"/>
                </a:lnTo>
                <a:lnTo>
                  <a:pt x="4041877" y="4632958"/>
                </a:lnTo>
                <a:close/>
              </a:path>
              <a:path w="10390505" h="4652010">
                <a:moveTo>
                  <a:pt x="3998443" y="4632958"/>
                </a:moveTo>
                <a:lnTo>
                  <a:pt x="3993236" y="4632958"/>
                </a:lnTo>
                <a:lnTo>
                  <a:pt x="3988918" y="4637222"/>
                </a:lnTo>
                <a:lnTo>
                  <a:pt x="3988918" y="4647742"/>
                </a:lnTo>
                <a:lnTo>
                  <a:pt x="3993236" y="4652008"/>
                </a:lnTo>
                <a:lnTo>
                  <a:pt x="3998443" y="4652008"/>
                </a:lnTo>
                <a:lnTo>
                  <a:pt x="3998443" y="4632958"/>
                </a:lnTo>
                <a:close/>
              </a:path>
              <a:path w="10390505" h="4652010">
                <a:moveTo>
                  <a:pt x="4003777" y="4632958"/>
                </a:moveTo>
                <a:lnTo>
                  <a:pt x="3998570" y="4632958"/>
                </a:lnTo>
                <a:lnTo>
                  <a:pt x="3998570" y="4652008"/>
                </a:lnTo>
                <a:lnTo>
                  <a:pt x="4003777" y="4652008"/>
                </a:lnTo>
                <a:lnTo>
                  <a:pt x="4008095" y="4647742"/>
                </a:lnTo>
                <a:lnTo>
                  <a:pt x="4008095" y="4637222"/>
                </a:lnTo>
                <a:lnTo>
                  <a:pt x="4003777" y="4632958"/>
                </a:lnTo>
                <a:close/>
              </a:path>
              <a:path w="10390505" h="4652010">
                <a:moveTo>
                  <a:pt x="3960343" y="4632958"/>
                </a:moveTo>
                <a:lnTo>
                  <a:pt x="3955136" y="4632958"/>
                </a:lnTo>
                <a:lnTo>
                  <a:pt x="3950818" y="4637222"/>
                </a:lnTo>
                <a:lnTo>
                  <a:pt x="3950818" y="4647742"/>
                </a:lnTo>
                <a:lnTo>
                  <a:pt x="3955136" y="4652008"/>
                </a:lnTo>
                <a:lnTo>
                  <a:pt x="3960343" y="4652008"/>
                </a:lnTo>
                <a:lnTo>
                  <a:pt x="3960343" y="4632958"/>
                </a:lnTo>
                <a:close/>
              </a:path>
              <a:path w="10390505" h="4652010">
                <a:moveTo>
                  <a:pt x="3965677" y="4632958"/>
                </a:moveTo>
                <a:lnTo>
                  <a:pt x="3960343" y="4632958"/>
                </a:lnTo>
                <a:lnTo>
                  <a:pt x="3960343" y="4652008"/>
                </a:lnTo>
                <a:lnTo>
                  <a:pt x="3965677" y="4652008"/>
                </a:lnTo>
                <a:lnTo>
                  <a:pt x="3969868" y="4647742"/>
                </a:lnTo>
                <a:lnTo>
                  <a:pt x="3969868" y="4637222"/>
                </a:lnTo>
                <a:lnTo>
                  <a:pt x="3965677" y="4632958"/>
                </a:lnTo>
                <a:close/>
              </a:path>
              <a:path w="10390505" h="4652010">
                <a:moveTo>
                  <a:pt x="3922243" y="4632958"/>
                </a:moveTo>
                <a:lnTo>
                  <a:pt x="3917036" y="4632958"/>
                </a:lnTo>
                <a:lnTo>
                  <a:pt x="3912718" y="4637222"/>
                </a:lnTo>
                <a:lnTo>
                  <a:pt x="3912718" y="4647742"/>
                </a:lnTo>
                <a:lnTo>
                  <a:pt x="3917036" y="4652008"/>
                </a:lnTo>
                <a:lnTo>
                  <a:pt x="3922243" y="4652008"/>
                </a:lnTo>
                <a:lnTo>
                  <a:pt x="3922243" y="4632958"/>
                </a:lnTo>
                <a:close/>
              </a:path>
              <a:path w="10390505" h="4652010">
                <a:moveTo>
                  <a:pt x="3927577" y="4632958"/>
                </a:moveTo>
                <a:lnTo>
                  <a:pt x="3922243" y="4632958"/>
                </a:lnTo>
                <a:lnTo>
                  <a:pt x="3922243" y="4652008"/>
                </a:lnTo>
                <a:lnTo>
                  <a:pt x="3927577" y="4652008"/>
                </a:lnTo>
                <a:lnTo>
                  <a:pt x="3931768" y="4647742"/>
                </a:lnTo>
                <a:lnTo>
                  <a:pt x="3931768" y="4637222"/>
                </a:lnTo>
                <a:lnTo>
                  <a:pt x="3927577" y="4632958"/>
                </a:lnTo>
                <a:close/>
              </a:path>
              <a:path w="10390505" h="4652010">
                <a:moveTo>
                  <a:pt x="3884143" y="4632958"/>
                </a:moveTo>
                <a:lnTo>
                  <a:pt x="3878936" y="4632958"/>
                </a:lnTo>
                <a:lnTo>
                  <a:pt x="3874618" y="4637222"/>
                </a:lnTo>
                <a:lnTo>
                  <a:pt x="3874618" y="4647742"/>
                </a:lnTo>
                <a:lnTo>
                  <a:pt x="3878936" y="4652008"/>
                </a:lnTo>
                <a:lnTo>
                  <a:pt x="3884143" y="4652008"/>
                </a:lnTo>
                <a:lnTo>
                  <a:pt x="3884143" y="4632958"/>
                </a:lnTo>
                <a:close/>
              </a:path>
              <a:path w="10390505" h="4652010">
                <a:moveTo>
                  <a:pt x="3889477" y="4632958"/>
                </a:moveTo>
                <a:lnTo>
                  <a:pt x="3884143" y="4632958"/>
                </a:lnTo>
                <a:lnTo>
                  <a:pt x="3884143" y="4652008"/>
                </a:lnTo>
                <a:lnTo>
                  <a:pt x="3889477" y="4652008"/>
                </a:lnTo>
                <a:lnTo>
                  <a:pt x="3893668" y="4647742"/>
                </a:lnTo>
                <a:lnTo>
                  <a:pt x="3893668" y="4637222"/>
                </a:lnTo>
                <a:lnTo>
                  <a:pt x="3889477" y="4632958"/>
                </a:lnTo>
                <a:close/>
              </a:path>
              <a:path w="10390505" h="4652010">
                <a:moveTo>
                  <a:pt x="3846043" y="4632958"/>
                </a:moveTo>
                <a:lnTo>
                  <a:pt x="3840709" y="4632958"/>
                </a:lnTo>
                <a:lnTo>
                  <a:pt x="3836518" y="4637222"/>
                </a:lnTo>
                <a:lnTo>
                  <a:pt x="3836518" y="4647742"/>
                </a:lnTo>
                <a:lnTo>
                  <a:pt x="3840709" y="4652008"/>
                </a:lnTo>
                <a:lnTo>
                  <a:pt x="3846043" y="4652008"/>
                </a:lnTo>
                <a:lnTo>
                  <a:pt x="3846043" y="4632958"/>
                </a:lnTo>
                <a:close/>
              </a:path>
              <a:path w="10390505" h="4652010">
                <a:moveTo>
                  <a:pt x="3851250" y="4632958"/>
                </a:moveTo>
                <a:lnTo>
                  <a:pt x="3846043" y="4632958"/>
                </a:lnTo>
                <a:lnTo>
                  <a:pt x="3846043" y="4652008"/>
                </a:lnTo>
                <a:lnTo>
                  <a:pt x="3851250" y="4652008"/>
                </a:lnTo>
                <a:lnTo>
                  <a:pt x="3855568" y="4647742"/>
                </a:lnTo>
                <a:lnTo>
                  <a:pt x="3855568" y="4637222"/>
                </a:lnTo>
                <a:lnTo>
                  <a:pt x="3851250" y="4632958"/>
                </a:lnTo>
                <a:close/>
              </a:path>
              <a:path w="10390505" h="4652010">
                <a:moveTo>
                  <a:pt x="3807943" y="4632958"/>
                </a:moveTo>
                <a:lnTo>
                  <a:pt x="3802609" y="4632958"/>
                </a:lnTo>
                <a:lnTo>
                  <a:pt x="3798418" y="4637222"/>
                </a:lnTo>
                <a:lnTo>
                  <a:pt x="3798418" y="4647742"/>
                </a:lnTo>
                <a:lnTo>
                  <a:pt x="3802609" y="4652008"/>
                </a:lnTo>
                <a:lnTo>
                  <a:pt x="3807943" y="4652008"/>
                </a:lnTo>
                <a:lnTo>
                  <a:pt x="3807943" y="4632958"/>
                </a:lnTo>
                <a:close/>
              </a:path>
              <a:path w="10390505" h="4652010">
                <a:moveTo>
                  <a:pt x="3813150" y="4632958"/>
                </a:moveTo>
                <a:lnTo>
                  <a:pt x="3807943" y="4632958"/>
                </a:lnTo>
                <a:lnTo>
                  <a:pt x="3807943" y="4652008"/>
                </a:lnTo>
                <a:lnTo>
                  <a:pt x="3813150" y="4652008"/>
                </a:lnTo>
                <a:lnTo>
                  <a:pt x="3817468" y="4647742"/>
                </a:lnTo>
                <a:lnTo>
                  <a:pt x="3817468" y="4637222"/>
                </a:lnTo>
                <a:lnTo>
                  <a:pt x="3813150" y="4632958"/>
                </a:lnTo>
                <a:close/>
              </a:path>
              <a:path w="10390505" h="4652010">
                <a:moveTo>
                  <a:pt x="3769843" y="4632958"/>
                </a:moveTo>
                <a:lnTo>
                  <a:pt x="3764509" y="4632958"/>
                </a:lnTo>
                <a:lnTo>
                  <a:pt x="3760318" y="4637222"/>
                </a:lnTo>
                <a:lnTo>
                  <a:pt x="3760318" y="4647742"/>
                </a:lnTo>
                <a:lnTo>
                  <a:pt x="3764509" y="4652008"/>
                </a:lnTo>
                <a:lnTo>
                  <a:pt x="3769843" y="4652008"/>
                </a:lnTo>
                <a:lnTo>
                  <a:pt x="3769843" y="4632958"/>
                </a:lnTo>
                <a:close/>
              </a:path>
              <a:path w="10390505" h="4652010">
                <a:moveTo>
                  <a:pt x="3775050" y="4632958"/>
                </a:moveTo>
                <a:lnTo>
                  <a:pt x="3769843" y="4632958"/>
                </a:lnTo>
                <a:lnTo>
                  <a:pt x="3769843" y="4652008"/>
                </a:lnTo>
                <a:lnTo>
                  <a:pt x="3775050" y="4652008"/>
                </a:lnTo>
                <a:lnTo>
                  <a:pt x="3779368" y="4647742"/>
                </a:lnTo>
                <a:lnTo>
                  <a:pt x="3779368" y="4637222"/>
                </a:lnTo>
                <a:lnTo>
                  <a:pt x="3775050" y="4632958"/>
                </a:lnTo>
                <a:close/>
              </a:path>
              <a:path w="10390505" h="4652010">
                <a:moveTo>
                  <a:pt x="3731616" y="4632958"/>
                </a:moveTo>
                <a:lnTo>
                  <a:pt x="3726409" y="4632958"/>
                </a:lnTo>
                <a:lnTo>
                  <a:pt x="3722091" y="4637222"/>
                </a:lnTo>
                <a:lnTo>
                  <a:pt x="3722091" y="4647742"/>
                </a:lnTo>
                <a:lnTo>
                  <a:pt x="3726409" y="4652008"/>
                </a:lnTo>
                <a:lnTo>
                  <a:pt x="3731616" y="4652008"/>
                </a:lnTo>
                <a:lnTo>
                  <a:pt x="3731616" y="4632958"/>
                </a:lnTo>
                <a:close/>
              </a:path>
              <a:path w="10390505" h="4652010">
                <a:moveTo>
                  <a:pt x="3736950" y="4632958"/>
                </a:moveTo>
                <a:lnTo>
                  <a:pt x="3731743" y="4632958"/>
                </a:lnTo>
                <a:lnTo>
                  <a:pt x="3731743" y="4652008"/>
                </a:lnTo>
                <a:lnTo>
                  <a:pt x="3736950" y="4652008"/>
                </a:lnTo>
                <a:lnTo>
                  <a:pt x="3741268" y="4647742"/>
                </a:lnTo>
                <a:lnTo>
                  <a:pt x="3741268" y="4637222"/>
                </a:lnTo>
                <a:lnTo>
                  <a:pt x="3736950" y="4632958"/>
                </a:lnTo>
                <a:close/>
              </a:path>
              <a:path w="10390505" h="4652010">
                <a:moveTo>
                  <a:pt x="3693516" y="4632958"/>
                </a:moveTo>
                <a:lnTo>
                  <a:pt x="3688309" y="4632958"/>
                </a:lnTo>
                <a:lnTo>
                  <a:pt x="3683991" y="4637222"/>
                </a:lnTo>
                <a:lnTo>
                  <a:pt x="3683991" y="4647742"/>
                </a:lnTo>
                <a:lnTo>
                  <a:pt x="3688309" y="4652008"/>
                </a:lnTo>
                <a:lnTo>
                  <a:pt x="3693516" y="4652008"/>
                </a:lnTo>
                <a:lnTo>
                  <a:pt x="3693516" y="4632958"/>
                </a:lnTo>
                <a:close/>
              </a:path>
              <a:path w="10390505" h="4652010">
                <a:moveTo>
                  <a:pt x="3698850" y="4632958"/>
                </a:moveTo>
                <a:lnTo>
                  <a:pt x="3693516" y="4632958"/>
                </a:lnTo>
                <a:lnTo>
                  <a:pt x="3693516" y="4652008"/>
                </a:lnTo>
                <a:lnTo>
                  <a:pt x="3698850" y="4652008"/>
                </a:lnTo>
                <a:lnTo>
                  <a:pt x="3703041" y="4647742"/>
                </a:lnTo>
                <a:lnTo>
                  <a:pt x="3703041" y="4637222"/>
                </a:lnTo>
                <a:lnTo>
                  <a:pt x="3698850" y="4632958"/>
                </a:lnTo>
                <a:close/>
              </a:path>
              <a:path w="10390505" h="4652010">
                <a:moveTo>
                  <a:pt x="3655416" y="4632958"/>
                </a:moveTo>
                <a:lnTo>
                  <a:pt x="3650209" y="4632958"/>
                </a:lnTo>
                <a:lnTo>
                  <a:pt x="3645891" y="4637222"/>
                </a:lnTo>
                <a:lnTo>
                  <a:pt x="3645891" y="4647742"/>
                </a:lnTo>
                <a:lnTo>
                  <a:pt x="3650209" y="4652008"/>
                </a:lnTo>
                <a:lnTo>
                  <a:pt x="3655416" y="4652008"/>
                </a:lnTo>
                <a:lnTo>
                  <a:pt x="3655416" y="4632958"/>
                </a:lnTo>
                <a:close/>
              </a:path>
              <a:path w="10390505" h="4652010">
                <a:moveTo>
                  <a:pt x="3660750" y="4632958"/>
                </a:moveTo>
                <a:lnTo>
                  <a:pt x="3655416" y="4632958"/>
                </a:lnTo>
                <a:lnTo>
                  <a:pt x="3655416" y="4652008"/>
                </a:lnTo>
                <a:lnTo>
                  <a:pt x="3660750" y="4652008"/>
                </a:lnTo>
                <a:lnTo>
                  <a:pt x="3664941" y="4647742"/>
                </a:lnTo>
                <a:lnTo>
                  <a:pt x="3664941" y="4637222"/>
                </a:lnTo>
                <a:lnTo>
                  <a:pt x="3660750" y="4632958"/>
                </a:lnTo>
                <a:close/>
              </a:path>
              <a:path w="10390505" h="4652010">
                <a:moveTo>
                  <a:pt x="3617316" y="4632958"/>
                </a:moveTo>
                <a:lnTo>
                  <a:pt x="3612109" y="4632958"/>
                </a:lnTo>
                <a:lnTo>
                  <a:pt x="3607791" y="4637222"/>
                </a:lnTo>
                <a:lnTo>
                  <a:pt x="3607791" y="4647742"/>
                </a:lnTo>
                <a:lnTo>
                  <a:pt x="3612109" y="4652008"/>
                </a:lnTo>
                <a:lnTo>
                  <a:pt x="3617316" y="4652008"/>
                </a:lnTo>
                <a:lnTo>
                  <a:pt x="3617316" y="4632958"/>
                </a:lnTo>
                <a:close/>
              </a:path>
              <a:path w="10390505" h="4652010">
                <a:moveTo>
                  <a:pt x="3622650" y="4632958"/>
                </a:moveTo>
                <a:lnTo>
                  <a:pt x="3617316" y="4632958"/>
                </a:lnTo>
                <a:lnTo>
                  <a:pt x="3617316" y="4652008"/>
                </a:lnTo>
                <a:lnTo>
                  <a:pt x="3622650" y="4652008"/>
                </a:lnTo>
                <a:lnTo>
                  <a:pt x="3626841" y="4647742"/>
                </a:lnTo>
                <a:lnTo>
                  <a:pt x="3626841" y="4637222"/>
                </a:lnTo>
                <a:lnTo>
                  <a:pt x="3622650" y="4632958"/>
                </a:lnTo>
                <a:close/>
              </a:path>
              <a:path w="10390505" h="4652010">
                <a:moveTo>
                  <a:pt x="3579216" y="4632958"/>
                </a:moveTo>
                <a:lnTo>
                  <a:pt x="3573882" y="4632958"/>
                </a:lnTo>
                <a:lnTo>
                  <a:pt x="3569691" y="4637222"/>
                </a:lnTo>
                <a:lnTo>
                  <a:pt x="3569691" y="4647742"/>
                </a:lnTo>
                <a:lnTo>
                  <a:pt x="3573882" y="4652008"/>
                </a:lnTo>
                <a:lnTo>
                  <a:pt x="3579216" y="4652008"/>
                </a:lnTo>
                <a:lnTo>
                  <a:pt x="3579216" y="4632958"/>
                </a:lnTo>
                <a:close/>
              </a:path>
              <a:path w="10390505" h="4652010">
                <a:moveTo>
                  <a:pt x="3584423" y="4632958"/>
                </a:moveTo>
                <a:lnTo>
                  <a:pt x="3579216" y="4632958"/>
                </a:lnTo>
                <a:lnTo>
                  <a:pt x="3579216" y="4652008"/>
                </a:lnTo>
                <a:lnTo>
                  <a:pt x="3584423" y="4652008"/>
                </a:lnTo>
                <a:lnTo>
                  <a:pt x="3588741" y="4647742"/>
                </a:lnTo>
                <a:lnTo>
                  <a:pt x="3588741" y="4637222"/>
                </a:lnTo>
                <a:lnTo>
                  <a:pt x="3584423" y="4632958"/>
                </a:lnTo>
                <a:close/>
              </a:path>
              <a:path w="10390505" h="4652010">
                <a:moveTo>
                  <a:pt x="3541116" y="4632958"/>
                </a:moveTo>
                <a:lnTo>
                  <a:pt x="3535782" y="4632958"/>
                </a:lnTo>
                <a:lnTo>
                  <a:pt x="3531591" y="4637222"/>
                </a:lnTo>
                <a:lnTo>
                  <a:pt x="3531591" y="4647742"/>
                </a:lnTo>
                <a:lnTo>
                  <a:pt x="3535782" y="4652008"/>
                </a:lnTo>
                <a:lnTo>
                  <a:pt x="3541116" y="4652008"/>
                </a:lnTo>
                <a:lnTo>
                  <a:pt x="3541116" y="4632958"/>
                </a:lnTo>
                <a:close/>
              </a:path>
              <a:path w="10390505" h="4652010">
                <a:moveTo>
                  <a:pt x="3546323" y="4632958"/>
                </a:moveTo>
                <a:lnTo>
                  <a:pt x="3541116" y="4632958"/>
                </a:lnTo>
                <a:lnTo>
                  <a:pt x="3541116" y="4652008"/>
                </a:lnTo>
                <a:lnTo>
                  <a:pt x="3546323" y="4652008"/>
                </a:lnTo>
                <a:lnTo>
                  <a:pt x="3550641" y="4647742"/>
                </a:lnTo>
                <a:lnTo>
                  <a:pt x="3550641" y="4637222"/>
                </a:lnTo>
                <a:lnTo>
                  <a:pt x="3546323" y="4632958"/>
                </a:lnTo>
                <a:close/>
              </a:path>
              <a:path w="10390505" h="4652010">
                <a:moveTo>
                  <a:pt x="3502889" y="4632958"/>
                </a:moveTo>
                <a:lnTo>
                  <a:pt x="3497682" y="4632958"/>
                </a:lnTo>
                <a:lnTo>
                  <a:pt x="3493364" y="4637222"/>
                </a:lnTo>
                <a:lnTo>
                  <a:pt x="3493364" y="4647742"/>
                </a:lnTo>
                <a:lnTo>
                  <a:pt x="3497682" y="4652008"/>
                </a:lnTo>
                <a:lnTo>
                  <a:pt x="3502889" y="4652008"/>
                </a:lnTo>
                <a:lnTo>
                  <a:pt x="3502889" y="4632958"/>
                </a:lnTo>
                <a:close/>
              </a:path>
              <a:path w="10390505" h="4652010">
                <a:moveTo>
                  <a:pt x="3508223" y="4632958"/>
                </a:moveTo>
                <a:lnTo>
                  <a:pt x="3503016" y="4632958"/>
                </a:lnTo>
                <a:lnTo>
                  <a:pt x="3503016" y="4652008"/>
                </a:lnTo>
                <a:lnTo>
                  <a:pt x="3508223" y="4652008"/>
                </a:lnTo>
                <a:lnTo>
                  <a:pt x="3512541" y="4647742"/>
                </a:lnTo>
                <a:lnTo>
                  <a:pt x="3512541" y="4637222"/>
                </a:lnTo>
                <a:lnTo>
                  <a:pt x="3508223" y="4632958"/>
                </a:lnTo>
                <a:close/>
              </a:path>
              <a:path w="10390505" h="4652010">
                <a:moveTo>
                  <a:pt x="3464789" y="4632958"/>
                </a:moveTo>
                <a:lnTo>
                  <a:pt x="3459582" y="4632958"/>
                </a:lnTo>
                <a:lnTo>
                  <a:pt x="3455264" y="4637222"/>
                </a:lnTo>
                <a:lnTo>
                  <a:pt x="3455264" y="4647742"/>
                </a:lnTo>
                <a:lnTo>
                  <a:pt x="3459582" y="4652008"/>
                </a:lnTo>
                <a:lnTo>
                  <a:pt x="3464789" y="4652008"/>
                </a:lnTo>
                <a:lnTo>
                  <a:pt x="3464789" y="4632958"/>
                </a:lnTo>
                <a:close/>
              </a:path>
              <a:path w="10390505" h="4652010">
                <a:moveTo>
                  <a:pt x="3470123" y="4632958"/>
                </a:moveTo>
                <a:lnTo>
                  <a:pt x="3464789" y="4632958"/>
                </a:lnTo>
                <a:lnTo>
                  <a:pt x="3464789" y="4652008"/>
                </a:lnTo>
                <a:lnTo>
                  <a:pt x="3470123" y="4652008"/>
                </a:lnTo>
                <a:lnTo>
                  <a:pt x="3474314" y="4647742"/>
                </a:lnTo>
                <a:lnTo>
                  <a:pt x="3474314" y="4637222"/>
                </a:lnTo>
                <a:lnTo>
                  <a:pt x="3470123" y="4632958"/>
                </a:lnTo>
                <a:close/>
              </a:path>
              <a:path w="10390505" h="4652010">
                <a:moveTo>
                  <a:pt x="3426689" y="4632958"/>
                </a:moveTo>
                <a:lnTo>
                  <a:pt x="3421482" y="4632958"/>
                </a:lnTo>
                <a:lnTo>
                  <a:pt x="3417164" y="4637222"/>
                </a:lnTo>
                <a:lnTo>
                  <a:pt x="3417164" y="4647742"/>
                </a:lnTo>
                <a:lnTo>
                  <a:pt x="3421482" y="4652008"/>
                </a:lnTo>
                <a:lnTo>
                  <a:pt x="3426689" y="4652008"/>
                </a:lnTo>
                <a:lnTo>
                  <a:pt x="3426689" y="4632958"/>
                </a:lnTo>
                <a:close/>
              </a:path>
              <a:path w="10390505" h="4652010">
                <a:moveTo>
                  <a:pt x="3432023" y="4632958"/>
                </a:moveTo>
                <a:lnTo>
                  <a:pt x="3426689" y="4632958"/>
                </a:lnTo>
                <a:lnTo>
                  <a:pt x="3426689" y="4652008"/>
                </a:lnTo>
                <a:lnTo>
                  <a:pt x="3432023" y="4652008"/>
                </a:lnTo>
                <a:lnTo>
                  <a:pt x="3436214" y="4647742"/>
                </a:lnTo>
                <a:lnTo>
                  <a:pt x="3436214" y="4637222"/>
                </a:lnTo>
                <a:lnTo>
                  <a:pt x="3432023" y="4632958"/>
                </a:lnTo>
                <a:close/>
              </a:path>
              <a:path w="10390505" h="4652010">
                <a:moveTo>
                  <a:pt x="3388589" y="4632958"/>
                </a:moveTo>
                <a:lnTo>
                  <a:pt x="3383382" y="4632958"/>
                </a:lnTo>
                <a:lnTo>
                  <a:pt x="3379064" y="4637222"/>
                </a:lnTo>
                <a:lnTo>
                  <a:pt x="3379064" y="4647742"/>
                </a:lnTo>
                <a:lnTo>
                  <a:pt x="3383382" y="4652008"/>
                </a:lnTo>
                <a:lnTo>
                  <a:pt x="3388589" y="4652008"/>
                </a:lnTo>
                <a:lnTo>
                  <a:pt x="3388589" y="4632958"/>
                </a:lnTo>
                <a:close/>
              </a:path>
              <a:path w="10390505" h="4652010">
                <a:moveTo>
                  <a:pt x="3393923" y="4632958"/>
                </a:moveTo>
                <a:lnTo>
                  <a:pt x="3388589" y="4632958"/>
                </a:lnTo>
                <a:lnTo>
                  <a:pt x="3388589" y="4652008"/>
                </a:lnTo>
                <a:lnTo>
                  <a:pt x="3393923" y="4652008"/>
                </a:lnTo>
                <a:lnTo>
                  <a:pt x="3398114" y="4647742"/>
                </a:lnTo>
                <a:lnTo>
                  <a:pt x="3398114" y="4637222"/>
                </a:lnTo>
                <a:lnTo>
                  <a:pt x="3393923" y="4632958"/>
                </a:lnTo>
                <a:close/>
              </a:path>
              <a:path w="10390505" h="4652010">
                <a:moveTo>
                  <a:pt x="3350489" y="4632958"/>
                </a:moveTo>
                <a:lnTo>
                  <a:pt x="3345155" y="4632958"/>
                </a:lnTo>
                <a:lnTo>
                  <a:pt x="3340964" y="4637222"/>
                </a:lnTo>
                <a:lnTo>
                  <a:pt x="3340964" y="4647742"/>
                </a:lnTo>
                <a:lnTo>
                  <a:pt x="3345155" y="4652008"/>
                </a:lnTo>
                <a:lnTo>
                  <a:pt x="3350489" y="4652008"/>
                </a:lnTo>
                <a:lnTo>
                  <a:pt x="3350489" y="4632958"/>
                </a:lnTo>
                <a:close/>
              </a:path>
              <a:path w="10390505" h="4652010">
                <a:moveTo>
                  <a:pt x="3355696" y="4632958"/>
                </a:moveTo>
                <a:lnTo>
                  <a:pt x="3350489" y="4632958"/>
                </a:lnTo>
                <a:lnTo>
                  <a:pt x="3350489" y="4652008"/>
                </a:lnTo>
                <a:lnTo>
                  <a:pt x="3355696" y="4652008"/>
                </a:lnTo>
                <a:lnTo>
                  <a:pt x="3360014" y="4647742"/>
                </a:lnTo>
                <a:lnTo>
                  <a:pt x="3360014" y="4637222"/>
                </a:lnTo>
                <a:lnTo>
                  <a:pt x="3355696" y="4632958"/>
                </a:lnTo>
                <a:close/>
              </a:path>
              <a:path w="10390505" h="4652010">
                <a:moveTo>
                  <a:pt x="3312389" y="4632958"/>
                </a:moveTo>
                <a:lnTo>
                  <a:pt x="3307055" y="4632958"/>
                </a:lnTo>
                <a:lnTo>
                  <a:pt x="3302864" y="4637222"/>
                </a:lnTo>
                <a:lnTo>
                  <a:pt x="3302864" y="4647742"/>
                </a:lnTo>
                <a:lnTo>
                  <a:pt x="3307055" y="4652008"/>
                </a:lnTo>
                <a:lnTo>
                  <a:pt x="3312389" y="4652008"/>
                </a:lnTo>
                <a:lnTo>
                  <a:pt x="3312389" y="4632958"/>
                </a:lnTo>
                <a:close/>
              </a:path>
              <a:path w="10390505" h="4652010">
                <a:moveTo>
                  <a:pt x="3317596" y="4632958"/>
                </a:moveTo>
                <a:lnTo>
                  <a:pt x="3312389" y="4632958"/>
                </a:lnTo>
                <a:lnTo>
                  <a:pt x="3312389" y="4652008"/>
                </a:lnTo>
                <a:lnTo>
                  <a:pt x="3317596" y="4652008"/>
                </a:lnTo>
                <a:lnTo>
                  <a:pt x="3321914" y="4647742"/>
                </a:lnTo>
                <a:lnTo>
                  <a:pt x="3321914" y="4637222"/>
                </a:lnTo>
                <a:lnTo>
                  <a:pt x="3317596" y="4632958"/>
                </a:lnTo>
                <a:close/>
              </a:path>
              <a:path w="10390505" h="4652010">
                <a:moveTo>
                  <a:pt x="3274289" y="4632958"/>
                </a:moveTo>
                <a:lnTo>
                  <a:pt x="3268955" y="4632958"/>
                </a:lnTo>
                <a:lnTo>
                  <a:pt x="3264764" y="4637222"/>
                </a:lnTo>
                <a:lnTo>
                  <a:pt x="3264764" y="4647742"/>
                </a:lnTo>
                <a:lnTo>
                  <a:pt x="3268955" y="4652008"/>
                </a:lnTo>
                <a:lnTo>
                  <a:pt x="3274289" y="4652008"/>
                </a:lnTo>
                <a:lnTo>
                  <a:pt x="3274289" y="4632958"/>
                </a:lnTo>
                <a:close/>
              </a:path>
              <a:path w="10390505" h="4652010">
                <a:moveTo>
                  <a:pt x="3279496" y="4632958"/>
                </a:moveTo>
                <a:lnTo>
                  <a:pt x="3274289" y="4632958"/>
                </a:lnTo>
                <a:lnTo>
                  <a:pt x="3274289" y="4652008"/>
                </a:lnTo>
                <a:lnTo>
                  <a:pt x="3279496" y="4652008"/>
                </a:lnTo>
                <a:lnTo>
                  <a:pt x="3283814" y="4647742"/>
                </a:lnTo>
                <a:lnTo>
                  <a:pt x="3283814" y="4637222"/>
                </a:lnTo>
                <a:lnTo>
                  <a:pt x="3279496" y="4632958"/>
                </a:lnTo>
                <a:close/>
              </a:path>
              <a:path w="10390505" h="4652010">
                <a:moveTo>
                  <a:pt x="3236062" y="4632958"/>
                </a:moveTo>
                <a:lnTo>
                  <a:pt x="3230855" y="4632958"/>
                </a:lnTo>
                <a:lnTo>
                  <a:pt x="3226537" y="4637222"/>
                </a:lnTo>
                <a:lnTo>
                  <a:pt x="3226537" y="4647742"/>
                </a:lnTo>
                <a:lnTo>
                  <a:pt x="3230855" y="4652008"/>
                </a:lnTo>
                <a:lnTo>
                  <a:pt x="3236062" y="4652008"/>
                </a:lnTo>
                <a:lnTo>
                  <a:pt x="3236062" y="4632958"/>
                </a:lnTo>
                <a:close/>
              </a:path>
              <a:path w="10390505" h="4652010">
                <a:moveTo>
                  <a:pt x="3236189" y="4645658"/>
                </a:moveTo>
                <a:lnTo>
                  <a:pt x="3236062" y="4645658"/>
                </a:lnTo>
                <a:lnTo>
                  <a:pt x="3236062" y="4652008"/>
                </a:lnTo>
                <a:lnTo>
                  <a:pt x="3236189" y="4652008"/>
                </a:lnTo>
                <a:lnTo>
                  <a:pt x="3236189" y="4645658"/>
                </a:lnTo>
                <a:close/>
              </a:path>
              <a:path w="10390505" h="4652010">
                <a:moveTo>
                  <a:pt x="3241396" y="4632958"/>
                </a:moveTo>
                <a:lnTo>
                  <a:pt x="3236189" y="4632958"/>
                </a:lnTo>
                <a:lnTo>
                  <a:pt x="3236189" y="4652008"/>
                </a:lnTo>
                <a:lnTo>
                  <a:pt x="3241396" y="4652008"/>
                </a:lnTo>
                <a:lnTo>
                  <a:pt x="3245714" y="4647742"/>
                </a:lnTo>
                <a:lnTo>
                  <a:pt x="3245714" y="4637222"/>
                </a:lnTo>
                <a:lnTo>
                  <a:pt x="3241396" y="4632958"/>
                </a:lnTo>
                <a:close/>
              </a:path>
              <a:path w="10390505" h="4652010">
                <a:moveTo>
                  <a:pt x="3236189" y="4632958"/>
                </a:moveTo>
                <a:lnTo>
                  <a:pt x="3236062" y="4632958"/>
                </a:lnTo>
                <a:lnTo>
                  <a:pt x="3236062" y="4639308"/>
                </a:lnTo>
                <a:lnTo>
                  <a:pt x="3236189" y="4639308"/>
                </a:lnTo>
                <a:lnTo>
                  <a:pt x="3236189" y="4632958"/>
                </a:lnTo>
                <a:close/>
              </a:path>
              <a:path w="10390505" h="4652010">
                <a:moveTo>
                  <a:pt x="3197962" y="4632958"/>
                </a:moveTo>
                <a:lnTo>
                  <a:pt x="3192755" y="4632958"/>
                </a:lnTo>
                <a:lnTo>
                  <a:pt x="3188437" y="4637222"/>
                </a:lnTo>
                <a:lnTo>
                  <a:pt x="3188437" y="4647742"/>
                </a:lnTo>
                <a:lnTo>
                  <a:pt x="3192755" y="4652008"/>
                </a:lnTo>
                <a:lnTo>
                  <a:pt x="3197962" y="4652008"/>
                </a:lnTo>
                <a:lnTo>
                  <a:pt x="3197962" y="4632958"/>
                </a:lnTo>
                <a:close/>
              </a:path>
              <a:path w="10390505" h="4652010">
                <a:moveTo>
                  <a:pt x="3203296" y="4632958"/>
                </a:moveTo>
                <a:lnTo>
                  <a:pt x="3197962" y="4632958"/>
                </a:lnTo>
                <a:lnTo>
                  <a:pt x="3197962" y="4652008"/>
                </a:lnTo>
                <a:lnTo>
                  <a:pt x="3203296" y="4652008"/>
                </a:lnTo>
                <a:lnTo>
                  <a:pt x="3207487" y="4647742"/>
                </a:lnTo>
                <a:lnTo>
                  <a:pt x="3207487" y="4637222"/>
                </a:lnTo>
                <a:lnTo>
                  <a:pt x="3203296" y="4632958"/>
                </a:lnTo>
                <a:close/>
              </a:path>
              <a:path w="10390505" h="4652010">
                <a:moveTo>
                  <a:pt x="3159862" y="4632958"/>
                </a:moveTo>
                <a:lnTo>
                  <a:pt x="3154655" y="4632958"/>
                </a:lnTo>
                <a:lnTo>
                  <a:pt x="3150337" y="4637222"/>
                </a:lnTo>
                <a:lnTo>
                  <a:pt x="3150337" y="4647742"/>
                </a:lnTo>
                <a:lnTo>
                  <a:pt x="3154655" y="4652008"/>
                </a:lnTo>
                <a:lnTo>
                  <a:pt x="3159862" y="4652008"/>
                </a:lnTo>
                <a:lnTo>
                  <a:pt x="3159862" y="4632958"/>
                </a:lnTo>
                <a:close/>
              </a:path>
              <a:path w="10390505" h="4652010">
                <a:moveTo>
                  <a:pt x="3165196" y="4632958"/>
                </a:moveTo>
                <a:lnTo>
                  <a:pt x="3159862" y="4632958"/>
                </a:lnTo>
                <a:lnTo>
                  <a:pt x="3159862" y="4652008"/>
                </a:lnTo>
                <a:lnTo>
                  <a:pt x="3165196" y="4652008"/>
                </a:lnTo>
                <a:lnTo>
                  <a:pt x="3169387" y="4647742"/>
                </a:lnTo>
                <a:lnTo>
                  <a:pt x="3169387" y="4637222"/>
                </a:lnTo>
                <a:lnTo>
                  <a:pt x="3165196" y="4632958"/>
                </a:lnTo>
                <a:close/>
              </a:path>
              <a:path w="10390505" h="4652010">
                <a:moveTo>
                  <a:pt x="3121762" y="4632958"/>
                </a:moveTo>
                <a:lnTo>
                  <a:pt x="3116555" y="4632958"/>
                </a:lnTo>
                <a:lnTo>
                  <a:pt x="3112237" y="4637222"/>
                </a:lnTo>
                <a:lnTo>
                  <a:pt x="3112237" y="4647742"/>
                </a:lnTo>
                <a:lnTo>
                  <a:pt x="3116555" y="4652008"/>
                </a:lnTo>
                <a:lnTo>
                  <a:pt x="3121762" y="4652008"/>
                </a:lnTo>
                <a:lnTo>
                  <a:pt x="3121762" y="4632958"/>
                </a:lnTo>
                <a:close/>
              </a:path>
              <a:path w="10390505" h="4652010">
                <a:moveTo>
                  <a:pt x="3127096" y="4632958"/>
                </a:moveTo>
                <a:lnTo>
                  <a:pt x="3121762" y="4632958"/>
                </a:lnTo>
                <a:lnTo>
                  <a:pt x="3121762" y="4652008"/>
                </a:lnTo>
                <a:lnTo>
                  <a:pt x="3127096" y="4652008"/>
                </a:lnTo>
                <a:lnTo>
                  <a:pt x="3131287" y="4647742"/>
                </a:lnTo>
                <a:lnTo>
                  <a:pt x="3131287" y="4637222"/>
                </a:lnTo>
                <a:lnTo>
                  <a:pt x="3127096" y="4632958"/>
                </a:lnTo>
                <a:close/>
              </a:path>
              <a:path w="10390505" h="4652010">
                <a:moveTo>
                  <a:pt x="3083662" y="4632958"/>
                </a:moveTo>
                <a:lnTo>
                  <a:pt x="3078328" y="4632958"/>
                </a:lnTo>
                <a:lnTo>
                  <a:pt x="3074137" y="4637222"/>
                </a:lnTo>
                <a:lnTo>
                  <a:pt x="3074137" y="4647742"/>
                </a:lnTo>
                <a:lnTo>
                  <a:pt x="3078328" y="4652008"/>
                </a:lnTo>
                <a:lnTo>
                  <a:pt x="3083662" y="4652008"/>
                </a:lnTo>
                <a:lnTo>
                  <a:pt x="3083662" y="4632958"/>
                </a:lnTo>
                <a:close/>
              </a:path>
              <a:path w="10390505" h="4652010">
                <a:moveTo>
                  <a:pt x="3088869" y="4632958"/>
                </a:moveTo>
                <a:lnTo>
                  <a:pt x="3083662" y="4632958"/>
                </a:lnTo>
                <a:lnTo>
                  <a:pt x="3083662" y="4652008"/>
                </a:lnTo>
                <a:lnTo>
                  <a:pt x="3088869" y="4652008"/>
                </a:lnTo>
                <a:lnTo>
                  <a:pt x="3093187" y="4647742"/>
                </a:lnTo>
                <a:lnTo>
                  <a:pt x="3093187" y="4637222"/>
                </a:lnTo>
                <a:lnTo>
                  <a:pt x="3088869" y="4632958"/>
                </a:lnTo>
                <a:close/>
              </a:path>
              <a:path w="10390505" h="4652010">
                <a:moveTo>
                  <a:pt x="3045562" y="4632958"/>
                </a:moveTo>
                <a:lnTo>
                  <a:pt x="3040228" y="4632958"/>
                </a:lnTo>
                <a:lnTo>
                  <a:pt x="3036037" y="4637222"/>
                </a:lnTo>
                <a:lnTo>
                  <a:pt x="3036037" y="4647742"/>
                </a:lnTo>
                <a:lnTo>
                  <a:pt x="3040228" y="4652008"/>
                </a:lnTo>
                <a:lnTo>
                  <a:pt x="3045562" y="4652008"/>
                </a:lnTo>
                <a:lnTo>
                  <a:pt x="3045562" y="4632958"/>
                </a:lnTo>
                <a:close/>
              </a:path>
              <a:path w="10390505" h="4652010">
                <a:moveTo>
                  <a:pt x="3050769" y="4632958"/>
                </a:moveTo>
                <a:lnTo>
                  <a:pt x="3045562" y="4632958"/>
                </a:lnTo>
                <a:lnTo>
                  <a:pt x="3045562" y="4652008"/>
                </a:lnTo>
                <a:lnTo>
                  <a:pt x="3050769" y="4652008"/>
                </a:lnTo>
                <a:lnTo>
                  <a:pt x="3055087" y="4647742"/>
                </a:lnTo>
                <a:lnTo>
                  <a:pt x="3055087" y="4637222"/>
                </a:lnTo>
                <a:lnTo>
                  <a:pt x="3050769" y="4632958"/>
                </a:lnTo>
                <a:close/>
              </a:path>
              <a:path w="10390505" h="4652010">
                <a:moveTo>
                  <a:pt x="3007462" y="4632958"/>
                </a:moveTo>
                <a:lnTo>
                  <a:pt x="3002128" y="4632958"/>
                </a:lnTo>
                <a:lnTo>
                  <a:pt x="2997937" y="4637222"/>
                </a:lnTo>
                <a:lnTo>
                  <a:pt x="2997937" y="4647742"/>
                </a:lnTo>
                <a:lnTo>
                  <a:pt x="3002128" y="4652008"/>
                </a:lnTo>
                <a:lnTo>
                  <a:pt x="3007462" y="4652008"/>
                </a:lnTo>
                <a:lnTo>
                  <a:pt x="3007462" y="4632958"/>
                </a:lnTo>
                <a:close/>
              </a:path>
              <a:path w="10390505" h="4652010">
                <a:moveTo>
                  <a:pt x="3012669" y="4632958"/>
                </a:moveTo>
                <a:lnTo>
                  <a:pt x="3007462" y="4632958"/>
                </a:lnTo>
                <a:lnTo>
                  <a:pt x="3007462" y="4652008"/>
                </a:lnTo>
                <a:lnTo>
                  <a:pt x="3012669" y="4652008"/>
                </a:lnTo>
                <a:lnTo>
                  <a:pt x="3016987" y="4647742"/>
                </a:lnTo>
                <a:lnTo>
                  <a:pt x="3016987" y="4637222"/>
                </a:lnTo>
                <a:lnTo>
                  <a:pt x="3012669" y="4632958"/>
                </a:lnTo>
                <a:close/>
              </a:path>
              <a:path w="10390505" h="4652010">
                <a:moveTo>
                  <a:pt x="2969235" y="4632958"/>
                </a:moveTo>
                <a:lnTo>
                  <a:pt x="2964028" y="4632958"/>
                </a:lnTo>
                <a:lnTo>
                  <a:pt x="2959710" y="4637222"/>
                </a:lnTo>
                <a:lnTo>
                  <a:pt x="2959710" y="4647742"/>
                </a:lnTo>
                <a:lnTo>
                  <a:pt x="2964028" y="4652008"/>
                </a:lnTo>
                <a:lnTo>
                  <a:pt x="2969235" y="4652008"/>
                </a:lnTo>
                <a:lnTo>
                  <a:pt x="2969235" y="4632958"/>
                </a:lnTo>
                <a:close/>
              </a:path>
              <a:path w="10390505" h="4652010">
                <a:moveTo>
                  <a:pt x="2974569" y="4632958"/>
                </a:moveTo>
                <a:lnTo>
                  <a:pt x="2969362" y="4632958"/>
                </a:lnTo>
                <a:lnTo>
                  <a:pt x="2969362" y="4652008"/>
                </a:lnTo>
                <a:lnTo>
                  <a:pt x="2974569" y="4652008"/>
                </a:lnTo>
                <a:lnTo>
                  <a:pt x="2978887" y="4647742"/>
                </a:lnTo>
                <a:lnTo>
                  <a:pt x="2978887" y="4637222"/>
                </a:lnTo>
                <a:lnTo>
                  <a:pt x="2974569" y="4632958"/>
                </a:lnTo>
                <a:close/>
              </a:path>
              <a:path w="10390505" h="4652010">
                <a:moveTo>
                  <a:pt x="2931135" y="4632958"/>
                </a:moveTo>
                <a:lnTo>
                  <a:pt x="2925928" y="4632958"/>
                </a:lnTo>
                <a:lnTo>
                  <a:pt x="2921610" y="4637222"/>
                </a:lnTo>
                <a:lnTo>
                  <a:pt x="2921610" y="4647742"/>
                </a:lnTo>
                <a:lnTo>
                  <a:pt x="2925928" y="4652008"/>
                </a:lnTo>
                <a:lnTo>
                  <a:pt x="2931135" y="4652008"/>
                </a:lnTo>
                <a:lnTo>
                  <a:pt x="2931135" y="4632958"/>
                </a:lnTo>
                <a:close/>
              </a:path>
              <a:path w="10390505" h="4652010">
                <a:moveTo>
                  <a:pt x="2936469" y="4632958"/>
                </a:moveTo>
                <a:lnTo>
                  <a:pt x="2931135" y="4632958"/>
                </a:lnTo>
                <a:lnTo>
                  <a:pt x="2931135" y="4652008"/>
                </a:lnTo>
                <a:lnTo>
                  <a:pt x="2936469" y="4652008"/>
                </a:lnTo>
                <a:lnTo>
                  <a:pt x="2940660" y="4647742"/>
                </a:lnTo>
                <a:lnTo>
                  <a:pt x="2940660" y="4637222"/>
                </a:lnTo>
                <a:lnTo>
                  <a:pt x="2936469" y="4632958"/>
                </a:lnTo>
                <a:close/>
              </a:path>
              <a:path w="10390505" h="4652010">
                <a:moveTo>
                  <a:pt x="2893035" y="4632958"/>
                </a:moveTo>
                <a:lnTo>
                  <a:pt x="2887828" y="4632958"/>
                </a:lnTo>
                <a:lnTo>
                  <a:pt x="2883510" y="4637222"/>
                </a:lnTo>
                <a:lnTo>
                  <a:pt x="2883510" y="4647742"/>
                </a:lnTo>
                <a:lnTo>
                  <a:pt x="2887828" y="4652008"/>
                </a:lnTo>
                <a:lnTo>
                  <a:pt x="2893035" y="4652008"/>
                </a:lnTo>
                <a:lnTo>
                  <a:pt x="2893035" y="4632958"/>
                </a:lnTo>
                <a:close/>
              </a:path>
              <a:path w="10390505" h="4652010">
                <a:moveTo>
                  <a:pt x="2898369" y="4632958"/>
                </a:moveTo>
                <a:lnTo>
                  <a:pt x="2893035" y="4632958"/>
                </a:lnTo>
                <a:lnTo>
                  <a:pt x="2893035" y="4652008"/>
                </a:lnTo>
                <a:lnTo>
                  <a:pt x="2898369" y="4652008"/>
                </a:lnTo>
                <a:lnTo>
                  <a:pt x="2902560" y="4647742"/>
                </a:lnTo>
                <a:lnTo>
                  <a:pt x="2902560" y="4637222"/>
                </a:lnTo>
                <a:lnTo>
                  <a:pt x="2898369" y="4632958"/>
                </a:lnTo>
                <a:close/>
              </a:path>
              <a:path w="10390505" h="4652010">
                <a:moveTo>
                  <a:pt x="2854935" y="4632958"/>
                </a:moveTo>
                <a:lnTo>
                  <a:pt x="2849728" y="4632958"/>
                </a:lnTo>
                <a:lnTo>
                  <a:pt x="2845410" y="4637222"/>
                </a:lnTo>
                <a:lnTo>
                  <a:pt x="2845410" y="4647742"/>
                </a:lnTo>
                <a:lnTo>
                  <a:pt x="2849728" y="4652008"/>
                </a:lnTo>
                <a:lnTo>
                  <a:pt x="2854935" y="4652008"/>
                </a:lnTo>
                <a:lnTo>
                  <a:pt x="2854935" y="4632958"/>
                </a:lnTo>
                <a:close/>
              </a:path>
              <a:path w="10390505" h="4652010">
                <a:moveTo>
                  <a:pt x="2860142" y="4632958"/>
                </a:moveTo>
                <a:lnTo>
                  <a:pt x="2854935" y="4632958"/>
                </a:lnTo>
                <a:lnTo>
                  <a:pt x="2854935" y="4652008"/>
                </a:lnTo>
                <a:lnTo>
                  <a:pt x="2860142" y="4652008"/>
                </a:lnTo>
                <a:lnTo>
                  <a:pt x="2864460" y="4647742"/>
                </a:lnTo>
                <a:lnTo>
                  <a:pt x="2864460" y="4637222"/>
                </a:lnTo>
                <a:lnTo>
                  <a:pt x="2860142" y="4632958"/>
                </a:lnTo>
                <a:close/>
              </a:path>
              <a:path w="10390505" h="4652010">
                <a:moveTo>
                  <a:pt x="2816835" y="4632958"/>
                </a:moveTo>
                <a:lnTo>
                  <a:pt x="2811501" y="4632958"/>
                </a:lnTo>
                <a:lnTo>
                  <a:pt x="2807310" y="4637222"/>
                </a:lnTo>
                <a:lnTo>
                  <a:pt x="2807310" y="4647742"/>
                </a:lnTo>
                <a:lnTo>
                  <a:pt x="2811501" y="4652008"/>
                </a:lnTo>
                <a:lnTo>
                  <a:pt x="2816835" y="4652008"/>
                </a:lnTo>
                <a:lnTo>
                  <a:pt x="2816835" y="4632958"/>
                </a:lnTo>
                <a:close/>
              </a:path>
              <a:path w="10390505" h="4652010">
                <a:moveTo>
                  <a:pt x="2822042" y="4632958"/>
                </a:moveTo>
                <a:lnTo>
                  <a:pt x="2816835" y="4632958"/>
                </a:lnTo>
                <a:lnTo>
                  <a:pt x="2816835" y="4652008"/>
                </a:lnTo>
                <a:lnTo>
                  <a:pt x="2822042" y="4652008"/>
                </a:lnTo>
                <a:lnTo>
                  <a:pt x="2826360" y="4647742"/>
                </a:lnTo>
                <a:lnTo>
                  <a:pt x="2826360" y="4637222"/>
                </a:lnTo>
                <a:lnTo>
                  <a:pt x="2822042" y="4632958"/>
                </a:lnTo>
                <a:close/>
              </a:path>
              <a:path w="10390505" h="4652010">
                <a:moveTo>
                  <a:pt x="2778735" y="4632958"/>
                </a:moveTo>
                <a:lnTo>
                  <a:pt x="2773401" y="4632958"/>
                </a:lnTo>
                <a:lnTo>
                  <a:pt x="2769210" y="4637222"/>
                </a:lnTo>
                <a:lnTo>
                  <a:pt x="2769210" y="4647742"/>
                </a:lnTo>
                <a:lnTo>
                  <a:pt x="2773401" y="4652008"/>
                </a:lnTo>
                <a:lnTo>
                  <a:pt x="2778735" y="4652008"/>
                </a:lnTo>
                <a:lnTo>
                  <a:pt x="2778735" y="4632958"/>
                </a:lnTo>
                <a:close/>
              </a:path>
              <a:path w="10390505" h="4652010">
                <a:moveTo>
                  <a:pt x="2783942" y="4632958"/>
                </a:moveTo>
                <a:lnTo>
                  <a:pt x="2778735" y="4632958"/>
                </a:lnTo>
                <a:lnTo>
                  <a:pt x="2778735" y="4652008"/>
                </a:lnTo>
                <a:lnTo>
                  <a:pt x="2783942" y="4652008"/>
                </a:lnTo>
                <a:lnTo>
                  <a:pt x="2788260" y="4647742"/>
                </a:lnTo>
                <a:lnTo>
                  <a:pt x="2788260" y="4637222"/>
                </a:lnTo>
                <a:lnTo>
                  <a:pt x="2783942" y="4632958"/>
                </a:lnTo>
                <a:close/>
              </a:path>
              <a:path w="10390505" h="4652010">
                <a:moveTo>
                  <a:pt x="2740508" y="4632958"/>
                </a:moveTo>
                <a:lnTo>
                  <a:pt x="2735301" y="4632958"/>
                </a:lnTo>
                <a:lnTo>
                  <a:pt x="2730983" y="4637222"/>
                </a:lnTo>
                <a:lnTo>
                  <a:pt x="2730983" y="4647742"/>
                </a:lnTo>
                <a:lnTo>
                  <a:pt x="2735301" y="4652008"/>
                </a:lnTo>
                <a:lnTo>
                  <a:pt x="2740508" y="4652008"/>
                </a:lnTo>
                <a:lnTo>
                  <a:pt x="2740508" y="4632958"/>
                </a:lnTo>
                <a:close/>
              </a:path>
              <a:path w="10390505" h="4652010">
                <a:moveTo>
                  <a:pt x="2745842" y="4632958"/>
                </a:moveTo>
                <a:lnTo>
                  <a:pt x="2740635" y="4632958"/>
                </a:lnTo>
                <a:lnTo>
                  <a:pt x="2740635" y="4652008"/>
                </a:lnTo>
                <a:lnTo>
                  <a:pt x="2745842" y="4652008"/>
                </a:lnTo>
                <a:lnTo>
                  <a:pt x="2750160" y="4647742"/>
                </a:lnTo>
                <a:lnTo>
                  <a:pt x="2750160" y="4637222"/>
                </a:lnTo>
                <a:lnTo>
                  <a:pt x="2745842" y="4632958"/>
                </a:lnTo>
                <a:close/>
              </a:path>
              <a:path w="10390505" h="4652010">
                <a:moveTo>
                  <a:pt x="2702408" y="4632958"/>
                </a:moveTo>
                <a:lnTo>
                  <a:pt x="2697201" y="4632958"/>
                </a:lnTo>
                <a:lnTo>
                  <a:pt x="2692883" y="4637222"/>
                </a:lnTo>
                <a:lnTo>
                  <a:pt x="2692883" y="4647742"/>
                </a:lnTo>
                <a:lnTo>
                  <a:pt x="2697201" y="4652008"/>
                </a:lnTo>
                <a:lnTo>
                  <a:pt x="2702408" y="4652008"/>
                </a:lnTo>
                <a:lnTo>
                  <a:pt x="2702408" y="4632958"/>
                </a:lnTo>
                <a:close/>
              </a:path>
              <a:path w="10390505" h="4652010">
                <a:moveTo>
                  <a:pt x="2707742" y="4632958"/>
                </a:moveTo>
                <a:lnTo>
                  <a:pt x="2702408" y="4632958"/>
                </a:lnTo>
                <a:lnTo>
                  <a:pt x="2702408" y="4652008"/>
                </a:lnTo>
                <a:lnTo>
                  <a:pt x="2707742" y="4652008"/>
                </a:lnTo>
                <a:lnTo>
                  <a:pt x="2711933" y="4647742"/>
                </a:lnTo>
                <a:lnTo>
                  <a:pt x="2711933" y="4637222"/>
                </a:lnTo>
                <a:lnTo>
                  <a:pt x="2707742" y="4632958"/>
                </a:lnTo>
                <a:close/>
              </a:path>
              <a:path w="10390505" h="4652010">
                <a:moveTo>
                  <a:pt x="2664308" y="4632958"/>
                </a:moveTo>
                <a:lnTo>
                  <a:pt x="2659101" y="4632958"/>
                </a:lnTo>
                <a:lnTo>
                  <a:pt x="2654783" y="4637222"/>
                </a:lnTo>
                <a:lnTo>
                  <a:pt x="2654783" y="4647742"/>
                </a:lnTo>
                <a:lnTo>
                  <a:pt x="2659101" y="4652008"/>
                </a:lnTo>
                <a:lnTo>
                  <a:pt x="2664308" y="4652008"/>
                </a:lnTo>
                <a:lnTo>
                  <a:pt x="2664308" y="4632958"/>
                </a:lnTo>
                <a:close/>
              </a:path>
              <a:path w="10390505" h="4652010">
                <a:moveTo>
                  <a:pt x="2669642" y="4632958"/>
                </a:moveTo>
                <a:lnTo>
                  <a:pt x="2664308" y="4632958"/>
                </a:lnTo>
                <a:lnTo>
                  <a:pt x="2664308" y="4652008"/>
                </a:lnTo>
                <a:lnTo>
                  <a:pt x="2669642" y="4652008"/>
                </a:lnTo>
                <a:lnTo>
                  <a:pt x="2673833" y="4647742"/>
                </a:lnTo>
                <a:lnTo>
                  <a:pt x="2673833" y="4637222"/>
                </a:lnTo>
                <a:lnTo>
                  <a:pt x="2669642" y="4632958"/>
                </a:lnTo>
                <a:close/>
              </a:path>
              <a:path w="10390505" h="4652010">
                <a:moveTo>
                  <a:pt x="2626208" y="4632958"/>
                </a:moveTo>
                <a:lnTo>
                  <a:pt x="2621001" y="4632958"/>
                </a:lnTo>
                <a:lnTo>
                  <a:pt x="2616683" y="4637222"/>
                </a:lnTo>
                <a:lnTo>
                  <a:pt x="2616683" y="4647742"/>
                </a:lnTo>
                <a:lnTo>
                  <a:pt x="2621001" y="4652008"/>
                </a:lnTo>
                <a:lnTo>
                  <a:pt x="2626208" y="4652008"/>
                </a:lnTo>
                <a:lnTo>
                  <a:pt x="2626208" y="4632958"/>
                </a:lnTo>
                <a:close/>
              </a:path>
              <a:path w="10390505" h="4652010">
                <a:moveTo>
                  <a:pt x="2631542" y="4632958"/>
                </a:moveTo>
                <a:lnTo>
                  <a:pt x="2626208" y="4632958"/>
                </a:lnTo>
                <a:lnTo>
                  <a:pt x="2626208" y="4652008"/>
                </a:lnTo>
                <a:lnTo>
                  <a:pt x="2631542" y="4652008"/>
                </a:lnTo>
                <a:lnTo>
                  <a:pt x="2635733" y="4647742"/>
                </a:lnTo>
                <a:lnTo>
                  <a:pt x="2635733" y="4637222"/>
                </a:lnTo>
                <a:lnTo>
                  <a:pt x="2631542" y="4632958"/>
                </a:lnTo>
                <a:close/>
              </a:path>
              <a:path w="10390505" h="4652010">
                <a:moveTo>
                  <a:pt x="2588108" y="4632958"/>
                </a:moveTo>
                <a:lnTo>
                  <a:pt x="2582774" y="4632958"/>
                </a:lnTo>
                <a:lnTo>
                  <a:pt x="2578583" y="4637222"/>
                </a:lnTo>
                <a:lnTo>
                  <a:pt x="2578583" y="4647742"/>
                </a:lnTo>
                <a:lnTo>
                  <a:pt x="2582774" y="4652008"/>
                </a:lnTo>
                <a:lnTo>
                  <a:pt x="2588108" y="4652008"/>
                </a:lnTo>
                <a:lnTo>
                  <a:pt x="2588108" y="4632958"/>
                </a:lnTo>
                <a:close/>
              </a:path>
              <a:path w="10390505" h="4652010">
                <a:moveTo>
                  <a:pt x="2593315" y="4632958"/>
                </a:moveTo>
                <a:lnTo>
                  <a:pt x="2588108" y="4632958"/>
                </a:lnTo>
                <a:lnTo>
                  <a:pt x="2588108" y="4652008"/>
                </a:lnTo>
                <a:lnTo>
                  <a:pt x="2593315" y="4652008"/>
                </a:lnTo>
                <a:lnTo>
                  <a:pt x="2597633" y="4647742"/>
                </a:lnTo>
                <a:lnTo>
                  <a:pt x="2597633" y="4637222"/>
                </a:lnTo>
                <a:lnTo>
                  <a:pt x="2593315" y="4632958"/>
                </a:lnTo>
                <a:close/>
              </a:path>
              <a:path w="10390505" h="4652010">
                <a:moveTo>
                  <a:pt x="2550008" y="4632958"/>
                </a:moveTo>
                <a:lnTo>
                  <a:pt x="2544674" y="4632958"/>
                </a:lnTo>
                <a:lnTo>
                  <a:pt x="2540483" y="4637222"/>
                </a:lnTo>
                <a:lnTo>
                  <a:pt x="2540483" y="4647742"/>
                </a:lnTo>
                <a:lnTo>
                  <a:pt x="2544674" y="4652008"/>
                </a:lnTo>
                <a:lnTo>
                  <a:pt x="2550008" y="4652008"/>
                </a:lnTo>
                <a:lnTo>
                  <a:pt x="2550008" y="4632958"/>
                </a:lnTo>
                <a:close/>
              </a:path>
              <a:path w="10390505" h="4652010">
                <a:moveTo>
                  <a:pt x="2555215" y="4632958"/>
                </a:moveTo>
                <a:lnTo>
                  <a:pt x="2550008" y="4632958"/>
                </a:lnTo>
                <a:lnTo>
                  <a:pt x="2550008" y="4652008"/>
                </a:lnTo>
                <a:lnTo>
                  <a:pt x="2555215" y="4652008"/>
                </a:lnTo>
                <a:lnTo>
                  <a:pt x="2559533" y="4647742"/>
                </a:lnTo>
                <a:lnTo>
                  <a:pt x="2559533" y="4637222"/>
                </a:lnTo>
                <a:lnTo>
                  <a:pt x="2555215" y="4632958"/>
                </a:lnTo>
                <a:close/>
              </a:path>
              <a:path w="10390505" h="4652010">
                <a:moveTo>
                  <a:pt x="2511908" y="4632958"/>
                </a:moveTo>
                <a:lnTo>
                  <a:pt x="2506574" y="4632958"/>
                </a:lnTo>
                <a:lnTo>
                  <a:pt x="2502383" y="4637222"/>
                </a:lnTo>
                <a:lnTo>
                  <a:pt x="2502383" y="4647742"/>
                </a:lnTo>
                <a:lnTo>
                  <a:pt x="2506574" y="4652008"/>
                </a:lnTo>
                <a:lnTo>
                  <a:pt x="2511908" y="4652008"/>
                </a:lnTo>
                <a:lnTo>
                  <a:pt x="2511908" y="4632958"/>
                </a:lnTo>
                <a:close/>
              </a:path>
              <a:path w="10390505" h="4652010">
                <a:moveTo>
                  <a:pt x="2517115" y="4632958"/>
                </a:moveTo>
                <a:lnTo>
                  <a:pt x="2511908" y="4632958"/>
                </a:lnTo>
                <a:lnTo>
                  <a:pt x="2511908" y="4652008"/>
                </a:lnTo>
                <a:lnTo>
                  <a:pt x="2517115" y="4652008"/>
                </a:lnTo>
                <a:lnTo>
                  <a:pt x="2521433" y="4647742"/>
                </a:lnTo>
                <a:lnTo>
                  <a:pt x="2521433" y="4637222"/>
                </a:lnTo>
                <a:lnTo>
                  <a:pt x="2517115" y="4632958"/>
                </a:lnTo>
                <a:close/>
              </a:path>
              <a:path w="10390505" h="4652010">
                <a:moveTo>
                  <a:pt x="2473681" y="4632958"/>
                </a:moveTo>
                <a:lnTo>
                  <a:pt x="2468474" y="4632958"/>
                </a:lnTo>
                <a:lnTo>
                  <a:pt x="2464156" y="4637222"/>
                </a:lnTo>
                <a:lnTo>
                  <a:pt x="2464156" y="4647742"/>
                </a:lnTo>
                <a:lnTo>
                  <a:pt x="2468474" y="4652008"/>
                </a:lnTo>
                <a:lnTo>
                  <a:pt x="2473681" y="4652008"/>
                </a:lnTo>
                <a:lnTo>
                  <a:pt x="2473681" y="4632958"/>
                </a:lnTo>
                <a:close/>
              </a:path>
              <a:path w="10390505" h="4652010">
                <a:moveTo>
                  <a:pt x="2479015" y="4632958"/>
                </a:moveTo>
                <a:lnTo>
                  <a:pt x="2473808" y="4632958"/>
                </a:lnTo>
                <a:lnTo>
                  <a:pt x="2473808" y="4652008"/>
                </a:lnTo>
                <a:lnTo>
                  <a:pt x="2479015" y="4652008"/>
                </a:lnTo>
                <a:lnTo>
                  <a:pt x="2483333" y="4647742"/>
                </a:lnTo>
                <a:lnTo>
                  <a:pt x="2483333" y="4637222"/>
                </a:lnTo>
                <a:lnTo>
                  <a:pt x="2479015" y="4632958"/>
                </a:lnTo>
                <a:close/>
              </a:path>
              <a:path w="10390505" h="4652010">
                <a:moveTo>
                  <a:pt x="2435581" y="4632958"/>
                </a:moveTo>
                <a:lnTo>
                  <a:pt x="2430374" y="4632958"/>
                </a:lnTo>
                <a:lnTo>
                  <a:pt x="2426056" y="4637222"/>
                </a:lnTo>
                <a:lnTo>
                  <a:pt x="2426056" y="4647742"/>
                </a:lnTo>
                <a:lnTo>
                  <a:pt x="2430374" y="4652008"/>
                </a:lnTo>
                <a:lnTo>
                  <a:pt x="2435581" y="4652008"/>
                </a:lnTo>
                <a:lnTo>
                  <a:pt x="2435581" y="4632958"/>
                </a:lnTo>
                <a:close/>
              </a:path>
              <a:path w="10390505" h="4652010">
                <a:moveTo>
                  <a:pt x="2440915" y="4632958"/>
                </a:moveTo>
                <a:lnTo>
                  <a:pt x="2435581" y="4632958"/>
                </a:lnTo>
                <a:lnTo>
                  <a:pt x="2435581" y="4652008"/>
                </a:lnTo>
                <a:lnTo>
                  <a:pt x="2440915" y="4652008"/>
                </a:lnTo>
                <a:lnTo>
                  <a:pt x="2445106" y="4647742"/>
                </a:lnTo>
                <a:lnTo>
                  <a:pt x="2445106" y="4637222"/>
                </a:lnTo>
                <a:lnTo>
                  <a:pt x="2440915" y="4632958"/>
                </a:lnTo>
                <a:close/>
              </a:path>
              <a:path w="10390505" h="4652010">
                <a:moveTo>
                  <a:pt x="2397481" y="4632958"/>
                </a:moveTo>
                <a:lnTo>
                  <a:pt x="2392274" y="4632958"/>
                </a:lnTo>
                <a:lnTo>
                  <a:pt x="2387956" y="4637222"/>
                </a:lnTo>
                <a:lnTo>
                  <a:pt x="2387956" y="4647742"/>
                </a:lnTo>
                <a:lnTo>
                  <a:pt x="2392274" y="4652008"/>
                </a:lnTo>
                <a:lnTo>
                  <a:pt x="2397481" y="4652008"/>
                </a:lnTo>
                <a:lnTo>
                  <a:pt x="2397481" y="4632958"/>
                </a:lnTo>
                <a:close/>
              </a:path>
              <a:path w="10390505" h="4652010">
                <a:moveTo>
                  <a:pt x="2402815" y="4632958"/>
                </a:moveTo>
                <a:lnTo>
                  <a:pt x="2397481" y="4632958"/>
                </a:lnTo>
                <a:lnTo>
                  <a:pt x="2397481" y="4652008"/>
                </a:lnTo>
                <a:lnTo>
                  <a:pt x="2402815" y="4652008"/>
                </a:lnTo>
                <a:lnTo>
                  <a:pt x="2407006" y="4647742"/>
                </a:lnTo>
                <a:lnTo>
                  <a:pt x="2407006" y="4637222"/>
                </a:lnTo>
                <a:lnTo>
                  <a:pt x="2402815" y="4632958"/>
                </a:lnTo>
                <a:close/>
              </a:path>
              <a:path w="10390505" h="4652010">
                <a:moveTo>
                  <a:pt x="2359381" y="4632958"/>
                </a:moveTo>
                <a:lnTo>
                  <a:pt x="2354174" y="4632958"/>
                </a:lnTo>
                <a:lnTo>
                  <a:pt x="2349856" y="4637222"/>
                </a:lnTo>
                <a:lnTo>
                  <a:pt x="2349856" y="4647742"/>
                </a:lnTo>
                <a:lnTo>
                  <a:pt x="2354174" y="4652008"/>
                </a:lnTo>
                <a:lnTo>
                  <a:pt x="2359381" y="4652008"/>
                </a:lnTo>
                <a:lnTo>
                  <a:pt x="2359381" y="4632958"/>
                </a:lnTo>
                <a:close/>
              </a:path>
              <a:path w="10390505" h="4652010">
                <a:moveTo>
                  <a:pt x="2364715" y="4632958"/>
                </a:moveTo>
                <a:lnTo>
                  <a:pt x="2359381" y="4632958"/>
                </a:lnTo>
                <a:lnTo>
                  <a:pt x="2359381" y="4652008"/>
                </a:lnTo>
                <a:lnTo>
                  <a:pt x="2364715" y="4652008"/>
                </a:lnTo>
                <a:lnTo>
                  <a:pt x="2368906" y="4647742"/>
                </a:lnTo>
                <a:lnTo>
                  <a:pt x="2368906" y="4637222"/>
                </a:lnTo>
                <a:lnTo>
                  <a:pt x="2364715" y="4632958"/>
                </a:lnTo>
                <a:close/>
              </a:path>
              <a:path w="10390505" h="4652010">
                <a:moveTo>
                  <a:pt x="2321281" y="4632958"/>
                </a:moveTo>
                <a:lnTo>
                  <a:pt x="2315947" y="4632958"/>
                </a:lnTo>
                <a:lnTo>
                  <a:pt x="2311756" y="4637222"/>
                </a:lnTo>
                <a:lnTo>
                  <a:pt x="2311756" y="4647742"/>
                </a:lnTo>
                <a:lnTo>
                  <a:pt x="2315947" y="4652008"/>
                </a:lnTo>
                <a:lnTo>
                  <a:pt x="2321281" y="4652008"/>
                </a:lnTo>
                <a:lnTo>
                  <a:pt x="2321281" y="4632958"/>
                </a:lnTo>
                <a:close/>
              </a:path>
              <a:path w="10390505" h="4652010">
                <a:moveTo>
                  <a:pt x="2326488" y="4632958"/>
                </a:moveTo>
                <a:lnTo>
                  <a:pt x="2321281" y="4632958"/>
                </a:lnTo>
                <a:lnTo>
                  <a:pt x="2321281" y="4652008"/>
                </a:lnTo>
                <a:lnTo>
                  <a:pt x="2326488" y="4652008"/>
                </a:lnTo>
                <a:lnTo>
                  <a:pt x="2330806" y="4647742"/>
                </a:lnTo>
                <a:lnTo>
                  <a:pt x="2330806" y="4637222"/>
                </a:lnTo>
                <a:lnTo>
                  <a:pt x="2326488" y="4632958"/>
                </a:lnTo>
                <a:close/>
              </a:path>
              <a:path w="10390505" h="4652010">
                <a:moveTo>
                  <a:pt x="2283181" y="4632958"/>
                </a:moveTo>
                <a:lnTo>
                  <a:pt x="2277847" y="4632958"/>
                </a:lnTo>
                <a:lnTo>
                  <a:pt x="2273656" y="4637222"/>
                </a:lnTo>
                <a:lnTo>
                  <a:pt x="2273656" y="4647742"/>
                </a:lnTo>
                <a:lnTo>
                  <a:pt x="2277847" y="4652008"/>
                </a:lnTo>
                <a:lnTo>
                  <a:pt x="2283181" y="4652008"/>
                </a:lnTo>
                <a:lnTo>
                  <a:pt x="2283181" y="4632958"/>
                </a:lnTo>
                <a:close/>
              </a:path>
              <a:path w="10390505" h="4652010">
                <a:moveTo>
                  <a:pt x="2288388" y="4632958"/>
                </a:moveTo>
                <a:lnTo>
                  <a:pt x="2283181" y="4632958"/>
                </a:lnTo>
                <a:lnTo>
                  <a:pt x="2283181" y="4652008"/>
                </a:lnTo>
                <a:lnTo>
                  <a:pt x="2288388" y="4652008"/>
                </a:lnTo>
                <a:lnTo>
                  <a:pt x="2292706" y="4647742"/>
                </a:lnTo>
                <a:lnTo>
                  <a:pt x="2292706" y="4637222"/>
                </a:lnTo>
                <a:lnTo>
                  <a:pt x="2288388" y="4632958"/>
                </a:lnTo>
                <a:close/>
              </a:path>
              <a:path w="10390505" h="4652010">
                <a:moveTo>
                  <a:pt x="2245081" y="4632958"/>
                </a:moveTo>
                <a:lnTo>
                  <a:pt x="2239747" y="4632958"/>
                </a:lnTo>
                <a:lnTo>
                  <a:pt x="2235556" y="4637222"/>
                </a:lnTo>
                <a:lnTo>
                  <a:pt x="2235556" y="4647742"/>
                </a:lnTo>
                <a:lnTo>
                  <a:pt x="2239747" y="4652008"/>
                </a:lnTo>
                <a:lnTo>
                  <a:pt x="2245081" y="4652008"/>
                </a:lnTo>
                <a:lnTo>
                  <a:pt x="2245081" y="4632958"/>
                </a:lnTo>
                <a:close/>
              </a:path>
              <a:path w="10390505" h="4652010">
                <a:moveTo>
                  <a:pt x="2250288" y="4632958"/>
                </a:moveTo>
                <a:lnTo>
                  <a:pt x="2245081" y="4632958"/>
                </a:lnTo>
                <a:lnTo>
                  <a:pt x="2245081" y="4652008"/>
                </a:lnTo>
                <a:lnTo>
                  <a:pt x="2250288" y="4652008"/>
                </a:lnTo>
                <a:lnTo>
                  <a:pt x="2254606" y="4647742"/>
                </a:lnTo>
                <a:lnTo>
                  <a:pt x="2254606" y="4637222"/>
                </a:lnTo>
                <a:lnTo>
                  <a:pt x="2250288" y="4632958"/>
                </a:lnTo>
                <a:close/>
              </a:path>
              <a:path w="10390505" h="4652010">
                <a:moveTo>
                  <a:pt x="2206854" y="4632958"/>
                </a:moveTo>
                <a:lnTo>
                  <a:pt x="2201647" y="4632958"/>
                </a:lnTo>
                <a:lnTo>
                  <a:pt x="2197329" y="4637222"/>
                </a:lnTo>
                <a:lnTo>
                  <a:pt x="2197329" y="4647742"/>
                </a:lnTo>
                <a:lnTo>
                  <a:pt x="2201647" y="4652008"/>
                </a:lnTo>
                <a:lnTo>
                  <a:pt x="2206854" y="4652008"/>
                </a:lnTo>
                <a:lnTo>
                  <a:pt x="2206854" y="4632958"/>
                </a:lnTo>
                <a:close/>
              </a:path>
              <a:path w="10390505" h="4652010">
                <a:moveTo>
                  <a:pt x="2212188" y="4632958"/>
                </a:moveTo>
                <a:lnTo>
                  <a:pt x="2206981" y="4632958"/>
                </a:lnTo>
                <a:lnTo>
                  <a:pt x="2206981" y="4652008"/>
                </a:lnTo>
                <a:lnTo>
                  <a:pt x="2212188" y="4652008"/>
                </a:lnTo>
                <a:lnTo>
                  <a:pt x="2216506" y="4647742"/>
                </a:lnTo>
                <a:lnTo>
                  <a:pt x="2216506" y="4637222"/>
                </a:lnTo>
                <a:lnTo>
                  <a:pt x="2212188" y="4632958"/>
                </a:lnTo>
                <a:close/>
              </a:path>
              <a:path w="10390505" h="4652010">
                <a:moveTo>
                  <a:pt x="2168754" y="4632958"/>
                </a:moveTo>
                <a:lnTo>
                  <a:pt x="2163547" y="4632958"/>
                </a:lnTo>
                <a:lnTo>
                  <a:pt x="2159229" y="4637222"/>
                </a:lnTo>
                <a:lnTo>
                  <a:pt x="2159229" y="4647742"/>
                </a:lnTo>
                <a:lnTo>
                  <a:pt x="2163547" y="4652008"/>
                </a:lnTo>
                <a:lnTo>
                  <a:pt x="2168754" y="4652008"/>
                </a:lnTo>
                <a:lnTo>
                  <a:pt x="2168754" y="4632958"/>
                </a:lnTo>
                <a:close/>
              </a:path>
              <a:path w="10390505" h="4652010">
                <a:moveTo>
                  <a:pt x="2174088" y="4632958"/>
                </a:moveTo>
                <a:lnTo>
                  <a:pt x="2168754" y="4632958"/>
                </a:lnTo>
                <a:lnTo>
                  <a:pt x="2168754" y="4652008"/>
                </a:lnTo>
                <a:lnTo>
                  <a:pt x="2174088" y="4652008"/>
                </a:lnTo>
                <a:lnTo>
                  <a:pt x="2178279" y="4647742"/>
                </a:lnTo>
                <a:lnTo>
                  <a:pt x="2178279" y="4637222"/>
                </a:lnTo>
                <a:lnTo>
                  <a:pt x="2174088" y="4632958"/>
                </a:lnTo>
                <a:close/>
              </a:path>
              <a:path w="10390505" h="4652010">
                <a:moveTo>
                  <a:pt x="2130654" y="4632958"/>
                </a:moveTo>
                <a:lnTo>
                  <a:pt x="2125447" y="4632958"/>
                </a:lnTo>
                <a:lnTo>
                  <a:pt x="2121129" y="4637222"/>
                </a:lnTo>
                <a:lnTo>
                  <a:pt x="2121129" y="4647742"/>
                </a:lnTo>
                <a:lnTo>
                  <a:pt x="2125447" y="4652008"/>
                </a:lnTo>
                <a:lnTo>
                  <a:pt x="2130654" y="4652008"/>
                </a:lnTo>
                <a:lnTo>
                  <a:pt x="2130654" y="4632958"/>
                </a:lnTo>
                <a:close/>
              </a:path>
              <a:path w="10390505" h="4652010">
                <a:moveTo>
                  <a:pt x="2135988" y="4632958"/>
                </a:moveTo>
                <a:lnTo>
                  <a:pt x="2130654" y="4632958"/>
                </a:lnTo>
                <a:lnTo>
                  <a:pt x="2130654" y="4652008"/>
                </a:lnTo>
                <a:lnTo>
                  <a:pt x="2135988" y="4652008"/>
                </a:lnTo>
                <a:lnTo>
                  <a:pt x="2140179" y="4647742"/>
                </a:lnTo>
                <a:lnTo>
                  <a:pt x="2140179" y="4637222"/>
                </a:lnTo>
                <a:lnTo>
                  <a:pt x="2135988" y="4632958"/>
                </a:lnTo>
                <a:close/>
              </a:path>
              <a:path w="10390505" h="4652010">
                <a:moveTo>
                  <a:pt x="2092554" y="4632958"/>
                </a:moveTo>
                <a:lnTo>
                  <a:pt x="2087220" y="4632958"/>
                </a:lnTo>
                <a:lnTo>
                  <a:pt x="2083029" y="4637222"/>
                </a:lnTo>
                <a:lnTo>
                  <a:pt x="2083029" y="4647742"/>
                </a:lnTo>
                <a:lnTo>
                  <a:pt x="2087220" y="4652008"/>
                </a:lnTo>
                <a:lnTo>
                  <a:pt x="2092554" y="4652008"/>
                </a:lnTo>
                <a:lnTo>
                  <a:pt x="2092554" y="4632958"/>
                </a:lnTo>
                <a:close/>
              </a:path>
              <a:path w="10390505" h="4652010">
                <a:moveTo>
                  <a:pt x="2097761" y="4632958"/>
                </a:moveTo>
                <a:lnTo>
                  <a:pt x="2092554" y="4632958"/>
                </a:lnTo>
                <a:lnTo>
                  <a:pt x="2092554" y="4652008"/>
                </a:lnTo>
                <a:lnTo>
                  <a:pt x="2097761" y="4652008"/>
                </a:lnTo>
                <a:lnTo>
                  <a:pt x="2102079" y="4647742"/>
                </a:lnTo>
                <a:lnTo>
                  <a:pt x="2102079" y="4637222"/>
                </a:lnTo>
                <a:lnTo>
                  <a:pt x="2097761" y="4632958"/>
                </a:lnTo>
                <a:close/>
              </a:path>
              <a:path w="10390505" h="4652010">
                <a:moveTo>
                  <a:pt x="2054454" y="4632958"/>
                </a:moveTo>
                <a:lnTo>
                  <a:pt x="2049120" y="4632958"/>
                </a:lnTo>
                <a:lnTo>
                  <a:pt x="2044929" y="4637222"/>
                </a:lnTo>
                <a:lnTo>
                  <a:pt x="2044929" y="4647742"/>
                </a:lnTo>
                <a:lnTo>
                  <a:pt x="2049120" y="4652008"/>
                </a:lnTo>
                <a:lnTo>
                  <a:pt x="2054454" y="4652008"/>
                </a:lnTo>
                <a:lnTo>
                  <a:pt x="2054454" y="4632958"/>
                </a:lnTo>
                <a:close/>
              </a:path>
              <a:path w="10390505" h="4652010">
                <a:moveTo>
                  <a:pt x="2059661" y="4632958"/>
                </a:moveTo>
                <a:lnTo>
                  <a:pt x="2054454" y="4632958"/>
                </a:lnTo>
                <a:lnTo>
                  <a:pt x="2054454" y="4652008"/>
                </a:lnTo>
                <a:lnTo>
                  <a:pt x="2059661" y="4652008"/>
                </a:lnTo>
                <a:lnTo>
                  <a:pt x="2063979" y="4647742"/>
                </a:lnTo>
                <a:lnTo>
                  <a:pt x="2063979" y="4637222"/>
                </a:lnTo>
                <a:lnTo>
                  <a:pt x="2059661" y="4632958"/>
                </a:lnTo>
                <a:close/>
              </a:path>
              <a:path w="10390505" h="4652010">
                <a:moveTo>
                  <a:pt x="2016354" y="4632958"/>
                </a:moveTo>
                <a:lnTo>
                  <a:pt x="2011020" y="4632958"/>
                </a:lnTo>
                <a:lnTo>
                  <a:pt x="2006829" y="4637222"/>
                </a:lnTo>
                <a:lnTo>
                  <a:pt x="2006829" y="4647742"/>
                </a:lnTo>
                <a:lnTo>
                  <a:pt x="2011020" y="4652008"/>
                </a:lnTo>
                <a:lnTo>
                  <a:pt x="2016354" y="4652008"/>
                </a:lnTo>
                <a:lnTo>
                  <a:pt x="2016354" y="4632958"/>
                </a:lnTo>
                <a:close/>
              </a:path>
              <a:path w="10390505" h="4652010">
                <a:moveTo>
                  <a:pt x="2021561" y="4632958"/>
                </a:moveTo>
                <a:lnTo>
                  <a:pt x="2016354" y="4632958"/>
                </a:lnTo>
                <a:lnTo>
                  <a:pt x="2016354" y="4652008"/>
                </a:lnTo>
                <a:lnTo>
                  <a:pt x="2021561" y="4652008"/>
                </a:lnTo>
                <a:lnTo>
                  <a:pt x="2025879" y="4647742"/>
                </a:lnTo>
                <a:lnTo>
                  <a:pt x="2025879" y="4637222"/>
                </a:lnTo>
                <a:lnTo>
                  <a:pt x="2021561" y="4632958"/>
                </a:lnTo>
                <a:close/>
              </a:path>
              <a:path w="10390505" h="4652010">
                <a:moveTo>
                  <a:pt x="1978127" y="4632958"/>
                </a:moveTo>
                <a:lnTo>
                  <a:pt x="1972920" y="4632958"/>
                </a:lnTo>
                <a:lnTo>
                  <a:pt x="1968602" y="4637222"/>
                </a:lnTo>
                <a:lnTo>
                  <a:pt x="1968602" y="4647742"/>
                </a:lnTo>
                <a:lnTo>
                  <a:pt x="1972920" y="4652008"/>
                </a:lnTo>
                <a:lnTo>
                  <a:pt x="1978127" y="4652008"/>
                </a:lnTo>
                <a:lnTo>
                  <a:pt x="1978127" y="4632958"/>
                </a:lnTo>
                <a:close/>
              </a:path>
              <a:path w="10390505" h="4652010">
                <a:moveTo>
                  <a:pt x="1978254" y="4645658"/>
                </a:moveTo>
                <a:lnTo>
                  <a:pt x="1978127" y="4645658"/>
                </a:lnTo>
                <a:lnTo>
                  <a:pt x="1978127" y="4652008"/>
                </a:lnTo>
                <a:lnTo>
                  <a:pt x="1978254" y="4652008"/>
                </a:lnTo>
                <a:lnTo>
                  <a:pt x="1978254" y="4645658"/>
                </a:lnTo>
                <a:close/>
              </a:path>
              <a:path w="10390505" h="4652010">
                <a:moveTo>
                  <a:pt x="1983461" y="4632958"/>
                </a:moveTo>
                <a:lnTo>
                  <a:pt x="1978254" y="4632958"/>
                </a:lnTo>
                <a:lnTo>
                  <a:pt x="1978254" y="4652008"/>
                </a:lnTo>
                <a:lnTo>
                  <a:pt x="1983461" y="4652008"/>
                </a:lnTo>
                <a:lnTo>
                  <a:pt x="1987779" y="4647742"/>
                </a:lnTo>
                <a:lnTo>
                  <a:pt x="1987779" y="4637222"/>
                </a:lnTo>
                <a:lnTo>
                  <a:pt x="1983461" y="4632958"/>
                </a:lnTo>
                <a:close/>
              </a:path>
              <a:path w="10390505" h="4652010">
                <a:moveTo>
                  <a:pt x="1978254" y="4632958"/>
                </a:moveTo>
                <a:lnTo>
                  <a:pt x="1978127" y="4632958"/>
                </a:lnTo>
                <a:lnTo>
                  <a:pt x="1978127" y="4639308"/>
                </a:lnTo>
                <a:lnTo>
                  <a:pt x="1978254" y="4639308"/>
                </a:lnTo>
                <a:lnTo>
                  <a:pt x="1978254" y="4632958"/>
                </a:lnTo>
                <a:close/>
              </a:path>
              <a:path w="10390505" h="4652010">
                <a:moveTo>
                  <a:pt x="1940027" y="4632958"/>
                </a:moveTo>
                <a:lnTo>
                  <a:pt x="1934820" y="4632958"/>
                </a:lnTo>
                <a:lnTo>
                  <a:pt x="1930502" y="4637222"/>
                </a:lnTo>
                <a:lnTo>
                  <a:pt x="1930502" y="4647742"/>
                </a:lnTo>
                <a:lnTo>
                  <a:pt x="1934820" y="4652008"/>
                </a:lnTo>
                <a:lnTo>
                  <a:pt x="1940027" y="4652008"/>
                </a:lnTo>
                <a:lnTo>
                  <a:pt x="1940027" y="4632958"/>
                </a:lnTo>
                <a:close/>
              </a:path>
              <a:path w="10390505" h="4652010">
                <a:moveTo>
                  <a:pt x="1945361" y="4632958"/>
                </a:moveTo>
                <a:lnTo>
                  <a:pt x="1940027" y="4632958"/>
                </a:lnTo>
                <a:lnTo>
                  <a:pt x="1940027" y="4652008"/>
                </a:lnTo>
                <a:lnTo>
                  <a:pt x="1945361" y="4652008"/>
                </a:lnTo>
                <a:lnTo>
                  <a:pt x="1949552" y="4647742"/>
                </a:lnTo>
                <a:lnTo>
                  <a:pt x="1949552" y="4637222"/>
                </a:lnTo>
                <a:lnTo>
                  <a:pt x="1945361" y="4632958"/>
                </a:lnTo>
                <a:close/>
              </a:path>
              <a:path w="10390505" h="4652010">
                <a:moveTo>
                  <a:pt x="1901927" y="4632958"/>
                </a:moveTo>
                <a:lnTo>
                  <a:pt x="1896720" y="4632958"/>
                </a:lnTo>
                <a:lnTo>
                  <a:pt x="1892402" y="4637222"/>
                </a:lnTo>
                <a:lnTo>
                  <a:pt x="1892402" y="4647742"/>
                </a:lnTo>
                <a:lnTo>
                  <a:pt x="1896720" y="4652008"/>
                </a:lnTo>
                <a:lnTo>
                  <a:pt x="1901927" y="4652008"/>
                </a:lnTo>
                <a:lnTo>
                  <a:pt x="1901927" y="4632958"/>
                </a:lnTo>
                <a:close/>
              </a:path>
              <a:path w="10390505" h="4652010">
                <a:moveTo>
                  <a:pt x="1907261" y="4632958"/>
                </a:moveTo>
                <a:lnTo>
                  <a:pt x="1901927" y="4632958"/>
                </a:lnTo>
                <a:lnTo>
                  <a:pt x="1901927" y="4652008"/>
                </a:lnTo>
                <a:lnTo>
                  <a:pt x="1907261" y="4652008"/>
                </a:lnTo>
                <a:lnTo>
                  <a:pt x="1911452" y="4647742"/>
                </a:lnTo>
                <a:lnTo>
                  <a:pt x="1911452" y="4637222"/>
                </a:lnTo>
                <a:lnTo>
                  <a:pt x="1907261" y="4632958"/>
                </a:lnTo>
                <a:close/>
              </a:path>
              <a:path w="10390505" h="4652010">
                <a:moveTo>
                  <a:pt x="1863827" y="4632958"/>
                </a:moveTo>
                <a:lnTo>
                  <a:pt x="1858620" y="4632958"/>
                </a:lnTo>
                <a:lnTo>
                  <a:pt x="1854302" y="4637222"/>
                </a:lnTo>
                <a:lnTo>
                  <a:pt x="1854302" y="4647742"/>
                </a:lnTo>
                <a:lnTo>
                  <a:pt x="1858620" y="4652008"/>
                </a:lnTo>
                <a:lnTo>
                  <a:pt x="1863827" y="4652008"/>
                </a:lnTo>
                <a:lnTo>
                  <a:pt x="1863827" y="4632958"/>
                </a:lnTo>
                <a:close/>
              </a:path>
              <a:path w="10390505" h="4652010">
                <a:moveTo>
                  <a:pt x="1869161" y="4632958"/>
                </a:moveTo>
                <a:lnTo>
                  <a:pt x="1863827" y="4632958"/>
                </a:lnTo>
                <a:lnTo>
                  <a:pt x="1863827" y="4652008"/>
                </a:lnTo>
                <a:lnTo>
                  <a:pt x="1869161" y="4652008"/>
                </a:lnTo>
                <a:lnTo>
                  <a:pt x="1873352" y="4647742"/>
                </a:lnTo>
                <a:lnTo>
                  <a:pt x="1873352" y="4637222"/>
                </a:lnTo>
                <a:lnTo>
                  <a:pt x="1869161" y="4632958"/>
                </a:lnTo>
                <a:close/>
              </a:path>
              <a:path w="10390505" h="4652010">
                <a:moveTo>
                  <a:pt x="1825727" y="4632958"/>
                </a:moveTo>
                <a:lnTo>
                  <a:pt x="1820393" y="4632958"/>
                </a:lnTo>
                <a:lnTo>
                  <a:pt x="1816202" y="4637222"/>
                </a:lnTo>
                <a:lnTo>
                  <a:pt x="1816202" y="4647742"/>
                </a:lnTo>
                <a:lnTo>
                  <a:pt x="1820393" y="4652008"/>
                </a:lnTo>
                <a:lnTo>
                  <a:pt x="1825727" y="4652008"/>
                </a:lnTo>
                <a:lnTo>
                  <a:pt x="1825727" y="4632958"/>
                </a:lnTo>
                <a:close/>
              </a:path>
              <a:path w="10390505" h="4652010">
                <a:moveTo>
                  <a:pt x="1830934" y="4632958"/>
                </a:moveTo>
                <a:lnTo>
                  <a:pt x="1825727" y="4632958"/>
                </a:lnTo>
                <a:lnTo>
                  <a:pt x="1825727" y="4652008"/>
                </a:lnTo>
                <a:lnTo>
                  <a:pt x="1830934" y="4652008"/>
                </a:lnTo>
                <a:lnTo>
                  <a:pt x="1835252" y="4647742"/>
                </a:lnTo>
                <a:lnTo>
                  <a:pt x="1835252" y="4637222"/>
                </a:lnTo>
                <a:lnTo>
                  <a:pt x="1830934" y="4632958"/>
                </a:lnTo>
                <a:close/>
              </a:path>
              <a:path w="10390505" h="4652010">
                <a:moveTo>
                  <a:pt x="1787627" y="4632958"/>
                </a:moveTo>
                <a:lnTo>
                  <a:pt x="1782293" y="4632958"/>
                </a:lnTo>
                <a:lnTo>
                  <a:pt x="1778102" y="4637222"/>
                </a:lnTo>
                <a:lnTo>
                  <a:pt x="1778102" y="4647742"/>
                </a:lnTo>
                <a:lnTo>
                  <a:pt x="1782293" y="4652008"/>
                </a:lnTo>
                <a:lnTo>
                  <a:pt x="1787627" y="4652008"/>
                </a:lnTo>
                <a:lnTo>
                  <a:pt x="1787627" y="4632958"/>
                </a:lnTo>
                <a:close/>
              </a:path>
              <a:path w="10390505" h="4652010">
                <a:moveTo>
                  <a:pt x="1792834" y="4632958"/>
                </a:moveTo>
                <a:lnTo>
                  <a:pt x="1787627" y="4632958"/>
                </a:lnTo>
                <a:lnTo>
                  <a:pt x="1787627" y="4652008"/>
                </a:lnTo>
                <a:lnTo>
                  <a:pt x="1792834" y="4652008"/>
                </a:lnTo>
                <a:lnTo>
                  <a:pt x="1797152" y="4647742"/>
                </a:lnTo>
                <a:lnTo>
                  <a:pt x="1797152" y="4637222"/>
                </a:lnTo>
                <a:lnTo>
                  <a:pt x="1792834" y="4632958"/>
                </a:lnTo>
                <a:close/>
              </a:path>
              <a:path w="10390505" h="4652010">
                <a:moveTo>
                  <a:pt x="1749527" y="4632958"/>
                </a:moveTo>
                <a:lnTo>
                  <a:pt x="1744193" y="4632958"/>
                </a:lnTo>
                <a:lnTo>
                  <a:pt x="1740002" y="4637222"/>
                </a:lnTo>
                <a:lnTo>
                  <a:pt x="1740002" y="4647742"/>
                </a:lnTo>
                <a:lnTo>
                  <a:pt x="1744193" y="4652008"/>
                </a:lnTo>
                <a:lnTo>
                  <a:pt x="1749527" y="4652008"/>
                </a:lnTo>
                <a:lnTo>
                  <a:pt x="1749527" y="4632958"/>
                </a:lnTo>
                <a:close/>
              </a:path>
              <a:path w="10390505" h="4652010">
                <a:moveTo>
                  <a:pt x="1754734" y="4632958"/>
                </a:moveTo>
                <a:lnTo>
                  <a:pt x="1749527" y="4632958"/>
                </a:lnTo>
                <a:lnTo>
                  <a:pt x="1749527" y="4652008"/>
                </a:lnTo>
                <a:lnTo>
                  <a:pt x="1754734" y="4652008"/>
                </a:lnTo>
                <a:lnTo>
                  <a:pt x="1759052" y="4647742"/>
                </a:lnTo>
                <a:lnTo>
                  <a:pt x="1759052" y="4637222"/>
                </a:lnTo>
                <a:lnTo>
                  <a:pt x="1754734" y="4632958"/>
                </a:lnTo>
                <a:close/>
              </a:path>
              <a:path w="10390505" h="4652010">
                <a:moveTo>
                  <a:pt x="1711300" y="4632958"/>
                </a:moveTo>
                <a:lnTo>
                  <a:pt x="1706093" y="4632958"/>
                </a:lnTo>
                <a:lnTo>
                  <a:pt x="1701775" y="4637222"/>
                </a:lnTo>
                <a:lnTo>
                  <a:pt x="1701775" y="4647742"/>
                </a:lnTo>
                <a:lnTo>
                  <a:pt x="1706093" y="4652008"/>
                </a:lnTo>
                <a:lnTo>
                  <a:pt x="1711300" y="4652008"/>
                </a:lnTo>
                <a:lnTo>
                  <a:pt x="1711300" y="4632958"/>
                </a:lnTo>
                <a:close/>
              </a:path>
              <a:path w="10390505" h="4652010">
                <a:moveTo>
                  <a:pt x="1716634" y="4632958"/>
                </a:moveTo>
                <a:lnTo>
                  <a:pt x="1711427" y="4632958"/>
                </a:lnTo>
                <a:lnTo>
                  <a:pt x="1711427" y="4652008"/>
                </a:lnTo>
                <a:lnTo>
                  <a:pt x="1716634" y="4652008"/>
                </a:lnTo>
                <a:lnTo>
                  <a:pt x="1720952" y="4647742"/>
                </a:lnTo>
                <a:lnTo>
                  <a:pt x="1720952" y="4637222"/>
                </a:lnTo>
                <a:lnTo>
                  <a:pt x="1716634" y="4632958"/>
                </a:lnTo>
                <a:close/>
              </a:path>
              <a:path w="10390505" h="4652010">
                <a:moveTo>
                  <a:pt x="1673200" y="4632958"/>
                </a:moveTo>
                <a:lnTo>
                  <a:pt x="1667993" y="4632958"/>
                </a:lnTo>
                <a:lnTo>
                  <a:pt x="1663675" y="4637222"/>
                </a:lnTo>
                <a:lnTo>
                  <a:pt x="1663675" y="4647742"/>
                </a:lnTo>
                <a:lnTo>
                  <a:pt x="1667993" y="4652008"/>
                </a:lnTo>
                <a:lnTo>
                  <a:pt x="1673200" y="4652008"/>
                </a:lnTo>
                <a:lnTo>
                  <a:pt x="1673200" y="4632958"/>
                </a:lnTo>
                <a:close/>
              </a:path>
              <a:path w="10390505" h="4652010">
                <a:moveTo>
                  <a:pt x="1678534" y="4632958"/>
                </a:moveTo>
                <a:lnTo>
                  <a:pt x="1673200" y="4632958"/>
                </a:lnTo>
                <a:lnTo>
                  <a:pt x="1673200" y="4652008"/>
                </a:lnTo>
                <a:lnTo>
                  <a:pt x="1678534" y="4652008"/>
                </a:lnTo>
                <a:lnTo>
                  <a:pt x="1682725" y="4647742"/>
                </a:lnTo>
                <a:lnTo>
                  <a:pt x="1682725" y="4637222"/>
                </a:lnTo>
                <a:lnTo>
                  <a:pt x="1678534" y="4632958"/>
                </a:lnTo>
                <a:close/>
              </a:path>
              <a:path w="10390505" h="4652010">
                <a:moveTo>
                  <a:pt x="1635100" y="4632958"/>
                </a:moveTo>
                <a:lnTo>
                  <a:pt x="1629893" y="4632958"/>
                </a:lnTo>
                <a:lnTo>
                  <a:pt x="1625575" y="4637222"/>
                </a:lnTo>
                <a:lnTo>
                  <a:pt x="1625575" y="4647742"/>
                </a:lnTo>
                <a:lnTo>
                  <a:pt x="1629893" y="4652008"/>
                </a:lnTo>
                <a:lnTo>
                  <a:pt x="1635100" y="4652008"/>
                </a:lnTo>
                <a:lnTo>
                  <a:pt x="1635100" y="4632958"/>
                </a:lnTo>
                <a:close/>
              </a:path>
              <a:path w="10390505" h="4652010">
                <a:moveTo>
                  <a:pt x="1640434" y="4632958"/>
                </a:moveTo>
                <a:lnTo>
                  <a:pt x="1635100" y="4632958"/>
                </a:lnTo>
                <a:lnTo>
                  <a:pt x="1635100" y="4652008"/>
                </a:lnTo>
                <a:lnTo>
                  <a:pt x="1640434" y="4652008"/>
                </a:lnTo>
                <a:lnTo>
                  <a:pt x="1644625" y="4647742"/>
                </a:lnTo>
                <a:lnTo>
                  <a:pt x="1644625" y="4637222"/>
                </a:lnTo>
                <a:lnTo>
                  <a:pt x="1640434" y="4632958"/>
                </a:lnTo>
                <a:close/>
              </a:path>
              <a:path w="10390505" h="4652010">
                <a:moveTo>
                  <a:pt x="1597000" y="4632958"/>
                </a:moveTo>
                <a:lnTo>
                  <a:pt x="1591793" y="4632958"/>
                </a:lnTo>
                <a:lnTo>
                  <a:pt x="1587475" y="4637222"/>
                </a:lnTo>
                <a:lnTo>
                  <a:pt x="1587475" y="4647742"/>
                </a:lnTo>
                <a:lnTo>
                  <a:pt x="1591793" y="4652008"/>
                </a:lnTo>
                <a:lnTo>
                  <a:pt x="1597000" y="4652008"/>
                </a:lnTo>
                <a:lnTo>
                  <a:pt x="1597000" y="4632958"/>
                </a:lnTo>
                <a:close/>
              </a:path>
              <a:path w="10390505" h="4652010">
                <a:moveTo>
                  <a:pt x="1602334" y="4632958"/>
                </a:moveTo>
                <a:lnTo>
                  <a:pt x="1597000" y="4632958"/>
                </a:lnTo>
                <a:lnTo>
                  <a:pt x="1597000" y="4652008"/>
                </a:lnTo>
                <a:lnTo>
                  <a:pt x="1602334" y="4652008"/>
                </a:lnTo>
                <a:lnTo>
                  <a:pt x="1606525" y="4647742"/>
                </a:lnTo>
                <a:lnTo>
                  <a:pt x="1606525" y="4637222"/>
                </a:lnTo>
                <a:lnTo>
                  <a:pt x="1602334" y="4632958"/>
                </a:lnTo>
                <a:close/>
              </a:path>
              <a:path w="10390505" h="4652010">
                <a:moveTo>
                  <a:pt x="1558900" y="4632958"/>
                </a:moveTo>
                <a:lnTo>
                  <a:pt x="1553566" y="4632958"/>
                </a:lnTo>
                <a:lnTo>
                  <a:pt x="1549375" y="4637222"/>
                </a:lnTo>
                <a:lnTo>
                  <a:pt x="1549375" y="4647742"/>
                </a:lnTo>
                <a:lnTo>
                  <a:pt x="1553566" y="4652008"/>
                </a:lnTo>
                <a:lnTo>
                  <a:pt x="1558900" y="4652008"/>
                </a:lnTo>
                <a:lnTo>
                  <a:pt x="1558900" y="4632958"/>
                </a:lnTo>
                <a:close/>
              </a:path>
              <a:path w="10390505" h="4652010">
                <a:moveTo>
                  <a:pt x="1564107" y="4632958"/>
                </a:moveTo>
                <a:lnTo>
                  <a:pt x="1558900" y="4632958"/>
                </a:lnTo>
                <a:lnTo>
                  <a:pt x="1558900" y="4652008"/>
                </a:lnTo>
                <a:lnTo>
                  <a:pt x="1564107" y="4652008"/>
                </a:lnTo>
                <a:lnTo>
                  <a:pt x="1568425" y="4647742"/>
                </a:lnTo>
                <a:lnTo>
                  <a:pt x="1568425" y="4637222"/>
                </a:lnTo>
                <a:lnTo>
                  <a:pt x="1564107" y="4632958"/>
                </a:lnTo>
                <a:close/>
              </a:path>
              <a:path w="10390505" h="4652010">
                <a:moveTo>
                  <a:pt x="1520800" y="4632958"/>
                </a:moveTo>
                <a:lnTo>
                  <a:pt x="1515466" y="4632958"/>
                </a:lnTo>
                <a:lnTo>
                  <a:pt x="1511275" y="4637222"/>
                </a:lnTo>
                <a:lnTo>
                  <a:pt x="1511275" y="4647742"/>
                </a:lnTo>
                <a:lnTo>
                  <a:pt x="1515466" y="4652008"/>
                </a:lnTo>
                <a:lnTo>
                  <a:pt x="1520800" y="4652008"/>
                </a:lnTo>
                <a:lnTo>
                  <a:pt x="1520800" y="4632958"/>
                </a:lnTo>
                <a:close/>
              </a:path>
              <a:path w="10390505" h="4652010">
                <a:moveTo>
                  <a:pt x="1526007" y="4632958"/>
                </a:moveTo>
                <a:lnTo>
                  <a:pt x="1520800" y="4632958"/>
                </a:lnTo>
                <a:lnTo>
                  <a:pt x="1520800" y="4652008"/>
                </a:lnTo>
                <a:lnTo>
                  <a:pt x="1526007" y="4652008"/>
                </a:lnTo>
                <a:lnTo>
                  <a:pt x="1530325" y="4647742"/>
                </a:lnTo>
                <a:lnTo>
                  <a:pt x="1530325" y="4637222"/>
                </a:lnTo>
                <a:lnTo>
                  <a:pt x="1526007" y="4632958"/>
                </a:lnTo>
                <a:close/>
              </a:path>
              <a:path w="10390505" h="4652010">
                <a:moveTo>
                  <a:pt x="1482573" y="4632958"/>
                </a:moveTo>
                <a:lnTo>
                  <a:pt x="1477366" y="4632958"/>
                </a:lnTo>
                <a:lnTo>
                  <a:pt x="1473048" y="4637222"/>
                </a:lnTo>
                <a:lnTo>
                  <a:pt x="1473048" y="4647742"/>
                </a:lnTo>
                <a:lnTo>
                  <a:pt x="1477366" y="4652008"/>
                </a:lnTo>
                <a:lnTo>
                  <a:pt x="1482573" y="4652008"/>
                </a:lnTo>
                <a:lnTo>
                  <a:pt x="1482573" y="4632958"/>
                </a:lnTo>
                <a:close/>
              </a:path>
              <a:path w="10390505" h="4652010">
                <a:moveTo>
                  <a:pt x="1487907" y="4632958"/>
                </a:moveTo>
                <a:lnTo>
                  <a:pt x="1482700" y="4632958"/>
                </a:lnTo>
                <a:lnTo>
                  <a:pt x="1482700" y="4652008"/>
                </a:lnTo>
                <a:lnTo>
                  <a:pt x="1487907" y="4652008"/>
                </a:lnTo>
                <a:lnTo>
                  <a:pt x="1492225" y="4647742"/>
                </a:lnTo>
                <a:lnTo>
                  <a:pt x="1492225" y="4637222"/>
                </a:lnTo>
                <a:lnTo>
                  <a:pt x="1487907" y="4632958"/>
                </a:lnTo>
                <a:close/>
              </a:path>
              <a:path w="10390505" h="4652010">
                <a:moveTo>
                  <a:pt x="1444473" y="4632958"/>
                </a:moveTo>
                <a:lnTo>
                  <a:pt x="1439266" y="4632958"/>
                </a:lnTo>
                <a:lnTo>
                  <a:pt x="1434948" y="4637222"/>
                </a:lnTo>
                <a:lnTo>
                  <a:pt x="1434948" y="4647742"/>
                </a:lnTo>
                <a:lnTo>
                  <a:pt x="1439266" y="4652008"/>
                </a:lnTo>
                <a:lnTo>
                  <a:pt x="1444473" y="4652008"/>
                </a:lnTo>
                <a:lnTo>
                  <a:pt x="1444473" y="4632958"/>
                </a:lnTo>
                <a:close/>
              </a:path>
              <a:path w="10390505" h="4652010">
                <a:moveTo>
                  <a:pt x="1449807" y="4632958"/>
                </a:moveTo>
                <a:lnTo>
                  <a:pt x="1444473" y="4632958"/>
                </a:lnTo>
                <a:lnTo>
                  <a:pt x="1444473" y="4652008"/>
                </a:lnTo>
                <a:lnTo>
                  <a:pt x="1449807" y="4652008"/>
                </a:lnTo>
                <a:lnTo>
                  <a:pt x="1453998" y="4647742"/>
                </a:lnTo>
                <a:lnTo>
                  <a:pt x="1453998" y="4637222"/>
                </a:lnTo>
                <a:lnTo>
                  <a:pt x="1449807" y="4632958"/>
                </a:lnTo>
                <a:close/>
              </a:path>
              <a:path w="10390505" h="4652010">
                <a:moveTo>
                  <a:pt x="1406373" y="4632958"/>
                </a:moveTo>
                <a:lnTo>
                  <a:pt x="1401166" y="4632958"/>
                </a:lnTo>
                <a:lnTo>
                  <a:pt x="1396848" y="4637222"/>
                </a:lnTo>
                <a:lnTo>
                  <a:pt x="1396848" y="4647742"/>
                </a:lnTo>
                <a:lnTo>
                  <a:pt x="1401166" y="4652008"/>
                </a:lnTo>
                <a:lnTo>
                  <a:pt x="1406373" y="4652008"/>
                </a:lnTo>
                <a:lnTo>
                  <a:pt x="1406373" y="4632958"/>
                </a:lnTo>
                <a:close/>
              </a:path>
              <a:path w="10390505" h="4652010">
                <a:moveTo>
                  <a:pt x="1411707" y="4632958"/>
                </a:moveTo>
                <a:lnTo>
                  <a:pt x="1406373" y="4632958"/>
                </a:lnTo>
                <a:lnTo>
                  <a:pt x="1406373" y="4652008"/>
                </a:lnTo>
                <a:lnTo>
                  <a:pt x="1411707" y="4652008"/>
                </a:lnTo>
                <a:lnTo>
                  <a:pt x="1415898" y="4647742"/>
                </a:lnTo>
                <a:lnTo>
                  <a:pt x="1415898" y="4637222"/>
                </a:lnTo>
                <a:lnTo>
                  <a:pt x="1411707" y="4632958"/>
                </a:lnTo>
                <a:close/>
              </a:path>
              <a:path w="10390505" h="4652010">
                <a:moveTo>
                  <a:pt x="1368273" y="4632958"/>
                </a:moveTo>
                <a:lnTo>
                  <a:pt x="1363066" y="4632958"/>
                </a:lnTo>
                <a:lnTo>
                  <a:pt x="1358748" y="4637222"/>
                </a:lnTo>
                <a:lnTo>
                  <a:pt x="1358748" y="4647742"/>
                </a:lnTo>
                <a:lnTo>
                  <a:pt x="1363066" y="4652008"/>
                </a:lnTo>
                <a:lnTo>
                  <a:pt x="1368273" y="4652008"/>
                </a:lnTo>
                <a:lnTo>
                  <a:pt x="1368273" y="4632958"/>
                </a:lnTo>
                <a:close/>
              </a:path>
              <a:path w="10390505" h="4652010">
                <a:moveTo>
                  <a:pt x="1373607" y="4632958"/>
                </a:moveTo>
                <a:lnTo>
                  <a:pt x="1368273" y="4632958"/>
                </a:lnTo>
                <a:lnTo>
                  <a:pt x="1368273" y="4652008"/>
                </a:lnTo>
                <a:lnTo>
                  <a:pt x="1373607" y="4652008"/>
                </a:lnTo>
                <a:lnTo>
                  <a:pt x="1377798" y="4647742"/>
                </a:lnTo>
                <a:lnTo>
                  <a:pt x="1377798" y="4637222"/>
                </a:lnTo>
                <a:lnTo>
                  <a:pt x="1373607" y="4632958"/>
                </a:lnTo>
                <a:close/>
              </a:path>
              <a:path w="10390505" h="4652010">
                <a:moveTo>
                  <a:pt x="1330173" y="4632958"/>
                </a:moveTo>
                <a:lnTo>
                  <a:pt x="1324839" y="4632958"/>
                </a:lnTo>
                <a:lnTo>
                  <a:pt x="1320648" y="4637222"/>
                </a:lnTo>
                <a:lnTo>
                  <a:pt x="1320648" y="4647742"/>
                </a:lnTo>
                <a:lnTo>
                  <a:pt x="1324839" y="4652008"/>
                </a:lnTo>
                <a:lnTo>
                  <a:pt x="1330173" y="4652008"/>
                </a:lnTo>
                <a:lnTo>
                  <a:pt x="1330173" y="4632958"/>
                </a:lnTo>
                <a:close/>
              </a:path>
              <a:path w="10390505" h="4652010">
                <a:moveTo>
                  <a:pt x="1335380" y="4632958"/>
                </a:moveTo>
                <a:lnTo>
                  <a:pt x="1330173" y="4632958"/>
                </a:lnTo>
                <a:lnTo>
                  <a:pt x="1330173" y="4652008"/>
                </a:lnTo>
                <a:lnTo>
                  <a:pt x="1335380" y="4652008"/>
                </a:lnTo>
                <a:lnTo>
                  <a:pt x="1339698" y="4647742"/>
                </a:lnTo>
                <a:lnTo>
                  <a:pt x="1339698" y="4637222"/>
                </a:lnTo>
                <a:lnTo>
                  <a:pt x="1335380" y="4632958"/>
                </a:lnTo>
                <a:close/>
              </a:path>
              <a:path w="10390505" h="4652010">
                <a:moveTo>
                  <a:pt x="1292073" y="4632958"/>
                </a:moveTo>
                <a:lnTo>
                  <a:pt x="1286739" y="4632958"/>
                </a:lnTo>
                <a:lnTo>
                  <a:pt x="1282548" y="4637222"/>
                </a:lnTo>
                <a:lnTo>
                  <a:pt x="1282548" y="4647742"/>
                </a:lnTo>
                <a:lnTo>
                  <a:pt x="1286739" y="4652008"/>
                </a:lnTo>
                <a:lnTo>
                  <a:pt x="1292073" y="4652008"/>
                </a:lnTo>
                <a:lnTo>
                  <a:pt x="1292073" y="4632958"/>
                </a:lnTo>
                <a:close/>
              </a:path>
              <a:path w="10390505" h="4652010">
                <a:moveTo>
                  <a:pt x="1297280" y="4632958"/>
                </a:moveTo>
                <a:lnTo>
                  <a:pt x="1292073" y="4632958"/>
                </a:lnTo>
                <a:lnTo>
                  <a:pt x="1292073" y="4652008"/>
                </a:lnTo>
                <a:lnTo>
                  <a:pt x="1297280" y="4652008"/>
                </a:lnTo>
                <a:lnTo>
                  <a:pt x="1301598" y="4647742"/>
                </a:lnTo>
                <a:lnTo>
                  <a:pt x="1301598" y="4637222"/>
                </a:lnTo>
                <a:lnTo>
                  <a:pt x="1297280" y="4632958"/>
                </a:lnTo>
                <a:close/>
              </a:path>
              <a:path w="10390505" h="4652010">
                <a:moveTo>
                  <a:pt x="1253973" y="4632958"/>
                </a:moveTo>
                <a:lnTo>
                  <a:pt x="1248639" y="4632958"/>
                </a:lnTo>
                <a:lnTo>
                  <a:pt x="1244448" y="4637222"/>
                </a:lnTo>
                <a:lnTo>
                  <a:pt x="1244448" y="4647742"/>
                </a:lnTo>
                <a:lnTo>
                  <a:pt x="1248639" y="4652008"/>
                </a:lnTo>
                <a:lnTo>
                  <a:pt x="1253973" y="4652008"/>
                </a:lnTo>
                <a:lnTo>
                  <a:pt x="1253973" y="4632958"/>
                </a:lnTo>
                <a:close/>
              </a:path>
              <a:path w="10390505" h="4652010">
                <a:moveTo>
                  <a:pt x="1259180" y="4632958"/>
                </a:moveTo>
                <a:lnTo>
                  <a:pt x="1253973" y="4632958"/>
                </a:lnTo>
                <a:lnTo>
                  <a:pt x="1253973" y="4652008"/>
                </a:lnTo>
                <a:lnTo>
                  <a:pt x="1259180" y="4652008"/>
                </a:lnTo>
                <a:lnTo>
                  <a:pt x="1263498" y="4647742"/>
                </a:lnTo>
                <a:lnTo>
                  <a:pt x="1263498" y="4637222"/>
                </a:lnTo>
                <a:lnTo>
                  <a:pt x="1259180" y="4632958"/>
                </a:lnTo>
                <a:close/>
              </a:path>
              <a:path w="10390505" h="4652010">
                <a:moveTo>
                  <a:pt x="1215746" y="4632958"/>
                </a:moveTo>
                <a:lnTo>
                  <a:pt x="1210539" y="4632958"/>
                </a:lnTo>
                <a:lnTo>
                  <a:pt x="1206221" y="4637222"/>
                </a:lnTo>
                <a:lnTo>
                  <a:pt x="1206221" y="4647742"/>
                </a:lnTo>
                <a:lnTo>
                  <a:pt x="1210539" y="4652008"/>
                </a:lnTo>
                <a:lnTo>
                  <a:pt x="1215746" y="4652008"/>
                </a:lnTo>
                <a:lnTo>
                  <a:pt x="1215746" y="4632958"/>
                </a:lnTo>
                <a:close/>
              </a:path>
              <a:path w="10390505" h="4652010">
                <a:moveTo>
                  <a:pt x="1215873" y="4645658"/>
                </a:moveTo>
                <a:lnTo>
                  <a:pt x="1215746" y="4645658"/>
                </a:lnTo>
                <a:lnTo>
                  <a:pt x="1215746" y="4652008"/>
                </a:lnTo>
                <a:lnTo>
                  <a:pt x="1215873" y="4652008"/>
                </a:lnTo>
                <a:lnTo>
                  <a:pt x="1215873" y="4645658"/>
                </a:lnTo>
                <a:close/>
              </a:path>
              <a:path w="10390505" h="4652010">
                <a:moveTo>
                  <a:pt x="1221080" y="4632958"/>
                </a:moveTo>
                <a:lnTo>
                  <a:pt x="1215873" y="4632958"/>
                </a:lnTo>
                <a:lnTo>
                  <a:pt x="1215873" y="4652008"/>
                </a:lnTo>
                <a:lnTo>
                  <a:pt x="1221080" y="4652008"/>
                </a:lnTo>
                <a:lnTo>
                  <a:pt x="1225398" y="4647742"/>
                </a:lnTo>
                <a:lnTo>
                  <a:pt x="1225398" y="4637222"/>
                </a:lnTo>
                <a:lnTo>
                  <a:pt x="1221080" y="4632958"/>
                </a:lnTo>
                <a:close/>
              </a:path>
              <a:path w="10390505" h="4652010">
                <a:moveTo>
                  <a:pt x="1215873" y="4632958"/>
                </a:moveTo>
                <a:lnTo>
                  <a:pt x="1215746" y="4632958"/>
                </a:lnTo>
                <a:lnTo>
                  <a:pt x="1215746" y="4639308"/>
                </a:lnTo>
                <a:lnTo>
                  <a:pt x="1215873" y="4639308"/>
                </a:lnTo>
                <a:lnTo>
                  <a:pt x="1215873" y="4632958"/>
                </a:lnTo>
                <a:close/>
              </a:path>
              <a:path w="10390505" h="4652010">
                <a:moveTo>
                  <a:pt x="1177646" y="4632958"/>
                </a:moveTo>
                <a:lnTo>
                  <a:pt x="1172439" y="4632958"/>
                </a:lnTo>
                <a:lnTo>
                  <a:pt x="1168121" y="4637222"/>
                </a:lnTo>
                <a:lnTo>
                  <a:pt x="1168121" y="4647742"/>
                </a:lnTo>
                <a:lnTo>
                  <a:pt x="1172439" y="4652008"/>
                </a:lnTo>
                <a:lnTo>
                  <a:pt x="1177646" y="4652008"/>
                </a:lnTo>
                <a:lnTo>
                  <a:pt x="1177646" y="4632958"/>
                </a:lnTo>
                <a:close/>
              </a:path>
              <a:path w="10390505" h="4652010">
                <a:moveTo>
                  <a:pt x="1182980" y="4632958"/>
                </a:moveTo>
                <a:lnTo>
                  <a:pt x="1177646" y="4632958"/>
                </a:lnTo>
                <a:lnTo>
                  <a:pt x="1177646" y="4652008"/>
                </a:lnTo>
                <a:lnTo>
                  <a:pt x="1182980" y="4652008"/>
                </a:lnTo>
                <a:lnTo>
                  <a:pt x="1187171" y="4647742"/>
                </a:lnTo>
                <a:lnTo>
                  <a:pt x="1187171" y="4637222"/>
                </a:lnTo>
                <a:lnTo>
                  <a:pt x="1182980" y="4632958"/>
                </a:lnTo>
                <a:close/>
              </a:path>
              <a:path w="10390505" h="4652010">
                <a:moveTo>
                  <a:pt x="1139546" y="4632958"/>
                </a:moveTo>
                <a:lnTo>
                  <a:pt x="1134339" y="4632958"/>
                </a:lnTo>
                <a:lnTo>
                  <a:pt x="1130021" y="4637222"/>
                </a:lnTo>
                <a:lnTo>
                  <a:pt x="1130021" y="4647742"/>
                </a:lnTo>
                <a:lnTo>
                  <a:pt x="1134339" y="4652008"/>
                </a:lnTo>
                <a:lnTo>
                  <a:pt x="1139546" y="4652008"/>
                </a:lnTo>
                <a:lnTo>
                  <a:pt x="1139546" y="4632958"/>
                </a:lnTo>
                <a:close/>
              </a:path>
              <a:path w="10390505" h="4652010">
                <a:moveTo>
                  <a:pt x="1144880" y="4632958"/>
                </a:moveTo>
                <a:lnTo>
                  <a:pt x="1139546" y="4632958"/>
                </a:lnTo>
                <a:lnTo>
                  <a:pt x="1139546" y="4652008"/>
                </a:lnTo>
                <a:lnTo>
                  <a:pt x="1144880" y="4652008"/>
                </a:lnTo>
                <a:lnTo>
                  <a:pt x="1149071" y="4647742"/>
                </a:lnTo>
                <a:lnTo>
                  <a:pt x="1149071" y="4637222"/>
                </a:lnTo>
                <a:lnTo>
                  <a:pt x="1144880" y="4632958"/>
                </a:lnTo>
                <a:close/>
              </a:path>
              <a:path w="10390505" h="4652010">
                <a:moveTo>
                  <a:pt x="1101446" y="4632958"/>
                </a:moveTo>
                <a:lnTo>
                  <a:pt x="1096239" y="4632958"/>
                </a:lnTo>
                <a:lnTo>
                  <a:pt x="1091921" y="4637222"/>
                </a:lnTo>
                <a:lnTo>
                  <a:pt x="1091921" y="4647742"/>
                </a:lnTo>
                <a:lnTo>
                  <a:pt x="1096239" y="4652008"/>
                </a:lnTo>
                <a:lnTo>
                  <a:pt x="1101446" y="4652008"/>
                </a:lnTo>
                <a:lnTo>
                  <a:pt x="1101446" y="4632958"/>
                </a:lnTo>
                <a:close/>
              </a:path>
              <a:path w="10390505" h="4652010">
                <a:moveTo>
                  <a:pt x="1106780" y="4632958"/>
                </a:moveTo>
                <a:lnTo>
                  <a:pt x="1101446" y="4632958"/>
                </a:lnTo>
                <a:lnTo>
                  <a:pt x="1101446" y="4652008"/>
                </a:lnTo>
                <a:lnTo>
                  <a:pt x="1106780" y="4652008"/>
                </a:lnTo>
                <a:lnTo>
                  <a:pt x="1110971" y="4647742"/>
                </a:lnTo>
                <a:lnTo>
                  <a:pt x="1110971" y="4637222"/>
                </a:lnTo>
                <a:lnTo>
                  <a:pt x="1106780" y="4632958"/>
                </a:lnTo>
                <a:close/>
              </a:path>
              <a:path w="10390505" h="4652010">
                <a:moveTo>
                  <a:pt x="1063346" y="4632958"/>
                </a:moveTo>
                <a:lnTo>
                  <a:pt x="1058012" y="4632958"/>
                </a:lnTo>
                <a:lnTo>
                  <a:pt x="1053821" y="4637222"/>
                </a:lnTo>
                <a:lnTo>
                  <a:pt x="1053821" y="4647742"/>
                </a:lnTo>
                <a:lnTo>
                  <a:pt x="1058012" y="4652008"/>
                </a:lnTo>
                <a:lnTo>
                  <a:pt x="1063346" y="4652008"/>
                </a:lnTo>
                <a:lnTo>
                  <a:pt x="1063346" y="4632958"/>
                </a:lnTo>
                <a:close/>
              </a:path>
              <a:path w="10390505" h="4652010">
                <a:moveTo>
                  <a:pt x="1068553" y="4632958"/>
                </a:moveTo>
                <a:lnTo>
                  <a:pt x="1063346" y="4632958"/>
                </a:lnTo>
                <a:lnTo>
                  <a:pt x="1063346" y="4652008"/>
                </a:lnTo>
                <a:lnTo>
                  <a:pt x="1068553" y="4652008"/>
                </a:lnTo>
                <a:lnTo>
                  <a:pt x="1072871" y="4647742"/>
                </a:lnTo>
                <a:lnTo>
                  <a:pt x="1072871" y="4637222"/>
                </a:lnTo>
                <a:lnTo>
                  <a:pt x="1068553" y="4632958"/>
                </a:lnTo>
                <a:close/>
              </a:path>
              <a:path w="10390505" h="4652010">
                <a:moveTo>
                  <a:pt x="1025246" y="4632958"/>
                </a:moveTo>
                <a:lnTo>
                  <a:pt x="1019912" y="4632958"/>
                </a:lnTo>
                <a:lnTo>
                  <a:pt x="1015721" y="4637222"/>
                </a:lnTo>
                <a:lnTo>
                  <a:pt x="1015721" y="4647742"/>
                </a:lnTo>
                <a:lnTo>
                  <a:pt x="1019912" y="4652008"/>
                </a:lnTo>
                <a:lnTo>
                  <a:pt x="1025246" y="4652008"/>
                </a:lnTo>
                <a:lnTo>
                  <a:pt x="1025246" y="4632958"/>
                </a:lnTo>
                <a:close/>
              </a:path>
              <a:path w="10390505" h="4652010">
                <a:moveTo>
                  <a:pt x="1030453" y="4632958"/>
                </a:moveTo>
                <a:lnTo>
                  <a:pt x="1025246" y="4632958"/>
                </a:lnTo>
                <a:lnTo>
                  <a:pt x="1025246" y="4652008"/>
                </a:lnTo>
                <a:lnTo>
                  <a:pt x="1030453" y="4652008"/>
                </a:lnTo>
                <a:lnTo>
                  <a:pt x="1034771" y="4647742"/>
                </a:lnTo>
                <a:lnTo>
                  <a:pt x="1034771" y="4637222"/>
                </a:lnTo>
                <a:lnTo>
                  <a:pt x="1030453" y="4632958"/>
                </a:lnTo>
                <a:close/>
              </a:path>
              <a:path w="10390505" h="4652010">
                <a:moveTo>
                  <a:pt x="987146" y="4632958"/>
                </a:moveTo>
                <a:lnTo>
                  <a:pt x="981812" y="4632958"/>
                </a:lnTo>
                <a:lnTo>
                  <a:pt x="977621" y="4637222"/>
                </a:lnTo>
                <a:lnTo>
                  <a:pt x="977621" y="4647742"/>
                </a:lnTo>
                <a:lnTo>
                  <a:pt x="981812" y="4652008"/>
                </a:lnTo>
                <a:lnTo>
                  <a:pt x="987146" y="4652008"/>
                </a:lnTo>
                <a:lnTo>
                  <a:pt x="987146" y="4632958"/>
                </a:lnTo>
                <a:close/>
              </a:path>
              <a:path w="10390505" h="4652010">
                <a:moveTo>
                  <a:pt x="992353" y="4632958"/>
                </a:moveTo>
                <a:lnTo>
                  <a:pt x="987146" y="4632958"/>
                </a:lnTo>
                <a:lnTo>
                  <a:pt x="987146" y="4652008"/>
                </a:lnTo>
                <a:lnTo>
                  <a:pt x="992353" y="4652008"/>
                </a:lnTo>
                <a:lnTo>
                  <a:pt x="996671" y="4647742"/>
                </a:lnTo>
                <a:lnTo>
                  <a:pt x="996671" y="4637222"/>
                </a:lnTo>
                <a:lnTo>
                  <a:pt x="992353" y="4632958"/>
                </a:lnTo>
                <a:close/>
              </a:path>
              <a:path w="10390505" h="4652010">
                <a:moveTo>
                  <a:pt x="948919" y="4632958"/>
                </a:moveTo>
                <a:lnTo>
                  <a:pt x="943712" y="4632958"/>
                </a:lnTo>
                <a:lnTo>
                  <a:pt x="939394" y="4637222"/>
                </a:lnTo>
                <a:lnTo>
                  <a:pt x="939394" y="4647742"/>
                </a:lnTo>
                <a:lnTo>
                  <a:pt x="943712" y="4652008"/>
                </a:lnTo>
                <a:lnTo>
                  <a:pt x="948919" y="4652008"/>
                </a:lnTo>
                <a:lnTo>
                  <a:pt x="948919" y="4632958"/>
                </a:lnTo>
                <a:close/>
              </a:path>
              <a:path w="10390505" h="4652010">
                <a:moveTo>
                  <a:pt x="954253" y="4632958"/>
                </a:moveTo>
                <a:lnTo>
                  <a:pt x="949046" y="4632958"/>
                </a:lnTo>
                <a:lnTo>
                  <a:pt x="949046" y="4652008"/>
                </a:lnTo>
                <a:lnTo>
                  <a:pt x="954253" y="4652008"/>
                </a:lnTo>
                <a:lnTo>
                  <a:pt x="958571" y="4647742"/>
                </a:lnTo>
                <a:lnTo>
                  <a:pt x="958571" y="4637222"/>
                </a:lnTo>
                <a:lnTo>
                  <a:pt x="954253" y="4632958"/>
                </a:lnTo>
                <a:close/>
              </a:path>
              <a:path w="10390505" h="4652010">
                <a:moveTo>
                  <a:pt x="910819" y="4632958"/>
                </a:moveTo>
                <a:lnTo>
                  <a:pt x="905612" y="4632958"/>
                </a:lnTo>
                <a:lnTo>
                  <a:pt x="901294" y="4637222"/>
                </a:lnTo>
                <a:lnTo>
                  <a:pt x="901294" y="4647742"/>
                </a:lnTo>
                <a:lnTo>
                  <a:pt x="905612" y="4652008"/>
                </a:lnTo>
                <a:lnTo>
                  <a:pt x="910819" y="4652008"/>
                </a:lnTo>
                <a:lnTo>
                  <a:pt x="910819" y="4632958"/>
                </a:lnTo>
                <a:close/>
              </a:path>
              <a:path w="10390505" h="4652010">
                <a:moveTo>
                  <a:pt x="916153" y="4632958"/>
                </a:moveTo>
                <a:lnTo>
                  <a:pt x="910819" y="4632958"/>
                </a:lnTo>
                <a:lnTo>
                  <a:pt x="910819" y="4652008"/>
                </a:lnTo>
                <a:lnTo>
                  <a:pt x="916153" y="4652008"/>
                </a:lnTo>
                <a:lnTo>
                  <a:pt x="920344" y="4647742"/>
                </a:lnTo>
                <a:lnTo>
                  <a:pt x="920344" y="4637222"/>
                </a:lnTo>
                <a:lnTo>
                  <a:pt x="916153" y="4632958"/>
                </a:lnTo>
                <a:close/>
              </a:path>
              <a:path w="10390505" h="4652010">
                <a:moveTo>
                  <a:pt x="872719" y="4632958"/>
                </a:moveTo>
                <a:lnTo>
                  <a:pt x="867512" y="4632958"/>
                </a:lnTo>
                <a:lnTo>
                  <a:pt x="863194" y="4637222"/>
                </a:lnTo>
                <a:lnTo>
                  <a:pt x="863194" y="4647742"/>
                </a:lnTo>
                <a:lnTo>
                  <a:pt x="867512" y="4652008"/>
                </a:lnTo>
                <a:lnTo>
                  <a:pt x="872719" y="4652008"/>
                </a:lnTo>
                <a:lnTo>
                  <a:pt x="872719" y="4632958"/>
                </a:lnTo>
                <a:close/>
              </a:path>
              <a:path w="10390505" h="4652010">
                <a:moveTo>
                  <a:pt x="878053" y="4632958"/>
                </a:moveTo>
                <a:lnTo>
                  <a:pt x="872719" y="4632958"/>
                </a:lnTo>
                <a:lnTo>
                  <a:pt x="872719" y="4652008"/>
                </a:lnTo>
                <a:lnTo>
                  <a:pt x="878053" y="4652008"/>
                </a:lnTo>
                <a:lnTo>
                  <a:pt x="882244" y="4647742"/>
                </a:lnTo>
                <a:lnTo>
                  <a:pt x="882244" y="4637222"/>
                </a:lnTo>
                <a:lnTo>
                  <a:pt x="878053" y="4632958"/>
                </a:lnTo>
                <a:close/>
              </a:path>
              <a:path w="10390505" h="4652010">
                <a:moveTo>
                  <a:pt x="834619" y="4632958"/>
                </a:moveTo>
                <a:lnTo>
                  <a:pt x="829412" y="4632958"/>
                </a:lnTo>
                <a:lnTo>
                  <a:pt x="825094" y="4637222"/>
                </a:lnTo>
                <a:lnTo>
                  <a:pt x="825094" y="4647742"/>
                </a:lnTo>
                <a:lnTo>
                  <a:pt x="829412" y="4652008"/>
                </a:lnTo>
                <a:lnTo>
                  <a:pt x="834619" y="4652008"/>
                </a:lnTo>
                <a:lnTo>
                  <a:pt x="834619" y="4632958"/>
                </a:lnTo>
                <a:close/>
              </a:path>
              <a:path w="10390505" h="4652010">
                <a:moveTo>
                  <a:pt x="839953" y="4632958"/>
                </a:moveTo>
                <a:lnTo>
                  <a:pt x="834619" y="4632958"/>
                </a:lnTo>
                <a:lnTo>
                  <a:pt x="834619" y="4652008"/>
                </a:lnTo>
                <a:lnTo>
                  <a:pt x="839953" y="4652008"/>
                </a:lnTo>
                <a:lnTo>
                  <a:pt x="844144" y="4647742"/>
                </a:lnTo>
                <a:lnTo>
                  <a:pt x="844144" y="4637222"/>
                </a:lnTo>
                <a:lnTo>
                  <a:pt x="839953" y="4632958"/>
                </a:lnTo>
                <a:close/>
              </a:path>
              <a:path w="10390505" h="4652010">
                <a:moveTo>
                  <a:pt x="796519" y="4632958"/>
                </a:moveTo>
                <a:lnTo>
                  <a:pt x="791185" y="4632958"/>
                </a:lnTo>
                <a:lnTo>
                  <a:pt x="786994" y="4637222"/>
                </a:lnTo>
                <a:lnTo>
                  <a:pt x="786994" y="4647742"/>
                </a:lnTo>
                <a:lnTo>
                  <a:pt x="791185" y="4652008"/>
                </a:lnTo>
                <a:lnTo>
                  <a:pt x="796519" y="4652008"/>
                </a:lnTo>
                <a:lnTo>
                  <a:pt x="796519" y="4632958"/>
                </a:lnTo>
                <a:close/>
              </a:path>
              <a:path w="10390505" h="4652010">
                <a:moveTo>
                  <a:pt x="801726" y="4632958"/>
                </a:moveTo>
                <a:lnTo>
                  <a:pt x="796519" y="4632958"/>
                </a:lnTo>
                <a:lnTo>
                  <a:pt x="796519" y="4652008"/>
                </a:lnTo>
                <a:lnTo>
                  <a:pt x="801726" y="4652008"/>
                </a:lnTo>
                <a:lnTo>
                  <a:pt x="806044" y="4647742"/>
                </a:lnTo>
                <a:lnTo>
                  <a:pt x="806044" y="4637222"/>
                </a:lnTo>
                <a:lnTo>
                  <a:pt x="801726" y="4632958"/>
                </a:lnTo>
                <a:close/>
              </a:path>
              <a:path w="10390505" h="4652010">
                <a:moveTo>
                  <a:pt x="758419" y="4632958"/>
                </a:moveTo>
                <a:lnTo>
                  <a:pt x="753085" y="4632958"/>
                </a:lnTo>
                <a:lnTo>
                  <a:pt x="748894" y="4637222"/>
                </a:lnTo>
                <a:lnTo>
                  <a:pt x="748894" y="4647742"/>
                </a:lnTo>
                <a:lnTo>
                  <a:pt x="753085" y="4652008"/>
                </a:lnTo>
                <a:lnTo>
                  <a:pt x="758419" y="4652008"/>
                </a:lnTo>
                <a:lnTo>
                  <a:pt x="758419" y="4632958"/>
                </a:lnTo>
                <a:close/>
              </a:path>
              <a:path w="10390505" h="4652010">
                <a:moveTo>
                  <a:pt x="763626" y="4632958"/>
                </a:moveTo>
                <a:lnTo>
                  <a:pt x="758419" y="4632958"/>
                </a:lnTo>
                <a:lnTo>
                  <a:pt x="758419" y="4652008"/>
                </a:lnTo>
                <a:lnTo>
                  <a:pt x="763626" y="4652008"/>
                </a:lnTo>
                <a:lnTo>
                  <a:pt x="767944" y="4647742"/>
                </a:lnTo>
                <a:lnTo>
                  <a:pt x="767944" y="4637222"/>
                </a:lnTo>
                <a:lnTo>
                  <a:pt x="763626" y="4632958"/>
                </a:lnTo>
                <a:close/>
              </a:path>
              <a:path w="10390505" h="4652010">
                <a:moveTo>
                  <a:pt x="720192" y="4632958"/>
                </a:moveTo>
                <a:lnTo>
                  <a:pt x="714985" y="4632958"/>
                </a:lnTo>
                <a:lnTo>
                  <a:pt x="710667" y="4637222"/>
                </a:lnTo>
                <a:lnTo>
                  <a:pt x="710667" y="4647742"/>
                </a:lnTo>
                <a:lnTo>
                  <a:pt x="714985" y="4652008"/>
                </a:lnTo>
                <a:lnTo>
                  <a:pt x="720192" y="4652008"/>
                </a:lnTo>
                <a:lnTo>
                  <a:pt x="720192" y="4632958"/>
                </a:lnTo>
                <a:close/>
              </a:path>
              <a:path w="10390505" h="4652010">
                <a:moveTo>
                  <a:pt x="720319" y="4645658"/>
                </a:moveTo>
                <a:lnTo>
                  <a:pt x="720192" y="4645658"/>
                </a:lnTo>
                <a:lnTo>
                  <a:pt x="720192" y="4652008"/>
                </a:lnTo>
                <a:lnTo>
                  <a:pt x="720319" y="4652008"/>
                </a:lnTo>
                <a:lnTo>
                  <a:pt x="720319" y="4645658"/>
                </a:lnTo>
                <a:close/>
              </a:path>
              <a:path w="10390505" h="4652010">
                <a:moveTo>
                  <a:pt x="725526" y="4632958"/>
                </a:moveTo>
                <a:lnTo>
                  <a:pt x="720319" y="4632958"/>
                </a:lnTo>
                <a:lnTo>
                  <a:pt x="720319" y="4652008"/>
                </a:lnTo>
                <a:lnTo>
                  <a:pt x="725526" y="4652008"/>
                </a:lnTo>
                <a:lnTo>
                  <a:pt x="729844" y="4647742"/>
                </a:lnTo>
                <a:lnTo>
                  <a:pt x="729844" y="4637222"/>
                </a:lnTo>
                <a:lnTo>
                  <a:pt x="725526" y="4632958"/>
                </a:lnTo>
                <a:close/>
              </a:path>
              <a:path w="10390505" h="4652010">
                <a:moveTo>
                  <a:pt x="720319" y="4632958"/>
                </a:moveTo>
                <a:lnTo>
                  <a:pt x="720192" y="4632958"/>
                </a:lnTo>
                <a:lnTo>
                  <a:pt x="720192" y="4639308"/>
                </a:lnTo>
                <a:lnTo>
                  <a:pt x="720319" y="4639308"/>
                </a:lnTo>
                <a:lnTo>
                  <a:pt x="720319" y="4632958"/>
                </a:lnTo>
                <a:close/>
              </a:path>
              <a:path w="10390505" h="4652010">
                <a:moveTo>
                  <a:pt x="682092" y="4632958"/>
                </a:moveTo>
                <a:lnTo>
                  <a:pt x="676885" y="4632958"/>
                </a:lnTo>
                <a:lnTo>
                  <a:pt x="672567" y="4637222"/>
                </a:lnTo>
                <a:lnTo>
                  <a:pt x="672567" y="4647742"/>
                </a:lnTo>
                <a:lnTo>
                  <a:pt x="676885" y="4652008"/>
                </a:lnTo>
                <a:lnTo>
                  <a:pt x="682092" y="4652008"/>
                </a:lnTo>
                <a:lnTo>
                  <a:pt x="682092" y="4632958"/>
                </a:lnTo>
                <a:close/>
              </a:path>
              <a:path w="10390505" h="4652010">
                <a:moveTo>
                  <a:pt x="687426" y="4632958"/>
                </a:moveTo>
                <a:lnTo>
                  <a:pt x="682092" y="4632958"/>
                </a:lnTo>
                <a:lnTo>
                  <a:pt x="682092" y="4652008"/>
                </a:lnTo>
                <a:lnTo>
                  <a:pt x="687426" y="4652008"/>
                </a:lnTo>
                <a:lnTo>
                  <a:pt x="691617" y="4647742"/>
                </a:lnTo>
                <a:lnTo>
                  <a:pt x="691617" y="4637222"/>
                </a:lnTo>
                <a:lnTo>
                  <a:pt x="687426" y="4632958"/>
                </a:lnTo>
                <a:close/>
              </a:path>
              <a:path w="10390505" h="4652010">
                <a:moveTo>
                  <a:pt x="643992" y="4632958"/>
                </a:moveTo>
                <a:lnTo>
                  <a:pt x="638785" y="4632958"/>
                </a:lnTo>
                <a:lnTo>
                  <a:pt x="634467" y="4637222"/>
                </a:lnTo>
                <a:lnTo>
                  <a:pt x="634467" y="4647742"/>
                </a:lnTo>
                <a:lnTo>
                  <a:pt x="638785" y="4652008"/>
                </a:lnTo>
                <a:lnTo>
                  <a:pt x="643992" y="4652008"/>
                </a:lnTo>
                <a:lnTo>
                  <a:pt x="643992" y="4632958"/>
                </a:lnTo>
                <a:close/>
              </a:path>
              <a:path w="10390505" h="4652010">
                <a:moveTo>
                  <a:pt x="649326" y="4632958"/>
                </a:moveTo>
                <a:lnTo>
                  <a:pt x="643992" y="4632958"/>
                </a:lnTo>
                <a:lnTo>
                  <a:pt x="643992" y="4652008"/>
                </a:lnTo>
                <a:lnTo>
                  <a:pt x="649326" y="4652008"/>
                </a:lnTo>
                <a:lnTo>
                  <a:pt x="653517" y="4647742"/>
                </a:lnTo>
                <a:lnTo>
                  <a:pt x="653517" y="4637222"/>
                </a:lnTo>
                <a:lnTo>
                  <a:pt x="649326" y="4632958"/>
                </a:lnTo>
                <a:close/>
              </a:path>
              <a:path w="10390505" h="4652010">
                <a:moveTo>
                  <a:pt x="605892" y="4632958"/>
                </a:moveTo>
                <a:lnTo>
                  <a:pt x="600685" y="4632958"/>
                </a:lnTo>
                <a:lnTo>
                  <a:pt x="596367" y="4637222"/>
                </a:lnTo>
                <a:lnTo>
                  <a:pt x="596367" y="4647742"/>
                </a:lnTo>
                <a:lnTo>
                  <a:pt x="600685" y="4652008"/>
                </a:lnTo>
                <a:lnTo>
                  <a:pt x="605892" y="4652008"/>
                </a:lnTo>
                <a:lnTo>
                  <a:pt x="605892" y="4632958"/>
                </a:lnTo>
                <a:close/>
              </a:path>
              <a:path w="10390505" h="4652010">
                <a:moveTo>
                  <a:pt x="611226" y="4632958"/>
                </a:moveTo>
                <a:lnTo>
                  <a:pt x="605892" y="4632958"/>
                </a:lnTo>
                <a:lnTo>
                  <a:pt x="605892" y="4652008"/>
                </a:lnTo>
                <a:lnTo>
                  <a:pt x="611226" y="4652008"/>
                </a:lnTo>
                <a:lnTo>
                  <a:pt x="615417" y="4647742"/>
                </a:lnTo>
                <a:lnTo>
                  <a:pt x="615417" y="4637222"/>
                </a:lnTo>
                <a:lnTo>
                  <a:pt x="611226" y="4632958"/>
                </a:lnTo>
                <a:close/>
              </a:path>
              <a:path w="10390505" h="4652010">
                <a:moveTo>
                  <a:pt x="567792" y="4632958"/>
                </a:moveTo>
                <a:lnTo>
                  <a:pt x="562458" y="4632958"/>
                </a:lnTo>
                <a:lnTo>
                  <a:pt x="558267" y="4637222"/>
                </a:lnTo>
                <a:lnTo>
                  <a:pt x="558267" y="4647742"/>
                </a:lnTo>
                <a:lnTo>
                  <a:pt x="562458" y="4652008"/>
                </a:lnTo>
                <a:lnTo>
                  <a:pt x="567792" y="4652008"/>
                </a:lnTo>
                <a:lnTo>
                  <a:pt x="567792" y="4632958"/>
                </a:lnTo>
                <a:close/>
              </a:path>
              <a:path w="10390505" h="4652010">
                <a:moveTo>
                  <a:pt x="572999" y="4632958"/>
                </a:moveTo>
                <a:lnTo>
                  <a:pt x="567792" y="4632958"/>
                </a:lnTo>
                <a:lnTo>
                  <a:pt x="567792" y="4652008"/>
                </a:lnTo>
                <a:lnTo>
                  <a:pt x="572999" y="4652008"/>
                </a:lnTo>
                <a:lnTo>
                  <a:pt x="577317" y="4647742"/>
                </a:lnTo>
                <a:lnTo>
                  <a:pt x="577317" y="4637222"/>
                </a:lnTo>
                <a:lnTo>
                  <a:pt x="572999" y="4632958"/>
                </a:lnTo>
                <a:close/>
              </a:path>
              <a:path w="10390505" h="4652010">
                <a:moveTo>
                  <a:pt x="529692" y="4632958"/>
                </a:moveTo>
                <a:lnTo>
                  <a:pt x="524358" y="4632958"/>
                </a:lnTo>
                <a:lnTo>
                  <a:pt x="520167" y="4637222"/>
                </a:lnTo>
                <a:lnTo>
                  <a:pt x="520167" y="4647742"/>
                </a:lnTo>
                <a:lnTo>
                  <a:pt x="524358" y="4652008"/>
                </a:lnTo>
                <a:lnTo>
                  <a:pt x="529692" y="4652008"/>
                </a:lnTo>
                <a:lnTo>
                  <a:pt x="529692" y="4632958"/>
                </a:lnTo>
                <a:close/>
              </a:path>
              <a:path w="10390505" h="4652010">
                <a:moveTo>
                  <a:pt x="534899" y="4632958"/>
                </a:moveTo>
                <a:lnTo>
                  <a:pt x="529692" y="4632958"/>
                </a:lnTo>
                <a:lnTo>
                  <a:pt x="529692" y="4652008"/>
                </a:lnTo>
                <a:lnTo>
                  <a:pt x="534899" y="4652008"/>
                </a:lnTo>
                <a:lnTo>
                  <a:pt x="539217" y="4647742"/>
                </a:lnTo>
                <a:lnTo>
                  <a:pt x="539217" y="4637222"/>
                </a:lnTo>
                <a:lnTo>
                  <a:pt x="534899" y="4632958"/>
                </a:lnTo>
                <a:close/>
              </a:path>
              <a:path w="10390505" h="4652010">
                <a:moveTo>
                  <a:pt x="491592" y="4632958"/>
                </a:moveTo>
                <a:lnTo>
                  <a:pt x="486258" y="4632958"/>
                </a:lnTo>
                <a:lnTo>
                  <a:pt x="482067" y="4637222"/>
                </a:lnTo>
                <a:lnTo>
                  <a:pt x="482067" y="4647742"/>
                </a:lnTo>
                <a:lnTo>
                  <a:pt x="486258" y="4652008"/>
                </a:lnTo>
                <a:lnTo>
                  <a:pt x="491592" y="4652008"/>
                </a:lnTo>
                <a:lnTo>
                  <a:pt x="491592" y="4632958"/>
                </a:lnTo>
                <a:close/>
              </a:path>
              <a:path w="10390505" h="4652010">
                <a:moveTo>
                  <a:pt x="496799" y="4632958"/>
                </a:moveTo>
                <a:lnTo>
                  <a:pt x="491592" y="4632958"/>
                </a:lnTo>
                <a:lnTo>
                  <a:pt x="491592" y="4652008"/>
                </a:lnTo>
                <a:lnTo>
                  <a:pt x="496799" y="4652008"/>
                </a:lnTo>
                <a:lnTo>
                  <a:pt x="501117" y="4647742"/>
                </a:lnTo>
                <a:lnTo>
                  <a:pt x="501117" y="4637222"/>
                </a:lnTo>
                <a:lnTo>
                  <a:pt x="496799" y="4632958"/>
                </a:lnTo>
                <a:close/>
              </a:path>
              <a:path w="10390505" h="4652010">
                <a:moveTo>
                  <a:pt x="453365" y="4632958"/>
                </a:moveTo>
                <a:lnTo>
                  <a:pt x="448158" y="4632958"/>
                </a:lnTo>
                <a:lnTo>
                  <a:pt x="443840" y="4637222"/>
                </a:lnTo>
                <a:lnTo>
                  <a:pt x="443840" y="4647742"/>
                </a:lnTo>
                <a:lnTo>
                  <a:pt x="448158" y="4652008"/>
                </a:lnTo>
                <a:lnTo>
                  <a:pt x="453365" y="4652008"/>
                </a:lnTo>
                <a:lnTo>
                  <a:pt x="453365" y="4632958"/>
                </a:lnTo>
                <a:close/>
              </a:path>
              <a:path w="10390505" h="4652010">
                <a:moveTo>
                  <a:pt x="458699" y="4632958"/>
                </a:moveTo>
                <a:lnTo>
                  <a:pt x="453492" y="4632958"/>
                </a:lnTo>
                <a:lnTo>
                  <a:pt x="453492" y="4652008"/>
                </a:lnTo>
                <a:lnTo>
                  <a:pt x="458699" y="4652008"/>
                </a:lnTo>
                <a:lnTo>
                  <a:pt x="463017" y="4647742"/>
                </a:lnTo>
                <a:lnTo>
                  <a:pt x="463017" y="4637222"/>
                </a:lnTo>
                <a:lnTo>
                  <a:pt x="458699" y="4632958"/>
                </a:lnTo>
                <a:close/>
              </a:path>
              <a:path w="10390505" h="4652010">
                <a:moveTo>
                  <a:pt x="415303" y="4632958"/>
                </a:moveTo>
                <a:lnTo>
                  <a:pt x="410045" y="4632958"/>
                </a:lnTo>
                <a:lnTo>
                  <a:pt x="405778" y="4637222"/>
                </a:lnTo>
                <a:lnTo>
                  <a:pt x="405778" y="4647742"/>
                </a:lnTo>
                <a:lnTo>
                  <a:pt x="410045" y="4652008"/>
                </a:lnTo>
                <a:lnTo>
                  <a:pt x="415303" y="4652008"/>
                </a:lnTo>
                <a:lnTo>
                  <a:pt x="415303" y="4632958"/>
                </a:lnTo>
                <a:close/>
              </a:path>
              <a:path w="10390505" h="4652010">
                <a:moveTo>
                  <a:pt x="420586" y="4632958"/>
                </a:moveTo>
                <a:lnTo>
                  <a:pt x="415328" y="4632958"/>
                </a:lnTo>
                <a:lnTo>
                  <a:pt x="415328" y="4652008"/>
                </a:lnTo>
                <a:lnTo>
                  <a:pt x="420586" y="4652008"/>
                </a:lnTo>
                <a:lnTo>
                  <a:pt x="424853" y="4647742"/>
                </a:lnTo>
                <a:lnTo>
                  <a:pt x="424853" y="4637222"/>
                </a:lnTo>
                <a:lnTo>
                  <a:pt x="420586" y="4632958"/>
                </a:lnTo>
                <a:close/>
              </a:path>
              <a:path w="10390505" h="4652010">
                <a:moveTo>
                  <a:pt x="377190" y="4632958"/>
                </a:moveTo>
                <a:lnTo>
                  <a:pt x="371920" y="4632958"/>
                </a:lnTo>
                <a:lnTo>
                  <a:pt x="367665" y="4637222"/>
                </a:lnTo>
                <a:lnTo>
                  <a:pt x="367665" y="4647742"/>
                </a:lnTo>
                <a:lnTo>
                  <a:pt x="371920" y="4652008"/>
                </a:lnTo>
                <a:lnTo>
                  <a:pt x="377190" y="4652008"/>
                </a:lnTo>
                <a:lnTo>
                  <a:pt x="377190" y="4632958"/>
                </a:lnTo>
                <a:close/>
              </a:path>
              <a:path w="10390505" h="4652010">
                <a:moveTo>
                  <a:pt x="382461" y="4632958"/>
                </a:moveTo>
                <a:lnTo>
                  <a:pt x="377203" y="4632958"/>
                </a:lnTo>
                <a:lnTo>
                  <a:pt x="377203" y="4652008"/>
                </a:lnTo>
                <a:lnTo>
                  <a:pt x="382461" y="4652008"/>
                </a:lnTo>
                <a:lnTo>
                  <a:pt x="386728" y="4647742"/>
                </a:lnTo>
                <a:lnTo>
                  <a:pt x="386728" y="4637222"/>
                </a:lnTo>
                <a:lnTo>
                  <a:pt x="382461" y="4632958"/>
                </a:lnTo>
                <a:close/>
              </a:path>
              <a:path w="10390505" h="4652010">
                <a:moveTo>
                  <a:pt x="339065" y="4632958"/>
                </a:moveTo>
                <a:lnTo>
                  <a:pt x="333807" y="4632958"/>
                </a:lnTo>
                <a:lnTo>
                  <a:pt x="329540" y="4637222"/>
                </a:lnTo>
                <a:lnTo>
                  <a:pt x="329540" y="4647742"/>
                </a:lnTo>
                <a:lnTo>
                  <a:pt x="333807" y="4652008"/>
                </a:lnTo>
                <a:lnTo>
                  <a:pt x="339065" y="4652008"/>
                </a:lnTo>
                <a:lnTo>
                  <a:pt x="339065" y="4632958"/>
                </a:lnTo>
                <a:close/>
              </a:path>
              <a:path w="10390505" h="4652010">
                <a:moveTo>
                  <a:pt x="344348" y="4632958"/>
                </a:moveTo>
                <a:lnTo>
                  <a:pt x="339090" y="4632958"/>
                </a:lnTo>
                <a:lnTo>
                  <a:pt x="339090" y="4652008"/>
                </a:lnTo>
                <a:lnTo>
                  <a:pt x="344348" y="4652008"/>
                </a:lnTo>
                <a:lnTo>
                  <a:pt x="348615" y="4647742"/>
                </a:lnTo>
                <a:lnTo>
                  <a:pt x="348615" y="4637222"/>
                </a:lnTo>
                <a:lnTo>
                  <a:pt x="344348" y="4632958"/>
                </a:lnTo>
                <a:close/>
              </a:path>
              <a:path w="10390505" h="4652010">
                <a:moveTo>
                  <a:pt x="300952" y="4632958"/>
                </a:moveTo>
                <a:lnTo>
                  <a:pt x="295681" y="4632958"/>
                </a:lnTo>
                <a:lnTo>
                  <a:pt x="291427" y="4637222"/>
                </a:lnTo>
                <a:lnTo>
                  <a:pt x="291427" y="4647742"/>
                </a:lnTo>
                <a:lnTo>
                  <a:pt x="295681" y="4652008"/>
                </a:lnTo>
                <a:lnTo>
                  <a:pt x="300952" y="4652008"/>
                </a:lnTo>
                <a:lnTo>
                  <a:pt x="300952" y="4632958"/>
                </a:lnTo>
                <a:close/>
              </a:path>
              <a:path w="10390505" h="4652010">
                <a:moveTo>
                  <a:pt x="306222" y="4632958"/>
                </a:moveTo>
                <a:lnTo>
                  <a:pt x="300965" y="4632958"/>
                </a:lnTo>
                <a:lnTo>
                  <a:pt x="300965" y="4652008"/>
                </a:lnTo>
                <a:lnTo>
                  <a:pt x="306222" y="4652008"/>
                </a:lnTo>
                <a:lnTo>
                  <a:pt x="310490" y="4647742"/>
                </a:lnTo>
                <a:lnTo>
                  <a:pt x="310490" y="4637222"/>
                </a:lnTo>
                <a:lnTo>
                  <a:pt x="306222" y="4632958"/>
                </a:lnTo>
                <a:close/>
              </a:path>
              <a:path w="10390505" h="4652010">
                <a:moveTo>
                  <a:pt x="262827" y="4632958"/>
                </a:moveTo>
                <a:lnTo>
                  <a:pt x="257569" y="4632958"/>
                </a:lnTo>
                <a:lnTo>
                  <a:pt x="253302" y="4637222"/>
                </a:lnTo>
                <a:lnTo>
                  <a:pt x="253302" y="4647742"/>
                </a:lnTo>
                <a:lnTo>
                  <a:pt x="257569" y="4652008"/>
                </a:lnTo>
                <a:lnTo>
                  <a:pt x="262827" y="4652008"/>
                </a:lnTo>
                <a:lnTo>
                  <a:pt x="262827" y="4632958"/>
                </a:lnTo>
                <a:close/>
              </a:path>
              <a:path w="10390505" h="4652010">
                <a:moveTo>
                  <a:pt x="268110" y="4632958"/>
                </a:moveTo>
                <a:lnTo>
                  <a:pt x="262852" y="4632958"/>
                </a:lnTo>
                <a:lnTo>
                  <a:pt x="262852" y="4652008"/>
                </a:lnTo>
                <a:lnTo>
                  <a:pt x="268110" y="4652008"/>
                </a:lnTo>
                <a:lnTo>
                  <a:pt x="272377" y="4647742"/>
                </a:lnTo>
                <a:lnTo>
                  <a:pt x="272377" y="4637222"/>
                </a:lnTo>
                <a:lnTo>
                  <a:pt x="268110" y="4632958"/>
                </a:lnTo>
                <a:close/>
              </a:path>
              <a:path w="10390505" h="4652010">
                <a:moveTo>
                  <a:pt x="224714" y="4632958"/>
                </a:moveTo>
                <a:lnTo>
                  <a:pt x="219443" y="4632958"/>
                </a:lnTo>
                <a:lnTo>
                  <a:pt x="215189" y="4637222"/>
                </a:lnTo>
                <a:lnTo>
                  <a:pt x="215189" y="4647742"/>
                </a:lnTo>
                <a:lnTo>
                  <a:pt x="219443" y="4652008"/>
                </a:lnTo>
                <a:lnTo>
                  <a:pt x="224714" y="4652008"/>
                </a:lnTo>
                <a:lnTo>
                  <a:pt x="224714" y="4632958"/>
                </a:lnTo>
                <a:close/>
              </a:path>
              <a:path w="10390505" h="4652010">
                <a:moveTo>
                  <a:pt x="229984" y="4632958"/>
                </a:moveTo>
                <a:lnTo>
                  <a:pt x="224727" y="4632958"/>
                </a:lnTo>
                <a:lnTo>
                  <a:pt x="224727" y="4652008"/>
                </a:lnTo>
                <a:lnTo>
                  <a:pt x="229984" y="4652008"/>
                </a:lnTo>
                <a:lnTo>
                  <a:pt x="234252" y="4647742"/>
                </a:lnTo>
                <a:lnTo>
                  <a:pt x="234252" y="4637222"/>
                </a:lnTo>
                <a:lnTo>
                  <a:pt x="229984" y="4632958"/>
                </a:lnTo>
                <a:close/>
              </a:path>
              <a:path w="10390505" h="4652010">
                <a:moveTo>
                  <a:pt x="186588" y="4632958"/>
                </a:moveTo>
                <a:lnTo>
                  <a:pt x="181331" y="4632958"/>
                </a:lnTo>
                <a:lnTo>
                  <a:pt x="177063" y="4637222"/>
                </a:lnTo>
                <a:lnTo>
                  <a:pt x="177063" y="4647742"/>
                </a:lnTo>
                <a:lnTo>
                  <a:pt x="181331" y="4652008"/>
                </a:lnTo>
                <a:lnTo>
                  <a:pt x="186588" y="4652008"/>
                </a:lnTo>
                <a:lnTo>
                  <a:pt x="186588" y="4632958"/>
                </a:lnTo>
                <a:close/>
              </a:path>
              <a:path w="10390505" h="4652010">
                <a:moveTo>
                  <a:pt x="191872" y="4632958"/>
                </a:moveTo>
                <a:lnTo>
                  <a:pt x="186614" y="4632958"/>
                </a:lnTo>
                <a:lnTo>
                  <a:pt x="186614" y="4652008"/>
                </a:lnTo>
                <a:lnTo>
                  <a:pt x="191872" y="4652008"/>
                </a:lnTo>
                <a:lnTo>
                  <a:pt x="196139" y="4647742"/>
                </a:lnTo>
                <a:lnTo>
                  <a:pt x="196139" y="4637222"/>
                </a:lnTo>
                <a:lnTo>
                  <a:pt x="191872" y="4632958"/>
                </a:lnTo>
                <a:close/>
              </a:path>
              <a:path w="10390505" h="4652010">
                <a:moveTo>
                  <a:pt x="150152" y="4630430"/>
                </a:moveTo>
                <a:lnTo>
                  <a:pt x="147155" y="4649241"/>
                </a:lnTo>
                <a:lnTo>
                  <a:pt x="152349" y="4650069"/>
                </a:lnTo>
                <a:lnTo>
                  <a:pt x="157226" y="4646528"/>
                </a:lnTo>
                <a:lnTo>
                  <a:pt x="158788" y="4636700"/>
                </a:lnTo>
                <a:lnTo>
                  <a:pt x="158877" y="4636138"/>
                </a:lnTo>
                <a:lnTo>
                  <a:pt x="155346" y="4631256"/>
                </a:lnTo>
                <a:lnTo>
                  <a:pt x="150152" y="4630430"/>
                </a:lnTo>
                <a:close/>
              </a:path>
              <a:path w="10390505" h="4652010">
                <a:moveTo>
                  <a:pt x="144932" y="4629598"/>
                </a:moveTo>
                <a:lnTo>
                  <a:pt x="140056" y="4633139"/>
                </a:lnTo>
                <a:lnTo>
                  <a:pt x="138482" y="4642967"/>
                </a:lnTo>
                <a:lnTo>
                  <a:pt x="138392" y="4643528"/>
                </a:lnTo>
                <a:lnTo>
                  <a:pt x="141935" y="4648410"/>
                </a:lnTo>
                <a:lnTo>
                  <a:pt x="147145" y="4649241"/>
                </a:lnTo>
                <a:lnTo>
                  <a:pt x="147261" y="4648410"/>
                </a:lnTo>
                <a:lnTo>
                  <a:pt x="150126" y="4630430"/>
                </a:lnTo>
                <a:lnTo>
                  <a:pt x="144932" y="4629598"/>
                </a:lnTo>
                <a:close/>
              </a:path>
              <a:path w="10390505" h="4652010">
                <a:moveTo>
                  <a:pt x="116332" y="4620780"/>
                </a:moveTo>
                <a:lnTo>
                  <a:pt x="107874" y="4637852"/>
                </a:lnTo>
                <a:lnTo>
                  <a:pt x="112586" y="4640186"/>
                </a:lnTo>
                <a:lnTo>
                  <a:pt x="118301" y="4638255"/>
                </a:lnTo>
                <a:lnTo>
                  <a:pt x="122974" y="4628826"/>
                </a:lnTo>
                <a:lnTo>
                  <a:pt x="121044" y="4623112"/>
                </a:lnTo>
                <a:lnTo>
                  <a:pt x="116332" y="4620780"/>
                </a:lnTo>
                <a:close/>
              </a:path>
              <a:path w="10390505" h="4652010">
                <a:moveTo>
                  <a:pt x="111595" y="4618431"/>
                </a:moveTo>
                <a:lnTo>
                  <a:pt x="105880" y="4620361"/>
                </a:lnTo>
                <a:lnTo>
                  <a:pt x="101219" y="4629797"/>
                </a:lnTo>
                <a:lnTo>
                  <a:pt x="103149" y="4635510"/>
                </a:lnTo>
                <a:lnTo>
                  <a:pt x="107879" y="4637852"/>
                </a:lnTo>
                <a:lnTo>
                  <a:pt x="109015" y="4635510"/>
                </a:lnTo>
                <a:lnTo>
                  <a:pt x="116300" y="4620780"/>
                </a:lnTo>
                <a:lnTo>
                  <a:pt x="111595" y="4618431"/>
                </a:lnTo>
                <a:close/>
              </a:path>
              <a:path w="10390505" h="4652010">
                <a:moveTo>
                  <a:pt x="84811" y="4602861"/>
                </a:moveTo>
                <a:lnTo>
                  <a:pt x="73343" y="4618062"/>
                </a:lnTo>
                <a:lnTo>
                  <a:pt x="77534" y="4621237"/>
                </a:lnTo>
                <a:lnTo>
                  <a:pt x="83515" y="4620399"/>
                </a:lnTo>
                <a:lnTo>
                  <a:pt x="89853" y="4612005"/>
                </a:lnTo>
                <a:lnTo>
                  <a:pt x="89014" y="4606023"/>
                </a:lnTo>
                <a:lnTo>
                  <a:pt x="84811" y="4602861"/>
                </a:lnTo>
                <a:close/>
              </a:path>
              <a:path w="10390505" h="4652010">
                <a:moveTo>
                  <a:pt x="80594" y="4599686"/>
                </a:moveTo>
                <a:lnTo>
                  <a:pt x="74625" y="4600511"/>
                </a:lnTo>
                <a:lnTo>
                  <a:pt x="68288" y="4608918"/>
                </a:lnTo>
                <a:lnTo>
                  <a:pt x="69126" y="4614887"/>
                </a:lnTo>
                <a:lnTo>
                  <a:pt x="73334" y="4618062"/>
                </a:lnTo>
                <a:lnTo>
                  <a:pt x="75705" y="4614887"/>
                </a:lnTo>
                <a:lnTo>
                  <a:pt x="84788" y="4602861"/>
                </a:lnTo>
                <a:lnTo>
                  <a:pt x="80594" y="4599686"/>
                </a:lnTo>
                <a:close/>
              </a:path>
              <a:path w="10390505" h="4652010">
                <a:moveTo>
                  <a:pt x="58153" y="4578477"/>
                </a:moveTo>
                <a:lnTo>
                  <a:pt x="43891" y="4591113"/>
                </a:lnTo>
                <a:lnTo>
                  <a:pt x="47384" y="4595050"/>
                </a:lnTo>
                <a:lnTo>
                  <a:pt x="53404" y="4595406"/>
                </a:lnTo>
                <a:lnTo>
                  <a:pt x="61278" y="4588433"/>
                </a:lnTo>
                <a:lnTo>
                  <a:pt x="61629" y="4582693"/>
                </a:lnTo>
                <a:lnTo>
                  <a:pt x="61646" y="4582414"/>
                </a:lnTo>
                <a:lnTo>
                  <a:pt x="58153" y="4578477"/>
                </a:lnTo>
                <a:close/>
              </a:path>
              <a:path w="10390505" h="4652010">
                <a:moveTo>
                  <a:pt x="48641" y="4574159"/>
                </a:moveTo>
                <a:lnTo>
                  <a:pt x="40767" y="4581131"/>
                </a:lnTo>
                <a:lnTo>
                  <a:pt x="40415" y="4586884"/>
                </a:lnTo>
                <a:lnTo>
                  <a:pt x="40399" y="4587151"/>
                </a:lnTo>
                <a:lnTo>
                  <a:pt x="43901" y="4591113"/>
                </a:lnTo>
                <a:lnTo>
                  <a:pt x="46877" y="4588433"/>
                </a:lnTo>
                <a:lnTo>
                  <a:pt x="58126" y="4578477"/>
                </a:lnTo>
                <a:lnTo>
                  <a:pt x="54661" y="4574527"/>
                </a:lnTo>
                <a:lnTo>
                  <a:pt x="48641" y="4574159"/>
                </a:lnTo>
                <a:close/>
              </a:path>
              <a:path w="10390505" h="4652010">
                <a:moveTo>
                  <a:pt x="37948" y="4549508"/>
                </a:moveTo>
                <a:lnTo>
                  <a:pt x="20714" y="4557623"/>
                </a:lnTo>
                <a:lnTo>
                  <a:pt x="22962" y="4562386"/>
                </a:lnTo>
                <a:lnTo>
                  <a:pt x="28639" y="4564430"/>
                </a:lnTo>
                <a:lnTo>
                  <a:pt x="38151" y="4559935"/>
                </a:lnTo>
                <a:lnTo>
                  <a:pt x="40183" y="4554258"/>
                </a:lnTo>
                <a:lnTo>
                  <a:pt x="37948" y="4549508"/>
                </a:lnTo>
                <a:close/>
              </a:path>
              <a:path w="10390505" h="4652010">
                <a:moveTo>
                  <a:pt x="30010" y="4542688"/>
                </a:moveTo>
                <a:lnTo>
                  <a:pt x="20498" y="4547171"/>
                </a:lnTo>
                <a:lnTo>
                  <a:pt x="18466" y="4552848"/>
                </a:lnTo>
                <a:lnTo>
                  <a:pt x="20707" y="4557623"/>
                </a:lnTo>
                <a:lnTo>
                  <a:pt x="37881" y="4549508"/>
                </a:lnTo>
                <a:lnTo>
                  <a:pt x="36841" y="4547171"/>
                </a:lnTo>
                <a:lnTo>
                  <a:pt x="35687" y="4544733"/>
                </a:lnTo>
                <a:lnTo>
                  <a:pt x="30010" y="4542688"/>
                </a:lnTo>
                <a:close/>
              </a:path>
              <a:path w="10390505" h="4652010">
                <a:moveTo>
                  <a:pt x="24803" y="4515764"/>
                </a:moveTo>
                <a:lnTo>
                  <a:pt x="6350" y="4520476"/>
                </a:lnTo>
                <a:lnTo>
                  <a:pt x="7658" y="4525568"/>
                </a:lnTo>
                <a:lnTo>
                  <a:pt x="12840" y="4528642"/>
                </a:lnTo>
                <a:lnTo>
                  <a:pt x="23038" y="4526038"/>
                </a:lnTo>
                <a:lnTo>
                  <a:pt x="26111" y="4520857"/>
                </a:lnTo>
                <a:lnTo>
                  <a:pt x="24803" y="4515764"/>
                </a:lnTo>
                <a:close/>
              </a:path>
              <a:path w="10390505" h="4652010">
                <a:moveTo>
                  <a:pt x="18313" y="4507572"/>
                </a:moveTo>
                <a:lnTo>
                  <a:pt x="8115" y="4510176"/>
                </a:lnTo>
                <a:lnTo>
                  <a:pt x="5042" y="4515358"/>
                </a:lnTo>
                <a:lnTo>
                  <a:pt x="6357" y="4520476"/>
                </a:lnTo>
                <a:lnTo>
                  <a:pt x="24704" y="4515764"/>
                </a:lnTo>
                <a:lnTo>
                  <a:pt x="24706" y="4515358"/>
                </a:lnTo>
                <a:lnTo>
                  <a:pt x="23508" y="4510646"/>
                </a:lnTo>
                <a:lnTo>
                  <a:pt x="18313" y="4507572"/>
                </a:lnTo>
                <a:close/>
              </a:path>
              <a:path w="10390505" h="4652010">
                <a:moveTo>
                  <a:pt x="14821" y="4470717"/>
                </a:moveTo>
                <a:lnTo>
                  <a:pt x="5245" y="4490288"/>
                </a:lnTo>
                <a:lnTo>
                  <a:pt x="15748" y="4489767"/>
                </a:lnTo>
                <a:lnTo>
                  <a:pt x="19799" y="4485297"/>
                </a:lnTo>
                <a:lnTo>
                  <a:pt x="19590" y="4480979"/>
                </a:lnTo>
                <a:lnTo>
                  <a:pt x="0" y="4480979"/>
                </a:lnTo>
                <a:lnTo>
                  <a:pt x="19024" y="4480052"/>
                </a:lnTo>
                <a:lnTo>
                  <a:pt x="19547" y="4480052"/>
                </a:lnTo>
                <a:lnTo>
                  <a:pt x="19337" y="4475708"/>
                </a:lnTo>
                <a:lnTo>
                  <a:pt x="19291" y="4474768"/>
                </a:lnTo>
                <a:lnTo>
                  <a:pt x="14821" y="4470717"/>
                </a:lnTo>
                <a:close/>
              </a:path>
              <a:path w="10390505" h="4652010">
                <a:moveTo>
                  <a:pt x="19545" y="4480052"/>
                </a:moveTo>
                <a:lnTo>
                  <a:pt x="521" y="4480979"/>
                </a:lnTo>
                <a:lnTo>
                  <a:pt x="19590" y="4480979"/>
                </a:lnTo>
                <a:lnTo>
                  <a:pt x="19545" y="4480052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EE70FF0-E72E-4BA9-879E-ADF218F6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72" y="1182914"/>
            <a:ext cx="10580914" cy="524418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9BB6A5B5-6C6C-4061-89EA-D5553698194D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9569531-4AEF-4EAE-8C7F-10240151DDCA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</a:t>
            </a:r>
            <a:endParaRPr lang="en-US" sz="1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86BF037-0717-471C-A06F-50EF05B55561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인터넷 기간산업 구성</a:t>
            </a:r>
            <a:endParaRPr lang="en-US" sz="2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C65AF59-46E2-4939-81FB-7A4519ED8F78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05372" y="1026802"/>
            <a:ext cx="10970113" cy="438921"/>
          </a:xfrm>
          <a:custGeom>
            <a:avLst/>
            <a:gdLst/>
            <a:ahLst/>
            <a:cxnLst/>
            <a:rect l="l" t="t" r="r" b="b"/>
            <a:pathLst>
              <a:path w="10370820" h="4632960">
                <a:moveTo>
                  <a:pt x="10203307" y="0"/>
                </a:moveTo>
                <a:lnTo>
                  <a:pt x="167576" y="0"/>
                </a:lnTo>
                <a:lnTo>
                  <a:pt x="123025" y="5987"/>
                </a:lnTo>
                <a:lnTo>
                  <a:pt x="82994" y="22883"/>
                </a:lnTo>
                <a:lnTo>
                  <a:pt x="49079" y="49085"/>
                </a:lnTo>
                <a:lnTo>
                  <a:pt x="22877" y="82992"/>
                </a:lnTo>
                <a:lnTo>
                  <a:pt x="5985" y="123001"/>
                </a:lnTo>
                <a:lnTo>
                  <a:pt x="0" y="167512"/>
                </a:lnTo>
                <a:lnTo>
                  <a:pt x="0" y="4465383"/>
                </a:lnTo>
                <a:lnTo>
                  <a:pt x="5985" y="4509930"/>
                </a:lnTo>
                <a:lnTo>
                  <a:pt x="22877" y="4549959"/>
                </a:lnTo>
                <a:lnTo>
                  <a:pt x="49079" y="4583875"/>
                </a:lnTo>
                <a:lnTo>
                  <a:pt x="82994" y="4610078"/>
                </a:lnTo>
                <a:lnTo>
                  <a:pt x="123025" y="4626972"/>
                </a:lnTo>
                <a:lnTo>
                  <a:pt x="167576" y="4632958"/>
                </a:lnTo>
                <a:lnTo>
                  <a:pt x="10203307" y="4632958"/>
                </a:lnTo>
                <a:lnTo>
                  <a:pt x="10247818" y="4626972"/>
                </a:lnTo>
                <a:lnTo>
                  <a:pt x="10287827" y="4610078"/>
                </a:lnTo>
                <a:lnTo>
                  <a:pt x="10321734" y="4583875"/>
                </a:lnTo>
                <a:lnTo>
                  <a:pt x="10347936" y="4549959"/>
                </a:lnTo>
                <a:lnTo>
                  <a:pt x="10364832" y="4509930"/>
                </a:lnTo>
                <a:lnTo>
                  <a:pt x="10370820" y="4465383"/>
                </a:lnTo>
                <a:lnTo>
                  <a:pt x="10370820" y="167512"/>
                </a:lnTo>
                <a:lnTo>
                  <a:pt x="10364832" y="123001"/>
                </a:lnTo>
                <a:lnTo>
                  <a:pt x="10347936" y="82992"/>
                </a:lnTo>
                <a:lnTo>
                  <a:pt x="10321734" y="49085"/>
                </a:lnTo>
                <a:lnTo>
                  <a:pt x="10287827" y="22883"/>
                </a:lnTo>
                <a:lnTo>
                  <a:pt x="10247818" y="5987"/>
                </a:lnTo>
                <a:lnTo>
                  <a:pt x="102033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sz="1904" dirty="0">
                <a:hlinkClick r:id="rId2"/>
              </a:rPr>
              <a:t>https://www.submarinecablemap.com/</a:t>
            </a:r>
            <a:endParaRPr sz="1904" dirty="0"/>
          </a:p>
        </p:txBody>
      </p:sp>
      <p:sp>
        <p:nvSpPr>
          <p:cNvPr id="5" name="object 5"/>
          <p:cNvSpPr/>
          <p:nvPr/>
        </p:nvSpPr>
        <p:spPr>
          <a:xfrm>
            <a:off x="894962" y="1334364"/>
            <a:ext cx="10471537" cy="5197065"/>
          </a:xfrm>
          <a:custGeom>
            <a:avLst/>
            <a:gdLst/>
            <a:ahLst/>
            <a:cxnLst/>
            <a:rect l="l" t="t" r="r" b="b"/>
            <a:pathLst>
              <a:path w="10390505" h="4652010">
                <a:moveTo>
                  <a:pt x="15011" y="4446346"/>
                </a:moveTo>
                <a:lnTo>
                  <a:pt x="4496" y="4446346"/>
                </a:lnTo>
                <a:lnTo>
                  <a:pt x="229" y="4450613"/>
                </a:lnTo>
                <a:lnTo>
                  <a:pt x="229" y="4461154"/>
                </a:lnTo>
                <a:lnTo>
                  <a:pt x="4496" y="4465408"/>
                </a:lnTo>
                <a:lnTo>
                  <a:pt x="15011" y="4465408"/>
                </a:lnTo>
                <a:lnTo>
                  <a:pt x="19279" y="4461154"/>
                </a:lnTo>
                <a:lnTo>
                  <a:pt x="19279" y="4450613"/>
                </a:lnTo>
                <a:lnTo>
                  <a:pt x="15011" y="4446346"/>
                </a:lnTo>
                <a:close/>
              </a:path>
              <a:path w="10390505" h="4652010">
                <a:moveTo>
                  <a:pt x="15011" y="4408220"/>
                </a:moveTo>
                <a:lnTo>
                  <a:pt x="4496" y="4408220"/>
                </a:lnTo>
                <a:lnTo>
                  <a:pt x="229" y="4412488"/>
                </a:lnTo>
                <a:lnTo>
                  <a:pt x="229" y="4423029"/>
                </a:lnTo>
                <a:lnTo>
                  <a:pt x="4496" y="4427296"/>
                </a:lnTo>
                <a:lnTo>
                  <a:pt x="15011" y="4427296"/>
                </a:lnTo>
                <a:lnTo>
                  <a:pt x="19279" y="4423029"/>
                </a:lnTo>
                <a:lnTo>
                  <a:pt x="19279" y="4412488"/>
                </a:lnTo>
                <a:lnTo>
                  <a:pt x="15011" y="4408220"/>
                </a:lnTo>
                <a:close/>
              </a:path>
              <a:path w="10390505" h="4652010">
                <a:moveTo>
                  <a:pt x="15011" y="4370108"/>
                </a:moveTo>
                <a:lnTo>
                  <a:pt x="4496" y="4370108"/>
                </a:lnTo>
                <a:lnTo>
                  <a:pt x="229" y="4374362"/>
                </a:lnTo>
                <a:lnTo>
                  <a:pt x="229" y="4384903"/>
                </a:lnTo>
                <a:lnTo>
                  <a:pt x="4496" y="4389170"/>
                </a:lnTo>
                <a:lnTo>
                  <a:pt x="15011" y="4389170"/>
                </a:lnTo>
                <a:lnTo>
                  <a:pt x="19279" y="4384903"/>
                </a:lnTo>
                <a:lnTo>
                  <a:pt x="19279" y="4374362"/>
                </a:lnTo>
                <a:lnTo>
                  <a:pt x="15011" y="4370108"/>
                </a:lnTo>
                <a:close/>
              </a:path>
              <a:path w="10390505" h="4652010">
                <a:moveTo>
                  <a:pt x="15011" y="4331982"/>
                </a:moveTo>
                <a:lnTo>
                  <a:pt x="4496" y="4331982"/>
                </a:lnTo>
                <a:lnTo>
                  <a:pt x="229" y="4336249"/>
                </a:lnTo>
                <a:lnTo>
                  <a:pt x="229" y="4346790"/>
                </a:lnTo>
                <a:lnTo>
                  <a:pt x="4496" y="4351058"/>
                </a:lnTo>
                <a:lnTo>
                  <a:pt x="15011" y="4351058"/>
                </a:lnTo>
                <a:lnTo>
                  <a:pt x="19279" y="4346790"/>
                </a:lnTo>
                <a:lnTo>
                  <a:pt x="19279" y="4336249"/>
                </a:lnTo>
                <a:lnTo>
                  <a:pt x="15011" y="4331982"/>
                </a:lnTo>
                <a:close/>
              </a:path>
              <a:path w="10390505" h="4652010">
                <a:moveTo>
                  <a:pt x="15011" y="4293870"/>
                </a:moveTo>
                <a:lnTo>
                  <a:pt x="4496" y="4293870"/>
                </a:lnTo>
                <a:lnTo>
                  <a:pt x="229" y="4298124"/>
                </a:lnTo>
                <a:lnTo>
                  <a:pt x="229" y="4308665"/>
                </a:lnTo>
                <a:lnTo>
                  <a:pt x="4496" y="4312932"/>
                </a:lnTo>
                <a:lnTo>
                  <a:pt x="15011" y="4312932"/>
                </a:lnTo>
                <a:lnTo>
                  <a:pt x="19279" y="4308665"/>
                </a:lnTo>
                <a:lnTo>
                  <a:pt x="19279" y="4298124"/>
                </a:lnTo>
                <a:lnTo>
                  <a:pt x="15011" y="4293870"/>
                </a:lnTo>
                <a:close/>
              </a:path>
              <a:path w="10390505" h="4652010">
                <a:moveTo>
                  <a:pt x="15011" y="4255744"/>
                </a:moveTo>
                <a:lnTo>
                  <a:pt x="4496" y="4255744"/>
                </a:lnTo>
                <a:lnTo>
                  <a:pt x="229" y="4260011"/>
                </a:lnTo>
                <a:lnTo>
                  <a:pt x="229" y="4270552"/>
                </a:lnTo>
                <a:lnTo>
                  <a:pt x="4496" y="4274820"/>
                </a:lnTo>
                <a:lnTo>
                  <a:pt x="15011" y="4274820"/>
                </a:lnTo>
                <a:lnTo>
                  <a:pt x="19279" y="4270552"/>
                </a:lnTo>
                <a:lnTo>
                  <a:pt x="19279" y="4260011"/>
                </a:lnTo>
                <a:lnTo>
                  <a:pt x="15011" y="4255744"/>
                </a:lnTo>
                <a:close/>
              </a:path>
              <a:path w="10390505" h="4652010">
                <a:moveTo>
                  <a:pt x="15011" y="4217631"/>
                </a:moveTo>
                <a:lnTo>
                  <a:pt x="4496" y="4217631"/>
                </a:lnTo>
                <a:lnTo>
                  <a:pt x="229" y="4221886"/>
                </a:lnTo>
                <a:lnTo>
                  <a:pt x="229" y="4232427"/>
                </a:lnTo>
                <a:lnTo>
                  <a:pt x="4496" y="4236694"/>
                </a:lnTo>
                <a:lnTo>
                  <a:pt x="15011" y="4236694"/>
                </a:lnTo>
                <a:lnTo>
                  <a:pt x="19279" y="4232427"/>
                </a:lnTo>
                <a:lnTo>
                  <a:pt x="19279" y="4221886"/>
                </a:lnTo>
                <a:lnTo>
                  <a:pt x="15011" y="4217631"/>
                </a:lnTo>
                <a:close/>
              </a:path>
              <a:path w="10390505" h="4652010">
                <a:moveTo>
                  <a:pt x="15011" y="4179506"/>
                </a:moveTo>
                <a:lnTo>
                  <a:pt x="4496" y="4179506"/>
                </a:lnTo>
                <a:lnTo>
                  <a:pt x="229" y="4183773"/>
                </a:lnTo>
                <a:lnTo>
                  <a:pt x="229" y="4194314"/>
                </a:lnTo>
                <a:lnTo>
                  <a:pt x="4496" y="4198581"/>
                </a:lnTo>
                <a:lnTo>
                  <a:pt x="15011" y="4198581"/>
                </a:lnTo>
                <a:lnTo>
                  <a:pt x="19279" y="4194314"/>
                </a:lnTo>
                <a:lnTo>
                  <a:pt x="19279" y="4183773"/>
                </a:lnTo>
                <a:lnTo>
                  <a:pt x="15011" y="4179506"/>
                </a:lnTo>
                <a:close/>
              </a:path>
              <a:path w="10390505" h="4652010">
                <a:moveTo>
                  <a:pt x="15011" y="4141393"/>
                </a:moveTo>
                <a:lnTo>
                  <a:pt x="4496" y="4141393"/>
                </a:lnTo>
                <a:lnTo>
                  <a:pt x="229" y="4145648"/>
                </a:lnTo>
                <a:lnTo>
                  <a:pt x="229" y="4156189"/>
                </a:lnTo>
                <a:lnTo>
                  <a:pt x="4496" y="4160456"/>
                </a:lnTo>
                <a:lnTo>
                  <a:pt x="15011" y="4160456"/>
                </a:lnTo>
                <a:lnTo>
                  <a:pt x="19279" y="4156189"/>
                </a:lnTo>
                <a:lnTo>
                  <a:pt x="19279" y="4145648"/>
                </a:lnTo>
                <a:lnTo>
                  <a:pt x="15011" y="4141393"/>
                </a:lnTo>
                <a:close/>
              </a:path>
              <a:path w="10390505" h="4652010">
                <a:moveTo>
                  <a:pt x="15011" y="4103268"/>
                </a:moveTo>
                <a:lnTo>
                  <a:pt x="4496" y="4103268"/>
                </a:lnTo>
                <a:lnTo>
                  <a:pt x="229" y="4107535"/>
                </a:lnTo>
                <a:lnTo>
                  <a:pt x="229" y="4118076"/>
                </a:lnTo>
                <a:lnTo>
                  <a:pt x="4496" y="4122343"/>
                </a:lnTo>
                <a:lnTo>
                  <a:pt x="15011" y="4122343"/>
                </a:lnTo>
                <a:lnTo>
                  <a:pt x="19279" y="4118076"/>
                </a:lnTo>
                <a:lnTo>
                  <a:pt x="19279" y="4107535"/>
                </a:lnTo>
                <a:lnTo>
                  <a:pt x="15011" y="4103268"/>
                </a:lnTo>
                <a:close/>
              </a:path>
              <a:path w="10390505" h="4652010">
                <a:moveTo>
                  <a:pt x="15011" y="4065155"/>
                </a:moveTo>
                <a:lnTo>
                  <a:pt x="4496" y="4065155"/>
                </a:lnTo>
                <a:lnTo>
                  <a:pt x="229" y="4069410"/>
                </a:lnTo>
                <a:lnTo>
                  <a:pt x="229" y="4079951"/>
                </a:lnTo>
                <a:lnTo>
                  <a:pt x="4496" y="4084218"/>
                </a:lnTo>
                <a:lnTo>
                  <a:pt x="15011" y="4084218"/>
                </a:lnTo>
                <a:lnTo>
                  <a:pt x="19279" y="4079951"/>
                </a:lnTo>
                <a:lnTo>
                  <a:pt x="19279" y="4069410"/>
                </a:lnTo>
                <a:lnTo>
                  <a:pt x="15011" y="4065155"/>
                </a:lnTo>
                <a:close/>
              </a:path>
              <a:path w="10390505" h="4652010">
                <a:moveTo>
                  <a:pt x="15011" y="4027030"/>
                </a:moveTo>
                <a:lnTo>
                  <a:pt x="4496" y="4027030"/>
                </a:lnTo>
                <a:lnTo>
                  <a:pt x="229" y="4031297"/>
                </a:lnTo>
                <a:lnTo>
                  <a:pt x="229" y="4041838"/>
                </a:lnTo>
                <a:lnTo>
                  <a:pt x="4496" y="4046105"/>
                </a:lnTo>
                <a:lnTo>
                  <a:pt x="15011" y="4046105"/>
                </a:lnTo>
                <a:lnTo>
                  <a:pt x="19279" y="4041838"/>
                </a:lnTo>
                <a:lnTo>
                  <a:pt x="19279" y="4031297"/>
                </a:lnTo>
                <a:lnTo>
                  <a:pt x="15011" y="4027030"/>
                </a:lnTo>
                <a:close/>
              </a:path>
              <a:path w="10390505" h="4652010">
                <a:moveTo>
                  <a:pt x="15011" y="3988904"/>
                </a:moveTo>
                <a:lnTo>
                  <a:pt x="4496" y="3988904"/>
                </a:lnTo>
                <a:lnTo>
                  <a:pt x="229" y="3993172"/>
                </a:lnTo>
                <a:lnTo>
                  <a:pt x="229" y="4003713"/>
                </a:lnTo>
                <a:lnTo>
                  <a:pt x="4496" y="4007980"/>
                </a:lnTo>
                <a:lnTo>
                  <a:pt x="15011" y="4007980"/>
                </a:lnTo>
                <a:lnTo>
                  <a:pt x="19279" y="4003713"/>
                </a:lnTo>
                <a:lnTo>
                  <a:pt x="19279" y="3993172"/>
                </a:lnTo>
                <a:lnTo>
                  <a:pt x="15011" y="3988904"/>
                </a:lnTo>
                <a:close/>
              </a:path>
              <a:path w="10390505" h="4652010">
                <a:moveTo>
                  <a:pt x="15011" y="3950792"/>
                </a:moveTo>
                <a:lnTo>
                  <a:pt x="4496" y="3950792"/>
                </a:lnTo>
                <a:lnTo>
                  <a:pt x="229" y="3955059"/>
                </a:lnTo>
                <a:lnTo>
                  <a:pt x="229" y="3965600"/>
                </a:lnTo>
                <a:lnTo>
                  <a:pt x="4496" y="3969854"/>
                </a:lnTo>
                <a:lnTo>
                  <a:pt x="15011" y="3969854"/>
                </a:lnTo>
                <a:lnTo>
                  <a:pt x="19279" y="3965600"/>
                </a:lnTo>
                <a:lnTo>
                  <a:pt x="19279" y="3955059"/>
                </a:lnTo>
                <a:lnTo>
                  <a:pt x="15011" y="3950792"/>
                </a:lnTo>
                <a:close/>
              </a:path>
              <a:path w="10390505" h="4652010">
                <a:moveTo>
                  <a:pt x="15011" y="3912666"/>
                </a:moveTo>
                <a:lnTo>
                  <a:pt x="4496" y="3912666"/>
                </a:lnTo>
                <a:lnTo>
                  <a:pt x="229" y="3916934"/>
                </a:lnTo>
                <a:lnTo>
                  <a:pt x="229" y="3927475"/>
                </a:lnTo>
                <a:lnTo>
                  <a:pt x="4496" y="3931742"/>
                </a:lnTo>
                <a:lnTo>
                  <a:pt x="15011" y="3931742"/>
                </a:lnTo>
                <a:lnTo>
                  <a:pt x="19279" y="3927475"/>
                </a:lnTo>
                <a:lnTo>
                  <a:pt x="19279" y="3916934"/>
                </a:lnTo>
                <a:lnTo>
                  <a:pt x="15011" y="3912666"/>
                </a:lnTo>
                <a:close/>
              </a:path>
              <a:path w="10390505" h="4652010">
                <a:moveTo>
                  <a:pt x="15011" y="3874554"/>
                </a:moveTo>
                <a:lnTo>
                  <a:pt x="4496" y="3874554"/>
                </a:lnTo>
                <a:lnTo>
                  <a:pt x="229" y="3878821"/>
                </a:lnTo>
                <a:lnTo>
                  <a:pt x="229" y="3889362"/>
                </a:lnTo>
                <a:lnTo>
                  <a:pt x="4496" y="3893616"/>
                </a:lnTo>
                <a:lnTo>
                  <a:pt x="15011" y="3893616"/>
                </a:lnTo>
                <a:lnTo>
                  <a:pt x="19279" y="3889362"/>
                </a:lnTo>
                <a:lnTo>
                  <a:pt x="19279" y="3878821"/>
                </a:lnTo>
                <a:lnTo>
                  <a:pt x="15011" y="3874554"/>
                </a:lnTo>
                <a:close/>
              </a:path>
              <a:path w="10390505" h="4652010">
                <a:moveTo>
                  <a:pt x="15011" y="3836428"/>
                </a:moveTo>
                <a:lnTo>
                  <a:pt x="4496" y="3836428"/>
                </a:lnTo>
                <a:lnTo>
                  <a:pt x="229" y="3840695"/>
                </a:lnTo>
                <a:lnTo>
                  <a:pt x="229" y="3851236"/>
                </a:lnTo>
                <a:lnTo>
                  <a:pt x="4496" y="3855504"/>
                </a:lnTo>
                <a:lnTo>
                  <a:pt x="15011" y="3855504"/>
                </a:lnTo>
                <a:lnTo>
                  <a:pt x="19279" y="3851236"/>
                </a:lnTo>
                <a:lnTo>
                  <a:pt x="19279" y="3840695"/>
                </a:lnTo>
                <a:lnTo>
                  <a:pt x="15011" y="3836428"/>
                </a:lnTo>
                <a:close/>
              </a:path>
              <a:path w="10390505" h="4652010">
                <a:moveTo>
                  <a:pt x="15011" y="3798316"/>
                </a:moveTo>
                <a:lnTo>
                  <a:pt x="4496" y="3798316"/>
                </a:lnTo>
                <a:lnTo>
                  <a:pt x="229" y="3802583"/>
                </a:lnTo>
                <a:lnTo>
                  <a:pt x="229" y="3813124"/>
                </a:lnTo>
                <a:lnTo>
                  <a:pt x="4496" y="3817378"/>
                </a:lnTo>
                <a:lnTo>
                  <a:pt x="15011" y="3817378"/>
                </a:lnTo>
                <a:lnTo>
                  <a:pt x="19279" y="3813124"/>
                </a:lnTo>
                <a:lnTo>
                  <a:pt x="19279" y="3802583"/>
                </a:lnTo>
                <a:lnTo>
                  <a:pt x="15011" y="3798316"/>
                </a:lnTo>
                <a:close/>
              </a:path>
              <a:path w="10390505" h="4652010">
                <a:moveTo>
                  <a:pt x="15011" y="3760190"/>
                </a:moveTo>
                <a:lnTo>
                  <a:pt x="4496" y="3760190"/>
                </a:lnTo>
                <a:lnTo>
                  <a:pt x="229" y="3764457"/>
                </a:lnTo>
                <a:lnTo>
                  <a:pt x="229" y="3774998"/>
                </a:lnTo>
                <a:lnTo>
                  <a:pt x="4496" y="3779266"/>
                </a:lnTo>
                <a:lnTo>
                  <a:pt x="15011" y="3779266"/>
                </a:lnTo>
                <a:lnTo>
                  <a:pt x="19279" y="3774998"/>
                </a:lnTo>
                <a:lnTo>
                  <a:pt x="19279" y="3764457"/>
                </a:lnTo>
                <a:lnTo>
                  <a:pt x="15011" y="3760190"/>
                </a:lnTo>
                <a:close/>
              </a:path>
              <a:path w="10390505" h="4652010">
                <a:moveTo>
                  <a:pt x="15011" y="3722077"/>
                </a:moveTo>
                <a:lnTo>
                  <a:pt x="4496" y="3722077"/>
                </a:lnTo>
                <a:lnTo>
                  <a:pt x="229" y="3726345"/>
                </a:lnTo>
                <a:lnTo>
                  <a:pt x="229" y="3736886"/>
                </a:lnTo>
                <a:lnTo>
                  <a:pt x="4496" y="3741140"/>
                </a:lnTo>
                <a:lnTo>
                  <a:pt x="15011" y="3741140"/>
                </a:lnTo>
                <a:lnTo>
                  <a:pt x="19279" y="3736886"/>
                </a:lnTo>
                <a:lnTo>
                  <a:pt x="19279" y="3726345"/>
                </a:lnTo>
                <a:lnTo>
                  <a:pt x="15011" y="3722077"/>
                </a:lnTo>
                <a:close/>
              </a:path>
              <a:path w="10390505" h="4652010">
                <a:moveTo>
                  <a:pt x="15011" y="3683952"/>
                </a:moveTo>
                <a:lnTo>
                  <a:pt x="4496" y="3683952"/>
                </a:lnTo>
                <a:lnTo>
                  <a:pt x="229" y="3688219"/>
                </a:lnTo>
                <a:lnTo>
                  <a:pt x="229" y="3698760"/>
                </a:lnTo>
                <a:lnTo>
                  <a:pt x="4496" y="3703027"/>
                </a:lnTo>
                <a:lnTo>
                  <a:pt x="15011" y="3703027"/>
                </a:lnTo>
                <a:lnTo>
                  <a:pt x="19279" y="3698760"/>
                </a:lnTo>
                <a:lnTo>
                  <a:pt x="19279" y="3688219"/>
                </a:lnTo>
                <a:lnTo>
                  <a:pt x="15011" y="3683952"/>
                </a:lnTo>
                <a:close/>
              </a:path>
              <a:path w="10390505" h="4652010">
                <a:moveTo>
                  <a:pt x="15011" y="3645839"/>
                </a:moveTo>
                <a:lnTo>
                  <a:pt x="4496" y="3645839"/>
                </a:lnTo>
                <a:lnTo>
                  <a:pt x="229" y="3650107"/>
                </a:lnTo>
                <a:lnTo>
                  <a:pt x="229" y="3660648"/>
                </a:lnTo>
                <a:lnTo>
                  <a:pt x="4496" y="3664902"/>
                </a:lnTo>
                <a:lnTo>
                  <a:pt x="15011" y="3664902"/>
                </a:lnTo>
                <a:lnTo>
                  <a:pt x="19279" y="3660648"/>
                </a:lnTo>
                <a:lnTo>
                  <a:pt x="19279" y="3650107"/>
                </a:lnTo>
                <a:lnTo>
                  <a:pt x="15011" y="3645839"/>
                </a:lnTo>
                <a:close/>
              </a:path>
              <a:path w="10390505" h="4652010">
                <a:moveTo>
                  <a:pt x="15011" y="3607714"/>
                </a:moveTo>
                <a:lnTo>
                  <a:pt x="4496" y="3607714"/>
                </a:lnTo>
                <a:lnTo>
                  <a:pt x="229" y="3611981"/>
                </a:lnTo>
                <a:lnTo>
                  <a:pt x="229" y="3622522"/>
                </a:lnTo>
                <a:lnTo>
                  <a:pt x="4496" y="3626789"/>
                </a:lnTo>
                <a:lnTo>
                  <a:pt x="15011" y="3626789"/>
                </a:lnTo>
                <a:lnTo>
                  <a:pt x="19279" y="3622522"/>
                </a:lnTo>
                <a:lnTo>
                  <a:pt x="19279" y="3611981"/>
                </a:lnTo>
                <a:lnTo>
                  <a:pt x="15011" y="3607714"/>
                </a:lnTo>
                <a:close/>
              </a:path>
              <a:path w="10390505" h="4652010">
                <a:moveTo>
                  <a:pt x="15011" y="3569601"/>
                </a:moveTo>
                <a:lnTo>
                  <a:pt x="4496" y="3569601"/>
                </a:lnTo>
                <a:lnTo>
                  <a:pt x="229" y="3573868"/>
                </a:lnTo>
                <a:lnTo>
                  <a:pt x="229" y="3584409"/>
                </a:lnTo>
                <a:lnTo>
                  <a:pt x="4496" y="3588664"/>
                </a:lnTo>
                <a:lnTo>
                  <a:pt x="15011" y="3588664"/>
                </a:lnTo>
                <a:lnTo>
                  <a:pt x="19279" y="3584409"/>
                </a:lnTo>
                <a:lnTo>
                  <a:pt x="19279" y="3573868"/>
                </a:lnTo>
                <a:lnTo>
                  <a:pt x="15011" y="3569601"/>
                </a:lnTo>
                <a:close/>
              </a:path>
              <a:path w="10390505" h="4652010">
                <a:moveTo>
                  <a:pt x="15011" y="3531476"/>
                </a:moveTo>
                <a:lnTo>
                  <a:pt x="4496" y="3531476"/>
                </a:lnTo>
                <a:lnTo>
                  <a:pt x="229" y="3535743"/>
                </a:lnTo>
                <a:lnTo>
                  <a:pt x="229" y="3546284"/>
                </a:lnTo>
                <a:lnTo>
                  <a:pt x="4496" y="3550551"/>
                </a:lnTo>
                <a:lnTo>
                  <a:pt x="15011" y="3550551"/>
                </a:lnTo>
                <a:lnTo>
                  <a:pt x="19279" y="3546284"/>
                </a:lnTo>
                <a:lnTo>
                  <a:pt x="19279" y="3535743"/>
                </a:lnTo>
                <a:lnTo>
                  <a:pt x="15011" y="3531476"/>
                </a:lnTo>
                <a:close/>
              </a:path>
              <a:path w="10390505" h="4652010">
                <a:moveTo>
                  <a:pt x="15011" y="3493363"/>
                </a:moveTo>
                <a:lnTo>
                  <a:pt x="4496" y="3493363"/>
                </a:lnTo>
                <a:lnTo>
                  <a:pt x="229" y="3497630"/>
                </a:lnTo>
                <a:lnTo>
                  <a:pt x="229" y="3508171"/>
                </a:lnTo>
                <a:lnTo>
                  <a:pt x="4496" y="3512426"/>
                </a:lnTo>
                <a:lnTo>
                  <a:pt x="15011" y="3512426"/>
                </a:lnTo>
                <a:lnTo>
                  <a:pt x="19279" y="3508171"/>
                </a:lnTo>
                <a:lnTo>
                  <a:pt x="19279" y="3497630"/>
                </a:lnTo>
                <a:lnTo>
                  <a:pt x="15011" y="3493363"/>
                </a:lnTo>
                <a:close/>
              </a:path>
              <a:path w="10390505" h="4652010">
                <a:moveTo>
                  <a:pt x="15011" y="3455289"/>
                </a:moveTo>
                <a:lnTo>
                  <a:pt x="4496" y="3455289"/>
                </a:lnTo>
                <a:lnTo>
                  <a:pt x="229" y="3459480"/>
                </a:lnTo>
                <a:lnTo>
                  <a:pt x="229" y="3470021"/>
                </a:lnTo>
                <a:lnTo>
                  <a:pt x="4496" y="3474339"/>
                </a:lnTo>
                <a:lnTo>
                  <a:pt x="15011" y="3474339"/>
                </a:lnTo>
                <a:lnTo>
                  <a:pt x="19279" y="3470021"/>
                </a:lnTo>
                <a:lnTo>
                  <a:pt x="19279" y="3459480"/>
                </a:lnTo>
                <a:lnTo>
                  <a:pt x="15011" y="3455289"/>
                </a:lnTo>
                <a:close/>
              </a:path>
              <a:path w="10390505" h="4652010">
                <a:moveTo>
                  <a:pt x="15011" y="3417062"/>
                </a:moveTo>
                <a:lnTo>
                  <a:pt x="4496" y="3417062"/>
                </a:lnTo>
                <a:lnTo>
                  <a:pt x="229" y="3421380"/>
                </a:lnTo>
                <a:lnTo>
                  <a:pt x="229" y="3431921"/>
                </a:lnTo>
                <a:lnTo>
                  <a:pt x="4496" y="3436239"/>
                </a:lnTo>
                <a:lnTo>
                  <a:pt x="15011" y="3436239"/>
                </a:lnTo>
                <a:lnTo>
                  <a:pt x="19279" y="3431921"/>
                </a:lnTo>
                <a:lnTo>
                  <a:pt x="19279" y="3426714"/>
                </a:lnTo>
                <a:lnTo>
                  <a:pt x="6579" y="3426714"/>
                </a:lnTo>
                <a:lnTo>
                  <a:pt x="6579" y="3426587"/>
                </a:lnTo>
                <a:lnTo>
                  <a:pt x="19279" y="3426587"/>
                </a:lnTo>
                <a:lnTo>
                  <a:pt x="19279" y="3421380"/>
                </a:lnTo>
                <a:lnTo>
                  <a:pt x="15011" y="3417062"/>
                </a:lnTo>
                <a:close/>
              </a:path>
              <a:path w="10390505" h="4652010">
                <a:moveTo>
                  <a:pt x="19279" y="3426587"/>
                </a:moveTo>
                <a:lnTo>
                  <a:pt x="12929" y="3426587"/>
                </a:lnTo>
                <a:lnTo>
                  <a:pt x="12929" y="3426714"/>
                </a:lnTo>
                <a:lnTo>
                  <a:pt x="19279" y="3426714"/>
                </a:lnTo>
                <a:lnTo>
                  <a:pt x="19279" y="3426587"/>
                </a:lnTo>
                <a:close/>
              </a:path>
              <a:path w="10390505" h="4652010">
                <a:moveTo>
                  <a:pt x="15011" y="3378962"/>
                </a:moveTo>
                <a:lnTo>
                  <a:pt x="4496" y="3378962"/>
                </a:lnTo>
                <a:lnTo>
                  <a:pt x="229" y="3383280"/>
                </a:lnTo>
                <a:lnTo>
                  <a:pt x="229" y="3393821"/>
                </a:lnTo>
                <a:lnTo>
                  <a:pt x="4496" y="3398012"/>
                </a:lnTo>
                <a:lnTo>
                  <a:pt x="15011" y="3398012"/>
                </a:lnTo>
                <a:lnTo>
                  <a:pt x="19279" y="3393821"/>
                </a:lnTo>
                <a:lnTo>
                  <a:pt x="19279" y="3383280"/>
                </a:lnTo>
                <a:lnTo>
                  <a:pt x="15011" y="3378962"/>
                </a:lnTo>
                <a:close/>
              </a:path>
              <a:path w="10390505" h="4652010">
                <a:moveTo>
                  <a:pt x="15011" y="3340862"/>
                </a:moveTo>
                <a:lnTo>
                  <a:pt x="4496" y="3340862"/>
                </a:lnTo>
                <a:lnTo>
                  <a:pt x="229" y="3345180"/>
                </a:lnTo>
                <a:lnTo>
                  <a:pt x="229" y="3355721"/>
                </a:lnTo>
                <a:lnTo>
                  <a:pt x="4496" y="3359912"/>
                </a:lnTo>
                <a:lnTo>
                  <a:pt x="15011" y="3359912"/>
                </a:lnTo>
                <a:lnTo>
                  <a:pt x="19279" y="3355721"/>
                </a:lnTo>
                <a:lnTo>
                  <a:pt x="19279" y="3345180"/>
                </a:lnTo>
                <a:lnTo>
                  <a:pt x="15011" y="3340862"/>
                </a:lnTo>
                <a:close/>
              </a:path>
              <a:path w="10390505" h="4652010">
                <a:moveTo>
                  <a:pt x="15011" y="3302762"/>
                </a:moveTo>
                <a:lnTo>
                  <a:pt x="4496" y="3302762"/>
                </a:lnTo>
                <a:lnTo>
                  <a:pt x="229" y="3307080"/>
                </a:lnTo>
                <a:lnTo>
                  <a:pt x="229" y="3317621"/>
                </a:lnTo>
                <a:lnTo>
                  <a:pt x="4496" y="3321812"/>
                </a:lnTo>
                <a:lnTo>
                  <a:pt x="15011" y="3321812"/>
                </a:lnTo>
                <a:lnTo>
                  <a:pt x="19279" y="3317621"/>
                </a:lnTo>
                <a:lnTo>
                  <a:pt x="19279" y="3307080"/>
                </a:lnTo>
                <a:lnTo>
                  <a:pt x="15011" y="3302762"/>
                </a:lnTo>
                <a:close/>
              </a:path>
              <a:path w="10390505" h="4652010">
                <a:moveTo>
                  <a:pt x="15011" y="3264662"/>
                </a:moveTo>
                <a:lnTo>
                  <a:pt x="4496" y="3264662"/>
                </a:lnTo>
                <a:lnTo>
                  <a:pt x="229" y="3268853"/>
                </a:lnTo>
                <a:lnTo>
                  <a:pt x="229" y="3279394"/>
                </a:lnTo>
                <a:lnTo>
                  <a:pt x="4496" y="3283712"/>
                </a:lnTo>
                <a:lnTo>
                  <a:pt x="15011" y="3283712"/>
                </a:lnTo>
                <a:lnTo>
                  <a:pt x="19279" y="3279394"/>
                </a:lnTo>
                <a:lnTo>
                  <a:pt x="19279" y="3268853"/>
                </a:lnTo>
                <a:lnTo>
                  <a:pt x="15011" y="3264662"/>
                </a:lnTo>
                <a:close/>
              </a:path>
              <a:path w="10390505" h="4652010">
                <a:moveTo>
                  <a:pt x="15011" y="3226562"/>
                </a:moveTo>
                <a:lnTo>
                  <a:pt x="4496" y="3226562"/>
                </a:lnTo>
                <a:lnTo>
                  <a:pt x="229" y="3230753"/>
                </a:lnTo>
                <a:lnTo>
                  <a:pt x="229" y="3241294"/>
                </a:lnTo>
                <a:lnTo>
                  <a:pt x="4496" y="3245612"/>
                </a:lnTo>
                <a:lnTo>
                  <a:pt x="15011" y="3245612"/>
                </a:lnTo>
                <a:lnTo>
                  <a:pt x="19279" y="3241294"/>
                </a:lnTo>
                <a:lnTo>
                  <a:pt x="19279" y="3230753"/>
                </a:lnTo>
                <a:lnTo>
                  <a:pt x="15011" y="3226562"/>
                </a:lnTo>
                <a:close/>
              </a:path>
              <a:path w="10390505" h="4652010">
                <a:moveTo>
                  <a:pt x="15011" y="3188462"/>
                </a:moveTo>
                <a:lnTo>
                  <a:pt x="4496" y="3188462"/>
                </a:lnTo>
                <a:lnTo>
                  <a:pt x="229" y="3192653"/>
                </a:lnTo>
                <a:lnTo>
                  <a:pt x="229" y="3203194"/>
                </a:lnTo>
                <a:lnTo>
                  <a:pt x="4496" y="3207512"/>
                </a:lnTo>
                <a:lnTo>
                  <a:pt x="15011" y="3207512"/>
                </a:lnTo>
                <a:lnTo>
                  <a:pt x="19279" y="3203194"/>
                </a:lnTo>
                <a:lnTo>
                  <a:pt x="19279" y="3192653"/>
                </a:lnTo>
                <a:lnTo>
                  <a:pt x="15011" y="3188462"/>
                </a:lnTo>
                <a:close/>
              </a:path>
              <a:path w="10390505" h="4652010">
                <a:moveTo>
                  <a:pt x="15011" y="3150235"/>
                </a:moveTo>
                <a:lnTo>
                  <a:pt x="4496" y="3150235"/>
                </a:lnTo>
                <a:lnTo>
                  <a:pt x="229" y="3154553"/>
                </a:lnTo>
                <a:lnTo>
                  <a:pt x="229" y="3165094"/>
                </a:lnTo>
                <a:lnTo>
                  <a:pt x="4496" y="3169412"/>
                </a:lnTo>
                <a:lnTo>
                  <a:pt x="15011" y="3169412"/>
                </a:lnTo>
                <a:lnTo>
                  <a:pt x="19279" y="3165094"/>
                </a:lnTo>
                <a:lnTo>
                  <a:pt x="19279" y="3159887"/>
                </a:lnTo>
                <a:lnTo>
                  <a:pt x="6579" y="3159887"/>
                </a:lnTo>
                <a:lnTo>
                  <a:pt x="19279" y="3159760"/>
                </a:lnTo>
                <a:lnTo>
                  <a:pt x="19279" y="3154553"/>
                </a:lnTo>
                <a:lnTo>
                  <a:pt x="15011" y="3150235"/>
                </a:lnTo>
                <a:close/>
              </a:path>
              <a:path w="10390505" h="4652010">
                <a:moveTo>
                  <a:pt x="19279" y="3159760"/>
                </a:moveTo>
                <a:lnTo>
                  <a:pt x="12929" y="3159760"/>
                </a:lnTo>
                <a:lnTo>
                  <a:pt x="19279" y="3159887"/>
                </a:lnTo>
                <a:close/>
              </a:path>
              <a:path w="10390505" h="4652010">
                <a:moveTo>
                  <a:pt x="15011" y="3112135"/>
                </a:moveTo>
                <a:lnTo>
                  <a:pt x="4496" y="3112135"/>
                </a:lnTo>
                <a:lnTo>
                  <a:pt x="229" y="3116453"/>
                </a:lnTo>
                <a:lnTo>
                  <a:pt x="229" y="3126994"/>
                </a:lnTo>
                <a:lnTo>
                  <a:pt x="4496" y="3131185"/>
                </a:lnTo>
                <a:lnTo>
                  <a:pt x="15011" y="3131185"/>
                </a:lnTo>
                <a:lnTo>
                  <a:pt x="19279" y="3126994"/>
                </a:lnTo>
                <a:lnTo>
                  <a:pt x="19279" y="3116453"/>
                </a:lnTo>
                <a:lnTo>
                  <a:pt x="15011" y="3112135"/>
                </a:lnTo>
                <a:close/>
              </a:path>
              <a:path w="10390505" h="4652010">
                <a:moveTo>
                  <a:pt x="15011" y="3074035"/>
                </a:moveTo>
                <a:lnTo>
                  <a:pt x="4496" y="3074035"/>
                </a:lnTo>
                <a:lnTo>
                  <a:pt x="229" y="3078353"/>
                </a:lnTo>
                <a:lnTo>
                  <a:pt x="229" y="3088894"/>
                </a:lnTo>
                <a:lnTo>
                  <a:pt x="4496" y="3093085"/>
                </a:lnTo>
                <a:lnTo>
                  <a:pt x="15011" y="3093085"/>
                </a:lnTo>
                <a:lnTo>
                  <a:pt x="19279" y="3088894"/>
                </a:lnTo>
                <a:lnTo>
                  <a:pt x="19279" y="3078353"/>
                </a:lnTo>
                <a:lnTo>
                  <a:pt x="15011" y="3074035"/>
                </a:lnTo>
                <a:close/>
              </a:path>
              <a:path w="10390505" h="4652010">
                <a:moveTo>
                  <a:pt x="15011" y="3035935"/>
                </a:moveTo>
                <a:lnTo>
                  <a:pt x="4496" y="3035935"/>
                </a:lnTo>
                <a:lnTo>
                  <a:pt x="229" y="3040253"/>
                </a:lnTo>
                <a:lnTo>
                  <a:pt x="229" y="3050794"/>
                </a:lnTo>
                <a:lnTo>
                  <a:pt x="4496" y="3054985"/>
                </a:lnTo>
                <a:lnTo>
                  <a:pt x="15011" y="3054985"/>
                </a:lnTo>
                <a:lnTo>
                  <a:pt x="19279" y="3050794"/>
                </a:lnTo>
                <a:lnTo>
                  <a:pt x="19279" y="3040253"/>
                </a:lnTo>
                <a:lnTo>
                  <a:pt x="15011" y="3035935"/>
                </a:lnTo>
                <a:close/>
              </a:path>
              <a:path w="10390505" h="4652010">
                <a:moveTo>
                  <a:pt x="15011" y="2997835"/>
                </a:moveTo>
                <a:lnTo>
                  <a:pt x="4496" y="2997835"/>
                </a:lnTo>
                <a:lnTo>
                  <a:pt x="229" y="3002026"/>
                </a:lnTo>
                <a:lnTo>
                  <a:pt x="229" y="3012567"/>
                </a:lnTo>
                <a:lnTo>
                  <a:pt x="4496" y="3016885"/>
                </a:lnTo>
                <a:lnTo>
                  <a:pt x="15011" y="3016885"/>
                </a:lnTo>
                <a:lnTo>
                  <a:pt x="19279" y="3012567"/>
                </a:lnTo>
                <a:lnTo>
                  <a:pt x="19279" y="3002026"/>
                </a:lnTo>
                <a:lnTo>
                  <a:pt x="15011" y="2997835"/>
                </a:lnTo>
                <a:close/>
              </a:path>
              <a:path w="10390505" h="4652010">
                <a:moveTo>
                  <a:pt x="15011" y="2959735"/>
                </a:moveTo>
                <a:lnTo>
                  <a:pt x="4496" y="2959735"/>
                </a:lnTo>
                <a:lnTo>
                  <a:pt x="229" y="2963926"/>
                </a:lnTo>
                <a:lnTo>
                  <a:pt x="229" y="2974467"/>
                </a:lnTo>
                <a:lnTo>
                  <a:pt x="4496" y="2978785"/>
                </a:lnTo>
                <a:lnTo>
                  <a:pt x="15011" y="2978785"/>
                </a:lnTo>
                <a:lnTo>
                  <a:pt x="19279" y="2974467"/>
                </a:lnTo>
                <a:lnTo>
                  <a:pt x="19279" y="2963926"/>
                </a:lnTo>
                <a:lnTo>
                  <a:pt x="15011" y="2959735"/>
                </a:lnTo>
                <a:close/>
              </a:path>
              <a:path w="10390505" h="4652010">
                <a:moveTo>
                  <a:pt x="15011" y="2921635"/>
                </a:moveTo>
                <a:lnTo>
                  <a:pt x="4496" y="2921635"/>
                </a:lnTo>
                <a:lnTo>
                  <a:pt x="229" y="2925826"/>
                </a:lnTo>
                <a:lnTo>
                  <a:pt x="229" y="2936367"/>
                </a:lnTo>
                <a:lnTo>
                  <a:pt x="4496" y="2940685"/>
                </a:lnTo>
                <a:lnTo>
                  <a:pt x="15011" y="2940685"/>
                </a:lnTo>
                <a:lnTo>
                  <a:pt x="19279" y="2936367"/>
                </a:lnTo>
                <a:lnTo>
                  <a:pt x="19279" y="2925826"/>
                </a:lnTo>
                <a:lnTo>
                  <a:pt x="15011" y="2921635"/>
                </a:lnTo>
                <a:close/>
              </a:path>
              <a:path w="10390505" h="4652010">
                <a:moveTo>
                  <a:pt x="15011" y="2883408"/>
                </a:moveTo>
                <a:lnTo>
                  <a:pt x="4496" y="2883408"/>
                </a:lnTo>
                <a:lnTo>
                  <a:pt x="229" y="2887726"/>
                </a:lnTo>
                <a:lnTo>
                  <a:pt x="229" y="2898267"/>
                </a:lnTo>
                <a:lnTo>
                  <a:pt x="4496" y="2902585"/>
                </a:lnTo>
                <a:lnTo>
                  <a:pt x="15011" y="2902585"/>
                </a:lnTo>
                <a:lnTo>
                  <a:pt x="19279" y="2898267"/>
                </a:lnTo>
                <a:lnTo>
                  <a:pt x="19279" y="2887726"/>
                </a:lnTo>
                <a:lnTo>
                  <a:pt x="15011" y="2883408"/>
                </a:lnTo>
                <a:close/>
              </a:path>
              <a:path w="10390505" h="4652010">
                <a:moveTo>
                  <a:pt x="15011" y="2845308"/>
                </a:moveTo>
                <a:lnTo>
                  <a:pt x="4496" y="2845308"/>
                </a:lnTo>
                <a:lnTo>
                  <a:pt x="229" y="2849626"/>
                </a:lnTo>
                <a:lnTo>
                  <a:pt x="229" y="2860167"/>
                </a:lnTo>
                <a:lnTo>
                  <a:pt x="4496" y="2864358"/>
                </a:lnTo>
                <a:lnTo>
                  <a:pt x="15011" y="2864358"/>
                </a:lnTo>
                <a:lnTo>
                  <a:pt x="19279" y="2860167"/>
                </a:lnTo>
                <a:lnTo>
                  <a:pt x="19279" y="2849626"/>
                </a:lnTo>
                <a:lnTo>
                  <a:pt x="15011" y="2845308"/>
                </a:lnTo>
                <a:close/>
              </a:path>
              <a:path w="10390505" h="4652010">
                <a:moveTo>
                  <a:pt x="15011" y="2807208"/>
                </a:moveTo>
                <a:lnTo>
                  <a:pt x="4496" y="2807208"/>
                </a:lnTo>
                <a:lnTo>
                  <a:pt x="229" y="2811526"/>
                </a:lnTo>
                <a:lnTo>
                  <a:pt x="229" y="2822067"/>
                </a:lnTo>
                <a:lnTo>
                  <a:pt x="4496" y="2826258"/>
                </a:lnTo>
                <a:lnTo>
                  <a:pt x="15011" y="2826258"/>
                </a:lnTo>
                <a:lnTo>
                  <a:pt x="19279" y="2822067"/>
                </a:lnTo>
                <a:lnTo>
                  <a:pt x="19279" y="2811526"/>
                </a:lnTo>
                <a:lnTo>
                  <a:pt x="15011" y="2807208"/>
                </a:lnTo>
                <a:close/>
              </a:path>
              <a:path w="10390505" h="4652010">
                <a:moveTo>
                  <a:pt x="15011" y="2769108"/>
                </a:moveTo>
                <a:lnTo>
                  <a:pt x="4496" y="2769108"/>
                </a:lnTo>
                <a:lnTo>
                  <a:pt x="229" y="2773299"/>
                </a:lnTo>
                <a:lnTo>
                  <a:pt x="229" y="2783840"/>
                </a:lnTo>
                <a:lnTo>
                  <a:pt x="4496" y="2788158"/>
                </a:lnTo>
                <a:lnTo>
                  <a:pt x="15011" y="2788158"/>
                </a:lnTo>
                <a:lnTo>
                  <a:pt x="19279" y="2783840"/>
                </a:lnTo>
                <a:lnTo>
                  <a:pt x="19279" y="2773299"/>
                </a:lnTo>
                <a:lnTo>
                  <a:pt x="15011" y="2769108"/>
                </a:lnTo>
                <a:close/>
              </a:path>
              <a:path w="10390505" h="4652010">
                <a:moveTo>
                  <a:pt x="15011" y="2731008"/>
                </a:moveTo>
                <a:lnTo>
                  <a:pt x="4496" y="2731008"/>
                </a:lnTo>
                <a:lnTo>
                  <a:pt x="229" y="2735199"/>
                </a:lnTo>
                <a:lnTo>
                  <a:pt x="229" y="2745740"/>
                </a:lnTo>
                <a:lnTo>
                  <a:pt x="4496" y="2750058"/>
                </a:lnTo>
                <a:lnTo>
                  <a:pt x="15011" y="2750058"/>
                </a:lnTo>
                <a:lnTo>
                  <a:pt x="19279" y="2745740"/>
                </a:lnTo>
                <a:lnTo>
                  <a:pt x="19279" y="2735199"/>
                </a:lnTo>
                <a:lnTo>
                  <a:pt x="15011" y="2731008"/>
                </a:lnTo>
                <a:close/>
              </a:path>
              <a:path w="10390505" h="4652010">
                <a:moveTo>
                  <a:pt x="15011" y="2692908"/>
                </a:moveTo>
                <a:lnTo>
                  <a:pt x="4496" y="2692908"/>
                </a:lnTo>
                <a:lnTo>
                  <a:pt x="229" y="2697099"/>
                </a:lnTo>
                <a:lnTo>
                  <a:pt x="229" y="2707640"/>
                </a:lnTo>
                <a:lnTo>
                  <a:pt x="4496" y="2711958"/>
                </a:lnTo>
                <a:lnTo>
                  <a:pt x="15011" y="2711958"/>
                </a:lnTo>
                <a:lnTo>
                  <a:pt x="19279" y="2707640"/>
                </a:lnTo>
                <a:lnTo>
                  <a:pt x="19279" y="2697099"/>
                </a:lnTo>
                <a:lnTo>
                  <a:pt x="15011" y="2692908"/>
                </a:lnTo>
                <a:close/>
              </a:path>
              <a:path w="10390505" h="4652010">
                <a:moveTo>
                  <a:pt x="15011" y="2654681"/>
                </a:moveTo>
                <a:lnTo>
                  <a:pt x="4496" y="2654681"/>
                </a:lnTo>
                <a:lnTo>
                  <a:pt x="229" y="2658999"/>
                </a:lnTo>
                <a:lnTo>
                  <a:pt x="229" y="2669540"/>
                </a:lnTo>
                <a:lnTo>
                  <a:pt x="4496" y="2673858"/>
                </a:lnTo>
                <a:lnTo>
                  <a:pt x="15011" y="2673858"/>
                </a:lnTo>
                <a:lnTo>
                  <a:pt x="19279" y="2669540"/>
                </a:lnTo>
                <a:lnTo>
                  <a:pt x="19279" y="2658999"/>
                </a:lnTo>
                <a:lnTo>
                  <a:pt x="15011" y="2654681"/>
                </a:lnTo>
                <a:close/>
              </a:path>
              <a:path w="10390505" h="4652010">
                <a:moveTo>
                  <a:pt x="15011" y="2616581"/>
                </a:moveTo>
                <a:lnTo>
                  <a:pt x="4496" y="2616581"/>
                </a:lnTo>
                <a:lnTo>
                  <a:pt x="229" y="2620899"/>
                </a:lnTo>
                <a:lnTo>
                  <a:pt x="229" y="2631440"/>
                </a:lnTo>
                <a:lnTo>
                  <a:pt x="4496" y="2635631"/>
                </a:lnTo>
                <a:lnTo>
                  <a:pt x="15011" y="2635631"/>
                </a:lnTo>
                <a:lnTo>
                  <a:pt x="19279" y="2631440"/>
                </a:lnTo>
                <a:lnTo>
                  <a:pt x="19279" y="2620899"/>
                </a:lnTo>
                <a:lnTo>
                  <a:pt x="15011" y="2616581"/>
                </a:lnTo>
                <a:close/>
              </a:path>
              <a:path w="10390505" h="4652010">
                <a:moveTo>
                  <a:pt x="15011" y="2578481"/>
                </a:moveTo>
                <a:lnTo>
                  <a:pt x="4496" y="2578481"/>
                </a:lnTo>
                <a:lnTo>
                  <a:pt x="229" y="2582799"/>
                </a:lnTo>
                <a:lnTo>
                  <a:pt x="229" y="2593340"/>
                </a:lnTo>
                <a:lnTo>
                  <a:pt x="4496" y="2597531"/>
                </a:lnTo>
                <a:lnTo>
                  <a:pt x="15011" y="2597531"/>
                </a:lnTo>
                <a:lnTo>
                  <a:pt x="19279" y="2593340"/>
                </a:lnTo>
                <a:lnTo>
                  <a:pt x="19279" y="2582799"/>
                </a:lnTo>
                <a:lnTo>
                  <a:pt x="15011" y="2578481"/>
                </a:lnTo>
                <a:close/>
              </a:path>
              <a:path w="10390505" h="4652010">
                <a:moveTo>
                  <a:pt x="15011" y="2540381"/>
                </a:moveTo>
                <a:lnTo>
                  <a:pt x="4496" y="2540381"/>
                </a:lnTo>
                <a:lnTo>
                  <a:pt x="229" y="2544699"/>
                </a:lnTo>
                <a:lnTo>
                  <a:pt x="229" y="2555240"/>
                </a:lnTo>
                <a:lnTo>
                  <a:pt x="4496" y="2559431"/>
                </a:lnTo>
                <a:lnTo>
                  <a:pt x="15011" y="2559431"/>
                </a:lnTo>
                <a:lnTo>
                  <a:pt x="19279" y="2555240"/>
                </a:lnTo>
                <a:lnTo>
                  <a:pt x="19279" y="2544699"/>
                </a:lnTo>
                <a:lnTo>
                  <a:pt x="15011" y="2540381"/>
                </a:lnTo>
                <a:close/>
              </a:path>
              <a:path w="10390505" h="4652010">
                <a:moveTo>
                  <a:pt x="15011" y="2502281"/>
                </a:moveTo>
                <a:lnTo>
                  <a:pt x="4496" y="2502281"/>
                </a:lnTo>
                <a:lnTo>
                  <a:pt x="229" y="2506472"/>
                </a:lnTo>
                <a:lnTo>
                  <a:pt x="229" y="2517013"/>
                </a:lnTo>
                <a:lnTo>
                  <a:pt x="4496" y="2521331"/>
                </a:lnTo>
                <a:lnTo>
                  <a:pt x="15011" y="2521331"/>
                </a:lnTo>
                <a:lnTo>
                  <a:pt x="19279" y="2517013"/>
                </a:lnTo>
                <a:lnTo>
                  <a:pt x="19279" y="2506472"/>
                </a:lnTo>
                <a:lnTo>
                  <a:pt x="15011" y="2502281"/>
                </a:lnTo>
                <a:close/>
              </a:path>
              <a:path w="10390505" h="4652010">
                <a:moveTo>
                  <a:pt x="15011" y="2464181"/>
                </a:moveTo>
                <a:lnTo>
                  <a:pt x="4496" y="2464181"/>
                </a:lnTo>
                <a:lnTo>
                  <a:pt x="229" y="2468372"/>
                </a:lnTo>
                <a:lnTo>
                  <a:pt x="229" y="2478913"/>
                </a:lnTo>
                <a:lnTo>
                  <a:pt x="4496" y="2483231"/>
                </a:lnTo>
                <a:lnTo>
                  <a:pt x="15011" y="2483231"/>
                </a:lnTo>
                <a:lnTo>
                  <a:pt x="19279" y="2478913"/>
                </a:lnTo>
                <a:lnTo>
                  <a:pt x="19279" y="2468372"/>
                </a:lnTo>
                <a:lnTo>
                  <a:pt x="15011" y="2464181"/>
                </a:lnTo>
                <a:close/>
              </a:path>
              <a:path w="10390505" h="4652010">
                <a:moveTo>
                  <a:pt x="15011" y="2426081"/>
                </a:moveTo>
                <a:lnTo>
                  <a:pt x="4496" y="2426081"/>
                </a:lnTo>
                <a:lnTo>
                  <a:pt x="229" y="2430272"/>
                </a:lnTo>
                <a:lnTo>
                  <a:pt x="229" y="2440813"/>
                </a:lnTo>
                <a:lnTo>
                  <a:pt x="4496" y="2445131"/>
                </a:lnTo>
                <a:lnTo>
                  <a:pt x="15011" y="2445131"/>
                </a:lnTo>
                <a:lnTo>
                  <a:pt x="19279" y="2440813"/>
                </a:lnTo>
                <a:lnTo>
                  <a:pt x="19279" y="2430272"/>
                </a:lnTo>
                <a:lnTo>
                  <a:pt x="15011" y="2426081"/>
                </a:lnTo>
                <a:close/>
              </a:path>
              <a:path w="10390505" h="4652010">
                <a:moveTo>
                  <a:pt x="15011" y="2387854"/>
                </a:moveTo>
                <a:lnTo>
                  <a:pt x="4496" y="2387854"/>
                </a:lnTo>
                <a:lnTo>
                  <a:pt x="229" y="2392172"/>
                </a:lnTo>
                <a:lnTo>
                  <a:pt x="229" y="2402713"/>
                </a:lnTo>
                <a:lnTo>
                  <a:pt x="4496" y="2407031"/>
                </a:lnTo>
                <a:lnTo>
                  <a:pt x="15011" y="2407031"/>
                </a:lnTo>
                <a:lnTo>
                  <a:pt x="19279" y="2402713"/>
                </a:lnTo>
                <a:lnTo>
                  <a:pt x="19279" y="2397506"/>
                </a:lnTo>
                <a:lnTo>
                  <a:pt x="6579" y="2397506"/>
                </a:lnTo>
                <a:lnTo>
                  <a:pt x="6579" y="2397379"/>
                </a:lnTo>
                <a:lnTo>
                  <a:pt x="19279" y="2397379"/>
                </a:lnTo>
                <a:lnTo>
                  <a:pt x="19279" y="2392172"/>
                </a:lnTo>
                <a:lnTo>
                  <a:pt x="15011" y="2387854"/>
                </a:lnTo>
                <a:close/>
              </a:path>
              <a:path w="10390505" h="4652010">
                <a:moveTo>
                  <a:pt x="19279" y="2397379"/>
                </a:moveTo>
                <a:lnTo>
                  <a:pt x="12929" y="2397379"/>
                </a:lnTo>
                <a:lnTo>
                  <a:pt x="12929" y="2397506"/>
                </a:lnTo>
                <a:lnTo>
                  <a:pt x="19279" y="2397506"/>
                </a:lnTo>
                <a:lnTo>
                  <a:pt x="19279" y="2397379"/>
                </a:lnTo>
                <a:close/>
              </a:path>
              <a:path w="10390505" h="4652010">
                <a:moveTo>
                  <a:pt x="15011" y="2349754"/>
                </a:moveTo>
                <a:lnTo>
                  <a:pt x="4496" y="2349754"/>
                </a:lnTo>
                <a:lnTo>
                  <a:pt x="229" y="2354072"/>
                </a:lnTo>
                <a:lnTo>
                  <a:pt x="229" y="2364613"/>
                </a:lnTo>
                <a:lnTo>
                  <a:pt x="4496" y="2368804"/>
                </a:lnTo>
                <a:lnTo>
                  <a:pt x="15011" y="2368804"/>
                </a:lnTo>
                <a:lnTo>
                  <a:pt x="19279" y="2364613"/>
                </a:lnTo>
                <a:lnTo>
                  <a:pt x="19279" y="2354072"/>
                </a:lnTo>
                <a:lnTo>
                  <a:pt x="15011" y="2349754"/>
                </a:lnTo>
                <a:close/>
              </a:path>
              <a:path w="10390505" h="4652010">
                <a:moveTo>
                  <a:pt x="15011" y="2311654"/>
                </a:moveTo>
                <a:lnTo>
                  <a:pt x="4496" y="2311654"/>
                </a:lnTo>
                <a:lnTo>
                  <a:pt x="229" y="2315972"/>
                </a:lnTo>
                <a:lnTo>
                  <a:pt x="229" y="2326513"/>
                </a:lnTo>
                <a:lnTo>
                  <a:pt x="4496" y="2330704"/>
                </a:lnTo>
                <a:lnTo>
                  <a:pt x="15011" y="2330704"/>
                </a:lnTo>
                <a:lnTo>
                  <a:pt x="19279" y="2326513"/>
                </a:lnTo>
                <a:lnTo>
                  <a:pt x="19279" y="2315972"/>
                </a:lnTo>
                <a:lnTo>
                  <a:pt x="15011" y="2311654"/>
                </a:lnTo>
                <a:close/>
              </a:path>
              <a:path w="10390505" h="4652010">
                <a:moveTo>
                  <a:pt x="15011" y="2273554"/>
                </a:moveTo>
                <a:lnTo>
                  <a:pt x="4496" y="2273554"/>
                </a:lnTo>
                <a:lnTo>
                  <a:pt x="229" y="2277872"/>
                </a:lnTo>
                <a:lnTo>
                  <a:pt x="229" y="2288413"/>
                </a:lnTo>
                <a:lnTo>
                  <a:pt x="4496" y="2292604"/>
                </a:lnTo>
                <a:lnTo>
                  <a:pt x="15011" y="2292604"/>
                </a:lnTo>
                <a:lnTo>
                  <a:pt x="19279" y="2288413"/>
                </a:lnTo>
                <a:lnTo>
                  <a:pt x="19279" y="2277872"/>
                </a:lnTo>
                <a:lnTo>
                  <a:pt x="15011" y="2273554"/>
                </a:lnTo>
                <a:close/>
              </a:path>
              <a:path w="10390505" h="4652010">
                <a:moveTo>
                  <a:pt x="15011" y="2235454"/>
                </a:moveTo>
                <a:lnTo>
                  <a:pt x="4496" y="2235454"/>
                </a:lnTo>
                <a:lnTo>
                  <a:pt x="229" y="2239645"/>
                </a:lnTo>
                <a:lnTo>
                  <a:pt x="229" y="2250186"/>
                </a:lnTo>
                <a:lnTo>
                  <a:pt x="4496" y="2254504"/>
                </a:lnTo>
                <a:lnTo>
                  <a:pt x="15011" y="2254504"/>
                </a:lnTo>
                <a:lnTo>
                  <a:pt x="19279" y="2250186"/>
                </a:lnTo>
                <a:lnTo>
                  <a:pt x="19279" y="2239645"/>
                </a:lnTo>
                <a:lnTo>
                  <a:pt x="15011" y="2235454"/>
                </a:lnTo>
                <a:close/>
              </a:path>
              <a:path w="10390505" h="4652010">
                <a:moveTo>
                  <a:pt x="15011" y="2197354"/>
                </a:moveTo>
                <a:lnTo>
                  <a:pt x="4496" y="2197354"/>
                </a:lnTo>
                <a:lnTo>
                  <a:pt x="229" y="2201545"/>
                </a:lnTo>
                <a:lnTo>
                  <a:pt x="229" y="2212086"/>
                </a:lnTo>
                <a:lnTo>
                  <a:pt x="4496" y="2216404"/>
                </a:lnTo>
                <a:lnTo>
                  <a:pt x="15011" y="2216404"/>
                </a:lnTo>
                <a:lnTo>
                  <a:pt x="19279" y="2212086"/>
                </a:lnTo>
                <a:lnTo>
                  <a:pt x="19279" y="2201545"/>
                </a:lnTo>
                <a:lnTo>
                  <a:pt x="15011" y="2197354"/>
                </a:lnTo>
                <a:close/>
              </a:path>
              <a:path w="10390505" h="4652010">
                <a:moveTo>
                  <a:pt x="15011" y="2159127"/>
                </a:moveTo>
                <a:lnTo>
                  <a:pt x="4496" y="2159127"/>
                </a:lnTo>
                <a:lnTo>
                  <a:pt x="229" y="2163445"/>
                </a:lnTo>
                <a:lnTo>
                  <a:pt x="229" y="2173986"/>
                </a:lnTo>
                <a:lnTo>
                  <a:pt x="4496" y="2178304"/>
                </a:lnTo>
                <a:lnTo>
                  <a:pt x="15011" y="2178304"/>
                </a:lnTo>
                <a:lnTo>
                  <a:pt x="19279" y="2173986"/>
                </a:lnTo>
                <a:lnTo>
                  <a:pt x="19279" y="2163445"/>
                </a:lnTo>
                <a:lnTo>
                  <a:pt x="15011" y="2159127"/>
                </a:lnTo>
                <a:close/>
              </a:path>
              <a:path w="10390505" h="4652010">
                <a:moveTo>
                  <a:pt x="15011" y="2121027"/>
                </a:moveTo>
                <a:lnTo>
                  <a:pt x="4496" y="2121027"/>
                </a:lnTo>
                <a:lnTo>
                  <a:pt x="229" y="2125345"/>
                </a:lnTo>
                <a:lnTo>
                  <a:pt x="229" y="2135886"/>
                </a:lnTo>
                <a:lnTo>
                  <a:pt x="4496" y="2140077"/>
                </a:lnTo>
                <a:lnTo>
                  <a:pt x="15011" y="2140077"/>
                </a:lnTo>
                <a:lnTo>
                  <a:pt x="19279" y="2135886"/>
                </a:lnTo>
                <a:lnTo>
                  <a:pt x="19279" y="2125345"/>
                </a:lnTo>
                <a:lnTo>
                  <a:pt x="15011" y="2121027"/>
                </a:lnTo>
                <a:close/>
              </a:path>
              <a:path w="10390505" h="4652010">
                <a:moveTo>
                  <a:pt x="15011" y="2082927"/>
                </a:moveTo>
                <a:lnTo>
                  <a:pt x="4496" y="2082927"/>
                </a:lnTo>
                <a:lnTo>
                  <a:pt x="229" y="2087245"/>
                </a:lnTo>
                <a:lnTo>
                  <a:pt x="229" y="2097786"/>
                </a:lnTo>
                <a:lnTo>
                  <a:pt x="4496" y="2101977"/>
                </a:lnTo>
                <a:lnTo>
                  <a:pt x="15011" y="2101977"/>
                </a:lnTo>
                <a:lnTo>
                  <a:pt x="19279" y="2097786"/>
                </a:lnTo>
                <a:lnTo>
                  <a:pt x="19279" y="2087245"/>
                </a:lnTo>
                <a:lnTo>
                  <a:pt x="15011" y="2082927"/>
                </a:lnTo>
                <a:close/>
              </a:path>
              <a:path w="10390505" h="4652010">
                <a:moveTo>
                  <a:pt x="15011" y="2044827"/>
                </a:moveTo>
                <a:lnTo>
                  <a:pt x="4496" y="2044827"/>
                </a:lnTo>
                <a:lnTo>
                  <a:pt x="229" y="2049145"/>
                </a:lnTo>
                <a:lnTo>
                  <a:pt x="229" y="2059686"/>
                </a:lnTo>
                <a:lnTo>
                  <a:pt x="4496" y="2063877"/>
                </a:lnTo>
                <a:lnTo>
                  <a:pt x="15011" y="2063877"/>
                </a:lnTo>
                <a:lnTo>
                  <a:pt x="19279" y="2059686"/>
                </a:lnTo>
                <a:lnTo>
                  <a:pt x="19279" y="2049145"/>
                </a:lnTo>
                <a:lnTo>
                  <a:pt x="15011" y="2044827"/>
                </a:lnTo>
                <a:close/>
              </a:path>
              <a:path w="10390505" h="4652010">
                <a:moveTo>
                  <a:pt x="15011" y="2006727"/>
                </a:moveTo>
                <a:lnTo>
                  <a:pt x="4496" y="2006727"/>
                </a:lnTo>
                <a:lnTo>
                  <a:pt x="229" y="2010918"/>
                </a:lnTo>
                <a:lnTo>
                  <a:pt x="229" y="2021459"/>
                </a:lnTo>
                <a:lnTo>
                  <a:pt x="4496" y="2025777"/>
                </a:lnTo>
                <a:lnTo>
                  <a:pt x="15011" y="2025777"/>
                </a:lnTo>
                <a:lnTo>
                  <a:pt x="19279" y="2021459"/>
                </a:lnTo>
                <a:lnTo>
                  <a:pt x="19279" y="2010918"/>
                </a:lnTo>
                <a:lnTo>
                  <a:pt x="15011" y="2006727"/>
                </a:lnTo>
                <a:close/>
              </a:path>
              <a:path w="10390505" h="4652010">
                <a:moveTo>
                  <a:pt x="15011" y="1968627"/>
                </a:moveTo>
                <a:lnTo>
                  <a:pt x="4496" y="1968627"/>
                </a:lnTo>
                <a:lnTo>
                  <a:pt x="229" y="1972818"/>
                </a:lnTo>
                <a:lnTo>
                  <a:pt x="229" y="1983359"/>
                </a:lnTo>
                <a:lnTo>
                  <a:pt x="4496" y="1987677"/>
                </a:lnTo>
                <a:lnTo>
                  <a:pt x="15011" y="1987677"/>
                </a:lnTo>
                <a:lnTo>
                  <a:pt x="19279" y="1983359"/>
                </a:lnTo>
                <a:lnTo>
                  <a:pt x="19279" y="1972818"/>
                </a:lnTo>
                <a:lnTo>
                  <a:pt x="15011" y="1968627"/>
                </a:lnTo>
                <a:close/>
              </a:path>
              <a:path w="10390505" h="4652010">
                <a:moveTo>
                  <a:pt x="15011" y="1930527"/>
                </a:moveTo>
                <a:lnTo>
                  <a:pt x="4496" y="1930527"/>
                </a:lnTo>
                <a:lnTo>
                  <a:pt x="229" y="1934718"/>
                </a:lnTo>
                <a:lnTo>
                  <a:pt x="229" y="1945259"/>
                </a:lnTo>
                <a:lnTo>
                  <a:pt x="4496" y="1949577"/>
                </a:lnTo>
                <a:lnTo>
                  <a:pt x="15011" y="1949577"/>
                </a:lnTo>
                <a:lnTo>
                  <a:pt x="19279" y="1945259"/>
                </a:lnTo>
                <a:lnTo>
                  <a:pt x="19279" y="1934718"/>
                </a:lnTo>
                <a:lnTo>
                  <a:pt x="15011" y="1930527"/>
                </a:lnTo>
                <a:close/>
              </a:path>
              <a:path w="10390505" h="4652010">
                <a:moveTo>
                  <a:pt x="15011" y="1892300"/>
                </a:moveTo>
                <a:lnTo>
                  <a:pt x="4496" y="1892300"/>
                </a:lnTo>
                <a:lnTo>
                  <a:pt x="229" y="1896618"/>
                </a:lnTo>
                <a:lnTo>
                  <a:pt x="229" y="1907159"/>
                </a:lnTo>
                <a:lnTo>
                  <a:pt x="4496" y="1911477"/>
                </a:lnTo>
                <a:lnTo>
                  <a:pt x="15011" y="1911477"/>
                </a:lnTo>
                <a:lnTo>
                  <a:pt x="19279" y="1907159"/>
                </a:lnTo>
                <a:lnTo>
                  <a:pt x="19279" y="1896618"/>
                </a:lnTo>
                <a:lnTo>
                  <a:pt x="15011" y="1892300"/>
                </a:lnTo>
                <a:close/>
              </a:path>
              <a:path w="10390505" h="4652010">
                <a:moveTo>
                  <a:pt x="15011" y="1854200"/>
                </a:moveTo>
                <a:lnTo>
                  <a:pt x="4496" y="1854200"/>
                </a:lnTo>
                <a:lnTo>
                  <a:pt x="229" y="1858518"/>
                </a:lnTo>
                <a:lnTo>
                  <a:pt x="229" y="1869059"/>
                </a:lnTo>
                <a:lnTo>
                  <a:pt x="4496" y="1873250"/>
                </a:lnTo>
                <a:lnTo>
                  <a:pt x="15011" y="1873250"/>
                </a:lnTo>
                <a:lnTo>
                  <a:pt x="19279" y="1869059"/>
                </a:lnTo>
                <a:lnTo>
                  <a:pt x="19279" y="1858518"/>
                </a:lnTo>
                <a:lnTo>
                  <a:pt x="15011" y="1854200"/>
                </a:lnTo>
                <a:close/>
              </a:path>
              <a:path w="10390505" h="4652010">
                <a:moveTo>
                  <a:pt x="15011" y="1816100"/>
                </a:moveTo>
                <a:lnTo>
                  <a:pt x="4496" y="1816100"/>
                </a:lnTo>
                <a:lnTo>
                  <a:pt x="229" y="1820418"/>
                </a:lnTo>
                <a:lnTo>
                  <a:pt x="229" y="1830959"/>
                </a:lnTo>
                <a:lnTo>
                  <a:pt x="4496" y="1835150"/>
                </a:lnTo>
                <a:lnTo>
                  <a:pt x="15011" y="1835150"/>
                </a:lnTo>
                <a:lnTo>
                  <a:pt x="19279" y="1830959"/>
                </a:lnTo>
                <a:lnTo>
                  <a:pt x="19279" y="1820418"/>
                </a:lnTo>
                <a:lnTo>
                  <a:pt x="15011" y="1816100"/>
                </a:lnTo>
                <a:close/>
              </a:path>
              <a:path w="10390505" h="4652010">
                <a:moveTo>
                  <a:pt x="15011" y="1778000"/>
                </a:moveTo>
                <a:lnTo>
                  <a:pt x="4496" y="1778000"/>
                </a:lnTo>
                <a:lnTo>
                  <a:pt x="229" y="1782318"/>
                </a:lnTo>
                <a:lnTo>
                  <a:pt x="229" y="1792859"/>
                </a:lnTo>
                <a:lnTo>
                  <a:pt x="4496" y="1797050"/>
                </a:lnTo>
                <a:lnTo>
                  <a:pt x="15011" y="1797050"/>
                </a:lnTo>
                <a:lnTo>
                  <a:pt x="19279" y="1792859"/>
                </a:lnTo>
                <a:lnTo>
                  <a:pt x="19279" y="1782318"/>
                </a:lnTo>
                <a:lnTo>
                  <a:pt x="15011" y="1778000"/>
                </a:lnTo>
                <a:close/>
              </a:path>
              <a:path w="10390505" h="4652010">
                <a:moveTo>
                  <a:pt x="15011" y="1739900"/>
                </a:moveTo>
                <a:lnTo>
                  <a:pt x="4496" y="1739900"/>
                </a:lnTo>
                <a:lnTo>
                  <a:pt x="229" y="1744091"/>
                </a:lnTo>
                <a:lnTo>
                  <a:pt x="229" y="1754632"/>
                </a:lnTo>
                <a:lnTo>
                  <a:pt x="4496" y="1758950"/>
                </a:lnTo>
                <a:lnTo>
                  <a:pt x="15011" y="1758950"/>
                </a:lnTo>
                <a:lnTo>
                  <a:pt x="19279" y="1754632"/>
                </a:lnTo>
                <a:lnTo>
                  <a:pt x="19279" y="1744091"/>
                </a:lnTo>
                <a:lnTo>
                  <a:pt x="15011" y="1739900"/>
                </a:lnTo>
                <a:close/>
              </a:path>
              <a:path w="10390505" h="4652010">
                <a:moveTo>
                  <a:pt x="15011" y="1701800"/>
                </a:moveTo>
                <a:lnTo>
                  <a:pt x="4496" y="1701800"/>
                </a:lnTo>
                <a:lnTo>
                  <a:pt x="229" y="1705991"/>
                </a:lnTo>
                <a:lnTo>
                  <a:pt x="229" y="1716532"/>
                </a:lnTo>
                <a:lnTo>
                  <a:pt x="4496" y="1720850"/>
                </a:lnTo>
                <a:lnTo>
                  <a:pt x="15011" y="1720850"/>
                </a:lnTo>
                <a:lnTo>
                  <a:pt x="19279" y="1716532"/>
                </a:lnTo>
                <a:lnTo>
                  <a:pt x="19279" y="1705991"/>
                </a:lnTo>
                <a:lnTo>
                  <a:pt x="15011" y="1701800"/>
                </a:lnTo>
                <a:close/>
              </a:path>
              <a:path w="10390505" h="4652010">
                <a:moveTo>
                  <a:pt x="15011" y="1663700"/>
                </a:moveTo>
                <a:lnTo>
                  <a:pt x="4496" y="1663700"/>
                </a:lnTo>
                <a:lnTo>
                  <a:pt x="229" y="1667891"/>
                </a:lnTo>
                <a:lnTo>
                  <a:pt x="229" y="1678432"/>
                </a:lnTo>
                <a:lnTo>
                  <a:pt x="4496" y="1682750"/>
                </a:lnTo>
                <a:lnTo>
                  <a:pt x="15011" y="1682750"/>
                </a:lnTo>
                <a:lnTo>
                  <a:pt x="19279" y="1678432"/>
                </a:lnTo>
                <a:lnTo>
                  <a:pt x="19279" y="1667891"/>
                </a:lnTo>
                <a:lnTo>
                  <a:pt x="15011" y="1663700"/>
                </a:lnTo>
                <a:close/>
              </a:path>
              <a:path w="10390505" h="4652010">
                <a:moveTo>
                  <a:pt x="15011" y="1625473"/>
                </a:moveTo>
                <a:lnTo>
                  <a:pt x="4496" y="1625473"/>
                </a:lnTo>
                <a:lnTo>
                  <a:pt x="229" y="1629791"/>
                </a:lnTo>
                <a:lnTo>
                  <a:pt x="229" y="1640332"/>
                </a:lnTo>
                <a:lnTo>
                  <a:pt x="4496" y="1644650"/>
                </a:lnTo>
                <a:lnTo>
                  <a:pt x="15011" y="1644650"/>
                </a:lnTo>
                <a:lnTo>
                  <a:pt x="19279" y="1640332"/>
                </a:lnTo>
                <a:lnTo>
                  <a:pt x="19279" y="1635125"/>
                </a:lnTo>
                <a:lnTo>
                  <a:pt x="6579" y="1635125"/>
                </a:lnTo>
                <a:lnTo>
                  <a:pt x="6579" y="1634998"/>
                </a:lnTo>
                <a:lnTo>
                  <a:pt x="19279" y="1634998"/>
                </a:lnTo>
                <a:lnTo>
                  <a:pt x="19279" y="1629791"/>
                </a:lnTo>
                <a:lnTo>
                  <a:pt x="15011" y="1625473"/>
                </a:lnTo>
                <a:close/>
              </a:path>
              <a:path w="10390505" h="4652010">
                <a:moveTo>
                  <a:pt x="19279" y="1634998"/>
                </a:moveTo>
                <a:lnTo>
                  <a:pt x="12929" y="1634998"/>
                </a:lnTo>
                <a:lnTo>
                  <a:pt x="12929" y="1635125"/>
                </a:lnTo>
                <a:lnTo>
                  <a:pt x="19279" y="1635125"/>
                </a:lnTo>
                <a:lnTo>
                  <a:pt x="19279" y="1634998"/>
                </a:lnTo>
                <a:close/>
              </a:path>
              <a:path w="10390505" h="4652010">
                <a:moveTo>
                  <a:pt x="15011" y="1587373"/>
                </a:moveTo>
                <a:lnTo>
                  <a:pt x="4496" y="1587373"/>
                </a:lnTo>
                <a:lnTo>
                  <a:pt x="229" y="1591691"/>
                </a:lnTo>
                <a:lnTo>
                  <a:pt x="229" y="1602232"/>
                </a:lnTo>
                <a:lnTo>
                  <a:pt x="4496" y="1606423"/>
                </a:lnTo>
                <a:lnTo>
                  <a:pt x="15011" y="1606423"/>
                </a:lnTo>
                <a:lnTo>
                  <a:pt x="19279" y="1602232"/>
                </a:lnTo>
                <a:lnTo>
                  <a:pt x="19279" y="1591691"/>
                </a:lnTo>
                <a:lnTo>
                  <a:pt x="15011" y="1587373"/>
                </a:lnTo>
                <a:close/>
              </a:path>
              <a:path w="10390505" h="4652010">
                <a:moveTo>
                  <a:pt x="15011" y="1549273"/>
                </a:moveTo>
                <a:lnTo>
                  <a:pt x="4496" y="1549273"/>
                </a:lnTo>
                <a:lnTo>
                  <a:pt x="229" y="1553591"/>
                </a:lnTo>
                <a:lnTo>
                  <a:pt x="229" y="1564132"/>
                </a:lnTo>
                <a:lnTo>
                  <a:pt x="4496" y="1568323"/>
                </a:lnTo>
                <a:lnTo>
                  <a:pt x="15011" y="1568323"/>
                </a:lnTo>
                <a:lnTo>
                  <a:pt x="19279" y="1564132"/>
                </a:lnTo>
                <a:lnTo>
                  <a:pt x="19279" y="1553591"/>
                </a:lnTo>
                <a:lnTo>
                  <a:pt x="15011" y="1549273"/>
                </a:lnTo>
                <a:close/>
              </a:path>
              <a:path w="10390505" h="4652010">
                <a:moveTo>
                  <a:pt x="15011" y="1511173"/>
                </a:moveTo>
                <a:lnTo>
                  <a:pt x="4496" y="1511173"/>
                </a:lnTo>
                <a:lnTo>
                  <a:pt x="229" y="1515364"/>
                </a:lnTo>
                <a:lnTo>
                  <a:pt x="229" y="1525905"/>
                </a:lnTo>
                <a:lnTo>
                  <a:pt x="4496" y="1530223"/>
                </a:lnTo>
                <a:lnTo>
                  <a:pt x="15011" y="1530223"/>
                </a:lnTo>
                <a:lnTo>
                  <a:pt x="19279" y="1525905"/>
                </a:lnTo>
                <a:lnTo>
                  <a:pt x="19279" y="1515364"/>
                </a:lnTo>
                <a:lnTo>
                  <a:pt x="15011" y="1511173"/>
                </a:lnTo>
                <a:close/>
              </a:path>
              <a:path w="10390505" h="4652010">
                <a:moveTo>
                  <a:pt x="15011" y="1473073"/>
                </a:moveTo>
                <a:lnTo>
                  <a:pt x="4496" y="1473073"/>
                </a:lnTo>
                <a:lnTo>
                  <a:pt x="229" y="1477264"/>
                </a:lnTo>
                <a:lnTo>
                  <a:pt x="229" y="1487805"/>
                </a:lnTo>
                <a:lnTo>
                  <a:pt x="4496" y="1492123"/>
                </a:lnTo>
                <a:lnTo>
                  <a:pt x="15011" y="1492123"/>
                </a:lnTo>
                <a:lnTo>
                  <a:pt x="19279" y="1487805"/>
                </a:lnTo>
                <a:lnTo>
                  <a:pt x="19279" y="1477264"/>
                </a:lnTo>
                <a:lnTo>
                  <a:pt x="15011" y="1473073"/>
                </a:lnTo>
                <a:close/>
              </a:path>
              <a:path w="10390505" h="4652010">
                <a:moveTo>
                  <a:pt x="15011" y="1434973"/>
                </a:moveTo>
                <a:lnTo>
                  <a:pt x="4496" y="1434973"/>
                </a:lnTo>
                <a:lnTo>
                  <a:pt x="229" y="1439164"/>
                </a:lnTo>
                <a:lnTo>
                  <a:pt x="229" y="1449705"/>
                </a:lnTo>
                <a:lnTo>
                  <a:pt x="4496" y="1454023"/>
                </a:lnTo>
                <a:lnTo>
                  <a:pt x="15011" y="1454023"/>
                </a:lnTo>
                <a:lnTo>
                  <a:pt x="19279" y="1449705"/>
                </a:lnTo>
                <a:lnTo>
                  <a:pt x="19279" y="1439164"/>
                </a:lnTo>
                <a:lnTo>
                  <a:pt x="15011" y="1434973"/>
                </a:lnTo>
                <a:close/>
              </a:path>
              <a:path w="10390505" h="4652010">
                <a:moveTo>
                  <a:pt x="15011" y="1396746"/>
                </a:moveTo>
                <a:lnTo>
                  <a:pt x="4496" y="1396746"/>
                </a:lnTo>
                <a:lnTo>
                  <a:pt x="229" y="1401064"/>
                </a:lnTo>
                <a:lnTo>
                  <a:pt x="229" y="1411605"/>
                </a:lnTo>
                <a:lnTo>
                  <a:pt x="4496" y="1415923"/>
                </a:lnTo>
                <a:lnTo>
                  <a:pt x="15011" y="1415923"/>
                </a:lnTo>
                <a:lnTo>
                  <a:pt x="19279" y="1411605"/>
                </a:lnTo>
                <a:lnTo>
                  <a:pt x="19279" y="1401064"/>
                </a:lnTo>
                <a:lnTo>
                  <a:pt x="15011" y="1396746"/>
                </a:lnTo>
                <a:close/>
              </a:path>
              <a:path w="10390505" h="4652010">
                <a:moveTo>
                  <a:pt x="15011" y="1358646"/>
                </a:moveTo>
                <a:lnTo>
                  <a:pt x="4496" y="1358646"/>
                </a:lnTo>
                <a:lnTo>
                  <a:pt x="229" y="1362964"/>
                </a:lnTo>
                <a:lnTo>
                  <a:pt x="229" y="1373505"/>
                </a:lnTo>
                <a:lnTo>
                  <a:pt x="4496" y="1377696"/>
                </a:lnTo>
                <a:lnTo>
                  <a:pt x="15011" y="1377696"/>
                </a:lnTo>
                <a:lnTo>
                  <a:pt x="19279" y="1373505"/>
                </a:lnTo>
                <a:lnTo>
                  <a:pt x="19279" y="1362964"/>
                </a:lnTo>
                <a:lnTo>
                  <a:pt x="15011" y="1358646"/>
                </a:lnTo>
                <a:close/>
              </a:path>
              <a:path w="10390505" h="4652010">
                <a:moveTo>
                  <a:pt x="15011" y="1320546"/>
                </a:moveTo>
                <a:lnTo>
                  <a:pt x="4496" y="1320546"/>
                </a:lnTo>
                <a:lnTo>
                  <a:pt x="229" y="1324864"/>
                </a:lnTo>
                <a:lnTo>
                  <a:pt x="229" y="1335405"/>
                </a:lnTo>
                <a:lnTo>
                  <a:pt x="4496" y="1339596"/>
                </a:lnTo>
                <a:lnTo>
                  <a:pt x="15011" y="1339596"/>
                </a:lnTo>
                <a:lnTo>
                  <a:pt x="19279" y="1335405"/>
                </a:lnTo>
                <a:lnTo>
                  <a:pt x="19279" y="1324864"/>
                </a:lnTo>
                <a:lnTo>
                  <a:pt x="15011" y="1320546"/>
                </a:lnTo>
                <a:close/>
              </a:path>
              <a:path w="10390505" h="4652010">
                <a:moveTo>
                  <a:pt x="15011" y="1282446"/>
                </a:moveTo>
                <a:lnTo>
                  <a:pt x="4496" y="1282446"/>
                </a:lnTo>
                <a:lnTo>
                  <a:pt x="229" y="1286764"/>
                </a:lnTo>
                <a:lnTo>
                  <a:pt x="229" y="1297305"/>
                </a:lnTo>
                <a:lnTo>
                  <a:pt x="4496" y="1301496"/>
                </a:lnTo>
                <a:lnTo>
                  <a:pt x="15011" y="1301496"/>
                </a:lnTo>
                <a:lnTo>
                  <a:pt x="19279" y="1297305"/>
                </a:lnTo>
                <a:lnTo>
                  <a:pt x="19279" y="1286764"/>
                </a:lnTo>
                <a:lnTo>
                  <a:pt x="15011" y="1282446"/>
                </a:lnTo>
                <a:close/>
              </a:path>
              <a:path w="10390505" h="4652010">
                <a:moveTo>
                  <a:pt x="15011" y="1244346"/>
                </a:moveTo>
                <a:lnTo>
                  <a:pt x="4496" y="1244346"/>
                </a:lnTo>
                <a:lnTo>
                  <a:pt x="229" y="1248537"/>
                </a:lnTo>
                <a:lnTo>
                  <a:pt x="229" y="1259078"/>
                </a:lnTo>
                <a:lnTo>
                  <a:pt x="4496" y="1263396"/>
                </a:lnTo>
                <a:lnTo>
                  <a:pt x="15011" y="1263396"/>
                </a:lnTo>
                <a:lnTo>
                  <a:pt x="19279" y="1259078"/>
                </a:lnTo>
                <a:lnTo>
                  <a:pt x="19279" y="1248537"/>
                </a:lnTo>
                <a:lnTo>
                  <a:pt x="15011" y="1244346"/>
                </a:lnTo>
                <a:close/>
              </a:path>
              <a:path w="10390505" h="4652010">
                <a:moveTo>
                  <a:pt x="15011" y="1206246"/>
                </a:moveTo>
                <a:lnTo>
                  <a:pt x="4496" y="1206246"/>
                </a:lnTo>
                <a:lnTo>
                  <a:pt x="229" y="1210437"/>
                </a:lnTo>
                <a:lnTo>
                  <a:pt x="229" y="1220978"/>
                </a:lnTo>
                <a:lnTo>
                  <a:pt x="4496" y="1225296"/>
                </a:lnTo>
                <a:lnTo>
                  <a:pt x="15011" y="1225296"/>
                </a:lnTo>
                <a:lnTo>
                  <a:pt x="19279" y="1220978"/>
                </a:lnTo>
                <a:lnTo>
                  <a:pt x="19279" y="1210437"/>
                </a:lnTo>
                <a:lnTo>
                  <a:pt x="15011" y="1206246"/>
                </a:lnTo>
                <a:close/>
              </a:path>
              <a:path w="10390505" h="4652010">
                <a:moveTo>
                  <a:pt x="15011" y="1168146"/>
                </a:moveTo>
                <a:lnTo>
                  <a:pt x="4496" y="1168146"/>
                </a:lnTo>
                <a:lnTo>
                  <a:pt x="229" y="1172337"/>
                </a:lnTo>
                <a:lnTo>
                  <a:pt x="229" y="1182878"/>
                </a:lnTo>
                <a:lnTo>
                  <a:pt x="4496" y="1187196"/>
                </a:lnTo>
                <a:lnTo>
                  <a:pt x="15011" y="1187196"/>
                </a:lnTo>
                <a:lnTo>
                  <a:pt x="19279" y="1182878"/>
                </a:lnTo>
                <a:lnTo>
                  <a:pt x="19279" y="1172337"/>
                </a:lnTo>
                <a:lnTo>
                  <a:pt x="15011" y="1168146"/>
                </a:lnTo>
                <a:close/>
              </a:path>
              <a:path w="10390505" h="4652010">
                <a:moveTo>
                  <a:pt x="15011" y="1129919"/>
                </a:moveTo>
                <a:lnTo>
                  <a:pt x="4496" y="1129919"/>
                </a:lnTo>
                <a:lnTo>
                  <a:pt x="229" y="1134237"/>
                </a:lnTo>
                <a:lnTo>
                  <a:pt x="229" y="1144778"/>
                </a:lnTo>
                <a:lnTo>
                  <a:pt x="4496" y="1149096"/>
                </a:lnTo>
                <a:lnTo>
                  <a:pt x="15011" y="1149096"/>
                </a:lnTo>
                <a:lnTo>
                  <a:pt x="19279" y="1144778"/>
                </a:lnTo>
                <a:lnTo>
                  <a:pt x="19279" y="1134237"/>
                </a:lnTo>
                <a:lnTo>
                  <a:pt x="15011" y="1129919"/>
                </a:lnTo>
                <a:close/>
              </a:path>
              <a:path w="10390505" h="4652010">
                <a:moveTo>
                  <a:pt x="15011" y="1091819"/>
                </a:moveTo>
                <a:lnTo>
                  <a:pt x="4496" y="1091819"/>
                </a:lnTo>
                <a:lnTo>
                  <a:pt x="229" y="1096137"/>
                </a:lnTo>
                <a:lnTo>
                  <a:pt x="229" y="1106678"/>
                </a:lnTo>
                <a:lnTo>
                  <a:pt x="4496" y="1110869"/>
                </a:lnTo>
                <a:lnTo>
                  <a:pt x="15011" y="1110869"/>
                </a:lnTo>
                <a:lnTo>
                  <a:pt x="19279" y="1106678"/>
                </a:lnTo>
                <a:lnTo>
                  <a:pt x="19279" y="1096137"/>
                </a:lnTo>
                <a:lnTo>
                  <a:pt x="15011" y="1091819"/>
                </a:lnTo>
                <a:close/>
              </a:path>
              <a:path w="10390505" h="4652010">
                <a:moveTo>
                  <a:pt x="15011" y="1053719"/>
                </a:moveTo>
                <a:lnTo>
                  <a:pt x="4496" y="1053719"/>
                </a:lnTo>
                <a:lnTo>
                  <a:pt x="229" y="1058037"/>
                </a:lnTo>
                <a:lnTo>
                  <a:pt x="229" y="1068578"/>
                </a:lnTo>
                <a:lnTo>
                  <a:pt x="4496" y="1072769"/>
                </a:lnTo>
                <a:lnTo>
                  <a:pt x="15011" y="1072769"/>
                </a:lnTo>
                <a:lnTo>
                  <a:pt x="19279" y="1068578"/>
                </a:lnTo>
                <a:lnTo>
                  <a:pt x="19279" y="1058037"/>
                </a:lnTo>
                <a:lnTo>
                  <a:pt x="15011" y="1053719"/>
                </a:lnTo>
                <a:close/>
              </a:path>
              <a:path w="10390505" h="4652010">
                <a:moveTo>
                  <a:pt x="15011" y="1015619"/>
                </a:moveTo>
                <a:lnTo>
                  <a:pt x="4496" y="1015619"/>
                </a:lnTo>
                <a:lnTo>
                  <a:pt x="229" y="1019937"/>
                </a:lnTo>
                <a:lnTo>
                  <a:pt x="229" y="1030478"/>
                </a:lnTo>
                <a:lnTo>
                  <a:pt x="4496" y="1034669"/>
                </a:lnTo>
                <a:lnTo>
                  <a:pt x="15011" y="1034669"/>
                </a:lnTo>
                <a:lnTo>
                  <a:pt x="19279" y="1030478"/>
                </a:lnTo>
                <a:lnTo>
                  <a:pt x="19279" y="1019937"/>
                </a:lnTo>
                <a:lnTo>
                  <a:pt x="15011" y="1015619"/>
                </a:lnTo>
                <a:close/>
              </a:path>
              <a:path w="10390505" h="4652010">
                <a:moveTo>
                  <a:pt x="15011" y="977519"/>
                </a:moveTo>
                <a:lnTo>
                  <a:pt x="4496" y="977519"/>
                </a:lnTo>
                <a:lnTo>
                  <a:pt x="229" y="981710"/>
                </a:lnTo>
                <a:lnTo>
                  <a:pt x="229" y="992251"/>
                </a:lnTo>
                <a:lnTo>
                  <a:pt x="4496" y="996569"/>
                </a:lnTo>
                <a:lnTo>
                  <a:pt x="15011" y="996569"/>
                </a:lnTo>
                <a:lnTo>
                  <a:pt x="19279" y="992251"/>
                </a:lnTo>
                <a:lnTo>
                  <a:pt x="19279" y="981710"/>
                </a:lnTo>
                <a:lnTo>
                  <a:pt x="15011" y="977519"/>
                </a:lnTo>
                <a:close/>
              </a:path>
              <a:path w="10390505" h="4652010">
                <a:moveTo>
                  <a:pt x="15011" y="939419"/>
                </a:moveTo>
                <a:lnTo>
                  <a:pt x="4496" y="939419"/>
                </a:lnTo>
                <a:lnTo>
                  <a:pt x="229" y="943610"/>
                </a:lnTo>
                <a:lnTo>
                  <a:pt x="229" y="954151"/>
                </a:lnTo>
                <a:lnTo>
                  <a:pt x="4496" y="958469"/>
                </a:lnTo>
                <a:lnTo>
                  <a:pt x="15011" y="958469"/>
                </a:lnTo>
                <a:lnTo>
                  <a:pt x="19279" y="954151"/>
                </a:lnTo>
                <a:lnTo>
                  <a:pt x="19279" y="943610"/>
                </a:lnTo>
                <a:lnTo>
                  <a:pt x="15011" y="939419"/>
                </a:lnTo>
                <a:close/>
              </a:path>
              <a:path w="10390505" h="4652010">
                <a:moveTo>
                  <a:pt x="15011" y="901319"/>
                </a:moveTo>
                <a:lnTo>
                  <a:pt x="4496" y="901319"/>
                </a:lnTo>
                <a:lnTo>
                  <a:pt x="229" y="905510"/>
                </a:lnTo>
                <a:lnTo>
                  <a:pt x="229" y="916051"/>
                </a:lnTo>
                <a:lnTo>
                  <a:pt x="4496" y="920369"/>
                </a:lnTo>
                <a:lnTo>
                  <a:pt x="15011" y="920369"/>
                </a:lnTo>
                <a:lnTo>
                  <a:pt x="19279" y="916051"/>
                </a:lnTo>
                <a:lnTo>
                  <a:pt x="19279" y="905510"/>
                </a:lnTo>
                <a:lnTo>
                  <a:pt x="15011" y="901319"/>
                </a:lnTo>
                <a:close/>
              </a:path>
              <a:path w="10390505" h="4652010">
                <a:moveTo>
                  <a:pt x="15011" y="863092"/>
                </a:moveTo>
                <a:lnTo>
                  <a:pt x="4496" y="863092"/>
                </a:lnTo>
                <a:lnTo>
                  <a:pt x="229" y="867410"/>
                </a:lnTo>
                <a:lnTo>
                  <a:pt x="229" y="877951"/>
                </a:lnTo>
                <a:lnTo>
                  <a:pt x="4496" y="882269"/>
                </a:lnTo>
                <a:lnTo>
                  <a:pt x="15011" y="882269"/>
                </a:lnTo>
                <a:lnTo>
                  <a:pt x="19279" y="877951"/>
                </a:lnTo>
                <a:lnTo>
                  <a:pt x="19279" y="867410"/>
                </a:lnTo>
                <a:lnTo>
                  <a:pt x="15011" y="863092"/>
                </a:lnTo>
                <a:close/>
              </a:path>
              <a:path w="10390505" h="4652010">
                <a:moveTo>
                  <a:pt x="15011" y="824992"/>
                </a:moveTo>
                <a:lnTo>
                  <a:pt x="4496" y="824992"/>
                </a:lnTo>
                <a:lnTo>
                  <a:pt x="229" y="829310"/>
                </a:lnTo>
                <a:lnTo>
                  <a:pt x="229" y="839851"/>
                </a:lnTo>
                <a:lnTo>
                  <a:pt x="4496" y="844042"/>
                </a:lnTo>
                <a:lnTo>
                  <a:pt x="15011" y="844042"/>
                </a:lnTo>
                <a:lnTo>
                  <a:pt x="19279" y="839851"/>
                </a:lnTo>
                <a:lnTo>
                  <a:pt x="19279" y="829310"/>
                </a:lnTo>
                <a:lnTo>
                  <a:pt x="15011" y="824992"/>
                </a:lnTo>
                <a:close/>
              </a:path>
              <a:path w="10390505" h="4652010">
                <a:moveTo>
                  <a:pt x="15011" y="786892"/>
                </a:moveTo>
                <a:lnTo>
                  <a:pt x="4496" y="786892"/>
                </a:lnTo>
                <a:lnTo>
                  <a:pt x="229" y="791210"/>
                </a:lnTo>
                <a:lnTo>
                  <a:pt x="229" y="801751"/>
                </a:lnTo>
                <a:lnTo>
                  <a:pt x="4496" y="805942"/>
                </a:lnTo>
                <a:lnTo>
                  <a:pt x="15011" y="805942"/>
                </a:lnTo>
                <a:lnTo>
                  <a:pt x="19279" y="801751"/>
                </a:lnTo>
                <a:lnTo>
                  <a:pt x="19279" y="791210"/>
                </a:lnTo>
                <a:lnTo>
                  <a:pt x="15011" y="786892"/>
                </a:lnTo>
                <a:close/>
              </a:path>
              <a:path w="10390505" h="4652010">
                <a:moveTo>
                  <a:pt x="15011" y="748792"/>
                </a:moveTo>
                <a:lnTo>
                  <a:pt x="4496" y="748792"/>
                </a:lnTo>
                <a:lnTo>
                  <a:pt x="229" y="752983"/>
                </a:lnTo>
                <a:lnTo>
                  <a:pt x="229" y="763524"/>
                </a:lnTo>
                <a:lnTo>
                  <a:pt x="4496" y="767842"/>
                </a:lnTo>
                <a:lnTo>
                  <a:pt x="15011" y="767842"/>
                </a:lnTo>
                <a:lnTo>
                  <a:pt x="19279" y="763524"/>
                </a:lnTo>
                <a:lnTo>
                  <a:pt x="19279" y="752983"/>
                </a:lnTo>
                <a:lnTo>
                  <a:pt x="15011" y="748792"/>
                </a:lnTo>
                <a:close/>
              </a:path>
              <a:path w="10390505" h="4652010">
                <a:moveTo>
                  <a:pt x="15011" y="710692"/>
                </a:moveTo>
                <a:lnTo>
                  <a:pt x="4496" y="710692"/>
                </a:lnTo>
                <a:lnTo>
                  <a:pt x="229" y="714883"/>
                </a:lnTo>
                <a:lnTo>
                  <a:pt x="229" y="725424"/>
                </a:lnTo>
                <a:lnTo>
                  <a:pt x="4496" y="729742"/>
                </a:lnTo>
                <a:lnTo>
                  <a:pt x="15011" y="729742"/>
                </a:lnTo>
                <a:lnTo>
                  <a:pt x="19279" y="725424"/>
                </a:lnTo>
                <a:lnTo>
                  <a:pt x="19279" y="714883"/>
                </a:lnTo>
                <a:lnTo>
                  <a:pt x="15011" y="710692"/>
                </a:lnTo>
                <a:close/>
              </a:path>
              <a:path w="10390505" h="4652010">
                <a:moveTo>
                  <a:pt x="15011" y="672592"/>
                </a:moveTo>
                <a:lnTo>
                  <a:pt x="4496" y="672592"/>
                </a:lnTo>
                <a:lnTo>
                  <a:pt x="229" y="676783"/>
                </a:lnTo>
                <a:lnTo>
                  <a:pt x="229" y="687324"/>
                </a:lnTo>
                <a:lnTo>
                  <a:pt x="4496" y="691642"/>
                </a:lnTo>
                <a:lnTo>
                  <a:pt x="15011" y="691642"/>
                </a:lnTo>
                <a:lnTo>
                  <a:pt x="19279" y="687324"/>
                </a:lnTo>
                <a:lnTo>
                  <a:pt x="19279" y="676783"/>
                </a:lnTo>
                <a:lnTo>
                  <a:pt x="15011" y="672592"/>
                </a:lnTo>
                <a:close/>
              </a:path>
              <a:path w="10390505" h="4652010">
                <a:moveTo>
                  <a:pt x="15011" y="634365"/>
                </a:moveTo>
                <a:lnTo>
                  <a:pt x="4496" y="634365"/>
                </a:lnTo>
                <a:lnTo>
                  <a:pt x="229" y="638683"/>
                </a:lnTo>
                <a:lnTo>
                  <a:pt x="229" y="649224"/>
                </a:lnTo>
                <a:lnTo>
                  <a:pt x="4496" y="653542"/>
                </a:lnTo>
                <a:lnTo>
                  <a:pt x="15011" y="653542"/>
                </a:lnTo>
                <a:lnTo>
                  <a:pt x="19279" y="649224"/>
                </a:lnTo>
                <a:lnTo>
                  <a:pt x="19279" y="638683"/>
                </a:lnTo>
                <a:lnTo>
                  <a:pt x="15011" y="634365"/>
                </a:lnTo>
                <a:close/>
              </a:path>
              <a:path w="10390505" h="4652010">
                <a:moveTo>
                  <a:pt x="15011" y="596265"/>
                </a:moveTo>
                <a:lnTo>
                  <a:pt x="4496" y="596265"/>
                </a:lnTo>
                <a:lnTo>
                  <a:pt x="229" y="600583"/>
                </a:lnTo>
                <a:lnTo>
                  <a:pt x="229" y="611124"/>
                </a:lnTo>
                <a:lnTo>
                  <a:pt x="4496" y="615315"/>
                </a:lnTo>
                <a:lnTo>
                  <a:pt x="15011" y="615315"/>
                </a:lnTo>
                <a:lnTo>
                  <a:pt x="19279" y="611124"/>
                </a:lnTo>
                <a:lnTo>
                  <a:pt x="19279" y="600583"/>
                </a:lnTo>
                <a:lnTo>
                  <a:pt x="15011" y="596265"/>
                </a:lnTo>
                <a:close/>
              </a:path>
              <a:path w="10390505" h="4652010">
                <a:moveTo>
                  <a:pt x="15011" y="558165"/>
                </a:moveTo>
                <a:lnTo>
                  <a:pt x="4496" y="558165"/>
                </a:lnTo>
                <a:lnTo>
                  <a:pt x="229" y="562483"/>
                </a:lnTo>
                <a:lnTo>
                  <a:pt x="229" y="573024"/>
                </a:lnTo>
                <a:lnTo>
                  <a:pt x="4496" y="577215"/>
                </a:lnTo>
                <a:lnTo>
                  <a:pt x="15011" y="577215"/>
                </a:lnTo>
                <a:lnTo>
                  <a:pt x="19279" y="573024"/>
                </a:lnTo>
                <a:lnTo>
                  <a:pt x="19279" y="562483"/>
                </a:lnTo>
                <a:lnTo>
                  <a:pt x="15011" y="558165"/>
                </a:lnTo>
                <a:close/>
              </a:path>
              <a:path w="10390505" h="4652010">
                <a:moveTo>
                  <a:pt x="15011" y="520065"/>
                </a:moveTo>
                <a:lnTo>
                  <a:pt x="4496" y="520065"/>
                </a:lnTo>
                <a:lnTo>
                  <a:pt x="229" y="524383"/>
                </a:lnTo>
                <a:lnTo>
                  <a:pt x="229" y="534924"/>
                </a:lnTo>
                <a:lnTo>
                  <a:pt x="4496" y="539115"/>
                </a:lnTo>
                <a:lnTo>
                  <a:pt x="15011" y="539115"/>
                </a:lnTo>
                <a:lnTo>
                  <a:pt x="19279" y="534924"/>
                </a:lnTo>
                <a:lnTo>
                  <a:pt x="19279" y="524383"/>
                </a:lnTo>
                <a:lnTo>
                  <a:pt x="15011" y="520065"/>
                </a:lnTo>
                <a:close/>
              </a:path>
              <a:path w="10390505" h="4652010">
                <a:moveTo>
                  <a:pt x="15011" y="481965"/>
                </a:moveTo>
                <a:lnTo>
                  <a:pt x="4496" y="481965"/>
                </a:lnTo>
                <a:lnTo>
                  <a:pt x="229" y="486156"/>
                </a:lnTo>
                <a:lnTo>
                  <a:pt x="229" y="496697"/>
                </a:lnTo>
                <a:lnTo>
                  <a:pt x="4496" y="501015"/>
                </a:lnTo>
                <a:lnTo>
                  <a:pt x="15011" y="501015"/>
                </a:lnTo>
                <a:lnTo>
                  <a:pt x="19279" y="496697"/>
                </a:lnTo>
                <a:lnTo>
                  <a:pt x="19279" y="486156"/>
                </a:lnTo>
                <a:lnTo>
                  <a:pt x="15011" y="481965"/>
                </a:lnTo>
                <a:close/>
              </a:path>
              <a:path w="10390505" h="4652010">
                <a:moveTo>
                  <a:pt x="15011" y="443865"/>
                </a:moveTo>
                <a:lnTo>
                  <a:pt x="4496" y="443865"/>
                </a:lnTo>
                <a:lnTo>
                  <a:pt x="229" y="448056"/>
                </a:lnTo>
                <a:lnTo>
                  <a:pt x="229" y="458597"/>
                </a:lnTo>
                <a:lnTo>
                  <a:pt x="4496" y="462915"/>
                </a:lnTo>
                <a:lnTo>
                  <a:pt x="15011" y="462915"/>
                </a:lnTo>
                <a:lnTo>
                  <a:pt x="19279" y="458597"/>
                </a:lnTo>
                <a:lnTo>
                  <a:pt x="19279" y="448056"/>
                </a:lnTo>
                <a:lnTo>
                  <a:pt x="15011" y="443865"/>
                </a:lnTo>
                <a:close/>
              </a:path>
              <a:path w="10390505" h="4652010">
                <a:moveTo>
                  <a:pt x="15011" y="405765"/>
                </a:moveTo>
                <a:lnTo>
                  <a:pt x="4496" y="405765"/>
                </a:lnTo>
                <a:lnTo>
                  <a:pt x="229" y="409956"/>
                </a:lnTo>
                <a:lnTo>
                  <a:pt x="229" y="420497"/>
                </a:lnTo>
                <a:lnTo>
                  <a:pt x="4496" y="424815"/>
                </a:lnTo>
                <a:lnTo>
                  <a:pt x="15011" y="424815"/>
                </a:lnTo>
                <a:lnTo>
                  <a:pt x="19279" y="420497"/>
                </a:lnTo>
                <a:lnTo>
                  <a:pt x="19279" y="409956"/>
                </a:lnTo>
                <a:lnTo>
                  <a:pt x="15011" y="405765"/>
                </a:lnTo>
                <a:close/>
              </a:path>
              <a:path w="10390505" h="4652010">
                <a:moveTo>
                  <a:pt x="15011" y="367538"/>
                </a:moveTo>
                <a:lnTo>
                  <a:pt x="4496" y="367538"/>
                </a:lnTo>
                <a:lnTo>
                  <a:pt x="229" y="371856"/>
                </a:lnTo>
                <a:lnTo>
                  <a:pt x="229" y="382397"/>
                </a:lnTo>
                <a:lnTo>
                  <a:pt x="4496" y="386715"/>
                </a:lnTo>
                <a:lnTo>
                  <a:pt x="15011" y="386715"/>
                </a:lnTo>
                <a:lnTo>
                  <a:pt x="19279" y="382397"/>
                </a:lnTo>
                <a:lnTo>
                  <a:pt x="19279" y="377190"/>
                </a:lnTo>
                <a:lnTo>
                  <a:pt x="6579" y="377190"/>
                </a:lnTo>
                <a:lnTo>
                  <a:pt x="6579" y="377063"/>
                </a:lnTo>
                <a:lnTo>
                  <a:pt x="19279" y="377063"/>
                </a:lnTo>
                <a:lnTo>
                  <a:pt x="19279" y="371856"/>
                </a:lnTo>
                <a:lnTo>
                  <a:pt x="15011" y="367538"/>
                </a:lnTo>
                <a:close/>
              </a:path>
              <a:path w="10390505" h="4652010">
                <a:moveTo>
                  <a:pt x="19279" y="377063"/>
                </a:moveTo>
                <a:lnTo>
                  <a:pt x="12929" y="377063"/>
                </a:lnTo>
                <a:lnTo>
                  <a:pt x="12929" y="377190"/>
                </a:lnTo>
                <a:lnTo>
                  <a:pt x="19279" y="377190"/>
                </a:lnTo>
                <a:lnTo>
                  <a:pt x="19279" y="377063"/>
                </a:lnTo>
                <a:close/>
              </a:path>
              <a:path w="10390505" h="4652010">
                <a:moveTo>
                  <a:pt x="15011" y="329438"/>
                </a:moveTo>
                <a:lnTo>
                  <a:pt x="4496" y="329438"/>
                </a:lnTo>
                <a:lnTo>
                  <a:pt x="229" y="333756"/>
                </a:lnTo>
                <a:lnTo>
                  <a:pt x="229" y="344297"/>
                </a:lnTo>
                <a:lnTo>
                  <a:pt x="4496" y="348488"/>
                </a:lnTo>
                <a:lnTo>
                  <a:pt x="15011" y="348488"/>
                </a:lnTo>
                <a:lnTo>
                  <a:pt x="19279" y="344297"/>
                </a:lnTo>
                <a:lnTo>
                  <a:pt x="19279" y="333756"/>
                </a:lnTo>
                <a:lnTo>
                  <a:pt x="15011" y="329438"/>
                </a:lnTo>
                <a:close/>
              </a:path>
              <a:path w="10390505" h="4652010">
                <a:moveTo>
                  <a:pt x="15011" y="291338"/>
                </a:moveTo>
                <a:lnTo>
                  <a:pt x="4496" y="291338"/>
                </a:lnTo>
                <a:lnTo>
                  <a:pt x="229" y="295656"/>
                </a:lnTo>
                <a:lnTo>
                  <a:pt x="229" y="306197"/>
                </a:lnTo>
                <a:lnTo>
                  <a:pt x="4496" y="310388"/>
                </a:lnTo>
                <a:lnTo>
                  <a:pt x="15011" y="310388"/>
                </a:lnTo>
                <a:lnTo>
                  <a:pt x="19279" y="306197"/>
                </a:lnTo>
                <a:lnTo>
                  <a:pt x="19279" y="295656"/>
                </a:lnTo>
                <a:lnTo>
                  <a:pt x="15011" y="291338"/>
                </a:lnTo>
                <a:close/>
              </a:path>
              <a:path w="10390505" h="4652010">
                <a:moveTo>
                  <a:pt x="15011" y="253237"/>
                </a:moveTo>
                <a:lnTo>
                  <a:pt x="4496" y="253237"/>
                </a:lnTo>
                <a:lnTo>
                  <a:pt x="229" y="257556"/>
                </a:lnTo>
                <a:lnTo>
                  <a:pt x="229" y="268097"/>
                </a:lnTo>
                <a:lnTo>
                  <a:pt x="4496" y="272288"/>
                </a:lnTo>
                <a:lnTo>
                  <a:pt x="15011" y="272288"/>
                </a:lnTo>
                <a:lnTo>
                  <a:pt x="19279" y="268097"/>
                </a:lnTo>
                <a:lnTo>
                  <a:pt x="19279" y="257556"/>
                </a:lnTo>
                <a:lnTo>
                  <a:pt x="15011" y="253237"/>
                </a:lnTo>
                <a:close/>
              </a:path>
              <a:path w="10390505" h="4652010">
                <a:moveTo>
                  <a:pt x="15011" y="215137"/>
                </a:moveTo>
                <a:lnTo>
                  <a:pt x="4496" y="215137"/>
                </a:lnTo>
                <a:lnTo>
                  <a:pt x="229" y="219329"/>
                </a:lnTo>
                <a:lnTo>
                  <a:pt x="229" y="229870"/>
                </a:lnTo>
                <a:lnTo>
                  <a:pt x="4496" y="234187"/>
                </a:lnTo>
                <a:lnTo>
                  <a:pt x="15011" y="234187"/>
                </a:lnTo>
                <a:lnTo>
                  <a:pt x="19279" y="229870"/>
                </a:lnTo>
                <a:lnTo>
                  <a:pt x="19279" y="219329"/>
                </a:lnTo>
                <a:lnTo>
                  <a:pt x="15011" y="215137"/>
                </a:lnTo>
                <a:close/>
              </a:path>
              <a:path w="10390505" h="4652010">
                <a:moveTo>
                  <a:pt x="15011" y="177037"/>
                </a:moveTo>
                <a:lnTo>
                  <a:pt x="4496" y="177037"/>
                </a:lnTo>
                <a:lnTo>
                  <a:pt x="229" y="181229"/>
                </a:lnTo>
                <a:lnTo>
                  <a:pt x="229" y="191770"/>
                </a:lnTo>
                <a:lnTo>
                  <a:pt x="4496" y="196087"/>
                </a:lnTo>
                <a:lnTo>
                  <a:pt x="15011" y="196087"/>
                </a:lnTo>
                <a:lnTo>
                  <a:pt x="19279" y="191770"/>
                </a:lnTo>
                <a:lnTo>
                  <a:pt x="19279" y="181229"/>
                </a:lnTo>
                <a:lnTo>
                  <a:pt x="15011" y="177037"/>
                </a:lnTo>
                <a:close/>
              </a:path>
              <a:path w="10390505" h="4652010">
                <a:moveTo>
                  <a:pt x="2959" y="147066"/>
                </a:moveTo>
                <a:lnTo>
                  <a:pt x="2159" y="152273"/>
                </a:lnTo>
                <a:lnTo>
                  <a:pt x="5728" y="157225"/>
                </a:lnTo>
                <a:lnTo>
                  <a:pt x="16116" y="158750"/>
                </a:lnTo>
                <a:lnTo>
                  <a:pt x="20993" y="155194"/>
                </a:lnTo>
                <a:lnTo>
                  <a:pt x="21793" y="149987"/>
                </a:lnTo>
                <a:lnTo>
                  <a:pt x="15519" y="149098"/>
                </a:lnTo>
                <a:lnTo>
                  <a:pt x="16061" y="149098"/>
                </a:lnTo>
                <a:lnTo>
                  <a:pt x="9510" y="148082"/>
                </a:lnTo>
                <a:lnTo>
                  <a:pt x="9246" y="148082"/>
                </a:lnTo>
                <a:lnTo>
                  <a:pt x="2959" y="147066"/>
                </a:lnTo>
                <a:close/>
              </a:path>
              <a:path w="10390505" h="4652010">
                <a:moveTo>
                  <a:pt x="16061" y="149098"/>
                </a:moveTo>
                <a:lnTo>
                  <a:pt x="15519" y="149098"/>
                </a:lnTo>
                <a:lnTo>
                  <a:pt x="21793" y="149987"/>
                </a:lnTo>
                <a:lnTo>
                  <a:pt x="16061" y="149098"/>
                </a:lnTo>
                <a:close/>
              </a:path>
              <a:path w="10390505" h="4652010">
                <a:moveTo>
                  <a:pt x="8636" y="138303"/>
                </a:moveTo>
                <a:lnTo>
                  <a:pt x="3772" y="141859"/>
                </a:lnTo>
                <a:lnTo>
                  <a:pt x="2959" y="147066"/>
                </a:lnTo>
                <a:lnTo>
                  <a:pt x="21793" y="149987"/>
                </a:lnTo>
                <a:lnTo>
                  <a:pt x="22593" y="144780"/>
                </a:lnTo>
                <a:lnTo>
                  <a:pt x="19025" y="139954"/>
                </a:lnTo>
                <a:lnTo>
                  <a:pt x="13830" y="139192"/>
                </a:lnTo>
                <a:lnTo>
                  <a:pt x="8636" y="138303"/>
                </a:lnTo>
                <a:close/>
              </a:path>
              <a:path w="10390505" h="4652010">
                <a:moveTo>
                  <a:pt x="2959" y="147066"/>
                </a:moveTo>
                <a:lnTo>
                  <a:pt x="9246" y="148082"/>
                </a:lnTo>
                <a:lnTo>
                  <a:pt x="9510" y="148082"/>
                </a:lnTo>
                <a:lnTo>
                  <a:pt x="2959" y="147066"/>
                </a:lnTo>
                <a:close/>
              </a:path>
              <a:path w="10390505" h="4652010">
                <a:moveTo>
                  <a:pt x="13907" y="108712"/>
                </a:moveTo>
                <a:lnTo>
                  <a:pt x="12116" y="113665"/>
                </a:lnTo>
                <a:lnTo>
                  <a:pt x="14656" y="119125"/>
                </a:lnTo>
                <a:lnTo>
                  <a:pt x="19596" y="121031"/>
                </a:lnTo>
                <a:lnTo>
                  <a:pt x="24549" y="122809"/>
                </a:lnTo>
                <a:lnTo>
                  <a:pt x="30010" y="120269"/>
                </a:lnTo>
                <a:lnTo>
                  <a:pt x="31814" y="115316"/>
                </a:lnTo>
                <a:lnTo>
                  <a:pt x="27337" y="113665"/>
                </a:lnTo>
                <a:lnTo>
                  <a:pt x="25845" y="113157"/>
                </a:lnTo>
                <a:lnTo>
                  <a:pt x="13907" y="108712"/>
                </a:lnTo>
                <a:close/>
              </a:path>
              <a:path w="10390505" h="4652010">
                <a:moveTo>
                  <a:pt x="21184" y="101219"/>
                </a:moveTo>
                <a:lnTo>
                  <a:pt x="15710" y="103759"/>
                </a:lnTo>
                <a:lnTo>
                  <a:pt x="13907" y="108712"/>
                </a:lnTo>
                <a:lnTo>
                  <a:pt x="18481" y="110362"/>
                </a:lnTo>
                <a:lnTo>
                  <a:pt x="19769" y="110871"/>
                </a:lnTo>
                <a:lnTo>
                  <a:pt x="31814" y="115316"/>
                </a:lnTo>
                <a:lnTo>
                  <a:pt x="33617" y="110362"/>
                </a:lnTo>
                <a:lnTo>
                  <a:pt x="31064" y="104901"/>
                </a:lnTo>
                <a:lnTo>
                  <a:pt x="26124" y="102997"/>
                </a:lnTo>
                <a:lnTo>
                  <a:pt x="21184" y="101219"/>
                </a:lnTo>
                <a:close/>
              </a:path>
              <a:path w="10390505" h="4652010">
                <a:moveTo>
                  <a:pt x="34074" y="73279"/>
                </a:moveTo>
                <a:lnTo>
                  <a:pt x="30937" y="77597"/>
                </a:lnTo>
                <a:lnTo>
                  <a:pt x="31814" y="83566"/>
                </a:lnTo>
                <a:lnTo>
                  <a:pt x="36043" y="86613"/>
                </a:lnTo>
                <a:lnTo>
                  <a:pt x="40272" y="89788"/>
                </a:lnTo>
                <a:lnTo>
                  <a:pt x="46228" y="88900"/>
                </a:lnTo>
                <a:lnTo>
                  <a:pt x="49365" y="84709"/>
                </a:lnTo>
                <a:lnTo>
                  <a:pt x="34074" y="73279"/>
                </a:lnTo>
                <a:close/>
              </a:path>
              <a:path w="10390505" h="4652010">
                <a:moveTo>
                  <a:pt x="43180" y="68199"/>
                </a:moveTo>
                <a:lnTo>
                  <a:pt x="37224" y="69087"/>
                </a:lnTo>
                <a:lnTo>
                  <a:pt x="34087" y="73279"/>
                </a:lnTo>
                <a:lnTo>
                  <a:pt x="49378" y="84709"/>
                </a:lnTo>
                <a:lnTo>
                  <a:pt x="52515" y="80391"/>
                </a:lnTo>
                <a:lnTo>
                  <a:pt x="51638" y="74422"/>
                </a:lnTo>
                <a:lnTo>
                  <a:pt x="47409" y="71374"/>
                </a:lnTo>
                <a:lnTo>
                  <a:pt x="43180" y="68199"/>
                </a:lnTo>
                <a:close/>
              </a:path>
              <a:path w="10390505" h="4652010">
                <a:moveTo>
                  <a:pt x="60897" y="43942"/>
                </a:moveTo>
                <a:lnTo>
                  <a:pt x="57023" y="47498"/>
                </a:lnTo>
                <a:lnTo>
                  <a:pt x="56780" y="53212"/>
                </a:lnTo>
                <a:lnTo>
                  <a:pt x="56769" y="53467"/>
                </a:lnTo>
                <a:lnTo>
                  <a:pt x="60338" y="57404"/>
                </a:lnTo>
                <a:lnTo>
                  <a:pt x="63894" y="61213"/>
                </a:lnTo>
                <a:lnTo>
                  <a:pt x="69926" y="61468"/>
                </a:lnTo>
                <a:lnTo>
                  <a:pt x="73787" y="57912"/>
                </a:lnTo>
                <a:lnTo>
                  <a:pt x="60897" y="43942"/>
                </a:lnTo>
                <a:close/>
              </a:path>
              <a:path w="10390505" h="4652010">
                <a:moveTo>
                  <a:pt x="64783" y="40386"/>
                </a:moveTo>
                <a:lnTo>
                  <a:pt x="60909" y="43942"/>
                </a:lnTo>
                <a:lnTo>
                  <a:pt x="64255" y="47498"/>
                </a:lnTo>
                <a:lnTo>
                  <a:pt x="65132" y="48513"/>
                </a:lnTo>
                <a:lnTo>
                  <a:pt x="69494" y="53212"/>
                </a:lnTo>
                <a:lnTo>
                  <a:pt x="73812" y="57912"/>
                </a:lnTo>
                <a:lnTo>
                  <a:pt x="77673" y="54356"/>
                </a:lnTo>
                <a:lnTo>
                  <a:pt x="77922" y="48513"/>
                </a:lnTo>
                <a:lnTo>
                  <a:pt x="77124" y="47498"/>
                </a:lnTo>
                <a:lnTo>
                  <a:pt x="74371" y="44450"/>
                </a:lnTo>
                <a:lnTo>
                  <a:pt x="70815" y="40640"/>
                </a:lnTo>
                <a:lnTo>
                  <a:pt x="64783" y="40386"/>
                </a:lnTo>
                <a:close/>
              </a:path>
              <a:path w="10390505" h="4652010">
                <a:moveTo>
                  <a:pt x="94437" y="20574"/>
                </a:moveTo>
                <a:lnTo>
                  <a:pt x="89700" y="22860"/>
                </a:lnTo>
                <a:lnTo>
                  <a:pt x="87694" y="28575"/>
                </a:lnTo>
                <a:lnTo>
                  <a:pt x="89980" y="33274"/>
                </a:lnTo>
                <a:lnTo>
                  <a:pt x="92253" y="38100"/>
                </a:lnTo>
                <a:lnTo>
                  <a:pt x="97955" y="40005"/>
                </a:lnTo>
                <a:lnTo>
                  <a:pt x="102692" y="37719"/>
                </a:lnTo>
                <a:lnTo>
                  <a:pt x="94437" y="20574"/>
                </a:lnTo>
                <a:close/>
              </a:path>
              <a:path w="10390505" h="4652010">
                <a:moveTo>
                  <a:pt x="99200" y="18287"/>
                </a:moveTo>
                <a:lnTo>
                  <a:pt x="94450" y="20574"/>
                </a:lnTo>
                <a:lnTo>
                  <a:pt x="102705" y="37719"/>
                </a:lnTo>
                <a:lnTo>
                  <a:pt x="107455" y="35433"/>
                </a:lnTo>
                <a:lnTo>
                  <a:pt x="109449" y="29845"/>
                </a:lnTo>
                <a:lnTo>
                  <a:pt x="107163" y="25019"/>
                </a:lnTo>
                <a:lnTo>
                  <a:pt x="105012" y="20574"/>
                </a:lnTo>
                <a:lnTo>
                  <a:pt x="104889" y="20320"/>
                </a:lnTo>
                <a:lnTo>
                  <a:pt x="99200" y="18287"/>
                </a:lnTo>
                <a:close/>
              </a:path>
              <a:path w="10390505" h="4652010">
                <a:moveTo>
                  <a:pt x="131636" y="6223"/>
                </a:moveTo>
                <a:lnTo>
                  <a:pt x="126543" y="7493"/>
                </a:lnTo>
                <a:lnTo>
                  <a:pt x="123469" y="12700"/>
                </a:lnTo>
                <a:lnTo>
                  <a:pt x="126073" y="22860"/>
                </a:lnTo>
                <a:lnTo>
                  <a:pt x="131267" y="25908"/>
                </a:lnTo>
                <a:lnTo>
                  <a:pt x="136360" y="24637"/>
                </a:lnTo>
                <a:lnTo>
                  <a:pt x="131636" y="6223"/>
                </a:lnTo>
                <a:close/>
              </a:path>
              <a:path w="10390505" h="4652010">
                <a:moveTo>
                  <a:pt x="136754" y="4825"/>
                </a:moveTo>
                <a:lnTo>
                  <a:pt x="131648" y="6223"/>
                </a:lnTo>
                <a:lnTo>
                  <a:pt x="136373" y="24637"/>
                </a:lnTo>
                <a:lnTo>
                  <a:pt x="141478" y="23368"/>
                </a:lnTo>
                <a:lnTo>
                  <a:pt x="144551" y="18161"/>
                </a:lnTo>
                <a:lnTo>
                  <a:pt x="141935" y="8000"/>
                </a:lnTo>
                <a:lnTo>
                  <a:pt x="136754" y="4825"/>
                </a:lnTo>
                <a:close/>
              </a:path>
              <a:path w="10390505" h="4652010">
                <a:moveTo>
                  <a:pt x="171120" y="254"/>
                </a:moveTo>
                <a:lnTo>
                  <a:pt x="165862" y="508"/>
                </a:lnTo>
                <a:lnTo>
                  <a:pt x="161823" y="5080"/>
                </a:lnTo>
                <a:lnTo>
                  <a:pt x="162217" y="12954"/>
                </a:lnTo>
                <a:lnTo>
                  <a:pt x="162300" y="14605"/>
                </a:lnTo>
                <a:lnTo>
                  <a:pt x="162344" y="15494"/>
                </a:lnTo>
                <a:lnTo>
                  <a:pt x="166815" y="19558"/>
                </a:lnTo>
                <a:lnTo>
                  <a:pt x="172072" y="19304"/>
                </a:lnTo>
                <a:lnTo>
                  <a:pt x="171133" y="508"/>
                </a:lnTo>
                <a:lnTo>
                  <a:pt x="171120" y="254"/>
                </a:lnTo>
                <a:close/>
              </a:path>
              <a:path w="10390505" h="4652010">
                <a:moveTo>
                  <a:pt x="176390" y="0"/>
                </a:moveTo>
                <a:lnTo>
                  <a:pt x="171133" y="254"/>
                </a:lnTo>
                <a:lnTo>
                  <a:pt x="172072" y="19050"/>
                </a:lnTo>
                <a:lnTo>
                  <a:pt x="172085" y="19304"/>
                </a:lnTo>
                <a:lnTo>
                  <a:pt x="177343" y="19050"/>
                </a:lnTo>
                <a:lnTo>
                  <a:pt x="181394" y="14605"/>
                </a:lnTo>
                <a:lnTo>
                  <a:pt x="180989" y="6604"/>
                </a:lnTo>
                <a:lnTo>
                  <a:pt x="180912" y="5080"/>
                </a:lnTo>
                <a:lnTo>
                  <a:pt x="180861" y="4063"/>
                </a:lnTo>
                <a:lnTo>
                  <a:pt x="176390" y="0"/>
                </a:lnTo>
                <a:close/>
              </a:path>
              <a:path w="10390505" h="4652010">
                <a:moveTo>
                  <a:pt x="209702" y="0"/>
                </a:moveTo>
                <a:lnTo>
                  <a:pt x="204445" y="0"/>
                </a:lnTo>
                <a:lnTo>
                  <a:pt x="200177" y="4318"/>
                </a:lnTo>
                <a:lnTo>
                  <a:pt x="200177" y="14732"/>
                </a:lnTo>
                <a:lnTo>
                  <a:pt x="204445" y="19050"/>
                </a:lnTo>
                <a:lnTo>
                  <a:pt x="209702" y="19050"/>
                </a:lnTo>
                <a:lnTo>
                  <a:pt x="209702" y="0"/>
                </a:lnTo>
                <a:close/>
              </a:path>
              <a:path w="10390505" h="4652010">
                <a:moveTo>
                  <a:pt x="214986" y="0"/>
                </a:moveTo>
                <a:lnTo>
                  <a:pt x="209728" y="0"/>
                </a:lnTo>
                <a:lnTo>
                  <a:pt x="209728" y="19050"/>
                </a:lnTo>
                <a:lnTo>
                  <a:pt x="214986" y="19050"/>
                </a:lnTo>
                <a:lnTo>
                  <a:pt x="219253" y="14732"/>
                </a:lnTo>
                <a:lnTo>
                  <a:pt x="219253" y="4318"/>
                </a:lnTo>
                <a:lnTo>
                  <a:pt x="214986" y="0"/>
                </a:lnTo>
                <a:close/>
              </a:path>
              <a:path w="10390505" h="4652010">
                <a:moveTo>
                  <a:pt x="247828" y="0"/>
                </a:moveTo>
                <a:lnTo>
                  <a:pt x="242570" y="0"/>
                </a:lnTo>
                <a:lnTo>
                  <a:pt x="238303" y="4318"/>
                </a:lnTo>
                <a:lnTo>
                  <a:pt x="238303" y="14732"/>
                </a:lnTo>
                <a:lnTo>
                  <a:pt x="242570" y="19050"/>
                </a:lnTo>
                <a:lnTo>
                  <a:pt x="247828" y="19050"/>
                </a:lnTo>
                <a:lnTo>
                  <a:pt x="247828" y="0"/>
                </a:lnTo>
                <a:close/>
              </a:path>
              <a:path w="10390505" h="4652010">
                <a:moveTo>
                  <a:pt x="253111" y="0"/>
                </a:moveTo>
                <a:lnTo>
                  <a:pt x="247841" y="0"/>
                </a:lnTo>
                <a:lnTo>
                  <a:pt x="247841" y="19050"/>
                </a:lnTo>
                <a:lnTo>
                  <a:pt x="253111" y="19050"/>
                </a:lnTo>
                <a:lnTo>
                  <a:pt x="257366" y="14732"/>
                </a:lnTo>
                <a:lnTo>
                  <a:pt x="257366" y="4318"/>
                </a:lnTo>
                <a:lnTo>
                  <a:pt x="253111" y="0"/>
                </a:lnTo>
                <a:close/>
              </a:path>
              <a:path w="10390505" h="4652010">
                <a:moveTo>
                  <a:pt x="285941" y="0"/>
                </a:moveTo>
                <a:lnTo>
                  <a:pt x="280683" y="0"/>
                </a:lnTo>
                <a:lnTo>
                  <a:pt x="276416" y="4318"/>
                </a:lnTo>
                <a:lnTo>
                  <a:pt x="276416" y="14732"/>
                </a:lnTo>
                <a:lnTo>
                  <a:pt x="280683" y="19050"/>
                </a:lnTo>
                <a:lnTo>
                  <a:pt x="285941" y="19050"/>
                </a:lnTo>
                <a:lnTo>
                  <a:pt x="285941" y="0"/>
                </a:lnTo>
                <a:close/>
              </a:path>
              <a:path w="10390505" h="4652010">
                <a:moveTo>
                  <a:pt x="291224" y="0"/>
                </a:moveTo>
                <a:lnTo>
                  <a:pt x="285966" y="0"/>
                </a:lnTo>
                <a:lnTo>
                  <a:pt x="285966" y="19050"/>
                </a:lnTo>
                <a:lnTo>
                  <a:pt x="291224" y="19050"/>
                </a:lnTo>
                <a:lnTo>
                  <a:pt x="295491" y="14732"/>
                </a:lnTo>
                <a:lnTo>
                  <a:pt x="295491" y="4318"/>
                </a:lnTo>
                <a:lnTo>
                  <a:pt x="291224" y="0"/>
                </a:lnTo>
                <a:close/>
              </a:path>
              <a:path w="10390505" h="4652010">
                <a:moveTo>
                  <a:pt x="324066" y="0"/>
                </a:moveTo>
                <a:lnTo>
                  <a:pt x="318808" y="0"/>
                </a:lnTo>
                <a:lnTo>
                  <a:pt x="314541" y="4318"/>
                </a:lnTo>
                <a:lnTo>
                  <a:pt x="314541" y="14732"/>
                </a:lnTo>
                <a:lnTo>
                  <a:pt x="318808" y="19050"/>
                </a:lnTo>
                <a:lnTo>
                  <a:pt x="324066" y="19050"/>
                </a:lnTo>
                <a:lnTo>
                  <a:pt x="324066" y="0"/>
                </a:lnTo>
                <a:close/>
              </a:path>
              <a:path w="10390505" h="4652010">
                <a:moveTo>
                  <a:pt x="329349" y="0"/>
                </a:moveTo>
                <a:lnTo>
                  <a:pt x="324079" y="0"/>
                </a:lnTo>
                <a:lnTo>
                  <a:pt x="324079" y="19050"/>
                </a:lnTo>
                <a:lnTo>
                  <a:pt x="329349" y="19050"/>
                </a:lnTo>
                <a:lnTo>
                  <a:pt x="333604" y="14732"/>
                </a:lnTo>
                <a:lnTo>
                  <a:pt x="333604" y="4318"/>
                </a:lnTo>
                <a:lnTo>
                  <a:pt x="329349" y="0"/>
                </a:lnTo>
                <a:close/>
              </a:path>
              <a:path w="10390505" h="4652010">
                <a:moveTo>
                  <a:pt x="362179" y="0"/>
                </a:moveTo>
                <a:lnTo>
                  <a:pt x="356921" y="0"/>
                </a:lnTo>
                <a:lnTo>
                  <a:pt x="352654" y="4318"/>
                </a:lnTo>
                <a:lnTo>
                  <a:pt x="352654" y="14732"/>
                </a:lnTo>
                <a:lnTo>
                  <a:pt x="356921" y="19050"/>
                </a:lnTo>
                <a:lnTo>
                  <a:pt x="362179" y="19050"/>
                </a:lnTo>
                <a:lnTo>
                  <a:pt x="362179" y="0"/>
                </a:lnTo>
                <a:close/>
              </a:path>
              <a:path w="10390505" h="4652010">
                <a:moveTo>
                  <a:pt x="367462" y="0"/>
                </a:moveTo>
                <a:lnTo>
                  <a:pt x="362204" y="0"/>
                </a:lnTo>
                <a:lnTo>
                  <a:pt x="362204" y="19050"/>
                </a:lnTo>
                <a:lnTo>
                  <a:pt x="367462" y="19050"/>
                </a:lnTo>
                <a:lnTo>
                  <a:pt x="371729" y="14732"/>
                </a:lnTo>
                <a:lnTo>
                  <a:pt x="371729" y="4318"/>
                </a:lnTo>
                <a:lnTo>
                  <a:pt x="367462" y="0"/>
                </a:lnTo>
                <a:close/>
              </a:path>
              <a:path w="10390505" h="4652010">
                <a:moveTo>
                  <a:pt x="400304" y="0"/>
                </a:moveTo>
                <a:lnTo>
                  <a:pt x="395046" y="0"/>
                </a:lnTo>
                <a:lnTo>
                  <a:pt x="390779" y="4318"/>
                </a:lnTo>
                <a:lnTo>
                  <a:pt x="390779" y="14732"/>
                </a:lnTo>
                <a:lnTo>
                  <a:pt x="395046" y="19050"/>
                </a:lnTo>
                <a:lnTo>
                  <a:pt x="400304" y="19050"/>
                </a:lnTo>
                <a:lnTo>
                  <a:pt x="400304" y="0"/>
                </a:lnTo>
                <a:close/>
              </a:path>
              <a:path w="10390505" h="4652010">
                <a:moveTo>
                  <a:pt x="405587" y="0"/>
                </a:moveTo>
                <a:lnTo>
                  <a:pt x="400317" y="0"/>
                </a:lnTo>
                <a:lnTo>
                  <a:pt x="400317" y="19050"/>
                </a:lnTo>
                <a:lnTo>
                  <a:pt x="405587" y="19050"/>
                </a:lnTo>
                <a:lnTo>
                  <a:pt x="409842" y="14732"/>
                </a:lnTo>
                <a:lnTo>
                  <a:pt x="409842" y="4318"/>
                </a:lnTo>
                <a:lnTo>
                  <a:pt x="405587" y="0"/>
                </a:lnTo>
                <a:close/>
              </a:path>
              <a:path w="10390505" h="4652010">
                <a:moveTo>
                  <a:pt x="438379" y="0"/>
                </a:moveTo>
                <a:lnTo>
                  <a:pt x="433172" y="0"/>
                </a:lnTo>
                <a:lnTo>
                  <a:pt x="428854" y="4318"/>
                </a:lnTo>
                <a:lnTo>
                  <a:pt x="428854" y="14732"/>
                </a:lnTo>
                <a:lnTo>
                  <a:pt x="433172" y="19050"/>
                </a:lnTo>
                <a:lnTo>
                  <a:pt x="438379" y="19050"/>
                </a:lnTo>
                <a:lnTo>
                  <a:pt x="438379" y="0"/>
                </a:lnTo>
                <a:close/>
              </a:path>
              <a:path w="10390505" h="4652010">
                <a:moveTo>
                  <a:pt x="443713" y="0"/>
                </a:moveTo>
                <a:lnTo>
                  <a:pt x="438379" y="0"/>
                </a:lnTo>
                <a:lnTo>
                  <a:pt x="438379" y="19050"/>
                </a:lnTo>
                <a:lnTo>
                  <a:pt x="443713" y="19050"/>
                </a:lnTo>
                <a:lnTo>
                  <a:pt x="447904" y="14732"/>
                </a:lnTo>
                <a:lnTo>
                  <a:pt x="447904" y="4318"/>
                </a:lnTo>
                <a:lnTo>
                  <a:pt x="443713" y="0"/>
                </a:lnTo>
                <a:close/>
              </a:path>
              <a:path w="10390505" h="4652010">
                <a:moveTo>
                  <a:pt x="476479" y="0"/>
                </a:moveTo>
                <a:lnTo>
                  <a:pt x="471272" y="0"/>
                </a:lnTo>
                <a:lnTo>
                  <a:pt x="466954" y="4318"/>
                </a:lnTo>
                <a:lnTo>
                  <a:pt x="466954" y="14732"/>
                </a:lnTo>
                <a:lnTo>
                  <a:pt x="471272" y="19050"/>
                </a:lnTo>
                <a:lnTo>
                  <a:pt x="476479" y="19050"/>
                </a:lnTo>
                <a:lnTo>
                  <a:pt x="476479" y="0"/>
                </a:lnTo>
                <a:close/>
              </a:path>
              <a:path w="10390505" h="4652010">
                <a:moveTo>
                  <a:pt x="476606" y="12700"/>
                </a:moveTo>
                <a:lnTo>
                  <a:pt x="476479" y="12700"/>
                </a:lnTo>
                <a:lnTo>
                  <a:pt x="476479" y="19050"/>
                </a:lnTo>
                <a:lnTo>
                  <a:pt x="476606" y="19050"/>
                </a:lnTo>
                <a:lnTo>
                  <a:pt x="476606" y="12700"/>
                </a:lnTo>
                <a:close/>
              </a:path>
              <a:path w="10390505" h="4652010">
                <a:moveTo>
                  <a:pt x="481813" y="0"/>
                </a:moveTo>
                <a:lnTo>
                  <a:pt x="476606" y="0"/>
                </a:lnTo>
                <a:lnTo>
                  <a:pt x="476606" y="19050"/>
                </a:lnTo>
                <a:lnTo>
                  <a:pt x="481813" y="19050"/>
                </a:lnTo>
                <a:lnTo>
                  <a:pt x="486131" y="14732"/>
                </a:lnTo>
                <a:lnTo>
                  <a:pt x="486131" y="4318"/>
                </a:lnTo>
                <a:lnTo>
                  <a:pt x="481813" y="0"/>
                </a:lnTo>
                <a:close/>
              </a:path>
              <a:path w="10390505" h="4652010">
                <a:moveTo>
                  <a:pt x="476606" y="0"/>
                </a:moveTo>
                <a:lnTo>
                  <a:pt x="476479" y="0"/>
                </a:lnTo>
                <a:lnTo>
                  <a:pt x="476479" y="6350"/>
                </a:lnTo>
                <a:lnTo>
                  <a:pt x="476606" y="6350"/>
                </a:lnTo>
                <a:lnTo>
                  <a:pt x="476606" y="0"/>
                </a:lnTo>
                <a:close/>
              </a:path>
              <a:path w="10390505" h="4652010">
                <a:moveTo>
                  <a:pt x="514706" y="0"/>
                </a:moveTo>
                <a:lnTo>
                  <a:pt x="509372" y="0"/>
                </a:lnTo>
                <a:lnTo>
                  <a:pt x="505181" y="4318"/>
                </a:lnTo>
                <a:lnTo>
                  <a:pt x="505181" y="14732"/>
                </a:lnTo>
                <a:lnTo>
                  <a:pt x="509372" y="19050"/>
                </a:lnTo>
                <a:lnTo>
                  <a:pt x="514706" y="19050"/>
                </a:lnTo>
                <a:lnTo>
                  <a:pt x="514706" y="0"/>
                </a:lnTo>
                <a:close/>
              </a:path>
              <a:path w="10390505" h="4652010">
                <a:moveTo>
                  <a:pt x="519913" y="0"/>
                </a:moveTo>
                <a:lnTo>
                  <a:pt x="514706" y="0"/>
                </a:lnTo>
                <a:lnTo>
                  <a:pt x="514706" y="19050"/>
                </a:lnTo>
                <a:lnTo>
                  <a:pt x="519913" y="19050"/>
                </a:lnTo>
                <a:lnTo>
                  <a:pt x="524231" y="14732"/>
                </a:lnTo>
                <a:lnTo>
                  <a:pt x="524231" y="4318"/>
                </a:lnTo>
                <a:lnTo>
                  <a:pt x="519913" y="0"/>
                </a:lnTo>
                <a:close/>
              </a:path>
              <a:path w="10390505" h="4652010">
                <a:moveTo>
                  <a:pt x="552806" y="0"/>
                </a:moveTo>
                <a:lnTo>
                  <a:pt x="547472" y="0"/>
                </a:lnTo>
                <a:lnTo>
                  <a:pt x="543281" y="4318"/>
                </a:lnTo>
                <a:lnTo>
                  <a:pt x="543281" y="14732"/>
                </a:lnTo>
                <a:lnTo>
                  <a:pt x="547472" y="19050"/>
                </a:lnTo>
                <a:lnTo>
                  <a:pt x="552806" y="19050"/>
                </a:lnTo>
                <a:lnTo>
                  <a:pt x="552806" y="0"/>
                </a:lnTo>
                <a:close/>
              </a:path>
              <a:path w="10390505" h="4652010">
                <a:moveTo>
                  <a:pt x="558013" y="0"/>
                </a:moveTo>
                <a:lnTo>
                  <a:pt x="552806" y="0"/>
                </a:lnTo>
                <a:lnTo>
                  <a:pt x="552806" y="19050"/>
                </a:lnTo>
                <a:lnTo>
                  <a:pt x="558013" y="19050"/>
                </a:lnTo>
                <a:lnTo>
                  <a:pt x="562331" y="14732"/>
                </a:lnTo>
                <a:lnTo>
                  <a:pt x="562331" y="4318"/>
                </a:lnTo>
                <a:lnTo>
                  <a:pt x="558013" y="0"/>
                </a:lnTo>
                <a:close/>
              </a:path>
              <a:path w="10390505" h="4652010">
                <a:moveTo>
                  <a:pt x="590906" y="0"/>
                </a:moveTo>
                <a:lnTo>
                  <a:pt x="585699" y="0"/>
                </a:lnTo>
                <a:lnTo>
                  <a:pt x="581381" y="4318"/>
                </a:lnTo>
                <a:lnTo>
                  <a:pt x="581381" y="14732"/>
                </a:lnTo>
                <a:lnTo>
                  <a:pt x="585699" y="19050"/>
                </a:lnTo>
                <a:lnTo>
                  <a:pt x="590906" y="19050"/>
                </a:lnTo>
                <a:lnTo>
                  <a:pt x="590906" y="0"/>
                </a:lnTo>
                <a:close/>
              </a:path>
              <a:path w="10390505" h="4652010">
                <a:moveTo>
                  <a:pt x="596240" y="0"/>
                </a:moveTo>
                <a:lnTo>
                  <a:pt x="590906" y="0"/>
                </a:lnTo>
                <a:lnTo>
                  <a:pt x="590906" y="19050"/>
                </a:lnTo>
                <a:lnTo>
                  <a:pt x="596240" y="19050"/>
                </a:lnTo>
                <a:lnTo>
                  <a:pt x="600431" y="14732"/>
                </a:lnTo>
                <a:lnTo>
                  <a:pt x="600431" y="4318"/>
                </a:lnTo>
                <a:lnTo>
                  <a:pt x="596240" y="0"/>
                </a:lnTo>
                <a:close/>
              </a:path>
              <a:path w="10390505" h="4652010">
                <a:moveTo>
                  <a:pt x="629006" y="0"/>
                </a:moveTo>
                <a:lnTo>
                  <a:pt x="623799" y="0"/>
                </a:lnTo>
                <a:lnTo>
                  <a:pt x="619481" y="4318"/>
                </a:lnTo>
                <a:lnTo>
                  <a:pt x="619481" y="14732"/>
                </a:lnTo>
                <a:lnTo>
                  <a:pt x="623799" y="19050"/>
                </a:lnTo>
                <a:lnTo>
                  <a:pt x="629006" y="19050"/>
                </a:lnTo>
                <a:lnTo>
                  <a:pt x="629006" y="0"/>
                </a:lnTo>
                <a:close/>
              </a:path>
              <a:path w="10390505" h="4652010">
                <a:moveTo>
                  <a:pt x="634340" y="0"/>
                </a:moveTo>
                <a:lnTo>
                  <a:pt x="629006" y="0"/>
                </a:lnTo>
                <a:lnTo>
                  <a:pt x="629006" y="19050"/>
                </a:lnTo>
                <a:lnTo>
                  <a:pt x="634340" y="19050"/>
                </a:lnTo>
                <a:lnTo>
                  <a:pt x="638531" y="14732"/>
                </a:lnTo>
                <a:lnTo>
                  <a:pt x="638531" y="4318"/>
                </a:lnTo>
                <a:lnTo>
                  <a:pt x="634340" y="0"/>
                </a:lnTo>
                <a:close/>
              </a:path>
              <a:path w="10390505" h="4652010">
                <a:moveTo>
                  <a:pt x="667106" y="0"/>
                </a:moveTo>
                <a:lnTo>
                  <a:pt x="661899" y="0"/>
                </a:lnTo>
                <a:lnTo>
                  <a:pt x="657581" y="4318"/>
                </a:lnTo>
                <a:lnTo>
                  <a:pt x="657581" y="14732"/>
                </a:lnTo>
                <a:lnTo>
                  <a:pt x="661899" y="19050"/>
                </a:lnTo>
                <a:lnTo>
                  <a:pt x="667106" y="19050"/>
                </a:lnTo>
                <a:lnTo>
                  <a:pt x="667106" y="0"/>
                </a:lnTo>
                <a:close/>
              </a:path>
              <a:path w="10390505" h="4652010">
                <a:moveTo>
                  <a:pt x="672440" y="0"/>
                </a:moveTo>
                <a:lnTo>
                  <a:pt x="667106" y="0"/>
                </a:lnTo>
                <a:lnTo>
                  <a:pt x="667106" y="19050"/>
                </a:lnTo>
                <a:lnTo>
                  <a:pt x="672440" y="19050"/>
                </a:lnTo>
                <a:lnTo>
                  <a:pt x="676631" y="14732"/>
                </a:lnTo>
                <a:lnTo>
                  <a:pt x="676631" y="4318"/>
                </a:lnTo>
                <a:lnTo>
                  <a:pt x="672440" y="0"/>
                </a:lnTo>
                <a:close/>
              </a:path>
              <a:path w="10390505" h="4652010">
                <a:moveTo>
                  <a:pt x="705206" y="0"/>
                </a:moveTo>
                <a:lnTo>
                  <a:pt x="699999" y="0"/>
                </a:lnTo>
                <a:lnTo>
                  <a:pt x="695681" y="4318"/>
                </a:lnTo>
                <a:lnTo>
                  <a:pt x="695681" y="14732"/>
                </a:lnTo>
                <a:lnTo>
                  <a:pt x="699999" y="19050"/>
                </a:lnTo>
                <a:lnTo>
                  <a:pt x="705206" y="19050"/>
                </a:lnTo>
                <a:lnTo>
                  <a:pt x="705206" y="0"/>
                </a:lnTo>
                <a:close/>
              </a:path>
              <a:path w="10390505" h="4652010">
                <a:moveTo>
                  <a:pt x="710540" y="0"/>
                </a:moveTo>
                <a:lnTo>
                  <a:pt x="705333" y="0"/>
                </a:lnTo>
                <a:lnTo>
                  <a:pt x="705333" y="19050"/>
                </a:lnTo>
                <a:lnTo>
                  <a:pt x="710540" y="19050"/>
                </a:lnTo>
                <a:lnTo>
                  <a:pt x="714858" y="14732"/>
                </a:lnTo>
                <a:lnTo>
                  <a:pt x="714858" y="4318"/>
                </a:lnTo>
                <a:lnTo>
                  <a:pt x="710540" y="0"/>
                </a:lnTo>
                <a:close/>
              </a:path>
              <a:path w="10390505" h="4652010">
                <a:moveTo>
                  <a:pt x="743433" y="0"/>
                </a:moveTo>
                <a:lnTo>
                  <a:pt x="738099" y="0"/>
                </a:lnTo>
                <a:lnTo>
                  <a:pt x="733908" y="4318"/>
                </a:lnTo>
                <a:lnTo>
                  <a:pt x="733908" y="14732"/>
                </a:lnTo>
                <a:lnTo>
                  <a:pt x="738099" y="19050"/>
                </a:lnTo>
                <a:lnTo>
                  <a:pt x="743433" y="19050"/>
                </a:lnTo>
                <a:lnTo>
                  <a:pt x="743433" y="0"/>
                </a:lnTo>
                <a:close/>
              </a:path>
              <a:path w="10390505" h="4652010">
                <a:moveTo>
                  <a:pt x="748640" y="0"/>
                </a:moveTo>
                <a:lnTo>
                  <a:pt x="743433" y="0"/>
                </a:lnTo>
                <a:lnTo>
                  <a:pt x="743433" y="19050"/>
                </a:lnTo>
                <a:lnTo>
                  <a:pt x="748640" y="19050"/>
                </a:lnTo>
                <a:lnTo>
                  <a:pt x="752958" y="14732"/>
                </a:lnTo>
                <a:lnTo>
                  <a:pt x="752958" y="4318"/>
                </a:lnTo>
                <a:lnTo>
                  <a:pt x="748640" y="0"/>
                </a:lnTo>
                <a:close/>
              </a:path>
              <a:path w="10390505" h="4652010">
                <a:moveTo>
                  <a:pt x="781533" y="0"/>
                </a:moveTo>
                <a:lnTo>
                  <a:pt x="776199" y="0"/>
                </a:lnTo>
                <a:lnTo>
                  <a:pt x="772008" y="4318"/>
                </a:lnTo>
                <a:lnTo>
                  <a:pt x="772008" y="14732"/>
                </a:lnTo>
                <a:lnTo>
                  <a:pt x="776199" y="19050"/>
                </a:lnTo>
                <a:lnTo>
                  <a:pt x="781533" y="19050"/>
                </a:lnTo>
                <a:lnTo>
                  <a:pt x="781533" y="0"/>
                </a:lnTo>
                <a:close/>
              </a:path>
              <a:path w="10390505" h="4652010">
                <a:moveTo>
                  <a:pt x="786740" y="0"/>
                </a:moveTo>
                <a:lnTo>
                  <a:pt x="781533" y="0"/>
                </a:lnTo>
                <a:lnTo>
                  <a:pt x="781533" y="19050"/>
                </a:lnTo>
                <a:lnTo>
                  <a:pt x="786740" y="19050"/>
                </a:lnTo>
                <a:lnTo>
                  <a:pt x="791058" y="14732"/>
                </a:lnTo>
                <a:lnTo>
                  <a:pt x="791058" y="4318"/>
                </a:lnTo>
                <a:lnTo>
                  <a:pt x="786740" y="0"/>
                </a:lnTo>
                <a:close/>
              </a:path>
              <a:path w="10390505" h="4652010">
                <a:moveTo>
                  <a:pt x="819633" y="0"/>
                </a:moveTo>
                <a:lnTo>
                  <a:pt x="814299" y="0"/>
                </a:lnTo>
                <a:lnTo>
                  <a:pt x="810108" y="4318"/>
                </a:lnTo>
                <a:lnTo>
                  <a:pt x="810108" y="14732"/>
                </a:lnTo>
                <a:lnTo>
                  <a:pt x="814299" y="19050"/>
                </a:lnTo>
                <a:lnTo>
                  <a:pt x="819633" y="19050"/>
                </a:lnTo>
                <a:lnTo>
                  <a:pt x="819633" y="0"/>
                </a:lnTo>
                <a:close/>
              </a:path>
              <a:path w="10390505" h="4652010">
                <a:moveTo>
                  <a:pt x="824840" y="0"/>
                </a:moveTo>
                <a:lnTo>
                  <a:pt x="819633" y="0"/>
                </a:lnTo>
                <a:lnTo>
                  <a:pt x="819633" y="19050"/>
                </a:lnTo>
                <a:lnTo>
                  <a:pt x="824840" y="19050"/>
                </a:lnTo>
                <a:lnTo>
                  <a:pt x="829158" y="14732"/>
                </a:lnTo>
                <a:lnTo>
                  <a:pt x="829158" y="4318"/>
                </a:lnTo>
                <a:lnTo>
                  <a:pt x="824840" y="0"/>
                </a:lnTo>
                <a:close/>
              </a:path>
              <a:path w="10390505" h="4652010">
                <a:moveTo>
                  <a:pt x="857733" y="0"/>
                </a:moveTo>
                <a:lnTo>
                  <a:pt x="852526" y="0"/>
                </a:lnTo>
                <a:lnTo>
                  <a:pt x="848208" y="4318"/>
                </a:lnTo>
                <a:lnTo>
                  <a:pt x="848208" y="14732"/>
                </a:lnTo>
                <a:lnTo>
                  <a:pt x="852526" y="19050"/>
                </a:lnTo>
                <a:lnTo>
                  <a:pt x="857733" y="19050"/>
                </a:lnTo>
                <a:lnTo>
                  <a:pt x="857733" y="0"/>
                </a:lnTo>
                <a:close/>
              </a:path>
              <a:path w="10390505" h="4652010">
                <a:moveTo>
                  <a:pt x="863067" y="0"/>
                </a:moveTo>
                <a:lnTo>
                  <a:pt x="857733" y="0"/>
                </a:lnTo>
                <a:lnTo>
                  <a:pt x="857733" y="19050"/>
                </a:lnTo>
                <a:lnTo>
                  <a:pt x="863067" y="19050"/>
                </a:lnTo>
                <a:lnTo>
                  <a:pt x="867258" y="14732"/>
                </a:lnTo>
                <a:lnTo>
                  <a:pt x="867258" y="4318"/>
                </a:lnTo>
                <a:lnTo>
                  <a:pt x="863067" y="0"/>
                </a:lnTo>
                <a:close/>
              </a:path>
              <a:path w="10390505" h="4652010">
                <a:moveTo>
                  <a:pt x="895833" y="0"/>
                </a:moveTo>
                <a:lnTo>
                  <a:pt x="890626" y="0"/>
                </a:lnTo>
                <a:lnTo>
                  <a:pt x="886308" y="4318"/>
                </a:lnTo>
                <a:lnTo>
                  <a:pt x="886308" y="14732"/>
                </a:lnTo>
                <a:lnTo>
                  <a:pt x="890626" y="19050"/>
                </a:lnTo>
                <a:lnTo>
                  <a:pt x="895833" y="19050"/>
                </a:lnTo>
                <a:lnTo>
                  <a:pt x="895833" y="0"/>
                </a:lnTo>
                <a:close/>
              </a:path>
              <a:path w="10390505" h="4652010">
                <a:moveTo>
                  <a:pt x="901167" y="0"/>
                </a:moveTo>
                <a:lnTo>
                  <a:pt x="895833" y="0"/>
                </a:lnTo>
                <a:lnTo>
                  <a:pt x="895833" y="19050"/>
                </a:lnTo>
                <a:lnTo>
                  <a:pt x="901167" y="19050"/>
                </a:lnTo>
                <a:lnTo>
                  <a:pt x="905358" y="14732"/>
                </a:lnTo>
                <a:lnTo>
                  <a:pt x="905358" y="4318"/>
                </a:lnTo>
                <a:lnTo>
                  <a:pt x="901167" y="0"/>
                </a:lnTo>
                <a:close/>
              </a:path>
              <a:path w="10390505" h="4652010">
                <a:moveTo>
                  <a:pt x="933933" y="0"/>
                </a:moveTo>
                <a:lnTo>
                  <a:pt x="928726" y="0"/>
                </a:lnTo>
                <a:lnTo>
                  <a:pt x="924408" y="4318"/>
                </a:lnTo>
                <a:lnTo>
                  <a:pt x="924408" y="14732"/>
                </a:lnTo>
                <a:lnTo>
                  <a:pt x="928726" y="19050"/>
                </a:lnTo>
                <a:lnTo>
                  <a:pt x="933933" y="19050"/>
                </a:lnTo>
                <a:lnTo>
                  <a:pt x="933933" y="0"/>
                </a:lnTo>
                <a:close/>
              </a:path>
              <a:path w="10390505" h="4652010">
                <a:moveTo>
                  <a:pt x="939267" y="0"/>
                </a:moveTo>
                <a:lnTo>
                  <a:pt x="933933" y="0"/>
                </a:lnTo>
                <a:lnTo>
                  <a:pt x="933933" y="19050"/>
                </a:lnTo>
                <a:lnTo>
                  <a:pt x="939267" y="19050"/>
                </a:lnTo>
                <a:lnTo>
                  <a:pt x="943458" y="14732"/>
                </a:lnTo>
                <a:lnTo>
                  <a:pt x="943458" y="4318"/>
                </a:lnTo>
                <a:lnTo>
                  <a:pt x="939267" y="0"/>
                </a:lnTo>
                <a:close/>
              </a:path>
              <a:path w="10390505" h="4652010">
                <a:moveTo>
                  <a:pt x="972033" y="0"/>
                </a:moveTo>
                <a:lnTo>
                  <a:pt x="966826" y="0"/>
                </a:lnTo>
                <a:lnTo>
                  <a:pt x="962508" y="4318"/>
                </a:lnTo>
                <a:lnTo>
                  <a:pt x="962508" y="14732"/>
                </a:lnTo>
                <a:lnTo>
                  <a:pt x="966826" y="19050"/>
                </a:lnTo>
                <a:lnTo>
                  <a:pt x="972033" y="19050"/>
                </a:lnTo>
                <a:lnTo>
                  <a:pt x="972033" y="0"/>
                </a:lnTo>
                <a:close/>
              </a:path>
              <a:path w="10390505" h="4652010">
                <a:moveTo>
                  <a:pt x="977367" y="0"/>
                </a:moveTo>
                <a:lnTo>
                  <a:pt x="972160" y="0"/>
                </a:lnTo>
                <a:lnTo>
                  <a:pt x="972160" y="19050"/>
                </a:lnTo>
                <a:lnTo>
                  <a:pt x="977367" y="19050"/>
                </a:lnTo>
                <a:lnTo>
                  <a:pt x="981685" y="14732"/>
                </a:lnTo>
                <a:lnTo>
                  <a:pt x="981685" y="4318"/>
                </a:lnTo>
                <a:lnTo>
                  <a:pt x="977367" y="0"/>
                </a:lnTo>
                <a:close/>
              </a:path>
              <a:path w="10390505" h="4652010">
                <a:moveTo>
                  <a:pt x="1010260" y="0"/>
                </a:moveTo>
                <a:lnTo>
                  <a:pt x="1004926" y="0"/>
                </a:lnTo>
                <a:lnTo>
                  <a:pt x="1000735" y="4318"/>
                </a:lnTo>
                <a:lnTo>
                  <a:pt x="1000735" y="14732"/>
                </a:lnTo>
                <a:lnTo>
                  <a:pt x="1004926" y="19050"/>
                </a:lnTo>
                <a:lnTo>
                  <a:pt x="1010260" y="19050"/>
                </a:lnTo>
                <a:lnTo>
                  <a:pt x="1010260" y="0"/>
                </a:lnTo>
                <a:close/>
              </a:path>
              <a:path w="10390505" h="4652010">
                <a:moveTo>
                  <a:pt x="1015467" y="0"/>
                </a:moveTo>
                <a:lnTo>
                  <a:pt x="1010260" y="0"/>
                </a:lnTo>
                <a:lnTo>
                  <a:pt x="1010260" y="19050"/>
                </a:lnTo>
                <a:lnTo>
                  <a:pt x="1015467" y="19050"/>
                </a:lnTo>
                <a:lnTo>
                  <a:pt x="1019785" y="14732"/>
                </a:lnTo>
                <a:lnTo>
                  <a:pt x="1019785" y="4318"/>
                </a:lnTo>
                <a:lnTo>
                  <a:pt x="1015467" y="0"/>
                </a:lnTo>
                <a:close/>
              </a:path>
              <a:path w="10390505" h="4652010">
                <a:moveTo>
                  <a:pt x="1048360" y="0"/>
                </a:moveTo>
                <a:lnTo>
                  <a:pt x="1043026" y="0"/>
                </a:lnTo>
                <a:lnTo>
                  <a:pt x="1038835" y="4318"/>
                </a:lnTo>
                <a:lnTo>
                  <a:pt x="1038835" y="14732"/>
                </a:lnTo>
                <a:lnTo>
                  <a:pt x="1043026" y="19050"/>
                </a:lnTo>
                <a:lnTo>
                  <a:pt x="1048360" y="19050"/>
                </a:lnTo>
                <a:lnTo>
                  <a:pt x="1048360" y="0"/>
                </a:lnTo>
                <a:close/>
              </a:path>
              <a:path w="10390505" h="4652010">
                <a:moveTo>
                  <a:pt x="1053567" y="0"/>
                </a:moveTo>
                <a:lnTo>
                  <a:pt x="1048360" y="0"/>
                </a:lnTo>
                <a:lnTo>
                  <a:pt x="1048360" y="19050"/>
                </a:lnTo>
                <a:lnTo>
                  <a:pt x="1053567" y="19050"/>
                </a:lnTo>
                <a:lnTo>
                  <a:pt x="1057885" y="14732"/>
                </a:lnTo>
                <a:lnTo>
                  <a:pt x="1057885" y="4318"/>
                </a:lnTo>
                <a:lnTo>
                  <a:pt x="1053567" y="0"/>
                </a:lnTo>
                <a:close/>
              </a:path>
              <a:path w="10390505" h="4652010">
                <a:moveTo>
                  <a:pt x="1086460" y="0"/>
                </a:moveTo>
                <a:lnTo>
                  <a:pt x="1081126" y="0"/>
                </a:lnTo>
                <a:lnTo>
                  <a:pt x="1076935" y="4318"/>
                </a:lnTo>
                <a:lnTo>
                  <a:pt x="1076935" y="14732"/>
                </a:lnTo>
                <a:lnTo>
                  <a:pt x="1081126" y="19050"/>
                </a:lnTo>
                <a:lnTo>
                  <a:pt x="1086460" y="19050"/>
                </a:lnTo>
                <a:lnTo>
                  <a:pt x="1086460" y="0"/>
                </a:lnTo>
                <a:close/>
              </a:path>
              <a:path w="10390505" h="4652010">
                <a:moveTo>
                  <a:pt x="1091667" y="0"/>
                </a:moveTo>
                <a:lnTo>
                  <a:pt x="1086460" y="0"/>
                </a:lnTo>
                <a:lnTo>
                  <a:pt x="1086460" y="19050"/>
                </a:lnTo>
                <a:lnTo>
                  <a:pt x="1091667" y="19050"/>
                </a:lnTo>
                <a:lnTo>
                  <a:pt x="1095985" y="14732"/>
                </a:lnTo>
                <a:lnTo>
                  <a:pt x="1095985" y="4318"/>
                </a:lnTo>
                <a:lnTo>
                  <a:pt x="1091667" y="0"/>
                </a:lnTo>
                <a:close/>
              </a:path>
              <a:path w="10390505" h="4652010">
                <a:moveTo>
                  <a:pt x="1124560" y="0"/>
                </a:moveTo>
                <a:lnTo>
                  <a:pt x="1119353" y="0"/>
                </a:lnTo>
                <a:lnTo>
                  <a:pt x="1115035" y="4318"/>
                </a:lnTo>
                <a:lnTo>
                  <a:pt x="1115035" y="14732"/>
                </a:lnTo>
                <a:lnTo>
                  <a:pt x="1119353" y="19050"/>
                </a:lnTo>
                <a:lnTo>
                  <a:pt x="1124560" y="19050"/>
                </a:lnTo>
                <a:lnTo>
                  <a:pt x="1124560" y="0"/>
                </a:lnTo>
                <a:close/>
              </a:path>
              <a:path w="10390505" h="4652010">
                <a:moveTo>
                  <a:pt x="1129894" y="0"/>
                </a:moveTo>
                <a:lnTo>
                  <a:pt x="1124560" y="0"/>
                </a:lnTo>
                <a:lnTo>
                  <a:pt x="1124560" y="19050"/>
                </a:lnTo>
                <a:lnTo>
                  <a:pt x="1129894" y="19050"/>
                </a:lnTo>
                <a:lnTo>
                  <a:pt x="1134085" y="14732"/>
                </a:lnTo>
                <a:lnTo>
                  <a:pt x="1134085" y="4318"/>
                </a:lnTo>
                <a:lnTo>
                  <a:pt x="1129894" y="0"/>
                </a:lnTo>
                <a:close/>
              </a:path>
              <a:path w="10390505" h="4652010">
                <a:moveTo>
                  <a:pt x="1162660" y="0"/>
                </a:moveTo>
                <a:lnTo>
                  <a:pt x="1157453" y="0"/>
                </a:lnTo>
                <a:lnTo>
                  <a:pt x="1153135" y="4318"/>
                </a:lnTo>
                <a:lnTo>
                  <a:pt x="1153135" y="14732"/>
                </a:lnTo>
                <a:lnTo>
                  <a:pt x="1157453" y="19050"/>
                </a:lnTo>
                <a:lnTo>
                  <a:pt x="1162660" y="19050"/>
                </a:lnTo>
                <a:lnTo>
                  <a:pt x="1162660" y="0"/>
                </a:lnTo>
                <a:close/>
              </a:path>
              <a:path w="10390505" h="4652010">
                <a:moveTo>
                  <a:pt x="1167994" y="0"/>
                </a:moveTo>
                <a:lnTo>
                  <a:pt x="1162660" y="0"/>
                </a:lnTo>
                <a:lnTo>
                  <a:pt x="1162660" y="19050"/>
                </a:lnTo>
                <a:lnTo>
                  <a:pt x="1167994" y="19050"/>
                </a:lnTo>
                <a:lnTo>
                  <a:pt x="1172185" y="14732"/>
                </a:lnTo>
                <a:lnTo>
                  <a:pt x="1172185" y="4318"/>
                </a:lnTo>
                <a:lnTo>
                  <a:pt x="1167994" y="0"/>
                </a:lnTo>
                <a:close/>
              </a:path>
              <a:path w="10390505" h="4652010">
                <a:moveTo>
                  <a:pt x="1200760" y="0"/>
                </a:moveTo>
                <a:lnTo>
                  <a:pt x="1195553" y="0"/>
                </a:lnTo>
                <a:lnTo>
                  <a:pt x="1191235" y="4318"/>
                </a:lnTo>
                <a:lnTo>
                  <a:pt x="1191235" y="14732"/>
                </a:lnTo>
                <a:lnTo>
                  <a:pt x="1195553" y="19050"/>
                </a:lnTo>
                <a:lnTo>
                  <a:pt x="1200760" y="19050"/>
                </a:lnTo>
                <a:lnTo>
                  <a:pt x="1200760" y="0"/>
                </a:lnTo>
                <a:close/>
              </a:path>
              <a:path w="10390505" h="4652010">
                <a:moveTo>
                  <a:pt x="1206094" y="0"/>
                </a:moveTo>
                <a:lnTo>
                  <a:pt x="1200760" y="0"/>
                </a:lnTo>
                <a:lnTo>
                  <a:pt x="1200760" y="19050"/>
                </a:lnTo>
                <a:lnTo>
                  <a:pt x="1206094" y="19050"/>
                </a:lnTo>
                <a:lnTo>
                  <a:pt x="1210285" y="14732"/>
                </a:lnTo>
                <a:lnTo>
                  <a:pt x="1210285" y="4318"/>
                </a:lnTo>
                <a:lnTo>
                  <a:pt x="1206094" y="0"/>
                </a:lnTo>
                <a:close/>
              </a:path>
              <a:path w="10390505" h="4652010">
                <a:moveTo>
                  <a:pt x="1238860" y="0"/>
                </a:moveTo>
                <a:lnTo>
                  <a:pt x="1233653" y="0"/>
                </a:lnTo>
                <a:lnTo>
                  <a:pt x="1229335" y="4318"/>
                </a:lnTo>
                <a:lnTo>
                  <a:pt x="1229335" y="14732"/>
                </a:lnTo>
                <a:lnTo>
                  <a:pt x="1233653" y="19050"/>
                </a:lnTo>
                <a:lnTo>
                  <a:pt x="1238860" y="19050"/>
                </a:lnTo>
                <a:lnTo>
                  <a:pt x="1238860" y="0"/>
                </a:lnTo>
                <a:close/>
              </a:path>
              <a:path w="10390505" h="4652010">
                <a:moveTo>
                  <a:pt x="1238987" y="12700"/>
                </a:moveTo>
                <a:lnTo>
                  <a:pt x="1238860" y="12700"/>
                </a:lnTo>
                <a:lnTo>
                  <a:pt x="1238860" y="19050"/>
                </a:lnTo>
                <a:lnTo>
                  <a:pt x="1238987" y="19050"/>
                </a:lnTo>
                <a:lnTo>
                  <a:pt x="1238987" y="12700"/>
                </a:lnTo>
                <a:close/>
              </a:path>
              <a:path w="10390505" h="4652010">
                <a:moveTo>
                  <a:pt x="1244194" y="0"/>
                </a:moveTo>
                <a:lnTo>
                  <a:pt x="1238987" y="0"/>
                </a:lnTo>
                <a:lnTo>
                  <a:pt x="1238987" y="19050"/>
                </a:lnTo>
                <a:lnTo>
                  <a:pt x="1244194" y="19050"/>
                </a:lnTo>
                <a:lnTo>
                  <a:pt x="1248512" y="14732"/>
                </a:lnTo>
                <a:lnTo>
                  <a:pt x="1248512" y="4318"/>
                </a:lnTo>
                <a:lnTo>
                  <a:pt x="1244194" y="0"/>
                </a:lnTo>
                <a:close/>
              </a:path>
              <a:path w="10390505" h="4652010">
                <a:moveTo>
                  <a:pt x="1238987" y="0"/>
                </a:moveTo>
                <a:lnTo>
                  <a:pt x="1238860" y="0"/>
                </a:lnTo>
                <a:lnTo>
                  <a:pt x="1238860" y="6350"/>
                </a:lnTo>
                <a:lnTo>
                  <a:pt x="1238987" y="6350"/>
                </a:lnTo>
                <a:lnTo>
                  <a:pt x="1238987" y="0"/>
                </a:lnTo>
                <a:close/>
              </a:path>
              <a:path w="10390505" h="4652010">
                <a:moveTo>
                  <a:pt x="1277087" y="0"/>
                </a:moveTo>
                <a:lnTo>
                  <a:pt x="1271753" y="0"/>
                </a:lnTo>
                <a:lnTo>
                  <a:pt x="1267562" y="4318"/>
                </a:lnTo>
                <a:lnTo>
                  <a:pt x="1267562" y="14732"/>
                </a:lnTo>
                <a:lnTo>
                  <a:pt x="1271753" y="19050"/>
                </a:lnTo>
                <a:lnTo>
                  <a:pt x="1277087" y="19050"/>
                </a:lnTo>
                <a:lnTo>
                  <a:pt x="1277087" y="0"/>
                </a:lnTo>
                <a:close/>
              </a:path>
              <a:path w="10390505" h="4652010">
                <a:moveTo>
                  <a:pt x="1282294" y="0"/>
                </a:moveTo>
                <a:lnTo>
                  <a:pt x="1277087" y="0"/>
                </a:lnTo>
                <a:lnTo>
                  <a:pt x="1277087" y="19050"/>
                </a:lnTo>
                <a:lnTo>
                  <a:pt x="1282294" y="19050"/>
                </a:lnTo>
                <a:lnTo>
                  <a:pt x="1286612" y="14732"/>
                </a:lnTo>
                <a:lnTo>
                  <a:pt x="1286612" y="4318"/>
                </a:lnTo>
                <a:lnTo>
                  <a:pt x="1282294" y="0"/>
                </a:lnTo>
                <a:close/>
              </a:path>
              <a:path w="10390505" h="4652010">
                <a:moveTo>
                  <a:pt x="1315187" y="0"/>
                </a:moveTo>
                <a:lnTo>
                  <a:pt x="1309853" y="0"/>
                </a:lnTo>
                <a:lnTo>
                  <a:pt x="1305662" y="4318"/>
                </a:lnTo>
                <a:lnTo>
                  <a:pt x="1305662" y="14732"/>
                </a:lnTo>
                <a:lnTo>
                  <a:pt x="1309853" y="19050"/>
                </a:lnTo>
                <a:lnTo>
                  <a:pt x="1315187" y="19050"/>
                </a:lnTo>
                <a:lnTo>
                  <a:pt x="1315187" y="0"/>
                </a:lnTo>
                <a:close/>
              </a:path>
              <a:path w="10390505" h="4652010">
                <a:moveTo>
                  <a:pt x="1320394" y="0"/>
                </a:moveTo>
                <a:lnTo>
                  <a:pt x="1315187" y="0"/>
                </a:lnTo>
                <a:lnTo>
                  <a:pt x="1315187" y="19050"/>
                </a:lnTo>
                <a:lnTo>
                  <a:pt x="1320394" y="19050"/>
                </a:lnTo>
                <a:lnTo>
                  <a:pt x="1324712" y="14732"/>
                </a:lnTo>
                <a:lnTo>
                  <a:pt x="1324712" y="4318"/>
                </a:lnTo>
                <a:lnTo>
                  <a:pt x="1320394" y="0"/>
                </a:lnTo>
                <a:close/>
              </a:path>
              <a:path w="10390505" h="4652010">
                <a:moveTo>
                  <a:pt x="1353287" y="0"/>
                </a:moveTo>
                <a:lnTo>
                  <a:pt x="1348080" y="0"/>
                </a:lnTo>
                <a:lnTo>
                  <a:pt x="1343762" y="4318"/>
                </a:lnTo>
                <a:lnTo>
                  <a:pt x="1343762" y="14732"/>
                </a:lnTo>
                <a:lnTo>
                  <a:pt x="1348080" y="19050"/>
                </a:lnTo>
                <a:lnTo>
                  <a:pt x="1353287" y="19050"/>
                </a:lnTo>
                <a:lnTo>
                  <a:pt x="1353287" y="0"/>
                </a:lnTo>
                <a:close/>
              </a:path>
              <a:path w="10390505" h="4652010">
                <a:moveTo>
                  <a:pt x="1358621" y="0"/>
                </a:moveTo>
                <a:lnTo>
                  <a:pt x="1353287" y="0"/>
                </a:lnTo>
                <a:lnTo>
                  <a:pt x="1353287" y="19050"/>
                </a:lnTo>
                <a:lnTo>
                  <a:pt x="1358621" y="19050"/>
                </a:lnTo>
                <a:lnTo>
                  <a:pt x="1362812" y="14732"/>
                </a:lnTo>
                <a:lnTo>
                  <a:pt x="1362812" y="4318"/>
                </a:lnTo>
                <a:lnTo>
                  <a:pt x="1358621" y="0"/>
                </a:lnTo>
                <a:close/>
              </a:path>
              <a:path w="10390505" h="4652010">
                <a:moveTo>
                  <a:pt x="1391387" y="0"/>
                </a:moveTo>
                <a:lnTo>
                  <a:pt x="1386180" y="0"/>
                </a:lnTo>
                <a:lnTo>
                  <a:pt x="1381862" y="4318"/>
                </a:lnTo>
                <a:lnTo>
                  <a:pt x="1381862" y="14732"/>
                </a:lnTo>
                <a:lnTo>
                  <a:pt x="1386180" y="19050"/>
                </a:lnTo>
                <a:lnTo>
                  <a:pt x="1391387" y="19050"/>
                </a:lnTo>
                <a:lnTo>
                  <a:pt x="1391387" y="0"/>
                </a:lnTo>
                <a:close/>
              </a:path>
              <a:path w="10390505" h="4652010">
                <a:moveTo>
                  <a:pt x="1396721" y="0"/>
                </a:moveTo>
                <a:lnTo>
                  <a:pt x="1391387" y="0"/>
                </a:lnTo>
                <a:lnTo>
                  <a:pt x="1391387" y="19050"/>
                </a:lnTo>
                <a:lnTo>
                  <a:pt x="1396721" y="19050"/>
                </a:lnTo>
                <a:lnTo>
                  <a:pt x="1400912" y="14732"/>
                </a:lnTo>
                <a:lnTo>
                  <a:pt x="1400912" y="4318"/>
                </a:lnTo>
                <a:lnTo>
                  <a:pt x="1396721" y="0"/>
                </a:lnTo>
                <a:close/>
              </a:path>
              <a:path w="10390505" h="4652010">
                <a:moveTo>
                  <a:pt x="1429487" y="0"/>
                </a:moveTo>
                <a:lnTo>
                  <a:pt x="1424280" y="0"/>
                </a:lnTo>
                <a:lnTo>
                  <a:pt x="1419962" y="4318"/>
                </a:lnTo>
                <a:lnTo>
                  <a:pt x="1419962" y="14732"/>
                </a:lnTo>
                <a:lnTo>
                  <a:pt x="1424280" y="19050"/>
                </a:lnTo>
                <a:lnTo>
                  <a:pt x="1429487" y="19050"/>
                </a:lnTo>
                <a:lnTo>
                  <a:pt x="1429487" y="0"/>
                </a:lnTo>
                <a:close/>
              </a:path>
              <a:path w="10390505" h="4652010">
                <a:moveTo>
                  <a:pt x="1434821" y="0"/>
                </a:moveTo>
                <a:lnTo>
                  <a:pt x="1429487" y="0"/>
                </a:lnTo>
                <a:lnTo>
                  <a:pt x="1429487" y="19050"/>
                </a:lnTo>
                <a:lnTo>
                  <a:pt x="1434821" y="19050"/>
                </a:lnTo>
                <a:lnTo>
                  <a:pt x="1439012" y="14732"/>
                </a:lnTo>
                <a:lnTo>
                  <a:pt x="1439012" y="4318"/>
                </a:lnTo>
                <a:lnTo>
                  <a:pt x="1434821" y="0"/>
                </a:lnTo>
                <a:close/>
              </a:path>
              <a:path w="10390505" h="4652010">
                <a:moveTo>
                  <a:pt x="1467587" y="0"/>
                </a:moveTo>
                <a:lnTo>
                  <a:pt x="1462380" y="0"/>
                </a:lnTo>
                <a:lnTo>
                  <a:pt x="1458062" y="4318"/>
                </a:lnTo>
                <a:lnTo>
                  <a:pt x="1458062" y="14732"/>
                </a:lnTo>
                <a:lnTo>
                  <a:pt x="1462380" y="19050"/>
                </a:lnTo>
                <a:lnTo>
                  <a:pt x="1467587" y="19050"/>
                </a:lnTo>
                <a:lnTo>
                  <a:pt x="1467587" y="0"/>
                </a:lnTo>
                <a:close/>
              </a:path>
              <a:path w="10390505" h="4652010">
                <a:moveTo>
                  <a:pt x="1472921" y="0"/>
                </a:moveTo>
                <a:lnTo>
                  <a:pt x="1467714" y="0"/>
                </a:lnTo>
                <a:lnTo>
                  <a:pt x="1467714" y="19050"/>
                </a:lnTo>
                <a:lnTo>
                  <a:pt x="1472921" y="19050"/>
                </a:lnTo>
                <a:lnTo>
                  <a:pt x="1477239" y="14732"/>
                </a:lnTo>
                <a:lnTo>
                  <a:pt x="1477239" y="4318"/>
                </a:lnTo>
                <a:lnTo>
                  <a:pt x="1472921" y="0"/>
                </a:lnTo>
                <a:close/>
              </a:path>
              <a:path w="10390505" h="4652010">
                <a:moveTo>
                  <a:pt x="1505814" y="0"/>
                </a:moveTo>
                <a:lnTo>
                  <a:pt x="1500480" y="0"/>
                </a:lnTo>
                <a:lnTo>
                  <a:pt x="1496289" y="4318"/>
                </a:lnTo>
                <a:lnTo>
                  <a:pt x="1496289" y="14732"/>
                </a:lnTo>
                <a:lnTo>
                  <a:pt x="1500480" y="19050"/>
                </a:lnTo>
                <a:lnTo>
                  <a:pt x="1505814" y="19050"/>
                </a:lnTo>
                <a:lnTo>
                  <a:pt x="1505814" y="0"/>
                </a:lnTo>
                <a:close/>
              </a:path>
              <a:path w="10390505" h="4652010">
                <a:moveTo>
                  <a:pt x="1511021" y="0"/>
                </a:moveTo>
                <a:lnTo>
                  <a:pt x="1505814" y="0"/>
                </a:lnTo>
                <a:lnTo>
                  <a:pt x="1505814" y="19050"/>
                </a:lnTo>
                <a:lnTo>
                  <a:pt x="1511021" y="19050"/>
                </a:lnTo>
                <a:lnTo>
                  <a:pt x="1515339" y="14732"/>
                </a:lnTo>
                <a:lnTo>
                  <a:pt x="1515339" y="4318"/>
                </a:lnTo>
                <a:lnTo>
                  <a:pt x="1511021" y="0"/>
                </a:lnTo>
                <a:close/>
              </a:path>
              <a:path w="10390505" h="4652010">
                <a:moveTo>
                  <a:pt x="1543914" y="0"/>
                </a:moveTo>
                <a:lnTo>
                  <a:pt x="1538580" y="0"/>
                </a:lnTo>
                <a:lnTo>
                  <a:pt x="1534389" y="4318"/>
                </a:lnTo>
                <a:lnTo>
                  <a:pt x="1534389" y="14732"/>
                </a:lnTo>
                <a:lnTo>
                  <a:pt x="1538580" y="19050"/>
                </a:lnTo>
                <a:lnTo>
                  <a:pt x="1543914" y="19050"/>
                </a:lnTo>
                <a:lnTo>
                  <a:pt x="1543914" y="0"/>
                </a:lnTo>
                <a:close/>
              </a:path>
              <a:path w="10390505" h="4652010">
                <a:moveTo>
                  <a:pt x="1549121" y="0"/>
                </a:moveTo>
                <a:lnTo>
                  <a:pt x="1543914" y="0"/>
                </a:lnTo>
                <a:lnTo>
                  <a:pt x="1543914" y="19050"/>
                </a:lnTo>
                <a:lnTo>
                  <a:pt x="1549121" y="19050"/>
                </a:lnTo>
                <a:lnTo>
                  <a:pt x="1553439" y="14732"/>
                </a:lnTo>
                <a:lnTo>
                  <a:pt x="1553439" y="4318"/>
                </a:lnTo>
                <a:lnTo>
                  <a:pt x="1549121" y="0"/>
                </a:lnTo>
                <a:close/>
              </a:path>
              <a:path w="10390505" h="4652010">
                <a:moveTo>
                  <a:pt x="1582014" y="0"/>
                </a:moveTo>
                <a:lnTo>
                  <a:pt x="1576680" y="0"/>
                </a:lnTo>
                <a:lnTo>
                  <a:pt x="1572489" y="4318"/>
                </a:lnTo>
                <a:lnTo>
                  <a:pt x="1572489" y="14732"/>
                </a:lnTo>
                <a:lnTo>
                  <a:pt x="1576680" y="19050"/>
                </a:lnTo>
                <a:lnTo>
                  <a:pt x="1582014" y="19050"/>
                </a:lnTo>
                <a:lnTo>
                  <a:pt x="1582014" y="0"/>
                </a:lnTo>
                <a:close/>
              </a:path>
              <a:path w="10390505" h="4652010">
                <a:moveTo>
                  <a:pt x="1587221" y="0"/>
                </a:moveTo>
                <a:lnTo>
                  <a:pt x="1582014" y="0"/>
                </a:lnTo>
                <a:lnTo>
                  <a:pt x="1582014" y="19050"/>
                </a:lnTo>
                <a:lnTo>
                  <a:pt x="1587221" y="19050"/>
                </a:lnTo>
                <a:lnTo>
                  <a:pt x="1591539" y="14732"/>
                </a:lnTo>
                <a:lnTo>
                  <a:pt x="1591539" y="4318"/>
                </a:lnTo>
                <a:lnTo>
                  <a:pt x="1587221" y="0"/>
                </a:lnTo>
                <a:close/>
              </a:path>
              <a:path w="10390505" h="4652010">
                <a:moveTo>
                  <a:pt x="1620114" y="0"/>
                </a:moveTo>
                <a:lnTo>
                  <a:pt x="1614907" y="0"/>
                </a:lnTo>
                <a:lnTo>
                  <a:pt x="1610589" y="4318"/>
                </a:lnTo>
                <a:lnTo>
                  <a:pt x="1610589" y="14732"/>
                </a:lnTo>
                <a:lnTo>
                  <a:pt x="1614907" y="19050"/>
                </a:lnTo>
                <a:lnTo>
                  <a:pt x="1620114" y="19050"/>
                </a:lnTo>
                <a:lnTo>
                  <a:pt x="1620114" y="0"/>
                </a:lnTo>
                <a:close/>
              </a:path>
              <a:path w="10390505" h="4652010">
                <a:moveTo>
                  <a:pt x="1625448" y="0"/>
                </a:moveTo>
                <a:lnTo>
                  <a:pt x="1620114" y="0"/>
                </a:lnTo>
                <a:lnTo>
                  <a:pt x="1620114" y="19050"/>
                </a:lnTo>
                <a:lnTo>
                  <a:pt x="1625448" y="19050"/>
                </a:lnTo>
                <a:lnTo>
                  <a:pt x="1629639" y="14732"/>
                </a:lnTo>
                <a:lnTo>
                  <a:pt x="1629639" y="4318"/>
                </a:lnTo>
                <a:lnTo>
                  <a:pt x="1625448" y="0"/>
                </a:lnTo>
                <a:close/>
              </a:path>
              <a:path w="10390505" h="4652010">
                <a:moveTo>
                  <a:pt x="1658214" y="0"/>
                </a:moveTo>
                <a:lnTo>
                  <a:pt x="1653007" y="0"/>
                </a:lnTo>
                <a:lnTo>
                  <a:pt x="1648689" y="4318"/>
                </a:lnTo>
                <a:lnTo>
                  <a:pt x="1648689" y="14732"/>
                </a:lnTo>
                <a:lnTo>
                  <a:pt x="1653007" y="19050"/>
                </a:lnTo>
                <a:lnTo>
                  <a:pt x="1658214" y="19050"/>
                </a:lnTo>
                <a:lnTo>
                  <a:pt x="1658214" y="0"/>
                </a:lnTo>
                <a:close/>
              </a:path>
              <a:path w="10390505" h="4652010">
                <a:moveTo>
                  <a:pt x="1663548" y="0"/>
                </a:moveTo>
                <a:lnTo>
                  <a:pt x="1658214" y="0"/>
                </a:lnTo>
                <a:lnTo>
                  <a:pt x="1658214" y="19050"/>
                </a:lnTo>
                <a:lnTo>
                  <a:pt x="1663548" y="19050"/>
                </a:lnTo>
                <a:lnTo>
                  <a:pt x="1667739" y="14732"/>
                </a:lnTo>
                <a:lnTo>
                  <a:pt x="1667739" y="4318"/>
                </a:lnTo>
                <a:lnTo>
                  <a:pt x="1663548" y="0"/>
                </a:lnTo>
                <a:close/>
              </a:path>
              <a:path w="10390505" h="4652010">
                <a:moveTo>
                  <a:pt x="1696314" y="0"/>
                </a:moveTo>
                <a:lnTo>
                  <a:pt x="1691107" y="0"/>
                </a:lnTo>
                <a:lnTo>
                  <a:pt x="1686789" y="4318"/>
                </a:lnTo>
                <a:lnTo>
                  <a:pt x="1686789" y="14732"/>
                </a:lnTo>
                <a:lnTo>
                  <a:pt x="1691107" y="19050"/>
                </a:lnTo>
                <a:lnTo>
                  <a:pt x="1696314" y="19050"/>
                </a:lnTo>
                <a:lnTo>
                  <a:pt x="1696314" y="0"/>
                </a:lnTo>
                <a:close/>
              </a:path>
              <a:path w="10390505" h="4652010">
                <a:moveTo>
                  <a:pt x="1701648" y="0"/>
                </a:moveTo>
                <a:lnTo>
                  <a:pt x="1696314" y="0"/>
                </a:lnTo>
                <a:lnTo>
                  <a:pt x="1696314" y="19050"/>
                </a:lnTo>
                <a:lnTo>
                  <a:pt x="1701648" y="19050"/>
                </a:lnTo>
                <a:lnTo>
                  <a:pt x="1705839" y="14732"/>
                </a:lnTo>
                <a:lnTo>
                  <a:pt x="1705839" y="4318"/>
                </a:lnTo>
                <a:lnTo>
                  <a:pt x="1701648" y="0"/>
                </a:lnTo>
                <a:close/>
              </a:path>
              <a:path w="10390505" h="4652010">
                <a:moveTo>
                  <a:pt x="1734414" y="0"/>
                </a:moveTo>
                <a:lnTo>
                  <a:pt x="1729207" y="0"/>
                </a:lnTo>
                <a:lnTo>
                  <a:pt x="1724889" y="4318"/>
                </a:lnTo>
                <a:lnTo>
                  <a:pt x="1724889" y="14732"/>
                </a:lnTo>
                <a:lnTo>
                  <a:pt x="1729207" y="19050"/>
                </a:lnTo>
                <a:lnTo>
                  <a:pt x="1734414" y="19050"/>
                </a:lnTo>
                <a:lnTo>
                  <a:pt x="1734414" y="0"/>
                </a:lnTo>
                <a:close/>
              </a:path>
              <a:path w="10390505" h="4652010">
                <a:moveTo>
                  <a:pt x="1739748" y="0"/>
                </a:moveTo>
                <a:lnTo>
                  <a:pt x="1734541" y="0"/>
                </a:lnTo>
                <a:lnTo>
                  <a:pt x="1734541" y="19050"/>
                </a:lnTo>
                <a:lnTo>
                  <a:pt x="1739748" y="19050"/>
                </a:lnTo>
                <a:lnTo>
                  <a:pt x="1744066" y="14732"/>
                </a:lnTo>
                <a:lnTo>
                  <a:pt x="1744066" y="4318"/>
                </a:lnTo>
                <a:lnTo>
                  <a:pt x="1739748" y="0"/>
                </a:lnTo>
                <a:close/>
              </a:path>
              <a:path w="10390505" h="4652010">
                <a:moveTo>
                  <a:pt x="1772641" y="0"/>
                </a:moveTo>
                <a:lnTo>
                  <a:pt x="1767307" y="0"/>
                </a:lnTo>
                <a:lnTo>
                  <a:pt x="1763116" y="4318"/>
                </a:lnTo>
                <a:lnTo>
                  <a:pt x="1763116" y="14732"/>
                </a:lnTo>
                <a:lnTo>
                  <a:pt x="1767307" y="19050"/>
                </a:lnTo>
                <a:lnTo>
                  <a:pt x="1772641" y="19050"/>
                </a:lnTo>
                <a:lnTo>
                  <a:pt x="1772641" y="0"/>
                </a:lnTo>
                <a:close/>
              </a:path>
              <a:path w="10390505" h="4652010">
                <a:moveTo>
                  <a:pt x="1777848" y="0"/>
                </a:moveTo>
                <a:lnTo>
                  <a:pt x="1772641" y="0"/>
                </a:lnTo>
                <a:lnTo>
                  <a:pt x="1772641" y="19050"/>
                </a:lnTo>
                <a:lnTo>
                  <a:pt x="1777848" y="19050"/>
                </a:lnTo>
                <a:lnTo>
                  <a:pt x="1782166" y="14732"/>
                </a:lnTo>
                <a:lnTo>
                  <a:pt x="1782166" y="4318"/>
                </a:lnTo>
                <a:lnTo>
                  <a:pt x="1777848" y="0"/>
                </a:lnTo>
                <a:close/>
              </a:path>
              <a:path w="10390505" h="4652010">
                <a:moveTo>
                  <a:pt x="1810741" y="0"/>
                </a:moveTo>
                <a:lnTo>
                  <a:pt x="1805407" y="0"/>
                </a:lnTo>
                <a:lnTo>
                  <a:pt x="1801216" y="4318"/>
                </a:lnTo>
                <a:lnTo>
                  <a:pt x="1801216" y="14732"/>
                </a:lnTo>
                <a:lnTo>
                  <a:pt x="1805407" y="19050"/>
                </a:lnTo>
                <a:lnTo>
                  <a:pt x="1810741" y="19050"/>
                </a:lnTo>
                <a:lnTo>
                  <a:pt x="1810741" y="0"/>
                </a:lnTo>
                <a:close/>
              </a:path>
              <a:path w="10390505" h="4652010">
                <a:moveTo>
                  <a:pt x="1815948" y="0"/>
                </a:moveTo>
                <a:lnTo>
                  <a:pt x="1810741" y="0"/>
                </a:lnTo>
                <a:lnTo>
                  <a:pt x="1810741" y="19050"/>
                </a:lnTo>
                <a:lnTo>
                  <a:pt x="1815948" y="19050"/>
                </a:lnTo>
                <a:lnTo>
                  <a:pt x="1820266" y="14732"/>
                </a:lnTo>
                <a:lnTo>
                  <a:pt x="1820266" y="4318"/>
                </a:lnTo>
                <a:lnTo>
                  <a:pt x="1815948" y="0"/>
                </a:lnTo>
                <a:close/>
              </a:path>
              <a:path w="10390505" h="4652010">
                <a:moveTo>
                  <a:pt x="1848841" y="0"/>
                </a:moveTo>
                <a:lnTo>
                  <a:pt x="1843507" y="0"/>
                </a:lnTo>
                <a:lnTo>
                  <a:pt x="1839316" y="4318"/>
                </a:lnTo>
                <a:lnTo>
                  <a:pt x="1839316" y="14732"/>
                </a:lnTo>
                <a:lnTo>
                  <a:pt x="1843507" y="19050"/>
                </a:lnTo>
                <a:lnTo>
                  <a:pt x="1848841" y="19050"/>
                </a:lnTo>
                <a:lnTo>
                  <a:pt x="1848841" y="0"/>
                </a:lnTo>
                <a:close/>
              </a:path>
              <a:path w="10390505" h="4652010">
                <a:moveTo>
                  <a:pt x="1854048" y="0"/>
                </a:moveTo>
                <a:lnTo>
                  <a:pt x="1848841" y="0"/>
                </a:lnTo>
                <a:lnTo>
                  <a:pt x="1848841" y="19050"/>
                </a:lnTo>
                <a:lnTo>
                  <a:pt x="1854048" y="19050"/>
                </a:lnTo>
                <a:lnTo>
                  <a:pt x="1858366" y="14732"/>
                </a:lnTo>
                <a:lnTo>
                  <a:pt x="1858366" y="4318"/>
                </a:lnTo>
                <a:lnTo>
                  <a:pt x="1854048" y="0"/>
                </a:lnTo>
                <a:close/>
              </a:path>
              <a:path w="10390505" h="4652010">
                <a:moveTo>
                  <a:pt x="1886941" y="0"/>
                </a:moveTo>
                <a:lnTo>
                  <a:pt x="1881734" y="0"/>
                </a:lnTo>
                <a:lnTo>
                  <a:pt x="1877416" y="4318"/>
                </a:lnTo>
                <a:lnTo>
                  <a:pt x="1877416" y="14732"/>
                </a:lnTo>
                <a:lnTo>
                  <a:pt x="1881734" y="19050"/>
                </a:lnTo>
                <a:lnTo>
                  <a:pt x="1886941" y="19050"/>
                </a:lnTo>
                <a:lnTo>
                  <a:pt x="1886941" y="0"/>
                </a:lnTo>
                <a:close/>
              </a:path>
              <a:path w="10390505" h="4652010">
                <a:moveTo>
                  <a:pt x="1892275" y="0"/>
                </a:moveTo>
                <a:lnTo>
                  <a:pt x="1886941" y="0"/>
                </a:lnTo>
                <a:lnTo>
                  <a:pt x="1886941" y="19050"/>
                </a:lnTo>
                <a:lnTo>
                  <a:pt x="1892275" y="19050"/>
                </a:lnTo>
                <a:lnTo>
                  <a:pt x="1896466" y="14732"/>
                </a:lnTo>
                <a:lnTo>
                  <a:pt x="1896466" y="4318"/>
                </a:lnTo>
                <a:lnTo>
                  <a:pt x="1892275" y="0"/>
                </a:lnTo>
                <a:close/>
              </a:path>
              <a:path w="10390505" h="4652010">
                <a:moveTo>
                  <a:pt x="1925041" y="0"/>
                </a:moveTo>
                <a:lnTo>
                  <a:pt x="1919834" y="0"/>
                </a:lnTo>
                <a:lnTo>
                  <a:pt x="1915516" y="4318"/>
                </a:lnTo>
                <a:lnTo>
                  <a:pt x="1915516" y="14732"/>
                </a:lnTo>
                <a:lnTo>
                  <a:pt x="1919834" y="19050"/>
                </a:lnTo>
                <a:lnTo>
                  <a:pt x="1925041" y="19050"/>
                </a:lnTo>
                <a:lnTo>
                  <a:pt x="1925041" y="0"/>
                </a:lnTo>
                <a:close/>
              </a:path>
              <a:path w="10390505" h="4652010">
                <a:moveTo>
                  <a:pt x="1930375" y="0"/>
                </a:moveTo>
                <a:lnTo>
                  <a:pt x="1925041" y="0"/>
                </a:lnTo>
                <a:lnTo>
                  <a:pt x="1925041" y="19050"/>
                </a:lnTo>
                <a:lnTo>
                  <a:pt x="1930375" y="19050"/>
                </a:lnTo>
                <a:lnTo>
                  <a:pt x="1934566" y="14732"/>
                </a:lnTo>
                <a:lnTo>
                  <a:pt x="1934566" y="4318"/>
                </a:lnTo>
                <a:lnTo>
                  <a:pt x="1930375" y="0"/>
                </a:lnTo>
                <a:close/>
              </a:path>
              <a:path w="10390505" h="4652010">
                <a:moveTo>
                  <a:pt x="1963141" y="0"/>
                </a:moveTo>
                <a:lnTo>
                  <a:pt x="1957934" y="0"/>
                </a:lnTo>
                <a:lnTo>
                  <a:pt x="1953616" y="4318"/>
                </a:lnTo>
                <a:lnTo>
                  <a:pt x="1953616" y="14732"/>
                </a:lnTo>
                <a:lnTo>
                  <a:pt x="1957934" y="19050"/>
                </a:lnTo>
                <a:lnTo>
                  <a:pt x="1963141" y="19050"/>
                </a:lnTo>
                <a:lnTo>
                  <a:pt x="1963141" y="0"/>
                </a:lnTo>
                <a:close/>
              </a:path>
              <a:path w="10390505" h="4652010">
                <a:moveTo>
                  <a:pt x="1968475" y="0"/>
                </a:moveTo>
                <a:lnTo>
                  <a:pt x="1963141" y="0"/>
                </a:lnTo>
                <a:lnTo>
                  <a:pt x="1963141" y="19050"/>
                </a:lnTo>
                <a:lnTo>
                  <a:pt x="1968475" y="19050"/>
                </a:lnTo>
                <a:lnTo>
                  <a:pt x="1972666" y="14732"/>
                </a:lnTo>
                <a:lnTo>
                  <a:pt x="1972666" y="4318"/>
                </a:lnTo>
                <a:lnTo>
                  <a:pt x="1968475" y="0"/>
                </a:lnTo>
                <a:close/>
              </a:path>
              <a:path w="10390505" h="4652010">
                <a:moveTo>
                  <a:pt x="2001241" y="0"/>
                </a:moveTo>
                <a:lnTo>
                  <a:pt x="1996034" y="0"/>
                </a:lnTo>
                <a:lnTo>
                  <a:pt x="1991716" y="4318"/>
                </a:lnTo>
                <a:lnTo>
                  <a:pt x="1991716" y="14732"/>
                </a:lnTo>
                <a:lnTo>
                  <a:pt x="1996034" y="19050"/>
                </a:lnTo>
                <a:lnTo>
                  <a:pt x="2001241" y="19050"/>
                </a:lnTo>
                <a:lnTo>
                  <a:pt x="2001241" y="0"/>
                </a:lnTo>
                <a:close/>
              </a:path>
              <a:path w="10390505" h="4652010">
                <a:moveTo>
                  <a:pt x="2001368" y="12700"/>
                </a:moveTo>
                <a:lnTo>
                  <a:pt x="2001241" y="12700"/>
                </a:lnTo>
                <a:lnTo>
                  <a:pt x="2001241" y="19050"/>
                </a:lnTo>
                <a:lnTo>
                  <a:pt x="2001368" y="19050"/>
                </a:lnTo>
                <a:lnTo>
                  <a:pt x="2001368" y="12700"/>
                </a:lnTo>
                <a:close/>
              </a:path>
              <a:path w="10390505" h="4652010">
                <a:moveTo>
                  <a:pt x="2006575" y="0"/>
                </a:moveTo>
                <a:lnTo>
                  <a:pt x="2001368" y="0"/>
                </a:lnTo>
                <a:lnTo>
                  <a:pt x="2001368" y="19050"/>
                </a:lnTo>
                <a:lnTo>
                  <a:pt x="2006575" y="19050"/>
                </a:lnTo>
                <a:lnTo>
                  <a:pt x="2010893" y="14732"/>
                </a:lnTo>
                <a:lnTo>
                  <a:pt x="2010893" y="4318"/>
                </a:lnTo>
                <a:lnTo>
                  <a:pt x="2006575" y="0"/>
                </a:lnTo>
                <a:close/>
              </a:path>
              <a:path w="10390505" h="4652010">
                <a:moveTo>
                  <a:pt x="2001368" y="0"/>
                </a:moveTo>
                <a:lnTo>
                  <a:pt x="2001241" y="0"/>
                </a:lnTo>
                <a:lnTo>
                  <a:pt x="2001241" y="6350"/>
                </a:lnTo>
                <a:lnTo>
                  <a:pt x="2001368" y="6350"/>
                </a:lnTo>
                <a:lnTo>
                  <a:pt x="2001368" y="0"/>
                </a:lnTo>
                <a:close/>
              </a:path>
              <a:path w="10390505" h="4652010">
                <a:moveTo>
                  <a:pt x="2039468" y="0"/>
                </a:moveTo>
                <a:lnTo>
                  <a:pt x="2034134" y="0"/>
                </a:lnTo>
                <a:lnTo>
                  <a:pt x="2029943" y="4318"/>
                </a:lnTo>
                <a:lnTo>
                  <a:pt x="2029943" y="14732"/>
                </a:lnTo>
                <a:lnTo>
                  <a:pt x="2034134" y="19050"/>
                </a:lnTo>
                <a:lnTo>
                  <a:pt x="2039468" y="19050"/>
                </a:lnTo>
                <a:lnTo>
                  <a:pt x="2039468" y="0"/>
                </a:lnTo>
                <a:close/>
              </a:path>
              <a:path w="10390505" h="4652010">
                <a:moveTo>
                  <a:pt x="2044675" y="0"/>
                </a:moveTo>
                <a:lnTo>
                  <a:pt x="2039468" y="0"/>
                </a:lnTo>
                <a:lnTo>
                  <a:pt x="2039468" y="19050"/>
                </a:lnTo>
                <a:lnTo>
                  <a:pt x="2044675" y="19050"/>
                </a:lnTo>
                <a:lnTo>
                  <a:pt x="2048993" y="14732"/>
                </a:lnTo>
                <a:lnTo>
                  <a:pt x="2048993" y="4318"/>
                </a:lnTo>
                <a:lnTo>
                  <a:pt x="2044675" y="0"/>
                </a:lnTo>
                <a:close/>
              </a:path>
              <a:path w="10390505" h="4652010">
                <a:moveTo>
                  <a:pt x="2077568" y="0"/>
                </a:moveTo>
                <a:lnTo>
                  <a:pt x="2072234" y="0"/>
                </a:lnTo>
                <a:lnTo>
                  <a:pt x="2068043" y="4318"/>
                </a:lnTo>
                <a:lnTo>
                  <a:pt x="2068043" y="14732"/>
                </a:lnTo>
                <a:lnTo>
                  <a:pt x="2072234" y="19050"/>
                </a:lnTo>
                <a:lnTo>
                  <a:pt x="2077568" y="19050"/>
                </a:lnTo>
                <a:lnTo>
                  <a:pt x="2077568" y="0"/>
                </a:lnTo>
                <a:close/>
              </a:path>
              <a:path w="10390505" h="4652010">
                <a:moveTo>
                  <a:pt x="2082775" y="0"/>
                </a:moveTo>
                <a:lnTo>
                  <a:pt x="2077568" y="0"/>
                </a:lnTo>
                <a:lnTo>
                  <a:pt x="2077568" y="19050"/>
                </a:lnTo>
                <a:lnTo>
                  <a:pt x="2082775" y="19050"/>
                </a:lnTo>
                <a:lnTo>
                  <a:pt x="2087093" y="14732"/>
                </a:lnTo>
                <a:lnTo>
                  <a:pt x="2087093" y="4318"/>
                </a:lnTo>
                <a:lnTo>
                  <a:pt x="2082775" y="0"/>
                </a:lnTo>
                <a:close/>
              </a:path>
              <a:path w="10390505" h="4652010">
                <a:moveTo>
                  <a:pt x="2115668" y="0"/>
                </a:moveTo>
                <a:lnTo>
                  <a:pt x="2110461" y="0"/>
                </a:lnTo>
                <a:lnTo>
                  <a:pt x="2106143" y="4318"/>
                </a:lnTo>
                <a:lnTo>
                  <a:pt x="2106143" y="14732"/>
                </a:lnTo>
                <a:lnTo>
                  <a:pt x="2110461" y="19050"/>
                </a:lnTo>
                <a:lnTo>
                  <a:pt x="2115668" y="19050"/>
                </a:lnTo>
                <a:lnTo>
                  <a:pt x="2115668" y="0"/>
                </a:lnTo>
                <a:close/>
              </a:path>
              <a:path w="10390505" h="4652010">
                <a:moveTo>
                  <a:pt x="2121002" y="0"/>
                </a:moveTo>
                <a:lnTo>
                  <a:pt x="2115668" y="0"/>
                </a:lnTo>
                <a:lnTo>
                  <a:pt x="2115668" y="19050"/>
                </a:lnTo>
                <a:lnTo>
                  <a:pt x="2121002" y="19050"/>
                </a:lnTo>
                <a:lnTo>
                  <a:pt x="2125193" y="14732"/>
                </a:lnTo>
                <a:lnTo>
                  <a:pt x="2125193" y="4318"/>
                </a:lnTo>
                <a:lnTo>
                  <a:pt x="2121002" y="0"/>
                </a:lnTo>
                <a:close/>
              </a:path>
              <a:path w="10390505" h="4652010">
                <a:moveTo>
                  <a:pt x="2153768" y="0"/>
                </a:moveTo>
                <a:lnTo>
                  <a:pt x="2148561" y="0"/>
                </a:lnTo>
                <a:lnTo>
                  <a:pt x="2144243" y="4318"/>
                </a:lnTo>
                <a:lnTo>
                  <a:pt x="2144243" y="14732"/>
                </a:lnTo>
                <a:lnTo>
                  <a:pt x="2148561" y="19050"/>
                </a:lnTo>
                <a:lnTo>
                  <a:pt x="2153768" y="19050"/>
                </a:lnTo>
                <a:lnTo>
                  <a:pt x="2153768" y="0"/>
                </a:lnTo>
                <a:close/>
              </a:path>
              <a:path w="10390505" h="4652010">
                <a:moveTo>
                  <a:pt x="2159102" y="0"/>
                </a:moveTo>
                <a:lnTo>
                  <a:pt x="2153768" y="0"/>
                </a:lnTo>
                <a:lnTo>
                  <a:pt x="2153768" y="19050"/>
                </a:lnTo>
                <a:lnTo>
                  <a:pt x="2159102" y="19050"/>
                </a:lnTo>
                <a:lnTo>
                  <a:pt x="2163293" y="14732"/>
                </a:lnTo>
                <a:lnTo>
                  <a:pt x="2163293" y="4318"/>
                </a:lnTo>
                <a:lnTo>
                  <a:pt x="2159102" y="0"/>
                </a:lnTo>
                <a:close/>
              </a:path>
              <a:path w="10390505" h="4652010">
                <a:moveTo>
                  <a:pt x="2191868" y="0"/>
                </a:moveTo>
                <a:lnTo>
                  <a:pt x="2186661" y="0"/>
                </a:lnTo>
                <a:lnTo>
                  <a:pt x="2182343" y="4318"/>
                </a:lnTo>
                <a:lnTo>
                  <a:pt x="2182343" y="14732"/>
                </a:lnTo>
                <a:lnTo>
                  <a:pt x="2186661" y="19050"/>
                </a:lnTo>
                <a:lnTo>
                  <a:pt x="2191868" y="19050"/>
                </a:lnTo>
                <a:lnTo>
                  <a:pt x="2191868" y="0"/>
                </a:lnTo>
                <a:close/>
              </a:path>
              <a:path w="10390505" h="4652010">
                <a:moveTo>
                  <a:pt x="2197202" y="0"/>
                </a:moveTo>
                <a:lnTo>
                  <a:pt x="2191868" y="0"/>
                </a:lnTo>
                <a:lnTo>
                  <a:pt x="2191868" y="19050"/>
                </a:lnTo>
                <a:lnTo>
                  <a:pt x="2197202" y="19050"/>
                </a:lnTo>
                <a:lnTo>
                  <a:pt x="2201393" y="14732"/>
                </a:lnTo>
                <a:lnTo>
                  <a:pt x="2201393" y="4318"/>
                </a:lnTo>
                <a:lnTo>
                  <a:pt x="2197202" y="0"/>
                </a:lnTo>
                <a:close/>
              </a:path>
              <a:path w="10390505" h="4652010">
                <a:moveTo>
                  <a:pt x="2229968" y="0"/>
                </a:moveTo>
                <a:lnTo>
                  <a:pt x="2224761" y="0"/>
                </a:lnTo>
                <a:lnTo>
                  <a:pt x="2220443" y="4318"/>
                </a:lnTo>
                <a:lnTo>
                  <a:pt x="2220443" y="14732"/>
                </a:lnTo>
                <a:lnTo>
                  <a:pt x="2224761" y="19050"/>
                </a:lnTo>
                <a:lnTo>
                  <a:pt x="2229968" y="19050"/>
                </a:lnTo>
                <a:lnTo>
                  <a:pt x="2229968" y="0"/>
                </a:lnTo>
                <a:close/>
              </a:path>
              <a:path w="10390505" h="4652010">
                <a:moveTo>
                  <a:pt x="2235302" y="0"/>
                </a:moveTo>
                <a:lnTo>
                  <a:pt x="2230095" y="0"/>
                </a:lnTo>
                <a:lnTo>
                  <a:pt x="2230095" y="19050"/>
                </a:lnTo>
                <a:lnTo>
                  <a:pt x="2235302" y="19050"/>
                </a:lnTo>
                <a:lnTo>
                  <a:pt x="2239620" y="14732"/>
                </a:lnTo>
                <a:lnTo>
                  <a:pt x="2239620" y="4318"/>
                </a:lnTo>
                <a:lnTo>
                  <a:pt x="2235302" y="0"/>
                </a:lnTo>
                <a:close/>
              </a:path>
              <a:path w="10390505" h="4652010">
                <a:moveTo>
                  <a:pt x="2268195" y="0"/>
                </a:moveTo>
                <a:lnTo>
                  <a:pt x="2262861" y="0"/>
                </a:lnTo>
                <a:lnTo>
                  <a:pt x="2258670" y="4318"/>
                </a:lnTo>
                <a:lnTo>
                  <a:pt x="2258670" y="14732"/>
                </a:lnTo>
                <a:lnTo>
                  <a:pt x="2262861" y="19050"/>
                </a:lnTo>
                <a:lnTo>
                  <a:pt x="2268195" y="19050"/>
                </a:lnTo>
                <a:lnTo>
                  <a:pt x="2268195" y="0"/>
                </a:lnTo>
                <a:close/>
              </a:path>
              <a:path w="10390505" h="4652010">
                <a:moveTo>
                  <a:pt x="2273402" y="0"/>
                </a:moveTo>
                <a:lnTo>
                  <a:pt x="2268195" y="0"/>
                </a:lnTo>
                <a:lnTo>
                  <a:pt x="2268195" y="19050"/>
                </a:lnTo>
                <a:lnTo>
                  <a:pt x="2273402" y="19050"/>
                </a:lnTo>
                <a:lnTo>
                  <a:pt x="2277720" y="14732"/>
                </a:lnTo>
                <a:lnTo>
                  <a:pt x="2277720" y="4318"/>
                </a:lnTo>
                <a:lnTo>
                  <a:pt x="2273402" y="0"/>
                </a:lnTo>
                <a:close/>
              </a:path>
              <a:path w="10390505" h="4652010">
                <a:moveTo>
                  <a:pt x="2306295" y="0"/>
                </a:moveTo>
                <a:lnTo>
                  <a:pt x="2300961" y="0"/>
                </a:lnTo>
                <a:lnTo>
                  <a:pt x="2296770" y="4318"/>
                </a:lnTo>
                <a:lnTo>
                  <a:pt x="2296770" y="14732"/>
                </a:lnTo>
                <a:lnTo>
                  <a:pt x="2300961" y="19050"/>
                </a:lnTo>
                <a:lnTo>
                  <a:pt x="2306295" y="19050"/>
                </a:lnTo>
                <a:lnTo>
                  <a:pt x="2306295" y="0"/>
                </a:lnTo>
                <a:close/>
              </a:path>
              <a:path w="10390505" h="4652010">
                <a:moveTo>
                  <a:pt x="2311502" y="0"/>
                </a:moveTo>
                <a:lnTo>
                  <a:pt x="2306295" y="0"/>
                </a:lnTo>
                <a:lnTo>
                  <a:pt x="2306295" y="19050"/>
                </a:lnTo>
                <a:lnTo>
                  <a:pt x="2311502" y="19050"/>
                </a:lnTo>
                <a:lnTo>
                  <a:pt x="2315820" y="14732"/>
                </a:lnTo>
                <a:lnTo>
                  <a:pt x="2315820" y="4318"/>
                </a:lnTo>
                <a:lnTo>
                  <a:pt x="2311502" y="0"/>
                </a:lnTo>
                <a:close/>
              </a:path>
              <a:path w="10390505" h="4652010">
                <a:moveTo>
                  <a:pt x="2344395" y="0"/>
                </a:moveTo>
                <a:lnTo>
                  <a:pt x="2339061" y="0"/>
                </a:lnTo>
                <a:lnTo>
                  <a:pt x="2334870" y="4318"/>
                </a:lnTo>
                <a:lnTo>
                  <a:pt x="2334870" y="14732"/>
                </a:lnTo>
                <a:lnTo>
                  <a:pt x="2339061" y="19050"/>
                </a:lnTo>
                <a:lnTo>
                  <a:pt x="2344395" y="19050"/>
                </a:lnTo>
                <a:lnTo>
                  <a:pt x="2344395" y="0"/>
                </a:lnTo>
                <a:close/>
              </a:path>
              <a:path w="10390505" h="4652010">
                <a:moveTo>
                  <a:pt x="2349602" y="0"/>
                </a:moveTo>
                <a:lnTo>
                  <a:pt x="2344395" y="0"/>
                </a:lnTo>
                <a:lnTo>
                  <a:pt x="2344395" y="19050"/>
                </a:lnTo>
                <a:lnTo>
                  <a:pt x="2349602" y="19050"/>
                </a:lnTo>
                <a:lnTo>
                  <a:pt x="2353920" y="14732"/>
                </a:lnTo>
                <a:lnTo>
                  <a:pt x="2353920" y="4318"/>
                </a:lnTo>
                <a:lnTo>
                  <a:pt x="2349602" y="0"/>
                </a:lnTo>
                <a:close/>
              </a:path>
              <a:path w="10390505" h="4652010">
                <a:moveTo>
                  <a:pt x="2382495" y="0"/>
                </a:moveTo>
                <a:lnTo>
                  <a:pt x="2377288" y="0"/>
                </a:lnTo>
                <a:lnTo>
                  <a:pt x="2372970" y="4318"/>
                </a:lnTo>
                <a:lnTo>
                  <a:pt x="2372970" y="14732"/>
                </a:lnTo>
                <a:lnTo>
                  <a:pt x="2377288" y="19050"/>
                </a:lnTo>
                <a:lnTo>
                  <a:pt x="2382495" y="19050"/>
                </a:lnTo>
                <a:lnTo>
                  <a:pt x="2382495" y="0"/>
                </a:lnTo>
                <a:close/>
              </a:path>
              <a:path w="10390505" h="4652010">
                <a:moveTo>
                  <a:pt x="2387829" y="0"/>
                </a:moveTo>
                <a:lnTo>
                  <a:pt x="2382495" y="0"/>
                </a:lnTo>
                <a:lnTo>
                  <a:pt x="2382495" y="19050"/>
                </a:lnTo>
                <a:lnTo>
                  <a:pt x="2387829" y="19050"/>
                </a:lnTo>
                <a:lnTo>
                  <a:pt x="2392020" y="14732"/>
                </a:lnTo>
                <a:lnTo>
                  <a:pt x="2392020" y="4318"/>
                </a:lnTo>
                <a:lnTo>
                  <a:pt x="2387829" y="0"/>
                </a:lnTo>
                <a:close/>
              </a:path>
              <a:path w="10390505" h="4652010">
                <a:moveTo>
                  <a:pt x="2420595" y="0"/>
                </a:moveTo>
                <a:lnTo>
                  <a:pt x="2415388" y="0"/>
                </a:lnTo>
                <a:lnTo>
                  <a:pt x="2411070" y="4318"/>
                </a:lnTo>
                <a:lnTo>
                  <a:pt x="2411070" y="14732"/>
                </a:lnTo>
                <a:lnTo>
                  <a:pt x="2415388" y="19050"/>
                </a:lnTo>
                <a:lnTo>
                  <a:pt x="2420595" y="19050"/>
                </a:lnTo>
                <a:lnTo>
                  <a:pt x="2420595" y="0"/>
                </a:lnTo>
                <a:close/>
              </a:path>
              <a:path w="10390505" h="4652010">
                <a:moveTo>
                  <a:pt x="2425929" y="0"/>
                </a:moveTo>
                <a:lnTo>
                  <a:pt x="2420595" y="0"/>
                </a:lnTo>
                <a:lnTo>
                  <a:pt x="2420595" y="19050"/>
                </a:lnTo>
                <a:lnTo>
                  <a:pt x="2425929" y="19050"/>
                </a:lnTo>
                <a:lnTo>
                  <a:pt x="2430120" y="14732"/>
                </a:lnTo>
                <a:lnTo>
                  <a:pt x="2430120" y="4318"/>
                </a:lnTo>
                <a:lnTo>
                  <a:pt x="2425929" y="0"/>
                </a:lnTo>
                <a:close/>
              </a:path>
              <a:path w="10390505" h="4652010">
                <a:moveTo>
                  <a:pt x="2458695" y="0"/>
                </a:moveTo>
                <a:lnTo>
                  <a:pt x="2453488" y="0"/>
                </a:lnTo>
                <a:lnTo>
                  <a:pt x="2449170" y="4318"/>
                </a:lnTo>
                <a:lnTo>
                  <a:pt x="2449170" y="14732"/>
                </a:lnTo>
                <a:lnTo>
                  <a:pt x="2453488" y="19050"/>
                </a:lnTo>
                <a:lnTo>
                  <a:pt x="2458695" y="19050"/>
                </a:lnTo>
                <a:lnTo>
                  <a:pt x="2458695" y="0"/>
                </a:lnTo>
                <a:close/>
              </a:path>
              <a:path w="10390505" h="4652010">
                <a:moveTo>
                  <a:pt x="2464029" y="0"/>
                </a:moveTo>
                <a:lnTo>
                  <a:pt x="2458695" y="0"/>
                </a:lnTo>
                <a:lnTo>
                  <a:pt x="2458695" y="19050"/>
                </a:lnTo>
                <a:lnTo>
                  <a:pt x="2464029" y="19050"/>
                </a:lnTo>
                <a:lnTo>
                  <a:pt x="2468220" y="14732"/>
                </a:lnTo>
                <a:lnTo>
                  <a:pt x="2468220" y="4318"/>
                </a:lnTo>
                <a:lnTo>
                  <a:pt x="2464029" y="0"/>
                </a:lnTo>
                <a:close/>
              </a:path>
              <a:path w="10390505" h="4652010">
                <a:moveTo>
                  <a:pt x="2496795" y="0"/>
                </a:moveTo>
                <a:lnTo>
                  <a:pt x="2491588" y="0"/>
                </a:lnTo>
                <a:lnTo>
                  <a:pt x="2487270" y="4318"/>
                </a:lnTo>
                <a:lnTo>
                  <a:pt x="2487270" y="14732"/>
                </a:lnTo>
                <a:lnTo>
                  <a:pt x="2491588" y="19050"/>
                </a:lnTo>
                <a:lnTo>
                  <a:pt x="2496795" y="19050"/>
                </a:lnTo>
                <a:lnTo>
                  <a:pt x="2496795" y="0"/>
                </a:lnTo>
                <a:close/>
              </a:path>
              <a:path w="10390505" h="4652010">
                <a:moveTo>
                  <a:pt x="2502129" y="0"/>
                </a:moveTo>
                <a:lnTo>
                  <a:pt x="2496922" y="0"/>
                </a:lnTo>
                <a:lnTo>
                  <a:pt x="2496922" y="19050"/>
                </a:lnTo>
                <a:lnTo>
                  <a:pt x="2502129" y="19050"/>
                </a:lnTo>
                <a:lnTo>
                  <a:pt x="2506447" y="14732"/>
                </a:lnTo>
                <a:lnTo>
                  <a:pt x="2506447" y="4318"/>
                </a:lnTo>
                <a:lnTo>
                  <a:pt x="2502129" y="0"/>
                </a:lnTo>
                <a:close/>
              </a:path>
              <a:path w="10390505" h="4652010">
                <a:moveTo>
                  <a:pt x="2535022" y="0"/>
                </a:moveTo>
                <a:lnTo>
                  <a:pt x="2529688" y="0"/>
                </a:lnTo>
                <a:lnTo>
                  <a:pt x="2525497" y="4318"/>
                </a:lnTo>
                <a:lnTo>
                  <a:pt x="2525497" y="14732"/>
                </a:lnTo>
                <a:lnTo>
                  <a:pt x="2529688" y="19050"/>
                </a:lnTo>
                <a:lnTo>
                  <a:pt x="2535022" y="19050"/>
                </a:lnTo>
                <a:lnTo>
                  <a:pt x="2535022" y="0"/>
                </a:lnTo>
                <a:close/>
              </a:path>
              <a:path w="10390505" h="4652010">
                <a:moveTo>
                  <a:pt x="2540229" y="0"/>
                </a:moveTo>
                <a:lnTo>
                  <a:pt x="2535022" y="0"/>
                </a:lnTo>
                <a:lnTo>
                  <a:pt x="2535022" y="19050"/>
                </a:lnTo>
                <a:lnTo>
                  <a:pt x="2540229" y="19050"/>
                </a:lnTo>
                <a:lnTo>
                  <a:pt x="2544547" y="14732"/>
                </a:lnTo>
                <a:lnTo>
                  <a:pt x="2544547" y="4318"/>
                </a:lnTo>
                <a:lnTo>
                  <a:pt x="2540229" y="0"/>
                </a:lnTo>
                <a:close/>
              </a:path>
              <a:path w="10390505" h="4652010">
                <a:moveTo>
                  <a:pt x="2573122" y="0"/>
                </a:moveTo>
                <a:lnTo>
                  <a:pt x="2567788" y="0"/>
                </a:lnTo>
                <a:lnTo>
                  <a:pt x="2563597" y="4318"/>
                </a:lnTo>
                <a:lnTo>
                  <a:pt x="2563597" y="14732"/>
                </a:lnTo>
                <a:lnTo>
                  <a:pt x="2567788" y="19050"/>
                </a:lnTo>
                <a:lnTo>
                  <a:pt x="2573122" y="19050"/>
                </a:lnTo>
                <a:lnTo>
                  <a:pt x="2573122" y="0"/>
                </a:lnTo>
                <a:close/>
              </a:path>
              <a:path w="10390505" h="4652010">
                <a:moveTo>
                  <a:pt x="2578329" y="0"/>
                </a:moveTo>
                <a:lnTo>
                  <a:pt x="2573122" y="0"/>
                </a:lnTo>
                <a:lnTo>
                  <a:pt x="2573122" y="19050"/>
                </a:lnTo>
                <a:lnTo>
                  <a:pt x="2578329" y="19050"/>
                </a:lnTo>
                <a:lnTo>
                  <a:pt x="2582647" y="14732"/>
                </a:lnTo>
                <a:lnTo>
                  <a:pt x="2582647" y="4318"/>
                </a:lnTo>
                <a:lnTo>
                  <a:pt x="2578329" y="0"/>
                </a:lnTo>
                <a:close/>
              </a:path>
              <a:path w="10390505" h="4652010">
                <a:moveTo>
                  <a:pt x="2611222" y="0"/>
                </a:moveTo>
                <a:lnTo>
                  <a:pt x="2605888" y="0"/>
                </a:lnTo>
                <a:lnTo>
                  <a:pt x="2601697" y="4318"/>
                </a:lnTo>
                <a:lnTo>
                  <a:pt x="2601697" y="14732"/>
                </a:lnTo>
                <a:lnTo>
                  <a:pt x="2605888" y="19050"/>
                </a:lnTo>
                <a:lnTo>
                  <a:pt x="2611222" y="19050"/>
                </a:lnTo>
                <a:lnTo>
                  <a:pt x="2611222" y="0"/>
                </a:lnTo>
                <a:close/>
              </a:path>
              <a:path w="10390505" h="4652010">
                <a:moveTo>
                  <a:pt x="2616429" y="0"/>
                </a:moveTo>
                <a:lnTo>
                  <a:pt x="2611222" y="0"/>
                </a:lnTo>
                <a:lnTo>
                  <a:pt x="2611222" y="19050"/>
                </a:lnTo>
                <a:lnTo>
                  <a:pt x="2616429" y="19050"/>
                </a:lnTo>
                <a:lnTo>
                  <a:pt x="2620747" y="14732"/>
                </a:lnTo>
                <a:lnTo>
                  <a:pt x="2620747" y="4318"/>
                </a:lnTo>
                <a:lnTo>
                  <a:pt x="2616429" y="0"/>
                </a:lnTo>
                <a:close/>
              </a:path>
              <a:path w="10390505" h="4652010">
                <a:moveTo>
                  <a:pt x="2649322" y="0"/>
                </a:moveTo>
                <a:lnTo>
                  <a:pt x="2644115" y="0"/>
                </a:lnTo>
                <a:lnTo>
                  <a:pt x="2639797" y="4318"/>
                </a:lnTo>
                <a:lnTo>
                  <a:pt x="2639797" y="14732"/>
                </a:lnTo>
                <a:lnTo>
                  <a:pt x="2644115" y="19050"/>
                </a:lnTo>
                <a:lnTo>
                  <a:pt x="2649322" y="19050"/>
                </a:lnTo>
                <a:lnTo>
                  <a:pt x="2649322" y="0"/>
                </a:lnTo>
                <a:close/>
              </a:path>
              <a:path w="10390505" h="4652010">
                <a:moveTo>
                  <a:pt x="2654656" y="0"/>
                </a:moveTo>
                <a:lnTo>
                  <a:pt x="2649322" y="0"/>
                </a:lnTo>
                <a:lnTo>
                  <a:pt x="2649322" y="19050"/>
                </a:lnTo>
                <a:lnTo>
                  <a:pt x="2654656" y="19050"/>
                </a:lnTo>
                <a:lnTo>
                  <a:pt x="2658847" y="14732"/>
                </a:lnTo>
                <a:lnTo>
                  <a:pt x="2658847" y="4318"/>
                </a:lnTo>
                <a:lnTo>
                  <a:pt x="2654656" y="0"/>
                </a:lnTo>
                <a:close/>
              </a:path>
              <a:path w="10390505" h="4652010">
                <a:moveTo>
                  <a:pt x="2687422" y="0"/>
                </a:moveTo>
                <a:lnTo>
                  <a:pt x="2682215" y="0"/>
                </a:lnTo>
                <a:lnTo>
                  <a:pt x="2677897" y="4318"/>
                </a:lnTo>
                <a:lnTo>
                  <a:pt x="2677897" y="14732"/>
                </a:lnTo>
                <a:lnTo>
                  <a:pt x="2682215" y="19050"/>
                </a:lnTo>
                <a:lnTo>
                  <a:pt x="2687422" y="19050"/>
                </a:lnTo>
                <a:lnTo>
                  <a:pt x="2687422" y="0"/>
                </a:lnTo>
                <a:close/>
              </a:path>
              <a:path w="10390505" h="4652010">
                <a:moveTo>
                  <a:pt x="2692756" y="0"/>
                </a:moveTo>
                <a:lnTo>
                  <a:pt x="2687422" y="0"/>
                </a:lnTo>
                <a:lnTo>
                  <a:pt x="2687422" y="19050"/>
                </a:lnTo>
                <a:lnTo>
                  <a:pt x="2692756" y="19050"/>
                </a:lnTo>
                <a:lnTo>
                  <a:pt x="2696947" y="14732"/>
                </a:lnTo>
                <a:lnTo>
                  <a:pt x="2696947" y="4318"/>
                </a:lnTo>
                <a:lnTo>
                  <a:pt x="2692756" y="0"/>
                </a:lnTo>
                <a:close/>
              </a:path>
              <a:path w="10390505" h="4652010">
                <a:moveTo>
                  <a:pt x="2725522" y="0"/>
                </a:moveTo>
                <a:lnTo>
                  <a:pt x="2720315" y="0"/>
                </a:lnTo>
                <a:lnTo>
                  <a:pt x="2715997" y="4318"/>
                </a:lnTo>
                <a:lnTo>
                  <a:pt x="2715997" y="14732"/>
                </a:lnTo>
                <a:lnTo>
                  <a:pt x="2720315" y="19050"/>
                </a:lnTo>
                <a:lnTo>
                  <a:pt x="2725522" y="19050"/>
                </a:lnTo>
                <a:lnTo>
                  <a:pt x="2725522" y="0"/>
                </a:lnTo>
                <a:close/>
              </a:path>
              <a:path w="10390505" h="4652010">
                <a:moveTo>
                  <a:pt x="2730856" y="0"/>
                </a:moveTo>
                <a:lnTo>
                  <a:pt x="2725522" y="0"/>
                </a:lnTo>
                <a:lnTo>
                  <a:pt x="2725522" y="19050"/>
                </a:lnTo>
                <a:lnTo>
                  <a:pt x="2730856" y="19050"/>
                </a:lnTo>
                <a:lnTo>
                  <a:pt x="2735047" y="14732"/>
                </a:lnTo>
                <a:lnTo>
                  <a:pt x="2735047" y="4318"/>
                </a:lnTo>
                <a:lnTo>
                  <a:pt x="2730856" y="0"/>
                </a:lnTo>
                <a:close/>
              </a:path>
              <a:path w="10390505" h="4652010">
                <a:moveTo>
                  <a:pt x="2763622" y="0"/>
                </a:moveTo>
                <a:lnTo>
                  <a:pt x="2758415" y="0"/>
                </a:lnTo>
                <a:lnTo>
                  <a:pt x="2754097" y="4318"/>
                </a:lnTo>
                <a:lnTo>
                  <a:pt x="2754097" y="14732"/>
                </a:lnTo>
                <a:lnTo>
                  <a:pt x="2758415" y="19050"/>
                </a:lnTo>
                <a:lnTo>
                  <a:pt x="2763622" y="19050"/>
                </a:lnTo>
                <a:lnTo>
                  <a:pt x="2763622" y="0"/>
                </a:lnTo>
                <a:close/>
              </a:path>
              <a:path w="10390505" h="4652010">
                <a:moveTo>
                  <a:pt x="2768956" y="0"/>
                </a:moveTo>
                <a:lnTo>
                  <a:pt x="2763749" y="0"/>
                </a:lnTo>
                <a:lnTo>
                  <a:pt x="2763749" y="19050"/>
                </a:lnTo>
                <a:lnTo>
                  <a:pt x="2768956" y="19050"/>
                </a:lnTo>
                <a:lnTo>
                  <a:pt x="2773274" y="14732"/>
                </a:lnTo>
                <a:lnTo>
                  <a:pt x="2773274" y="4318"/>
                </a:lnTo>
                <a:lnTo>
                  <a:pt x="2768956" y="0"/>
                </a:lnTo>
                <a:close/>
              </a:path>
              <a:path w="10390505" h="4652010">
                <a:moveTo>
                  <a:pt x="2801849" y="0"/>
                </a:moveTo>
                <a:lnTo>
                  <a:pt x="2796515" y="0"/>
                </a:lnTo>
                <a:lnTo>
                  <a:pt x="2792324" y="4318"/>
                </a:lnTo>
                <a:lnTo>
                  <a:pt x="2792324" y="14732"/>
                </a:lnTo>
                <a:lnTo>
                  <a:pt x="2796515" y="19050"/>
                </a:lnTo>
                <a:lnTo>
                  <a:pt x="2801849" y="19050"/>
                </a:lnTo>
                <a:lnTo>
                  <a:pt x="2801849" y="0"/>
                </a:lnTo>
                <a:close/>
              </a:path>
              <a:path w="10390505" h="4652010">
                <a:moveTo>
                  <a:pt x="2807056" y="0"/>
                </a:moveTo>
                <a:lnTo>
                  <a:pt x="2801849" y="0"/>
                </a:lnTo>
                <a:lnTo>
                  <a:pt x="2801849" y="19050"/>
                </a:lnTo>
                <a:lnTo>
                  <a:pt x="2807056" y="19050"/>
                </a:lnTo>
                <a:lnTo>
                  <a:pt x="2811374" y="14732"/>
                </a:lnTo>
                <a:lnTo>
                  <a:pt x="2811374" y="4318"/>
                </a:lnTo>
                <a:lnTo>
                  <a:pt x="2807056" y="0"/>
                </a:lnTo>
                <a:close/>
              </a:path>
              <a:path w="10390505" h="4652010">
                <a:moveTo>
                  <a:pt x="2839949" y="0"/>
                </a:moveTo>
                <a:lnTo>
                  <a:pt x="2834615" y="0"/>
                </a:lnTo>
                <a:lnTo>
                  <a:pt x="2830424" y="4318"/>
                </a:lnTo>
                <a:lnTo>
                  <a:pt x="2830424" y="14732"/>
                </a:lnTo>
                <a:lnTo>
                  <a:pt x="2834615" y="19050"/>
                </a:lnTo>
                <a:lnTo>
                  <a:pt x="2839949" y="19050"/>
                </a:lnTo>
                <a:lnTo>
                  <a:pt x="2839949" y="0"/>
                </a:lnTo>
                <a:close/>
              </a:path>
              <a:path w="10390505" h="4652010">
                <a:moveTo>
                  <a:pt x="2845156" y="0"/>
                </a:moveTo>
                <a:lnTo>
                  <a:pt x="2839949" y="0"/>
                </a:lnTo>
                <a:lnTo>
                  <a:pt x="2839949" y="19050"/>
                </a:lnTo>
                <a:lnTo>
                  <a:pt x="2845156" y="19050"/>
                </a:lnTo>
                <a:lnTo>
                  <a:pt x="2849474" y="14732"/>
                </a:lnTo>
                <a:lnTo>
                  <a:pt x="2849474" y="4318"/>
                </a:lnTo>
                <a:lnTo>
                  <a:pt x="2845156" y="0"/>
                </a:lnTo>
                <a:close/>
              </a:path>
              <a:path w="10390505" h="4652010">
                <a:moveTo>
                  <a:pt x="2878049" y="0"/>
                </a:moveTo>
                <a:lnTo>
                  <a:pt x="2872842" y="0"/>
                </a:lnTo>
                <a:lnTo>
                  <a:pt x="2868524" y="4318"/>
                </a:lnTo>
                <a:lnTo>
                  <a:pt x="2868524" y="14732"/>
                </a:lnTo>
                <a:lnTo>
                  <a:pt x="2872842" y="19050"/>
                </a:lnTo>
                <a:lnTo>
                  <a:pt x="2878049" y="19050"/>
                </a:lnTo>
                <a:lnTo>
                  <a:pt x="2878049" y="0"/>
                </a:lnTo>
                <a:close/>
              </a:path>
              <a:path w="10390505" h="4652010">
                <a:moveTo>
                  <a:pt x="2883383" y="0"/>
                </a:moveTo>
                <a:lnTo>
                  <a:pt x="2878049" y="0"/>
                </a:lnTo>
                <a:lnTo>
                  <a:pt x="2878049" y="19050"/>
                </a:lnTo>
                <a:lnTo>
                  <a:pt x="2883383" y="19050"/>
                </a:lnTo>
                <a:lnTo>
                  <a:pt x="2887574" y="14732"/>
                </a:lnTo>
                <a:lnTo>
                  <a:pt x="2887574" y="4318"/>
                </a:lnTo>
                <a:lnTo>
                  <a:pt x="2883383" y="0"/>
                </a:lnTo>
                <a:close/>
              </a:path>
              <a:path w="10390505" h="4652010">
                <a:moveTo>
                  <a:pt x="2916149" y="0"/>
                </a:moveTo>
                <a:lnTo>
                  <a:pt x="2910942" y="0"/>
                </a:lnTo>
                <a:lnTo>
                  <a:pt x="2906624" y="4318"/>
                </a:lnTo>
                <a:lnTo>
                  <a:pt x="2906624" y="14732"/>
                </a:lnTo>
                <a:lnTo>
                  <a:pt x="2910942" y="19050"/>
                </a:lnTo>
                <a:lnTo>
                  <a:pt x="2916149" y="19050"/>
                </a:lnTo>
                <a:lnTo>
                  <a:pt x="2916149" y="0"/>
                </a:lnTo>
                <a:close/>
              </a:path>
              <a:path w="10390505" h="4652010">
                <a:moveTo>
                  <a:pt x="2921483" y="0"/>
                </a:moveTo>
                <a:lnTo>
                  <a:pt x="2916149" y="0"/>
                </a:lnTo>
                <a:lnTo>
                  <a:pt x="2916149" y="19050"/>
                </a:lnTo>
                <a:lnTo>
                  <a:pt x="2921483" y="19050"/>
                </a:lnTo>
                <a:lnTo>
                  <a:pt x="2925674" y="14732"/>
                </a:lnTo>
                <a:lnTo>
                  <a:pt x="2925674" y="4318"/>
                </a:lnTo>
                <a:lnTo>
                  <a:pt x="2921483" y="0"/>
                </a:lnTo>
                <a:close/>
              </a:path>
              <a:path w="10390505" h="4652010">
                <a:moveTo>
                  <a:pt x="2954249" y="0"/>
                </a:moveTo>
                <a:lnTo>
                  <a:pt x="2949042" y="0"/>
                </a:lnTo>
                <a:lnTo>
                  <a:pt x="2944724" y="4318"/>
                </a:lnTo>
                <a:lnTo>
                  <a:pt x="2944724" y="14732"/>
                </a:lnTo>
                <a:lnTo>
                  <a:pt x="2949042" y="19050"/>
                </a:lnTo>
                <a:lnTo>
                  <a:pt x="2954249" y="19050"/>
                </a:lnTo>
                <a:lnTo>
                  <a:pt x="2954249" y="0"/>
                </a:lnTo>
                <a:close/>
              </a:path>
              <a:path w="10390505" h="4652010">
                <a:moveTo>
                  <a:pt x="2959583" y="0"/>
                </a:moveTo>
                <a:lnTo>
                  <a:pt x="2954249" y="0"/>
                </a:lnTo>
                <a:lnTo>
                  <a:pt x="2954249" y="19050"/>
                </a:lnTo>
                <a:lnTo>
                  <a:pt x="2959583" y="19050"/>
                </a:lnTo>
                <a:lnTo>
                  <a:pt x="2963774" y="14732"/>
                </a:lnTo>
                <a:lnTo>
                  <a:pt x="2963774" y="4318"/>
                </a:lnTo>
                <a:lnTo>
                  <a:pt x="2959583" y="0"/>
                </a:lnTo>
                <a:close/>
              </a:path>
              <a:path w="10390505" h="4652010">
                <a:moveTo>
                  <a:pt x="2992349" y="0"/>
                </a:moveTo>
                <a:lnTo>
                  <a:pt x="2987142" y="0"/>
                </a:lnTo>
                <a:lnTo>
                  <a:pt x="2982824" y="4318"/>
                </a:lnTo>
                <a:lnTo>
                  <a:pt x="2982824" y="14732"/>
                </a:lnTo>
                <a:lnTo>
                  <a:pt x="2987142" y="19050"/>
                </a:lnTo>
                <a:lnTo>
                  <a:pt x="2992349" y="19050"/>
                </a:lnTo>
                <a:lnTo>
                  <a:pt x="2992349" y="0"/>
                </a:lnTo>
                <a:close/>
              </a:path>
              <a:path w="10390505" h="4652010">
                <a:moveTo>
                  <a:pt x="2992476" y="12700"/>
                </a:moveTo>
                <a:lnTo>
                  <a:pt x="2992349" y="12700"/>
                </a:lnTo>
                <a:lnTo>
                  <a:pt x="2992349" y="19050"/>
                </a:lnTo>
                <a:lnTo>
                  <a:pt x="2992476" y="19050"/>
                </a:lnTo>
                <a:lnTo>
                  <a:pt x="2992476" y="12700"/>
                </a:lnTo>
                <a:close/>
              </a:path>
              <a:path w="10390505" h="4652010">
                <a:moveTo>
                  <a:pt x="2997683" y="0"/>
                </a:moveTo>
                <a:lnTo>
                  <a:pt x="2992476" y="0"/>
                </a:lnTo>
                <a:lnTo>
                  <a:pt x="2992476" y="19050"/>
                </a:lnTo>
                <a:lnTo>
                  <a:pt x="2997683" y="19050"/>
                </a:lnTo>
                <a:lnTo>
                  <a:pt x="3002001" y="14732"/>
                </a:lnTo>
                <a:lnTo>
                  <a:pt x="3002001" y="4318"/>
                </a:lnTo>
                <a:lnTo>
                  <a:pt x="2997683" y="0"/>
                </a:lnTo>
                <a:close/>
              </a:path>
              <a:path w="10390505" h="4652010">
                <a:moveTo>
                  <a:pt x="2992476" y="0"/>
                </a:moveTo>
                <a:lnTo>
                  <a:pt x="2992349" y="0"/>
                </a:lnTo>
                <a:lnTo>
                  <a:pt x="2992349" y="6350"/>
                </a:lnTo>
                <a:lnTo>
                  <a:pt x="2992476" y="6350"/>
                </a:lnTo>
                <a:lnTo>
                  <a:pt x="2992476" y="0"/>
                </a:lnTo>
                <a:close/>
              </a:path>
              <a:path w="10390505" h="4652010">
                <a:moveTo>
                  <a:pt x="3030576" y="0"/>
                </a:moveTo>
                <a:lnTo>
                  <a:pt x="3025242" y="0"/>
                </a:lnTo>
                <a:lnTo>
                  <a:pt x="3021051" y="4318"/>
                </a:lnTo>
                <a:lnTo>
                  <a:pt x="3021051" y="14732"/>
                </a:lnTo>
                <a:lnTo>
                  <a:pt x="3025242" y="19050"/>
                </a:lnTo>
                <a:lnTo>
                  <a:pt x="3030576" y="19050"/>
                </a:lnTo>
                <a:lnTo>
                  <a:pt x="3030576" y="0"/>
                </a:lnTo>
                <a:close/>
              </a:path>
              <a:path w="10390505" h="4652010">
                <a:moveTo>
                  <a:pt x="3035783" y="0"/>
                </a:moveTo>
                <a:lnTo>
                  <a:pt x="3030576" y="0"/>
                </a:lnTo>
                <a:lnTo>
                  <a:pt x="3030576" y="19050"/>
                </a:lnTo>
                <a:lnTo>
                  <a:pt x="3035783" y="19050"/>
                </a:lnTo>
                <a:lnTo>
                  <a:pt x="3040101" y="14732"/>
                </a:lnTo>
                <a:lnTo>
                  <a:pt x="3040101" y="4318"/>
                </a:lnTo>
                <a:lnTo>
                  <a:pt x="3035783" y="0"/>
                </a:lnTo>
                <a:close/>
              </a:path>
              <a:path w="10390505" h="4652010">
                <a:moveTo>
                  <a:pt x="3068676" y="0"/>
                </a:moveTo>
                <a:lnTo>
                  <a:pt x="3063342" y="0"/>
                </a:lnTo>
                <a:lnTo>
                  <a:pt x="3059151" y="4318"/>
                </a:lnTo>
                <a:lnTo>
                  <a:pt x="3059151" y="14732"/>
                </a:lnTo>
                <a:lnTo>
                  <a:pt x="3063342" y="19050"/>
                </a:lnTo>
                <a:lnTo>
                  <a:pt x="3068676" y="19050"/>
                </a:lnTo>
                <a:lnTo>
                  <a:pt x="3068676" y="0"/>
                </a:lnTo>
                <a:close/>
              </a:path>
              <a:path w="10390505" h="4652010">
                <a:moveTo>
                  <a:pt x="3073883" y="0"/>
                </a:moveTo>
                <a:lnTo>
                  <a:pt x="3068676" y="0"/>
                </a:lnTo>
                <a:lnTo>
                  <a:pt x="3068676" y="19050"/>
                </a:lnTo>
                <a:lnTo>
                  <a:pt x="3073883" y="19050"/>
                </a:lnTo>
                <a:lnTo>
                  <a:pt x="3078201" y="14732"/>
                </a:lnTo>
                <a:lnTo>
                  <a:pt x="3078201" y="4318"/>
                </a:lnTo>
                <a:lnTo>
                  <a:pt x="3073883" y="0"/>
                </a:lnTo>
                <a:close/>
              </a:path>
              <a:path w="10390505" h="4652010">
                <a:moveTo>
                  <a:pt x="3106776" y="0"/>
                </a:moveTo>
                <a:lnTo>
                  <a:pt x="3101442" y="0"/>
                </a:lnTo>
                <a:lnTo>
                  <a:pt x="3097251" y="4318"/>
                </a:lnTo>
                <a:lnTo>
                  <a:pt x="3097251" y="14732"/>
                </a:lnTo>
                <a:lnTo>
                  <a:pt x="3101442" y="19050"/>
                </a:lnTo>
                <a:lnTo>
                  <a:pt x="3106776" y="19050"/>
                </a:lnTo>
                <a:lnTo>
                  <a:pt x="3106776" y="0"/>
                </a:lnTo>
                <a:close/>
              </a:path>
              <a:path w="10390505" h="4652010">
                <a:moveTo>
                  <a:pt x="3111983" y="0"/>
                </a:moveTo>
                <a:lnTo>
                  <a:pt x="3106776" y="0"/>
                </a:lnTo>
                <a:lnTo>
                  <a:pt x="3106776" y="19050"/>
                </a:lnTo>
                <a:lnTo>
                  <a:pt x="3111983" y="19050"/>
                </a:lnTo>
                <a:lnTo>
                  <a:pt x="3116301" y="14732"/>
                </a:lnTo>
                <a:lnTo>
                  <a:pt x="3116301" y="4318"/>
                </a:lnTo>
                <a:lnTo>
                  <a:pt x="3111983" y="0"/>
                </a:lnTo>
                <a:close/>
              </a:path>
              <a:path w="10390505" h="4652010">
                <a:moveTo>
                  <a:pt x="3144876" y="0"/>
                </a:moveTo>
                <a:lnTo>
                  <a:pt x="3139669" y="0"/>
                </a:lnTo>
                <a:lnTo>
                  <a:pt x="3135351" y="4318"/>
                </a:lnTo>
                <a:lnTo>
                  <a:pt x="3135351" y="14732"/>
                </a:lnTo>
                <a:lnTo>
                  <a:pt x="3139669" y="19050"/>
                </a:lnTo>
                <a:lnTo>
                  <a:pt x="3144876" y="19050"/>
                </a:lnTo>
                <a:lnTo>
                  <a:pt x="3144876" y="0"/>
                </a:lnTo>
                <a:close/>
              </a:path>
              <a:path w="10390505" h="4652010">
                <a:moveTo>
                  <a:pt x="3150210" y="0"/>
                </a:moveTo>
                <a:lnTo>
                  <a:pt x="3144876" y="0"/>
                </a:lnTo>
                <a:lnTo>
                  <a:pt x="3144876" y="19050"/>
                </a:lnTo>
                <a:lnTo>
                  <a:pt x="3150210" y="19050"/>
                </a:lnTo>
                <a:lnTo>
                  <a:pt x="3154401" y="14732"/>
                </a:lnTo>
                <a:lnTo>
                  <a:pt x="3154401" y="4318"/>
                </a:lnTo>
                <a:lnTo>
                  <a:pt x="3150210" y="0"/>
                </a:lnTo>
                <a:close/>
              </a:path>
              <a:path w="10390505" h="4652010">
                <a:moveTo>
                  <a:pt x="3182976" y="0"/>
                </a:moveTo>
                <a:lnTo>
                  <a:pt x="3177769" y="0"/>
                </a:lnTo>
                <a:lnTo>
                  <a:pt x="3173451" y="4318"/>
                </a:lnTo>
                <a:lnTo>
                  <a:pt x="3173451" y="14732"/>
                </a:lnTo>
                <a:lnTo>
                  <a:pt x="3177769" y="19050"/>
                </a:lnTo>
                <a:lnTo>
                  <a:pt x="3182976" y="19050"/>
                </a:lnTo>
                <a:lnTo>
                  <a:pt x="3182976" y="0"/>
                </a:lnTo>
                <a:close/>
              </a:path>
              <a:path w="10390505" h="4652010">
                <a:moveTo>
                  <a:pt x="3188310" y="0"/>
                </a:moveTo>
                <a:lnTo>
                  <a:pt x="3182976" y="0"/>
                </a:lnTo>
                <a:lnTo>
                  <a:pt x="3182976" y="19050"/>
                </a:lnTo>
                <a:lnTo>
                  <a:pt x="3188310" y="19050"/>
                </a:lnTo>
                <a:lnTo>
                  <a:pt x="3192501" y="14732"/>
                </a:lnTo>
                <a:lnTo>
                  <a:pt x="3192501" y="4318"/>
                </a:lnTo>
                <a:lnTo>
                  <a:pt x="3188310" y="0"/>
                </a:lnTo>
                <a:close/>
              </a:path>
              <a:path w="10390505" h="4652010">
                <a:moveTo>
                  <a:pt x="3221076" y="0"/>
                </a:moveTo>
                <a:lnTo>
                  <a:pt x="3215869" y="0"/>
                </a:lnTo>
                <a:lnTo>
                  <a:pt x="3211551" y="4318"/>
                </a:lnTo>
                <a:lnTo>
                  <a:pt x="3211551" y="14732"/>
                </a:lnTo>
                <a:lnTo>
                  <a:pt x="3215869" y="19050"/>
                </a:lnTo>
                <a:lnTo>
                  <a:pt x="3221076" y="19050"/>
                </a:lnTo>
                <a:lnTo>
                  <a:pt x="3221076" y="0"/>
                </a:lnTo>
                <a:close/>
              </a:path>
              <a:path w="10390505" h="4652010">
                <a:moveTo>
                  <a:pt x="3226410" y="0"/>
                </a:moveTo>
                <a:lnTo>
                  <a:pt x="3221076" y="0"/>
                </a:lnTo>
                <a:lnTo>
                  <a:pt x="3221076" y="19050"/>
                </a:lnTo>
                <a:lnTo>
                  <a:pt x="3226410" y="19050"/>
                </a:lnTo>
                <a:lnTo>
                  <a:pt x="3230601" y="14732"/>
                </a:lnTo>
                <a:lnTo>
                  <a:pt x="3230601" y="4318"/>
                </a:lnTo>
                <a:lnTo>
                  <a:pt x="3226410" y="0"/>
                </a:lnTo>
                <a:close/>
              </a:path>
              <a:path w="10390505" h="4652010">
                <a:moveTo>
                  <a:pt x="3259176" y="0"/>
                </a:moveTo>
                <a:lnTo>
                  <a:pt x="3253969" y="0"/>
                </a:lnTo>
                <a:lnTo>
                  <a:pt x="3249651" y="4318"/>
                </a:lnTo>
                <a:lnTo>
                  <a:pt x="3249651" y="14732"/>
                </a:lnTo>
                <a:lnTo>
                  <a:pt x="3253969" y="19050"/>
                </a:lnTo>
                <a:lnTo>
                  <a:pt x="3259176" y="19050"/>
                </a:lnTo>
                <a:lnTo>
                  <a:pt x="3259176" y="0"/>
                </a:lnTo>
                <a:close/>
              </a:path>
              <a:path w="10390505" h="4652010">
                <a:moveTo>
                  <a:pt x="3264510" y="0"/>
                </a:moveTo>
                <a:lnTo>
                  <a:pt x="3259303" y="0"/>
                </a:lnTo>
                <a:lnTo>
                  <a:pt x="3259303" y="19050"/>
                </a:lnTo>
                <a:lnTo>
                  <a:pt x="3264510" y="19050"/>
                </a:lnTo>
                <a:lnTo>
                  <a:pt x="3268828" y="14732"/>
                </a:lnTo>
                <a:lnTo>
                  <a:pt x="3268828" y="4318"/>
                </a:lnTo>
                <a:lnTo>
                  <a:pt x="3264510" y="0"/>
                </a:lnTo>
                <a:close/>
              </a:path>
              <a:path w="10390505" h="4652010">
                <a:moveTo>
                  <a:pt x="3297403" y="0"/>
                </a:moveTo>
                <a:lnTo>
                  <a:pt x="3292069" y="0"/>
                </a:lnTo>
                <a:lnTo>
                  <a:pt x="3287878" y="4318"/>
                </a:lnTo>
                <a:lnTo>
                  <a:pt x="3287878" y="14732"/>
                </a:lnTo>
                <a:lnTo>
                  <a:pt x="3292069" y="19050"/>
                </a:lnTo>
                <a:lnTo>
                  <a:pt x="3297403" y="19050"/>
                </a:lnTo>
                <a:lnTo>
                  <a:pt x="3297403" y="0"/>
                </a:lnTo>
                <a:close/>
              </a:path>
              <a:path w="10390505" h="4652010">
                <a:moveTo>
                  <a:pt x="3302610" y="0"/>
                </a:moveTo>
                <a:lnTo>
                  <a:pt x="3297403" y="0"/>
                </a:lnTo>
                <a:lnTo>
                  <a:pt x="3297403" y="19050"/>
                </a:lnTo>
                <a:lnTo>
                  <a:pt x="3302610" y="19050"/>
                </a:lnTo>
                <a:lnTo>
                  <a:pt x="3306928" y="14732"/>
                </a:lnTo>
                <a:lnTo>
                  <a:pt x="3306928" y="4318"/>
                </a:lnTo>
                <a:lnTo>
                  <a:pt x="3302610" y="0"/>
                </a:lnTo>
                <a:close/>
              </a:path>
              <a:path w="10390505" h="4652010">
                <a:moveTo>
                  <a:pt x="3335503" y="0"/>
                </a:moveTo>
                <a:lnTo>
                  <a:pt x="3330169" y="0"/>
                </a:lnTo>
                <a:lnTo>
                  <a:pt x="3325978" y="4318"/>
                </a:lnTo>
                <a:lnTo>
                  <a:pt x="3325978" y="14732"/>
                </a:lnTo>
                <a:lnTo>
                  <a:pt x="3330169" y="19050"/>
                </a:lnTo>
                <a:lnTo>
                  <a:pt x="3335503" y="19050"/>
                </a:lnTo>
                <a:lnTo>
                  <a:pt x="3335503" y="0"/>
                </a:lnTo>
                <a:close/>
              </a:path>
              <a:path w="10390505" h="4652010">
                <a:moveTo>
                  <a:pt x="3340710" y="0"/>
                </a:moveTo>
                <a:lnTo>
                  <a:pt x="3335503" y="0"/>
                </a:lnTo>
                <a:lnTo>
                  <a:pt x="3335503" y="19050"/>
                </a:lnTo>
                <a:lnTo>
                  <a:pt x="3340710" y="19050"/>
                </a:lnTo>
                <a:lnTo>
                  <a:pt x="3345028" y="14732"/>
                </a:lnTo>
                <a:lnTo>
                  <a:pt x="3345028" y="4318"/>
                </a:lnTo>
                <a:lnTo>
                  <a:pt x="3340710" y="0"/>
                </a:lnTo>
                <a:close/>
              </a:path>
              <a:path w="10390505" h="4652010">
                <a:moveTo>
                  <a:pt x="3373603" y="0"/>
                </a:moveTo>
                <a:lnTo>
                  <a:pt x="3368269" y="0"/>
                </a:lnTo>
                <a:lnTo>
                  <a:pt x="3364078" y="4318"/>
                </a:lnTo>
                <a:lnTo>
                  <a:pt x="3364078" y="14732"/>
                </a:lnTo>
                <a:lnTo>
                  <a:pt x="3368269" y="19050"/>
                </a:lnTo>
                <a:lnTo>
                  <a:pt x="3373603" y="19050"/>
                </a:lnTo>
                <a:lnTo>
                  <a:pt x="3373603" y="0"/>
                </a:lnTo>
                <a:close/>
              </a:path>
              <a:path w="10390505" h="4652010">
                <a:moveTo>
                  <a:pt x="3378810" y="0"/>
                </a:moveTo>
                <a:lnTo>
                  <a:pt x="3373603" y="0"/>
                </a:lnTo>
                <a:lnTo>
                  <a:pt x="3373603" y="19050"/>
                </a:lnTo>
                <a:lnTo>
                  <a:pt x="3378810" y="19050"/>
                </a:lnTo>
                <a:lnTo>
                  <a:pt x="3383128" y="14732"/>
                </a:lnTo>
                <a:lnTo>
                  <a:pt x="3383128" y="4318"/>
                </a:lnTo>
                <a:lnTo>
                  <a:pt x="3378810" y="0"/>
                </a:lnTo>
                <a:close/>
              </a:path>
              <a:path w="10390505" h="4652010">
                <a:moveTo>
                  <a:pt x="3411703" y="0"/>
                </a:moveTo>
                <a:lnTo>
                  <a:pt x="3406496" y="0"/>
                </a:lnTo>
                <a:lnTo>
                  <a:pt x="3402178" y="4318"/>
                </a:lnTo>
                <a:lnTo>
                  <a:pt x="3402178" y="14732"/>
                </a:lnTo>
                <a:lnTo>
                  <a:pt x="3406496" y="19050"/>
                </a:lnTo>
                <a:lnTo>
                  <a:pt x="3411703" y="19050"/>
                </a:lnTo>
                <a:lnTo>
                  <a:pt x="3411703" y="0"/>
                </a:lnTo>
                <a:close/>
              </a:path>
              <a:path w="10390505" h="4652010">
                <a:moveTo>
                  <a:pt x="3417037" y="0"/>
                </a:moveTo>
                <a:lnTo>
                  <a:pt x="3411703" y="0"/>
                </a:lnTo>
                <a:lnTo>
                  <a:pt x="3411703" y="19050"/>
                </a:lnTo>
                <a:lnTo>
                  <a:pt x="3417037" y="19050"/>
                </a:lnTo>
                <a:lnTo>
                  <a:pt x="3421228" y="14732"/>
                </a:lnTo>
                <a:lnTo>
                  <a:pt x="3421228" y="4318"/>
                </a:lnTo>
                <a:lnTo>
                  <a:pt x="3417037" y="0"/>
                </a:lnTo>
                <a:close/>
              </a:path>
              <a:path w="10390505" h="4652010">
                <a:moveTo>
                  <a:pt x="3449803" y="0"/>
                </a:moveTo>
                <a:lnTo>
                  <a:pt x="3444596" y="0"/>
                </a:lnTo>
                <a:lnTo>
                  <a:pt x="3440278" y="4318"/>
                </a:lnTo>
                <a:lnTo>
                  <a:pt x="3440278" y="14732"/>
                </a:lnTo>
                <a:lnTo>
                  <a:pt x="3444596" y="19050"/>
                </a:lnTo>
                <a:lnTo>
                  <a:pt x="3449803" y="19050"/>
                </a:lnTo>
                <a:lnTo>
                  <a:pt x="3449803" y="0"/>
                </a:lnTo>
                <a:close/>
              </a:path>
              <a:path w="10390505" h="4652010">
                <a:moveTo>
                  <a:pt x="3455137" y="0"/>
                </a:moveTo>
                <a:lnTo>
                  <a:pt x="3449803" y="0"/>
                </a:lnTo>
                <a:lnTo>
                  <a:pt x="3449803" y="19050"/>
                </a:lnTo>
                <a:lnTo>
                  <a:pt x="3455137" y="19050"/>
                </a:lnTo>
                <a:lnTo>
                  <a:pt x="3459328" y="14732"/>
                </a:lnTo>
                <a:lnTo>
                  <a:pt x="3459328" y="4318"/>
                </a:lnTo>
                <a:lnTo>
                  <a:pt x="3455137" y="0"/>
                </a:lnTo>
                <a:close/>
              </a:path>
              <a:path w="10390505" h="4652010">
                <a:moveTo>
                  <a:pt x="3487903" y="0"/>
                </a:moveTo>
                <a:lnTo>
                  <a:pt x="3482696" y="0"/>
                </a:lnTo>
                <a:lnTo>
                  <a:pt x="3478378" y="4318"/>
                </a:lnTo>
                <a:lnTo>
                  <a:pt x="3478378" y="14732"/>
                </a:lnTo>
                <a:lnTo>
                  <a:pt x="3482696" y="19050"/>
                </a:lnTo>
                <a:lnTo>
                  <a:pt x="3487903" y="19050"/>
                </a:lnTo>
                <a:lnTo>
                  <a:pt x="3487903" y="0"/>
                </a:lnTo>
                <a:close/>
              </a:path>
              <a:path w="10390505" h="4652010">
                <a:moveTo>
                  <a:pt x="3493237" y="0"/>
                </a:moveTo>
                <a:lnTo>
                  <a:pt x="3488030" y="0"/>
                </a:lnTo>
                <a:lnTo>
                  <a:pt x="3488030" y="19050"/>
                </a:lnTo>
                <a:lnTo>
                  <a:pt x="3493237" y="19050"/>
                </a:lnTo>
                <a:lnTo>
                  <a:pt x="3497555" y="14732"/>
                </a:lnTo>
                <a:lnTo>
                  <a:pt x="3497555" y="4318"/>
                </a:lnTo>
                <a:lnTo>
                  <a:pt x="3493237" y="0"/>
                </a:lnTo>
                <a:close/>
              </a:path>
              <a:path w="10390505" h="4652010">
                <a:moveTo>
                  <a:pt x="3526130" y="0"/>
                </a:moveTo>
                <a:lnTo>
                  <a:pt x="3520796" y="0"/>
                </a:lnTo>
                <a:lnTo>
                  <a:pt x="3516605" y="4318"/>
                </a:lnTo>
                <a:lnTo>
                  <a:pt x="3516605" y="14732"/>
                </a:lnTo>
                <a:lnTo>
                  <a:pt x="3520796" y="19050"/>
                </a:lnTo>
                <a:lnTo>
                  <a:pt x="3526130" y="19050"/>
                </a:lnTo>
                <a:lnTo>
                  <a:pt x="3526130" y="0"/>
                </a:lnTo>
                <a:close/>
              </a:path>
              <a:path w="10390505" h="4652010">
                <a:moveTo>
                  <a:pt x="3531337" y="0"/>
                </a:moveTo>
                <a:lnTo>
                  <a:pt x="3526130" y="0"/>
                </a:lnTo>
                <a:lnTo>
                  <a:pt x="3526130" y="19050"/>
                </a:lnTo>
                <a:lnTo>
                  <a:pt x="3531337" y="19050"/>
                </a:lnTo>
                <a:lnTo>
                  <a:pt x="3535655" y="14732"/>
                </a:lnTo>
                <a:lnTo>
                  <a:pt x="3535655" y="4318"/>
                </a:lnTo>
                <a:lnTo>
                  <a:pt x="3531337" y="0"/>
                </a:lnTo>
                <a:close/>
              </a:path>
              <a:path w="10390505" h="4652010">
                <a:moveTo>
                  <a:pt x="3564230" y="0"/>
                </a:moveTo>
                <a:lnTo>
                  <a:pt x="3558896" y="0"/>
                </a:lnTo>
                <a:lnTo>
                  <a:pt x="3554705" y="4318"/>
                </a:lnTo>
                <a:lnTo>
                  <a:pt x="3554705" y="14732"/>
                </a:lnTo>
                <a:lnTo>
                  <a:pt x="3558896" y="19050"/>
                </a:lnTo>
                <a:lnTo>
                  <a:pt x="3564230" y="19050"/>
                </a:lnTo>
                <a:lnTo>
                  <a:pt x="3564230" y="0"/>
                </a:lnTo>
                <a:close/>
              </a:path>
              <a:path w="10390505" h="4652010">
                <a:moveTo>
                  <a:pt x="3569437" y="0"/>
                </a:moveTo>
                <a:lnTo>
                  <a:pt x="3564230" y="0"/>
                </a:lnTo>
                <a:lnTo>
                  <a:pt x="3564230" y="19050"/>
                </a:lnTo>
                <a:lnTo>
                  <a:pt x="3569437" y="19050"/>
                </a:lnTo>
                <a:lnTo>
                  <a:pt x="3573755" y="14732"/>
                </a:lnTo>
                <a:lnTo>
                  <a:pt x="3573755" y="4318"/>
                </a:lnTo>
                <a:lnTo>
                  <a:pt x="3569437" y="0"/>
                </a:lnTo>
                <a:close/>
              </a:path>
              <a:path w="10390505" h="4652010">
                <a:moveTo>
                  <a:pt x="3602330" y="0"/>
                </a:moveTo>
                <a:lnTo>
                  <a:pt x="3596996" y="0"/>
                </a:lnTo>
                <a:lnTo>
                  <a:pt x="3592805" y="4318"/>
                </a:lnTo>
                <a:lnTo>
                  <a:pt x="3592805" y="14732"/>
                </a:lnTo>
                <a:lnTo>
                  <a:pt x="3596996" y="19050"/>
                </a:lnTo>
                <a:lnTo>
                  <a:pt x="3602330" y="19050"/>
                </a:lnTo>
                <a:lnTo>
                  <a:pt x="3602330" y="0"/>
                </a:lnTo>
                <a:close/>
              </a:path>
              <a:path w="10390505" h="4652010">
                <a:moveTo>
                  <a:pt x="3607537" y="0"/>
                </a:moveTo>
                <a:lnTo>
                  <a:pt x="3602330" y="0"/>
                </a:lnTo>
                <a:lnTo>
                  <a:pt x="3602330" y="19050"/>
                </a:lnTo>
                <a:lnTo>
                  <a:pt x="3607537" y="19050"/>
                </a:lnTo>
                <a:lnTo>
                  <a:pt x="3611855" y="14732"/>
                </a:lnTo>
                <a:lnTo>
                  <a:pt x="3611855" y="4318"/>
                </a:lnTo>
                <a:lnTo>
                  <a:pt x="3607537" y="0"/>
                </a:lnTo>
                <a:close/>
              </a:path>
              <a:path w="10390505" h="4652010">
                <a:moveTo>
                  <a:pt x="3640430" y="0"/>
                </a:moveTo>
                <a:lnTo>
                  <a:pt x="3635223" y="0"/>
                </a:lnTo>
                <a:lnTo>
                  <a:pt x="3630905" y="4318"/>
                </a:lnTo>
                <a:lnTo>
                  <a:pt x="3630905" y="14732"/>
                </a:lnTo>
                <a:lnTo>
                  <a:pt x="3635223" y="19050"/>
                </a:lnTo>
                <a:lnTo>
                  <a:pt x="3640430" y="19050"/>
                </a:lnTo>
                <a:lnTo>
                  <a:pt x="3640430" y="0"/>
                </a:lnTo>
                <a:close/>
              </a:path>
              <a:path w="10390505" h="4652010">
                <a:moveTo>
                  <a:pt x="3645764" y="0"/>
                </a:moveTo>
                <a:lnTo>
                  <a:pt x="3640430" y="0"/>
                </a:lnTo>
                <a:lnTo>
                  <a:pt x="3640430" y="19050"/>
                </a:lnTo>
                <a:lnTo>
                  <a:pt x="3645764" y="19050"/>
                </a:lnTo>
                <a:lnTo>
                  <a:pt x="3649955" y="14732"/>
                </a:lnTo>
                <a:lnTo>
                  <a:pt x="3649955" y="4318"/>
                </a:lnTo>
                <a:lnTo>
                  <a:pt x="3645764" y="0"/>
                </a:lnTo>
                <a:close/>
              </a:path>
              <a:path w="10390505" h="4652010">
                <a:moveTo>
                  <a:pt x="3678530" y="0"/>
                </a:moveTo>
                <a:lnTo>
                  <a:pt x="3673323" y="0"/>
                </a:lnTo>
                <a:lnTo>
                  <a:pt x="3669005" y="4318"/>
                </a:lnTo>
                <a:lnTo>
                  <a:pt x="3669005" y="14732"/>
                </a:lnTo>
                <a:lnTo>
                  <a:pt x="3673323" y="19050"/>
                </a:lnTo>
                <a:lnTo>
                  <a:pt x="3678530" y="19050"/>
                </a:lnTo>
                <a:lnTo>
                  <a:pt x="3678530" y="0"/>
                </a:lnTo>
                <a:close/>
              </a:path>
              <a:path w="10390505" h="4652010">
                <a:moveTo>
                  <a:pt x="3683864" y="0"/>
                </a:moveTo>
                <a:lnTo>
                  <a:pt x="3678530" y="0"/>
                </a:lnTo>
                <a:lnTo>
                  <a:pt x="3678530" y="19050"/>
                </a:lnTo>
                <a:lnTo>
                  <a:pt x="3683864" y="19050"/>
                </a:lnTo>
                <a:lnTo>
                  <a:pt x="3688055" y="14732"/>
                </a:lnTo>
                <a:lnTo>
                  <a:pt x="3688055" y="4318"/>
                </a:lnTo>
                <a:lnTo>
                  <a:pt x="3683864" y="0"/>
                </a:lnTo>
                <a:close/>
              </a:path>
              <a:path w="10390505" h="4652010">
                <a:moveTo>
                  <a:pt x="3716630" y="0"/>
                </a:moveTo>
                <a:lnTo>
                  <a:pt x="3711423" y="0"/>
                </a:lnTo>
                <a:lnTo>
                  <a:pt x="3707105" y="4318"/>
                </a:lnTo>
                <a:lnTo>
                  <a:pt x="3707105" y="14732"/>
                </a:lnTo>
                <a:lnTo>
                  <a:pt x="3711423" y="19050"/>
                </a:lnTo>
                <a:lnTo>
                  <a:pt x="3716630" y="19050"/>
                </a:lnTo>
                <a:lnTo>
                  <a:pt x="3716630" y="0"/>
                </a:lnTo>
                <a:close/>
              </a:path>
              <a:path w="10390505" h="4652010">
                <a:moveTo>
                  <a:pt x="3721964" y="0"/>
                </a:moveTo>
                <a:lnTo>
                  <a:pt x="3716630" y="0"/>
                </a:lnTo>
                <a:lnTo>
                  <a:pt x="3716630" y="19050"/>
                </a:lnTo>
                <a:lnTo>
                  <a:pt x="3721964" y="19050"/>
                </a:lnTo>
                <a:lnTo>
                  <a:pt x="3726155" y="14732"/>
                </a:lnTo>
                <a:lnTo>
                  <a:pt x="3726155" y="4318"/>
                </a:lnTo>
                <a:lnTo>
                  <a:pt x="3721964" y="0"/>
                </a:lnTo>
                <a:close/>
              </a:path>
              <a:path w="10390505" h="4652010">
                <a:moveTo>
                  <a:pt x="3754730" y="0"/>
                </a:moveTo>
                <a:lnTo>
                  <a:pt x="3749523" y="0"/>
                </a:lnTo>
                <a:lnTo>
                  <a:pt x="3745205" y="4318"/>
                </a:lnTo>
                <a:lnTo>
                  <a:pt x="3745205" y="14732"/>
                </a:lnTo>
                <a:lnTo>
                  <a:pt x="3749523" y="19050"/>
                </a:lnTo>
                <a:lnTo>
                  <a:pt x="3754730" y="19050"/>
                </a:lnTo>
                <a:lnTo>
                  <a:pt x="3754730" y="0"/>
                </a:lnTo>
                <a:close/>
              </a:path>
              <a:path w="10390505" h="4652010">
                <a:moveTo>
                  <a:pt x="3760064" y="0"/>
                </a:moveTo>
                <a:lnTo>
                  <a:pt x="3754857" y="0"/>
                </a:lnTo>
                <a:lnTo>
                  <a:pt x="3754857" y="19050"/>
                </a:lnTo>
                <a:lnTo>
                  <a:pt x="3760064" y="19050"/>
                </a:lnTo>
                <a:lnTo>
                  <a:pt x="3764382" y="14732"/>
                </a:lnTo>
                <a:lnTo>
                  <a:pt x="3764382" y="4318"/>
                </a:lnTo>
                <a:lnTo>
                  <a:pt x="3760064" y="0"/>
                </a:lnTo>
                <a:close/>
              </a:path>
              <a:path w="10390505" h="4652010">
                <a:moveTo>
                  <a:pt x="3792957" y="0"/>
                </a:moveTo>
                <a:lnTo>
                  <a:pt x="3787623" y="0"/>
                </a:lnTo>
                <a:lnTo>
                  <a:pt x="3783432" y="4318"/>
                </a:lnTo>
                <a:lnTo>
                  <a:pt x="3783432" y="14732"/>
                </a:lnTo>
                <a:lnTo>
                  <a:pt x="3787623" y="19050"/>
                </a:lnTo>
                <a:lnTo>
                  <a:pt x="3792957" y="19050"/>
                </a:lnTo>
                <a:lnTo>
                  <a:pt x="3792957" y="0"/>
                </a:lnTo>
                <a:close/>
              </a:path>
              <a:path w="10390505" h="4652010">
                <a:moveTo>
                  <a:pt x="3798164" y="0"/>
                </a:moveTo>
                <a:lnTo>
                  <a:pt x="3792957" y="0"/>
                </a:lnTo>
                <a:lnTo>
                  <a:pt x="3792957" y="19050"/>
                </a:lnTo>
                <a:lnTo>
                  <a:pt x="3798164" y="19050"/>
                </a:lnTo>
                <a:lnTo>
                  <a:pt x="3802482" y="14732"/>
                </a:lnTo>
                <a:lnTo>
                  <a:pt x="3802482" y="4318"/>
                </a:lnTo>
                <a:lnTo>
                  <a:pt x="3798164" y="0"/>
                </a:lnTo>
                <a:close/>
              </a:path>
              <a:path w="10390505" h="4652010">
                <a:moveTo>
                  <a:pt x="3831057" y="0"/>
                </a:moveTo>
                <a:lnTo>
                  <a:pt x="3825723" y="0"/>
                </a:lnTo>
                <a:lnTo>
                  <a:pt x="3821532" y="4318"/>
                </a:lnTo>
                <a:lnTo>
                  <a:pt x="3821532" y="14732"/>
                </a:lnTo>
                <a:lnTo>
                  <a:pt x="3825723" y="19050"/>
                </a:lnTo>
                <a:lnTo>
                  <a:pt x="3831057" y="19050"/>
                </a:lnTo>
                <a:lnTo>
                  <a:pt x="3831057" y="0"/>
                </a:lnTo>
                <a:close/>
              </a:path>
              <a:path w="10390505" h="4652010">
                <a:moveTo>
                  <a:pt x="3836264" y="0"/>
                </a:moveTo>
                <a:lnTo>
                  <a:pt x="3831057" y="0"/>
                </a:lnTo>
                <a:lnTo>
                  <a:pt x="3831057" y="19050"/>
                </a:lnTo>
                <a:lnTo>
                  <a:pt x="3836264" y="19050"/>
                </a:lnTo>
                <a:lnTo>
                  <a:pt x="3840582" y="14732"/>
                </a:lnTo>
                <a:lnTo>
                  <a:pt x="3840582" y="4318"/>
                </a:lnTo>
                <a:lnTo>
                  <a:pt x="3836264" y="0"/>
                </a:lnTo>
                <a:close/>
              </a:path>
              <a:path w="10390505" h="4652010">
                <a:moveTo>
                  <a:pt x="3869157" y="0"/>
                </a:moveTo>
                <a:lnTo>
                  <a:pt x="3863823" y="0"/>
                </a:lnTo>
                <a:lnTo>
                  <a:pt x="3859632" y="4318"/>
                </a:lnTo>
                <a:lnTo>
                  <a:pt x="3859632" y="14732"/>
                </a:lnTo>
                <a:lnTo>
                  <a:pt x="3863823" y="19050"/>
                </a:lnTo>
                <a:lnTo>
                  <a:pt x="3869157" y="19050"/>
                </a:lnTo>
                <a:lnTo>
                  <a:pt x="3869157" y="0"/>
                </a:lnTo>
                <a:close/>
              </a:path>
              <a:path w="10390505" h="4652010">
                <a:moveTo>
                  <a:pt x="3874364" y="0"/>
                </a:moveTo>
                <a:lnTo>
                  <a:pt x="3869157" y="0"/>
                </a:lnTo>
                <a:lnTo>
                  <a:pt x="3869157" y="19050"/>
                </a:lnTo>
                <a:lnTo>
                  <a:pt x="3874364" y="19050"/>
                </a:lnTo>
                <a:lnTo>
                  <a:pt x="3878682" y="14732"/>
                </a:lnTo>
                <a:lnTo>
                  <a:pt x="3878682" y="4318"/>
                </a:lnTo>
                <a:lnTo>
                  <a:pt x="3874364" y="0"/>
                </a:lnTo>
                <a:close/>
              </a:path>
              <a:path w="10390505" h="4652010">
                <a:moveTo>
                  <a:pt x="3907257" y="0"/>
                </a:moveTo>
                <a:lnTo>
                  <a:pt x="3902050" y="0"/>
                </a:lnTo>
                <a:lnTo>
                  <a:pt x="3897732" y="4318"/>
                </a:lnTo>
                <a:lnTo>
                  <a:pt x="3897732" y="14732"/>
                </a:lnTo>
                <a:lnTo>
                  <a:pt x="3902050" y="19050"/>
                </a:lnTo>
                <a:lnTo>
                  <a:pt x="3907257" y="19050"/>
                </a:lnTo>
                <a:lnTo>
                  <a:pt x="3907257" y="0"/>
                </a:lnTo>
                <a:close/>
              </a:path>
              <a:path w="10390505" h="4652010">
                <a:moveTo>
                  <a:pt x="3912591" y="0"/>
                </a:moveTo>
                <a:lnTo>
                  <a:pt x="3907257" y="0"/>
                </a:lnTo>
                <a:lnTo>
                  <a:pt x="3907257" y="19050"/>
                </a:lnTo>
                <a:lnTo>
                  <a:pt x="3912591" y="19050"/>
                </a:lnTo>
                <a:lnTo>
                  <a:pt x="3916782" y="14732"/>
                </a:lnTo>
                <a:lnTo>
                  <a:pt x="3916782" y="4318"/>
                </a:lnTo>
                <a:lnTo>
                  <a:pt x="3912591" y="0"/>
                </a:lnTo>
                <a:close/>
              </a:path>
              <a:path w="10390505" h="4652010">
                <a:moveTo>
                  <a:pt x="3945357" y="0"/>
                </a:moveTo>
                <a:lnTo>
                  <a:pt x="3940150" y="0"/>
                </a:lnTo>
                <a:lnTo>
                  <a:pt x="3935832" y="4318"/>
                </a:lnTo>
                <a:lnTo>
                  <a:pt x="3935832" y="14732"/>
                </a:lnTo>
                <a:lnTo>
                  <a:pt x="3940150" y="19050"/>
                </a:lnTo>
                <a:lnTo>
                  <a:pt x="3945357" y="19050"/>
                </a:lnTo>
                <a:lnTo>
                  <a:pt x="3945357" y="0"/>
                </a:lnTo>
                <a:close/>
              </a:path>
              <a:path w="10390505" h="4652010">
                <a:moveTo>
                  <a:pt x="3950691" y="0"/>
                </a:moveTo>
                <a:lnTo>
                  <a:pt x="3945357" y="0"/>
                </a:lnTo>
                <a:lnTo>
                  <a:pt x="3945357" y="19050"/>
                </a:lnTo>
                <a:lnTo>
                  <a:pt x="3950691" y="19050"/>
                </a:lnTo>
                <a:lnTo>
                  <a:pt x="3954882" y="14732"/>
                </a:lnTo>
                <a:lnTo>
                  <a:pt x="3954882" y="4318"/>
                </a:lnTo>
                <a:lnTo>
                  <a:pt x="3950691" y="0"/>
                </a:lnTo>
                <a:close/>
              </a:path>
              <a:path w="10390505" h="4652010">
                <a:moveTo>
                  <a:pt x="3983457" y="0"/>
                </a:moveTo>
                <a:lnTo>
                  <a:pt x="3978250" y="0"/>
                </a:lnTo>
                <a:lnTo>
                  <a:pt x="3973932" y="4318"/>
                </a:lnTo>
                <a:lnTo>
                  <a:pt x="3973932" y="14732"/>
                </a:lnTo>
                <a:lnTo>
                  <a:pt x="3978250" y="19050"/>
                </a:lnTo>
                <a:lnTo>
                  <a:pt x="3983457" y="19050"/>
                </a:lnTo>
                <a:lnTo>
                  <a:pt x="3983457" y="0"/>
                </a:lnTo>
                <a:close/>
              </a:path>
              <a:path w="10390505" h="4652010">
                <a:moveTo>
                  <a:pt x="3988791" y="0"/>
                </a:moveTo>
                <a:lnTo>
                  <a:pt x="3983457" y="0"/>
                </a:lnTo>
                <a:lnTo>
                  <a:pt x="3983457" y="19050"/>
                </a:lnTo>
                <a:lnTo>
                  <a:pt x="3988791" y="19050"/>
                </a:lnTo>
                <a:lnTo>
                  <a:pt x="3992982" y="14732"/>
                </a:lnTo>
                <a:lnTo>
                  <a:pt x="3992982" y="4318"/>
                </a:lnTo>
                <a:lnTo>
                  <a:pt x="3988791" y="0"/>
                </a:lnTo>
                <a:close/>
              </a:path>
              <a:path w="10390505" h="4652010">
                <a:moveTo>
                  <a:pt x="4021557" y="0"/>
                </a:moveTo>
                <a:lnTo>
                  <a:pt x="4016350" y="0"/>
                </a:lnTo>
                <a:lnTo>
                  <a:pt x="4012032" y="4318"/>
                </a:lnTo>
                <a:lnTo>
                  <a:pt x="4012032" y="14732"/>
                </a:lnTo>
                <a:lnTo>
                  <a:pt x="4016350" y="19050"/>
                </a:lnTo>
                <a:lnTo>
                  <a:pt x="4021557" y="19050"/>
                </a:lnTo>
                <a:lnTo>
                  <a:pt x="4021557" y="0"/>
                </a:lnTo>
                <a:close/>
              </a:path>
              <a:path w="10390505" h="4652010">
                <a:moveTo>
                  <a:pt x="4026891" y="0"/>
                </a:moveTo>
                <a:lnTo>
                  <a:pt x="4021684" y="0"/>
                </a:lnTo>
                <a:lnTo>
                  <a:pt x="4021684" y="19050"/>
                </a:lnTo>
                <a:lnTo>
                  <a:pt x="4026891" y="19050"/>
                </a:lnTo>
                <a:lnTo>
                  <a:pt x="4031209" y="14732"/>
                </a:lnTo>
                <a:lnTo>
                  <a:pt x="4031209" y="4318"/>
                </a:lnTo>
                <a:lnTo>
                  <a:pt x="4026891" y="0"/>
                </a:lnTo>
                <a:close/>
              </a:path>
              <a:path w="10390505" h="4652010">
                <a:moveTo>
                  <a:pt x="4059784" y="0"/>
                </a:moveTo>
                <a:lnTo>
                  <a:pt x="4054450" y="0"/>
                </a:lnTo>
                <a:lnTo>
                  <a:pt x="4050259" y="4318"/>
                </a:lnTo>
                <a:lnTo>
                  <a:pt x="4050259" y="14732"/>
                </a:lnTo>
                <a:lnTo>
                  <a:pt x="4054450" y="19050"/>
                </a:lnTo>
                <a:lnTo>
                  <a:pt x="4059784" y="19050"/>
                </a:lnTo>
                <a:lnTo>
                  <a:pt x="4059784" y="0"/>
                </a:lnTo>
                <a:close/>
              </a:path>
              <a:path w="10390505" h="4652010">
                <a:moveTo>
                  <a:pt x="4064991" y="0"/>
                </a:moveTo>
                <a:lnTo>
                  <a:pt x="4059784" y="0"/>
                </a:lnTo>
                <a:lnTo>
                  <a:pt x="4059784" y="19050"/>
                </a:lnTo>
                <a:lnTo>
                  <a:pt x="4064991" y="19050"/>
                </a:lnTo>
                <a:lnTo>
                  <a:pt x="4069309" y="14732"/>
                </a:lnTo>
                <a:lnTo>
                  <a:pt x="4069309" y="4318"/>
                </a:lnTo>
                <a:lnTo>
                  <a:pt x="4064991" y="0"/>
                </a:lnTo>
                <a:close/>
              </a:path>
              <a:path w="10390505" h="4652010">
                <a:moveTo>
                  <a:pt x="4097884" y="0"/>
                </a:moveTo>
                <a:lnTo>
                  <a:pt x="4092550" y="0"/>
                </a:lnTo>
                <a:lnTo>
                  <a:pt x="4088359" y="4318"/>
                </a:lnTo>
                <a:lnTo>
                  <a:pt x="4088359" y="14732"/>
                </a:lnTo>
                <a:lnTo>
                  <a:pt x="4092550" y="19050"/>
                </a:lnTo>
                <a:lnTo>
                  <a:pt x="4097884" y="19050"/>
                </a:lnTo>
                <a:lnTo>
                  <a:pt x="4097884" y="0"/>
                </a:lnTo>
                <a:close/>
              </a:path>
              <a:path w="10390505" h="4652010">
                <a:moveTo>
                  <a:pt x="4103091" y="0"/>
                </a:moveTo>
                <a:lnTo>
                  <a:pt x="4097884" y="0"/>
                </a:lnTo>
                <a:lnTo>
                  <a:pt x="4097884" y="19050"/>
                </a:lnTo>
                <a:lnTo>
                  <a:pt x="4103091" y="19050"/>
                </a:lnTo>
                <a:lnTo>
                  <a:pt x="4107409" y="14732"/>
                </a:lnTo>
                <a:lnTo>
                  <a:pt x="4107409" y="4318"/>
                </a:lnTo>
                <a:lnTo>
                  <a:pt x="4103091" y="0"/>
                </a:lnTo>
                <a:close/>
              </a:path>
              <a:path w="10390505" h="4652010">
                <a:moveTo>
                  <a:pt x="4135984" y="0"/>
                </a:moveTo>
                <a:lnTo>
                  <a:pt x="4130777" y="0"/>
                </a:lnTo>
                <a:lnTo>
                  <a:pt x="4126459" y="4318"/>
                </a:lnTo>
                <a:lnTo>
                  <a:pt x="4126459" y="14732"/>
                </a:lnTo>
                <a:lnTo>
                  <a:pt x="4130777" y="19050"/>
                </a:lnTo>
                <a:lnTo>
                  <a:pt x="4135984" y="19050"/>
                </a:lnTo>
                <a:lnTo>
                  <a:pt x="4135984" y="0"/>
                </a:lnTo>
                <a:close/>
              </a:path>
              <a:path w="10390505" h="4652010">
                <a:moveTo>
                  <a:pt x="4141318" y="0"/>
                </a:moveTo>
                <a:lnTo>
                  <a:pt x="4135984" y="0"/>
                </a:lnTo>
                <a:lnTo>
                  <a:pt x="4135984" y="19050"/>
                </a:lnTo>
                <a:lnTo>
                  <a:pt x="4141318" y="19050"/>
                </a:lnTo>
                <a:lnTo>
                  <a:pt x="4145509" y="14732"/>
                </a:lnTo>
                <a:lnTo>
                  <a:pt x="4145509" y="4318"/>
                </a:lnTo>
                <a:lnTo>
                  <a:pt x="4141318" y="0"/>
                </a:lnTo>
                <a:close/>
              </a:path>
              <a:path w="10390505" h="4652010">
                <a:moveTo>
                  <a:pt x="4174084" y="0"/>
                </a:moveTo>
                <a:lnTo>
                  <a:pt x="4168877" y="0"/>
                </a:lnTo>
                <a:lnTo>
                  <a:pt x="4164559" y="4318"/>
                </a:lnTo>
                <a:lnTo>
                  <a:pt x="4164559" y="14732"/>
                </a:lnTo>
                <a:lnTo>
                  <a:pt x="4168877" y="19050"/>
                </a:lnTo>
                <a:lnTo>
                  <a:pt x="4174084" y="19050"/>
                </a:lnTo>
                <a:lnTo>
                  <a:pt x="4174084" y="0"/>
                </a:lnTo>
                <a:close/>
              </a:path>
              <a:path w="10390505" h="4652010">
                <a:moveTo>
                  <a:pt x="4179418" y="0"/>
                </a:moveTo>
                <a:lnTo>
                  <a:pt x="4174084" y="0"/>
                </a:lnTo>
                <a:lnTo>
                  <a:pt x="4174084" y="19050"/>
                </a:lnTo>
                <a:lnTo>
                  <a:pt x="4179418" y="19050"/>
                </a:lnTo>
                <a:lnTo>
                  <a:pt x="4183609" y="14732"/>
                </a:lnTo>
                <a:lnTo>
                  <a:pt x="4183609" y="4318"/>
                </a:lnTo>
                <a:lnTo>
                  <a:pt x="4179418" y="0"/>
                </a:lnTo>
                <a:close/>
              </a:path>
              <a:path w="10390505" h="4652010">
                <a:moveTo>
                  <a:pt x="4212184" y="0"/>
                </a:moveTo>
                <a:lnTo>
                  <a:pt x="4206977" y="0"/>
                </a:lnTo>
                <a:lnTo>
                  <a:pt x="4202659" y="4318"/>
                </a:lnTo>
                <a:lnTo>
                  <a:pt x="4202659" y="14732"/>
                </a:lnTo>
                <a:lnTo>
                  <a:pt x="4206977" y="19050"/>
                </a:lnTo>
                <a:lnTo>
                  <a:pt x="4212184" y="19050"/>
                </a:lnTo>
                <a:lnTo>
                  <a:pt x="4212184" y="0"/>
                </a:lnTo>
                <a:close/>
              </a:path>
              <a:path w="10390505" h="4652010">
                <a:moveTo>
                  <a:pt x="4217518" y="0"/>
                </a:moveTo>
                <a:lnTo>
                  <a:pt x="4212184" y="0"/>
                </a:lnTo>
                <a:lnTo>
                  <a:pt x="4212184" y="19050"/>
                </a:lnTo>
                <a:lnTo>
                  <a:pt x="4217518" y="19050"/>
                </a:lnTo>
                <a:lnTo>
                  <a:pt x="4221709" y="14732"/>
                </a:lnTo>
                <a:lnTo>
                  <a:pt x="4221709" y="4318"/>
                </a:lnTo>
                <a:lnTo>
                  <a:pt x="4217518" y="0"/>
                </a:lnTo>
                <a:close/>
              </a:path>
              <a:path w="10390505" h="4652010">
                <a:moveTo>
                  <a:pt x="4250284" y="0"/>
                </a:moveTo>
                <a:lnTo>
                  <a:pt x="4245077" y="0"/>
                </a:lnTo>
                <a:lnTo>
                  <a:pt x="4240759" y="4318"/>
                </a:lnTo>
                <a:lnTo>
                  <a:pt x="4240759" y="14732"/>
                </a:lnTo>
                <a:lnTo>
                  <a:pt x="4245077" y="19050"/>
                </a:lnTo>
                <a:lnTo>
                  <a:pt x="4250284" y="19050"/>
                </a:lnTo>
                <a:lnTo>
                  <a:pt x="4250284" y="0"/>
                </a:lnTo>
                <a:close/>
              </a:path>
              <a:path w="10390505" h="4652010">
                <a:moveTo>
                  <a:pt x="4255618" y="0"/>
                </a:moveTo>
                <a:lnTo>
                  <a:pt x="4250411" y="0"/>
                </a:lnTo>
                <a:lnTo>
                  <a:pt x="4250411" y="19050"/>
                </a:lnTo>
                <a:lnTo>
                  <a:pt x="4255618" y="19050"/>
                </a:lnTo>
                <a:lnTo>
                  <a:pt x="4259936" y="14732"/>
                </a:lnTo>
                <a:lnTo>
                  <a:pt x="4259936" y="4318"/>
                </a:lnTo>
                <a:lnTo>
                  <a:pt x="4255618" y="0"/>
                </a:lnTo>
                <a:close/>
              </a:path>
              <a:path w="10390505" h="4652010">
                <a:moveTo>
                  <a:pt x="4288511" y="0"/>
                </a:moveTo>
                <a:lnTo>
                  <a:pt x="4283177" y="0"/>
                </a:lnTo>
                <a:lnTo>
                  <a:pt x="4278986" y="4318"/>
                </a:lnTo>
                <a:lnTo>
                  <a:pt x="4278986" y="14732"/>
                </a:lnTo>
                <a:lnTo>
                  <a:pt x="4283177" y="19050"/>
                </a:lnTo>
                <a:lnTo>
                  <a:pt x="4288511" y="19050"/>
                </a:lnTo>
                <a:lnTo>
                  <a:pt x="4288511" y="0"/>
                </a:lnTo>
                <a:close/>
              </a:path>
              <a:path w="10390505" h="4652010">
                <a:moveTo>
                  <a:pt x="4293718" y="0"/>
                </a:moveTo>
                <a:lnTo>
                  <a:pt x="4288511" y="0"/>
                </a:lnTo>
                <a:lnTo>
                  <a:pt x="4288511" y="19050"/>
                </a:lnTo>
                <a:lnTo>
                  <a:pt x="4293718" y="19050"/>
                </a:lnTo>
                <a:lnTo>
                  <a:pt x="4298036" y="14732"/>
                </a:lnTo>
                <a:lnTo>
                  <a:pt x="4298036" y="4318"/>
                </a:lnTo>
                <a:lnTo>
                  <a:pt x="4293718" y="0"/>
                </a:lnTo>
                <a:close/>
              </a:path>
              <a:path w="10390505" h="4652010">
                <a:moveTo>
                  <a:pt x="4326611" y="0"/>
                </a:moveTo>
                <a:lnTo>
                  <a:pt x="4321277" y="0"/>
                </a:lnTo>
                <a:lnTo>
                  <a:pt x="4317086" y="4318"/>
                </a:lnTo>
                <a:lnTo>
                  <a:pt x="4317086" y="14732"/>
                </a:lnTo>
                <a:lnTo>
                  <a:pt x="4321277" y="19050"/>
                </a:lnTo>
                <a:lnTo>
                  <a:pt x="4326611" y="19050"/>
                </a:lnTo>
                <a:lnTo>
                  <a:pt x="4326611" y="0"/>
                </a:lnTo>
                <a:close/>
              </a:path>
              <a:path w="10390505" h="4652010">
                <a:moveTo>
                  <a:pt x="4331818" y="0"/>
                </a:moveTo>
                <a:lnTo>
                  <a:pt x="4326611" y="0"/>
                </a:lnTo>
                <a:lnTo>
                  <a:pt x="4326611" y="19050"/>
                </a:lnTo>
                <a:lnTo>
                  <a:pt x="4331818" y="19050"/>
                </a:lnTo>
                <a:lnTo>
                  <a:pt x="4336136" y="14732"/>
                </a:lnTo>
                <a:lnTo>
                  <a:pt x="4336136" y="4318"/>
                </a:lnTo>
                <a:lnTo>
                  <a:pt x="4331818" y="0"/>
                </a:lnTo>
                <a:close/>
              </a:path>
              <a:path w="10390505" h="4652010">
                <a:moveTo>
                  <a:pt x="4364711" y="0"/>
                </a:moveTo>
                <a:lnTo>
                  <a:pt x="4359377" y="0"/>
                </a:lnTo>
                <a:lnTo>
                  <a:pt x="4355186" y="4318"/>
                </a:lnTo>
                <a:lnTo>
                  <a:pt x="4355186" y="14732"/>
                </a:lnTo>
                <a:lnTo>
                  <a:pt x="4359377" y="19050"/>
                </a:lnTo>
                <a:lnTo>
                  <a:pt x="4364711" y="19050"/>
                </a:lnTo>
                <a:lnTo>
                  <a:pt x="4364711" y="0"/>
                </a:lnTo>
                <a:close/>
              </a:path>
              <a:path w="10390505" h="4652010">
                <a:moveTo>
                  <a:pt x="4369918" y="0"/>
                </a:moveTo>
                <a:lnTo>
                  <a:pt x="4364711" y="0"/>
                </a:lnTo>
                <a:lnTo>
                  <a:pt x="4364711" y="19050"/>
                </a:lnTo>
                <a:lnTo>
                  <a:pt x="4369918" y="19050"/>
                </a:lnTo>
                <a:lnTo>
                  <a:pt x="4374236" y="14732"/>
                </a:lnTo>
                <a:lnTo>
                  <a:pt x="4374236" y="4318"/>
                </a:lnTo>
                <a:lnTo>
                  <a:pt x="4369918" y="0"/>
                </a:lnTo>
                <a:close/>
              </a:path>
              <a:path w="10390505" h="4652010">
                <a:moveTo>
                  <a:pt x="4402811" y="0"/>
                </a:moveTo>
                <a:lnTo>
                  <a:pt x="4397604" y="0"/>
                </a:lnTo>
                <a:lnTo>
                  <a:pt x="4393286" y="4318"/>
                </a:lnTo>
                <a:lnTo>
                  <a:pt x="4393286" y="14732"/>
                </a:lnTo>
                <a:lnTo>
                  <a:pt x="4397604" y="19050"/>
                </a:lnTo>
                <a:lnTo>
                  <a:pt x="4402811" y="19050"/>
                </a:lnTo>
                <a:lnTo>
                  <a:pt x="4402811" y="0"/>
                </a:lnTo>
                <a:close/>
              </a:path>
              <a:path w="10390505" h="4652010">
                <a:moveTo>
                  <a:pt x="4408145" y="0"/>
                </a:moveTo>
                <a:lnTo>
                  <a:pt x="4402811" y="0"/>
                </a:lnTo>
                <a:lnTo>
                  <a:pt x="4402811" y="19050"/>
                </a:lnTo>
                <a:lnTo>
                  <a:pt x="4408145" y="19050"/>
                </a:lnTo>
                <a:lnTo>
                  <a:pt x="4412336" y="14732"/>
                </a:lnTo>
                <a:lnTo>
                  <a:pt x="4412336" y="4318"/>
                </a:lnTo>
                <a:lnTo>
                  <a:pt x="4408145" y="0"/>
                </a:lnTo>
                <a:close/>
              </a:path>
              <a:path w="10390505" h="4652010">
                <a:moveTo>
                  <a:pt x="4440911" y="0"/>
                </a:moveTo>
                <a:lnTo>
                  <a:pt x="4435704" y="0"/>
                </a:lnTo>
                <a:lnTo>
                  <a:pt x="4431386" y="4318"/>
                </a:lnTo>
                <a:lnTo>
                  <a:pt x="4431386" y="14732"/>
                </a:lnTo>
                <a:lnTo>
                  <a:pt x="4435704" y="19050"/>
                </a:lnTo>
                <a:lnTo>
                  <a:pt x="4440911" y="19050"/>
                </a:lnTo>
                <a:lnTo>
                  <a:pt x="4440911" y="0"/>
                </a:lnTo>
                <a:close/>
              </a:path>
              <a:path w="10390505" h="4652010">
                <a:moveTo>
                  <a:pt x="4446245" y="0"/>
                </a:moveTo>
                <a:lnTo>
                  <a:pt x="4440911" y="0"/>
                </a:lnTo>
                <a:lnTo>
                  <a:pt x="4440911" y="19050"/>
                </a:lnTo>
                <a:lnTo>
                  <a:pt x="4446245" y="19050"/>
                </a:lnTo>
                <a:lnTo>
                  <a:pt x="4450436" y="14732"/>
                </a:lnTo>
                <a:lnTo>
                  <a:pt x="4450436" y="4318"/>
                </a:lnTo>
                <a:lnTo>
                  <a:pt x="4446245" y="0"/>
                </a:lnTo>
                <a:close/>
              </a:path>
              <a:path w="10390505" h="4652010">
                <a:moveTo>
                  <a:pt x="4479011" y="0"/>
                </a:moveTo>
                <a:lnTo>
                  <a:pt x="4473804" y="0"/>
                </a:lnTo>
                <a:lnTo>
                  <a:pt x="4469486" y="4318"/>
                </a:lnTo>
                <a:lnTo>
                  <a:pt x="4469486" y="14732"/>
                </a:lnTo>
                <a:lnTo>
                  <a:pt x="4473804" y="19050"/>
                </a:lnTo>
                <a:lnTo>
                  <a:pt x="4479011" y="19050"/>
                </a:lnTo>
                <a:lnTo>
                  <a:pt x="4479011" y="0"/>
                </a:lnTo>
                <a:close/>
              </a:path>
              <a:path w="10390505" h="4652010">
                <a:moveTo>
                  <a:pt x="4484345" y="0"/>
                </a:moveTo>
                <a:lnTo>
                  <a:pt x="4479011" y="0"/>
                </a:lnTo>
                <a:lnTo>
                  <a:pt x="4479011" y="19050"/>
                </a:lnTo>
                <a:lnTo>
                  <a:pt x="4484345" y="19050"/>
                </a:lnTo>
                <a:lnTo>
                  <a:pt x="4488536" y="14732"/>
                </a:lnTo>
                <a:lnTo>
                  <a:pt x="4488536" y="4318"/>
                </a:lnTo>
                <a:lnTo>
                  <a:pt x="4484345" y="0"/>
                </a:lnTo>
                <a:close/>
              </a:path>
              <a:path w="10390505" h="4652010">
                <a:moveTo>
                  <a:pt x="4517111" y="0"/>
                </a:moveTo>
                <a:lnTo>
                  <a:pt x="4511904" y="0"/>
                </a:lnTo>
                <a:lnTo>
                  <a:pt x="4507586" y="4318"/>
                </a:lnTo>
                <a:lnTo>
                  <a:pt x="4507586" y="14732"/>
                </a:lnTo>
                <a:lnTo>
                  <a:pt x="4511904" y="19050"/>
                </a:lnTo>
                <a:lnTo>
                  <a:pt x="4517111" y="19050"/>
                </a:lnTo>
                <a:lnTo>
                  <a:pt x="4517111" y="0"/>
                </a:lnTo>
                <a:close/>
              </a:path>
              <a:path w="10390505" h="4652010">
                <a:moveTo>
                  <a:pt x="4522445" y="0"/>
                </a:moveTo>
                <a:lnTo>
                  <a:pt x="4517238" y="0"/>
                </a:lnTo>
                <a:lnTo>
                  <a:pt x="4517238" y="19050"/>
                </a:lnTo>
                <a:lnTo>
                  <a:pt x="4522445" y="19050"/>
                </a:lnTo>
                <a:lnTo>
                  <a:pt x="4526763" y="14732"/>
                </a:lnTo>
                <a:lnTo>
                  <a:pt x="4526763" y="4318"/>
                </a:lnTo>
                <a:lnTo>
                  <a:pt x="4522445" y="0"/>
                </a:lnTo>
                <a:close/>
              </a:path>
              <a:path w="10390505" h="4652010">
                <a:moveTo>
                  <a:pt x="4555338" y="0"/>
                </a:moveTo>
                <a:lnTo>
                  <a:pt x="4550004" y="0"/>
                </a:lnTo>
                <a:lnTo>
                  <a:pt x="4545813" y="4318"/>
                </a:lnTo>
                <a:lnTo>
                  <a:pt x="4545813" y="14732"/>
                </a:lnTo>
                <a:lnTo>
                  <a:pt x="4550004" y="19050"/>
                </a:lnTo>
                <a:lnTo>
                  <a:pt x="4555338" y="19050"/>
                </a:lnTo>
                <a:lnTo>
                  <a:pt x="4555338" y="0"/>
                </a:lnTo>
                <a:close/>
              </a:path>
              <a:path w="10390505" h="4652010">
                <a:moveTo>
                  <a:pt x="4560545" y="0"/>
                </a:moveTo>
                <a:lnTo>
                  <a:pt x="4555338" y="0"/>
                </a:lnTo>
                <a:lnTo>
                  <a:pt x="4555338" y="19050"/>
                </a:lnTo>
                <a:lnTo>
                  <a:pt x="4560545" y="19050"/>
                </a:lnTo>
                <a:lnTo>
                  <a:pt x="4564863" y="14732"/>
                </a:lnTo>
                <a:lnTo>
                  <a:pt x="4564863" y="4318"/>
                </a:lnTo>
                <a:lnTo>
                  <a:pt x="4560545" y="0"/>
                </a:lnTo>
                <a:close/>
              </a:path>
              <a:path w="10390505" h="4652010">
                <a:moveTo>
                  <a:pt x="4593438" y="0"/>
                </a:moveTo>
                <a:lnTo>
                  <a:pt x="4588104" y="0"/>
                </a:lnTo>
                <a:lnTo>
                  <a:pt x="4583913" y="4318"/>
                </a:lnTo>
                <a:lnTo>
                  <a:pt x="4583913" y="14732"/>
                </a:lnTo>
                <a:lnTo>
                  <a:pt x="4588104" y="19050"/>
                </a:lnTo>
                <a:lnTo>
                  <a:pt x="4593438" y="19050"/>
                </a:lnTo>
                <a:lnTo>
                  <a:pt x="4593438" y="0"/>
                </a:lnTo>
                <a:close/>
              </a:path>
              <a:path w="10390505" h="4652010">
                <a:moveTo>
                  <a:pt x="4598645" y="0"/>
                </a:moveTo>
                <a:lnTo>
                  <a:pt x="4593438" y="0"/>
                </a:lnTo>
                <a:lnTo>
                  <a:pt x="4593438" y="19050"/>
                </a:lnTo>
                <a:lnTo>
                  <a:pt x="4598645" y="19050"/>
                </a:lnTo>
                <a:lnTo>
                  <a:pt x="4602963" y="14732"/>
                </a:lnTo>
                <a:lnTo>
                  <a:pt x="4602963" y="4318"/>
                </a:lnTo>
                <a:lnTo>
                  <a:pt x="4598645" y="0"/>
                </a:lnTo>
                <a:close/>
              </a:path>
              <a:path w="10390505" h="4652010">
                <a:moveTo>
                  <a:pt x="4631538" y="0"/>
                </a:moveTo>
                <a:lnTo>
                  <a:pt x="4626204" y="0"/>
                </a:lnTo>
                <a:lnTo>
                  <a:pt x="4622013" y="4318"/>
                </a:lnTo>
                <a:lnTo>
                  <a:pt x="4622013" y="14732"/>
                </a:lnTo>
                <a:lnTo>
                  <a:pt x="4626204" y="19050"/>
                </a:lnTo>
                <a:lnTo>
                  <a:pt x="4631538" y="19050"/>
                </a:lnTo>
                <a:lnTo>
                  <a:pt x="4631538" y="0"/>
                </a:lnTo>
                <a:close/>
              </a:path>
              <a:path w="10390505" h="4652010">
                <a:moveTo>
                  <a:pt x="4636745" y="0"/>
                </a:moveTo>
                <a:lnTo>
                  <a:pt x="4631538" y="0"/>
                </a:lnTo>
                <a:lnTo>
                  <a:pt x="4631538" y="19050"/>
                </a:lnTo>
                <a:lnTo>
                  <a:pt x="4636745" y="19050"/>
                </a:lnTo>
                <a:lnTo>
                  <a:pt x="4641063" y="14732"/>
                </a:lnTo>
                <a:lnTo>
                  <a:pt x="4641063" y="4318"/>
                </a:lnTo>
                <a:lnTo>
                  <a:pt x="4636745" y="0"/>
                </a:lnTo>
                <a:close/>
              </a:path>
              <a:path w="10390505" h="4652010">
                <a:moveTo>
                  <a:pt x="4669638" y="0"/>
                </a:moveTo>
                <a:lnTo>
                  <a:pt x="4664431" y="0"/>
                </a:lnTo>
                <a:lnTo>
                  <a:pt x="4660113" y="4318"/>
                </a:lnTo>
                <a:lnTo>
                  <a:pt x="4660113" y="14732"/>
                </a:lnTo>
                <a:lnTo>
                  <a:pt x="4664431" y="19050"/>
                </a:lnTo>
                <a:lnTo>
                  <a:pt x="4669638" y="19050"/>
                </a:lnTo>
                <a:lnTo>
                  <a:pt x="4669638" y="0"/>
                </a:lnTo>
                <a:close/>
              </a:path>
              <a:path w="10390505" h="4652010">
                <a:moveTo>
                  <a:pt x="4674972" y="0"/>
                </a:moveTo>
                <a:lnTo>
                  <a:pt x="4669638" y="0"/>
                </a:lnTo>
                <a:lnTo>
                  <a:pt x="4669638" y="19050"/>
                </a:lnTo>
                <a:lnTo>
                  <a:pt x="4674972" y="19050"/>
                </a:lnTo>
                <a:lnTo>
                  <a:pt x="4679163" y="14732"/>
                </a:lnTo>
                <a:lnTo>
                  <a:pt x="4679163" y="4318"/>
                </a:lnTo>
                <a:lnTo>
                  <a:pt x="4674972" y="0"/>
                </a:lnTo>
                <a:close/>
              </a:path>
              <a:path w="10390505" h="4652010">
                <a:moveTo>
                  <a:pt x="4707738" y="0"/>
                </a:moveTo>
                <a:lnTo>
                  <a:pt x="4702531" y="0"/>
                </a:lnTo>
                <a:lnTo>
                  <a:pt x="4698213" y="4318"/>
                </a:lnTo>
                <a:lnTo>
                  <a:pt x="4698213" y="14732"/>
                </a:lnTo>
                <a:lnTo>
                  <a:pt x="4702531" y="19050"/>
                </a:lnTo>
                <a:lnTo>
                  <a:pt x="4707738" y="19050"/>
                </a:lnTo>
                <a:lnTo>
                  <a:pt x="4707738" y="0"/>
                </a:lnTo>
                <a:close/>
              </a:path>
              <a:path w="10390505" h="4652010">
                <a:moveTo>
                  <a:pt x="4713072" y="0"/>
                </a:moveTo>
                <a:lnTo>
                  <a:pt x="4707738" y="0"/>
                </a:lnTo>
                <a:lnTo>
                  <a:pt x="4707738" y="19050"/>
                </a:lnTo>
                <a:lnTo>
                  <a:pt x="4713072" y="19050"/>
                </a:lnTo>
                <a:lnTo>
                  <a:pt x="4717263" y="14732"/>
                </a:lnTo>
                <a:lnTo>
                  <a:pt x="4717263" y="4318"/>
                </a:lnTo>
                <a:lnTo>
                  <a:pt x="4713072" y="0"/>
                </a:lnTo>
                <a:close/>
              </a:path>
              <a:path w="10390505" h="4652010">
                <a:moveTo>
                  <a:pt x="4745838" y="0"/>
                </a:moveTo>
                <a:lnTo>
                  <a:pt x="4740631" y="0"/>
                </a:lnTo>
                <a:lnTo>
                  <a:pt x="4736313" y="4318"/>
                </a:lnTo>
                <a:lnTo>
                  <a:pt x="4736313" y="14732"/>
                </a:lnTo>
                <a:lnTo>
                  <a:pt x="4740631" y="19050"/>
                </a:lnTo>
                <a:lnTo>
                  <a:pt x="4745838" y="19050"/>
                </a:lnTo>
                <a:lnTo>
                  <a:pt x="4745838" y="0"/>
                </a:lnTo>
                <a:close/>
              </a:path>
              <a:path w="10390505" h="4652010">
                <a:moveTo>
                  <a:pt x="4751172" y="0"/>
                </a:moveTo>
                <a:lnTo>
                  <a:pt x="4745838" y="0"/>
                </a:lnTo>
                <a:lnTo>
                  <a:pt x="4745838" y="19050"/>
                </a:lnTo>
                <a:lnTo>
                  <a:pt x="4751172" y="19050"/>
                </a:lnTo>
                <a:lnTo>
                  <a:pt x="4755363" y="14732"/>
                </a:lnTo>
                <a:lnTo>
                  <a:pt x="4755363" y="4318"/>
                </a:lnTo>
                <a:lnTo>
                  <a:pt x="4751172" y="0"/>
                </a:lnTo>
                <a:close/>
              </a:path>
              <a:path w="10390505" h="4652010">
                <a:moveTo>
                  <a:pt x="4783938" y="0"/>
                </a:moveTo>
                <a:lnTo>
                  <a:pt x="4778731" y="0"/>
                </a:lnTo>
                <a:lnTo>
                  <a:pt x="4774413" y="4318"/>
                </a:lnTo>
                <a:lnTo>
                  <a:pt x="4774413" y="14732"/>
                </a:lnTo>
                <a:lnTo>
                  <a:pt x="4778731" y="19050"/>
                </a:lnTo>
                <a:lnTo>
                  <a:pt x="4783938" y="19050"/>
                </a:lnTo>
                <a:lnTo>
                  <a:pt x="4783938" y="0"/>
                </a:lnTo>
                <a:close/>
              </a:path>
              <a:path w="10390505" h="4652010">
                <a:moveTo>
                  <a:pt x="4784065" y="12700"/>
                </a:moveTo>
                <a:lnTo>
                  <a:pt x="4783938" y="12700"/>
                </a:lnTo>
                <a:lnTo>
                  <a:pt x="4783938" y="19050"/>
                </a:lnTo>
                <a:lnTo>
                  <a:pt x="4784065" y="19050"/>
                </a:lnTo>
                <a:lnTo>
                  <a:pt x="4784065" y="12700"/>
                </a:lnTo>
                <a:close/>
              </a:path>
              <a:path w="10390505" h="4652010">
                <a:moveTo>
                  <a:pt x="4789272" y="0"/>
                </a:moveTo>
                <a:lnTo>
                  <a:pt x="4784065" y="0"/>
                </a:lnTo>
                <a:lnTo>
                  <a:pt x="4784065" y="19050"/>
                </a:lnTo>
                <a:lnTo>
                  <a:pt x="4789272" y="19050"/>
                </a:lnTo>
                <a:lnTo>
                  <a:pt x="4793590" y="14732"/>
                </a:lnTo>
                <a:lnTo>
                  <a:pt x="4793590" y="4318"/>
                </a:lnTo>
                <a:lnTo>
                  <a:pt x="4789272" y="0"/>
                </a:lnTo>
                <a:close/>
              </a:path>
              <a:path w="10390505" h="4652010">
                <a:moveTo>
                  <a:pt x="4784065" y="0"/>
                </a:moveTo>
                <a:lnTo>
                  <a:pt x="4783938" y="0"/>
                </a:lnTo>
                <a:lnTo>
                  <a:pt x="4783938" y="6350"/>
                </a:lnTo>
                <a:lnTo>
                  <a:pt x="4784065" y="6350"/>
                </a:lnTo>
                <a:lnTo>
                  <a:pt x="4784065" y="0"/>
                </a:lnTo>
                <a:close/>
              </a:path>
              <a:path w="10390505" h="4652010">
                <a:moveTo>
                  <a:pt x="4822165" y="0"/>
                </a:moveTo>
                <a:lnTo>
                  <a:pt x="4816831" y="0"/>
                </a:lnTo>
                <a:lnTo>
                  <a:pt x="4812640" y="4318"/>
                </a:lnTo>
                <a:lnTo>
                  <a:pt x="4812640" y="14732"/>
                </a:lnTo>
                <a:lnTo>
                  <a:pt x="4816831" y="19050"/>
                </a:lnTo>
                <a:lnTo>
                  <a:pt x="4822165" y="19050"/>
                </a:lnTo>
                <a:lnTo>
                  <a:pt x="4822165" y="0"/>
                </a:lnTo>
                <a:close/>
              </a:path>
              <a:path w="10390505" h="4652010">
                <a:moveTo>
                  <a:pt x="4827372" y="0"/>
                </a:moveTo>
                <a:lnTo>
                  <a:pt x="4822165" y="0"/>
                </a:lnTo>
                <a:lnTo>
                  <a:pt x="4822165" y="19050"/>
                </a:lnTo>
                <a:lnTo>
                  <a:pt x="4827372" y="19050"/>
                </a:lnTo>
                <a:lnTo>
                  <a:pt x="4831690" y="14732"/>
                </a:lnTo>
                <a:lnTo>
                  <a:pt x="4831690" y="4318"/>
                </a:lnTo>
                <a:lnTo>
                  <a:pt x="4827372" y="0"/>
                </a:lnTo>
                <a:close/>
              </a:path>
              <a:path w="10390505" h="4652010">
                <a:moveTo>
                  <a:pt x="4860265" y="0"/>
                </a:moveTo>
                <a:lnTo>
                  <a:pt x="4854931" y="0"/>
                </a:lnTo>
                <a:lnTo>
                  <a:pt x="4850740" y="4318"/>
                </a:lnTo>
                <a:lnTo>
                  <a:pt x="4850740" y="14732"/>
                </a:lnTo>
                <a:lnTo>
                  <a:pt x="4854931" y="19050"/>
                </a:lnTo>
                <a:lnTo>
                  <a:pt x="4860265" y="19050"/>
                </a:lnTo>
                <a:lnTo>
                  <a:pt x="4860265" y="0"/>
                </a:lnTo>
                <a:close/>
              </a:path>
              <a:path w="10390505" h="4652010">
                <a:moveTo>
                  <a:pt x="4865472" y="0"/>
                </a:moveTo>
                <a:lnTo>
                  <a:pt x="4860265" y="0"/>
                </a:lnTo>
                <a:lnTo>
                  <a:pt x="4860265" y="19050"/>
                </a:lnTo>
                <a:lnTo>
                  <a:pt x="4865472" y="19050"/>
                </a:lnTo>
                <a:lnTo>
                  <a:pt x="4869790" y="14732"/>
                </a:lnTo>
                <a:lnTo>
                  <a:pt x="4869790" y="4318"/>
                </a:lnTo>
                <a:lnTo>
                  <a:pt x="4865472" y="0"/>
                </a:lnTo>
                <a:close/>
              </a:path>
              <a:path w="10390505" h="4652010">
                <a:moveTo>
                  <a:pt x="4898365" y="0"/>
                </a:moveTo>
                <a:lnTo>
                  <a:pt x="4893158" y="0"/>
                </a:lnTo>
                <a:lnTo>
                  <a:pt x="4888840" y="4318"/>
                </a:lnTo>
                <a:lnTo>
                  <a:pt x="4888840" y="14732"/>
                </a:lnTo>
                <a:lnTo>
                  <a:pt x="4893158" y="19050"/>
                </a:lnTo>
                <a:lnTo>
                  <a:pt x="4898365" y="19050"/>
                </a:lnTo>
                <a:lnTo>
                  <a:pt x="4898365" y="0"/>
                </a:lnTo>
                <a:close/>
              </a:path>
              <a:path w="10390505" h="4652010">
                <a:moveTo>
                  <a:pt x="4903699" y="0"/>
                </a:moveTo>
                <a:lnTo>
                  <a:pt x="4898365" y="0"/>
                </a:lnTo>
                <a:lnTo>
                  <a:pt x="4898365" y="19050"/>
                </a:lnTo>
                <a:lnTo>
                  <a:pt x="4903699" y="19050"/>
                </a:lnTo>
                <a:lnTo>
                  <a:pt x="4907890" y="14732"/>
                </a:lnTo>
                <a:lnTo>
                  <a:pt x="4907890" y="4318"/>
                </a:lnTo>
                <a:lnTo>
                  <a:pt x="4903699" y="0"/>
                </a:lnTo>
                <a:close/>
              </a:path>
              <a:path w="10390505" h="4652010">
                <a:moveTo>
                  <a:pt x="4936465" y="0"/>
                </a:moveTo>
                <a:lnTo>
                  <a:pt x="4931258" y="0"/>
                </a:lnTo>
                <a:lnTo>
                  <a:pt x="4926940" y="4318"/>
                </a:lnTo>
                <a:lnTo>
                  <a:pt x="4926940" y="14732"/>
                </a:lnTo>
                <a:lnTo>
                  <a:pt x="4931258" y="19050"/>
                </a:lnTo>
                <a:lnTo>
                  <a:pt x="4936465" y="19050"/>
                </a:lnTo>
                <a:lnTo>
                  <a:pt x="4936465" y="0"/>
                </a:lnTo>
                <a:close/>
              </a:path>
              <a:path w="10390505" h="4652010">
                <a:moveTo>
                  <a:pt x="4941799" y="0"/>
                </a:moveTo>
                <a:lnTo>
                  <a:pt x="4936465" y="0"/>
                </a:lnTo>
                <a:lnTo>
                  <a:pt x="4936465" y="19050"/>
                </a:lnTo>
                <a:lnTo>
                  <a:pt x="4941799" y="19050"/>
                </a:lnTo>
                <a:lnTo>
                  <a:pt x="4945990" y="14732"/>
                </a:lnTo>
                <a:lnTo>
                  <a:pt x="4945990" y="4318"/>
                </a:lnTo>
                <a:lnTo>
                  <a:pt x="4941799" y="0"/>
                </a:lnTo>
                <a:close/>
              </a:path>
              <a:path w="10390505" h="4652010">
                <a:moveTo>
                  <a:pt x="4974565" y="0"/>
                </a:moveTo>
                <a:lnTo>
                  <a:pt x="4969358" y="0"/>
                </a:lnTo>
                <a:lnTo>
                  <a:pt x="4965040" y="4318"/>
                </a:lnTo>
                <a:lnTo>
                  <a:pt x="4965040" y="14732"/>
                </a:lnTo>
                <a:lnTo>
                  <a:pt x="4969358" y="19050"/>
                </a:lnTo>
                <a:lnTo>
                  <a:pt x="4974565" y="19050"/>
                </a:lnTo>
                <a:lnTo>
                  <a:pt x="4974565" y="0"/>
                </a:lnTo>
                <a:close/>
              </a:path>
              <a:path w="10390505" h="4652010">
                <a:moveTo>
                  <a:pt x="4979899" y="0"/>
                </a:moveTo>
                <a:lnTo>
                  <a:pt x="4974565" y="0"/>
                </a:lnTo>
                <a:lnTo>
                  <a:pt x="4974565" y="19050"/>
                </a:lnTo>
                <a:lnTo>
                  <a:pt x="4979899" y="19050"/>
                </a:lnTo>
                <a:lnTo>
                  <a:pt x="4984090" y="14732"/>
                </a:lnTo>
                <a:lnTo>
                  <a:pt x="4984090" y="4318"/>
                </a:lnTo>
                <a:lnTo>
                  <a:pt x="4979899" y="0"/>
                </a:lnTo>
                <a:close/>
              </a:path>
              <a:path w="10390505" h="4652010">
                <a:moveTo>
                  <a:pt x="5012665" y="0"/>
                </a:moveTo>
                <a:lnTo>
                  <a:pt x="5007458" y="0"/>
                </a:lnTo>
                <a:lnTo>
                  <a:pt x="5003140" y="4318"/>
                </a:lnTo>
                <a:lnTo>
                  <a:pt x="5003140" y="14732"/>
                </a:lnTo>
                <a:lnTo>
                  <a:pt x="5007458" y="19050"/>
                </a:lnTo>
                <a:lnTo>
                  <a:pt x="5012665" y="19050"/>
                </a:lnTo>
                <a:lnTo>
                  <a:pt x="5012665" y="0"/>
                </a:lnTo>
                <a:close/>
              </a:path>
              <a:path w="10390505" h="4652010">
                <a:moveTo>
                  <a:pt x="5017999" y="0"/>
                </a:moveTo>
                <a:lnTo>
                  <a:pt x="5012792" y="0"/>
                </a:lnTo>
                <a:lnTo>
                  <a:pt x="5012792" y="19050"/>
                </a:lnTo>
                <a:lnTo>
                  <a:pt x="5017999" y="19050"/>
                </a:lnTo>
                <a:lnTo>
                  <a:pt x="5022317" y="14732"/>
                </a:lnTo>
                <a:lnTo>
                  <a:pt x="5022317" y="4318"/>
                </a:lnTo>
                <a:lnTo>
                  <a:pt x="5017999" y="0"/>
                </a:lnTo>
                <a:close/>
              </a:path>
              <a:path w="10390505" h="4652010">
                <a:moveTo>
                  <a:pt x="5050892" y="0"/>
                </a:moveTo>
                <a:lnTo>
                  <a:pt x="5045558" y="0"/>
                </a:lnTo>
                <a:lnTo>
                  <a:pt x="5041367" y="4318"/>
                </a:lnTo>
                <a:lnTo>
                  <a:pt x="5041367" y="14732"/>
                </a:lnTo>
                <a:lnTo>
                  <a:pt x="5045558" y="19050"/>
                </a:lnTo>
                <a:lnTo>
                  <a:pt x="5050892" y="19050"/>
                </a:lnTo>
                <a:lnTo>
                  <a:pt x="5050892" y="0"/>
                </a:lnTo>
                <a:close/>
              </a:path>
              <a:path w="10390505" h="4652010">
                <a:moveTo>
                  <a:pt x="5056099" y="0"/>
                </a:moveTo>
                <a:lnTo>
                  <a:pt x="5050892" y="0"/>
                </a:lnTo>
                <a:lnTo>
                  <a:pt x="5050892" y="19050"/>
                </a:lnTo>
                <a:lnTo>
                  <a:pt x="5056099" y="19050"/>
                </a:lnTo>
                <a:lnTo>
                  <a:pt x="5060417" y="14732"/>
                </a:lnTo>
                <a:lnTo>
                  <a:pt x="5060417" y="4318"/>
                </a:lnTo>
                <a:lnTo>
                  <a:pt x="5056099" y="0"/>
                </a:lnTo>
                <a:close/>
              </a:path>
              <a:path w="10390505" h="4652010">
                <a:moveTo>
                  <a:pt x="5088992" y="0"/>
                </a:moveTo>
                <a:lnTo>
                  <a:pt x="5083658" y="0"/>
                </a:lnTo>
                <a:lnTo>
                  <a:pt x="5079467" y="4318"/>
                </a:lnTo>
                <a:lnTo>
                  <a:pt x="5079467" y="14732"/>
                </a:lnTo>
                <a:lnTo>
                  <a:pt x="5083658" y="19050"/>
                </a:lnTo>
                <a:lnTo>
                  <a:pt x="5088992" y="19050"/>
                </a:lnTo>
                <a:lnTo>
                  <a:pt x="5088992" y="0"/>
                </a:lnTo>
                <a:close/>
              </a:path>
              <a:path w="10390505" h="4652010">
                <a:moveTo>
                  <a:pt x="5094199" y="0"/>
                </a:moveTo>
                <a:lnTo>
                  <a:pt x="5088992" y="0"/>
                </a:lnTo>
                <a:lnTo>
                  <a:pt x="5088992" y="19050"/>
                </a:lnTo>
                <a:lnTo>
                  <a:pt x="5094199" y="19050"/>
                </a:lnTo>
                <a:lnTo>
                  <a:pt x="5098517" y="14732"/>
                </a:lnTo>
                <a:lnTo>
                  <a:pt x="5098517" y="4318"/>
                </a:lnTo>
                <a:lnTo>
                  <a:pt x="5094199" y="0"/>
                </a:lnTo>
                <a:close/>
              </a:path>
              <a:path w="10390505" h="4652010">
                <a:moveTo>
                  <a:pt x="5127092" y="0"/>
                </a:moveTo>
                <a:lnTo>
                  <a:pt x="5121758" y="0"/>
                </a:lnTo>
                <a:lnTo>
                  <a:pt x="5117567" y="4318"/>
                </a:lnTo>
                <a:lnTo>
                  <a:pt x="5117567" y="14732"/>
                </a:lnTo>
                <a:lnTo>
                  <a:pt x="5121758" y="19050"/>
                </a:lnTo>
                <a:lnTo>
                  <a:pt x="5127092" y="19050"/>
                </a:lnTo>
                <a:lnTo>
                  <a:pt x="5127092" y="0"/>
                </a:lnTo>
                <a:close/>
              </a:path>
              <a:path w="10390505" h="4652010">
                <a:moveTo>
                  <a:pt x="5132299" y="0"/>
                </a:moveTo>
                <a:lnTo>
                  <a:pt x="5127092" y="0"/>
                </a:lnTo>
                <a:lnTo>
                  <a:pt x="5127092" y="19050"/>
                </a:lnTo>
                <a:lnTo>
                  <a:pt x="5132299" y="19050"/>
                </a:lnTo>
                <a:lnTo>
                  <a:pt x="5136617" y="14732"/>
                </a:lnTo>
                <a:lnTo>
                  <a:pt x="5136617" y="4318"/>
                </a:lnTo>
                <a:lnTo>
                  <a:pt x="5132299" y="0"/>
                </a:lnTo>
                <a:close/>
              </a:path>
              <a:path w="10390505" h="4652010">
                <a:moveTo>
                  <a:pt x="5165192" y="0"/>
                </a:moveTo>
                <a:lnTo>
                  <a:pt x="5159985" y="0"/>
                </a:lnTo>
                <a:lnTo>
                  <a:pt x="5155667" y="4318"/>
                </a:lnTo>
                <a:lnTo>
                  <a:pt x="5155667" y="14732"/>
                </a:lnTo>
                <a:lnTo>
                  <a:pt x="5159985" y="19050"/>
                </a:lnTo>
                <a:lnTo>
                  <a:pt x="5165192" y="19050"/>
                </a:lnTo>
                <a:lnTo>
                  <a:pt x="5165192" y="0"/>
                </a:lnTo>
                <a:close/>
              </a:path>
              <a:path w="10390505" h="4652010">
                <a:moveTo>
                  <a:pt x="5170526" y="0"/>
                </a:moveTo>
                <a:lnTo>
                  <a:pt x="5165192" y="0"/>
                </a:lnTo>
                <a:lnTo>
                  <a:pt x="5165192" y="19050"/>
                </a:lnTo>
                <a:lnTo>
                  <a:pt x="5170526" y="19050"/>
                </a:lnTo>
                <a:lnTo>
                  <a:pt x="5174717" y="14732"/>
                </a:lnTo>
                <a:lnTo>
                  <a:pt x="5174717" y="4318"/>
                </a:lnTo>
                <a:lnTo>
                  <a:pt x="5170526" y="0"/>
                </a:lnTo>
                <a:close/>
              </a:path>
              <a:path w="10390505" h="4652010">
                <a:moveTo>
                  <a:pt x="5203292" y="0"/>
                </a:moveTo>
                <a:lnTo>
                  <a:pt x="5198085" y="0"/>
                </a:lnTo>
                <a:lnTo>
                  <a:pt x="5193767" y="4318"/>
                </a:lnTo>
                <a:lnTo>
                  <a:pt x="5193767" y="14732"/>
                </a:lnTo>
                <a:lnTo>
                  <a:pt x="5198085" y="19050"/>
                </a:lnTo>
                <a:lnTo>
                  <a:pt x="5203292" y="19050"/>
                </a:lnTo>
                <a:lnTo>
                  <a:pt x="5203292" y="0"/>
                </a:lnTo>
                <a:close/>
              </a:path>
              <a:path w="10390505" h="4652010">
                <a:moveTo>
                  <a:pt x="5208626" y="0"/>
                </a:moveTo>
                <a:lnTo>
                  <a:pt x="5203292" y="0"/>
                </a:lnTo>
                <a:lnTo>
                  <a:pt x="5203292" y="19050"/>
                </a:lnTo>
                <a:lnTo>
                  <a:pt x="5208626" y="19050"/>
                </a:lnTo>
                <a:lnTo>
                  <a:pt x="5212817" y="14732"/>
                </a:lnTo>
                <a:lnTo>
                  <a:pt x="5212817" y="4318"/>
                </a:lnTo>
                <a:lnTo>
                  <a:pt x="5208626" y="0"/>
                </a:lnTo>
                <a:close/>
              </a:path>
              <a:path w="10390505" h="4652010">
                <a:moveTo>
                  <a:pt x="5241392" y="0"/>
                </a:moveTo>
                <a:lnTo>
                  <a:pt x="5236185" y="0"/>
                </a:lnTo>
                <a:lnTo>
                  <a:pt x="5231867" y="4318"/>
                </a:lnTo>
                <a:lnTo>
                  <a:pt x="5231867" y="14732"/>
                </a:lnTo>
                <a:lnTo>
                  <a:pt x="5236185" y="19050"/>
                </a:lnTo>
                <a:lnTo>
                  <a:pt x="5241392" y="19050"/>
                </a:lnTo>
                <a:lnTo>
                  <a:pt x="5241392" y="0"/>
                </a:lnTo>
                <a:close/>
              </a:path>
              <a:path w="10390505" h="4652010">
                <a:moveTo>
                  <a:pt x="5246726" y="0"/>
                </a:moveTo>
                <a:lnTo>
                  <a:pt x="5241392" y="0"/>
                </a:lnTo>
                <a:lnTo>
                  <a:pt x="5241392" y="19050"/>
                </a:lnTo>
                <a:lnTo>
                  <a:pt x="5246726" y="19050"/>
                </a:lnTo>
                <a:lnTo>
                  <a:pt x="5250917" y="14732"/>
                </a:lnTo>
                <a:lnTo>
                  <a:pt x="5250917" y="4318"/>
                </a:lnTo>
                <a:lnTo>
                  <a:pt x="5246726" y="0"/>
                </a:lnTo>
                <a:close/>
              </a:path>
              <a:path w="10390505" h="4652010">
                <a:moveTo>
                  <a:pt x="5279492" y="0"/>
                </a:moveTo>
                <a:lnTo>
                  <a:pt x="5274285" y="0"/>
                </a:lnTo>
                <a:lnTo>
                  <a:pt x="5269967" y="4318"/>
                </a:lnTo>
                <a:lnTo>
                  <a:pt x="5269967" y="14732"/>
                </a:lnTo>
                <a:lnTo>
                  <a:pt x="5274285" y="19050"/>
                </a:lnTo>
                <a:lnTo>
                  <a:pt x="5279492" y="19050"/>
                </a:lnTo>
                <a:lnTo>
                  <a:pt x="5279492" y="0"/>
                </a:lnTo>
                <a:close/>
              </a:path>
              <a:path w="10390505" h="4652010">
                <a:moveTo>
                  <a:pt x="5284826" y="0"/>
                </a:moveTo>
                <a:lnTo>
                  <a:pt x="5279619" y="0"/>
                </a:lnTo>
                <a:lnTo>
                  <a:pt x="5279619" y="19050"/>
                </a:lnTo>
                <a:lnTo>
                  <a:pt x="5284826" y="19050"/>
                </a:lnTo>
                <a:lnTo>
                  <a:pt x="5289144" y="14732"/>
                </a:lnTo>
                <a:lnTo>
                  <a:pt x="5289144" y="4318"/>
                </a:lnTo>
                <a:lnTo>
                  <a:pt x="5284826" y="0"/>
                </a:lnTo>
                <a:close/>
              </a:path>
              <a:path w="10390505" h="4652010">
                <a:moveTo>
                  <a:pt x="5317719" y="0"/>
                </a:moveTo>
                <a:lnTo>
                  <a:pt x="5312385" y="0"/>
                </a:lnTo>
                <a:lnTo>
                  <a:pt x="5308194" y="4318"/>
                </a:lnTo>
                <a:lnTo>
                  <a:pt x="5308194" y="14732"/>
                </a:lnTo>
                <a:lnTo>
                  <a:pt x="5312385" y="19050"/>
                </a:lnTo>
                <a:lnTo>
                  <a:pt x="5317719" y="19050"/>
                </a:lnTo>
                <a:lnTo>
                  <a:pt x="5317719" y="0"/>
                </a:lnTo>
                <a:close/>
              </a:path>
              <a:path w="10390505" h="4652010">
                <a:moveTo>
                  <a:pt x="5322926" y="0"/>
                </a:moveTo>
                <a:lnTo>
                  <a:pt x="5317719" y="0"/>
                </a:lnTo>
                <a:lnTo>
                  <a:pt x="5317719" y="19050"/>
                </a:lnTo>
                <a:lnTo>
                  <a:pt x="5322926" y="19050"/>
                </a:lnTo>
                <a:lnTo>
                  <a:pt x="5327244" y="14732"/>
                </a:lnTo>
                <a:lnTo>
                  <a:pt x="5327244" y="4318"/>
                </a:lnTo>
                <a:lnTo>
                  <a:pt x="5322926" y="0"/>
                </a:lnTo>
                <a:close/>
              </a:path>
              <a:path w="10390505" h="4652010">
                <a:moveTo>
                  <a:pt x="5355819" y="0"/>
                </a:moveTo>
                <a:lnTo>
                  <a:pt x="5350485" y="0"/>
                </a:lnTo>
                <a:lnTo>
                  <a:pt x="5346294" y="4318"/>
                </a:lnTo>
                <a:lnTo>
                  <a:pt x="5346294" y="14732"/>
                </a:lnTo>
                <a:lnTo>
                  <a:pt x="5350485" y="19050"/>
                </a:lnTo>
                <a:lnTo>
                  <a:pt x="5355819" y="19050"/>
                </a:lnTo>
                <a:lnTo>
                  <a:pt x="5355819" y="0"/>
                </a:lnTo>
                <a:close/>
              </a:path>
              <a:path w="10390505" h="4652010">
                <a:moveTo>
                  <a:pt x="5361026" y="0"/>
                </a:moveTo>
                <a:lnTo>
                  <a:pt x="5355819" y="0"/>
                </a:lnTo>
                <a:lnTo>
                  <a:pt x="5355819" y="19050"/>
                </a:lnTo>
                <a:lnTo>
                  <a:pt x="5361026" y="19050"/>
                </a:lnTo>
                <a:lnTo>
                  <a:pt x="5365344" y="14732"/>
                </a:lnTo>
                <a:lnTo>
                  <a:pt x="5365344" y="4318"/>
                </a:lnTo>
                <a:lnTo>
                  <a:pt x="5361026" y="0"/>
                </a:lnTo>
                <a:close/>
              </a:path>
              <a:path w="10390505" h="4652010">
                <a:moveTo>
                  <a:pt x="5393919" y="0"/>
                </a:moveTo>
                <a:lnTo>
                  <a:pt x="5388712" y="0"/>
                </a:lnTo>
                <a:lnTo>
                  <a:pt x="5384394" y="4318"/>
                </a:lnTo>
                <a:lnTo>
                  <a:pt x="5384394" y="14732"/>
                </a:lnTo>
                <a:lnTo>
                  <a:pt x="5388712" y="19050"/>
                </a:lnTo>
                <a:lnTo>
                  <a:pt x="5393919" y="19050"/>
                </a:lnTo>
                <a:lnTo>
                  <a:pt x="5393919" y="0"/>
                </a:lnTo>
                <a:close/>
              </a:path>
              <a:path w="10390505" h="4652010">
                <a:moveTo>
                  <a:pt x="5399253" y="0"/>
                </a:moveTo>
                <a:lnTo>
                  <a:pt x="5393919" y="0"/>
                </a:lnTo>
                <a:lnTo>
                  <a:pt x="5393919" y="19050"/>
                </a:lnTo>
                <a:lnTo>
                  <a:pt x="5399253" y="19050"/>
                </a:lnTo>
                <a:lnTo>
                  <a:pt x="5403444" y="14732"/>
                </a:lnTo>
                <a:lnTo>
                  <a:pt x="5403444" y="4318"/>
                </a:lnTo>
                <a:lnTo>
                  <a:pt x="5399253" y="0"/>
                </a:lnTo>
                <a:close/>
              </a:path>
              <a:path w="10390505" h="4652010">
                <a:moveTo>
                  <a:pt x="5432019" y="0"/>
                </a:moveTo>
                <a:lnTo>
                  <a:pt x="5426812" y="0"/>
                </a:lnTo>
                <a:lnTo>
                  <a:pt x="5422494" y="4318"/>
                </a:lnTo>
                <a:lnTo>
                  <a:pt x="5422494" y="14732"/>
                </a:lnTo>
                <a:lnTo>
                  <a:pt x="5426812" y="19050"/>
                </a:lnTo>
                <a:lnTo>
                  <a:pt x="5432019" y="19050"/>
                </a:lnTo>
                <a:lnTo>
                  <a:pt x="5432019" y="0"/>
                </a:lnTo>
                <a:close/>
              </a:path>
              <a:path w="10390505" h="4652010">
                <a:moveTo>
                  <a:pt x="5437353" y="0"/>
                </a:moveTo>
                <a:lnTo>
                  <a:pt x="5432019" y="0"/>
                </a:lnTo>
                <a:lnTo>
                  <a:pt x="5432019" y="19050"/>
                </a:lnTo>
                <a:lnTo>
                  <a:pt x="5437353" y="19050"/>
                </a:lnTo>
                <a:lnTo>
                  <a:pt x="5441544" y="14732"/>
                </a:lnTo>
                <a:lnTo>
                  <a:pt x="5441544" y="4318"/>
                </a:lnTo>
                <a:lnTo>
                  <a:pt x="5437353" y="0"/>
                </a:lnTo>
                <a:close/>
              </a:path>
              <a:path w="10390505" h="4652010">
                <a:moveTo>
                  <a:pt x="5470119" y="0"/>
                </a:moveTo>
                <a:lnTo>
                  <a:pt x="5464912" y="0"/>
                </a:lnTo>
                <a:lnTo>
                  <a:pt x="5460594" y="4318"/>
                </a:lnTo>
                <a:lnTo>
                  <a:pt x="5460594" y="14732"/>
                </a:lnTo>
                <a:lnTo>
                  <a:pt x="5464912" y="19050"/>
                </a:lnTo>
                <a:lnTo>
                  <a:pt x="5470119" y="19050"/>
                </a:lnTo>
                <a:lnTo>
                  <a:pt x="5470119" y="0"/>
                </a:lnTo>
                <a:close/>
              </a:path>
              <a:path w="10390505" h="4652010">
                <a:moveTo>
                  <a:pt x="5475453" y="0"/>
                </a:moveTo>
                <a:lnTo>
                  <a:pt x="5470119" y="0"/>
                </a:lnTo>
                <a:lnTo>
                  <a:pt x="5470119" y="19050"/>
                </a:lnTo>
                <a:lnTo>
                  <a:pt x="5475453" y="19050"/>
                </a:lnTo>
                <a:lnTo>
                  <a:pt x="5479644" y="14732"/>
                </a:lnTo>
                <a:lnTo>
                  <a:pt x="5479644" y="4318"/>
                </a:lnTo>
                <a:lnTo>
                  <a:pt x="5475453" y="0"/>
                </a:lnTo>
                <a:close/>
              </a:path>
              <a:path w="10390505" h="4652010">
                <a:moveTo>
                  <a:pt x="5508219" y="0"/>
                </a:moveTo>
                <a:lnTo>
                  <a:pt x="5503012" y="0"/>
                </a:lnTo>
                <a:lnTo>
                  <a:pt x="5498694" y="4318"/>
                </a:lnTo>
                <a:lnTo>
                  <a:pt x="5498694" y="14732"/>
                </a:lnTo>
                <a:lnTo>
                  <a:pt x="5503012" y="19050"/>
                </a:lnTo>
                <a:lnTo>
                  <a:pt x="5508219" y="19050"/>
                </a:lnTo>
                <a:lnTo>
                  <a:pt x="5508219" y="0"/>
                </a:lnTo>
                <a:close/>
              </a:path>
              <a:path w="10390505" h="4652010">
                <a:moveTo>
                  <a:pt x="5513553" y="0"/>
                </a:moveTo>
                <a:lnTo>
                  <a:pt x="5508346" y="0"/>
                </a:lnTo>
                <a:lnTo>
                  <a:pt x="5508346" y="19050"/>
                </a:lnTo>
                <a:lnTo>
                  <a:pt x="5513553" y="19050"/>
                </a:lnTo>
                <a:lnTo>
                  <a:pt x="5517871" y="14732"/>
                </a:lnTo>
                <a:lnTo>
                  <a:pt x="5517871" y="4318"/>
                </a:lnTo>
                <a:lnTo>
                  <a:pt x="5513553" y="0"/>
                </a:lnTo>
                <a:close/>
              </a:path>
              <a:path w="10390505" h="4652010">
                <a:moveTo>
                  <a:pt x="5546446" y="0"/>
                </a:moveTo>
                <a:lnTo>
                  <a:pt x="5541112" y="0"/>
                </a:lnTo>
                <a:lnTo>
                  <a:pt x="5536921" y="4318"/>
                </a:lnTo>
                <a:lnTo>
                  <a:pt x="5536921" y="14732"/>
                </a:lnTo>
                <a:lnTo>
                  <a:pt x="5541112" y="19050"/>
                </a:lnTo>
                <a:lnTo>
                  <a:pt x="5546446" y="19050"/>
                </a:lnTo>
                <a:lnTo>
                  <a:pt x="5546446" y="0"/>
                </a:lnTo>
                <a:close/>
              </a:path>
              <a:path w="10390505" h="4652010">
                <a:moveTo>
                  <a:pt x="5551653" y="0"/>
                </a:moveTo>
                <a:lnTo>
                  <a:pt x="5546446" y="0"/>
                </a:lnTo>
                <a:lnTo>
                  <a:pt x="5546446" y="19050"/>
                </a:lnTo>
                <a:lnTo>
                  <a:pt x="5551653" y="19050"/>
                </a:lnTo>
                <a:lnTo>
                  <a:pt x="5555971" y="14732"/>
                </a:lnTo>
                <a:lnTo>
                  <a:pt x="5555971" y="4318"/>
                </a:lnTo>
                <a:lnTo>
                  <a:pt x="5551653" y="0"/>
                </a:lnTo>
                <a:close/>
              </a:path>
              <a:path w="10390505" h="4652010">
                <a:moveTo>
                  <a:pt x="5584546" y="0"/>
                </a:moveTo>
                <a:lnTo>
                  <a:pt x="5579212" y="0"/>
                </a:lnTo>
                <a:lnTo>
                  <a:pt x="5575021" y="4318"/>
                </a:lnTo>
                <a:lnTo>
                  <a:pt x="5575021" y="14732"/>
                </a:lnTo>
                <a:lnTo>
                  <a:pt x="5579212" y="19050"/>
                </a:lnTo>
                <a:lnTo>
                  <a:pt x="5584546" y="19050"/>
                </a:lnTo>
                <a:lnTo>
                  <a:pt x="5584546" y="0"/>
                </a:lnTo>
                <a:close/>
              </a:path>
              <a:path w="10390505" h="4652010">
                <a:moveTo>
                  <a:pt x="5589753" y="0"/>
                </a:moveTo>
                <a:lnTo>
                  <a:pt x="5584546" y="0"/>
                </a:lnTo>
                <a:lnTo>
                  <a:pt x="5584546" y="19050"/>
                </a:lnTo>
                <a:lnTo>
                  <a:pt x="5589753" y="19050"/>
                </a:lnTo>
                <a:lnTo>
                  <a:pt x="5594071" y="14732"/>
                </a:lnTo>
                <a:lnTo>
                  <a:pt x="5594071" y="4318"/>
                </a:lnTo>
                <a:lnTo>
                  <a:pt x="5589753" y="0"/>
                </a:lnTo>
                <a:close/>
              </a:path>
              <a:path w="10390505" h="4652010">
                <a:moveTo>
                  <a:pt x="5622646" y="0"/>
                </a:moveTo>
                <a:lnTo>
                  <a:pt x="5617312" y="0"/>
                </a:lnTo>
                <a:lnTo>
                  <a:pt x="5613121" y="4318"/>
                </a:lnTo>
                <a:lnTo>
                  <a:pt x="5613121" y="14732"/>
                </a:lnTo>
                <a:lnTo>
                  <a:pt x="5617312" y="19050"/>
                </a:lnTo>
                <a:lnTo>
                  <a:pt x="5622646" y="19050"/>
                </a:lnTo>
                <a:lnTo>
                  <a:pt x="5622646" y="0"/>
                </a:lnTo>
                <a:close/>
              </a:path>
              <a:path w="10390505" h="4652010">
                <a:moveTo>
                  <a:pt x="5627853" y="0"/>
                </a:moveTo>
                <a:lnTo>
                  <a:pt x="5622646" y="0"/>
                </a:lnTo>
                <a:lnTo>
                  <a:pt x="5622646" y="19050"/>
                </a:lnTo>
                <a:lnTo>
                  <a:pt x="5627853" y="19050"/>
                </a:lnTo>
                <a:lnTo>
                  <a:pt x="5632171" y="14732"/>
                </a:lnTo>
                <a:lnTo>
                  <a:pt x="5632171" y="4318"/>
                </a:lnTo>
                <a:lnTo>
                  <a:pt x="5627853" y="0"/>
                </a:lnTo>
                <a:close/>
              </a:path>
              <a:path w="10390505" h="4652010">
                <a:moveTo>
                  <a:pt x="5660746" y="0"/>
                </a:moveTo>
                <a:lnTo>
                  <a:pt x="5655539" y="0"/>
                </a:lnTo>
                <a:lnTo>
                  <a:pt x="5651221" y="4318"/>
                </a:lnTo>
                <a:lnTo>
                  <a:pt x="5651221" y="14732"/>
                </a:lnTo>
                <a:lnTo>
                  <a:pt x="5655539" y="19050"/>
                </a:lnTo>
                <a:lnTo>
                  <a:pt x="5660746" y="19050"/>
                </a:lnTo>
                <a:lnTo>
                  <a:pt x="5660746" y="0"/>
                </a:lnTo>
                <a:close/>
              </a:path>
              <a:path w="10390505" h="4652010">
                <a:moveTo>
                  <a:pt x="5666080" y="0"/>
                </a:moveTo>
                <a:lnTo>
                  <a:pt x="5660746" y="0"/>
                </a:lnTo>
                <a:lnTo>
                  <a:pt x="5660746" y="19050"/>
                </a:lnTo>
                <a:lnTo>
                  <a:pt x="5666080" y="19050"/>
                </a:lnTo>
                <a:lnTo>
                  <a:pt x="5670271" y="14732"/>
                </a:lnTo>
                <a:lnTo>
                  <a:pt x="5670271" y="4318"/>
                </a:lnTo>
                <a:lnTo>
                  <a:pt x="5666080" y="0"/>
                </a:lnTo>
                <a:close/>
              </a:path>
              <a:path w="10390505" h="4652010">
                <a:moveTo>
                  <a:pt x="5698846" y="0"/>
                </a:moveTo>
                <a:lnTo>
                  <a:pt x="5693639" y="0"/>
                </a:lnTo>
                <a:lnTo>
                  <a:pt x="5689321" y="4318"/>
                </a:lnTo>
                <a:lnTo>
                  <a:pt x="5689321" y="14732"/>
                </a:lnTo>
                <a:lnTo>
                  <a:pt x="5693639" y="19050"/>
                </a:lnTo>
                <a:lnTo>
                  <a:pt x="5698846" y="19050"/>
                </a:lnTo>
                <a:lnTo>
                  <a:pt x="5698846" y="0"/>
                </a:lnTo>
                <a:close/>
              </a:path>
              <a:path w="10390505" h="4652010">
                <a:moveTo>
                  <a:pt x="5704180" y="0"/>
                </a:moveTo>
                <a:lnTo>
                  <a:pt x="5698846" y="0"/>
                </a:lnTo>
                <a:lnTo>
                  <a:pt x="5698846" y="19050"/>
                </a:lnTo>
                <a:lnTo>
                  <a:pt x="5704180" y="19050"/>
                </a:lnTo>
                <a:lnTo>
                  <a:pt x="5708371" y="14732"/>
                </a:lnTo>
                <a:lnTo>
                  <a:pt x="5708371" y="4318"/>
                </a:lnTo>
                <a:lnTo>
                  <a:pt x="5704180" y="0"/>
                </a:lnTo>
                <a:close/>
              </a:path>
              <a:path w="10390505" h="4652010">
                <a:moveTo>
                  <a:pt x="5736946" y="0"/>
                </a:moveTo>
                <a:lnTo>
                  <a:pt x="5731739" y="0"/>
                </a:lnTo>
                <a:lnTo>
                  <a:pt x="5727421" y="4318"/>
                </a:lnTo>
                <a:lnTo>
                  <a:pt x="5727421" y="14732"/>
                </a:lnTo>
                <a:lnTo>
                  <a:pt x="5731739" y="19050"/>
                </a:lnTo>
                <a:lnTo>
                  <a:pt x="5736946" y="19050"/>
                </a:lnTo>
                <a:lnTo>
                  <a:pt x="5736946" y="0"/>
                </a:lnTo>
                <a:close/>
              </a:path>
              <a:path w="10390505" h="4652010">
                <a:moveTo>
                  <a:pt x="5742280" y="0"/>
                </a:moveTo>
                <a:lnTo>
                  <a:pt x="5736946" y="0"/>
                </a:lnTo>
                <a:lnTo>
                  <a:pt x="5736946" y="19050"/>
                </a:lnTo>
                <a:lnTo>
                  <a:pt x="5742280" y="19050"/>
                </a:lnTo>
                <a:lnTo>
                  <a:pt x="5746471" y="14732"/>
                </a:lnTo>
                <a:lnTo>
                  <a:pt x="5746471" y="4318"/>
                </a:lnTo>
                <a:lnTo>
                  <a:pt x="5742280" y="0"/>
                </a:lnTo>
                <a:close/>
              </a:path>
              <a:path w="10390505" h="4652010">
                <a:moveTo>
                  <a:pt x="5775046" y="0"/>
                </a:moveTo>
                <a:lnTo>
                  <a:pt x="5769839" y="0"/>
                </a:lnTo>
                <a:lnTo>
                  <a:pt x="5765521" y="4318"/>
                </a:lnTo>
                <a:lnTo>
                  <a:pt x="5765521" y="14732"/>
                </a:lnTo>
                <a:lnTo>
                  <a:pt x="5769839" y="19050"/>
                </a:lnTo>
                <a:lnTo>
                  <a:pt x="5775046" y="19050"/>
                </a:lnTo>
                <a:lnTo>
                  <a:pt x="5775046" y="0"/>
                </a:lnTo>
                <a:close/>
              </a:path>
              <a:path w="10390505" h="4652010">
                <a:moveTo>
                  <a:pt x="5780380" y="0"/>
                </a:moveTo>
                <a:lnTo>
                  <a:pt x="5775173" y="0"/>
                </a:lnTo>
                <a:lnTo>
                  <a:pt x="5775173" y="19050"/>
                </a:lnTo>
                <a:lnTo>
                  <a:pt x="5780380" y="19050"/>
                </a:lnTo>
                <a:lnTo>
                  <a:pt x="5784698" y="14732"/>
                </a:lnTo>
                <a:lnTo>
                  <a:pt x="5784698" y="4318"/>
                </a:lnTo>
                <a:lnTo>
                  <a:pt x="5780380" y="0"/>
                </a:lnTo>
                <a:close/>
              </a:path>
              <a:path w="10390505" h="4652010">
                <a:moveTo>
                  <a:pt x="5813273" y="0"/>
                </a:moveTo>
                <a:lnTo>
                  <a:pt x="5807939" y="0"/>
                </a:lnTo>
                <a:lnTo>
                  <a:pt x="5803748" y="4318"/>
                </a:lnTo>
                <a:lnTo>
                  <a:pt x="5803748" y="14732"/>
                </a:lnTo>
                <a:lnTo>
                  <a:pt x="5807939" y="19050"/>
                </a:lnTo>
                <a:lnTo>
                  <a:pt x="5813273" y="19050"/>
                </a:lnTo>
                <a:lnTo>
                  <a:pt x="5813273" y="0"/>
                </a:lnTo>
                <a:close/>
              </a:path>
              <a:path w="10390505" h="4652010">
                <a:moveTo>
                  <a:pt x="5818480" y="0"/>
                </a:moveTo>
                <a:lnTo>
                  <a:pt x="5813273" y="0"/>
                </a:lnTo>
                <a:lnTo>
                  <a:pt x="5813273" y="19050"/>
                </a:lnTo>
                <a:lnTo>
                  <a:pt x="5818480" y="19050"/>
                </a:lnTo>
                <a:lnTo>
                  <a:pt x="5822798" y="14732"/>
                </a:lnTo>
                <a:lnTo>
                  <a:pt x="5822798" y="4318"/>
                </a:lnTo>
                <a:lnTo>
                  <a:pt x="5818480" y="0"/>
                </a:lnTo>
                <a:close/>
              </a:path>
              <a:path w="10390505" h="4652010">
                <a:moveTo>
                  <a:pt x="5851373" y="0"/>
                </a:moveTo>
                <a:lnTo>
                  <a:pt x="5846039" y="0"/>
                </a:lnTo>
                <a:lnTo>
                  <a:pt x="5841848" y="4318"/>
                </a:lnTo>
                <a:lnTo>
                  <a:pt x="5841848" y="14732"/>
                </a:lnTo>
                <a:lnTo>
                  <a:pt x="5846039" y="19050"/>
                </a:lnTo>
                <a:lnTo>
                  <a:pt x="5851373" y="19050"/>
                </a:lnTo>
                <a:lnTo>
                  <a:pt x="5851373" y="0"/>
                </a:lnTo>
                <a:close/>
              </a:path>
              <a:path w="10390505" h="4652010">
                <a:moveTo>
                  <a:pt x="5856580" y="0"/>
                </a:moveTo>
                <a:lnTo>
                  <a:pt x="5851373" y="0"/>
                </a:lnTo>
                <a:lnTo>
                  <a:pt x="5851373" y="19050"/>
                </a:lnTo>
                <a:lnTo>
                  <a:pt x="5856580" y="19050"/>
                </a:lnTo>
                <a:lnTo>
                  <a:pt x="5860898" y="14732"/>
                </a:lnTo>
                <a:lnTo>
                  <a:pt x="5860898" y="4318"/>
                </a:lnTo>
                <a:lnTo>
                  <a:pt x="5856580" y="0"/>
                </a:lnTo>
                <a:close/>
              </a:path>
              <a:path w="10390505" h="4652010">
                <a:moveTo>
                  <a:pt x="5889473" y="0"/>
                </a:moveTo>
                <a:lnTo>
                  <a:pt x="5884266" y="0"/>
                </a:lnTo>
                <a:lnTo>
                  <a:pt x="5879948" y="4318"/>
                </a:lnTo>
                <a:lnTo>
                  <a:pt x="5879948" y="14732"/>
                </a:lnTo>
                <a:lnTo>
                  <a:pt x="5884266" y="19050"/>
                </a:lnTo>
                <a:lnTo>
                  <a:pt x="5889473" y="19050"/>
                </a:lnTo>
                <a:lnTo>
                  <a:pt x="5889473" y="0"/>
                </a:lnTo>
                <a:close/>
              </a:path>
              <a:path w="10390505" h="4652010">
                <a:moveTo>
                  <a:pt x="5894807" y="0"/>
                </a:moveTo>
                <a:lnTo>
                  <a:pt x="5889473" y="0"/>
                </a:lnTo>
                <a:lnTo>
                  <a:pt x="5889473" y="19050"/>
                </a:lnTo>
                <a:lnTo>
                  <a:pt x="5894807" y="19050"/>
                </a:lnTo>
                <a:lnTo>
                  <a:pt x="5898998" y="14732"/>
                </a:lnTo>
                <a:lnTo>
                  <a:pt x="5898998" y="4318"/>
                </a:lnTo>
                <a:lnTo>
                  <a:pt x="5894807" y="0"/>
                </a:lnTo>
                <a:close/>
              </a:path>
              <a:path w="10390505" h="4652010">
                <a:moveTo>
                  <a:pt x="5927573" y="0"/>
                </a:moveTo>
                <a:lnTo>
                  <a:pt x="5922366" y="0"/>
                </a:lnTo>
                <a:lnTo>
                  <a:pt x="5918048" y="4318"/>
                </a:lnTo>
                <a:lnTo>
                  <a:pt x="5918048" y="14732"/>
                </a:lnTo>
                <a:lnTo>
                  <a:pt x="5922366" y="19050"/>
                </a:lnTo>
                <a:lnTo>
                  <a:pt x="5927573" y="19050"/>
                </a:lnTo>
                <a:lnTo>
                  <a:pt x="5927573" y="0"/>
                </a:lnTo>
                <a:close/>
              </a:path>
              <a:path w="10390505" h="4652010">
                <a:moveTo>
                  <a:pt x="5932907" y="0"/>
                </a:moveTo>
                <a:lnTo>
                  <a:pt x="5927573" y="0"/>
                </a:lnTo>
                <a:lnTo>
                  <a:pt x="5927573" y="19050"/>
                </a:lnTo>
                <a:lnTo>
                  <a:pt x="5932907" y="19050"/>
                </a:lnTo>
                <a:lnTo>
                  <a:pt x="5937098" y="14732"/>
                </a:lnTo>
                <a:lnTo>
                  <a:pt x="5937098" y="4318"/>
                </a:lnTo>
                <a:lnTo>
                  <a:pt x="5932907" y="0"/>
                </a:lnTo>
                <a:close/>
              </a:path>
              <a:path w="10390505" h="4652010">
                <a:moveTo>
                  <a:pt x="5965673" y="0"/>
                </a:moveTo>
                <a:lnTo>
                  <a:pt x="5960466" y="0"/>
                </a:lnTo>
                <a:lnTo>
                  <a:pt x="5956148" y="4318"/>
                </a:lnTo>
                <a:lnTo>
                  <a:pt x="5956148" y="14732"/>
                </a:lnTo>
                <a:lnTo>
                  <a:pt x="5960466" y="19050"/>
                </a:lnTo>
                <a:lnTo>
                  <a:pt x="5965673" y="19050"/>
                </a:lnTo>
                <a:lnTo>
                  <a:pt x="5965673" y="0"/>
                </a:lnTo>
                <a:close/>
              </a:path>
              <a:path w="10390505" h="4652010">
                <a:moveTo>
                  <a:pt x="5971007" y="0"/>
                </a:moveTo>
                <a:lnTo>
                  <a:pt x="5965673" y="0"/>
                </a:lnTo>
                <a:lnTo>
                  <a:pt x="5965673" y="19050"/>
                </a:lnTo>
                <a:lnTo>
                  <a:pt x="5971007" y="19050"/>
                </a:lnTo>
                <a:lnTo>
                  <a:pt x="5975198" y="14732"/>
                </a:lnTo>
                <a:lnTo>
                  <a:pt x="5975198" y="4318"/>
                </a:lnTo>
                <a:lnTo>
                  <a:pt x="5971007" y="0"/>
                </a:lnTo>
                <a:close/>
              </a:path>
              <a:path w="10390505" h="4652010">
                <a:moveTo>
                  <a:pt x="6003773" y="0"/>
                </a:moveTo>
                <a:lnTo>
                  <a:pt x="5998566" y="0"/>
                </a:lnTo>
                <a:lnTo>
                  <a:pt x="5994248" y="4318"/>
                </a:lnTo>
                <a:lnTo>
                  <a:pt x="5994248" y="14732"/>
                </a:lnTo>
                <a:lnTo>
                  <a:pt x="5998566" y="19050"/>
                </a:lnTo>
                <a:lnTo>
                  <a:pt x="6003773" y="19050"/>
                </a:lnTo>
                <a:lnTo>
                  <a:pt x="6003773" y="0"/>
                </a:lnTo>
                <a:close/>
              </a:path>
              <a:path w="10390505" h="4652010">
                <a:moveTo>
                  <a:pt x="6009107" y="0"/>
                </a:moveTo>
                <a:lnTo>
                  <a:pt x="6003900" y="0"/>
                </a:lnTo>
                <a:lnTo>
                  <a:pt x="6003900" y="19050"/>
                </a:lnTo>
                <a:lnTo>
                  <a:pt x="6009107" y="19050"/>
                </a:lnTo>
                <a:lnTo>
                  <a:pt x="6013425" y="14732"/>
                </a:lnTo>
                <a:lnTo>
                  <a:pt x="6013425" y="4318"/>
                </a:lnTo>
                <a:lnTo>
                  <a:pt x="6009107" y="0"/>
                </a:lnTo>
                <a:close/>
              </a:path>
              <a:path w="10390505" h="4652010">
                <a:moveTo>
                  <a:pt x="6042000" y="0"/>
                </a:moveTo>
                <a:lnTo>
                  <a:pt x="6036666" y="0"/>
                </a:lnTo>
                <a:lnTo>
                  <a:pt x="6032475" y="4318"/>
                </a:lnTo>
                <a:lnTo>
                  <a:pt x="6032475" y="14732"/>
                </a:lnTo>
                <a:lnTo>
                  <a:pt x="6036666" y="19050"/>
                </a:lnTo>
                <a:lnTo>
                  <a:pt x="6042000" y="19050"/>
                </a:lnTo>
                <a:lnTo>
                  <a:pt x="6042000" y="0"/>
                </a:lnTo>
                <a:close/>
              </a:path>
              <a:path w="10390505" h="4652010">
                <a:moveTo>
                  <a:pt x="6047207" y="0"/>
                </a:moveTo>
                <a:lnTo>
                  <a:pt x="6042000" y="0"/>
                </a:lnTo>
                <a:lnTo>
                  <a:pt x="6042000" y="19050"/>
                </a:lnTo>
                <a:lnTo>
                  <a:pt x="6047207" y="19050"/>
                </a:lnTo>
                <a:lnTo>
                  <a:pt x="6051525" y="14732"/>
                </a:lnTo>
                <a:lnTo>
                  <a:pt x="6051525" y="4318"/>
                </a:lnTo>
                <a:lnTo>
                  <a:pt x="6047207" y="0"/>
                </a:lnTo>
                <a:close/>
              </a:path>
              <a:path w="10390505" h="4652010">
                <a:moveTo>
                  <a:pt x="6080100" y="0"/>
                </a:moveTo>
                <a:lnTo>
                  <a:pt x="6074766" y="0"/>
                </a:lnTo>
                <a:lnTo>
                  <a:pt x="6070575" y="4318"/>
                </a:lnTo>
                <a:lnTo>
                  <a:pt x="6070575" y="14732"/>
                </a:lnTo>
                <a:lnTo>
                  <a:pt x="6074766" y="19050"/>
                </a:lnTo>
                <a:lnTo>
                  <a:pt x="6080100" y="19050"/>
                </a:lnTo>
                <a:lnTo>
                  <a:pt x="6080100" y="0"/>
                </a:lnTo>
                <a:close/>
              </a:path>
              <a:path w="10390505" h="4652010">
                <a:moveTo>
                  <a:pt x="6085307" y="0"/>
                </a:moveTo>
                <a:lnTo>
                  <a:pt x="6080100" y="0"/>
                </a:lnTo>
                <a:lnTo>
                  <a:pt x="6080100" y="19050"/>
                </a:lnTo>
                <a:lnTo>
                  <a:pt x="6085307" y="19050"/>
                </a:lnTo>
                <a:lnTo>
                  <a:pt x="6089625" y="14732"/>
                </a:lnTo>
                <a:lnTo>
                  <a:pt x="6089625" y="4318"/>
                </a:lnTo>
                <a:lnTo>
                  <a:pt x="6085307" y="0"/>
                </a:lnTo>
                <a:close/>
              </a:path>
              <a:path w="10390505" h="4652010">
                <a:moveTo>
                  <a:pt x="6118200" y="0"/>
                </a:moveTo>
                <a:lnTo>
                  <a:pt x="6112866" y="0"/>
                </a:lnTo>
                <a:lnTo>
                  <a:pt x="6108675" y="4318"/>
                </a:lnTo>
                <a:lnTo>
                  <a:pt x="6108675" y="14732"/>
                </a:lnTo>
                <a:lnTo>
                  <a:pt x="6112866" y="19050"/>
                </a:lnTo>
                <a:lnTo>
                  <a:pt x="6118200" y="19050"/>
                </a:lnTo>
                <a:lnTo>
                  <a:pt x="6118200" y="0"/>
                </a:lnTo>
                <a:close/>
              </a:path>
              <a:path w="10390505" h="4652010">
                <a:moveTo>
                  <a:pt x="6123407" y="0"/>
                </a:moveTo>
                <a:lnTo>
                  <a:pt x="6118200" y="0"/>
                </a:lnTo>
                <a:lnTo>
                  <a:pt x="6118200" y="19050"/>
                </a:lnTo>
                <a:lnTo>
                  <a:pt x="6123407" y="19050"/>
                </a:lnTo>
                <a:lnTo>
                  <a:pt x="6127725" y="14732"/>
                </a:lnTo>
                <a:lnTo>
                  <a:pt x="6127725" y="4318"/>
                </a:lnTo>
                <a:lnTo>
                  <a:pt x="6123407" y="0"/>
                </a:lnTo>
                <a:close/>
              </a:path>
              <a:path w="10390505" h="4652010">
                <a:moveTo>
                  <a:pt x="6156300" y="0"/>
                </a:moveTo>
                <a:lnTo>
                  <a:pt x="6151093" y="0"/>
                </a:lnTo>
                <a:lnTo>
                  <a:pt x="6146775" y="4318"/>
                </a:lnTo>
                <a:lnTo>
                  <a:pt x="6146775" y="14732"/>
                </a:lnTo>
                <a:lnTo>
                  <a:pt x="6151093" y="19050"/>
                </a:lnTo>
                <a:lnTo>
                  <a:pt x="6156300" y="19050"/>
                </a:lnTo>
                <a:lnTo>
                  <a:pt x="6156300" y="0"/>
                </a:lnTo>
                <a:close/>
              </a:path>
              <a:path w="10390505" h="4652010">
                <a:moveTo>
                  <a:pt x="6161634" y="0"/>
                </a:moveTo>
                <a:lnTo>
                  <a:pt x="6156300" y="0"/>
                </a:lnTo>
                <a:lnTo>
                  <a:pt x="6156300" y="19050"/>
                </a:lnTo>
                <a:lnTo>
                  <a:pt x="6161634" y="19050"/>
                </a:lnTo>
                <a:lnTo>
                  <a:pt x="6165825" y="14732"/>
                </a:lnTo>
                <a:lnTo>
                  <a:pt x="6165825" y="4318"/>
                </a:lnTo>
                <a:lnTo>
                  <a:pt x="6161634" y="0"/>
                </a:lnTo>
                <a:close/>
              </a:path>
              <a:path w="10390505" h="4652010">
                <a:moveTo>
                  <a:pt x="6194400" y="0"/>
                </a:moveTo>
                <a:lnTo>
                  <a:pt x="6189193" y="0"/>
                </a:lnTo>
                <a:lnTo>
                  <a:pt x="6184875" y="4318"/>
                </a:lnTo>
                <a:lnTo>
                  <a:pt x="6184875" y="14732"/>
                </a:lnTo>
                <a:lnTo>
                  <a:pt x="6189193" y="19050"/>
                </a:lnTo>
                <a:lnTo>
                  <a:pt x="6194400" y="19050"/>
                </a:lnTo>
                <a:lnTo>
                  <a:pt x="6194400" y="0"/>
                </a:lnTo>
                <a:close/>
              </a:path>
              <a:path w="10390505" h="4652010">
                <a:moveTo>
                  <a:pt x="6199734" y="0"/>
                </a:moveTo>
                <a:lnTo>
                  <a:pt x="6194400" y="0"/>
                </a:lnTo>
                <a:lnTo>
                  <a:pt x="6194400" y="19050"/>
                </a:lnTo>
                <a:lnTo>
                  <a:pt x="6199734" y="19050"/>
                </a:lnTo>
                <a:lnTo>
                  <a:pt x="6203925" y="14732"/>
                </a:lnTo>
                <a:lnTo>
                  <a:pt x="6203925" y="4318"/>
                </a:lnTo>
                <a:lnTo>
                  <a:pt x="6199734" y="0"/>
                </a:lnTo>
                <a:close/>
              </a:path>
              <a:path w="10390505" h="4652010">
                <a:moveTo>
                  <a:pt x="6232500" y="0"/>
                </a:moveTo>
                <a:lnTo>
                  <a:pt x="6227293" y="0"/>
                </a:lnTo>
                <a:lnTo>
                  <a:pt x="6222975" y="4318"/>
                </a:lnTo>
                <a:lnTo>
                  <a:pt x="6222975" y="14732"/>
                </a:lnTo>
                <a:lnTo>
                  <a:pt x="6227293" y="19050"/>
                </a:lnTo>
                <a:lnTo>
                  <a:pt x="6232500" y="19050"/>
                </a:lnTo>
                <a:lnTo>
                  <a:pt x="6232500" y="0"/>
                </a:lnTo>
                <a:close/>
              </a:path>
              <a:path w="10390505" h="4652010">
                <a:moveTo>
                  <a:pt x="6237834" y="0"/>
                </a:moveTo>
                <a:lnTo>
                  <a:pt x="6232500" y="0"/>
                </a:lnTo>
                <a:lnTo>
                  <a:pt x="6232500" y="19050"/>
                </a:lnTo>
                <a:lnTo>
                  <a:pt x="6237834" y="19050"/>
                </a:lnTo>
                <a:lnTo>
                  <a:pt x="6242025" y="14732"/>
                </a:lnTo>
                <a:lnTo>
                  <a:pt x="6242025" y="4318"/>
                </a:lnTo>
                <a:lnTo>
                  <a:pt x="6237834" y="0"/>
                </a:lnTo>
                <a:close/>
              </a:path>
              <a:path w="10390505" h="4652010">
                <a:moveTo>
                  <a:pt x="6270600" y="0"/>
                </a:moveTo>
                <a:lnTo>
                  <a:pt x="6265393" y="0"/>
                </a:lnTo>
                <a:lnTo>
                  <a:pt x="6261075" y="4318"/>
                </a:lnTo>
                <a:lnTo>
                  <a:pt x="6261075" y="14732"/>
                </a:lnTo>
                <a:lnTo>
                  <a:pt x="6265393" y="19050"/>
                </a:lnTo>
                <a:lnTo>
                  <a:pt x="6270600" y="19050"/>
                </a:lnTo>
                <a:lnTo>
                  <a:pt x="6270600" y="0"/>
                </a:lnTo>
                <a:close/>
              </a:path>
              <a:path w="10390505" h="4652010">
                <a:moveTo>
                  <a:pt x="6275934" y="0"/>
                </a:moveTo>
                <a:lnTo>
                  <a:pt x="6270727" y="0"/>
                </a:lnTo>
                <a:lnTo>
                  <a:pt x="6270727" y="19050"/>
                </a:lnTo>
                <a:lnTo>
                  <a:pt x="6275934" y="19050"/>
                </a:lnTo>
                <a:lnTo>
                  <a:pt x="6280252" y="14732"/>
                </a:lnTo>
                <a:lnTo>
                  <a:pt x="6280252" y="4318"/>
                </a:lnTo>
                <a:lnTo>
                  <a:pt x="6275934" y="0"/>
                </a:lnTo>
                <a:close/>
              </a:path>
              <a:path w="10390505" h="4652010">
                <a:moveTo>
                  <a:pt x="6308827" y="0"/>
                </a:moveTo>
                <a:lnTo>
                  <a:pt x="6303493" y="0"/>
                </a:lnTo>
                <a:lnTo>
                  <a:pt x="6299302" y="4318"/>
                </a:lnTo>
                <a:lnTo>
                  <a:pt x="6299302" y="14732"/>
                </a:lnTo>
                <a:lnTo>
                  <a:pt x="6303493" y="19050"/>
                </a:lnTo>
                <a:lnTo>
                  <a:pt x="6308827" y="19050"/>
                </a:lnTo>
                <a:lnTo>
                  <a:pt x="6308827" y="0"/>
                </a:lnTo>
                <a:close/>
              </a:path>
              <a:path w="10390505" h="4652010">
                <a:moveTo>
                  <a:pt x="6314034" y="0"/>
                </a:moveTo>
                <a:lnTo>
                  <a:pt x="6308827" y="0"/>
                </a:lnTo>
                <a:lnTo>
                  <a:pt x="6308827" y="19050"/>
                </a:lnTo>
                <a:lnTo>
                  <a:pt x="6314034" y="19050"/>
                </a:lnTo>
                <a:lnTo>
                  <a:pt x="6318352" y="14732"/>
                </a:lnTo>
                <a:lnTo>
                  <a:pt x="6318352" y="4318"/>
                </a:lnTo>
                <a:lnTo>
                  <a:pt x="6314034" y="0"/>
                </a:lnTo>
                <a:close/>
              </a:path>
              <a:path w="10390505" h="4652010">
                <a:moveTo>
                  <a:pt x="6346927" y="0"/>
                </a:moveTo>
                <a:lnTo>
                  <a:pt x="6341593" y="0"/>
                </a:lnTo>
                <a:lnTo>
                  <a:pt x="6337402" y="4318"/>
                </a:lnTo>
                <a:lnTo>
                  <a:pt x="6337402" y="14732"/>
                </a:lnTo>
                <a:lnTo>
                  <a:pt x="6341593" y="19050"/>
                </a:lnTo>
                <a:lnTo>
                  <a:pt x="6346927" y="19050"/>
                </a:lnTo>
                <a:lnTo>
                  <a:pt x="6346927" y="0"/>
                </a:lnTo>
                <a:close/>
              </a:path>
              <a:path w="10390505" h="4652010">
                <a:moveTo>
                  <a:pt x="6352134" y="0"/>
                </a:moveTo>
                <a:lnTo>
                  <a:pt x="6346927" y="0"/>
                </a:lnTo>
                <a:lnTo>
                  <a:pt x="6346927" y="19050"/>
                </a:lnTo>
                <a:lnTo>
                  <a:pt x="6352134" y="19050"/>
                </a:lnTo>
                <a:lnTo>
                  <a:pt x="6356452" y="14732"/>
                </a:lnTo>
                <a:lnTo>
                  <a:pt x="6356452" y="4318"/>
                </a:lnTo>
                <a:lnTo>
                  <a:pt x="6352134" y="0"/>
                </a:lnTo>
                <a:close/>
              </a:path>
              <a:path w="10390505" h="4652010">
                <a:moveTo>
                  <a:pt x="6385027" y="0"/>
                </a:moveTo>
                <a:lnTo>
                  <a:pt x="6379820" y="0"/>
                </a:lnTo>
                <a:lnTo>
                  <a:pt x="6375502" y="4318"/>
                </a:lnTo>
                <a:lnTo>
                  <a:pt x="6375502" y="14732"/>
                </a:lnTo>
                <a:lnTo>
                  <a:pt x="6379820" y="19050"/>
                </a:lnTo>
                <a:lnTo>
                  <a:pt x="6385027" y="19050"/>
                </a:lnTo>
                <a:lnTo>
                  <a:pt x="6385027" y="0"/>
                </a:lnTo>
                <a:close/>
              </a:path>
              <a:path w="10390505" h="4652010">
                <a:moveTo>
                  <a:pt x="6390234" y="0"/>
                </a:moveTo>
                <a:lnTo>
                  <a:pt x="6385027" y="0"/>
                </a:lnTo>
                <a:lnTo>
                  <a:pt x="6385027" y="19050"/>
                </a:lnTo>
                <a:lnTo>
                  <a:pt x="6390234" y="19050"/>
                </a:lnTo>
                <a:lnTo>
                  <a:pt x="6394552" y="14732"/>
                </a:lnTo>
                <a:lnTo>
                  <a:pt x="6394552" y="4318"/>
                </a:lnTo>
                <a:lnTo>
                  <a:pt x="6390234" y="0"/>
                </a:lnTo>
                <a:close/>
              </a:path>
              <a:path w="10390505" h="4652010">
                <a:moveTo>
                  <a:pt x="6423127" y="0"/>
                </a:moveTo>
                <a:lnTo>
                  <a:pt x="6417920" y="0"/>
                </a:lnTo>
                <a:lnTo>
                  <a:pt x="6413602" y="4318"/>
                </a:lnTo>
                <a:lnTo>
                  <a:pt x="6413602" y="14732"/>
                </a:lnTo>
                <a:lnTo>
                  <a:pt x="6417920" y="19050"/>
                </a:lnTo>
                <a:lnTo>
                  <a:pt x="6423127" y="19050"/>
                </a:lnTo>
                <a:lnTo>
                  <a:pt x="6423127" y="0"/>
                </a:lnTo>
                <a:close/>
              </a:path>
              <a:path w="10390505" h="4652010">
                <a:moveTo>
                  <a:pt x="6428461" y="0"/>
                </a:moveTo>
                <a:lnTo>
                  <a:pt x="6423127" y="0"/>
                </a:lnTo>
                <a:lnTo>
                  <a:pt x="6423127" y="19050"/>
                </a:lnTo>
                <a:lnTo>
                  <a:pt x="6428461" y="19050"/>
                </a:lnTo>
                <a:lnTo>
                  <a:pt x="6432652" y="14732"/>
                </a:lnTo>
                <a:lnTo>
                  <a:pt x="6432652" y="4318"/>
                </a:lnTo>
                <a:lnTo>
                  <a:pt x="6428461" y="0"/>
                </a:lnTo>
                <a:close/>
              </a:path>
              <a:path w="10390505" h="4652010">
                <a:moveTo>
                  <a:pt x="6461227" y="0"/>
                </a:moveTo>
                <a:lnTo>
                  <a:pt x="6456020" y="0"/>
                </a:lnTo>
                <a:lnTo>
                  <a:pt x="6451702" y="4318"/>
                </a:lnTo>
                <a:lnTo>
                  <a:pt x="6451702" y="14732"/>
                </a:lnTo>
                <a:lnTo>
                  <a:pt x="6456020" y="19050"/>
                </a:lnTo>
                <a:lnTo>
                  <a:pt x="6461227" y="19050"/>
                </a:lnTo>
                <a:lnTo>
                  <a:pt x="6461227" y="0"/>
                </a:lnTo>
                <a:close/>
              </a:path>
              <a:path w="10390505" h="4652010">
                <a:moveTo>
                  <a:pt x="6466561" y="0"/>
                </a:moveTo>
                <a:lnTo>
                  <a:pt x="6461227" y="0"/>
                </a:lnTo>
                <a:lnTo>
                  <a:pt x="6461227" y="19050"/>
                </a:lnTo>
                <a:lnTo>
                  <a:pt x="6466561" y="19050"/>
                </a:lnTo>
                <a:lnTo>
                  <a:pt x="6470752" y="14732"/>
                </a:lnTo>
                <a:lnTo>
                  <a:pt x="6470752" y="4318"/>
                </a:lnTo>
                <a:lnTo>
                  <a:pt x="6466561" y="0"/>
                </a:lnTo>
                <a:close/>
              </a:path>
              <a:path w="10390505" h="4652010">
                <a:moveTo>
                  <a:pt x="6499327" y="0"/>
                </a:moveTo>
                <a:lnTo>
                  <a:pt x="6494120" y="0"/>
                </a:lnTo>
                <a:lnTo>
                  <a:pt x="6489802" y="4318"/>
                </a:lnTo>
                <a:lnTo>
                  <a:pt x="6489802" y="14732"/>
                </a:lnTo>
                <a:lnTo>
                  <a:pt x="6494120" y="19050"/>
                </a:lnTo>
                <a:lnTo>
                  <a:pt x="6499327" y="19050"/>
                </a:lnTo>
                <a:lnTo>
                  <a:pt x="6499327" y="0"/>
                </a:lnTo>
                <a:close/>
              </a:path>
              <a:path w="10390505" h="4652010">
                <a:moveTo>
                  <a:pt x="6504661" y="0"/>
                </a:moveTo>
                <a:lnTo>
                  <a:pt x="6499454" y="0"/>
                </a:lnTo>
                <a:lnTo>
                  <a:pt x="6499454" y="19050"/>
                </a:lnTo>
                <a:lnTo>
                  <a:pt x="6504661" y="19050"/>
                </a:lnTo>
                <a:lnTo>
                  <a:pt x="6508979" y="14732"/>
                </a:lnTo>
                <a:lnTo>
                  <a:pt x="6508979" y="4318"/>
                </a:lnTo>
                <a:lnTo>
                  <a:pt x="6504661" y="0"/>
                </a:lnTo>
                <a:close/>
              </a:path>
              <a:path w="10390505" h="4652010">
                <a:moveTo>
                  <a:pt x="6537554" y="0"/>
                </a:moveTo>
                <a:lnTo>
                  <a:pt x="6532220" y="0"/>
                </a:lnTo>
                <a:lnTo>
                  <a:pt x="6528029" y="4318"/>
                </a:lnTo>
                <a:lnTo>
                  <a:pt x="6528029" y="14732"/>
                </a:lnTo>
                <a:lnTo>
                  <a:pt x="6532220" y="19050"/>
                </a:lnTo>
                <a:lnTo>
                  <a:pt x="6537554" y="19050"/>
                </a:lnTo>
                <a:lnTo>
                  <a:pt x="6537554" y="0"/>
                </a:lnTo>
                <a:close/>
              </a:path>
              <a:path w="10390505" h="4652010">
                <a:moveTo>
                  <a:pt x="6542761" y="0"/>
                </a:moveTo>
                <a:lnTo>
                  <a:pt x="6537554" y="0"/>
                </a:lnTo>
                <a:lnTo>
                  <a:pt x="6537554" y="19050"/>
                </a:lnTo>
                <a:lnTo>
                  <a:pt x="6542761" y="19050"/>
                </a:lnTo>
                <a:lnTo>
                  <a:pt x="6547079" y="14732"/>
                </a:lnTo>
                <a:lnTo>
                  <a:pt x="6547079" y="4318"/>
                </a:lnTo>
                <a:lnTo>
                  <a:pt x="6542761" y="0"/>
                </a:lnTo>
                <a:close/>
              </a:path>
              <a:path w="10390505" h="4652010">
                <a:moveTo>
                  <a:pt x="6575654" y="0"/>
                </a:moveTo>
                <a:lnTo>
                  <a:pt x="6570320" y="0"/>
                </a:lnTo>
                <a:lnTo>
                  <a:pt x="6566129" y="4318"/>
                </a:lnTo>
                <a:lnTo>
                  <a:pt x="6566129" y="14732"/>
                </a:lnTo>
                <a:lnTo>
                  <a:pt x="6570320" y="19050"/>
                </a:lnTo>
                <a:lnTo>
                  <a:pt x="6575654" y="19050"/>
                </a:lnTo>
                <a:lnTo>
                  <a:pt x="6575654" y="0"/>
                </a:lnTo>
                <a:close/>
              </a:path>
              <a:path w="10390505" h="4652010">
                <a:moveTo>
                  <a:pt x="6580861" y="0"/>
                </a:moveTo>
                <a:lnTo>
                  <a:pt x="6575654" y="0"/>
                </a:lnTo>
                <a:lnTo>
                  <a:pt x="6575654" y="19050"/>
                </a:lnTo>
                <a:lnTo>
                  <a:pt x="6580861" y="19050"/>
                </a:lnTo>
                <a:lnTo>
                  <a:pt x="6585179" y="14732"/>
                </a:lnTo>
                <a:lnTo>
                  <a:pt x="6585179" y="4318"/>
                </a:lnTo>
                <a:lnTo>
                  <a:pt x="6580861" y="0"/>
                </a:lnTo>
                <a:close/>
              </a:path>
              <a:path w="10390505" h="4652010">
                <a:moveTo>
                  <a:pt x="6613754" y="0"/>
                </a:moveTo>
                <a:lnTo>
                  <a:pt x="6608420" y="0"/>
                </a:lnTo>
                <a:lnTo>
                  <a:pt x="6604229" y="4318"/>
                </a:lnTo>
                <a:lnTo>
                  <a:pt x="6604229" y="14732"/>
                </a:lnTo>
                <a:lnTo>
                  <a:pt x="6608420" y="19050"/>
                </a:lnTo>
                <a:lnTo>
                  <a:pt x="6613754" y="19050"/>
                </a:lnTo>
                <a:lnTo>
                  <a:pt x="6613754" y="0"/>
                </a:lnTo>
                <a:close/>
              </a:path>
              <a:path w="10390505" h="4652010">
                <a:moveTo>
                  <a:pt x="6618961" y="0"/>
                </a:moveTo>
                <a:lnTo>
                  <a:pt x="6613754" y="0"/>
                </a:lnTo>
                <a:lnTo>
                  <a:pt x="6613754" y="19050"/>
                </a:lnTo>
                <a:lnTo>
                  <a:pt x="6618961" y="19050"/>
                </a:lnTo>
                <a:lnTo>
                  <a:pt x="6623279" y="14732"/>
                </a:lnTo>
                <a:lnTo>
                  <a:pt x="6623279" y="4318"/>
                </a:lnTo>
                <a:lnTo>
                  <a:pt x="6618961" y="0"/>
                </a:lnTo>
                <a:close/>
              </a:path>
              <a:path w="10390505" h="4652010">
                <a:moveTo>
                  <a:pt x="6651854" y="0"/>
                </a:moveTo>
                <a:lnTo>
                  <a:pt x="6646647" y="0"/>
                </a:lnTo>
                <a:lnTo>
                  <a:pt x="6642329" y="4318"/>
                </a:lnTo>
                <a:lnTo>
                  <a:pt x="6642329" y="14732"/>
                </a:lnTo>
                <a:lnTo>
                  <a:pt x="6646647" y="19050"/>
                </a:lnTo>
                <a:lnTo>
                  <a:pt x="6651854" y="19050"/>
                </a:lnTo>
                <a:lnTo>
                  <a:pt x="6651854" y="0"/>
                </a:lnTo>
                <a:close/>
              </a:path>
              <a:path w="10390505" h="4652010">
                <a:moveTo>
                  <a:pt x="6657188" y="0"/>
                </a:moveTo>
                <a:lnTo>
                  <a:pt x="6651854" y="0"/>
                </a:lnTo>
                <a:lnTo>
                  <a:pt x="6651854" y="19050"/>
                </a:lnTo>
                <a:lnTo>
                  <a:pt x="6657188" y="19050"/>
                </a:lnTo>
                <a:lnTo>
                  <a:pt x="6661379" y="14732"/>
                </a:lnTo>
                <a:lnTo>
                  <a:pt x="6661379" y="4318"/>
                </a:lnTo>
                <a:lnTo>
                  <a:pt x="6657188" y="0"/>
                </a:lnTo>
                <a:close/>
              </a:path>
              <a:path w="10390505" h="4652010">
                <a:moveTo>
                  <a:pt x="6689954" y="0"/>
                </a:moveTo>
                <a:lnTo>
                  <a:pt x="6684747" y="0"/>
                </a:lnTo>
                <a:lnTo>
                  <a:pt x="6680429" y="4318"/>
                </a:lnTo>
                <a:lnTo>
                  <a:pt x="6680429" y="14732"/>
                </a:lnTo>
                <a:lnTo>
                  <a:pt x="6684747" y="19050"/>
                </a:lnTo>
                <a:lnTo>
                  <a:pt x="6689954" y="19050"/>
                </a:lnTo>
                <a:lnTo>
                  <a:pt x="6689954" y="0"/>
                </a:lnTo>
                <a:close/>
              </a:path>
              <a:path w="10390505" h="4652010">
                <a:moveTo>
                  <a:pt x="6695288" y="0"/>
                </a:moveTo>
                <a:lnTo>
                  <a:pt x="6689954" y="0"/>
                </a:lnTo>
                <a:lnTo>
                  <a:pt x="6689954" y="19050"/>
                </a:lnTo>
                <a:lnTo>
                  <a:pt x="6695288" y="19050"/>
                </a:lnTo>
                <a:lnTo>
                  <a:pt x="6699479" y="14732"/>
                </a:lnTo>
                <a:lnTo>
                  <a:pt x="6699479" y="4318"/>
                </a:lnTo>
                <a:lnTo>
                  <a:pt x="6695288" y="0"/>
                </a:lnTo>
                <a:close/>
              </a:path>
              <a:path w="10390505" h="4652010">
                <a:moveTo>
                  <a:pt x="6728054" y="0"/>
                </a:moveTo>
                <a:lnTo>
                  <a:pt x="6722847" y="0"/>
                </a:lnTo>
                <a:lnTo>
                  <a:pt x="6718529" y="4318"/>
                </a:lnTo>
                <a:lnTo>
                  <a:pt x="6718529" y="14732"/>
                </a:lnTo>
                <a:lnTo>
                  <a:pt x="6722847" y="19050"/>
                </a:lnTo>
                <a:lnTo>
                  <a:pt x="6728054" y="19050"/>
                </a:lnTo>
                <a:lnTo>
                  <a:pt x="6728054" y="0"/>
                </a:lnTo>
                <a:close/>
              </a:path>
              <a:path w="10390505" h="4652010">
                <a:moveTo>
                  <a:pt x="6733388" y="0"/>
                </a:moveTo>
                <a:lnTo>
                  <a:pt x="6728054" y="0"/>
                </a:lnTo>
                <a:lnTo>
                  <a:pt x="6728054" y="19050"/>
                </a:lnTo>
                <a:lnTo>
                  <a:pt x="6733388" y="19050"/>
                </a:lnTo>
                <a:lnTo>
                  <a:pt x="6737579" y="14732"/>
                </a:lnTo>
                <a:lnTo>
                  <a:pt x="6737579" y="4318"/>
                </a:lnTo>
                <a:lnTo>
                  <a:pt x="6733388" y="0"/>
                </a:lnTo>
                <a:close/>
              </a:path>
              <a:path w="10390505" h="4652010">
                <a:moveTo>
                  <a:pt x="6766154" y="0"/>
                </a:moveTo>
                <a:lnTo>
                  <a:pt x="6760947" y="0"/>
                </a:lnTo>
                <a:lnTo>
                  <a:pt x="6756629" y="4318"/>
                </a:lnTo>
                <a:lnTo>
                  <a:pt x="6756629" y="14732"/>
                </a:lnTo>
                <a:lnTo>
                  <a:pt x="6760947" y="19050"/>
                </a:lnTo>
                <a:lnTo>
                  <a:pt x="6766154" y="19050"/>
                </a:lnTo>
                <a:lnTo>
                  <a:pt x="6766154" y="0"/>
                </a:lnTo>
                <a:close/>
              </a:path>
              <a:path w="10390505" h="4652010">
                <a:moveTo>
                  <a:pt x="6771488" y="0"/>
                </a:moveTo>
                <a:lnTo>
                  <a:pt x="6766281" y="0"/>
                </a:lnTo>
                <a:lnTo>
                  <a:pt x="6766281" y="19050"/>
                </a:lnTo>
                <a:lnTo>
                  <a:pt x="6771488" y="19050"/>
                </a:lnTo>
                <a:lnTo>
                  <a:pt x="6775806" y="14732"/>
                </a:lnTo>
                <a:lnTo>
                  <a:pt x="6775806" y="4318"/>
                </a:lnTo>
                <a:lnTo>
                  <a:pt x="6771488" y="0"/>
                </a:lnTo>
                <a:close/>
              </a:path>
              <a:path w="10390505" h="4652010">
                <a:moveTo>
                  <a:pt x="6804381" y="0"/>
                </a:moveTo>
                <a:lnTo>
                  <a:pt x="6799047" y="0"/>
                </a:lnTo>
                <a:lnTo>
                  <a:pt x="6794856" y="4318"/>
                </a:lnTo>
                <a:lnTo>
                  <a:pt x="6794856" y="14732"/>
                </a:lnTo>
                <a:lnTo>
                  <a:pt x="6799047" y="19050"/>
                </a:lnTo>
                <a:lnTo>
                  <a:pt x="6804381" y="19050"/>
                </a:lnTo>
                <a:lnTo>
                  <a:pt x="6804381" y="0"/>
                </a:lnTo>
                <a:close/>
              </a:path>
              <a:path w="10390505" h="4652010">
                <a:moveTo>
                  <a:pt x="6809588" y="0"/>
                </a:moveTo>
                <a:lnTo>
                  <a:pt x="6804381" y="0"/>
                </a:lnTo>
                <a:lnTo>
                  <a:pt x="6804381" y="19050"/>
                </a:lnTo>
                <a:lnTo>
                  <a:pt x="6809588" y="19050"/>
                </a:lnTo>
                <a:lnTo>
                  <a:pt x="6813906" y="14732"/>
                </a:lnTo>
                <a:lnTo>
                  <a:pt x="6813906" y="4318"/>
                </a:lnTo>
                <a:lnTo>
                  <a:pt x="6809588" y="0"/>
                </a:lnTo>
                <a:close/>
              </a:path>
              <a:path w="10390505" h="4652010">
                <a:moveTo>
                  <a:pt x="6842481" y="0"/>
                </a:moveTo>
                <a:lnTo>
                  <a:pt x="6837147" y="0"/>
                </a:lnTo>
                <a:lnTo>
                  <a:pt x="6832956" y="4318"/>
                </a:lnTo>
                <a:lnTo>
                  <a:pt x="6832956" y="14732"/>
                </a:lnTo>
                <a:lnTo>
                  <a:pt x="6837147" y="19050"/>
                </a:lnTo>
                <a:lnTo>
                  <a:pt x="6842481" y="19050"/>
                </a:lnTo>
                <a:lnTo>
                  <a:pt x="6842481" y="0"/>
                </a:lnTo>
                <a:close/>
              </a:path>
              <a:path w="10390505" h="4652010">
                <a:moveTo>
                  <a:pt x="6847688" y="0"/>
                </a:moveTo>
                <a:lnTo>
                  <a:pt x="6842481" y="0"/>
                </a:lnTo>
                <a:lnTo>
                  <a:pt x="6842481" y="19050"/>
                </a:lnTo>
                <a:lnTo>
                  <a:pt x="6847688" y="19050"/>
                </a:lnTo>
                <a:lnTo>
                  <a:pt x="6852006" y="14732"/>
                </a:lnTo>
                <a:lnTo>
                  <a:pt x="6852006" y="4318"/>
                </a:lnTo>
                <a:lnTo>
                  <a:pt x="6847688" y="0"/>
                </a:lnTo>
                <a:close/>
              </a:path>
              <a:path w="10390505" h="4652010">
                <a:moveTo>
                  <a:pt x="6880581" y="0"/>
                </a:moveTo>
                <a:lnTo>
                  <a:pt x="6875247" y="0"/>
                </a:lnTo>
                <a:lnTo>
                  <a:pt x="6871056" y="4318"/>
                </a:lnTo>
                <a:lnTo>
                  <a:pt x="6871056" y="14732"/>
                </a:lnTo>
                <a:lnTo>
                  <a:pt x="6875247" y="19050"/>
                </a:lnTo>
                <a:lnTo>
                  <a:pt x="6880581" y="19050"/>
                </a:lnTo>
                <a:lnTo>
                  <a:pt x="6880581" y="0"/>
                </a:lnTo>
                <a:close/>
              </a:path>
              <a:path w="10390505" h="4652010">
                <a:moveTo>
                  <a:pt x="6885788" y="0"/>
                </a:moveTo>
                <a:lnTo>
                  <a:pt x="6880581" y="0"/>
                </a:lnTo>
                <a:lnTo>
                  <a:pt x="6880581" y="19050"/>
                </a:lnTo>
                <a:lnTo>
                  <a:pt x="6885788" y="19050"/>
                </a:lnTo>
                <a:lnTo>
                  <a:pt x="6890106" y="14732"/>
                </a:lnTo>
                <a:lnTo>
                  <a:pt x="6890106" y="4318"/>
                </a:lnTo>
                <a:lnTo>
                  <a:pt x="6885788" y="0"/>
                </a:lnTo>
                <a:close/>
              </a:path>
              <a:path w="10390505" h="4652010">
                <a:moveTo>
                  <a:pt x="6918681" y="0"/>
                </a:moveTo>
                <a:lnTo>
                  <a:pt x="6913474" y="0"/>
                </a:lnTo>
                <a:lnTo>
                  <a:pt x="6909156" y="4318"/>
                </a:lnTo>
                <a:lnTo>
                  <a:pt x="6909156" y="14732"/>
                </a:lnTo>
                <a:lnTo>
                  <a:pt x="6913474" y="19050"/>
                </a:lnTo>
                <a:lnTo>
                  <a:pt x="6918681" y="19050"/>
                </a:lnTo>
                <a:lnTo>
                  <a:pt x="6918681" y="0"/>
                </a:lnTo>
                <a:close/>
              </a:path>
              <a:path w="10390505" h="4652010">
                <a:moveTo>
                  <a:pt x="6924015" y="0"/>
                </a:moveTo>
                <a:lnTo>
                  <a:pt x="6918681" y="0"/>
                </a:lnTo>
                <a:lnTo>
                  <a:pt x="6918681" y="19050"/>
                </a:lnTo>
                <a:lnTo>
                  <a:pt x="6924015" y="19050"/>
                </a:lnTo>
                <a:lnTo>
                  <a:pt x="6928206" y="14732"/>
                </a:lnTo>
                <a:lnTo>
                  <a:pt x="6928206" y="4318"/>
                </a:lnTo>
                <a:lnTo>
                  <a:pt x="6924015" y="0"/>
                </a:lnTo>
                <a:close/>
              </a:path>
              <a:path w="10390505" h="4652010">
                <a:moveTo>
                  <a:pt x="6956781" y="0"/>
                </a:moveTo>
                <a:lnTo>
                  <a:pt x="6951574" y="0"/>
                </a:lnTo>
                <a:lnTo>
                  <a:pt x="6947256" y="4318"/>
                </a:lnTo>
                <a:lnTo>
                  <a:pt x="6947256" y="14732"/>
                </a:lnTo>
                <a:lnTo>
                  <a:pt x="6951574" y="19050"/>
                </a:lnTo>
                <a:lnTo>
                  <a:pt x="6956781" y="19050"/>
                </a:lnTo>
                <a:lnTo>
                  <a:pt x="6956781" y="0"/>
                </a:lnTo>
                <a:close/>
              </a:path>
              <a:path w="10390505" h="4652010">
                <a:moveTo>
                  <a:pt x="6962115" y="0"/>
                </a:moveTo>
                <a:lnTo>
                  <a:pt x="6956781" y="0"/>
                </a:lnTo>
                <a:lnTo>
                  <a:pt x="6956781" y="19050"/>
                </a:lnTo>
                <a:lnTo>
                  <a:pt x="6962115" y="19050"/>
                </a:lnTo>
                <a:lnTo>
                  <a:pt x="6966306" y="14732"/>
                </a:lnTo>
                <a:lnTo>
                  <a:pt x="6966306" y="4318"/>
                </a:lnTo>
                <a:lnTo>
                  <a:pt x="6962115" y="0"/>
                </a:lnTo>
                <a:close/>
              </a:path>
              <a:path w="10390505" h="4652010">
                <a:moveTo>
                  <a:pt x="6994881" y="0"/>
                </a:moveTo>
                <a:lnTo>
                  <a:pt x="6989674" y="0"/>
                </a:lnTo>
                <a:lnTo>
                  <a:pt x="6985356" y="4318"/>
                </a:lnTo>
                <a:lnTo>
                  <a:pt x="6985356" y="14732"/>
                </a:lnTo>
                <a:lnTo>
                  <a:pt x="6989674" y="19050"/>
                </a:lnTo>
                <a:lnTo>
                  <a:pt x="6994881" y="19050"/>
                </a:lnTo>
                <a:lnTo>
                  <a:pt x="6994881" y="0"/>
                </a:lnTo>
                <a:close/>
              </a:path>
              <a:path w="10390505" h="4652010">
                <a:moveTo>
                  <a:pt x="7000215" y="0"/>
                </a:moveTo>
                <a:lnTo>
                  <a:pt x="6995008" y="0"/>
                </a:lnTo>
                <a:lnTo>
                  <a:pt x="6995008" y="19050"/>
                </a:lnTo>
                <a:lnTo>
                  <a:pt x="7000215" y="19050"/>
                </a:lnTo>
                <a:lnTo>
                  <a:pt x="7004533" y="14732"/>
                </a:lnTo>
                <a:lnTo>
                  <a:pt x="7004533" y="4318"/>
                </a:lnTo>
                <a:lnTo>
                  <a:pt x="7000215" y="0"/>
                </a:lnTo>
                <a:close/>
              </a:path>
              <a:path w="10390505" h="4652010">
                <a:moveTo>
                  <a:pt x="7033108" y="0"/>
                </a:moveTo>
                <a:lnTo>
                  <a:pt x="7027774" y="0"/>
                </a:lnTo>
                <a:lnTo>
                  <a:pt x="7023583" y="4318"/>
                </a:lnTo>
                <a:lnTo>
                  <a:pt x="7023583" y="14732"/>
                </a:lnTo>
                <a:lnTo>
                  <a:pt x="7027774" y="19050"/>
                </a:lnTo>
                <a:lnTo>
                  <a:pt x="7033108" y="19050"/>
                </a:lnTo>
                <a:lnTo>
                  <a:pt x="7033108" y="0"/>
                </a:lnTo>
                <a:close/>
              </a:path>
              <a:path w="10390505" h="4652010">
                <a:moveTo>
                  <a:pt x="7038315" y="0"/>
                </a:moveTo>
                <a:lnTo>
                  <a:pt x="7033108" y="0"/>
                </a:lnTo>
                <a:lnTo>
                  <a:pt x="7033108" y="19050"/>
                </a:lnTo>
                <a:lnTo>
                  <a:pt x="7038315" y="19050"/>
                </a:lnTo>
                <a:lnTo>
                  <a:pt x="7042633" y="14732"/>
                </a:lnTo>
                <a:lnTo>
                  <a:pt x="7042633" y="4318"/>
                </a:lnTo>
                <a:lnTo>
                  <a:pt x="7038315" y="0"/>
                </a:lnTo>
                <a:close/>
              </a:path>
              <a:path w="10390505" h="4652010">
                <a:moveTo>
                  <a:pt x="7071208" y="0"/>
                </a:moveTo>
                <a:lnTo>
                  <a:pt x="7065874" y="0"/>
                </a:lnTo>
                <a:lnTo>
                  <a:pt x="7061683" y="4318"/>
                </a:lnTo>
                <a:lnTo>
                  <a:pt x="7061683" y="14732"/>
                </a:lnTo>
                <a:lnTo>
                  <a:pt x="7065874" y="19050"/>
                </a:lnTo>
                <a:lnTo>
                  <a:pt x="7071208" y="19050"/>
                </a:lnTo>
                <a:lnTo>
                  <a:pt x="7071208" y="0"/>
                </a:lnTo>
                <a:close/>
              </a:path>
              <a:path w="10390505" h="4652010">
                <a:moveTo>
                  <a:pt x="7076415" y="0"/>
                </a:moveTo>
                <a:lnTo>
                  <a:pt x="7071208" y="0"/>
                </a:lnTo>
                <a:lnTo>
                  <a:pt x="7071208" y="19050"/>
                </a:lnTo>
                <a:lnTo>
                  <a:pt x="7076415" y="19050"/>
                </a:lnTo>
                <a:lnTo>
                  <a:pt x="7080733" y="14732"/>
                </a:lnTo>
                <a:lnTo>
                  <a:pt x="7080733" y="4318"/>
                </a:lnTo>
                <a:lnTo>
                  <a:pt x="7076415" y="0"/>
                </a:lnTo>
                <a:close/>
              </a:path>
              <a:path w="10390505" h="4652010">
                <a:moveTo>
                  <a:pt x="7109308" y="0"/>
                </a:moveTo>
                <a:lnTo>
                  <a:pt x="7103974" y="0"/>
                </a:lnTo>
                <a:lnTo>
                  <a:pt x="7099783" y="4318"/>
                </a:lnTo>
                <a:lnTo>
                  <a:pt x="7099783" y="14732"/>
                </a:lnTo>
                <a:lnTo>
                  <a:pt x="7103974" y="19050"/>
                </a:lnTo>
                <a:lnTo>
                  <a:pt x="7109308" y="19050"/>
                </a:lnTo>
                <a:lnTo>
                  <a:pt x="7109308" y="0"/>
                </a:lnTo>
                <a:close/>
              </a:path>
              <a:path w="10390505" h="4652010">
                <a:moveTo>
                  <a:pt x="7114515" y="0"/>
                </a:moveTo>
                <a:lnTo>
                  <a:pt x="7109308" y="0"/>
                </a:lnTo>
                <a:lnTo>
                  <a:pt x="7109308" y="19050"/>
                </a:lnTo>
                <a:lnTo>
                  <a:pt x="7114515" y="19050"/>
                </a:lnTo>
                <a:lnTo>
                  <a:pt x="7118833" y="14732"/>
                </a:lnTo>
                <a:lnTo>
                  <a:pt x="7118833" y="4318"/>
                </a:lnTo>
                <a:lnTo>
                  <a:pt x="7114515" y="0"/>
                </a:lnTo>
                <a:close/>
              </a:path>
              <a:path w="10390505" h="4652010">
                <a:moveTo>
                  <a:pt x="7147408" y="0"/>
                </a:moveTo>
                <a:lnTo>
                  <a:pt x="7142201" y="0"/>
                </a:lnTo>
                <a:lnTo>
                  <a:pt x="7137883" y="4318"/>
                </a:lnTo>
                <a:lnTo>
                  <a:pt x="7137883" y="14732"/>
                </a:lnTo>
                <a:lnTo>
                  <a:pt x="7142201" y="19050"/>
                </a:lnTo>
                <a:lnTo>
                  <a:pt x="7147408" y="19050"/>
                </a:lnTo>
                <a:lnTo>
                  <a:pt x="7147408" y="0"/>
                </a:lnTo>
                <a:close/>
              </a:path>
              <a:path w="10390505" h="4652010">
                <a:moveTo>
                  <a:pt x="7152742" y="0"/>
                </a:moveTo>
                <a:lnTo>
                  <a:pt x="7147408" y="0"/>
                </a:lnTo>
                <a:lnTo>
                  <a:pt x="7147408" y="19050"/>
                </a:lnTo>
                <a:lnTo>
                  <a:pt x="7152742" y="19050"/>
                </a:lnTo>
                <a:lnTo>
                  <a:pt x="7156933" y="14732"/>
                </a:lnTo>
                <a:lnTo>
                  <a:pt x="7156933" y="4318"/>
                </a:lnTo>
                <a:lnTo>
                  <a:pt x="7152742" y="0"/>
                </a:lnTo>
                <a:close/>
              </a:path>
              <a:path w="10390505" h="4652010">
                <a:moveTo>
                  <a:pt x="7185508" y="0"/>
                </a:moveTo>
                <a:lnTo>
                  <a:pt x="7180301" y="0"/>
                </a:lnTo>
                <a:lnTo>
                  <a:pt x="7175983" y="4318"/>
                </a:lnTo>
                <a:lnTo>
                  <a:pt x="7175983" y="14732"/>
                </a:lnTo>
                <a:lnTo>
                  <a:pt x="7180301" y="19050"/>
                </a:lnTo>
                <a:lnTo>
                  <a:pt x="7185508" y="19050"/>
                </a:lnTo>
                <a:lnTo>
                  <a:pt x="7185508" y="0"/>
                </a:lnTo>
                <a:close/>
              </a:path>
              <a:path w="10390505" h="4652010">
                <a:moveTo>
                  <a:pt x="7190842" y="0"/>
                </a:moveTo>
                <a:lnTo>
                  <a:pt x="7185508" y="0"/>
                </a:lnTo>
                <a:lnTo>
                  <a:pt x="7185508" y="19050"/>
                </a:lnTo>
                <a:lnTo>
                  <a:pt x="7190842" y="19050"/>
                </a:lnTo>
                <a:lnTo>
                  <a:pt x="7195033" y="14732"/>
                </a:lnTo>
                <a:lnTo>
                  <a:pt x="7195033" y="4318"/>
                </a:lnTo>
                <a:lnTo>
                  <a:pt x="7190842" y="0"/>
                </a:lnTo>
                <a:close/>
              </a:path>
              <a:path w="10390505" h="4652010">
                <a:moveTo>
                  <a:pt x="7223608" y="0"/>
                </a:moveTo>
                <a:lnTo>
                  <a:pt x="7218401" y="0"/>
                </a:lnTo>
                <a:lnTo>
                  <a:pt x="7214083" y="4318"/>
                </a:lnTo>
                <a:lnTo>
                  <a:pt x="7214083" y="14732"/>
                </a:lnTo>
                <a:lnTo>
                  <a:pt x="7218401" y="19050"/>
                </a:lnTo>
                <a:lnTo>
                  <a:pt x="7223608" y="19050"/>
                </a:lnTo>
                <a:lnTo>
                  <a:pt x="7223608" y="0"/>
                </a:lnTo>
                <a:close/>
              </a:path>
              <a:path w="10390505" h="4652010">
                <a:moveTo>
                  <a:pt x="7228942" y="0"/>
                </a:moveTo>
                <a:lnTo>
                  <a:pt x="7223608" y="0"/>
                </a:lnTo>
                <a:lnTo>
                  <a:pt x="7223608" y="19050"/>
                </a:lnTo>
                <a:lnTo>
                  <a:pt x="7228942" y="19050"/>
                </a:lnTo>
                <a:lnTo>
                  <a:pt x="7233133" y="14732"/>
                </a:lnTo>
                <a:lnTo>
                  <a:pt x="7233133" y="4318"/>
                </a:lnTo>
                <a:lnTo>
                  <a:pt x="7228942" y="0"/>
                </a:lnTo>
                <a:close/>
              </a:path>
              <a:path w="10390505" h="4652010">
                <a:moveTo>
                  <a:pt x="7261708" y="0"/>
                </a:moveTo>
                <a:lnTo>
                  <a:pt x="7256501" y="0"/>
                </a:lnTo>
                <a:lnTo>
                  <a:pt x="7252183" y="4318"/>
                </a:lnTo>
                <a:lnTo>
                  <a:pt x="7252183" y="14732"/>
                </a:lnTo>
                <a:lnTo>
                  <a:pt x="7256501" y="19050"/>
                </a:lnTo>
                <a:lnTo>
                  <a:pt x="7261708" y="19050"/>
                </a:lnTo>
                <a:lnTo>
                  <a:pt x="7261708" y="0"/>
                </a:lnTo>
                <a:close/>
              </a:path>
              <a:path w="10390505" h="4652010">
                <a:moveTo>
                  <a:pt x="7267042" y="0"/>
                </a:moveTo>
                <a:lnTo>
                  <a:pt x="7261835" y="0"/>
                </a:lnTo>
                <a:lnTo>
                  <a:pt x="7261835" y="19050"/>
                </a:lnTo>
                <a:lnTo>
                  <a:pt x="7267042" y="19050"/>
                </a:lnTo>
                <a:lnTo>
                  <a:pt x="7271360" y="14732"/>
                </a:lnTo>
                <a:lnTo>
                  <a:pt x="7271360" y="4318"/>
                </a:lnTo>
                <a:lnTo>
                  <a:pt x="7267042" y="0"/>
                </a:lnTo>
                <a:close/>
              </a:path>
              <a:path w="10390505" h="4652010">
                <a:moveTo>
                  <a:pt x="7299935" y="0"/>
                </a:moveTo>
                <a:lnTo>
                  <a:pt x="7294601" y="0"/>
                </a:lnTo>
                <a:lnTo>
                  <a:pt x="7290410" y="4318"/>
                </a:lnTo>
                <a:lnTo>
                  <a:pt x="7290410" y="14732"/>
                </a:lnTo>
                <a:lnTo>
                  <a:pt x="7294601" y="19050"/>
                </a:lnTo>
                <a:lnTo>
                  <a:pt x="7299935" y="19050"/>
                </a:lnTo>
                <a:lnTo>
                  <a:pt x="7299935" y="0"/>
                </a:lnTo>
                <a:close/>
              </a:path>
              <a:path w="10390505" h="4652010">
                <a:moveTo>
                  <a:pt x="7305142" y="0"/>
                </a:moveTo>
                <a:lnTo>
                  <a:pt x="7299935" y="0"/>
                </a:lnTo>
                <a:lnTo>
                  <a:pt x="7299935" y="19050"/>
                </a:lnTo>
                <a:lnTo>
                  <a:pt x="7305142" y="19050"/>
                </a:lnTo>
                <a:lnTo>
                  <a:pt x="7309460" y="14732"/>
                </a:lnTo>
                <a:lnTo>
                  <a:pt x="7309460" y="4318"/>
                </a:lnTo>
                <a:lnTo>
                  <a:pt x="7305142" y="0"/>
                </a:lnTo>
                <a:close/>
              </a:path>
              <a:path w="10390505" h="4652010">
                <a:moveTo>
                  <a:pt x="7338035" y="0"/>
                </a:moveTo>
                <a:lnTo>
                  <a:pt x="7332701" y="0"/>
                </a:lnTo>
                <a:lnTo>
                  <a:pt x="7328510" y="4318"/>
                </a:lnTo>
                <a:lnTo>
                  <a:pt x="7328510" y="14732"/>
                </a:lnTo>
                <a:lnTo>
                  <a:pt x="7332701" y="19050"/>
                </a:lnTo>
                <a:lnTo>
                  <a:pt x="7338035" y="19050"/>
                </a:lnTo>
                <a:lnTo>
                  <a:pt x="7338035" y="0"/>
                </a:lnTo>
                <a:close/>
              </a:path>
              <a:path w="10390505" h="4652010">
                <a:moveTo>
                  <a:pt x="7343242" y="0"/>
                </a:moveTo>
                <a:lnTo>
                  <a:pt x="7338035" y="0"/>
                </a:lnTo>
                <a:lnTo>
                  <a:pt x="7338035" y="19050"/>
                </a:lnTo>
                <a:lnTo>
                  <a:pt x="7343242" y="19050"/>
                </a:lnTo>
                <a:lnTo>
                  <a:pt x="7347560" y="14732"/>
                </a:lnTo>
                <a:lnTo>
                  <a:pt x="7347560" y="4318"/>
                </a:lnTo>
                <a:lnTo>
                  <a:pt x="7343242" y="0"/>
                </a:lnTo>
                <a:close/>
              </a:path>
              <a:path w="10390505" h="4652010">
                <a:moveTo>
                  <a:pt x="7376135" y="0"/>
                </a:moveTo>
                <a:lnTo>
                  <a:pt x="7370801" y="0"/>
                </a:lnTo>
                <a:lnTo>
                  <a:pt x="7366610" y="4318"/>
                </a:lnTo>
                <a:lnTo>
                  <a:pt x="7366610" y="14732"/>
                </a:lnTo>
                <a:lnTo>
                  <a:pt x="7370801" y="19050"/>
                </a:lnTo>
                <a:lnTo>
                  <a:pt x="7376135" y="19050"/>
                </a:lnTo>
                <a:lnTo>
                  <a:pt x="7376135" y="0"/>
                </a:lnTo>
                <a:close/>
              </a:path>
              <a:path w="10390505" h="4652010">
                <a:moveTo>
                  <a:pt x="7381342" y="0"/>
                </a:moveTo>
                <a:lnTo>
                  <a:pt x="7376135" y="0"/>
                </a:lnTo>
                <a:lnTo>
                  <a:pt x="7376135" y="19050"/>
                </a:lnTo>
                <a:lnTo>
                  <a:pt x="7381342" y="19050"/>
                </a:lnTo>
                <a:lnTo>
                  <a:pt x="7385660" y="14732"/>
                </a:lnTo>
                <a:lnTo>
                  <a:pt x="7385660" y="4318"/>
                </a:lnTo>
                <a:lnTo>
                  <a:pt x="7381342" y="0"/>
                </a:lnTo>
                <a:close/>
              </a:path>
              <a:path w="10390505" h="4652010">
                <a:moveTo>
                  <a:pt x="7414235" y="0"/>
                </a:moveTo>
                <a:lnTo>
                  <a:pt x="7409028" y="0"/>
                </a:lnTo>
                <a:lnTo>
                  <a:pt x="7404710" y="4318"/>
                </a:lnTo>
                <a:lnTo>
                  <a:pt x="7404710" y="14732"/>
                </a:lnTo>
                <a:lnTo>
                  <a:pt x="7409028" y="19050"/>
                </a:lnTo>
                <a:lnTo>
                  <a:pt x="7414235" y="19050"/>
                </a:lnTo>
                <a:lnTo>
                  <a:pt x="7414235" y="0"/>
                </a:lnTo>
                <a:close/>
              </a:path>
              <a:path w="10390505" h="4652010">
                <a:moveTo>
                  <a:pt x="7419569" y="0"/>
                </a:moveTo>
                <a:lnTo>
                  <a:pt x="7414235" y="0"/>
                </a:lnTo>
                <a:lnTo>
                  <a:pt x="7414235" y="19050"/>
                </a:lnTo>
                <a:lnTo>
                  <a:pt x="7419569" y="19050"/>
                </a:lnTo>
                <a:lnTo>
                  <a:pt x="7423760" y="14732"/>
                </a:lnTo>
                <a:lnTo>
                  <a:pt x="7423760" y="4318"/>
                </a:lnTo>
                <a:lnTo>
                  <a:pt x="7419569" y="0"/>
                </a:lnTo>
                <a:close/>
              </a:path>
              <a:path w="10390505" h="4652010">
                <a:moveTo>
                  <a:pt x="7452335" y="0"/>
                </a:moveTo>
                <a:lnTo>
                  <a:pt x="7447128" y="0"/>
                </a:lnTo>
                <a:lnTo>
                  <a:pt x="7442810" y="4318"/>
                </a:lnTo>
                <a:lnTo>
                  <a:pt x="7442810" y="14732"/>
                </a:lnTo>
                <a:lnTo>
                  <a:pt x="7447128" y="19050"/>
                </a:lnTo>
                <a:lnTo>
                  <a:pt x="7452335" y="19050"/>
                </a:lnTo>
                <a:lnTo>
                  <a:pt x="7452335" y="0"/>
                </a:lnTo>
                <a:close/>
              </a:path>
              <a:path w="10390505" h="4652010">
                <a:moveTo>
                  <a:pt x="7457669" y="0"/>
                </a:moveTo>
                <a:lnTo>
                  <a:pt x="7452335" y="0"/>
                </a:lnTo>
                <a:lnTo>
                  <a:pt x="7452335" y="19050"/>
                </a:lnTo>
                <a:lnTo>
                  <a:pt x="7457669" y="19050"/>
                </a:lnTo>
                <a:lnTo>
                  <a:pt x="7461860" y="14732"/>
                </a:lnTo>
                <a:lnTo>
                  <a:pt x="7461860" y="4318"/>
                </a:lnTo>
                <a:lnTo>
                  <a:pt x="7457669" y="0"/>
                </a:lnTo>
                <a:close/>
              </a:path>
              <a:path w="10390505" h="4652010">
                <a:moveTo>
                  <a:pt x="7490435" y="0"/>
                </a:moveTo>
                <a:lnTo>
                  <a:pt x="7485228" y="0"/>
                </a:lnTo>
                <a:lnTo>
                  <a:pt x="7480910" y="4318"/>
                </a:lnTo>
                <a:lnTo>
                  <a:pt x="7480910" y="14732"/>
                </a:lnTo>
                <a:lnTo>
                  <a:pt x="7485228" y="19050"/>
                </a:lnTo>
                <a:lnTo>
                  <a:pt x="7490435" y="19050"/>
                </a:lnTo>
                <a:lnTo>
                  <a:pt x="7490435" y="0"/>
                </a:lnTo>
                <a:close/>
              </a:path>
              <a:path w="10390505" h="4652010">
                <a:moveTo>
                  <a:pt x="7495769" y="0"/>
                </a:moveTo>
                <a:lnTo>
                  <a:pt x="7490562" y="0"/>
                </a:lnTo>
                <a:lnTo>
                  <a:pt x="7490562" y="19050"/>
                </a:lnTo>
                <a:lnTo>
                  <a:pt x="7495769" y="19050"/>
                </a:lnTo>
                <a:lnTo>
                  <a:pt x="7500087" y="14732"/>
                </a:lnTo>
                <a:lnTo>
                  <a:pt x="7500087" y="4318"/>
                </a:lnTo>
                <a:lnTo>
                  <a:pt x="7495769" y="0"/>
                </a:lnTo>
                <a:close/>
              </a:path>
              <a:path w="10390505" h="4652010">
                <a:moveTo>
                  <a:pt x="7528662" y="0"/>
                </a:moveTo>
                <a:lnTo>
                  <a:pt x="7523328" y="0"/>
                </a:lnTo>
                <a:lnTo>
                  <a:pt x="7519137" y="4318"/>
                </a:lnTo>
                <a:lnTo>
                  <a:pt x="7519137" y="14732"/>
                </a:lnTo>
                <a:lnTo>
                  <a:pt x="7523328" y="19050"/>
                </a:lnTo>
                <a:lnTo>
                  <a:pt x="7528662" y="19050"/>
                </a:lnTo>
                <a:lnTo>
                  <a:pt x="7528662" y="0"/>
                </a:lnTo>
                <a:close/>
              </a:path>
              <a:path w="10390505" h="4652010">
                <a:moveTo>
                  <a:pt x="7533869" y="0"/>
                </a:moveTo>
                <a:lnTo>
                  <a:pt x="7528662" y="0"/>
                </a:lnTo>
                <a:lnTo>
                  <a:pt x="7528662" y="19050"/>
                </a:lnTo>
                <a:lnTo>
                  <a:pt x="7533869" y="19050"/>
                </a:lnTo>
                <a:lnTo>
                  <a:pt x="7538187" y="14732"/>
                </a:lnTo>
                <a:lnTo>
                  <a:pt x="7538187" y="4318"/>
                </a:lnTo>
                <a:lnTo>
                  <a:pt x="7533869" y="0"/>
                </a:lnTo>
                <a:close/>
              </a:path>
              <a:path w="10390505" h="4652010">
                <a:moveTo>
                  <a:pt x="7566762" y="0"/>
                </a:moveTo>
                <a:lnTo>
                  <a:pt x="7561428" y="0"/>
                </a:lnTo>
                <a:lnTo>
                  <a:pt x="7557237" y="4318"/>
                </a:lnTo>
                <a:lnTo>
                  <a:pt x="7557237" y="14732"/>
                </a:lnTo>
                <a:lnTo>
                  <a:pt x="7561428" y="19050"/>
                </a:lnTo>
                <a:lnTo>
                  <a:pt x="7566762" y="19050"/>
                </a:lnTo>
                <a:lnTo>
                  <a:pt x="7566762" y="0"/>
                </a:lnTo>
                <a:close/>
              </a:path>
              <a:path w="10390505" h="4652010">
                <a:moveTo>
                  <a:pt x="7571969" y="0"/>
                </a:moveTo>
                <a:lnTo>
                  <a:pt x="7566762" y="0"/>
                </a:lnTo>
                <a:lnTo>
                  <a:pt x="7566762" y="19050"/>
                </a:lnTo>
                <a:lnTo>
                  <a:pt x="7571969" y="19050"/>
                </a:lnTo>
                <a:lnTo>
                  <a:pt x="7576287" y="14732"/>
                </a:lnTo>
                <a:lnTo>
                  <a:pt x="7576287" y="4318"/>
                </a:lnTo>
                <a:lnTo>
                  <a:pt x="7571969" y="0"/>
                </a:lnTo>
                <a:close/>
              </a:path>
              <a:path w="10390505" h="4652010">
                <a:moveTo>
                  <a:pt x="7604862" y="0"/>
                </a:moveTo>
                <a:lnTo>
                  <a:pt x="7599528" y="0"/>
                </a:lnTo>
                <a:lnTo>
                  <a:pt x="7595337" y="4318"/>
                </a:lnTo>
                <a:lnTo>
                  <a:pt x="7595337" y="14732"/>
                </a:lnTo>
                <a:lnTo>
                  <a:pt x="7599528" y="19050"/>
                </a:lnTo>
                <a:lnTo>
                  <a:pt x="7604862" y="19050"/>
                </a:lnTo>
                <a:lnTo>
                  <a:pt x="7604862" y="0"/>
                </a:lnTo>
                <a:close/>
              </a:path>
              <a:path w="10390505" h="4652010">
                <a:moveTo>
                  <a:pt x="7610069" y="0"/>
                </a:moveTo>
                <a:lnTo>
                  <a:pt x="7604862" y="0"/>
                </a:lnTo>
                <a:lnTo>
                  <a:pt x="7604862" y="19050"/>
                </a:lnTo>
                <a:lnTo>
                  <a:pt x="7610069" y="19050"/>
                </a:lnTo>
                <a:lnTo>
                  <a:pt x="7614387" y="14732"/>
                </a:lnTo>
                <a:lnTo>
                  <a:pt x="7614387" y="4318"/>
                </a:lnTo>
                <a:lnTo>
                  <a:pt x="7610069" y="0"/>
                </a:lnTo>
                <a:close/>
              </a:path>
              <a:path w="10390505" h="4652010">
                <a:moveTo>
                  <a:pt x="7642962" y="0"/>
                </a:moveTo>
                <a:lnTo>
                  <a:pt x="7637755" y="0"/>
                </a:lnTo>
                <a:lnTo>
                  <a:pt x="7633437" y="4318"/>
                </a:lnTo>
                <a:lnTo>
                  <a:pt x="7633437" y="14732"/>
                </a:lnTo>
                <a:lnTo>
                  <a:pt x="7637755" y="19050"/>
                </a:lnTo>
                <a:lnTo>
                  <a:pt x="7642962" y="19050"/>
                </a:lnTo>
                <a:lnTo>
                  <a:pt x="7642962" y="0"/>
                </a:lnTo>
                <a:close/>
              </a:path>
              <a:path w="10390505" h="4652010">
                <a:moveTo>
                  <a:pt x="7648296" y="0"/>
                </a:moveTo>
                <a:lnTo>
                  <a:pt x="7642962" y="0"/>
                </a:lnTo>
                <a:lnTo>
                  <a:pt x="7642962" y="19050"/>
                </a:lnTo>
                <a:lnTo>
                  <a:pt x="7648296" y="19050"/>
                </a:lnTo>
                <a:lnTo>
                  <a:pt x="7652487" y="14732"/>
                </a:lnTo>
                <a:lnTo>
                  <a:pt x="7652487" y="4318"/>
                </a:lnTo>
                <a:lnTo>
                  <a:pt x="7648296" y="0"/>
                </a:lnTo>
                <a:close/>
              </a:path>
              <a:path w="10390505" h="4652010">
                <a:moveTo>
                  <a:pt x="7681062" y="0"/>
                </a:moveTo>
                <a:lnTo>
                  <a:pt x="7675855" y="0"/>
                </a:lnTo>
                <a:lnTo>
                  <a:pt x="7671537" y="4318"/>
                </a:lnTo>
                <a:lnTo>
                  <a:pt x="7671537" y="14732"/>
                </a:lnTo>
                <a:lnTo>
                  <a:pt x="7675855" y="19050"/>
                </a:lnTo>
                <a:lnTo>
                  <a:pt x="7681062" y="19050"/>
                </a:lnTo>
                <a:lnTo>
                  <a:pt x="7681062" y="0"/>
                </a:lnTo>
                <a:close/>
              </a:path>
              <a:path w="10390505" h="4652010">
                <a:moveTo>
                  <a:pt x="7686396" y="0"/>
                </a:moveTo>
                <a:lnTo>
                  <a:pt x="7681062" y="0"/>
                </a:lnTo>
                <a:lnTo>
                  <a:pt x="7681062" y="19050"/>
                </a:lnTo>
                <a:lnTo>
                  <a:pt x="7686396" y="19050"/>
                </a:lnTo>
                <a:lnTo>
                  <a:pt x="7690587" y="14732"/>
                </a:lnTo>
                <a:lnTo>
                  <a:pt x="7690587" y="4318"/>
                </a:lnTo>
                <a:lnTo>
                  <a:pt x="7686396" y="0"/>
                </a:lnTo>
                <a:close/>
              </a:path>
              <a:path w="10390505" h="4652010">
                <a:moveTo>
                  <a:pt x="7719162" y="0"/>
                </a:moveTo>
                <a:lnTo>
                  <a:pt x="7713955" y="0"/>
                </a:lnTo>
                <a:lnTo>
                  <a:pt x="7709637" y="4318"/>
                </a:lnTo>
                <a:lnTo>
                  <a:pt x="7709637" y="14732"/>
                </a:lnTo>
                <a:lnTo>
                  <a:pt x="7713955" y="19050"/>
                </a:lnTo>
                <a:lnTo>
                  <a:pt x="7719162" y="19050"/>
                </a:lnTo>
                <a:lnTo>
                  <a:pt x="7719162" y="0"/>
                </a:lnTo>
                <a:close/>
              </a:path>
              <a:path w="10390505" h="4652010">
                <a:moveTo>
                  <a:pt x="7724496" y="0"/>
                </a:moveTo>
                <a:lnTo>
                  <a:pt x="7719162" y="0"/>
                </a:lnTo>
                <a:lnTo>
                  <a:pt x="7719162" y="19050"/>
                </a:lnTo>
                <a:lnTo>
                  <a:pt x="7724496" y="19050"/>
                </a:lnTo>
                <a:lnTo>
                  <a:pt x="7728687" y="14732"/>
                </a:lnTo>
                <a:lnTo>
                  <a:pt x="7728687" y="4318"/>
                </a:lnTo>
                <a:lnTo>
                  <a:pt x="7724496" y="0"/>
                </a:lnTo>
                <a:close/>
              </a:path>
              <a:path w="10390505" h="4652010">
                <a:moveTo>
                  <a:pt x="7757262" y="0"/>
                </a:moveTo>
                <a:lnTo>
                  <a:pt x="7752055" y="0"/>
                </a:lnTo>
                <a:lnTo>
                  <a:pt x="7747737" y="4318"/>
                </a:lnTo>
                <a:lnTo>
                  <a:pt x="7747737" y="14732"/>
                </a:lnTo>
                <a:lnTo>
                  <a:pt x="7752055" y="19050"/>
                </a:lnTo>
                <a:lnTo>
                  <a:pt x="7757262" y="19050"/>
                </a:lnTo>
                <a:lnTo>
                  <a:pt x="7757262" y="0"/>
                </a:lnTo>
                <a:close/>
              </a:path>
              <a:path w="10390505" h="4652010">
                <a:moveTo>
                  <a:pt x="7762596" y="0"/>
                </a:moveTo>
                <a:lnTo>
                  <a:pt x="7757389" y="0"/>
                </a:lnTo>
                <a:lnTo>
                  <a:pt x="7757389" y="19050"/>
                </a:lnTo>
                <a:lnTo>
                  <a:pt x="7762596" y="19050"/>
                </a:lnTo>
                <a:lnTo>
                  <a:pt x="7766914" y="14732"/>
                </a:lnTo>
                <a:lnTo>
                  <a:pt x="7766914" y="4318"/>
                </a:lnTo>
                <a:lnTo>
                  <a:pt x="7762596" y="0"/>
                </a:lnTo>
                <a:close/>
              </a:path>
              <a:path w="10390505" h="4652010">
                <a:moveTo>
                  <a:pt x="7795489" y="0"/>
                </a:moveTo>
                <a:lnTo>
                  <a:pt x="7790155" y="0"/>
                </a:lnTo>
                <a:lnTo>
                  <a:pt x="7785964" y="4318"/>
                </a:lnTo>
                <a:lnTo>
                  <a:pt x="7785964" y="14732"/>
                </a:lnTo>
                <a:lnTo>
                  <a:pt x="7790155" y="19050"/>
                </a:lnTo>
                <a:lnTo>
                  <a:pt x="7795489" y="19050"/>
                </a:lnTo>
                <a:lnTo>
                  <a:pt x="7795489" y="0"/>
                </a:lnTo>
                <a:close/>
              </a:path>
              <a:path w="10390505" h="4652010">
                <a:moveTo>
                  <a:pt x="7800696" y="0"/>
                </a:moveTo>
                <a:lnTo>
                  <a:pt x="7795489" y="0"/>
                </a:lnTo>
                <a:lnTo>
                  <a:pt x="7795489" y="19050"/>
                </a:lnTo>
                <a:lnTo>
                  <a:pt x="7800696" y="19050"/>
                </a:lnTo>
                <a:lnTo>
                  <a:pt x="7805014" y="14732"/>
                </a:lnTo>
                <a:lnTo>
                  <a:pt x="7805014" y="4318"/>
                </a:lnTo>
                <a:lnTo>
                  <a:pt x="7800696" y="0"/>
                </a:lnTo>
                <a:close/>
              </a:path>
              <a:path w="10390505" h="4652010">
                <a:moveTo>
                  <a:pt x="7833589" y="0"/>
                </a:moveTo>
                <a:lnTo>
                  <a:pt x="7828255" y="0"/>
                </a:lnTo>
                <a:lnTo>
                  <a:pt x="7824064" y="4318"/>
                </a:lnTo>
                <a:lnTo>
                  <a:pt x="7824064" y="14732"/>
                </a:lnTo>
                <a:lnTo>
                  <a:pt x="7828255" y="19050"/>
                </a:lnTo>
                <a:lnTo>
                  <a:pt x="7833589" y="19050"/>
                </a:lnTo>
                <a:lnTo>
                  <a:pt x="7833589" y="0"/>
                </a:lnTo>
                <a:close/>
              </a:path>
              <a:path w="10390505" h="4652010">
                <a:moveTo>
                  <a:pt x="7838796" y="0"/>
                </a:moveTo>
                <a:lnTo>
                  <a:pt x="7833589" y="0"/>
                </a:lnTo>
                <a:lnTo>
                  <a:pt x="7833589" y="19050"/>
                </a:lnTo>
                <a:lnTo>
                  <a:pt x="7838796" y="19050"/>
                </a:lnTo>
                <a:lnTo>
                  <a:pt x="7843114" y="14732"/>
                </a:lnTo>
                <a:lnTo>
                  <a:pt x="7843114" y="4318"/>
                </a:lnTo>
                <a:lnTo>
                  <a:pt x="7838796" y="0"/>
                </a:lnTo>
                <a:close/>
              </a:path>
              <a:path w="10390505" h="4652010">
                <a:moveTo>
                  <a:pt x="7871689" y="0"/>
                </a:moveTo>
                <a:lnTo>
                  <a:pt x="7866355" y="0"/>
                </a:lnTo>
                <a:lnTo>
                  <a:pt x="7862164" y="4318"/>
                </a:lnTo>
                <a:lnTo>
                  <a:pt x="7862164" y="14732"/>
                </a:lnTo>
                <a:lnTo>
                  <a:pt x="7866355" y="19050"/>
                </a:lnTo>
                <a:lnTo>
                  <a:pt x="7871689" y="19050"/>
                </a:lnTo>
                <a:lnTo>
                  <a:pt x="7871689" y="0"/>
                </a:lnTo>
                <a:close/>
              </a:path>
              <a:path w="10390505" h="4652010">
                <a:moveTo>
                  <a:pt x="7876896" y="0"/>
                </a:moveTo>
                <a:lnTo>
                  <a:pt x="7871689" y="0"/>
                </a:lnTo>
                <a:lnTo>
                  <a:pt x="7871689" y="19050"/>
                </a:lnTo>
                <a:lnTo>
                  <a:pt x="7876896" y="19050"/>
                </a:lnTo>
                <a:lnTo>
                  <a:pt x="7881214" y="14732"/>
                </a:lnTo>
                <a:lnTo>
                  <a:pt x="7881214" y="4318"/>
                </a:lnTo>
                <a:lnTo>
                  <a:pt x="7876896" y="0"/>
                </a:lnTo>
                <a:close/>
              </a:path>
              <a:path w="10390505" h="4652010">
                <a:moveTo>
                  <a:pt x="7909789" y="0"/>
                </a:moveTo>
                <a:lnTo>
                  <a:pt x="7904582" y="0"/>
                </a:lnTo>
                <a:lnTo>
                  <a:pt x="7900264" y="4318"/>
                </a:lnTo>
                <a:lnTo>
                  <a:pt x="7900264" y="14732"/>
                </a:lnTo>
                <a:lnTo>
                  <a:pt x="7904582" y="19050"/>
                </a:lnTo>
                <a:lnTo>
                  <a:pt x="7909789" y="19050"/>
                </a:lnTo>
                <a:lnTo>
                  <a:pt x="7909789" y="0"/>
                </a:lnTo>
                <a:close/>
              </a:path>
              <a:path w="10390505" h="4652010">
                <a:moveTo>
                  <a:pt x="7915123" y="0"/>
                </a:moveTo>
                <a:lnTo>
                  <a:pt x="7909789" y="0"/>
                </a:lnTo>
                <a:lnTo>
                  <a:pt x="7909789" y="19050"/>
                </a:lnTo>
                <a:lnTo>
                  <a:pt x="7915123" y="19050"/>
                </a:lnTo>
                <a:lnTo>
                  <a:pt x="7919314" y="14732"/>
                </a:lnTo>
                <a:lnTo>
                  <a:pt x="7919314" y="4318"/>
                </a:lnTo>
                <a:lnTo>
                  <a:pt x="7915123" y="0"/>
                </a:lnTo>
                <a:close/>
              </a:path>
              <a:path w="10390505" h="4652010">
                <a:moveTo>
                  <a:pt x="7947889" y="0"/>
                </a:moveTo>
                <a:lnTo>
                  <a:pt x="7942682" y="0"/>
                </a:lnTo>
                <a:lnTo>
                  <a:pt x="7938364" y="4318"/>
                </a:lnTo>
                <a:lnTo>
                  <a:pt x="7938364" y="14732"/>
                </a:lnTo>
                <a:lnTo>
                  <a:pt x="7942682" y="19050"/>
                </a:lnTo>
                <a:lnTo>
                  <a:pt x="7947889" y="19050"/>
                </a:lnTo>
                <a:lnTo>
                  <a:pt x="7947889" y="0"/>
                </a:lnTo>
                <a:close/>
              </a:path>
              <a:path w="10390505" h="4652010">
                <a:moveTo>
                  <a:pt x="7953223" y="0"/>
                </a:moveTo>
                <a:lnTo>
                  <a:pt x="7947889" y="0"/>
                </a:lnTo>
                <a:lnTo>
                  <a:pt x="7947889" y="19050"/>
                </a:lnTo>
                <a:lnTo>
                  <a:pt x="7953223" y="19050"/>
                </a:lnTo>
                <a:lnTo>
                  <a:pt x="7957414" y="14732"/>
                </a:lnTo>
                <a:lnTo>
                  <a:pt x="7957414" y="4318"/>
                </a:lnTo>
                <a:lnTo>
                  <a:pt x="7953223" y="0"/>
                </a:lnTo>
                <a:close/>
              </a:path>
              <a:path w="10390505" h="4652010">
                <a:moveTo>
                  <a:pt x="7985989" y="0"/>
                </a:moveTo>
                <a:lnTo>
                  <a:pt x="7980782" y="0"/>
                </a:lnTo>
                <a:lnTo>
                  <a:pt x="7976464" y="4318"/>
                </a:lnTo>
                <a:lnTo>
                  <a:pt x="7976464" y="14732"/>
                </a:lnTo>
                <a:lnTo>
                  <a:pt x="7980782" y="19050"/>
                </a:lnTo>
                <a:lnTo>
                  <a:pt x="7985989" y="19050"/>
                </a:lnTo>
                <a:lnTo>
                  <a:pt x="7985989" y="0"/>
                </a:lnTo>
                <a:close/>
              </a:path>
              <a:path w="10390505" h="4652010">
                <a:moveTo>
                  <a:pt x="7991323" y="0"/>
                </a:moveTo>
                <a:lnTo>
                  <a:pt x="7986116" y="0"/>
                </a:lnTo>
                <a:lnTo>
                  <a:pt x="7986116" y="19050"/>
                </a:lnTo>
                <a:lnTo>
                  <a:pt x="7991323" y="19050"/>
                </a:lnTo>
                <a:lnTo>
                  <a:pt x="7995641" y="14732"/>
                </a:lnTo>
                <a:lnTo>
                  <a:pt x="7995641" y="4318"/>
                </a:lnTo>
                <a:lnTo>
                  <a:pt x="7991323" y="0"/>
                </a:lnTo>
                <a:close/>
              </a:path>
              <a:path w="10390505" h="4652010">
                <a:moveTo>
                  <a:pt x="8024216" y="0"/>
                </a:moveTo>
                <a:lnTo>
                  <a:pt x="8018882" y="0"/>
                </a:lnTo>
                <a:lnTo>
                  <a:pt x="8014691" y="4318"/>
                </a:lnTo>
                <a:lnTo>
                  <a:pt x="8014691" y="14732"/>
                </a:lnTo>
                <a:lnTo>
                  <a:pt x="8018882" y="19050"/>
                </a:lnTo>
                <a:lnTo>
                  <a:pt x="8024216" y="19050"/>
                </a:lnTo>
                <a:lnTo>
                  <a:pt x="8024216" y="0"/>
                </a:lnTo>
                <a:close/>
              </a:path>
              <a:path w="10390505" h="4652010">
                <a:moveTo>
                  <a:pt x="8029423" y="0"/>
                </a:moveTo>
                <a:lnTo>
                  <a:pt x="8024216" y="0"/>
                </a:lnTo>
                <a:lnTo>
                  <a:pt x="8024216" y="19050"/>
                </a:lnTo>
                <a:lnTo>
                  <a:pt x="8029423" y="19050"/>
                </a:lnTo>
                <a:lnTo>
                  <a:pt x="8033741" y="14732"/>
                </a:lnTo>
                <a:lnTo>
                  <a:pt x="8033741" y="4318"/>
                </a:lnTo>
                <a:lnTo>
                  <a:pt x="8029423" y="0"/>
                </a:lnTo>
                <a:close/>
              </a:path>
              <a:path w="10390505" h="4652010">
                <a:moveTo>
                  <a:pt x="8062316" y="0"/>
                </a:moveTo>
                <a:lnTo>
                  <a:pt x="8056982" y="0"/>
                </a:lnTo>
                <a:lnTo>
                  <a:pt x="8052791" y="4318"/>
                </a:lnTo>
                <a:lnTo>
                  <a:pt x="8052791" y="14732"/>
                </a:lnTo>
                <a:lnTo>
                  <a:pt x="8056982" y="19050"/>
                </a:lnTo>
                <a:lnTo>
                  <a:pt x="8062316" y="19050"/>
                </a:lnTo>
                <a:lnTo>
                  <a:pt x="8062316" y="0"/>
                </a:lnTo>
                <a:close/>
              </a:path>
              <a:path w="10390505" h="4652010">
                <a:moveTo>
                  <a:pt x="8067523" y="0"/>
                </a:moveTo>
                <a:lnTo>
                  <a:pt x="8062316" y="0"/>
                </a:lnTo>
                <a:lnTo>
                  <a:pt x="8062316" y="19050"/>
                </a:lnTo>
                <a:lnTo>
                  <a:pt x="8067523" y="19050"/>
                </a:lnTo>
                <a:lnTo>
                  <a:pt x="8071841" y="14732"/>
                </a:lnTo>
                <a:lnTo>
                  <a:pt x="8071841" y="4318"/>
                </a:lnTo>
                <a:lnTo>
                  <a:pt x="8067523" y="0"/>
                </a:lnTo>
                <a:close/>
              </a:path>
              <a:path w="10390505" h="4652010">
                <a:moveTo>
                  <a:pt x="8100416" y="0"/>
                </a:moveTo>
                <a:lnTo>
                  <a:pt x="8095082" y="0"/>
                </a:lnTo>
                <a:lnTo>
                  <a:pt x="8090891" y="4318"/>
                </a:lnTo>
                <a:lnTo>
                  <a:pt x="8090891" y="14732"/>
                </a:lnTo>
                <a:lnTo>
                  <a:pt x="8095082" y="19050"/>
                </a:lnTo>
                <a:lnTo>
                  <a:pt x="8100416" y="19050"/>
                </a:lnTo>
                <a:lnTo>
                  <a:pt x="8100416" y="0"/>
                </a:lnTo>
                <a:close/>
              </a:path>
              <a:path w="10390505" h="4652010">
                <a:moveTo>
                  <a:pt x="8105623" y="0"/>
                </a:moveTo>
                <a:lnTo>
                  <a:pt x="8100416" y="0"/>
                </a:lnTo>
                <a:lnTo>
                  <a:pt x="8100416" y="19050"/>
                </a:lnTo>
                <a:lnTo>
                  <a:pt x="8105623" y="19050"/>
                </a:lnTo>
                <a:lnTo>
                  <a:pt x="8109941" y="14732"/>
                </a:lnTo>
                <a:lnTo>
                  <a:pt x="8109941" y="4318"/>
                </a:lnTo>
                <a:lnTo>
                  <a:pt x="8105623" y="0"/>
                </a:lnTo>
                <a:close/>
              </a:path>
              <a:path w="10390505" h="4652010">
                <a:moveTo>
                  <a:pt x="8138516" y="0"/>
                </a:moveTo>
                <a:lnTo>
                  <a:pt x="8133309" y="0"/>
                </a:lnTo>
                <a:lnTo>
                  <a:pt x="8128991" y="4318"/>
                </a:lnTo>
                <a:lnTo>
                  <a:pt x="8128991" y="14732"/>
                </a:lnTo>
                <a:lnTo>
                  <a:pt x="8133309" y="19050"/>
                </a:lnTo>
                <a:lnTo>
                  <a:pt x="8138516" y="19050"/>
                </a:lnTo>
                <a:lnTo>
                  <a:pt x="8138516" y="0"/>
                </a:lnTo>
                <a:close/>
              </a:path>
              <a:path w="10390505" h="4652010">
                <a:moveTo>
                  <a:pt x="8143850" y="0"/>
                </a:moveTo>
                <a:lnTo>
                  <a:pt x="8138516" y="0"/>
                </a:lnTo>
                <a:lnTo>
                  <a:pt x="8138516" y="19050"/>
                </a:lnTo>
                <a:lnTo>
                  <a:pt x="8143850" y="19050"/>
                </a:lnTo>
                <a:lnTo>
                  <a:pt x="8148041" y="14732"/>
                </a:lnTo>
                <a:lnTo>
                  <a:pt x="8148041" y="4318"/>
                </a:lnTo>
                <a:lnTo>
                  <a:pt x="8143850" y="0"/>
                </a:lnTo>
                <a:close/>
              </a:path>
              <a:path w="10390505" h="4652010">
                <a:moveTo>
                  <a:pt x="8176616" y="0"/>
                </a:moveTo>
                <a:lnTo>
                  <a:pt x="8171409" y="0"/>
                </a:lnTo>
                <a:lnTo>
                  <a:pt x="8167091" y="4318"/>
                </a:lnTo>
                <a:lnTo>
                  <a:pt x="8167091" y="14732"/>
                </a:lnTo>
                <a:lnTo>
                  <a:pt x="8171409" y="19050"/>
                </a:lnTo>
                <a:lnTo>
                  <a:pt x="8176616" y="19050"/>
                </a:lnTo>
                <a:lnTo>
                  <a:pt x="8176616" y="0"/>
                </a:lnTo>
                <a:close/>
              </a:path>
              <a:path w="10390505" h="4652010">
                <a:moveTo>
                  <a:pt x="8181950" y="0"/>
                </a:moveTo>
                <a:lnTo>
                  <a:pt x="8176616" y="0"/>
                </a:lnTo>
                <a:lnTo>
                  <a:pt x="8176616" y="19050"/>
                </a:lnTo>
                <a:lnTo>
                  <a:pt x="8181950" y="19050"/>
                </a:lnTo>
                <a:lnTo>
                  <a:pt x="8186141" y="14732"/>
                </a:lnTo>
                <a:lnTo>
                  <a:pt x="8186141" y="4318"/>
                </a:lnTo>
                <a:lnTo>
                  <a:pt x="8181950" y="0"/>
                </a:lnTo>
                <a:close/>
              </a:path>
              <a:path w="10390505" h="4652010">
                <a:moveTo>
                  <a:pt x="8214716" y="0"/>
                </a:moveTo>
                <a:lnTo>
                  <a:pt x="8209509" y="0"/>
                </a:lnTo>
                <a:lnTo>
                  <a:pt x="8205191" y="4318"/>
                </a:lnTo>
                <a:lnTo>
                  <a:pt x="8205191" y="14732"/>
                </a:lnTo>
                <a:lnTo>
                  <a:pt x="8209509" y="19050"/>
                </a:lnTo>
                <a:lnTo>
                  <a:pt x="8214716" y="19050"/>
                </a:lnTo>
                <a:lnTo>
                  <a:pt x="8214716" y="0"/>
                </a:lnTo>
                <a:close/>
              </a:path>
              <a:path w="10390505" h="4652010">
                <a:moveTo>
                  <a:pt x="8220050" y="0"/>
                </a:moveTo>
                <a:lnTo>
                  <a:pt x="8214716" y="0"/>
                </a:lnTo>
                <a:lnTo>
                  <a:pt x="8214716" y="19050"/>
                </a:lnTo>
                <a:lnTo>
                  <a:pt x="8220050" y="19050"/>
                </a:lnTo>
                <a:lnTo>
                  <a:pt x="8224241" y="14732"/>
                </a:lnTo>
                <a:lnTo>
                  <a:pt x="8224241" y="4318"/>
                </a:lnTo>
                <a:lnTo>
                  <a:pt x="8220050" y="0"/>
                </a:lnTo>
                <a:close/>
              </a:path>
              <a:path w="10390505" h="4652010">
                <a:moveTo>
                  <a:pt x="8252816" y="0"/>
                </a:moveTo>
                <a:lnTo>
                  <a:pt x="8247609" y="0"/>
                </a:lnTo>
                <a:lnTo>
                  <a:pt x="8243291" y="4318"/>
                </a:lnTo>
                <a:lnTo>
                  <a:pt x="8243291" y="14732"/>
                </a:lnTo>
                <a:lnTo>
                  <a:pt x="8247609" y="19050"/>
                </a:lnTo>
                <a:lnTo>
                  <a:pt x="8252816" y="19050"/>
                </a:lnTo>
                <a:lnTo>
                  <a:pt x="8252816" y="0"/>
                </a:lnTo>
                <a:close/>
              </a:path>
              <a:path w="10390505" h="4652010">
                <a:moveTo>
                  <a:pt x="8258150" y="0"/>
                </a:moveTo>
                <a:lnTo>
                  <a:pt x="8252943" y="0"/>
                </a:lnTo>
                <a:lnTo>
                  <a:pt x="8252943" y="19050"/>
                </a:lnTo>
                <a:lnTo>
                  <a:pt x="8258150" y="19050"/>
                </a:lnTo>
                <a:lnTo>
                  <a:pt x="8262468" y="14732"/>
                </a:lnTo>
                <a:lnTo>
                  <a:pt x="8262468" y="4318"/>
                </a:lnTo>
                <a:lnTo>
                  <a:pt x="8258150" y="0"/>
                </a:lnTo>
                <a:close/>
              </a:path>
              <a:path w="10390505" h="4652010">
                <a:moveTo>
                  <a:pt x="8291043" y="0"/>
                </a:moveTo>
                <a:lnTo>
                  <a:pt x="8285709" y="0"/>
                </a:lnTo>
                <a:lnTo>
                  <a:pt x="8281518" y="4318"/>
                </a:lnTo>
                <a:lnTo>
                  <a:pt x="8281518" y="14732"/>
                </a:lnTo>
                <a:lnTo>
                  <a:pt x="8285709" y="19050"/>
                </a:lnTo>
                <a:lnTo>
                  <a:pt x="8291043" y="19050"/>
                </a:lnTo>
                <a:lnTo>
                  <a:pt x="8291043" y="0"/>
                </a:lnTo>
                <a:close/>
              </a:path>
              <a:path w="10390505" h="4652010">
                <a:moveTo>
                  <a:pt x="8296250" y="0"/>
                </a:moveTo>
                <a:lnTo>
                  <a:pt x="8291043" y="0"/>
                </a:lnTo>
                <a:lnTo>
                  <a:pt x="8291043" y="19050"/>
                </a:lnTo>
                <a:lnTo>
                  <a:pt x="8296250" y="19050"/>
                </a:lnTo>
                <a:lnTo>
                  <a:pt x="8300568" y="14732"/>
                </a:lnTo>
                <a:lnTo>
                  <a:pt x="8300568" y="4318"/>
                </a:lnTo>
                <a:lnTo>
                  <a:pt x="8296250" y="0"/>
                </a:lnTo>
                <a:close/>
              </a:path>
              <a:path w="10390505" h="4652010">
                <a:moveTo>
                  <a:pt x="8329143" y="0"/>
                </a:moveTo>
                <a:lnTo>
                  <a:pt x="8323809" y="0"/>
                </a:lnTo>
                <a:lnTo>
                  <a:pt x="8319618" y="4318"/>
                </a:lnTo>
                <a:lnTo>
                  <a:pt x="8319618" y="14732"/>
                </a:lnTo>
                <a:lnTo>
                  <a:pt x="8323809" y="19050"/>
                </a:lnTo>
                <a:lnTo>
                  <a:pt x="8329143" y="19050"/>
                </a:lnTo>
                <a:lnTo>
                  <a:pt x="8329143" y="0"/>
                </a:lnTo>
                <a:close/>
              </a:path>
              <a:path w="10390505" h="4652010">
                <a:moveTo>
                  <a:pt x="8334350" y="0"/>
                </a:moveTo>
                <a:lnTo>
                  <a:pt x="8329143" y="0"/>
                </a:lnTo>
                <a:lnTo>
                  <a:pt x="8329143" y="19050"/>
                </a:lnTo>
                <a:lnTo>
                  <a:pt x="8334350" y="19050"/>
                </a:lnTo>
                <a:lnTo>
                  <a:pt x="8338668" y="14732"/>
                </a:lnTo>
                <a:lnTo>
                  <a:pt x="8338668" y="4318"/>
                </a:lnTo>
                <a:lnTo>
                  <a:pt x="8334350" y="0"/>
                </a:lnTo>
                <a:close/>
              </a:path>
              <a:path w="10390505" h="4652010">
                <a:moveTo>
                  <a:pt x="8367243" y="0"/>
                </a:moveTo>
                <a:lnTo>
                  <a:pt x="8362036" y="0"/>
                </a:lnTo>
                <a:lnTo>
                  <a:pt x="8357718" y="4318"/>
                </a:lnTo>
                <a:lnTo>
                  <a:pt x="8357718" y="14732"/>
                </a:lnTo>
                <a:lnTo>
                  <a:pt x="8362036" y="19050"/>
                </a:lnTo>
                <a:lnTo>
                  <a:pt x="8367243" y="19050"/>
                </a:lnTo>
                <a:lnTo>
                  <a:pt x="8367243" y="0"/>
                </a:lnTo>
                <a:close/>
              </a:path>
              <a:path w="10390505" h="4652010">
                <a:moveTo>
                  <a:pt x="8372577" y="0"/>
                </a:moveTo>
                <a:lnTo>
                  <a:pt x="8367243" y="0"/>
                </a:lnTo>
                <a:lnTo>
                  <a:pt x="8367243" y="19050"/>
                </a:lnTo>
                <a:lnTo>
                  <a:pt x="8372577" y="19050"/>
                </a:lnTo>
                <a:lnTo>
                  <a:pt x="8376768" y="14732"/>
                </a:lnTo>
                <a:lnTo>
                  <a:pt x="8376768" y="4318"/>
                </a:lnTo>
                <a:lnTo>
                  <a:pt x="8372577" y="0"/>
                </a:lnTo>
                <a:close/>
              </a:path>
              <a:path w="10390505" h="4652010">
                <a:moveTo>
                  <a:pt x="8405343" y="0"/>
                </a:moveTo>
                <a:lnTo>
                  <a:pt x="8400136" y="0"/>
                </a:lnTo>
                <a:lnTo>
                  <a:pt x="8395818" y="4318"/>
                </a:lnTo>
                <a:lnTo>
                  <a:pt x="8395818" y="14732"/>
                </a:lnTo>
                <a:lnTo>
                  <a:pt x="8400136" y="19050"/>
                </a:lnTo>
                <a:lnTo>
                  <a:pt x="8405343" y="19050"/>
                </a:lnTo>
                <a:lnTo>
                  <a:pt x="8405343" y="0"/>
                </a:lnTo>
                <a:close/>
              </a:path>
              <a:path w="10390505" h="4652010">
                <a:moveTo>
                  <a:pt x="8410677" y="0"/>
                </a:moveTo>
                <a:lnTo>
                  <a:pt x="8405343" y="0"/>
                </a:lnTo>
                <a:lnTo>
                  <a:pt x="8405343" y="19050"/>
                </a:lnTo>
                <a:lnTo>
                  <a:pt x="8410677" y="19050"/>
                </a:lnTo>
                <a:lnTo>
                  <a:pt x="8414868" y="14732"/>
                </a:lnTo>
                <a:lnTo>
                  <a:pt x="8414868" y="4318"/>
                </a:lnTo>
                <a:lnTo>
                  <a:pt x="8410677" y="0"/>
                </a:lnTo>
                <a:close/>
              </a:path>
              <a:path w="10390505" h="4652010">
                <a:moveTo>
                  <a:pt x="8443443" y="0"/>
                </a:moveTo>
                <a:lnTo>
                  <a:pt x="8438236" y="0"/>
                </a:lnTo>
                <a:lnTo>
                  <a:pt x="8433918" y="4318"/>
                </a:lnTo>
                <a:lnTo>
                  <a:pt x="8433918" y="14732"/>
                </a:lnTo>
                <a:lnTo>
                  <a:pt x="8438236" y="19050"/>
                </a:lnTo>
                <a:lnTo>
                  <a:pt x="8443443" y="19050"/>
                </a:lnTo>
                <a:lnTo>
                  <a:pt x="8443443" y="0"/>
                </a:lnTo>
                <a:close/>
              </a:path>
              <a:path w="10390505" h="4652010">
                <a:moveTo>
                  <a:pt x="8448777" y="0"/>
                </a:moveTo>
                <a:lnTo>
                  <a:pt x="8443443" y="0"/>
                </a:lnTo>
                <a:lnTo>
                  <a:pt x="8443443" y="19050"/>
                </a:lnTo>
                <a:lnTo>
                  <a:pt x="8448777" y="19050"/>
                </a:lnTo>
                <a:lnTo>
                  <a:pt x="8452968" y="14732"/>
                </a:lnTo>
                <a:lnTo>
                  <a:pt x="8452968" y="4318"/>
                </a:lnTo>
                <a:lnTo>
                  <a:pt x="8448777" y="0"/>
                </a:lnTo>
                <a:close/>
              </a:path>
              <a:path w="10390505" h="4652010">
                <a:moveTo>
                  <a:pt x="8481543" y="0"/>
                </a:moveTo>
                <a:lnTo>
                  <a:pt x="8476336" y="0"/>
                </a:lnTo>
                <a:lnTo>
                  <a:pt x="8472018" y="4318"/>
                </a:lnTo>
                <a:lnTo>
                  <a:pt x="8472018" y="14732"/>
                </a:lnTo>
                <a:lnTo>
                  <a:pt x="8476336" y="19050"/>
                </a:lnTo>
                <a:lnTo>
                  <a:pt x="8481543" y="19050"/>
                </a:lnTo>
                <a:lnTo>
                  <a:pt x="8481543" y="0"/>
                </a:lnTo>
                <a:close/>
              </a:path>
              <a:path w="10390505" h="4652010">
                <a:moveTo>
                  <a:pt x="8481670" y="12700"/>
                </a:moveTo>
                <a:lnTo>
                  <a:pt x="8481543" y="12700"/>
                </a:lnTo>
                <a:lnTo>
                  <a:pt x="8481543" y="19050"/>
                </a:lnTo>
                <a:lnTo>
                  <a:pt x="8481670" y="19050"/>
                </a:lnTo>
                <a:lnTo>
                  <a:pt x="8481670" y="12700"/>
                </a:lnTo>
                <a:close/>
              </a:path>
              <a:path w="10390505" h="4652010">
                <a:moveTo>
                  <a:pt x="8486877" y="0"/>
                </a:moveTo>
                <a:lnTo>
                  <a:pt x="8481670" y="0"/>
                </a:lnTo>
                <a:lnTo>
                  <a:pt x="8481670" y="19050"/>
                </a:lnTo>
                <a:lnTo>
                  <a:pt x="8486877" y="19050"/>
                </a:lnTo>
                <a:lnTo>
                  <a:pt x="8491195" y="14732"/>
                </a:lnTo>
                <a:lnTo>
                  <a:pt x="8491195" y="4318"/>
                </a:lnTo>
                <a:lnTo>
                  <a:pt x="8486877" y="0"/>
                </a:lnTo>
                <a:close/>
              </a:path>
              <a:path w="10390505" h="4652010">
                <a:moveTo>
                  <a:pt x="8481670" y="0"/>
                </a:moveTo>
                <a:lnTo>
                  <a:pt x="8481543" y="0"/>
                </a:lnTo>
                <a:lnTo>
                  <a:pt x="8481543" y="6350"/>
                </a:lnTo>
                <a:lnTo>
                  <a:pt x="8481670" y="6350"/>
                </a:lnTo>
                <a:lnTo>
                  <a:pt x="8481670" y="0"/>
                </a:lnTo>
                <a:close/>
              </a:path>
              <a:path w="10390505" h="4652010">
                <a:moveTo>
                  <a:pt x="8519770" y="0"/>
                </a:moveTo>
                <a:lnTo>
                  <a:pt x="8514436" y="0"/>
                </a:lnTo>
                <a:lnTo>
                  <a:pt x="8510245" y="4318"/>
                </a:lnTo>
                <a:lnTo>
                  <a:pt x="8510245" y="14732"/>
                </a:lnTo>
                <a:lnTo>
                  <a:pt x="8514436" y="19050"/>
                </a:lnTo>
                <a:lnTo>
                  <a:pt x="8519770" y="19050"/>
                </a:lnTo>
                <a:lnTo>
                  <a:pt x="8519770" y="0"/>
                </a:lnTo>
                <a:close/>
              </a:path>
              <a:path w="10390505" h="4652010">
                <a:moveTo>
                  <a:pt x="8524977" y="0"/>
                </a:moveTo>
                <a:lnTo>
                  <a:pt x="8519770" y="0"/>
                </a:lnTo>
                <a:lnTo>
                  <a:pt x="8519770" y="19050"/>
                </a:lnTo>
                <a:lnTo>
                  <a:pt x="8524977" y="19050"/>
                </a:lnTo>
                <a:lnTo>
                  <a:pt x="8529295" y="14732"/>
                </a:lnTo>
                <a:lnTo>
                  <a:pt x="8529295" y="4318"/>
                </a:lnTo>
                <a:lnTo>
                  <a:pt x="8524977" y="0"/>
                </a:lnTo>
                <a:close/>
              </a:path>
              <a:path w="10390505" h="4652010">
                <a:moveTo>
                  <a:pt x="8557870" y="0"/>
                </a:moveTo>
                <a:lnTo>
                  <a:pt x="8552536" y="0"/>
                </a:lnTo>
                <a:lnTo>
                  <a:pt x="8548345" y="4318"/>
                </a:lnTo>
                <a:lnTo>
                  <a:pt x="8548345" y="14732"/>
                </a:lnTo>
                <a:lnTo>
                  <a:pt x="8552536" y="19050"/>
                </a:lnTo>
                <a:lnTo>
                  <a:pt x="8557870" y="19050"/>
                </a:lnTo>
                <a:lnTo>
                  <a:pt x="8557870" y="0"/>
                </a:lnTo>
                <a:close/>
              </a:path>
              <a:path w="10390505" h="4652010">
                <a:moveTo>
                  <a:pt x="8563077" y="0"/>
                </a:moveTo>
                <a:lnTo>
                  <a:pt x="8557870" y="0"/>
                </a:lnTo>
                <a:lnTo>
                  <a:pt x="8557870" y="19050"/>
                </a:lnTo>
                <a:lnTo>
                  <a:pt x="8563077" y="19050"/>
                </a:lnTo>
                <a:lnTo>
                  <a:pt x="8567395" y="14732"/>
                </a:lnTo>
                <a:lnTo>
                  <a:pt x="8567395" y="4318"/>
                </a:lnTo>
                <a:lnTo>
                  <a:pt x="8563077" y="0"/>
                </a:lnTo>
                <a:close/>
              </a:path>
              <a:path w="10390505" h="4652010">
                <a:moveTo>
                  <a:pt x="8595970" y="0"/>
                </a:moveTo>
                <a:lnTo>
                  <a:pt x="8590636" y="0"/>
                </a:lnTo>
                <a:lnTo>
                  <a:pt x="8586445" y="4318"/>
                </a:lnTo>
                <a:lnTo>
                  <a:pt x="8586445" y="14732"/>
                </a:lnTo>
                <a:lnTo>
                  <a:pt x="8590636" y="19050"/>
                </a:lnTo>
                <a:lnTo>
                  <a:pt x="8595970" y="19050"/>
                </a:lnTo>
                <a:lnTo>
                  <a:pt x="8595970" y="0"/>
                </a:lnTo>
                <a:close/>
              </a:path>
              <a:path w="10390505" h="4652010">
                <a:moveTo>
                  <a:pt x="8601177" y="0"/>
                </a:moveTo>
                <a:lnTo>
                  <a:pt x="8595970" y="0"/>
                </a:lnTo>
                <a:lnTo>
                  <a:pt x="8595970" y="19050"/>
                </a:lnTo>
                <a:lnTo>
                  <a:pt x="8601177" y="19050"/>
                </a:lnTo>
                <a:lnTo>
                  <a:pt x="8605495" y="14732"/>
                </a:lnTo>
                <a:lnTo>
                  <a:pt x="8605495" y="4318"/>
                </a:lnTo>
                <a:lnTo>
                  <a:pt x="8601177" y="0"/>
                </a:lnTo>
                <a:close/>
              </a:path>
              <a:path w="10390505" h="4652010">
                <a:moveTo>
                  <a:pt x="8634070" y="0"/>
                </a:moveTo>
                <a:lnTo>
                  <a:pt x="8628863" y="0"/>
                </a:lnTo>
                <a:lnTo>
                  <a:pt x="8624545" y="4318"/>
                </a:lnTo>
                <a:lnTo>
                  <a:pt x="8624545" y="14732"/>
                </a:lnTo>
                <a:lnTo>
                  <a:pt x="8628863" y="19050"/>
                </a:lnTo>
                <a:lnTo>
                  <a:pt x="8634070" y="19050"/>
                </a:lnTo>
                <a:lnTo>
                  <a:pt x="8634070" y="0"/>
                </a:lnTo>
                <a:close/>
              </a:path>
              <a:path w="10390505" h="4652010">
                <a:moveTo>
                  <a:pt x="8639404" y="0"/>
                </a:moveTo>
                <a:lnTo>
                  <a:pt x="8634070" y="0"/>
                </a:lnTo>
                <a:lnTo>
                  <a:pt x="8634070" y="19050"/>
                </a:lnTo>
                <a:lnTo>
                  <a:pt x="8639404" y="19050"/>
                </a:lnTo>
                <a:lnTo>
                  <a:pt x="8643595" y="14732"/>
                </a:lnTo>
                <a:lnTo>
                  <a:pt x="8643595" y="4318"/>
                </a:lnTo>
                <a:lnTo>
                  <a:pt x="8639404" y="0"/>
                </a:lnTo>
                <a:close/>
              </a:path>
              <a:path w="10390505" h="4652010">
                <a:moveTo>
                  <a:pt x="8672170" y="0"/>
                </a:moveTo>
                <a:lnTo>
                  <a:pt x="8666963" y="0"/>
                </a:lnTo>
                <a:lnTo>
                  <a:pt x="8662645" y="4318"/>
                </a:lnTo>
                <a:lnTo>
                  <a:pt x="8662645" y="14732"/>
                </a:lnTo>
                <a:lnTo>
                  <a:pt x="8666963" y="19050"/>
                </a:lnTo>
                <a:lnTo>
                  <a:pt x="8672170" y="19050"/>
                </a:lnTo>
                <a:lnTo>
                  <a:pt x="8672170" y="0"/>
                </a:lnTo>
                <a:close/>
              </a:path>
              <a:path w="10390505" h="4652010">
                <a:moveTo>
                  <a:pt x="8677504" y="0"/>
                </a:moveTo>
                <a:lnTo>
                  <a:pt x="8672170" y="0"/>
                </a:lnTo>
                <a:lnTo>
                  <a:pt x="8672170" y="19050"/>
                </a:lnTo>
                <a:lnTo>
                  <a:pt x="8677504" y="19050"/>
                </a:lnTo>
                <a:lnTo>
                  <a:pt x="8681695" y="14732"/>
                </a:lnTo>
                <a:lnTo>
                  <a:pt x="8681695" y="4318"/>
                </a:lnTo>
                <a:lnTo>
                  <a:pt x="8677504" y="0"/>
                </a:lnTo>
                <a:close/>
              </a:path>
              <a:path w="10390505" h="4652010">
                <a:moveTo>
                  <a:pt x="8710270" y="0"/>
                </a:moveTo>
                <a:lnTo>
                  <a:pt x="8705063" y="0"/>
                </a:lnTo>
                <a:lnTo>
                  <a:pt x="8700745" y="4318"/>
                </a:lnTo>
                <a:lnTo>
                  <a:pt x="8700745" y="14732"/>
                </a:lnTo>
                <a:lnTo>
                  <a:pt x="8705063" y="19050"/>
                </a:lnTo>
                <a:lnTo>
                  <a:pt x="8710270" y="19050"/>
                </a:lnTo>
                <a:lnTo>
                  <a:pt x="8710270" y="0"/>
                </a:lnTo>
                <a:close/>
              </a:path>
              <a:path w="10390505" h="4652010">
                <a:moveTo>
                  <a:pt x="8715604" y="0"/>
                </a:moveTo>
                <a:lnTo>
                  <a:pt x="8710397" y="0"/>
                </a:lnTo>
                <a:lnTo>
                  <a:pt x="8710397" y="19050"/>
                </a:lnTo>
                <a:lnTo>
                  <a:pt x="8715604" y="19050"/>
                </a:lnTo>
                <a:lnTo>
                  <a:pt x="8719922" y="14732"/>
                </a:lnTo>
                <a:lnTo>
                  <a:pt x="8719922" y="4318"/>
                </a:lnTo>
                <a:lnTo>
                  <a:pt x="8715604" y="0"/>
                </a:lnTo>
                <a:close/>
              </a:path>
              <a:path w="10390505" h="4652010">
                <a:moveTo>
                  <a:pt x="8748497" y="0"/>
                </a:moveTo>
                <a:lnTo>
                  <a:pt x="8743163" y="0"/>
                </a:lnTo>
                <a:lnTo>
                  <a:pt x="8738972" y="4318"/>
                </a:lnTo>
                <a:lnTo>
                  <a:pt x="8738972" y="14732"/>
                </a:lnTo>
                <a:lnTo>
                  <a:pt x="8743163" y="19050"/>
                </a:lnTo>
                <a:lnTo>
                  <a:pt x="8748497" y="19050"/>
                </a:lnTo>
                <a:lnTo>
                  <a:pt x="8748497" y="0"/>
                </a:lnTo>
                <a:close/>
              </a:path>
              <a:path w="10390505" h="4652010">
                <a:moveTo>
                  <a:pt x="8753704" y="0"/>
                </a:moveTo>
                <a:lnTo>
                  <a:pt x="8748497" y="0"/>
                </a:lnTo>
                <a:lnTo>
                  <a:pt x="8748497" y="19050"/>
                </a:lnTo>
                <a:lnTo>
                  <a:pt x="8753704" y="19050"/>
                </a:lnTo>
                <a:lnTo>
                  <a:pt x="8758022" y="14732"/>
                </a:lnTo>
                <a:lnTo>
                  <a:pt x="8758022" y="4318"/>
                </a:lnTo>
                <a:lnTo>
                  <a:pt x="8753704" y="0"/>
                </a:lnTo>
                <a:close/>
              </a:path>
              <a:path w="10390505" h="4652010">
                <a:moveTo>
                  <a:pt x="8786597" y="0"/>
                </a:moveTo>
                <a:lnTo>
                  <a:pt x="8781263" y="0"/>
                </a:lnTo>
                <a:lnTo>
                  <a:pt x="8777072" y="4318"/>
                </a:lnTo>
                <a:lnTo>
                  <a:pt x="8777072" y="14732"/>
                </a:lnTo>
                <a:lnTo>
                  <a:pt x="8781263" y="19050"/>
                </a:lnTo>
                <a:lnTo>
                  <a:pt x="8786597" y="19050"/>
                </a:lnTo>
                <a:lnTo>
                  <a:pt x="8786597" y="0"/>
                </a:lnTo>
                <a:close/>
              </a:path>
              <a:path w="10390505" h="4652010">
                <a:moveTo>
                  <a:pt x="8791804" y="0"/>
                </a:moveTo>
                <a:lnTo>
                  <a:pt x="8786597" y="0"/>
                </a:lnTo>
                <a:lnTo>
                  <a:pt x="8786597" y="19050"/>
                </a:lnTo>
                <a:lnTo>
                  <a:pt x="8791804" y="19050"/>
                </a:lnTo>
                <a:lnTo>
                  <a:pt x="8796122" y="14732"/>
                </a:lnTo>
                <a:lnTo>
                  <a:pt x="8796122" y="4318"/>
                </a:lnTo>
                <a:lnTo>
                  <a:pt x="8791804" y="0"/>
                </a:lnTo>
                <a:close/>
              </a:path>
              <a:path w="10390505" h="4652010">
                <a:moveTo>
                  <a:pt x="8824697" y="0"/>
                </a:moveTo>
                <a:lnTo>
                  <a:pt x="8819363" y="0"/>
                </a:lnTo>
                <a:lnTo>
                  <a:pt x="8815172" y="4318"/>
                </a:lnTo>
                <a:lnTo>
                  <a:pt x="8815172" y="14732"/>
                </a:lnTo>
                <a:lnTo>
                  <a:pt x="8819363" y="19050"/>
                </a:lnTo>
                <a:lnTo>
                  <a:pt x="8824697" y="19050"/>
                </a:lnTo>
                <a:lnTo>
                  <a:pt x="8824697" y="0"/>
                </a:lnTo>
                <a:close/>
              </a:path>
              <a:path w="10390505" h="4652010">
                <a:moveTo>
                  <a:pt x="8829904" y="0"/>
                </a:moveTo>
                <a:lnTo>
                  <a:pt x="8824697" y="0"/>
                </a:lnTo>
                <a:lnTo>
                  <a:pt x="8824697" y="19050"/>
                </a:lnTo>
                <a:lnTo>
                  <a:pt x="8829904" y="19050"/>
                </a:lnTo>
                <a:lnTo>
                  <a:pt x="8834222" y="14732"/>
                </a:lnTo>
                <a:lnTo>
                  <a:pt x="8834222" y="4318"/>
                </a:lnTo>
                <a:lnTo>
                  <a:pt x="8829904" y="0"/>
                </a:lnTo>
                <a:close/>
              </a:path>
              <a:path w="10390505" h="4652010">
                <a:moveTo>
                  <a:pt x="8862797" y="0"/>
                </a:moveTo>
                <a:lnTo>
                  <a:pt x="8857590" y="0"/>
                </a:lnTo>
                <a:lnTo>
                  <a:pt x="8853272" y="4318"/>
                </a:lnTo>
                <a:lnTo>
                  <a:pt x="8853272" y="14732"/>
                </a:lnTo>
                <a:lnTo>
                  <a:pt x="8857590" y="19050"/>
                </a:lnTo>
                <a:lnTo>
                  <a:pt x="8862797" y="19050"/>
                </a:lnTo>
                <a:lnTo>
                  <a:pt x="8862797" y="0"/>
                </a:lnTo>
                <a:close/>
              </a:path>
              <a:path w="10390505" h="4652010">
                <a:moveTo>
                  <a:pt x="8868131" y="0"/>
                </a:moveTo>
                <a:lnTo>
                  <a:pt x="8862797" y="0"/>
                </a:lnTo>
                <a:lnTo>
                  <a:pt x="8862797" y="19050"/>
                </a:lnTo>
                <a:lnTo>
                  <a:pt x="8868131" y="19050"/>
                </a:lnTo>
                <a:lnTo>
                  <a:pt x="8872322" y="14732"/>
                </a:lnTo>
                <a:lnTo>
                  <a:pt x="8872322" y="4318"/>
                </a:lnTo>
                <a:lnTo>
                  <a:pt x="8868131" y="0"/>
                </a:lnTo>
                <a:close/>
              </a:path>
              <a:path w="10390505" h="4652010">
                <a:moveTo>
                  <a:pt x="8900897" y="0"/>
                </a:moveTo>
                <a:lnTo>
                  <a:pt x="8895690" y="0"/>
                </a:lnTo>
                <a:lnTo>
                  <a:pt x="8891372" y="4318"/>
                </a:lnTo>
                <a:lnTo>
                  <a:pt x="8891372" y="14732"/>
                </a:lnTo>
                <a:lnTo>
                  <a:pt x="8895690" y="19050"/>
                </a:lnTo>
                <a:lnTo>
                  <a:pt x="8900897" y="19050"/>
                </a:lnTo>
                <a:lnTo>
                  <a:pt x="8900897" y="0"/>
                </a:lnTo>
                <a:close/>
              </a:path>
              <a:path w="10390505" h="4652010">
                <a:moveTo>
                  <a:pt x="8906231" y="0"/>
                </a:moveTo>
                <a:lnTo>
                  <a:pt x="8900897" y="0"/>
                </a:lnTo>
                <a:lnTo>
                  <a:pt x="8900897" y="19050"/>
                </a:lnTo>
                <a:lnTo>
                  <a:pt x="8906231" y="19050"/>
                </a:lnTo>
                <a:lnTo>
                  <a:pt x="8910422" y="14732"/>
                </a:lnTo>
                <a:lnTo>
                  <a:pt x="8910422" y="4318"/>
                </a:lnTo>
                <a:lnTo>
                  <a:pt x="8906231" y="0"/>
                </a:lnTo>
                <a:close/>
              </a:path>
              <a:path w="10390505" h="4652010">
                <a:moveTo>
                  <a:pt x="8938997" y="0"/>
                </a:moveTo>
                <a:lnTo>
                  <a:pt x="8933790" y="0"/>
                </a:lnTo>
                <a:lnTo>
                  <a:pt x="8929472" y="4318"/>
                </a:lnTo>
                <a:lnTo>
                  <a:pt x="8929472" y="14732"/>
                </a:lnTo>
                <a:lnTo>
                  <a:pt x="8933790" y="19050"/>
                </a:lnTo>
                <a:lnTo>
                  <a:pt x="8938997" y="19050"/>
                </a:lnTo>
                <a:lnTo>
                  <a:pt x="8938997" y="0"/>
                </a:lnTo>
                <a:close/>
              </a:path>
              <a:path w="10390505" h="4652010">
                <a:moveTo>
                  <a:pt x="8944331" y="0"/>
                </a:moveTo>
                <a:lnTo>
                  <a:pt x="8938997" y="0"/>
                </a:lnTo>
                <a:lnTo>
                  <a:pt x="8938997" y="19050"/>
                </a:lnTo>
                <a:lnTo>
                  <a:pt x="8944331" y="19050"/>
                </a:lnTo>
                <a:lnTo>
                  <a:pt x="8948522" y="14732"/>
                </a:lnTo>
                <a:lnTo>
                  <a:pt x="8948522" y="4318"/>
                </a:lnTo>
                <a:lnTo>
                  <a:pt x="8944331" y="0"/>
                </a:lnTo>
                <a:close/>
              </a:path>
              <a:path w="10390505" h="4652010">
                <a:moveTo>
                  <a:pt x="8977097" y="0"/>
                </a:moveTo>
                <a:lnTo>
                  <a:pt x="8971890" y="0"/>
                </a:lnTo>
                <a:lnTo>
                  <a:pt x="8967572" y="4318"/>
                </a:lnTo>
                <a:lnTo>
                  <a:pt x="8967572" y="14732"/>
                </a:lnTo>
                <a:lnTo>
                  <a:pt x="8971890" y="19050"/>
                </a:lnTo>
                <a:lnTo>
                  <a:pt x="8977097" y="19050"/>
                </a:lnTo>
                <a:lnTo>
                  <a:pt x="8977097" y="0"/>
                </a:lnTo>
                <a:close/>
              </a:path>
              <a:path w="10390505" h="4652010">
                <a:moveTo>
                  <a:pt x="8982431" y="0"/>
                </a:moveTo>
                <a:lnTo>
                  <a:pt x="8977224" y="0"/>
                </a:lnTo>
                <a:lnTo>
                  <a:pt x="8977224" y="19050"/>
                </a:lnTo>
                <a:lnTo>
                  <a:pt x="8982431" y="19050"/>
                </a:lnTo>
                <a:lnTo>
                  <a:pt x="8986749" y="14732"/>
                </a:lnTo>
                <a:lnTo>
                  <a:pt x="8986749" y="4318"/>
                </a:lnTo>
                <a:lnTo>
                  <a:pt x="8982431" y="0"/>
                </a:lnTo>
                <a:close/>
              </a:path>
              <a:path w="10390505" h="4652010">
                <a:moveTo>
                  <a:pt x="9015324" y="0"/>
                </a:moveTo>
                <a:lnTo>
                  <a:pt x="9009990" y="0"/>
                </a:lnTo>
                <a:lnTo>
                  <a:pt x="9005799" y="4318"/>
                </a:lnTo>
                <a:lnTo>
                  <a:pt x="9005799" y="14732"/>
                </a:lnTo>
                <a:lnTo>
                  <a:pt x="9009990" y="19050"/>
                </a:lnTo>
                <a:lnTo>
                  <a:pt x="9015324" y="19050"/>
                </a:lnTo>
                <a:lnTo>
                  <a:pt x="9015324" y="0"/>
                </a:lnTo>
                <a:close/>
              </a:path>
              <a:path w="10390505" h="4652010">
                <a:moveTo>
                  <a:pt x="9020531" y="0"/>
                </a:moveTo>
                <a:lnTo>
                  <a:pt x="9015324" y="0"/>
                </a:lnTo>
                <a:lnTo>
                  <a:pt x="9015324" y="19050"/>
                </a:lnTo>
                <a:lnTo>
                  <a:pt x="9020531" y="19050"/>
                </a:lnTo>
                <a:lnTo>
                  <a:pt x="9024849" y="14732"/>
                </a:lnTo>
                <a:lnTo>
                  <a:pt x="9024849" y="4318"/>
                </a:lnTo>
                <a:lnTo>
                  <a:pt x="9020531" y="0"/>
                </a:lnTo>
                <a:close/>
              </a:path>
              <a:path w="10390505" h="4652010">
                <a:moveTo>
                  <a:pt x="9053424" y="0"/>
                </a:moveTo>
                <a:lnTo>
                  <a:pt x="9048090" y="0"/>
                </a:lnTo>
                <a:lnTo>
                  <a:pt x="9043899" y="4318"/>
                </a:lnTo>
                <a:lnTo>
                  <a:pt x="9043899" y="14732"/>
                </a:lnTo>
                <a:lnTo>
                  <a:pt x="9048090" y="19050"/>
                </a:lnTo>
                <a:lnTo>
                  <a:pt x="9053424" y="19050"/>
                </a:lnTo>
                <a:lnTo>
                  <a:pt x="9053424" y="0"/>
                </a:lnTo>
                <a:close/>
              </a:path>
              <a:path w="10390505" h="4652010">
                <a:moveTo>
                  <a:pt x="9058631" y="0"/>
                </a:moveTo>
                <a:lnTo>
                  <a:pt x="9053424" y="0"/>
                </a:lnTo>
                <a:lnTo>
                  <a:pt x="9053424" y="19050"/>
                </a:lnTo>
                <a:lnTo>
                  <a:pt x="9058631" y="19050"/>
                </a:lnTo>
                <a:lnTo>
                  <a:pt x="9062949" y="14732"/>
                </a:lnTo>
                <a:lnTo>
                  <a:pt x="9062949" y="4318"/>
                </a:lnTo>
                <a:lnTo>
                  <a:pt x="9058631" y="0"/>
                </a:lnTo>
                <a:close/>
              </a:path>
              <a:path w="10390505" h="4652010">
                <a:moveTo>
                  <a:pt x="9091524" y="0"/>
                </a:moveTo>
                <a:lnTo>
                  <a:pt x="9086190" y="0"/>
                </a:lnTo>
                <a:lnTo>
                  <a:pt x="9081999" y="4318"/>
                </a:lnTo>
                <a:lnTo>
                  <a:pt x="9081999" y="14732"/>
                </a:lnTo>
                <a:lnTo>
                  <a:pt x="9086190" y="19050"/>
                </a:lnTo>
                <a:lnTo>
                  <a:pt x="9091524" y="19050"/>
                </a:lnTo>
                <a:lnTo>
                  <a:pt x="9091524" y="0"/>
                </a:lnTo>
                <a:close/>
              </a:path>
              <a:path w="10390505" h="4652010">
                <a:moveTo>
                  <a:pt x="9096731" y="0"/>
                </a:moveTo>
                <a:lnTo>
                  <a:pt x="9091524" y="0"/>
                </a:lnTo>
                <a:lnTo>
                  <a:pt x="9091524" y="19050"/>
                </a:lnTo>
                <a:lnTo>
                  <a:pt x="9096731" y="19050"/>
                </a:lnTo>
                <a:lnTo>
                  <a:pt x="9101049" y="14732"/>
                </a:lnTo>
                <a:lnTo>
                  <a:pt x="9101049" y="4318"/>
                </a:lnTo>
                <a:lnTo>
                  <a:pt x="9096731" y="0"/>
                </a:lnTo>
                <a:close/>
              </a:path>
              <a:path w="10390505" h="4652010">
                <a:moveTo>
                  <a:pt x="9129624" y="0"/>
                </a:moveTo>
                <a:lnTo>
                  <a:pt x="9124417" y="0"/>
                </a:lnTo>
                <a:lnTo>
                  <a:pt x="9120099" y="4318"/>
                </a:lnTo>
                <a:lnTo>
                  <a:pt x="9120099" y="14732"/>
                </a:lnTo>
                <a:lnTo>
                  <a:pt x="9124417" y="19050"/>
                </a:lnTo>
                <a:lnTo>
                  <a:pt x="9129624" y="19050"/>
                </a:lnTo>
                <a:lnTo>
                  <a:pt x="9129624" y="0"/>
                </a:lnTo>
                <a:close/>
              </a:path>
              <a:path w="10390505" h="4652010">
                <a:moveTo>
                  <a:pt x="9134958" y="0"/>
                </a:moveTo>
                <a:lnTo>
                  <a:pt x="9129624" y="0"/>
                </a:lnTo>
                <a:lnTo>
                  <a:pt x="9129624" y="19050"/>
                </a:lnTo>
                <a:lnTo>
                  <a:pt x="9134958" y="19050"/>
                </a:lnTo>
                <a:lnTo>
                  <a:pt x="9139149" y="14732"/>
                </a:lnTo>
                <a:lnTo>
                  <a:pt x="9139149" y="4318"/>
                </a:lnTo>
                <a:lnTo>
                  <a:pt x="9134958" y="0"/>
                </a:lnTo>
                <a:close/>
              </a:path>
              <a:path w="10390505" h="4652010">
                <a:moveTo>
                  <a:pt x="9167724" y="0"/>
                </a:moveTo>
                <a:lnTo>
                  <a:pt x="9162517" y="0"/>
                </a:lnTo>
                <a:lnTo>
                  <a:pt x="9158199" y="4318"/>
                </a:lnTo>
                <a:lnTo>
                  <a:pt x="9158199" y="14732"/>
                </a:lnTo>
                <a:lnTo>
                  <a:pt x="9162517" y="19050"/>
                </a:lnTo>
                <a:lnTo>
                  <a:pt x="9167724" y="19050"/>
                </a:lnTo>
                <a:lnTo>
                  <a:pt x="9167724" y="0"/>
                </a:lnTo>
                <a:close/>
              </a:path>
              <a:path w="10390505" h="4652010">
                <a:moveTo>
                  <a:pt x="9173058" y="0"/>
                </a:moveTo>
                <a:lnTo>
                  <a:pt x="9167724" y="0"/>
                </a:lnTo>
                <a:lnTo>
                  <a:pt x="9167724" y="19050"/>
                </a:lnTo>
                <a:lnTo>
                  <a:pt x="9173058" y="19050"/>
                </a:lnTo>
                <a:lnTo>
                  <a:pt x="9177249" y="14732"/>
                </a:lnTo>
                <a:lnTo>
                  <a:pt x="9177249" y="4318"/>
                </a:lnTo>
                <a:lnTo>
                  <a:pt x="9173058" y="0"/>
                </a:lnTo>
                <a:close/>
              </a:path>
              <a:path w="10390505" h="4652010">
                <a:moveTo>
                  <a:pt x="9205824" y="0"/>
                </a:moveTo>
                <a:lnTo>
                  <a:pt x="9200617" y="0"/>
                </a:lnTo>
                <a:lnTo>
                  <a:pt x="9196299" y="4318"/>
                </a:lnTo>
                <a:lnTo>
                  <a:pt x="9196299" y="14732"/>
                </a:lnTo>
                <a:lnTo>
                  <a:pt x="9200617" y="19050"/>
                </a:lnTo>
                <a:lnTo>
                  <a:pt x="9205824" y="19050"/>
                </a:lnTo>
                <a:lnTo>
                  <a:pt x="9205824" y="0"/>
                </a:lnTo>
                <a:close/>
              </a:path>
              <a:path w="10390505" h="4652010">
                <a:moveTo>
                  <a:pt x="9211158" y="0"/>
                </a:moveTo>
                <a:lnTo>
                  <a:pt x="9205951" y="0"/>
                </a:lnTo>
                <a:lnTo>
                  <a:pt x="9205951" y="19050"/>
                </a:lnTo>
                <a:lnTo>
                  <a:pt x="9211158" y="19050"/>
                </a:lnTo>
                <a:lnTo>
                  <a:pt x="9215476" y="14732"/>
                </a:lnTo>
                <a:lnTo>
                  <a:pt x="9215476" y="4318"/>
                </a:lnTo>
                <a:lnTo>
                  <a:pt x="9211158" y="0"/>
                </a:lnTo>
                <a:close/>
              </a:path>
              <a:path w="10390505" h="4652010">
                <a:moveTo>
                  <a:pt x="9244051" y="0"/>
                </a:moveTo>
                <a:lnTo>
                  <a:pt x="9238717" y="0"/>
                </a:lnTo>
                <a:lnTo>
                  <a:pt x="9234526" y="4318"/>
                </a:lnTo>
                <a:lnTo>
                  <a:pt x="9234526" y="14732"/>
                </a:lnTo>
                <a:lnTo>
                  <a:pt x="9238717" y="19050"/>
                </a:lnTo>
                <a:lnTo>
                  <a:pt x="9244051" y="19050"/>
                </a:lnTo>
                <a:lnTo>
                  <a:pt x="9244051" y="0"/>
                </a:lnTo>
                <a:close/>
              </a:path>
              <a:path w="10390505" h="4652010">
                <a:moveTo>
                  <a:pt x="9249258" y="0"/>
                </a:moveTo>
                <a:lnTo>
                  <a:pt x="9244051" y="0"/>
                </a:lnTo>
                <a:lnTo>
                  <a:pt x="9244051" y="19050"/>
                </a:lnTo>
                <a:lnTo>
                  <a:pt x="9249258" y="19050"/>
                </a:lnTo>
                <a:lnTo>
                  <a:pt x="9253576" y="14732"/>
                </a:lnTo>
                <a:lnTo>
                  <a:pt x="9253576" y="4318"/>
                </a:lnTo>
                <a:lnTo>
                  <a:pt x="9249258" y="0"/>
                </a:lnTo>
                <a:close/>
              </a:path>
              <a:path w="10390505" h="4652010">
                <a:moveTo>
                  <a:pt x="9282151" y="0"/>
                </a:moveTo>
                <a:lnTo>
                  <a:pt x="9276817" y="0"/>
                </a:lnTo>
                <a:lnTo>
                  <a:pt x="9272626" y="4318"/>
                </a:lnTo>
                <a:lnTo>
                  <a:pt x="9272626" y="14732"/>
                </a:lnTo>
                <a:lnTo>
                  <a:pt x="9276817" y="19050"/>
                </a:lnTo>
                <a:lnTo>
                  <a:pt x="9282151" y="19050"/>
                </a:lnTo>
                <a:lnTo>
                  <a:pt x="9282151" y="0"/>
                </a:lnTo>
                <a:close/>
              </a:path>
              <a:path w="10390505" h="4652010">
                <a:moveTo>
                  <a:pt x="9287358" y="0"/>
                </a:moveTo>
                <a:lnTo>
                  <a:pt x="9282151" y="0"/>
                </a:lnTo>
                <a:lnTo>
                  <a:pt x="9282151" y="19050"/>
                </a:lnTo>
                <a:lnTo>
                  <a:pt x="9287358" y="19050"/>
                </a:lnTo>
                <a:lnTo>
                  <a:pt x="9291676" y="14732"/>
                </a:lnTo>
                <a:lnTo>
                  <a:pt x="9291676" y="4318"/>
                </a:lnTo>
                <a:lnTo>
                  <a:pt x="9287358" y="0"/>
                </a:lnTo>
                <a:close/>
              </a:path>
              <a:path w="10390505" h="4652010">
                <a:moveTo>
                  <a:pt x="9320251" y="0"/>
                </a:moveTo>
                <a:lnTo>
                  <a:pt x="9314917" y="0"/>
                </a:lnTo>
                <a:lnTo>
                  <a:pt x="9310726" y="4318"/>
                </a:lnTo>
                <a:lnTo>
                  <a:pt x="9310726" y="14732"/>
                </a:lnTo>
                <a:lnTo>
                  <a:pt x="9314917" y="19050"/>
                </a:lnTo>
                <a:lnTo>
                  <a:pt x="9320251" y="19050"/>
                </a:lnTo>
                <a:lnTo>
                  <a:pt x="9320251" y="0"/>
                </a:lnTo>
                <a:close/>
              </a:path>
              <a:path w="10390505" h="4652010">
                <a:moveTo>
                  <a:pt x="9325458" y="0"/>
                </a:moveTo>
                <a:lnTo>
                  <a:pt x="9320251" y="0"/>
                </a:lnTo>
                <a:lnTo>
                  <a:pt x="9320251" y="19050"/>
                </a:lnTo>
                <a:lnTo>
                  <a:pt x="9325458" y="19050"/>
                </a:lnTo>
                <a:lnTo>
                  <a:pt x="9329776" y="14732"/>
                </a:lnTo>
                <a:lnTo>
                  <a:pt x="9329776" y="4318"/>
                </a:lnTo>
                <a:lnTo>
                  <a:pt x="9325458" y="0"/>
                </a:lnTo>
                <a:close/>
              </a:path>
              <a:path w="10390505" h="4652010">
                <a:moveTo>
                  <a:pt x="9358351" y="0"/>
                </a:moveTo>
                <a:lnTo>
                  <a:pt x="9353144" y="0"/>
                </a:lnTo>
                <a:lnTo>
                  <a:pt x="9348826" y="4318"/>
                </a:lnTo>
                <a:lnTo>
                  <a:pt x="9348826" y="14732"/>
                </a:lnTo>
                <a:lnTo>
                  <a:pt x="9353144" y="19050"/>
                </a:lnTo>
                <a:lnTo>
                  <a:pt x="9358351" y="19050"/>
                </a:lnTo>
                <a:lnTo>
                  <a:pt x="9358351" y="0"/>
                </a:lnTo>
                <a:close/>
              </a:path>
              <a:path w="10390505" h="4652010">
                <a:moveTo>
                  <a:pt x="9363685" y="0"/>
                </a:moveTo>
                <a:lnTo>
                  <a:pt x="9358351" y="0"/>
                </a:lnTo>
                <a:lnTo>
                  <a:pt x="9358351" y="19050"/>
                </a:lnTo>
                <a:lnTo>
                  <a:pt x="9363685" y="19050"/>
                </a:lnTo>
                <a:lnTo>
                  <a:pt x="9367876" y="14732"/>
                </a:lnTo>
                <a:lnTo>
                  <a:pt x="9367876" y="4318"/>
                </a:lnTo>
                <a:lnTo>
                  <a:pt x="9363685" y="0"/>
                </a:lnTo>
                <a:close/>
              </a:path>
              <a:path w="10390505" h="4652010">
                <a:moveTo>
                  <a:pt x="9396451" y="0"/>
                </a:moveTo>
                <a:lnTo>
                  <a:pt x="9391244" y="0"/>
                </a:lnTo>
                <a:lnTo>
                  <a:pt x="9386926" y="4318"/>
                </a:lnTo>
                <a:lnTo>
                  <a:pt x="9386926" y="14732"/>
                </a:lnTo>
                <a:lnTo>
                  <a:pt x="9391244" y="19050"/>
                </a:lnTo>
                <a:lnTo>
                  <a:pt x="9396451" y="19050"/>
                </a:lnTo>
                <a:lnTo>
                  <a:pt x="9396451" y="0"/>
                </a:lnTo>
                <a:close/>
              </a:path>
              <a:path w="10390505" h="4652010">
                <a:moveTo>
                  <a:pt x="9401785" y="0"/>
                </a:moveTo>
                <a:lnTo>
                  <a:pt x="9396451" y="0"/>
                </a:lnTo>
                <a:lnTo>
                  <a:pt x="9396451" y="19050"/>
                </a:lnTo>
                <a:lnTo>
                  <a:pt x="9401785" y="19050"/>
                </a:lnTo>
                <a:lnTo>
                  <a:pt x="9405976" y="14732"/>
                </a:lnTo>
                <a:lnTo>
                  <a:pt x="9405976" y="4318"/>
                </a:lnTo>
                <a:lnTo>
                  <a:pt x="9401785" y="0"/>
                </a:lnTo>
                <a:close/>
              </a:path>
              <a:path w="10390505" h="4652010">
                <a:moveTo>
                  <a:pt x="9434551" y="0"/>
                </a:moveTo>
                <a:lnTo>
                  <a:pt x="9429344" y="0"/>
                </a:lnTo>
                <a:lnTo>
                  <a:pt x="9425026" y="4318"/>
                </a:lnTo>
                <a:lnTo>
                  <a:pt x="9425026" y="14732"/>
                </a:lnTo>
                <a:lnTo>
                  <a:pt x="9429344" y="19050"/>
                </a:lnTo>
                <a:lnTo>
                  <a:pt x="9434551" y="19050"/>
                </a:lnTo>
                <a:lnTo>
                  <a:pt x="9434551" y="0"/>
                </a:lnTo>
                <a:close/>
              </a:path>
              <a:path w="10390505" h="4652010">
                <a:moveTo>
                  <a:pt x="9439885" y="0"/>
                </a:moveTo>
                <a:lnTo>
                  <a:pt x="9434551" y="0"/>
                </a:lnTo>
                <a:lnTo>
                  <a:pt x="9434551" y="19050"/>
                </a:lnTo>
                <a:lnTo>
                  <a:pt x="9439885" y="19050"/>
                </a:lnTo>
                <a:lnTo>
                  <a:pt x="9444076" y="14732"/>
                </a:lnTo>
                <a:lnTo>
                  <a:pt x="9444076" y="4318"/>
                </a:lnTo>
                <a:lnTo>
                  <a:pt x="9439885" y="0"/>
                </a:lnTo>
                <a:close/>
              </a:path>
              <a:path w="10390505" h="4652010">
                <a:moveTo>
                  <a:pt x="9472778" y="0"/>
                </a:moveTo>
                <a:lnTo>
                  <a:pt x="9467444" y="0"/>
                </a:lnTo>
                <a:lnTo>
                  <a:pt x="9463253" y="4318"/>
                </a:lnTo>
                <a:lnTo>
                  <a:pt x="9463253" y="14732"/>
                </a:lnTo>
                <a:lnTo>
                  <a:pt x="9467444" y="19050"/>
                </a:lnTo>
                <a:lnTo>
                  <a:pt x="9472778" y="19050"/>
                </a:lnTo>
                <a:lnTo>
                  <a:pt x="9472778" y="0"/>
                </a:lnTo>
                <a:close/>
              </a:path>
              <a:path w="10390505" h="4652010">
                <a:moveTo>
                  <a:pt x="9477985" y="0"/>
                </a:moveTo>
                <a:lnTo>
                  <a:pt x="9472778" y="0"/>
                </a:lnTo>
                <a:lnTo>
                  <a:pt x="9472778" y="19050"/>
                </a:lnTo>
                <a:lnTo>
                  <a:pt x="9477985" y="19050"/>
                </a:lnTo>
                <a:lnTo>
                  <a:pt x="9482303" y="14732"/>
                </a:lnTo>
                <a:lnTo>
                  <a:pt x="9482303" y="4318"/>
                </a:lnTo>
                <a:lnTo>
                  <a:pt x="9477985" y="0"/>
                </a:lnTo>
                <a:close/>
              </a:path>
              <a:path w="10390505" h="4652010">
                <a:moveTo>
                  <a:pt x="9510878" y="0"/>
                </a:moveTo>
                <a:lnTo>
                  <a:pt x="9505544" y="0"/>
                </a:lnTo>
                <a:lnTo>
                  <a:pt x="9501353" y="4318"/>
                </a:lnTo>
                <a:lnTo>
                  <a:pt x="9501353" y="14732"/>
                </a:lnTo>
                <a:lnTo>
                  <a:pt x="9505544" y="19050"/>
                </a:lnTo>
                <a:lnTo>
                  <a:pt x="9510878" y="19050"/>
                </a:lnTo>
                <a:lnTo>
                  <a:pt x="9510878" y="0"/>
                </a:lnTo>
                <a:close/>
              </a:path>
              <a:path w="10390505" h="4652010">
                <a:moveTo>
                  <a:pt x="9516085" y="0"/>
                </a:moveTo>
                <a:lnTo>
                  <a:pt x="9510878" y="0"/>
                </a:lnTo>
                <a:lnTo>
                  <a:pt x="9510878" y="19050"/>
                </a:lnTo>
                <a:lnTo>
                  <a:pt x="9516085" y="19050"/>
                </a:lnTo>
                <a:lnTo>
                  <a:pt x="9520403" y="14732"/>
                </a:lnTo>
                <a:lnTo>
                  <a:pt x="9520403" y="4318"/>
                </a:lnTo>
                <a:lnTo>
                  <a:pt x="9516085" y="0"/>
                </a:lnTo>
                <a:close/>
              </a:path>
              <a:path w="10390505" h="4652010">
                <a:moveTo>
                  <a:pt x="9548978" y="0"/>
                </a:moveTo>
                <a:lnTo>
                  <a:pt x="9543644" y="0"/>
                </a:lnTo>
                <a:lnTo>
                  <a:pt x="9539453" y="4318"/>
                </a:lnTo>
                <a:lnTo>
                  <a:pt x="9539453" y="14732"/>
                </a:lnTo>
                <a:lnTo>
                  <a:pt x="9543644" y="19050"/>
                </a:lnTo>
                <a:lnTo>
                  <a:pt x="9548978" y="19050"/>
                </a:lnTo>
                <a:lnTo>
                  <a:pt x="9548978" y="0"/>
                </a:lnTo>
                <a:close/>
              </a:path>
              <a:path w="10390505" h="4652010">
                <a:moveTo>
                  <a:pt x="9554185" y="0"/>
                </a:moveTo>
                <a:lnTo>
                  <a:pt x="9548978" y="0"/>
                </a:lnTo>
                <a:lnTo>
                  <a:pt x="9548978" y="19050"/>
                </a:lnTo>
                <a:lnTo>
                  <a:pt x="9554185" y="19050"/>
                </a:lnTo>
                <a:lnTo>
                  <a:pt x="9558503" y="14732"/>
                </a:lnTo>
                <a:lnTo>
                  <a:pt x="9558503" y="4318"/>
                </a:lnTo>
                <a:lnTo>
                  <a:pt x="9554185" y="0"/>
                </a:lnTo>
                <a:close/>
              </a:path>
              <a:path w="10390505" h="4652010">
                <a:moveTo>
                  <a:pt x="9587078" y="0"/>
                </a:moveTo>
                <a:lnTo>
                  <a:pt x="9581871" y="0"/>
                </a:lnTo>
                <a:lnTo>
                  <a:pt x="9577553" y="4318"/>
                </a:lnTo>
                <a:lnTo>
                  <a:pt x="9577553" y="14732"/>
                </a:lnTo>
                <a:lnTo>
                  <a:pt x="9581871" y="19050"/>
                </a:lnTo>
                <a:lnTo>
                  <a:pt x="9587078" y="19050"/>
                </a:lnTo>
                <a:lnTo>
                  <a:pt x="9587078" y="0"/>
                </a:lnTo>
                <a:close/>
              </a:path>
              <a:path w="10390505" h="4652010">
                <a:moveTo>
                  <a:pt x="9592412" y="0"/>
                </a:moveTo>
                <a:lnTo>
                  <a:pt x="9587078" y="0"/>
                </a:lnTo>
                <a:lnTo>
                  <a:pt x="9587078" y="19050"/>
                </a:lnTo>
                <a:lnTo>
                  <a:pt x="9592412" y="19050"/>
                </a:lnTo>
                <a:lnTo>
                  <a:pt x="9596603" y="14732"/>
                </a:lnTo>
                <a:lnTo>
                  <a:pt x="9596603" y="4318"/>
                </a:lnTo>
                <a:lnTo>
                  <a:pt x="9592412" y="0"/>
                </a:lnTo>
                <a:close/>
              </a:path>
              <a:path w="10390505" h="4652010">
                <a:moveTo>
                  <a:pt x="9625178" y="0"/>
                </a:moveTo>
                <a:lnTo>
                  <a:pt x="9619971" y="0"/>
                </a:lnTo>
                <a:lnTo>
                  <a:pt x="9615653" y="4318"/>
                </a:lnTo>
                <a:lnTo>
                  <a:pt x="9615653" y="14732"/>
                </a:lnTo>
                <a:lnTo>
                  <a:pt x="9619971" y="19050"/>
                </a:lnTo>
                <a:lnTo>
                  <a:pt x="9625178" y="19050"/>
                </a:lnTo>
                <a:lnTo>
                  <a:pt x="9625178" y="0"/>
                </a:lnTo>
                <a:close/>
              </a:path>
              <a:path w="10390505" h="4652010">
                <a:moveTo>
                  <a:pt x="9630512" y="0"/>
                </a:moveTo>
                <a:lnTo>
                  <a:pt x="9625178" y="0"/>
                </a:lnTo>
                <a:lnTo>
                  <a:pt x="9625178" y="19050"/>
                </a:lnTo>
                <a:lnTo>
                  <a:pt x="9630512" y="19050"/>
                </a:lnTo>
                <a:lnTo>
                  <a:pt x="9634703" y="14732"/>
                </a:lnTo>
                <a:lnTo>
                  <a:pt x="9634703" y="4318"/>
                </a:lnTo>
                <a:lnTo>
                  <a:pt x="9630512" y="0"/>
                </a:lnTo>
                <a:close/>
              </a:path>
              <a:path w="10390505" h="4652010">
                <a:moveTo>
                  <a:pt x="9663278" y="0"/>
                </a:moveTo>
                <a:lnTo>
                  <a:pt x="9658071" y="0"/>
                </a:lnTo>
                <a:lnTo>
                  <a:pt x="9653753" y="4318"/>
                </a:lnTo>
                <a:lnTo>
                  <a:pt x="9653753" y="14732"/>
                </a:lnTo>
                <a:lnTo>
                  <a:pt x="9658071" y="19050"/>
                </a:lnTo>
                <a:lnTo>
                  <a:pt x="9663278" y="19050"/>
                </a:lnTo>
                <a:lnTo>
                  <a:pt x="9663278" y="0"/>
                </a:lnTo>
                <a:close/>
              </a:path>
              <a:path w="10390505" h="4652010">
                <a:moveTo>
                  <a:pt x="9668612" y="0"/>
                </a:moveTo>
                <a:lnTo>
                  <a:pt x="9663278" y="0"/>
                </a:lnTo>
                <a:lnTo>
                  <a:pt x="9663278" y="19050"/>
                </a:lnTo>
                <a:lnTo>
                  <a:pt x="9668612" y="19050"/>
                </a:lnTo>
                <a:lnTo>
                  <a:pt x="9672803" y="14732"/>
                </a:lnTo>
                <a:lnTo>
                  <a:pt x="9672803" y="4318"/>
                </a:lnTo>
                <a:lnTo>
                  <a:pt x="9668612" y="0"/>
                </a:lnTo>
                <a:close/>
              </a:path>
              <a:path w="10390505" h="4652010">
                <a:moveTo>
                  <a:pt x="9701378" y="0"/>
                </a:moveTo>
                <a:lnTo>
                  <a:pt x="9696171" y="0"/>
                </a:lnTo>
                <a:lnTo>
                  <a:pt x="9691853" y="4318"/>
                </a:lnTo>
                <a:lnTo>
                  <a:pt x="9691853" y="14732"/>
                </a:lnTo>
                <a:lnTo>
                  <a:pt x="9696171" y="19050"/>
                </a:lnTo>
                <a:lnTo>
                  <a:pt x="9701378" y="19050"/>
                </a:lnTo>
                <a:lnTo>
                  <a:pt x="9701378" y="0"/>
                </a:lnTo>
                <a:close/>
              </a:path>
              <a:path w="10390505" h="4652010">
                <a:moveTo>
                  <a:pt x="9706712" y="0"/>
                </a:moveTo>
                <a:lnTo>
                  <a:pt x="9701505" y="0"/>
                </a:lnTo>
                <a:lnTo>
                  <a:pt x="9701505" y="19050"/>
                </a:lnTo>
                <a:lnTo>
                  <a:pt x="9706712" y="19050"/>
                </a:lnTo>
                <a:lnTo>
                  <a:pt x="9711030" y="14732"/>
                </a:lnTo>
                <a:lnTo>
                  <a:pt x="9711030" y="4318"/>
                </a:lnTo>
                <a:lnTo>
                  <a:pt x="9706712" y="0"/>
                </a:lnTo>
                <a:close/>
              </a:path>
              <a:path w="10390505" h="4652010">
                <a:moveTo>
                  <a:pt x="9739605" y="0"/>
                </a:moveTo>
                <a:lnTo>
                  <a:pt x="9734271" y="0"/>
                </a:lnTo>
                <a:lnTo>
                  <a:pt x="9730080" y="4318"/>
                </a:lnTo>
                <a:lnTo>
                  <a:pt x="9730080" y="14732"/>
                </a:lnTo>
                <a:lnTo>
                  <a:pt x="9734271" y="19050"/>
                </a:lnTo>
                <a:lnTo>
                  <a:pt x="9739605" y="19050"/>
                </a:lnTo>
                <a:lnTo>
                  <a:pt x="9739605" y="0"/>
                </a:lnTo>
                <a:close/>
              </a:path>
              <a:path w="10390505" h="4652010">
                <a:moveTo>
                  <a:pt x="9744812" y="0"/>
                </a:moveTo>
                <a:lnTo>
                  <a:pt x="9739605" y="0"/>
                </a:lnTo>
                <a:lnTo>
                  <a:pt x="9739605" y="19050"/>
                </a:lnTo>
                <a:lnTo>
                  <a:pt x="9744812" y="19050"/>
                </a:lnTo>
                <a:lnTo>
                  <a:pt x="9749130" y="14732"/>
                </a:lnTo>
                <a:lnTo>
                  <a:pt x="9749130" y="4318"/>
                </a:lnTo>
                <a:lnTo>
                  <a:pt x="9744812" y="0"/>
                </a:lnTo>
                <a:close/>
              </a:path>
              <a:path w="10390505" h="4652010">
                <a:moveTo>
                  <a:pt x="9777705" y="0"/>
                </a:moveTo>
                <a:lnTo>
                  <a:pt x="9772371" y="0"/>
                </a:lnTo>
                <a:lnTo>
                  <a:pt x="9768180" y="4318"/>
                </a:lnTo>
                <a:lnTo>
                  <a:pt x="9768180" y="14732"/>
                </a:lnTo>
                <a:lnTo>
                  <a:pt x="9772371" y="19050"/>
                </a:lnTo>
                <a:lnTo>
                  <a:pt x="9777705" y="19050"/>
                </a:lnTo>
                <a:lnTo>
                  <a:pt x="9777705" y="0"/>
                </a:lnTo>
                <a:close/>
              </a:path>
              <a:path w="10390505" h="4652010">
                <a:moveTo>
                  <a:pt x="9782912" y="0"/>
                </a:moveTo>
                <a:lnTo>
                  <a:pt x="9777705" y="0"/>
                </a:lnTo>
                <a:lnTo>
                  <a:pt x="9777705" y="19050"/>
                </a:lnTo>
                <a:lnTo>
                  <a:pt x="9782912" y="19050"/>
                </a:lnTo>
                <a:lnTo>
                  <a:pt x="9787230" y="14732"/>
                </a:lnTo>
                <a:lnTo>
                  <a:pt x="9787230" y="4318"/>
                </a:lnTo>
                <a:lnTo>
                  <a:pt x="9782912" y="0"/>
                </a:lnTo>
                <a:close/>
              </a:path>
              <a:path w="10390505" h="4652010">
                <a:moveTo>
                  <a:pt x="9815805" y="0"/>
                </a:moveTo>
                <a:lnTo>
                  <a:pt x="9810471" y="0"/>
                </a:lnTo>
                <a:lnTo>
                  <a:pt x="9806280" y="4318"/>
                </a:lnTo>
                <a:lnTo>
                  <a:pt x="9806280" y="14732"/>
                </a:lnTo>
                <a:lnTo>
                  <a:pt x="9810471" y="19050"/>
                </a:lnTo>
                <a:lnTo>
                  <a:pt x="9815805" y="19050"/>
                </a:lnTo>
                <a:lnTo>
                  <a:pt x="9815805" y="0"/>
                </a:lnTo>
                <a:close/>
              </a:path>
              <a:path w="10390505" h="4652010">
                <a:moveTo>
                  <a:pt x="9821012" y="0"/>
                </a:moveTo>
                <a:lnTo>
                  <a:pt x="9815805" y="0"/>
                </a:lnTo>
                <a:lnTo>
                  <a:pt x="9815805" y="19050"/>
                </a:lnTo>
                <a:lnTo>
                  <a:pt x="9821012" y="19050"/>
                </a:lnTo>
                <a:lnTo>
                  <a:pt x="9825330" y="14732"/>
                </a:lnTo>
                <a:lnTo>
                  <a:pt x="9825330" y="4318"/>
                </a:lnTo>
                <a:lnTo>
                  <a:pt x="9821012" y="0"/>
                </a:lnTo>
                <a:close/>
              </a:path>
              <a:path w="10390505" h="4652010">
                <a:moveTo>
                  <a:pt x="9853905" y="0"/>
                </a:moveTo>
                <a:lnTo>
                  <a:pt x="9848698" y="0"/>
                </a:lnTo>
                <a:lnTo>
                  <a:pt x="9844380" y="4318"/>
                </a:lnTo>
                <a:lnTo>
                  <a:pt x="9844380" y="14732"/>
                </a:lnTo>
                <a:lnTo>
                  <a:pt x="9848698" y="19050"/>
                </a:lnTo>
                <a:lnTo>
                  <a:pt x="9853905" y="19050"/>
                </a:lnTo>
                <a:lnTo>
                  <a:pt x="9853905" y="0"/>
                </a:lnTo>
                <a:close/>
              </a:path>
              <a:path w="10390505" h="4652010">
                <a:moveTo>
                  <a:pt x="9859239" y="0"/>
                </a:moveTo>
                <a:lnTo>
                  <a:pt x="9853905" y="0"/>
                </a:lnTo>
                <a:lnTo>
                  <a:pt x="9853905" y="19050"/>
                </a:lnTo>
                <a:lnTo>
                  <a:pt x="9859239" y="19050"/>
                </a:lnTo>
                <a:lnTo>
                  <a:pt x="9863430" y="14732"/>
                </a:lnTo>
                <a:lnTo>
                  <a:pt x="9863430" y="4318"/>
                </a:lnTo>
                <a:lnTo>
                  <a:pt x="9859239" y="0"/>
                </a:lnTo>
                <a:close/>
              </a:path>
              <a:path w="10390505" h="4652010">
                <a:moveTo>
                  <a:pt x="9892005" y="0"/>
                </a:moveTo>
                <a:lnTo>
                  <a:pt x="9886798" y="0"/>
                </a:lnTo>
                <a:lnTo>
                  <a:pt x="9882480" y="4318"/>
                </a:lnTo>
                <a:lnTo>
                  <a:pt x="9882480" y="14732"/>
                </a:lnTo>
                <a:lnTo>
                  <a:pt x="9886798" y="19050"/>
                </a:lnTo>
                <a:lnTo>
                  <a:pt x="9892005" y="19050"/>
                </a:lnTo>
                <a:lnTo>
                  <a:pt x="9892005" y="0"/>
                </a:lnTo>
                <a:close/>
              </a:path>
              <a:path w="10390505" h="4652010">
                <a:moveTo>
                  <a:pt x="9897339" y="0"/>
                </a:moveTo>
                <a:lnTo>
                  <a:pt x="9892005" y="0"/>
                </a:lnTo>
                <a:lnTo>
                  <a:pt x="9892005" y="19050"/>
                </a:lnTo>
                <a:lnTo>
                  <a:pt x="9897339" y="19050"/>
                </a:lnTo>
                <a:lnTo>
                  <a:pt x="9901530" y="14732"/>
                </a:lnTo>
                <a:lnTo>
                  <a:pt x="9901530" y="4318"/>
                </a:lnTo>
                <a:lnTo>
                  <a:pt x="9897339" y="0"/>
                </a:lnTo>
                <a:close/>
              </a:path>
              <a:path w="10390505" h="4652010">
                <a:moveTo>
                  <a:pt x="9930105" y="0"/>
                </a:moveTo>
                <a:lnTo>
                  <a:pt x="9924898" y="0"/>
                </a:lnTo>
                <a:lnTo>
                  <a:pt x="9920580" y="4318"/>
                </a:lnTo>
                <a:lnTo>
                  <a:pt x="9920580" y="14732"/>
                </a:lnTo>
                <a:lnTo>
                  <a:pt x="9924898" y="19050"/>
                </a:lnTo>
                <a:lnTo>
                  <a:pt x="9930105" y="19050"/>
                </a:lnTo>
                <a:lnTo>
                  <a:pt x="9930105" y="0"/>
                </a:lnTo>
                <a:close/>
              </a:path>
              <a:path w="10390505" h="4652010">
                <a:moveTo>
                  <a:pt x="9935439" y="0"/>
                </a:moveTo>
                <a:lnTo>
                  <a:pt x="9930232" y="0"/>
                </a:lnTo>
                <a:lnTo>
                  <a:pt x="9930232" y="19050"/>
                </a:lnTo>
                <a:lnTo>
                  <a:pt x="9935439" y="19050"/>
                </a:lnTo>
                <a:lnTo>
                  <a:pt x="9939757" y="14732"/>
                </a:lnTo>
                <a:lnTo>
                  <a:pt x="9939757" y="4318"/>
                </a:lnTo>
                <a:lnTo>
                  <a:pt x="9935439" y="0"/>
                </a:lnTo>
                <a:close/>
              </a:path>
              <a:path w="10390505" h="4652010">
                <a:moveTo>
                  <a:pt x="9968332" y="0"/>
                </a:moveTo>
                <a:lnTo>
                  <a:pt x="9962998" y="0"/>
                </a:lnTo>
                <a:lnTo>
                  <a:pt x="9958807" y="4318"/>
                </a:lnTo>
                <a:lnTo>
                  <a:pt x="9958807" y="14732"/>
                </a:lnTo>
                <a:lnTo>
                  <a:pt x="9962998" y="19050"/>
                </a:lnTo>
                <a:lnTo>
                  <a:pt x="9968332" y="19050"/>
                </a:lnTo>
                <a:lnTo>
                  <a:pt x="9968332" y="0"/>
                </a:lnTo>
                <a:close/>
              </a:path>
              <a:path w="10390505" h="4652010">
                <a:moveTo>
                  <a:pt x="9973539" y="0"/>
                </a:moveTo>
                <a:lnTo>
                  <a:pt x="9968332" y="0"/>
                </a:lnTo>
                <a:lnTo>
                  <a:pt x="9968332" y="19050"/>
                </a:lnTo>
                <a:lnTo>
                  <a:pt x="9973539" y="19050"/>
                </a:lnTo>
                <a:lnTo>
                  <a:pt x="9977857" y="14732"/>
                </a:lnTo>
                <a:lnTo>
                  <a:pt x="9977857" y="4318"/>
                </a:lnTo>
                <a:lnTo>
                  <a:pt x="9973539" y="0"/>
                </a:lnTo>
                <a:close/>
              </a:path>
              <a:path w="10390505" h="4652010">
                <a:moveTo>
                  <a:pt x="10006432" y="0"/>
                </a:moveTo>
                <a:lnTo>
                  <a:pt x="10001098" y="0"/>
                </a:lnTo>
                <a:lnTo>
                  <a:pt x="9996907" y="4318"/>
                </a:lnTo>
                <a:lnTo>
                  <a:pt x="9996907" y="14732"/>
                </a:lnTo>
                <a:lnTo>
                  <a:pt x="10001098" y="19050"/>
                </a:lnTo>
                <a:lnTo>
                  <a:pt x="10006432" y="19050"/>
                </a:lnTo>
                <a:lnTo>
                  <a:pt x="10006432" y="0"/>
                </a:lnTo>
                <a:close/>
              </a:path>
              <a:path w="10390505" h="4652010">
                <a:moveTo>
                  <a:pt x="10011639" y="0"/>
                </a:moveTo>
                <a:lnTo>
                  <a:pt x="10006432" y="0"/>
                </a:lnTo>
                <a:lnTo>
                  <a:pt x="10006432" y="19050"/>
                </a:lnTo>
                <a:lnTo>
                  <a:pt x="10011639" y="19050"/>
                </a:lnTo>
                <a:lnTo>
                  <a:pt x="10015957" y="14732"/>
                </a:lnTo>
                <a:lnTo>
                  <a:pt x="10015957" y="4318"/>
                </a:lnTo>
                <a:lnTo>
                  <a:pt x="10011639" y="0"/>
                </a:lnTo>
                <a:close/>
              </a:path>
              <a:path w="10390505" h="4652010">
                <a:moveTo>
                  <a:pt x="10044532" y="0"/>
                </a:moveTo>
                <a:lnTo>
                  <a:pt x="10039198" y="0"/>
                </a:lnTo>
                <a:lnTo>
                  <a:pt x="10035007" y="4318"/>
                </a:lnTo>
                <a:lnTo>
                  <a:pt x="10035007" y="14732"/>
                </a:lnTo>
                <a:lnTo>
                  <a:pt x="10039198" y="19050"/>
                </a:lnTo>
                <a:lnTo>
                  <a:pt x="10044532" y="19050"/>
                </a:lnTo>
                <a:lnTo>
                  <a:pt x="10044532" y="0"/>
                </a:lnTo>
                <a:close/>
              </a:path>
              <a:path w="10390505" h="4652010">
                <a:moveTo>
                  <a:pt x="10049739" y="0"/>
                </a:moveTo>
                <a:lnTo>
                  <a:pt x="10044532" y="0"/>
                </a:lnTo>
                <a:lnTo>
                  <a:pt x="10044532" y="19050"/>
                </a:lnTo>
                <a:lnTo>
                  <a:pt x="10049739" y="19050"/>
                </a:lnTo>
                <a:lnTo>
                  <a:pt x="10054057" y="14732"/>
                </a:lnTo>
                <a:lnTo>
                  <a:pt x="10054057" y="4318"/>
                </a:lnTo>
                <a:lnTo>
                  <a:pt x="10049739" y="0"/>
                </a:lnTo>
                <a:close/>
              </a:path>
              <a:path w="10390505" h="4652010">
                <a:moveTo>
                  <a:pt x="10082632" y="0"/>
                </a:moveTo>
                <a:lnTo>
                  <a:pt x="10077425" y="0"/>
                </a:lnTo>
                <a:lnTo>
                  <a:pt x="10073107" y="4318"/>
                </a:lnTo>
                <a:lnTo>
                  <a:pt x="10073107" y="14732"/>
                </a:lnTo>
                <a:lnTo>
                  <a:pt x="10077425" y="19050"/>
                </a:lnTo>
                <a:lnTo>
                  <a:pt x="10082632" y="19050"/>
                </a:lnTo>
                <a:lnTo>
                  <a:pt x="10082632" y="0"/>
                </a:lnTo>
                <a:close/>
              </a:path>
              <a:path w="10390505" h="4652010">
                <a:moveTo>
                  <a:pt x="10087966" y="0"/>
                </a:moveTo>
                <a:lnTo>
                  <a:pt x="10082632" y="0"/>
                </a:lnTo>
                <a:lnTo>
                  <a:pt x="10082632" y="19050"/>
                </a:lnTo>
                <a:lnTo>
                  <a:pt x="10087966" y="19050"/>
                </a:lnTo>
                <a:lnTo>
                  <a:pt x="10092157" y="14732"/>
                </a:lnTo>
                <a:lnTo>
                  <a:pt x="10092157" y="4318"/>
                </a:lnTo>
                <a:lnTo>
                  <a:pt x="10087966" y="0"/>
                </a:lnTo>
                <a:close/>
              </a:path>
              <a:path w="10390505" h="4652010">
                <a:moveTo>
                  <a:pt x="10120732" y="0"/>
                </a:moveTo>
                <a:lnTo>
                  <a:pt x="10115525" y="0"/>
                </a:lnTo>
                <a:lnTo>
                  <a:pt x="10111207" y="4318"/>
                </a:lnTo>
                <a:lnTo>
                  <a:pt x="10111207" y="14732"/>
                </a:lnTo>
                <a:lnTo>
                  <a:pt x="10115525" y="19050"/>
                </a:lnTo>
                <a:lnTo>
                  <a:pt x="10120732" y="19050"/>
                </a:lnTo>
                <a:lnTo>
                  <a:pt x="10120732" y="0"/>
                </a:lnTo>
                <a:close/>
              </a:path>
              <a:path w="10390505" h="4652010">
                <a:moveTo>
                  <a:pt x="10126066" y="0"/>
                </a:moveTo>
                <a:lnTo>
                  <a:pt x="10120732" y="0"/>
                </a:lnTo>
                <a:lnTo>
                  <a:pt x="10120732" y="19050"/>
                </a:lnTo>
                <a:lnTo>
                  <a:pt x="10126066" y="19050"/>
                </a:lnTo>
                <a:lnTo>
                  <a:pt x="10130257" y="14732"/>
                </a:lnTo>
                <a:lnTo>
                  <a:pt x="10130257" y="4318"/>
                </a:lnTo>
                <a:lnTo>
                  <a:pt x="10126066" y="0"/>
                </a:lnTo>
                <a:close/>
              </a:path>
              <a:path w="10390505" h="4652010">
                <a:moveTo>
                  <a:pt x="10158832" y="0"/>
                </a:moveTo>
                <a:lnTo>
                  <a:pt x="10153625" y="0"/>
                </a:lnTo>
                <a:lnTo>
                  <a:pt x="10149307" y="4318"/>
                </a:lnTo>
                <a:lnTo>
                  <a:pt x="10149307" y="14732"/>
                </a:lnTo>
                <a:lnTo>
                  <a:pt x="10153625" y="19050"/>
                </a:lnTo>
                <a:lnTo>
                  <a:pt x="10158832" y="19050"/>
                </a:lnTo>
                <a:lnTo>
                  <a:pt x="10158832" y="0"/>
                </a:lnTo>
                <a:close/>
              </a:path>
              <a:path w="10390505" h="4652010">
                <a:moveTo>
                  <a:pt x="10164166" y="0"/>
                </a:moveTo>
                <a:lnTo>
                  <a:pt x="10158959" y="0"/>
                </a:lnTo>
                <a:lnTo>
                  <a:pt x="10158959" y="19050"/>
                </a:lnTo>
                <a:lnTo>
                  <a:pt x="10164166" y="19050"/>
                </a:lnTo>
                <a:lnTo>
                  <a:pt x="10168484" y="14732"/>
                </a:lnTo>
                <a:lnTo>
                  <a:pt x="10168484" y="4318"/>
                </a:lnTo>
                <a:lnTo>
                  <a:pt x="10164166" y="0"/>
                </a:lnTo>
                <a:close/>
              </a:path>
              <a:path w="10390505" h="4652010">
                <a:moveTo>
                  <a:pt x="10197059" y="0"/>
                </a:moveTo>
                <a:lnTo>
                  <a:pt x="10191725" y="0"/>
                </a:lnTo>
                <a:lnTo>
                  <a:pt x="10187534" y="4318"/>
                </a:lnTo>
                <a:lnTo>
                  <a:pt x="10187534" y="14732"/>
                </a:lnTo>
                <a:lnTo>
                  <a:pt x="10191725" y="19050"/>
                </a:lnTo>
                <a:lnTo>
                  <a:pt x="10197059" y="19050"/>
                </a:lnTo>
                <a:lnTo>
                  <a:pt x="10197059" y="0"/>
                </a:lnTo>
                <a:close/>
              </a:path>
              <a:path w="10390505" h="4652010">
                <a:moveTo>
                  <a:pt x="10202266" y="0"/>
                </a:moveTo>
                <a:lnTo>
                  <a:pt x="10197059" y="0"/>
                </a:lnTo>
                <a:lnTo>
                  <a:pt x="10197059" y="19050"/>
                </a:lnTo>
                <a:lnTo>
                  <a:pt x="10202266" y="19050"/>
                </a:lnTo>
                <a:lnTo>
                  <a:pt x="10206584" y="14732"/>
                </a:lnTo>
                <a:lnTo>
                  <a:pt x="10206584" y="4318"/>
                </a:lnTo>
                <a:lnTo>
                  <a:pt x="10202266" y="0"/>
                </a:lnTo>
                <a:close/>
              </a:path>
              <a:path w="10390505" h="4652010">
                <a:moveTo>
                  <a:pt x="10236556" y="1778"/>
                </a:moveTo>
                <a:lnTo>
                  <a:pt x="10233508" y="20574"/>
                </a:lnTo>
                <a:lnTo>
                  <a:pt x="10238715" y="21336"/>
                </a:lnTo>
                <a:lnTo>
                  <a:pt x="10243668" y="17907"/>
                </a:lnTo>
                <a:lnTo>
                  <a:pt x="10244430" y="12700"/>
                </a:lnTo>
                <a:lnTo>
                  <a:pt x="10245232" y="8000"/>
                </a:lnTo>
                <a:lnTo>
                  <a:pt x="10245319" y="7493"/>
                </a:lnTo>
                <a:lnTo>
                  <a:pt x="10241763" y="2540"/>
                </a:lnTo>
                <a:lnTo>
                  <a:pt x="10236556" y="1778"/>
                </a:lnTo>
                <a:close/>
              </a:path>
              <a:path w="10390505" h="4652010">
                <a:moveTo>
                  <a:pt x="10231349" y="888"/>
                </a:moveTo>
                <a:lnTo>
                  <a:pt x="10226523" y="4445"/>
                </a:lnTo>
                <a:lnTo>
                  <a:pt x="10224853" y="14224"/>
                </a:lnTo>
                <a:lnTo>
                  <a:pt x="10224745" y="14859"/>
                </a:lnTo>
                <a:lnTo>
                  <a:pt x="10228301" y="19685"/>
                </a:lnTo>
                <a:lnTo>
                  <a:pt x="10233508" y="20574"/>
                </a:lnTo>
                <a:lnTo>
                  <a:pt x="10236431" y="2540"/>
                </a:lnTo>
                <a:lnTo>
                  <a:pt x="10236556" y="1778"/>
                </a:lnTo>
                <a:lnTo>
                  <a:pt x="10231349" y="888"/>
                </a:lnTo>
                <a:close/>
              </a:path>
              <a:path w="10390505" h="4652010">
                <a:moveTo>
                  <a:pt x="10275291" y="11430"/>
                </a:moveTo>
                <a:lnTo>
                  <a:pt x="10273315" y="16891"/>
                </a:lnTo>
                <a:lnTo>
                  <a:pt x="10273031" y="17399"/>
                </a:lnTo>
                <a:lnTo>
                  <a:pt x="10271348" y="21844"/>
                </a:lnTo>
                <a:lnTo>
                  <a:pt x="10270846" y="23368"/>
                </a:lnTo>
                <a:lnTo>
                  <a:pt x="10268560" y="29210"/>
                </a:lnTo>
                <a:lnTo>
                  <a:pt x="10273386" y="31115"/>
                </a:lnTo>
                <a:lnTo>
                  <a:pt x="10278974" y="28701"/>
                </a:lnTo>
                <a:lnTo>
                  <a:pt x="10280879" y="23749"/>
                </a:lnTo>
                <a:lnTo>
                  <a:pt x="10282657" y="18923"/>
                </a:lnTo>
                <a:lnTo>
                  <a:pt x="10280244" y="13335"/>
                </a:lnTo>
                <a:lnTo>
                  <a:pt x="10275291" y="11430"/>
                </a:lnTo>
                <a:close/>
              </a:path>
              <a:path w="10390505" h="4652010">
                <a:moveTo>
                  <a:pt x="10270465" y="9525"/>
                </a:moveTo>
                <a:lnTo>
                  <a:pt x="10264877" y="12065"/>
                </a:lnTo>
                <a:lnTo>
                  <a:pt x="10262972" y="16891"/>
                </a:lnTo>
                <a:lnTo>
                  <a:pt x="10261194" y="21844"/>
                </a:lnTo>
                <a:lnTo>
                  <a:pt x="10263607" y="27305"/>
                </a:lnTo>
                <a:lnTo>
                  <a:pt x="10268560" y="29210"/>
                </a:lnTo>
                <a:lnTo>
                  <a:pt x="10275291" y="11430"/>
                </a:lnTo>
                <a:lnTo>
                  <a:pt x="10270465" y="9525"/>
                </a:lnTo>
                <a:close/>
              </a:path>
              <a:path w="10390505" h="4652010">
                <a:moveTo>
                  <a:pt x="10310851" y="29591"/>
                </a:moveTo>
                <a:lnTo>
                  <a:pt x="10309200" y="32258"/>
                </a:lnTo>
                <a:lnTo>
                  <a:pt x="10309008" y="32512"/>
                </a:lnTo>
                <a:lnTo>
                  <a:pt x="10307533" y="34925"/>
                </a:lnTo>
                <a:lnTo>
                  <a:pt x="10300818" y="45720"/>
                </a:lnTo>
                <a:lnTo>
                  <a:pt x="10305263" y="48513"/>
                </a:lnTo>
                <a:lnTo>
                  <a:pt x="10311105" y="47117"/>
                </a:lnTo>
                <a:lnTo>
                  <a:pt x="10316693" y="38226"/>
                </a:lnTo>
                <a:lnTo>
                  <a:pt x="10315355" y="32512"/>
                </a:lnTo>
                <a:lnTo>
                  <a:pt x="10315296" y="32258"/>
                </a:lnTo>
                <a:lnTo>
                  <a:pt x="10310851" y="29591"/>
                </a:lnTo>
                <a:close/>
              </a:path>
              <a:path w="10390505" h="4652010">
                <a:moveTo>
                  <a:pt x="10306406" y="26797"/>
                </a:moveTo>
                <a:lnTo>
                  <a:pt x="10300437" y="28067"/>
                </a:lnTo>
                <a:lnTo>
                  <a:pt x="10297770" y="32512"/>
                </a:lnTo>
                <a:lnTo>
                  <a:pt x="10294976" y="37084"/>
                </a:lnTo>
                <a:lnTo>
                  <a:pt x="10296246" y="42925"/>
                </a:lnTo>
                <a:lnTo>
                  <a:pt x="10300818" y="45720"/>
                </a:lnTo>
                <a:lnTo>
                  <a:pt x="10302542" y="42925"/>
                </a:lnTo>
                <a:lnTo>
                  <a:pt x="10304120" y="40259"/>
                </a:lnTo>
                <a:lnTo>
                  <a:pt x="10305442" y="38226"/>
                </a:lnTo>
                <a:lnTo>
                  <a:pt x="10310772" y="29591"/>
                </a:lnTo>
                <a:lnTo>
                  <a:pt x="10310851" y="29463"/>
                </a:lnTo>
                <a:lnTo>
                  <a:pt x="10306406" y="26797"/>
                </a:lnTo>
                <a:close/>
              </a:path>
              <a:path w="10390505" h="4652010">
                <a:moveTo>
                  <a:pt x="10341966" y="56134"/>
                </a:moveTo>
                <a:lnTo>
                  <a:pt x="10327488" y="68453"/>
                </a:lnTo>
                <a:lnTo>
                  <a:pt x="10330917" y="72390"/>
                </a:lnTo>
                <a:lnTo>
                  <a:pt x="10337013" y="72898"/>
                </a:lnTo>
                <a:lnTo>
                  <a:pt x="10340950" y="69469"/>
                </a:lnTo>
                <a:lnTo>
                  <a:pt x="10345014" y="66040"/>
                </a:lnTo>
                <a:lnTo>
                  <a:pt x="10345387" y="60198"/>
                </a:lnTo>
                <a:lnTo>
                  <a:pt x="10343957" y="58420"/>
                </a:lnTo>
                <a:lnTo>
                  <a:pt x="10341966" y="56134"/>
                </a:lnTo>
                <a:close/>
              </a:path>
              <a:path w="10390505" h="4652010">
                <a:moveTo>
                  <a:pt x="10332568" y="51562"/>
                </a:moveTo>
                <a:lnTo>
                  <a:pt x="10328631" y="54991"/>
                </a:lnTo>
                <a:lnTo>
                  <a:pt x="10324567" y="58420"/>
                </a:lnTo>
                <a:lnTo>
                  <a:pt x="10324059" y="64388"/>
                </a:lnTo>
                <a:lnTo>
                  <a:pt x="10327488" y="68453"/>
                </a:lnTo>
                <a:lnTo>
                  <a:pt x="10330295" y="66040"/>
                </a:lnTo>
                <a:lnTo>
                  <a:pt x="10332167" y="64388"/>
                </a:lnTo>
                <a:lnTo>
                  <a:pt x="10341818" y="56134"/>
                </a:lnTo>
                <a:lnTo>
                  <a:pt x="10342072" y="56134"/>
                </a:lnTo>
                <a:lnTo>
                  <a:pt x="10338664" y="52070"/>
                </a:lnTo>
                <a:lnTo>
                  <a:pt x="10332568" y="51562"/>
                </a:lnTo>
                <a:close/>
              </a:path>
              <a:path w="10390505" h="4652010">
                <a:moveTo>
                  <a:pt x="10365969" y="88011"/>
                </a:moveTo>
                <a:lnTo>
                  <a:pt x="10349205" y="97282"/>
                </a:lnTo>
                <a:lnTo>
                  <a:pt x="10351745" y="101854"/>
                </a:lnTo>
                <a:lnTo>
                  <a:pt x="10357587" y="103505"/>
                </a:lnTo>
                <a:lnTo>
                  <a:pt x="10362159" y="100965"/>
                </a:lnTo>
                <a:lnTo>
                  <a:pt x="10366858" y="98425"/>
                </a:lnTo>
                <a:lnTo>
                  <a:pt x="10368509" y="92710"/>
                </a:lnTo>
                <a:lnTo>
                  <a:pt x="10367685" y="91186"/>
                </a:lnTo>
                <a:lnTo>
                  <a:pt x="10360381" y="91186"/>
                </a:lnTo>
                <a:lnTo>
                  <a:pt x="10365969" y="88011"/>
                </a:lnTo>
                <a:close/>
              </a:path>
              <a:path w="10390505" h="4652010">
                <a:moveTo>
                  <a:pt x="10357587" y="81787"/>
                </a:moveTo>
                <a:lnTo>
                  <a:pt x="10353015" y="84328"/>
                </a:lnTo>
                <a:lnTo>
                  <a:pt x="10348316" y="86868"/>
                </a:lnTo>
                <a:lnTo>
                  <a:pt x="10346665" y="92710"/>
                </a:lnTo>
                <a:lnTo>
                  <a:pt x="10349205" y="97282"/>
                </a:lnTo>
                <a:lnTo>
                  <a:pt x="10365969" y="88011"/>
                </a:lnTo>
                <a:lnTo>
                  <a:pt x="10363429" y="83438"/>
                </a:lnTo>
                <a:lnTo>
                  <a:pt x="10357587" y="81787"/>
                </a:lnTo>
                <a:close/>
              </a:path>
              <a:path w="10390505" h="4652010">
                <a:moveTo>
                  <a:pt x="10365969" y="88011"/>
                </a:moveTo>
                <a:lnTo>
                  <a:pt x="10360381" y="91186"/>
                </a:lnTo>
                <a:lnTo>
                  <a:pt x="10367685" y="91186"/>
                </a:lnTo>
                <a:lnTo>
                  <a:pt x="10365969" y="88011"/>
                </a:lnTo>
                <a:close/>
              </a:path>
              <a:path w="10390505" h="4652010">
                <a:moveTo>
                  <a:pt x="10382352" y="125349"/>
                </a:moveTo>
                <a:lnTo>
                  <a:pt x="10363810" y="129412"/>
                </a:lnTo>
                <a:lnTo>
                  <a:pt x="10364826" y="134620"/>
                </a:lnTo>
                <a:lnTo>
                  <a:pt x="10369906" y="137795"/>
                </a:lnTo>
                <a:lnTo>
                  <a:pt x="10375113" y="136779"/>
                </a:lnTo>
                <a:lnTo>
                  <a:pt x="10380193" y="135636"/>
                </a:lnTo>
                <a:lnTo>
                  <a:pt x="10383495" y="130556"/>
                </a:lnTo>
                <a:lnTo>
                  <a:pt x="10382658" y="126746"/>
                </a:lnTo>
                <a:lnTo>
                  <a:pt x="10376129" y="126746"/>
                </a:lnTo>
                <a:lnTo>
                  <a:pt x="10382352" y="125349"/>
                </a:lnTo>
                <a:close/>
              </a:path>
              <a:path w="10390505" h="4652010">
                <a:moveTo>
                  <a:pt x="10376129" y="116967"/>
                </a:moveTo>
                <a:lnTo>
                  <a:pt x="10365842" y="119253"/>
                </a:lnTo>
                <a:lnTo>
                  <a:pt x="10362667" y="124206"/>
                </a:lnTo>
                <a:lnTo>
                  <a:pt x="10363683" y="129412"/>
                </a:lnTo>
                <a:lnTo>
                  <a:pt x="10369906" y="128016"/>
                </a:lnTo>
                <a:lnTo>
                  <a:pt x="10370100" y="128016"/>
                </a:lnTo>
                <a:lnTo>
                  <a:pt x="10382352" y="125349"/>
                </a:lnTo>
                <a:lnTo>
                  <a:pt x="10381209" y="120269"/>
                </a:lnTo>
                <a:lnTo>
                  <a:pt x="10376129" y="116967"/>
                </a:lnTo>
                <a:close/>
              </a:path>
              <a:path w="10390505" h="4652010">
                <a:moveTo>
                  <a:pt x="10370100" y="128016"/>
                </a:moveTo>
                <a:lnTo>
                  <a:pt x="10369906" y="128016"/>
                </a:lnTo>
                <a:lnTo>
                  <a:pt x="10363810" y="129412"/>
                </a:lnTo>
                <a:lnTo>
                  <a:pt x="10370100" y="128016"/>
                </a:lnTo>
                <a:close/>
              </a:path>
              <a:path w="10390505" h="4652010">
                <a:moveTo>
                  <a:pt x="10382352" y="125349"/>
                </a:moveTo>
                <a:lnTo>
                  <a:pt x="10376129" y="126746"/>
                </a:lnTo>
                <a:lnTo>
                  <a:pt x="10382658" y="126746"/>
                </a:lnTo>
                <a:lnTo>
                  <a:pt x="10382352" y="125349"/>
                </a:lnTo>
                <a:close/>
              </a:path>
              <a:path w="10390505" h="4652010">
                <a:moveTo>
                  <a:pt x="10385273" y="155321"/>
                </a:moveTo>
                <a:lnTo>
                  <a:pt x="10374732" y="155321"/>
                </a:lnTo>
                <a:lnTo>
                  <a:pt x="10370414" y="159512"/>
                </a:lnTo>
                <a:lnTo>
                  <a:pt x="10370414" y="170053"/>
                </a:lnTo>
                <a:lnTo>
                  <a:pt x="10374732" y="174371"/>
                </a:lnTo>
                <a:lnTo>
                  <a:pt x="10385273" y="174371"/>
                </a:lnTo>
                <a:lnTo>
                  <a:pt x="10389464" y="170053"/>
                </a:lnTo>
                <a:lnTo>
                  <a:pt x="10389464" y="159512"/>
                </a:lnTo>
                <a:lnTo>
                  <a:pt x="10385273" y="155321"/>
                </a:lnTo>
                <a:close/>
              </a:path>
              <a:path w="10390505" h="4652010">
                <a:moveTo>
                  <a:pt x="10385781" y="193421"/>
                </a:moveTo>
                <a:lnTo>
                  <a:pt x="10375367" y="193421"/>
                </a:lnTo>
                <a:lnTo>
                  <a:pt x="10371049" y="197612"/>
                </a:lnTo>
                <a:lnTo>
                  <a:pt x="10371049" y="208153"/>
                </a:lnTo>
                <a:lnTo>
                  <a:pt x="10375367" y="212471"/>
                </a:lnTo>
                <a:lnTo>
                  <a:pt x="10385781" y="212471"/>
                </a:lnTo>
                <a:lnTo>
                  <a:pt x="10390099" y="208153"/>
                </a:lnTo>
                <a:lnTo>
                  <a:pt x="10390099" y="197612"/>
                </a:lnTo>
                <a:lnTo>
                  <a:pt x="10385781" y="193421"/>
                </a:lnTo>
                <a:close/>
              </a:path>
              <a:path w="10390505" h="4652010">
                <a:moveTo>
                  <a:pt x="10385781" y="231521"/>
                </a:moveTo>
                <a:lnTo>
                  <a:pt x="10375367" y="231521"/>
                </a:lnTo>
                <a:lnTo>
                  <a:pt x="10371049" y="235712"/>
                </a:lnTo>
                <a:lnTo>
                  <a:pt x="10371049" y="246253"/>
                </a:lnTo>
                <a:lnTo>
                  <a:pt x="10375367" y="250571"/>
                </a:lnTo>
                <a:lnTo>
                  <a:pt x="10385781" y="250571"/>
                </a:lnTo>
                <a:lnTo>
                  <a:pt x="10390099" y="246253"/>
                </a:lnTo>
                <a:lnTo>
                  <a:pt x="10390099" y="235712"/>
                </a:lnTo>
                <a:lnTo>
                  <a:pt x="10385781" y="231521"/>
                </a:lnTo>
                <a:close/>
              </a:path>
              <a:path w="10390505" h="4652010">
                <a:moveTo>
                  <a:pt x="10385781" y="269621"/>
                </a:moveTo>
                <a:lnTo>
                  <a:pt x="10375367" y="269621"/>
                </a:lnTo>
                <a:lnTo>
                  <a:pt x="10371049" y="273812"/>
                </a:lnTo>
                <a:lnTo>
                  <a:pt x="10371049" y="284353"/>
                </a:lnTo>
                <a:lnTo>
                  <a:pt x="10375367" y="288671"/>
                </a:lnTo>
                <a:lnTo>
                  <a:pt x="10385781" y="288671"/>
                </a:lnTo>
                <a:lnTo>
                  <a:pt x="10390099" y="284353"/>
                </a:lnTo>
                <a:lnTo>
                  <a:pt x="10390099" y="273812"/>
                </a:lnTo>
                <a:lnTo>
                  <a:pt x="10385781" y="269621"/>
                </a:lnTo>
                <a:close/>
              </a:path>
              <a:path w="10390505" h="4652010">
                <a:moveTo>
                  <a:pt x="10385781" y="307721"/>
                </a:moveTo>
                <a:lnTo>
                  <a:pt x="10375367" y="307721"/>
                </a:lnTo>
                <a:lnTo>
                  <a:pt x="10371049" y="312038"/>
                </a:lnTo>
                <a:lnTo>
                  <a:pt x="10371049" y="322580"/>
                </a:lnTo>
                <a:lnTo>
                  <a:pt x="10375367" y="326771"/>
                </a:lnTo>
                <a:lnTo>
                  <a:pt x="10385781" y="326771"/>
                </a:lnTo>
                <a:lnTo>
                  <a:pt x="10390099" y="322580"/>
                </a:lnTo>
                <a:lnTo>
                  <a:pt x="10390099" y="312038"/>
                </a:lnTo>
                <a:lnTo>
                  <a:pt x="10385781" y="307721"/>
                </a:lnTo>
                <a:close/>
              </a:path>
              <a:path w="10390505" h="4652010">
                <a:moveTo>
                  <a:pt x="10385781" y="345821"/>
                </a:moveTo>
                <a:lnTo>
                  <a:pt x="10375367" y="345821"/>
                </a:lnTo>
                <a:lnTo>
                  <a:pt x="10371049" y="350138"/>
                </a:lnTo>
                <a:lnTo>
                  <a:pt x="10371049" y="360680"/>
                </a:lnTo>
                <a:lnTo>
                  <a:pt x="10375367" y="364871"/>
                </a:lnTo>
                <a:lnTo>
                  <a:pt x="10385781" y="364871"/>
                </a:lnTo>
                <a:lnTo>
                  <a:pt x="10390099" y="360680"/>
                </a:lnTo>
                <a:lnTo>
                  <a:pt x="10390099" y="350138"/>
                </a:lnTo>
                <a:lnTo>
                  <a:pt x="10385781" y="345821"/>
                </a:lnTo>
                <a:close/>
              </a:path>
              <a:path w="10390505" h="4652010">
                <a:moveTo>
                  <a:pt x="10385781" y="383921"/>
                </a:moveTo>
                <a:lnTo>
                  <a:pt x="10375367" y="383921"/>
                </a:lnTo>
                <a:lnTo>
                  <a:pt x="10371049" y="388238"/>
                </a:lnTo>
                <a:lnTo>
                  <a:pt x="10371049" y="398780"/>
                </a:lnTo>
                <a:lnTo>
                  <a:pt x="10375367" y="402971"/>
                </a:lnTo>
                <a:lnTo>
                  <a:pt x="10385781" y="402971"/>
                </a:lnTo>
                <a:lnTo>
                  <a:pt x="10390099" y="398780"/>
                </a:lnTo>
                <a:lnTo>
                  <a:pt x="10390099" y="388238"/>
                </a:lnTo>
                <a:lnTo>
                  <a:pt x="10385781" y="383921"/>
                </a:lnTo>
                <a:close/>
              </a:path>
              <a:path w="10390505" h="4652010">
                <a:moveTo>
                  <a:pt x="10385781" y="422021"/>
                </a:moveTo>
                <a:lnTo>
                  <a:pt x="10375367" y="422021"/>
                </a:lnTo>
                <a:lnTo>
                  <a:pt x="10371049" y="426338"/>
                </a:lnTo>
                <a:lnTo>
                  <a:pt x="10371049" y="436880"/>
                </a:lnTo>
                <a:lnTo>
                  <a:pt x="10375367" y="441198"/>
                </a:lnTo>
                <a:lnTo>
                  <a:pt x="10385781" y="441198"/>
                </a:lnTo>
                <a:lnTo>
                  <a:pt x="10390099" y="436880"/>
                </a:lnTo>
                <a:lnTo>
                  <a:pt x="10390099" y="426338"/>
                </a:lnTo>
                <a:lnTo>
                  <a:pt x="10385781" y="422021"/>
                </a:lnTo>
                <a:close/>
              </a:path>
              <a:path w="10390505" h="4652010">
                <a:moveTo>
                  <a:pt x="10385781" y="460248"/>
                </a:moveTo>
                <a:lnTo>
                  <a:pt x="10375367" y="460248"/>
                </a:lnTo>
                <a:lnTo>
                  <a:pt x="10371049" y="464438"/>
                </a:lnTo>
                <a:lnTo>
                  <a:pt x="10371049" y="474980"/>
                </a:lnTo>
                <a:lnTo>
                  <a:pt x="10375367" y="479298"/>
                </a:lnTo>
                <a:lnTo>
                  <a:pt x="10385781" y="479298"/>
                </a:lnTo>
                <a:lnTo>
                  <a:pt x="10390099" y="474980"/>
                </a:lnTo>
                <a:lnTo>
                  <a:pt x="10390099" y="464438"/>
                </a:lnTo>
                <a:lnTo>
                  <a:pt x="10385781" y="460248"/>
                </a:lnTo>
                <a:close/>
              </a:path>
              <a:path w="10390505" h="4652010">
                <a:moveTo>
                  <a:pt x="10385781" y="498348"/>
                </a:moveTo>
                <a:lnTo>
                  <a:pt x="10375367" y="498348"/>
                </a:lnTo>
                <a:lnTo>
                  <a:pt x="10371049" y="502538"/>
                </a:lnTo>
                <a:lnTo>
                  <a:pt x="10371049" y="513080"/>
                </a:lnTo>
                <a:lnTo>
                  <a:pt x="10375367" y="517398"/>
                </a:lnTo>
                <a:lnTo>
                  <a:pt x="10385781" y="517398"/>
                </a:lnTo>
                <a:lnTo>
                  <a:pt x="10390099" y="513080"/>
                </a:lnTo>
                <a:lnTo>
                  <a:pt x="10390099" y="502538"/>
                </a:lnTo>
                <a:lnTo>
                  <a:pt x="10385781" y="498348"/>
                </a:lnTo>
                <a:close/>
              </a:path>
              <a:path w="10390505" h="4652010">
                <a:moveTo>
                  <a:pt x="10385781" y="536448"/>
                </a:moveTo>
                <a:lnTo>
                  <a:pt x="10375367" y="536448"/>
                </a:lnTo>
                <a:lnTo>
                  <a:pt x="10371049" y="540766"/>
                </a:lnTo>
                <a:lnTo>
                  <a:pt x="10371049" y="551307"/>
                </a:lnTo>
                <a:lnTo>
                  <a:pt x="10375367" y="555498"/>
                </a:lnTo>
                <a:lnTo>
                  <a:pt x="10385781" y="555498"/>
                </a:lnTo>
                <a:lnTo>
                  <a:pt x="10390099" y="551307"/>
                </a:lnTo>
                <a:lnTo>
                  <a:pt x="10390099" y="540766"/>
                </a:lnTo>
                <a:lnTo>
                  <a:pt x="10385781" y="536448"/>
                </a:lnTo>
                <a:close/>
              </a:path>
              <a:path w="10390505" h="4652010">
                <a:moveTo>
                  <a:pt x="10385781" y="574548"/>
                </a:moveTo>
                <a:lnTo>
                  <a:pt x="10375367" y="574548"/>
                </a:lnTo>
                <a:lnTo>
                  <a:pt x="10371049" y="578866"/>
                </a:lnTo>
                <a:lnTo>
                  <a:pt x="10371049" y="589407"/>
                </a:lnTo>
                <a:lnTo>
                  <a:pt x="10375367" y="593598"/>
                </a:lnTo>
                <a:lnTo>
                  <a:pt x="10385781" y="593598"/>
                </a:lnTo>
                <a:lnTo>
                  <a:pt x="10390099" y="589407"/>
                </a:lnTo>
                <a:lnTo>
                  <a:pt x="10390099" y="578866"/>
                </a:lnTo>
                <a:lnTo>
                  <a:pt x="10385781" y="574548"/>
                </a:lnTo>
                <a:close/>
              </a:path>
              <a:path w="10390505" h="4652010">
                <a:moveTo>
                  <a:pt x="10385781" y="612648"/>
                </a:moveTo>
                <a:lnTo>
                  <a:pt x="10375367" y="612648"/>
                </a:lnTo>
                <a:lnTo>
                  <a:pt x="10371049" y="616966"/>
                </a:lnTo>
                <a:lnTo>
                  <a:pt x="10371049" y="627507"/>
                </a:lnTo>
                <a:lnTo>
                  <a:pt x="10375367" y="631698"/>
                </a:lnTo>
                <a:lnTo>
                  <a:pt x="10385781" y="631698"/>
                </a:lnTo>
                <a:lnTo>
                  <a:pt x="10390099" y="627507"/>
                </a:lnTo>
                <a:lnTo>
                  <a:pt x="10390099" y="616966"/>
                </a:lnTo>
                <a:lnTo>
                  <a:pt x="10385781" y="612648"/>
                </a:lnTo>
                <a:close/>
              </a:path>
              <a:path w="10390505" h="4652010">
                <a:moveTo>
                  <a:pt x="10385781" y="650748"/>
                </a:moveTo>
                <a:lnTo>
                  <a:pt x="10375367" y="650748"/>
                </a:lnTo>
                <a:lnTo>
                  <a:pt x="10371049" y="655066"/>
                </a:lnTo>
                <a:lnTo>
                  <a:pt x="10371049" y="665607"/>
                </a:lnTo>
                <a:lnTo>
                  <a:pt x="10375367" y="669925"/>
                </a:lnTo>
                <a:lnTo>
                  <a:pt x="10385781" y="669925"/>
                </a:lnTo>
                <a:lnTo>
                  <a:pt x="10390099" y="665607"/>
                </a:lnTo>
                <a:lnTo>
                  <a:pt x="10390099" y="655066"/>
                </a:lnTo>
                <a:lnTo>
                  <a:pt x="10385781" y="650748"/>
                </a:lnTo>
                <a:close/>
              </a:path>
              <a:path w="10390505" h="4652010">
                <a:moveTo>
                  <a:pt x="10385781" y="688975"/>
                </a:moveTo>
                <a:lnTo>
                  <a:pt x="10375367" y="688975"/>
                </a:lnTo>
                <a:lnTo>
                  <a:pt x="10371049" y="693166"/>
                </a:lnTo>
                <a:lnTo>
                  <a:pt x="10371049" y="703707"/>
                </a:lnTo>
                <a:lnTo>
                  <a:pt x="10375367" y="708025"/>
                </a:lnTo>
                <a:lnTo>
                  <a:pt x="10385781" y="708025"/>
                </a:lnTo>
                <a:lnTo>
                  <a:pt x="10390099" y="703707"/>
                </a:lnTo>
                <a:lnTo>
                  <a:pt x="10390099" y="693166"/>
                </a:lnTo>
                <a:lnTo>
                  <a:pt x="10385781" y="688975"/>
                </a:lnTo>
                <a:close/>
              </a:path>
              <a:path w="10390505" h="4652010">
                <a:moveTo>
                  <a:pt x="10385781" y="727075"/>
                </a:moveTo>
                <a:lnTo>
                  <a:pt x="10375367" y="727075"/>
                </a:lnTo>
                <a:lnTo>
                  <a:pt x="10371049" y="731266"/>
                </a:lnTo>
                <a:lnTo>
                  <a:pt x="10371049" y="741807"/>
                </a:lnTo>
                <a:lnTo>
                  <a:pt x="10375367" y="746125"/>
                </a:lnTo>
                <a:lnTo>
                  <a:pt x="10385781" y="746125"/>
                </a:lnTo>
                <a:lnTo>
                  <a:pt x="10390099" y="741807"/>
                </a:lnTo>
                <a:lnTo>
                  <a:pt x="10390099" y="731266"/>
                </a:lnTo>
                <a:lnTo>
                  <a:pt x="10385781" y="727075"/>
                </a:lnTo>
                <a:close/>
              </a:path>
              <a:path w="10390505" h="4652010">
                <a:moveTo>
                  <a:pt x="10385781" y="765175"/>
                </a:moveTo>
                <a:lnTo>
                  <a:pt x="10375367" y="765175"/>
                </a:lnTo>
                <a:lnTo>
                  <a:pt x="10371049" y="769366"/>
                </a:lnTo>
                <a:lnTo>
                  <a:pt x="10371049" y="779907"/>
                </a:lnTo>
                <a:lnTo>
                  <a:pt x="10375367" y="784225"/>
                </a:lnTo>
                <a:lnTo>
                  <a:pt x="10385781" y="784225"/>
                </a:lnTo>
                <a:lnTo>
                  <a:pt x="10390099" y="779907"/>
                </a:lnTo>
                <a:lnTo>
                  <a:pt x="10390099" y="769366"/>
                </a:lnTo>
                <a:lnTo>
                  <a:pt x="10385781" y="765175"/>
                </a:lnTo>
                <a:close/>
              </a:path>
              <a:path w="10390505" h="4652010">
                <a:moveTo>
                  <a:pt x="10385781" y="803275"/>
                </a:moveTo>
                <a:lnTo>
                  <a:pt x="10375367" y="803275"/>
                </a:lnTo>
                <a:lnTo>
                  <a:pt x="10371049" y="807593"/>
                </a:lnTo>
                <a:lnTo>
                  <a:pt x="10371049" y="818134"/>
                </a:lnTo>
                <a:lnTo>
                  <a:pt x="10375367" y="822325"/>
                </a:lnTo>
                <a:lnTo>
                  <a:pt x="10385781" y="822325"/>
                </a:lnTo>
                <a:lnTo>
                  <a:pt x="10390099" y="818134"/>
                </a:lnTo>
                <a:lnTo>
                  <a:pt x="10390099" y="807593"/>
                </a:lnTo>
                <a:lnTo>
                  <a:pt x="10385781" y="803275"/>
                </a:lnTo>
                <a:close/>
              </a:path>
              <a:path w="10390505" h="4652010">
                <a:moveTo>
                  <a:pt x="10385781" y="841375"/>
                </a:moveTo>
                <a:lnTo>
                  <a:pt x="10375367" y="841375"/>
                </a:lnTo>
                <a:lnTo>
                  <a:pt x="10371049" y="845693"/>
                </a:lnTo>
                <a:lnTo>
                  <a:pt x="10371049" y="856234"/>
                </a:lnTo>
                <a:lnTo>
                  <a:pt x="10375367" y="860425"/>
                </a:lnTo>
                <a:lnTo>
                  <a:pt x="10385781" y="860425"/>
                </a:lnTo>
                <a:lnTo>
                  <a:pt x="10390099" y="856234"/>
                </a:lnTo>
                <a:lnTo>
                  <a:pt x="10390099" y="845693"/>
                </a:lnTo>
                <a:lnTo>
                  <a:pt x="10385781" y="841375"/>
                </a:lnTo>
                <a:close/>
              </a:path>
              <a:path w="10390505" h="4652010">
                <a:moveTo>
                  <a:pt x="10385781" y="879475"/>
                </a:moveTo>
                <a:lnTo>
                  <a:pt x="10375367" y="879475"/>
                </a:lnTo>
                <a:lnTo>
                  <a:pt x="10371049" y="883793"/>
                </a:lnTo>
                <a:lnTo>
                  <a:pt x="10371049" y="894334"/>
                </a:lnTo>
                <a:lnTo>
                  <a:pt x="10375367" y="898525"/>
                </a:lnTo>
                <a:lnTo>
                  <a:pt x="10385781" y="898525"/>
                </a:lnTo>
                <a:lnTo>
                  <a:pt x="10390099" y="894334"/>
                </a:lnTo>
                <a:lnTo>
                  <a:pt x="10390099" y="883793"/>
                </a:lnTo>
                <a:lnTo>
                  <a:pt x="10385781" y="879475"/>
                </a:lnTo>
                <a:close/>
              </a:path>
              <a:path w="10390505" h="4652010">
                <a:moveTo>
                  <a:pt x="10385781" y="917575"/>
                </a:moveTo>
                <a:lnTo>
                  <a:pt x="10375367" y="917575"/>
                </a:lnTo>
                <a:lnTo>
                  <a:pt x="10371049" y="921893"/>
                </a:lnTo>
                <a:lnTo>
                  <a:pt x="10371049" y="932434"/>
                </a:lnTo>
                <a:lnTo>
                  <a:pt x="10375367" y="936751"/>
                </a:lnTo>
                <a:lnTo>
                  <a:pt x="10385781" y="936751"/>
                </a:lnTo>
                <a:lnTo>
                  <a:pt x="10390099" y="932434"/>
                </a:lnTo>
                <a:lnTo>
                  <a:pt x="10390099" y="921893"/>
                </a:lnTo>
                <a:lnTo>
                  <a:pt x="10385781" y="917575"/>
                </a:lnTo>
                <a:close/>
              </a:path>
              <a:path w="10390505" h="4652010">
                <a:moveTo>
                  <a:pt x="10385781" y="955801"/>
                </a:moveTo>
                <a:lnTo>
                  <a:pt x="10375367" y="955801"/>
                </a:lnTo>
                <a:lnTo>
                  <a:pt x="10371049" y="959993"/>
                </a:lnTo>
                <a:lnTo>
                  <a:pt x="10371049" y="970534"/>
                </a:lnTo>
                <a:lnTo>
                  <a:pt x="10375367" y="974851"/>
                </a:lnTo>
                <a:lnTo>
                  <a:pt x="10385781" y="974851"/>
                </a:lnTo>
                <a:lnTo>
                  <a:pt x="10390099" y="970534"/>
                </a:lnTo>
                <a:lnTo>
                  <a:pt x="10390099" y="959993"/>
                </a:lnTo>
                <a:lnTo>
                  <a:pt x="10385781" y="955801"/>
                </a:lnTo>
                <a:close/>
              </a:path>
              <a:path w="10390505" h="4652010">
                <a:moveTo>
                  <a:pt x="10385781" y="993901"/>
                </a:moveTo>
                <a:lnTo>
                  <a:pt x="10375367" y="993901"/>
                </a:lnTo>
                <a:lnTo>
                  <a:pt x="10371049" y="998093"/>
                </a:lnTo>
                <a:lnTo>
                  <a:pt x="10371049" y="1008634"/>
                </a:lnTo>
                <a:lnTo>
                  <a:pt x="10375367" y="1012951"/>
                </a:lnTo>
                <a:lnTo>
                  <a:pt x="10385781" y="1012951"/>
                </a:lnTo>
                <a:lnTo>
                  <a:pt x="10390099" y="1008634"/>
                </a:lnTo>
                <a:lnTo>
                  <a:pt x="10390099" y="998093"/>
                </a:lnTo>
                <a:lnTo>
                  <a:pt x="10385781" y="993901"/>
                </a:lnTo>
                <a:close/>
              </a:path>
              <a:path w="10390505" h="4652010">
                <a:moveTo>
                  <a:pt x="10385781" y="1032001"/>
                </a:moveTo>
                <a:lnTo>
                  <a:pt x="10375367" y="1032001"/>
                </a:lnTo>
                <a:lnTo>
                  <a:pt x="10371049" y="1036193"/>
                </a:lnTo>
                <a:lnTo>
                  <a:pt x="10371049" y="1046734"/>
                </a:lnTo>
                <a:lnTo>
                  <a:pt x="10375367" y="1051052"/>
                </a:lnTo>
                <a:lnTo>
                  <a:pt x="10385781" y="1051052"/>
                </a:lnTo>
                <a:lnTo>
                  <a:pt x="10390099" y="1046734"/>
                </a:lnTo>
                <a:lnTo>
                  <a:pt x="10390099" y="1036193"/>
                </a:lnTo>
                <a:lnTo>
                  <a:pt x="10385781" y="1032001"/>
                </a:lnTo>
                <a:close/>
              </a:path>
              <a:path w="10390505" h="4652010">
                <a:moveTo>
                  <a:pt x="10385781" y="1070102"/>
                </a:moveTo>
                <a:lnTo>
                  <a:pt x="10375367" y="1070102"/>
                </a:lnTo>
                <a:lnTo>
                  <a:pt x="10371049" y="1074420"/>
                </a:lnTo>
                <a:lnTo>
                  <a:pt x="10371049" y="1084961"/>
                </a:lnTo>
                <a:lnTo>
                  <a:pt x="10375367" y="1089152"/>
                </a:lnTo>
                <a:lnTo>
                  <a:pt x="10385781" y="1089152"/>
                </a:lnTo>
                <a:lnTo>
                  <a:pt x="10390099" y="1084961"/>
                </a:lnTo>
                <a:lnTo>
                  <a:pt x="10390099" y="1074420"/>
                </a:lnTo>
                <a:lnTo>
                  <a:pt x="10385781" y="1070102"/>
                </a:lnTo>
                <a:close/>
              </a:path>
              <a:path w="10390505" h="4652010">
                <a:moveTo>
                  <a:pt x="10385781" y="1108202"/>
                </a:moveTo>
                <a:lnTo>
                  <a:pt x="10375367" y="1108202"/>
                </a:lnTo>
                <a:lnTo>
                  <a:pt x="10371049" y="1112520"/>
                </a:lnTo>
                <a:lnTo>
                  <a:pt x="10371049" y="1123061"/>
                </a:lnTo>
                <a:lnTo>
                  <a:pt x="10375367" y="1127252"/>
                </a:lnTo>
                <a:lnTo>
                  <a:pt x="10385781" y="1127252"/>
                </a:lnTo>
                <a:lnTo>
                  <a:pt x="10390099" y="1123061"/>
                </a:lnTo>
                <a:lnTo>
                  <a:pt x="10390099" y="1112520"/>
                </a:lnTo>
                <a:lnTo>
                  <a:pt x="10385781" y="1108202"/>
                </a:lnTo>
                <a:close/>
              </a:path>
              <a:path w="10390505" h="4652010">
                <a:moveTo>
                  <a:pt x="10385781" y="1146302"/>
                </a:moveTo>
                <a:lnTo>
                  <a:pt x="10375367" y="1146302"/>
                </a:lnTo>
                <a:lnTo>
                  <a:pt x="10371049" y="1150620"/>
                </a:lnTo>
                <a:lnTo>
                  <a:pt x="10371049" y="1161161"/>
                </a:lnTo>
                <a:lnTo>
                  <a:pt x="10375367" y="1165352"/>
                </a:lnTo>
                <a:lnTo>
                  <a:pt x="10385781" y="1165352"/>
                </a:lnTo>
                <a:lnTo>
                  <a:pt x="10390099" y="1161161"/>
                </a:lnTo>
                <a:lnTo>
                  <a:pt x="10390099" y="1150620"/>
                </a:lnTo>
                <a:lnTo>
                  <a:pt x="10385781" y="1146302"/>
                </a:lnTo>
                <a:close/>
              </a:path>
              <a:path w="10390505" h="4652010">
                <a:moveTo>
                  <a:pt x="10385781" y="1184402"/>
                </a:moveTo>
                <a:lnTo>
                  <a:pt x="10375367" y="1184402"/>
                </a:lnTo>
                <a:lnTo>
                  <a:pt x="10371049" y="1188720"/>
                </a:lnTo>
                <a:lnTo>
                  <a:pt x="10371049" y="1199261"/>
                </a:lnTo>
                <a:lnTo>
                  <a:pt x="10375367" y="1203579"/>
                </a:lnTo>
                <a:lnTo>
                  <a:pt x="10385781" y="1203579"/>
                </a:lnTo>
                <a:lnTo>
                  <a:pt x="10390099" y="1199261"/>
                </a:lnTo>
                <a:lnTo>
                  <a:pt x="10390099" y="1194054"/>
                </a:lnTo>
                <a:lnTo>
                  <a:pt x="10377399" y="1194054"/>
                </a:lnTo>
                <a:lnTo>
                  <a:pt x="10377399" y="1193927"/>
                </a:lnTo>
                <a:lnTo>
                  <a:pt x="10390099" y="1193927"/>
                </a:lnTo>
                <a:lnTo>
                  <a:pt x="10390099" y="1188720"/>
                </a:lnTo>
                <a:lnTo>
                  <a:pt x="10385781" y="1184402"/>
                </a:lnTo>
                <a:close/>
              </a:path>
              <a:path w="10390505" h="4652010">
                <a:moveTo>
                  <a:pt x="10390099" y="1193927"/>
                </a:moveTo>
                <a:lnTo>
                  <a:pt x="10383749" y="1193927"/>
                </a:lnTo>
                <a:lnTo>
                  <a:pt x="10383749" y="1194054"/>
                </a:lnTo>
                <a:lnTo>
                  <a:pt x="10390099" y="1194054"/>
                </a:lnTo>
                <a:lnTo>
                  <a:pt x="10390099" y="1193927"/>
                </a:lnTo>
                <a:close/>
              </a:path>
              <a:path w="10390505" h="4652010">
                <a:moveTo>
                  <a:pt x="10385781" y="1222629"/>
                </a:moveTo>
                <a:lnTo>
                  <a:pt x="10375367" y="1222629"/>
                </a:lnTo>
                <a:lnTo>
                  <a:pt x="10371049" y="1226820"/>
                </a:lnTo>
                <a:lnTo>
                  <a:pt x="10371049" y="1237361"/>
                </a:lnTo>
                <a:lnTo>
                  <a:pt x="10375367" y="1241679"/>
                </a:lnTo>
                <a:lnTo>
                  <a:pt x="10385781" y="1241679"/>
                </a:lnTo>
                <a:lnTo>
                  <a:pt x="10390099" y="1237361"/>
                </a:lnTo>
                <a:lnTo>
                  <a:pt x="10390099" y="1226820"/>
                </a:lnTo>
                <a:lnTo>
                  <a:pt x="10385781" y="1222629"/>
                </a:lnTo>
                <a:close/>
              </a:path>
              <a:path w="10390505" h="4652010">
                <a:moveTo>
                  <a:pt x="10385781" y="1260729"/>
                </a:moveTo>
                <a:lnTo>
                  <a:pt x="10375367" y="1260729"/>
                </a:lnTo>
                <a:lnTo>
                  <a:pt x="10371049" y="1264920"/>
                </a:lnTo>
                <a:lnTo>
                  <a:pt x="10371049" y="1275461"/>
                </a:lnTo>
                <a:lnTo>
                  <a:pt x="10375367" y="1279779"/>
                </a:lnTo>
                <a:lnTo>
                  <a:pt x="10385781" y="1279779"/>
                </a:lnTo>
                <a:lnTo>
                  <a:pt x="10390099" y="1275461"/>
                </a:lnTo>
                <a:lnTo>
                  <a:pt x="10390099" y="1264920"/>
                </a:lnTo>
                <a:lnTo>
                  <a:pt x="10385781" y="1260729"/>
                </a:lnTo>
                <a:close/>
              </a:path>
              <a:path w="10390505" h="4652010">
                <a:moveTo>
                  <a:pt x="10385781" y="1298829"/>
                </a:moveTo>
                <a:lnTo>
                  <a:pt x="10375367" y="1298829"/>
                </a:lnTo>
                <a:lnTo>
                  <a:pt x="10371049" y="1303147"/>
                </a:lnTo>
                <a:lnTo>
                  <a:pt x="10371049" y="1313688"/>
                </a:lnTo>
                <a:lnTo>
                  <a:pt x="10375367" y="1317879"/>
                </a:lnTo>
                <a:lnTo>
                  <a:pt x="10385781" y="1317879"/>
                </a:lnTo>
                <a:lnTo>
                  <a:pt x="10390099" y="1313688"/>
                </a:lnTo>
                <a:lnTo>
                  <a:pt x="10390099" y="1303147"/>
                </a:lnTo>
                <a:lnTo>
                  <a:pt x="10385781" y="1298829"/>
                </a:lnTo>
                <a:close/>
              </a:path>
              <a:path w="10390505" h="4652010">
                <a:moveTo>
                  <a:pt x="10385781" y="1336929"/>
                </a:moveTo>
                <a:lnTo>
                  <a:pt x="10375367" y="1336929"/>
                </a:lnTo>
                <a:lnTo>
                  <a:pt x="10371049" y="1341247"/>
                </a:lnTo>
                <a:lnTo>
                  <a:pt x="10371049" y="1351788"/>
                </a:lnTo>
                <a:lnTo>
                  <a:pt x="10375367" y="1355979"/>
                </a:lnTo>
                <a:lnTo>
                  <a:pt x="10385781" y="1355979"/>
                </a:lnTo>
                <a:lnTo>
                  <a:pt x="10390099" y="1351788"/>
                </a:lnTo>
                <a:lnTo>
                  <a:pt x="10390099" y="1341247"/>
                </a:lnTo>
                <a:lnTo>
                  <a:pt x="10385781" y="1336929"/>
                </a:lnTo>
                <a:close/>
              </a:path>
              <a:path w="10390505" h="4652010">
                <a:moveTo>
                  <a:pt x="10385781" y="1375029"/>
                </a:moveTo>
                <a:lnTo>
                  <a:pt x="10375367" y="1375029"/>
                </a:lnTo>
                <a:lnTo>
                  <a:pt x="10371049" y="1379347"/>
                </a:lnTo>
                <a:lnTo>
                  <a:pt x="10371049" y="1389888"/>
                </a:lnTo>
                <a:lnTo>
                  <a:pt x="10375367" y="1394079"/>
                </a:lnTo>
                <a:lnTo>
                  <a:pt x="10385781" y="1394079"/>
                </a:lnTo>
                <a:lnTo>
                  <a:pt x="10390099" y="1389888"/>
                </a:lnTo>
                <a:lnTo>
                  <a:pt x="10390099" y="1379347"/>
                </a:lnTo>
                <a:lnTo>
                  <a:pt x="10385781" y="1375029"/>
                </a:lnTo>
                <a:close/>
              </a:path>
              <a:path w="10390505" h="4652010">
                <a:moveTo>
                  <a:pt x="10385781" y="1413129"/>
                </a:moveTo>
                <a:lnTo>
                  <a:pt x="10375367" y="1413129"/>
                </a:lnTo>
                <a:lnTo>
                  <a:pt x="10371049" y="1417447"/>
                </a:lnTo>
                <a:lnTo>
                  <a:pt x="10371049" y="1427988"/>
                </a:lnTo>
                <a:lnTo>
                  <a:pt x="10375367" y="1432306"/>
                </a:lnTo>
                <a:lnTo>
                  <a:pt x="10385781" y="1432306"/>
                </a:lnTo>
                <a:lnTo>
                  <a:pt x="10390099" y="1427988"/>
                </a:lnTo>
                <a:lnTo>
                  <a:pt x="10390099" y="1417447"/>
                </a:lnTo>
                <a:lnTo>
                  <a:pt x="10385781" y="1413129"/>
                </a:lnTo>
                <a:close/>
              </a:path>
              <a:path w="10390505" h="4652010">
                <a:moveTo>
                  <a:pt x="10385781" y="1451356"/>
                </a:moveTo>
                <a:lnTo>
                  <a:pt x="10375367" y="1451356"/>
                </a:lnTo>
                <a:lnTo>
                  <a:pt x="10371049" y="1455547"/>
                </a:lnTo>
                <a:lnTo>
                  <a:pt x="10371049" y="1466088"/>
                </a:lnTo>
                <a:lnTo>
                  <a:pt x="10375367" y="1470406"/>
                </a:lnTo>
                <a:lnTo>
                  <a:pt x="10385781" y="1470406"/>
                </a:lnTo>
                <a:lnTo>
                  <a:pt x="10390099" y="1466088"/>
                </a:lnTo>
                <a:lnTo>
                  <a:pt x="10390099" y="1455547"/>
                </a:lnTo>
                <a:lnTo>
                  <a:pt x="10385781" y="1451356"/>
                </a:lnTo>
                <a:close/>
              </a:path>
              <a:path w="10390505" h="4652010">
                <a:moveTo>
                  <a:pt x="10385781" y="1489456"/>
                </a:moveTo>
                <a:lnTo>
                  <a:pt x="10375367" y="1489456"/>
                </a:lnTo>
                <a:lnTo>
                  <a:pt x="10371049" y="1493647"/>
                </a:lnTo>
                <a:lnTo>
                  <a:pt x="10371049" y="1504188"/>
                </a:lnTo>
                <a:lnTo>
                  <a:pt x="10375367" y="1508506"/>
                </a:lnTo>
                <a:lnTo>
                  <a:pt x="10385781" y="1508506"/>
                </a:lnTo>
                <a:lnTo>
                  <a:pt x="10390099" y="1504188"/>
                </a:lnTo>
                <a:lnTo>
                  <a:pt x="10390099" y="1493647"/>
                </a:lnTo>
                <a:lnTo>
                  <a:pt x="10385781" y="1489456"/>
                </a:lnTo>
                <a:close/>
              </a:path>
              <a:path w="10390505" h="4652010">
                <a:moveTo>
                  <a:pt x="10385781" y="1527556"/>
                </a:moveTo>
                <a:lnTo>
                  <a:pt x="10375367" y="1527556"/>
                </a:lnTo>
                <a:lnTo>
                  <a:pt x="10371049" y="1531747"/>
                </a:lnTo>
                <a:lnTo>
                  <a:pt x="10371049" y="1542288"/>
                </a:lnTo>
                <a:lnTo>
                  <a:pt x="10375367" y="1546606"/>
                </a:lnTo>
                <a:lnTo>
                  <a:pt x="10385781" y="1546606"/>
                </a:lnTo>
                <a:lnTo>
                  <a:pt x="10390099" y="1542288"/>
                </a:lnTo>
                <a:lnTo>
                  <a:pt x="10390099" y="1531747"/>
                </a:lnTo>
                <a:lnTo>
                  <a:pt x="10385781" y="1527556"/>
                </a:lnTo>
                <a:close/>
              </a:path>
              <a:path w="10390505" h="4652010">
                <a:moveTo>
                  <a:pt x="10385781" y="1565656"/>
                </a:moveTo>
                <a:lnTo>
                  <a:pt x="10375367" y="1565656"/>
                </a:lnTo>
                <a:lnTo>
                  <a:pt x="10371049" y="1569974"/>
                </a:lnTo>
                <a:lnTo>
                  <a:pt x="10371049" y="1580515"/>
                </a:lnTo>
                <a:lnTo>
                  <a:pt x="10375367" y="1584706"/>
                </a:lnTo>
                <a:lnTo>
                  <a:pt x="10385781" y="1584706"/>
                </a:lnTo>
                <a:lnTo>
                  <a:pt x="10390099" y="1580515"/>
                </a:lnTo>
                <a:lnTo>
                  <a:pt x="10390099" y="1569974"/>
                </a:lnTo>
                <a:lnTo>
                  <a:pt x="10385781" y="1565656"/>
                </a:lnTo>
                <a:close/>
              </a:path>
              <a:path w="10390505" h="4652010">
                <a:moveTo>
                  <a:pt x="10385781" y="1603756"/>
                </a:moveTo>
                <a:lnTo>
                  <a:pt x="10375367" y="1603756"/>
                </a:lnTo>
                <a:lnTo>
                  <a:pt x="10371049" y="1608074"/>
                </a:lnTo>
                <a:lnTo>
                  <a:pt x="10371049" y="1618615"/>
                </a:lnTo>
                <a:lnTo>
                  <a:pt x="10375367" y="1622806"/>
                </a:lnTo>
                <a:lnTo>
                  <a:pt x="10385781" y="1622806"/>
                </a:lnTo>
                <a:lnTo>
                  <a:pt x="10390099" y="1618615"/>
                </a:lnTo>
                <a:lnTo>
                  <a:pt x="10390099" y="1608074"/>
                </a:lnTo>
                <a:lnTo>
                  <a:pt x="10385781" y="1603756"/>
                </a:lnTo>
                <a:close/>
              </a:path>
              <a:path w="10390505" h="4652010">
                <a:moveTo>
                  <a:pt x="10385781" y="1641856"/>
                </a:moveTo>
                <a:lnTo>
                  <a:pt x="10375367" y="1641856"/>
                </a:lnTo>
                <a:lnTo>
                  <a:pt x="10371049" y="1646174"/>
                </a:lnTo>
                <a:lnTo>
                  <a:pt x="10371049" y="1656715"/>
                </a:lnTo>
                <a:lnTo>
                  <a:pt x="10375367" y="1660906"/>
                </a:lnTo>
                <a:lnTo>
                  <a:pt x="10385781" y="1660906"/>
                </a:lnTo>
                <a:lnTo>
                  <a:pt x="10390099" y="1656715"/>
                </a:lnTo>
                <a:lnTo>
                  <a:pt x="10390099" y="1646174"/>
                </a:lnTo>
                <a:lnTo>
                  <a:pt x="10385781" y="1641856"/>
                </a:lnTo>
                <a:close/>
              </a:path>
              <a:path w="10390505" h="4652010">
                <a:moveTo>
                  <a:pt x="10385781" y="1679956"/>
                </a:moveTo>
                <a:lnTo>
                  <a:pt x="10375367" y="1679956"/>
                </a:lnTo>
                <a:lnTo>
                  <a:pt x="10371049" y="1684274"/>
                </a:lnTo>
                <a:lnTo>
                  <a:pt x="10371049" y="1694815"/>
                </a:lnTo>
                <a:lnTo>
                  <a:pt x="10375367" y="1699133"/>
                </a:lnTo>
                <a:lnTo>
                  <a:pt x="10385781" y="1699133"/>
                </a:lnTo>
                <a:lnTo>
                  <a:pt x="10390099" y="1694815"/>
                </a:lnTo>
                <a:lnTo>
                  <a:pt x="10390099" y="1684274"/>
                </a:lnTo>
                <a:lnTo>
                  <a:pt x="10385781" y="1679956"/>
                </a:lnTo>
                <a:close/>
              </a:path>
              <a:path w="10390505" h="4652010">
                <a:moveTo>
                  <a:pt x="10385781" y="1718183"/>
                </a:moveTo>
                <a:lnTo>
                  <a:pt x="10375367" y="1718183"/>
                </a:lnTo>
                <a:lnTo>
                  <a:pt x="10371049" y="1722374"/>
                </a:lnTo>
                <a:lnTo>
                  <a:pt x="10371049" y="1732915"/>
                </a:lnTo>
                <a:lnTo>
                  <a:pt x="10375367" y="1737233"/>
                </a:lnTo>
                <a:lnTo>
                  <a:pt x="10385781" y="1737233"/>
                </a:lnTo>
                <a:lnTo>
                  <a:pt x="10390099" y="1732915"/>
                </a:lnTo>
                <a:lnTo>
                  <a:pt x="10390099" y="1722374"/>
                </a:lnTo>
                <a:lnTo>
                  <a:pt x="10385781" y="1718183"/>
                </a:lnTo>
                <a:close/>
              </a:path>
              <a:path w="10390505" h="4652010">
                <a:moveTo>
                  <a:pt x="10385781" y="1756283"/>
                </a:moveTo>
                <a:lnTo>
                  <a:pt x="10375367" y="1756283"/>
                </a:lnTo>
                <a:lnTo>
                  <a:pt x="10371049" y="1760474"/>
                </a:lnTo>
                <a:lnTo>
                  <a:pt x="10371049" y="1771015"/>
                </a:lnTo>
                <a:lnTo>
                  <a:pt x="10375367" y="1775333"/>
                </a:lnTo>
                <a:lnTo>
                  <a:pt x="10385781" y="1775333"/>
                </a:lnTo>
                <a:lnTo>
                  <a:pt x="10390099" y="1771015"/>
                </a:lnTo>
                <a:lnTo>
                  <a:pt x="10390099" y="1760474"/>
                </a:lnTo>
                <a:lnTo>
                  <a:pt x="10385781" y="1756283"/>
                </a:lnTo>
                <a:close/>
              </a:path>
              <a:path w="10390505" h="4652010">
                <a:moveTo>
                  <a:pt x="10385781" y="1794383"/>
                </a:moveTo>
                <a:lnTo>
                  <a:pt x="10375367" y="1794383"/>
                </a:lnTo>
                <a:lnTo>
                  <a:pt x="10371049" y="1798574"/>
                </a:lnTo>
                <a:lnTo>
                  <a:pt x="10371049" y="1809115"/>
                </a:lnTo>
                <a:lnTo>
                  <a:pt x="10375367" y="1813433"/>
                </a:lnTo>
                <a:lnTo>
                  <a:pt x="10385781" y="1813433"/>
                </a:lnTo>
                <a:lnTo>
                  <a:pt x="10390099" y="1809115"/>
                </a:lnTo>
                <a:lnTo>
                  <a:pt x="10390099" y="1798574"/>
                </a:lnTo>
                <a:lnTo>
                  <a:pt x="10385781" y="1794383"/>
                </a:lnTo>
                <a:close/>
              </a:path>
              <a:path w="10390505" h="4652010">
                <a:moveTo>
                  <a:pt x="10385781" y="1832483"/>
                </a:moveTo>
                <a:lnTo>
                  <a:pt x="10375367" y="1832483"/>
                </a:lnTo>
                <a:lnTo>
                  <a:pt x="10371049" y="1836801"/>
                </a:lnTo>
                <a:lnTo>
                  <a:pt x="10371049" y="1847342"/>
                </a:lnTo>
                <a:lnTo>
                  <a:pt x="10375367" y="1851533"/>
                </a:lnTo>
                <a:lnTo>
                  <a:pt x="10385781" y="1851533"/>
                </a:lnTo>
                <a:lnTo>
                  <a:pt x="10390099" y="1847342"/>
                </a:lnTo>
                <a:lnTo>
                  <a:pt x="10390099" y="1836801"/>
                </a:lnTo>
                <a:lnTo>
                  <a:pt x="10385781" y="1832483"/>
                </a:lnTo>
                <a:close/>
              </a:path>
              <a:path w="10390505" h="4652010">
                <a:moveTo>
                  <a:pt x="10385781" y="1870583"/>
                </a:moveTo>
                <a:lnTo>
                  <a:pt x="10375367" y="1870583"/>
                </a:lnTo>
                <a:lnTo>
                  <a:pt x="10371049" y="1874901"/>
                </a:lnTo>
                <a:lnTo>
                  <a:pt x="10371049" y="1885442"/>
                </a:lnTo>
                <a:lnTo>
                  <a:pt x="10375367" y="1889633"/>
                </a:lnTo>
                <a:lnTo>
                  <a:pt x="10385781" y="1889633"/>
                </a:lnTo>
                <a:lnTo>
                  <a:pt x="10390099" y="1885442"/>
                </a:lnTo>
                <a:lnTo>
                  <a:pt x="10390099" y="1874901"/>
                </a:lnTo>
                <a:lnTo>
                  <a:pt x="10385781" y="1870583"/>
                </a:lnTo>
                <a:close/>
              </a:path>
              <a:path w="10390505" h="4652010">
                <a:moveTo>
                  <a:pt x="10385781" y="1908683"/>
                </a:moveTo>
                <a:lnTo>
                  <a:pt x="10375367" y="1908683"/>
                </a:lnTo>
                <a:lnTo>
                  <a:pt x="10371049" y="1913001"/>
                </a:lnTo>
                <a:lnTo>
                  <a:pt x="10371049" y="1923542"/>
                </a:lnTo>
                <a:lnTo>
                  <a:pt x="10375367" y="1927733"/>
                </a:lnTo>
                <a:lnTo>
                  <a:pt x="10385781" y="1927733"/>
                </a:lnTo>
                <a:lnTo>
                  <a:pt x="10390099" y="1923542"/>
                </a:lnTo>
                <a:lnTo>
                  <a:pt x="10390099" y="1913001"/>
                </a:lnTo>
                <a:lnTo>
                  <a:pt x="10385781" y="1908683"/>
                </a:lnTo>
                <a:close/>
              </a:path>
              <a:path w="10390505" h="4652010">
                <a:moveTo>
                  <a:pt x="10385781" y="1946783"/>
                </a:moveTo>
                <a:lnTo>
                  <a:pt x="10375367" y="1946783"/>
                </a:lnTo>
                <a:lnTo>
                  <a:pt x="10371049" y="1951101"/>
                </a:lnTo>
                <a:lnTo>
                  <a:pt x="10371049" y="1961642"/>
                </a:lnTo>
                <a:lnTo>
                  <a:pt x="10375367" y="1965960"/>
                </a:lnTo>
                <a:lnTo>
                  <a:pt x="10385781" y="1965960"/>
                </a:lnTo>
                <a:lnTo>
                  <a:pt x="10390099" y="1961642"/>
                </a:lnTo>
                <a:lnTo>
                  <a:pt x="10390099" y="1951101"/>
                </a:lnTo>
                <a:lnTo>
                  <a:pt x="10385781" y="1946783"/>
                </a:lnTo>
                <a:close/>
              </a:path>
              <a:path w="10390505" h="4652010">
                <a:moveTo>
                  <a:pt x="10385781" y="1985010"/>
                </a:moveTo>
                <a:lnTo>
                  <a:pt x="10375367" y="1985010"/>
                </a:lnTo>
                <a:lnTo>
                  <a:pt x="10371049" y="1989201"/>
                </a:lnTo>
                <a:lnTo>
                  <a:pt x="10371049" y="1999742"/>
                </a:lnTo>
                <a:lnTo>
                  <a:pt x="10375367" y="2004060"/>
                </a:lnTo>
                <a:lnTo>
                  <a:pt x="10385781" y="2004060"/>
                </a:lnTo>
                <a:lnTo>
                  <a:pt x="10390099" y="1999742"/>
                </a:lnTo>
                <a:lnTo>
                  <a:pt x="10390099" y="1989201"/>
                </a:lnTo>
                <a:lnTo>
                  <a:pt x="10385781" y="1985010"/>
                </a:lnTo>
                <a:close/>
              </a:path>
              <a:path w="10390505" h="4652010">
                <a:moveTo>
                  <a:pt x="10385781" y="2023110"/>
                </a:moveTo>
                <a:lnTo>
                  <a:pt x="10375367" y="2023110"/>
                </a:lnTo>
                <a:lnTo>
                  <a:pt x="10371049" y="2027301"/>
                </a:lnTo>
                <a:lnTo>
                  <a:pt x="10371049" y="2037842"/>
                </a:lnTo>
                <a:lnTo>
                  <a:pt x="10375367" y="2042160"/>
                </a:lnTo>
                <a:lnTo>
                  <a:pt x="10385781" y="2042160"/>
                </a:lnTo>
                <a:lnTo>
                  <a:pt x="10390099" y="2037842"/>
                </a:lnTo>
                <a:lnTo>
                  <a:pt x="10390099" y="2027301"/>
                </a:lnTo>
                <a:lnTo>
                  <a:pt x="10385781" y="2023110"/>
                </a:lnTo>
                <a:close/>
              </a:path>
              <a:path w="10390505" h="4652010">
                <a:moveTo>
                  <a:pt x="10385781" y="2061210"/>
                </a:moveTo>
                <a:lnTo>
                  <a:pt x="10375367" y="2061210"/>
                </a:lnTo>
                <a:lnTo>
                  <a:pt x="10371049" y="2065528"/>
                </a:lnTo>
                <a:lnTo>
                  <a:pt x="10371049" y="2076069"/>
                </a:lnTo>
                <a:lnTo>
                  <a:pt x="10375367" y="2080260"/>
                </a:lnTo>
                <a:lnTo>
                  <a:pt x="10385781" y="2080260"/>
                </a:lnTo>
                <a:lnTo>
                  <a:pt x="10390099" y="2076069"/>
                </a:lnTo>
                <a:lnTo>
                  <a:pt x="10390099" y="2065528"/>
                </a:lnTo>
                <a:lnTo>
                  <a:pt x="10385781" y="2061210"/>
                </a:lnTo>
                <a:close/>
              </a:path>
              <a:path w="10390505" h="4652010">
                <a:moveTo>
                  <a:pt x="10385781" y="2099310"/>
                </a:moveTo>
                <a:lnTo>
                  <a:pt x="10375367" y="2099310"/>
                </a:lnTo>
                <a:lnTo>
                  <a:pt x="10371049" y="2103628"/>
                </a:lnTo>
                <a:lnTo>
                  <a:pt x="10371049" y="2114169"/>
                </a:lnTo>
                <a:lnTo>
                  <a:pt x="10375367" y="2118360"/>
                </a:lnTo>
                <a:lnTo>
                  <a:pt x="10385781" y="2118360"/>
                </a:lnTo>
                <a:lnTo>
                  <a:pt x="10390099" y="2114169"/>
                </a:lnTo>
                <a:lnTo>
                  <a:pt x="10390099" y="2103628"/>
                </a:lnTo>
                <a:lnTo>
                  <a:pt x="10385781" y="2099310"/>
                </a:lnTo>
                <a:close/>
              </a:path>
              <a:path w="10390505" h="4652010">
                <a:moveTo>
                  <a:pt x="10385781" y="2137410"/>
                </a:moveTo>
                <a:lnTo>
                  <a:pt x="10375367" y="2137410"/>
                </a:lnTo>
                <a:lnTo>
                  <a:pt x="10371049" y="2141728"/>
                </a:lnTo>
                <a:lnTo>
                  <a:pt x="10371049" y="2152269"/>
                </a:lnTo>
                <a:lnTo>
                  <a:pt x="10375367" y="2156460"/>
                </a:lnTo>
                <a:lnTo>
                  <a:pt x="10385781" y="2156460"/>
                </a:lnTo>
                <a:lnTo>
                  <a:pt x="10390099" y="2152269"/>
                </a:lnTo>
                <a:lnTo>
                  <a:pt x="10390099" y="2141728"/>
                </a:lnTo>
                <a:lnTo>
                  <a:pt x="10385781" y="2137410"/>
                </a:lnTo>
                <a:close/>
              </a:path>
              <a:path w="10390505" h="4652010">
                <a:moveTo>
                  <a:pt x="10385781" y="2175510"/>
                </a:moveTo>
                <a:lnTo>
                  <a:pt x="10375367" y="2175510"/>
                </a:lnTo>
                <a:lnTo>
                  <a:pt x="10371049" y="2179828"/>
                </a:lnTo>
                <a:lnTo>
                  <a:pt x="10371049" y="2190369"/>
                </a:lnTo>
                <a:lnTo>
                  <a:pt x="10375367" y="2194687"/>
                </a:lnTo>
                <a:lnTo>
                  <a:pt x="10385781" y="2194687"/>
                </a:lnTo>
                <a:lnTo>
                  <a:pt x="10390099" y="2190369"/>
                </a:lnTo>
                <a:lnTo>
                  <a:pt x="10390099" y="2185162"/>
                </a:lnTo>
                <a:lnTo>
                  <a:pt x="10377399" y="2185162"/>
                </a:lnTo>
                <a:lnTo>
                  <a:pt x="10377399" y="2185035"/>
                </a:lnTo>
                <a:lnTo>
                  <a:pt x="10390099" y="2185035"/>
                </a:lnTo>
                <a:lnTo>
                  <a:pt x="10390099" y="2179828"/>
                </a:lnTo>
                <a:lnTo>
                  <a:pt x="10385781" y="2175510"/>
                </a:lnTo>
                <a:close/>
              </a:path>
              <a:path w="10390505" h="4652010">
                <a:moveTo>
                  <a:pt x="10390099" y="2185035"/>
                </a:moveTo>
                <a:lnTo>
                  <a:pt x="10383749" y="2185035"/>
                </a:lnTo>
                <a:lnTo>
                  <a:pt x="10383749" y="2185162"/>
                </a:lnTo>
                <a:lnTo>
                  <a:pt x="10390099" y="2185162"/>
                </a:lnTo>
                <a:lnTo>
                  <a:pt x="10390099" y="2185035"/>
                </a:lnTo>
                <a:close/>
              </a:path>
              <a:path w="10390505" h="4652010">
                <a:moveTo>
                  <a:pt x="10385781" y="2213737"/>
                </a:moveTo>
                <a:lnTo>
                  <a:pt x="10375367" y="2213737"/>
                </a:lnTo>
                <a:lnTo>
                  <a:pt x="10371049" y="2217928"/>
                </a:lnTo>
                <a:lnTo>
                  <a:pt x="10371049" y="2228469"/>
                </a:lnTo>
                <a:lnTo>
                  <a:pt x="10375367" y="2232787"/>
                </a:lnTo>
                <a:lnTo>
                  <a:pt x="10385781" y="2232787"/>
                </a:lnTo>
                <a:lnTo>
                  <a:pt x="10390099" y="2228469"/>
                </a:lnTo>
                <a:lnTo>
                  <a:pt x="10390099" y="2217928"/>
                </a:lnTo>
                <a:lnTo>
                  <a:pt x="10385781" y="2213737"/>
                </a:lnTo>
                <a:close/>
              </a:path>
              <a:path w="10390505" h="4652010">
                <a:moveTo>
                  <a:pt x="10385781" y="2251837"/>
                </a:moveTo>
                <a:lnTo>
                  <a:pt x="10375367" y="2251837"/>
                </a:lnTo>
                <a:lnTo>
                  <a:pt x="10371049" y="2256028"/>
                </a:lnTo>
                <a:lnTo>
                  <a:pt x="10371049" y="2266569"/>
                </a:lnTo>
                <a:lnTo>
                  <a:pt x="10375367" y="2270887"/>
                </a:lnTo>
                <a:lnTo>
                  <a:pt x="10385781" y="2270887"/>
                </a:lnTo>
                <a:lnTo>
                  <a:pt x="10390099" y="2266569"/>
                </a:lnTo>
                <a:lnTo>
                  <a:pt x="10390099" y="2256028"/>
                </a:lnTo>
                <a:lnTo>
                  <a:pt x="10385781" y="2251837"/>
                </a:lnTo>
                <a:close/>
              </a:path>
              <a:path w="10390505" h="4652010">
                <a:moveTo>
                  <a:pt x="10385781" y="2289937"/>
                </a:moveTo>
                <a:lnTo>
                  <a:pt x="10375367" y="2289937"/>
                </a:lnTo>
                <a:lnTo>
                  <a:pt x="10371049" y="2294128"/>
                </a:lnTo>
                <a:lnTo>
                  <a:pt x="10371049" y="2304669"/>
                </a:lnTo>
                <a:lnTo>
                  <a:pt x="10375367" y="2308987"/>
                </a:lnTo>
                <a:lnTo>
                  <a:pt x="10385781" y="2308987"/>
                </a:lnTo>
                <a:lnTo>
                  <a:pt x="10390099" y="2304669"/>
                </a:lnTo>
                <a:lnTo>
                  <a:pt x="10390099" y="2294128"/>
                </a:lnTo>
                <a:lnTo>
                  <a:pt x="10385781" y="2289937"/>
                </a:lnTo>
                <a:close/>
              </a:path>
              <a:path w="10390505" h="4652010">
                <a:moveTo>
                  <a:pt x="10385781" y="2328037"/>
                </a:moveTo>
                <a:lnTo>
                  <a:pt x="10375367" y="2328037"/>
                </a:lnTo>
                <a:lnTo>
                  <a:pt x="10371049" y="2332355"/>
                </a:lnTo>
                <a:lnTo>
                  <a:pt x="10371049" y="2342896"/>
                </a:lnTo>
                <a:lnTo>
                  <a:pt x="10375367" y="2347087"/>
                </a:lnTo>
                <a:lnTo>
                  <a:pt x="10385781" y="2347087"/>
                </a:lnTo>
                <a:lnTo>
                  <a:pt x="10390099" y="2342896"/>
                </a:lnTo>
                <a:lnTo>
                  <a:pt x="10390099" y="2332355"/>
                </a:lnTo>
                <a:lnTo>
                  <a:pt x="10385781" y="2328037"/>
                </a:lnTo>
                <a:close/>
              </a:path>
              <a:path w="10390505" h="4652010">
                <a:moveTo>
                  <a:pt x="10385781" y="2366137"/>
                </a:moveTo>
                <a:lnTo>
                  <a:pt x="10375367" y="2366137"/>
                </a:lnTo>
                <a:lnTo>
                  <a:pt x="10371049" y="2370455"/>
                </a:lnTo>
                <a:lnTo>
                  <a:pt x="10371049" y="2380996"/>
                </a:lnTo>
                <a:lnTo>
                  <a:pt x="10375367" y="2385187"/>
                </a:lnTo>
                <a:lnTo>
                  <a:pt x="10385781" y="2385187"/>
                </a:lnTo>
                <a:lnTo>
                  <a:pt x="10390099" y="2380996"/>
                </a:lnTo>
                <a:lnTo>
                  <a:pt x="10390099" y="2370455"/>
                </a:lnTo>
                <a:lnTo>
                  <a:pt x="10385781" y="2366137"/>
                </a:lnTo>
                <a:close/>
              </a:path>
              <a:path w="10390505" h="4652010">
                <a:moveTo>
                  <a:pt x="10385781" y="2404237"/>
                </a:moveTo>
                <a:lnTo>
                  <a:pt x="10375367" y="2404237"/>
                </a:lnTo>
                <a:lnTo>
                  <a:pt x="10371049" y="2408555"/>
                </a:lnTo>
                <a:lnTo>
                  <a:pt x="10371049" y="2419096"/>
                </a:lnTo>
                <a:lnTo>
                  <a:pt x="10375367" y="2423287"/>
                </a:lnTo>
                <a:lnTo>
                  <a:pt x="10385781" y="2423287"/>
                </a:lnTo>
                <a:lnTo>
                  <a:pt x="10390099" y="2419096"/>
                </a:lnTo>
                <a:lnTo>
                  <a:pt x="10390099" y="2408555"/>
                </a:lnTo>
                <a:lnTo>
                  <a:pt x="10385781" y="2404237"/>
                </a:lnTo>
                <a:close/>
              </a:path>
              <a:path w="10390505" h="4652010">
                <a:moveTo>
                  <a:pt x="10385781" y="2442337"/>
                </a:moveTo>
                <a:lnTo>
                  <a:pt x="10375367" y="2442337"/>
                </a:lnTo>
                <a:lnTo>
                  <a:pt x="10371049" y="2446655"/>
                </a:lnTo>
                <a:lnTo>
                  <a:pt x="10371049" y="2457196"/>
                </a:lnTo>
                <a:lnTo>
                  <a:pt x="10375367" y="2461514"/>
                </a:lnTo>
                <a:lnTo>
                  <a:pt x="10385781" y="2461514"/>
                </a:lnTo>
                <a:lnTo>
                  <a:pt x="10390099" y="2457196"/>
                </a:lnTo>
                <a:lnTo>
                  <a:pt x="10390099" y="2446655"/>
                </a:lnTo>
                <a:lnTo>
                  <a:pt x="10385781" y="2442337"/>
                </a:lnTo>
                <a:close/>
              </a:path>
              <a:path w="10390505" h="4652010">
                <a:moveTo>
                  <a:pt x="10385781" y="2480564"/>
                </a:moveTo>
                <a:lnTo>
                  <a:pt x="10375367" y="2480564"/>
                </a:lnTo>
                <a:lnTo>
                  <a:pt x="10371049" y="2484755"/>
                </a:lnTo>
                <a:lnTo>
                  <a:pt x="10371049" y="2495296"/>
                </a:lnTo>
                <a:lnTo>
                  <a:pt x="10375367" y="2499614"/>
                </a:lnTo>
                <a:lnTo>
                  <a:pt x="10385781" y="2499614"/>
                </a:lnTo>
                <a:lnTo>
                  <a:pt x="10390099" y="2495296"/>
                </a:lnTo>
                <a:lnTo>
                  <a:pt x="10390099" y="2484755"/>
                </a:lnTo>
                <a:lnTo>
                  <a:pt x="10385781" y="2480564"/>
                </a:lnTo>
                <a:close/>
              </a:path>
              <a:path w="10390505" h="4652010">
                <a:moveTo>
                  <a:pt x="10385781" y="2518664"/>
                </a:moveTo>
                <a:lnTo>
                  <a:pt x="10375367" y="2518664"/>
                </a:lnTo>
                <a:lnTo>
                  <a:pt x="10371049" y="2522855"/>
                </a:lnTo>
                <a:lnTo>
                  <a:pt x="10371049" y="2533396"/>
                </a:lnTo>
                <a:lnTo>
                  <a:pt x="10375367" y="2537714"/>
                </a:lnTo>
                <a:lnTo>
                  <a:pt x="10385781" y="2537714"/>
                </a:lnTo>
                <a:lnTo>
                  <a:pt x="10390099" y="2533396"/>
                </a:lnTo>
                <a:lnTo>
                  <a:pt x="10390099" y="2522855"/>
                </a:lnTo>
                <a:lnTo>
                  <a:pt x="10385781" y="2518664"/>
                </a:lnTo>
                <a:close/>
              </a:path>
              <a:path w="10390505" h="4652010">
                <a:moveTo>
                  <a:pt x="10385781" y="2556764"/>
                </a:moveTo>
                <a:lnTo>
                  <a:pt x="10375367" y="2556764"/>
                </a:lnTo>
                <a:lnTo>
                  <a:pt x="10371049" y="2560955"/>
                </a:lnTo>
                <a:lnTo>
                  <a:pt x="10371049" y="2571496"/>
                </a:lnTo>
                <a:lnTo>
                  <a:pt x="10375367" y="2575814"/>
                </a:lnTo>
                <a:lnTo>
                  <a:pt x="10385781" y="2575814"/>
                </a:lnTo>
                <a:lnTo>
                  <a:pt x="10390099" y="2571496"/>
                </a:lnTo>
                <a:lnTo>
                  <a:pt x="10390099" y="2560955"/>
                </a:lnTo>
                <a:lnTo>
                  <a:pt x="10385781" y="2556764"/>
                </a:lnTo>
                <a:close/>
              </a:path>
              <a:path w="10390505" h="4652010">
                <a:moveTo>
                  <a:pt x="10385781" y="2594864"/>
                </a:moveTo>
                <a:lnTo>
                  <a:pt x="10375367" y="2594864"/>
                </a:lnTo>
                <a:lnTo>
                  <a:pt x="10371049" y="2599182"/>
                </a:lnTo>
                <a:lnTo>
                  <a:pt x="10371049" y="2609723"/>
                </a:lnTo>
                <a:lnTo>
                  <a:pt x="10375367" y="2613914"/>
                </a:lnTo>
                <a:lnTo>
                  <a:pt x="10385781" y="2613914"/>
                </a:lnTo>
                <a:lnTo>
                  <a:pt x="10390099" y="2609723"/>
                </a:lnTo>
                <a:lnTo>
                  <a:pt x="10390099" y="2599182"/>
                </a:lnTo>
                <a:lnTo>
                  <a:pt x="10385781" y="2594864"/>
                </a:lnTo>
                <a:close/>
              </a:path>
              <a:path w="10390505" h="4652010">
                <a:moveTo>
                  <a:pt x="10385781" y="2632964"/>
                </a:moveTo>
                <a:lnTo>
                  <a:pt x="10375367" y="2632964"/>
                </a:lnTo>
                <a:lnTo>
                  <a:pt x="10371049" y="2637282"/>
                </a:lnTo>
                <a:lnTo>
                  <a:pt x="10371049" y="2647823"/>
                </a:lnTo>
                <a:lnTo>
                  <a:pt x="10375367" y="2652014"/>
                </a:lnTo>
                <a:lnTo>
                  <a:pt x="10385781" y="2652014"/>
                </a:lnTo>
                <a:lnTo>
                  <a:pt x="10390099" y="2647823"/>
                </a:lnTo>
                <a:lnTo>
                  <a:pt x="10390099" y="2637282"/>
                </a:lnTo>
                <a:lnTo>
                  <a:pt x="10385781" y="2632964"/>
                </a:lnTo>
                <a:close/>
              </a:path>
              <a:path w="10390505" h="4652010">
                <a:moveTo>
                  <a:pt x="10385781" y="2671064"/>
                </a:moveTo>
                <a:lnTo>
                  <a:pt x="10375367" y="2671064"/>
                </a:lnTo>
                <a:lnTo>
                  <a:pt x="10371049" y="2675382"/>
                </a:lnTo>
                <a:lnTo>
                  <a:pt x="10371049" y="2685923"/>
                </a:lnTo>
                <a:lnTo>
                  <a:pt x="10375367" y="2690114"/>
                </a:lnTo>
                <a:lnTo>
                  <a:pt x="10385781" y="2690114"/>
                </a:lnTo>
                <a:lnTo>
                  <a:pt x="10390099" y="2685923"/>
                </a:lnTo>
                <a:lnTo>
                  <a:pt x="10390099" y="2675382"/>
                </a:lnTo>
                <a:lnTo>
                  <a:pt x="10385781" y="2671064"/>
                </a:lnTo>
                <a:close/>
              </a:path>
              <a:path w="10390505" h="4652010">
                <a:moveTo>
                  <a:pt x="10385781" y="2709291"/>
                </a:moveTo>
                <a:lnTo>
                  <a:pt x="10375367" y="2709291"/>
                </a:lnTo>
                <a:lnTo>
                  <a:pt x="10371049" y="2713482"/>
                </a:lnTo>
                <a:lnTo>
                  <a:pt x="10371049" y="2724023"/>
                </a:lnTo>
                <a:lnTo>
                  <a:pt x="10375367" y="2728341"/>
                </a:lnTo>
                <a:lnTo>
                  <a:pt x="10385781" y="2728341"/>
                </a:lnTo>
                <a:lnTo>
                  <a:pt x="10390099" y="2724023"/>
                </a:lnTo>
                <a:lnTo>
                  <a:pt x="10390099" y="2713482"/>
                </a:lnTo>
                <a:lnTo>
                  <a:pt x="10385781" y="2709291"/>
                </a:lnTo>
                <a:close/>
              </a:path>
              <a:path w="10390505" h="4652010">
                <a:moveTo>
                  <a:pt x="10385781" y="2747391"/>
                </a:moveTo>
                <a:lnTo>
                  <a:pt x="10375367" y="2747391"/>
                </a:lnTo>
                <a:lnTo>
                  <a:pt x="10371049" y="2751582"/>
                </a:lnTo>
                <a:lnTo>
                  <a:pt x="10371049" y="2762123"/>
                </a:lnTo>
                <a:lnTo>
                  <a:pt x="10375367" y="2766441"/>
                </a:lnTo>
                <a:lnTo>
                  <a:pt x="10385781" y="2766441"/>
                </a:lnTo>
                <a:lnTo>
                  <a:pt x="10390099" y="2762123"/>
                </a:lnTo>
                <a:lnTo>
                  <a:pt x="10390099" y="2751582"/>
                </a:lnTo>
                <a:lnTo>
                  <a:pt x="10385781" y="2747391"/>
                </a:lnTo>
                <a:close/>
              </a:path>
              <a:path w="10390505" h="4652010">
                <a:moveTo>
                  <a:pt x="10385781" y="2785491"/>
                </a:moveTo>
                <a:lnTo>
                  <a:pt x="10375367" y="2785491"/>
                </a:lnTo>
                <a:lnTo>
                  <a:pt x="10371049" y="2789682"/>
                </a:lnTo>
                <a:lnTo>
                  <a:pt x="10371049" y="2800223"/>
                </a:lnTo>
                <a:lnTo>
                  <a:pt x="10375367" y="2804541"/>
                </a:lnTo>
                <a:lnTo>
                  <a:pt x="10385781" y="2804541"/>
                </a:lnTo>
                <a:lnTo>
                  <a:pt x="10390099" y="2800223"/>
                </a:lnTo>
                <a:lnTo>
                  <a:pt x="10390099" y="2789682"/>
                </a:lnTo>
                <a:lnTo>
                  <a:pt x="10385781" y="2785491"/>
                </a:lnTo>
                <a:close/>
              </a:path>
              <a:path w="10390505" h="4652010">
                <a:moveTo>
                  <a:pt x="10385781" y="2823591"/>
                </a:moveTo>
                <a:lnTo>
                  <a:pt x="10375367" y="2823591"/>
                </a:lnTo>
                <a:lnTo>
                  <a:pt x="10371049" y="2827909"/>
                </a:lnTo>
                <a:lnTo>
                  <a:pt x="10371049" y="2838450"/>
                </a:lnTo>
                <a:lnTo>
                  <a:pt x="10375367" y="2842641"/>
                </a:lnTo>
                <a:lnTo>
                  <a:pt x="10385781" y="2842641"/>
                </a:lnTo>
                <a:lnTo>
                  <a:pt x="10390099" y="2838450"/>
                </a:lnTo>
                <a:lnTo>
                  <a:pt x="10390099" y="2827909"/>
                </a:lnTo>
                <a:lnTo>
                  <a:pt x="10385781" y="2823591"/>
                </a:lnTo>
                <a:close/>
              </a:path>
              <a:path w="10390505" h="4652010">
                <a:moveTo>
                  <a:pt x="10385781" y="2861691"/>
                </a:moveTo>
                <a:lnTo>
                  <a:pt x="10375367" y="2861691"/>
                </a:lnTo>
                <a:lnTo>
                  <a:pt x="10371049" y="2866009"/>
                </a:lnTo>
                <a:lnTo>
                  <a:pt x="10371049" y="2876550"/>
                </a:lnTo>
                <a:lnTo>
                  <a:pt x="10375367" y="2880741"/>
                </a:lnTo>
                <a:lnTo>
                  <a:pt x="10385781" y="2880741"/>
                </a:lnTo>
                <a:lnTo>
                  <a:pt x="10390099" y="2876550"/>
                </a:lnTo>
                <a:lnTo>
                  <a:pt x="10390099" y="2866009"/>
                </a:lnTo>
                <a:lnTo>
                  <a:pt x="10385781" y="2861691"/>
                </a:lnTo>
                <a:close/>
              </a:path>
              <a:path w="10390505" h="4652010">
                <a:moveTo>
                  <a:pt x="10385781" y="2899791"/>
                </a:moveTo>
                <a:lnTo>
                  <a:pt x="10375367" y="2899791"/>
                </a:lnTo>
                <a:lnTo>
                  <a:pt x="10371049" y="2904109"/>
                </a:lnTo>
                <a:lnTo>
                  <a:pt x="10371049" y="2914650"/>
                </a:lnTo>
                <a:lnTo>
                  <a:pt x="10375367" y="2918841"/>
                </a:lnTo>
                <a:lnTo>
                  <a:pt x="10385781" y="2918841"/>
                </a:lnTo>
                <a:lnTo>
                  <a:pt x="10390099" y="2914650"/>
                </a:lnTo>
                <a:lnTo>
                  <a:pt x="10390099" y="2904109"/>
                </a:lnTo>
                <a:lnTo>
                  <a:pt x="10385781" y="2899791"/>
                </a:lnTo>
                <a:close/>
              </a:path>
              <a:path w="10390505" h="4652010">
                <a:moveTo>
                  <a:pt x="10385781" y="2937891"/>
                </a:moveTo>
                <a:lnTo>
                  <a:pt x="10375367" y="2937891"/>
                </a:lnTo>
                <a:lnTo>
                  <a:pt x="10371049" y="2942209"/>
                </a:lnTo>
                <a:lnTo>
                  <a:pt x="10371049" y="2952750"/>
                </a:lnTo>
                <a:lnTo>
                  <a:pt x="10375367" y="2957068"/>
                </a:lnTo>
                <a:lnTo>
                  <a:pt x="10385781" y="2957068"/>
                </a:lnTo>
                <a:lnTo>
                  <a:pt x="10390099" y="2952750"/>
                </a:lnTo>
                <a:lnTo>
                  <a:pt x="10390099" y="2947543"/>
                </a:lnTo>
                <a:lnTo>
                  <a:pt x="10377399" y="2947543"/>
                </a:lnTo>
                <a:lnTo>
                  <a:pt x="10377399" y="2947416"/>
                </a:lnTo>
                <a:lnTo>
                  <a:pt x="10390099" y="2947416"/>
                </a:lnTo>
                <a:lnTo>
                  <a:pt x="10390099" y="2942209"/>
                </a:lnTo>
                <a:lnTo>
                  <a:pt x="10385781" y="2937891"/>
                </a:lnTo>
                <a:close/>
              </a:path>
              <a:path w="10390505" h="4652010">
                <a:moveTo>
                  <a:pt x="10390099" y="2947416"/>
                </a:moveTo>
                <a:lnTo>
                  <a:pt x="10383749" y="2947416"/>
                </a:lnTo>
                <a:lnTo>
                  <a:pt x="10383749" y="2947543"/>
                </a:lnTo>
                <a:lnTo>
                  <a:pt x="10390099" y="2947543"/>
                </a:lnTo>
                <a:lnTo>
                  <a:pt x="10390099" y="2947416"/>
                </a:lnTo>
                <a:close/>
              </a:path>
              <a:path w="10390505" h="4652010">
                <a:moveTo>
                  <a:pt x="10385781" y="2976118"/>
                </a:moveTo>
                <a:lnTo>
                  <a:pt x="10375367" y="2976118"/>
                </a:lnTo>
                <a:lnTo>
                  <a:pt x="10371049" y="2980309"/>
                </a:lnTo>
                <a:lnTo>
                  <a:pt x="10371049" y="2990850"/>
                </a:lnTo>
                <a:lnTo>
                  <a:pt x="10375367" y="2995168"/>
                </a:lnTo>
                <a:lnTo>
                  <a:pt x="10385781" y="2995168"/>
                </a:lnTo>
                <a:lnTo>
                  <a:pt x="10390099" y="2990850"/>
                </a:lnTo>
                <a:lnTo>
                  <a:pt x="10390099" y="2980309"/>
                </a:lnTo>
                <a:lnTo>
                  <a:pt x="10385781" y="2976118"/>
                </a:lnTo>
                <a:close/>
              </a:path>
              <a:path w="10390505" h="4652010">
                <a:moveTo>
                  <a:pt x="10385781" y="3014218"/>
                </a:moveTo>
                <a:lnTo>
                  <a:pt x="10375367" y="3014218"/>
                </a:lnTo>
                <a:lnTo>
                  <a:pt x="10371049" y="3018409"/>
                </a:lnTo>
                <a:lnTo>
                  <a:pt x="10371049" y="3028950"/>
                </a:lnTo>
                <a:lnTo>
                  <a:pt x="10375367" y="3033268"/>
                </a:lnTo>
                <a:lnTo>
                  <a:pt x="10385781" y="3033268"/>
                </a:lnTo>
                <a:lnTo>
                  <a:pt x="10390099" y="3028950"/>
                </a:lnTo>
                <a:lnTo>
                  <a:pt x="10390099" y="3018409"/>
                </a:lnTo>
                <a:lnTo>
                  <a:pt x="10385781" y="3014218"/>
                </a:lnTo>
                <a:close/>
              </a:path>
              <a:path w="10390505" h="4652010">
                <a:moveTo>
                  <a:pt x="10385781" y="3052318"/>
                </a:moveTo>
                <a:lnTo>
                  <a:pt x="10375367" y="3052318"/>
                </a:lnTo>
                <a:lnTo>
                  <a:pt x="10371049" y="3056509"/>
                </a:lnTo>
                <a:lnTo>
                  <a:pt x="10371049" y="3067050"/>
                </a:lnTo>
                <a:lnTo>
                  <a:pt x="10375367" y="3071368"/>
                </a:lnTo>
                <a:lnTo>
                  <a:pt x="10385781" y="3071368"/>
                </a:lnTo>
                <a:lnTo>
                  <a:pt x="10390099" y="3067050"/>
                </a:lnTo>
                <a:lnTo>
                  <a:pt x="10390099" y="3056509"/>
                </a:lnTo>
                <a:lnTo>
                  <a:pt x="10385781" y="3052318"/>
                </a:lnTo>
                <a:close/>
              </a:path>
              <a:path w="10390505" h="4652010">
                <a:moveTo>
                  <a:pt x="10385781" y="3090418"/>
                </a:moveTo>
                <a:lnTo>
                  <a:pt x="10375367" y="3090418"/>
                </a:lnTo>
                <a:lnTo>
                  <a:pt x="10371049" y="3094736"/>
                </a:lnTo>
                <a:lnTo>
                  <a:pt x="10371049" y="3105277"/>
                </a:lnTo>
                <a:lnTo>
                  <a:pt x="10375367" y="3109468"/>
                </a:lnTo>
                <a:lnTo>
                  <a:pt x="10385781" y="3109468"/>
                </a:lnTo>
                <a:lnTo>
                  <a:pt x="10390099" y="3105277"/>
                </a:lnTo>
                <a:lnTo>
                  <a:pt x="10390099" y="3094736"/>
                </a:lnTo>
                <a:lnTo>
                  <a:pt x="10385781" y="3090418"/>
                </a:lnTo>
                <a:close/>
              </a:path>
              <a:path w="10390505" h="4652010">
                <a:moveTo>
                  <a:pt x="10385781" y="3128518"/>
                </a:moveTo>
                <a:lnTo>
                  <a:pt x="10375367" y="3128518"/>
                </a:lnTo>
                <a:lnTo>
                  <a:pt x="10371049" y="3132836"/>
                </a:lnTo>
                <a:lnTo>
                  <a:pt x="10371049" y="3143377"/>
                </a:lnTo>
                <a:lnTo>
                  <a:pt x="10375367" y="3147568"/>
                </a:lnTo>
                <a:lnTo>
                  <a:pt x="10385781" y="3147568"/>
                </a:lnTo>
                <a:lnTo>
                  <a:pt x="10390099" y="3143377"/>
                </a:lnTo>
                <a:lnTo>
                  <a:pt x="10390099" y="3132836"/>
                </a:lnTo>
                <a:lnTo>
                  <a:pt x="10385781" y="3128518"/>
                </a:lnTo>
                <a:close/>
              </a:path>
              <a:path w="10390505" h="4652010">
                <a:moveTo>
                  <a:pt x="10385781" y="3166618"/>
                </a:moveTo>
                <a:lnTo>
                  <a:pt x="10375367" y="3166618"/>
                </a:lnTo>
                <a:lnTo>
                  <a:pt x="10371049" y="3170936"/>
                </a:lnTo>
                <a:lnTo>
                  <a:pt x="10371049" y="3181477"/>
                </a:lnTo>
                <a:lnTo>
                  <a:pt x="10375367" y="3185668"/>
                </a:lnTo>
                <a:lnTo>
                  <a:pt x="10385781" y="3185668"/>
                </a:lnTo>
                <a:lnTo>
                  <a:pt x="10390099" y="3181477"/>
                </a:lnTo>
                <a:lnTo>
                  <a:pt x="10390099" y="3170936"/>
                </a:lnTo>
                <a:lnTo>
                  <a:pt x="10385781" y="3166618"/>
                </a:lnTo>
                <a:close/>
              </a:path>
              <a:path w="10390505" h="4652010">
                <a:moveTo>
                  <a:pt x="10385781" y="3204718"/>
                </a:moveTo>
                <a:lnTo>
                  <a:pt x="10375367" y="3204718"/>
                </a:lnTo>
                <a:lnTo>
                  <a:pt x="10371049" y="3209036"/>
                </a:lnTo>
                <a:lnTo>
                  <a:pt x="10371049" y="3219577"/>
                </a:lnTo>
                <a:lnTo>
                  <a:pt x="10375367" y="3223895"/>
                </a:lnTo>
                <a:lnTo>
                  <a:pt x="10385781" y="3223895"/>
                </a:lnTo>
                <a:lnTo>
                  <a:pt x="10390099" y="3219577"/>
                </a:lnTo>
                <a:lnTo>
                  <a:pt x="10390099" y="3214370"/>
                </a:lnTo>
                <a:lnTo>
                  <a:pt x="10377399" y="3214370"/>
                </a:lnTo>
                <a:lnTo>
                  <a:pt x="10390099" y="3214243"/>
                </a:lnTo>
                <a:lnTo>
                  <a:pt x="10390099" y="3209036"/>
                </a:lnTo>
                <a:lnTo>
                  <a:pt x="10385781" y="3204718"/>
                </a:lnTo>
                <a:close/>
              </a:path>
              <a:path w="10390505" h="4652010">
                <a:moveTo>
                  <a:pt x="10390099" y="3214243"/>
                </a:moveTo>
                <a:lnTo>
                  <a:pt x="10383749" y="3214243"/>
                </a:lnTo>
                <a:lnTo>
                  <a:pt x="10390099" y="3214370"/>
                </a:lnTo>
                <a:close/>
              </a:path>
              <a:path w="10390505" h="4652010">
                <a:moveTo>
                  <a:pt x="10385781" y="3242945"/>
                </a:moveTo>
                <a:lnTo>
                  <a:pt x="10375367" y="3242945"/>
                </a:lnTo>
                <a:lnTo>
                  <a:pt x="10371049" y="3247136"/>
                </a:lnTo>
                <a:lnTo>
                  <a:pt x="10371049" y="3257677"/>
                </a:lnTo>
                <a:lnTo>
                  <a:pt x="10375367" y="3261995"/>
                </a:lnTo>
                <a:lnTo>
                  <a:pt x="10385781" y="3261995"/>
                </a:lnTo>
                <a:lnTo>
                  <a:pt x="10390099" y="3257677"/>
                </a:lnTo>
                <a:lnTo>
                  <a:pt x="10390099" y="3247136"/>
                </a:lnTo>
                <a:lnTo>
                  <a:pt x="10385781" y="3242945"/>
                </a:lnTo>
                <a:close/>
              </a:path>
              <a:path w="10390505" h="4652010">
                <a:moveTo>
                  <a:pt x="10385781" y="3281045"/>
                </a:moveTo>
                <a:lnTo>
                  <a:pt x="10375367" y="3281045"/>
                </a:lnTo>
                <a:lnTo>
                  <a:pt x="10371049" y="3285236"/>
                </a:lnTo>
                <a:lnTo>
                  <a:pt x="10371049" y="3295777"/>
                </a:lnTo>
                <a:lnTo>
                  <a:pt x="10375367" y="3300095"/>
                </a:lnTo>
                <a:lnTo>
                  <a:pt x="10385781" y="3300095"/>
                </a:lnTo>
                <a:lnTo>
                  <a:pt x="10390099" y="3295777"/>
                </a:lnTo>
                <a:lnTo>
                  <a:pt x="10390099" y="3285236"/>
                </a:lnTo>
                <a:lnTo>
                  <a:pt x="10385781" y="3281045"/>
                </a:lnTo>
                <a:close/>
              </a:path>
              <a:path w="10390505" h="4652010">
                <a:moveTo>
                  <a:pt x="10385781" y="3319145"/>
                </a:moveTo>
                <a:lnTo>
                  <a:pt x="10375367" y="3319145"/>
                </a:lnTo>
                <a:lnTo>
                  <a:pt x="10371049" y="3323463"/>
                </a:lnTo>
                <a:lnTo>
                  <a:pt x="10371049" y="3333877"/>
                </a:lnTo>
                <a:lnTo>
                  <a:pt x="10375367" y="3338195"/>
                </a:lnTo>
                <a:lnTo>
                  <a:pt x="10385781" y="3338195"/>
                </a:lnTo>
                <a:lnTo>
                  <a:pt x="10390099" y="3333877"/>
                </a:lnTo>
                <a:lnTo>
                  <a:pt x="10390099" y="3323463"/>
                </a:lnTo>
                <a:lnTo>
                  <a:pt x="10385781" y="3319145"/>
                </a:lnTo>
                <a:close/>
              </a:path>
              <a:path w="10390505" h="4652010">
                <a:moveTo>
                  <a:pt x="10385781" y="3357245"/>
                </a:moveTo>
                <a:lnTo>
                  <a:pt x="10375367" y="3357245"/>
                </a:lnTo>
                <a:lnTo>
                  <a:pt x="10371049" y="3361563"/>
                </a:lnTo>
                <a:lnTo>
                  <a:pt x="10371049" y="3372104"/>
                </a:lnTo>
                <a:lnTo>
                  <a:pt x="10375367" y="3376295"/>
                </a:lnTo>
                <a:lnTo>
                  <a:pt x="10385781" y="3376295"/>
                </a:lnTo>
                <a:lnTo>
                  <a:pt x="10390099" y="3372104"/>
                </a:lnTo>
                <a:lnTo>
                  <a:pt x="10390099" y="3361563"/>
                </a:lnTo>
                <a:lnTo>
                  <a:pt x="10385781" y="3357245"/>
                </a:lnTo>
                <a:close/>
              </a:path>
              <a:path w="10390505" h="4652010">
                <a:moveTo>
                  <a:pt x="10385781" y="3395345"/>
                </a:moveTo>
                <a:lnTo>
                  <a:pt x="10375367" y="3395345"/>
                </a:lnTo>
                <a:lnTo>
                  <a:pt x="10371049" y="3399663"/>
                </a:lnTo>
                <a:lnTo>
                  <a:pt x="10371049" y="3410204"/>
                </a:lnTo>
                <a:lnTo>
                  <a:pt x="10375367" y="3414395"/>
                </a:lnTo>
                <a:lnTo>
                  <a:pt x="10385781" y="3414395"/>
                </a:lnTo>
                <a:lnTo>
                  <a:pt x="10390099" y="3410204"/>
                </a:lnTo>
                <a:lnTo>
                  <a:pt x="10390099" y="3399663"/>
                </a:lnTo>
                <a:lnTo>
                  <a:pt x="10385781" y="3395345"/>
                </a:lnTo>
                <a:close/>
              </a:path>
              <a:path w="10390505" h="4652010">
                <a:moveTo>
                  <a:pt x="10385781" y="3433445"/>
                </a:moveTo>
                <a:lnTo>
                  <a:pt x="10375367" y="3433445"/>
                </a:lnTo>
                <a:lnTo>
                  <a:pt x="10371049" y="3437763"/>
                </a:lnTo>
                <a:lnTo>
                  <a:pt x="10371049" y="3448304"/>
                </a:lnTo>
                <a:lnTo>
                  <a:pt x="10375367" y="3452622"/>
                </a:lnTo>
                <a:lnTo>
                  <a:pt x="10385781" y="3452622"/>
                </a:lnTo>
                <a:lnTo>
                  <a:pt x="10390099" y="3448304"/>
                </a:lnTo>
                <a:lnTo>
                  <a:pt x="10390099" y="3437763"/>
                </a:lnTo>
                <a:lnTo>
                  <a:pt x="10385781" y="3433445"/>
                </a:lnTo>
                <a:close/>
              </a:path>
              <a:path w="10390505" h="4652010">
                <a:moveTo>
                  <a:pt x="10385781" y="3471672"/>
                </a:moveTo>
                <a:lnTo>
                  <a:pt x="10375367" y="3471672"/>
                </a:lnTo>
                <a:lnTo>
                  <a:pt x="10371049" y="3475863"/>
                </a:lnTo>
                <a:lnTo>
                  <a:pt x="10371049" y="3486416"/>
                </a:lnTo>
                <a:lnTo>
                  <a:pt x="10375367" y="3490683"/>
                </a:lnTo>
                <a:lnTo>
                  <a:pt x="10385781" y="3490683"/>
                </a:lnTo>
                <a:lnTo>
                  <a:pt x="10390099" y="3486416"/>
                </a:lnTo>
                <a:lnTo>
                  <a:pt x="10390099" y="3475863"/>
                </a:lnTo>
                <a:lnTo>
                  <a:pt x="10385781" y="3471672"/>
                </a:lnTo>
                <a:close/>
              </a:path>
              <a:path w="10390505" h="4652010">
                <a:moveTo>
                  <a:pt x="10385781" y="3509733"/>
                </a:moveTo>
                <a:lnTo>
                  <a:pt x="10375367" y="3509733"/>
                </a:lnTo>
                <a:lnTo>
                  <a:pt x="10371049" y="3514001"/>
                </a:lnTo>
                <a:lnTo>
                  <a:pt x="10371049" y="3524542"/>
                </a:lnTo>
                <a:lnTo>
                  <a:pt x="10375367" y="3528796"/>
                </a:lnTo>
                <a:lnTo>
                  <a:pt x="10385781" y="3528796"/>
                </a:lnTo>
                <a:lnTo>
                  <a:pt x="10390099" y="3524542"/>
                </a:lnTo>
                <a:lnTo>
                  <a:pt x="10390099" y="3514001"/>
                </a:lnTo>
                <a:lnTo>
                  <a:pt x="10385781" y="3509733"/>
                </a:lnTo>
                <a:close/>
              </a:path>
              <a:path w="10390505" h="4652010">
                <a:moveTo>
                  <a:pt x="10385781" y="3547846"/>
                </a:moveTo>
                <a:lnTo>
                  <a:pt x="10375367" y="3547846"/>
                </a:lnTo>
                <a:lnTo>
                  <a:pt x="10371049" y="3552113"/>
                </a:lnTo>
                <a:lnTo>
                  <a:pt x="10371049" y="3562654"/>
                </a:lnTo>
                <a:lnTo>
                  <a:pt x="10375367" y="3566922"/>
                </a:lnTo>
                <a:lnTo>
                  <a:pt x="10385781" y="3566922"/>
                </a:lnTo>
                <a:lnTo>
                  <a:pt x="10390099" y="3562654"/>
                </a:lnTo>
                <a:lnTo>
                  <a:pt x="10390099" y="3552113"/>
                </a:lnTo>
                <a:lnTo>
                  <a:pt x="10385781" y="3547846"/>
                </a:lnTo>
                <a:close/>
              </a:path>
              <a:path w="10390505" h="4652010">
                <a:moveTo>
                  <a:pt x="10385781" y="3585972"/>
                </a:moveTo>
                <a:lnTo>
                  <a:pt x="10375367" y="3585972"/>
                </a:lnTo>
                <a:lnTo>
                  <a:pt x="10371049" y="3590239"/>
                </a:lnTo>
                <a:lnTo>
                  <a:pt x="10371049" y="3600780"/>
                </a:lnTo>
                <a:lnTo>
                  <a:pt x="10375367" y="3605034"/>
                </a:lnTo>
                <a:lnTo>
                  <a:pt x="10385781" y="3605034"/>
                </a:lnTo>
                <a:lnTo>
                  <a:pt x="10390099" y="3600780"/>
                </a:lnTo>
                <a:lnTo>
                  <a:pt x="10390099" y="3590239"/>
                </a:lnTo>
                <a:lnTo>
                  <a:pt x="10385781" y="3585972"/>
                </a:lnTo>
                <a:close/>
              </a:path>
              <a:path w="10390505" h="4652010">
                <a:moveTo>
                  <a:pt x="10385781" y="3624084"/>
                </a:moveTo>
                <a:lnTo>
                  <a:pt x="10375367" y="3624084"/>
                </a:lnTo>
                <a:lnTo>
                  <a:pt x="10371049" y="3628351"/>
                </a:lnTo>
                <a:lnTo>
                  <a:pt x="10371049" y="3638892"/>
                </a:lnTo>
                <a:lnTo>
                  <a:pt x="10375367" y="3643160"/>
                </a:lnTo>
                <a:lnTo>
                  <a:pt x="10385781" y="3643160"/>
                </a:lnTo>
                <a:lnTo>
                  <a:pt x="10390099" y="3638892"/>
                </a:lnTo>
                <a:lnTo>
                  <a:pt x="10390099" y="3628351"/>
                </a:lnTo>
                <a:lnTo>
                  <a:pt x="10385781" y="3624084"/>
                </a:lnTo>
                <a:close/>
              </a:path>
              <a:path w="10390505" h="4652010">
                <a:moveTo>
                  <a:pt x="10385781" y="3662210"/>
                </a:moveTo>
                <a:lnTo>
                  <a:pt x="10375367" y="3662210"/>
                </a:lnTo>
                <a:lnTo>
                  <a:pt x="10371049" y="3666477"/>
                </a:lnTo>
                <a:lnTo>
                  <a:pt x="10371049" y="3677018"/>
                </a:lnTo>
                <a:lnTo>
                  <a:pt x="10375367" y="3681272"/>
                </a:lnTo>
                <a:lnTo>
                  <a:pt x="10385781" y="3681272"/>
                </a:lnTo>
                <a:lnTo>
                  <a:pt x="10390099" y="3677018"/>
                </a:lnTo>
                <a:lnTo>
                  <a:pt x="10390099" y="3666477"/>
                </a:lnTo>
                <a:lnTo>
                  <a:pt x="10385781" y="3662210"/>
                </a:lnTo>
                <a:close/>
              </a:path>
              <a:path w="10390505" h="4652010">
                <a:moveTo>
                  <a:pt x="10385781" y="3700322"/>
                </a:moveTo>
                <a:lnTo>
                  <a:pt x="10375367" y="3700322"/>
                </a:lnTo>
                <a:lnTo>
                  <a:pt x="10371049" y="3704590"/>
                </a:lnTo>
                <a:lnTo>
                  <a:pt x="10371049" y="3715131"/>
                </a:lnTo>
                <a:lnTo>
                  <a:pt x="10375367" y="3719398"/>
                </a:lnTo>
                <a:lnTo>
                  <a:pt x="10385781" y="3719398"/>
                </a:lnTo>
                <a:lnTo>
                  <a:pt x="10390099" y="3715131"/>
                </a:lnTo>
                <a:lnTo>
                  <a:pt x="10390099" y="3704590"/>
                </a:lnTo>
                <a:lnTo>
                  <a:pt x="10385781" y="3700322"/>
                </a:lnTo>
                <a:close/>
              </a:path>
              <a:path w="10390505" h="4652010">
                <a:moveTo>
                  <a:pt x="10385781" y="3738448"/>
                </a:moveTo>
                <a:lnTo>
                  <a:pt x="10375367" y="3738448"/>
                </a:lnTo>
                <a:lnTo>
                  <a:pt x="10371049" y="3742715"/>
                </a:lnTo>
                <a:lnTo>
                  <a:pt x="10371049" y="3753256"/>
                </a:lnTo>
                <a:lnTo>
                  <a:pt x="10375367" y="3757510"/>
                </a:lnTo>
                <a:lnTo>
                  <a:pt x="10385781" y="3757510"/>
                </a:lnTo>
                <a:lnTo>
                  <a:pt x="10390099" y="3753256"/>
                </a:lnTo>
                <a:lnTo>
                  <a:pt x="10390099" y="3742715"/>
                </a:lnTo>
                <a:lnTo>
                  <a:pt x="10385781" y="3738448"/>
                </a:lnTo>
                <a:close/>
              </a:path>
              <a:path w="10390505" h="4652010">
                <a:moveTo>
                  <a:pt x="10385781" y="3776560"/>
                </a:moveTo>
                <a:lnTo>
                  <a:pt x="10375367" y="3776560"/>
                </a:lnTo>
                <a:lnTo>
                  <a:pt x="10371049" y="3780828"/>
                </a:lnTo>
                <a:lnTo>
                  <a:pt x="10371049" y="3791369"/>
                </a:lnTo>
                <a:lnTo>
                  <a:pt x="10375367" y="3795636"/>
                </a:lnTo>
                <a:lnTo>
                  <a:pt x="10385781" y="3795636"/>
                </a:lnTo>
                <a:lnTo>
                  <a:pt x="10390099" y="3791369"/>
                </a:lnTo>
                <a:lnTo>
                  <a:pt x="10390099" y="3780828"/>
                </a:lnTo>
                <a:lnTo>
                  <a:pt x="10385781" y="3776560"/>
                </a:lnTo>
                <a:close/>
              </a:path>
              <a:path w="10390505" h="4652010">
                <a:moveTo>
                  <a:pt x="10385781" y="3814686"/>
                </a:moveTo>
                <a:lnTo>
                  <a:pt x="10375367" y="3814686"/>
                </a:lnTo>
                <a:lnTo>
                  <a:pt x="10371049" y="3818953"/>
                </a:lnTo>
                <a:lnTo>
                  <a:pt x="10371049" y="3829494"/>
                </a:lnTo>
                <a:lnTo>
                  <a:pt x="10375367" y="3833749"/>
                </a:lnTo>
                <a:lnTo>
                  <a:pt x="10385781" y="3833749"/>
                </a:lnTo>
                <a:lnTo>
                  <a:pt x="10390099" y="3829494"/>
                </a:lnTo>
                <a:lnTo>
                  <a:pt x="10390099" y="3818953"/>
                </a:lnTo>
                <a:lnTo>
                  <a:pt x="10385781" y="3814686"/>
                </a:lnTo>
                <a:close/>
              </a:path>
              <a:path w="10390505" h="4652010">
                <a:moveTo>
                  <a:pt x="10385781" y="3852799"/>
                </a:moveTo>
                <a:lnTo>
                  <a:pt x="10375367" y="3852799"/>
                </a:lnTo>
                <a:lnTo>
                  <a:pt x="10371049" y="3857066"/>
                </a:lnTo>
                <a:lnTo>
                  <a:pt x="10371049" y="3867607"/>
                </a:lnTo>
                <a:lnTo>
                  <a:pt x="10375367" y="3871874"/>
                </a:lnTo>
                <a:lnTo>
                  <a:pt x="10385781" y="3871874"/>
                </a:lnTo>
                <a:lnTo>
                  <a:pt x="10390099" y="3867607"/>
                </a:lnTo>
                <a:lnTo>
                  <a:pt x="10390099" y="3857066"/>
                </a:lnTo>
                <a:lnTo>
                  <a:pt x="10385781" y="3852799"/>
                </a:lnTo>
                <a:close/>
              </a:path>
              <a:path w="10390505" h="4652010">
                <a:moveTo>
                  <a:pt x="10385781" y="3890924"/>
                </a:moveTo>
                <a:lnTo>
                  <a:pt x="10375367" y="3890924"/>
                </a:lnTo>
                <a:lnTo>
                  <a:pt x="10371049" y="3895191"/>
                </a:lnTo>
                <a:lnTo>
                  <a:pt x="10371049" y="3905732"/>
                </a:lnTo>
                <a:lnTo>
                  <a:pt x="10375367" y="3909999"/>
                </a:lnTo>
                <a:lnTo>
                  <a:pt x="10385781" y="3909999"/>
                </a:lnTo>
                <a:lnTo>
                  <a:pt x="10390099" y="3905732"/>
                </a:lnTo>
                <a:lnTo>
                  <a:pt x="10390099" y="3895191"/>
                </a:lnTo>
                <a:lnTo>
                  <a:pt x="10385781" y="3890924"/>
                </a:lnTo>
                <a:close/>
              </a:path>
              <a:path w="10390505" h="4652010">
                <a:moveTo>
                  <a:pt x="10385781" y="3929049"/>
                </a:moveTo>
                <a:lnTo>
                  <a:pt x="10375367" y="3929049"/>
                </a:lnTo>
                <a:lnTo>
                  <a:pt x="10371049" y="3933304"/>
                </a:lnTo>
                <a:lnTo>
                  <a:pt x="10371049" y="3943845"/>
                </a:lnTo>
                <a:lnTo>
                  <a:pt x="10375367" y="3948112"/>
                </a:lnTo>
                <a:lnTo>
                  <a:pt x="10385781" y="3948112"/>
                </a:lnTo>
                <a:lnTo>
                  <a:pt x="10390099" y="3943845"/>
                </a:lnTo>
                <a:lnTo>
                  <a:pt x="10390099" y="3933304"/>
                </a:lnTo>
                <a:lnTo>
                  <a:pt x="10385781" y="3929049"/>
                </a:lnTo>
                <a:close/>
              </a:path>
              <a:path w="10390505" h="4652010">
                <a:moveTo>
                  <a:pt x="10385781" y="3967162"/>
                </a:moveTo>
                <a:lnTo>
                  <a:pt x="10375367" y="3967162"/>
                </a:lnTo>
                <a:lnTo>
                  <a:pt x="10371049" y="3971429"/>
                </a:lnTo>
                <a:lnTo>
                  <a:pt x="10371049" y="3981970"/>
                </a:lnTo>
                <a:lnTo>
                  <a:pt x="10375367" y="3986237"/>
                </a:lnTo>
                <a:lnTo>
                  <a:pt x="10385781" y="3986237"/>
                </a:lnTo>
                <a:lnTo>
                  <a:pt x="10390099" y="3981970"/>
                </a:lnTo>
                <a:lnTo>
                  <a:pt x="10390099" y="3971429"/>
                </a:lnTo>
                <a:lnTo>
                  <a:pt x="10385781" y="3967162"/>
                </a:lnTo>
                <a:close/>
              </a:path>
              <a:path w="10390505" h="4652010">
                <a:moveTo>
                  <a:pt x="10385781" y="4005287"/>
                </a:moveTo>
                <a:lnTo>
                  <a:pt x="10375367" y="4005287"/>
                </a:lnTo>
                <a:lnTo>
                  <a:pt x="10371049" y="4009542"/>
                </a:lnTo>
                <a:lnTo>
                  <a:pt x="10371049" y="4020083"/>
                </a:lnTo>
                <a:lnTo>
                  <a:pt x="10375367" y="4024350"/>
                </a:lnTo>
                <a:lnTo>
                  <a:pt x="10385781" y="4024350"/>
                </a:lnTo>
                <a:lnTo>
                  <a:pt x="10390099" y="4020083"/>
                </a:lnTo>
                <a:lnTo>
                  <a:pt x="10390099" y="4009542"/>
                </a:lnTo>
                <a:lnTo>
                  <a:pt x="10385781" y="4005287"/>
                </a:lnTo>
                <a:close/>
              </a:path>
              <a:path w="10390505" h="4652010">
                <a:moveTo>
                  <a:pt x="10385781" y="4043400"/>
                </a:moveTo>
                <a:lnTo>
                  <a:pt x="10375367" y="4043400"/>
                </a:lnTo>
                <a:lnTo>
                  <a:pt x="10371049" y="4047667"/>
                </a:lnTo>
                <a:lnTo>
                  <a:pt x="10371049" y="4058208"/>
                </a:lnTo>
                <a:lnTo>
                  <a:pt x="10375367" y="4062476"/>
                </a:lnTo>
                <a:lnTo>
                  <a:pt x="10385781" y="4062476"/>
                </a:lnTo>
                <a:lnTo>
                  <a:pt x="10390099" y="4058208"/>
                </a:lnTo>
                <a:lnTo>
                  <a:pt x="10390099" y="4047667"/>
                </a:lnTo>
                <a:lnTo>
                  <a:pt x="10385781" y="4043400"/>
                </a:lnTo>
                <a:close/>
              </a:path>
              <a:path w="10390505" h="4652010">
                <a:moveTo>
                  <a:pt x="10385781" y="4081526"/>
                </a:moveTo>
                <a:lnTo>
                  <a:pt x="10375367" y="4081526"/>
                </a:lnTo>
                <a:lnTo>
                  <a:pt x="10371049" y="4085780"/>
                </a:lnTo>
                <a:lnTo>
                  <a:pt x="10371049" y="4096321"/>
                </a:lnTo>
                <a:lnTo>
                  <a:pt x="10375367" y="4100588"/>
                </a:lnTo>
                <a:lnTo>
                  <a:pt x="10385781" y="4100588"/>
                </a:lnTo>
                <a:lnTo>
                  <a:pt x="10390099" y="4096321"/>
                </a:lnTo>
                <a:lnTo>
                  <a:pt x="10390099" y="4085780"/>
                </a:lnTo>
                <a:lnTo>
                  <a:pt x="10385781" y="4081526"/>
                </a:lnTo>
                <a:close/>
              </a:path>
              <a:path w="10390505" h="4652010">
                <a:moveTo>
                  <a:pt x="10385781" y="4119638"/>
                </a:moveTo>
                <a:lnTo>
                  <a:pt x="10375367" y="4119638"/>
                </a:lnTo>
                <a:lnTo>
                  <a:pt x="10371049" y="4123905"/>
                </a:lnTo>
                <a:lnTo>
                  <a:pt x="10371049" y="4134446"/>
                </a:lnTo>
                <a:lnTo>
                  <a:pt x="10375367" y="4138714"/>
                </a:lnTo>
                <a:lnTo>
                  <a:pt x="10385781" y="4138714"/>
                </a:lnTo>
                <a:lnTo>
                  <a:pt x="10390099" y="4134446"/>
                </a:lnTo>
                <a:lnTo>
                  <a:pt x="10390099" y="4123905"/>
                </a:lnTo>
                <a:lnTo>
                  <a:pt x="10385781" y="4119638"/>
                </a:lnTo>
                <a:close/>
              </a:path>
              <a:path w="10390505" h="4652010">
                <a:moveTo>
                  <a:pt x="10385781" y="4157764"/>
                </a:moveTo>
                <a:lnTo>
                  <a:pt x="10375367" y="4157764"/>
                </a:lnTo>
                <a:lnTo>
                  <a:pt x="10371049" y="4162031"/>
                </a:lnTo>
                <a:lnTo>
                  <a:pt x="10371049" y="4172559"/>
                </a:lnTo>
                <a:lnTo>
                  <a:pt x="10375367" y="4176826"/>
                </a:lnTo>
                <a:lnTo>
                  <a:pt x="10385781" y="4176826"/>
                </a:lnTo>
                <a:lnTo>
                  <a:pt x="10390099" y="4172559"/>
                </a:lnTo>
                <a:lnTo>
                  <a:pt x="10390099" y="4162031"/>
                </a:lnTo>
                <a:lnTo>
                  <a:pt x="10385781" y="4157764"/>
                </a:lnTo>
                <a:close/>
              </a:path>
              <a:path w="10390505" h="4652010">
                <a:moveTo>
                  <a:pt x="10385781" y="4195876"/>
                </a:moveTo>
                <a:lnTo>
                  <a:pt x="10375367" y="4195876"/>
                </a:lnTo>
                <a:lnTo>
                  <a:pt x="10371049" y="4200144"/>
                </a:lnTo>
                <a:lnTo>
                  <a:pt x="10371049" y="4210685"/>
                </a:lnTo>
                <a:lnTo>
                  <a:pt x="10375367" y="4214952"/>
                </a:lnTo>
                <a:lnTo>
                  <a:pt x="10385781" y="4214952"/>
                </a:lnTo>
                <a:lnTo>
                  <a:pt x="10390099" y="4210685"/>
                </a:lnTo>
                <a:lnTo>
                  <a:pt x="10390099" y="4200144"/>
                </a:lnTo>
                <a:lnTo>
                  <a:pt x="10385781" y="4195876"/>
                </a:lnTo>
                <a:close/>
              </a:path>
              <a:path w="10390505" h="4652010">
                <a:moveTo>
                  <a:pt x="10385781" y="4234002"/>
                </a:moveTo>
                <a:lnTo>
                  <a:pt x="10375367" y="4234002"/>
                </a:lnTo>
                <a:lnTo>
                  <a:pt x="10371049" y="4238269"/>
                </a:lnTo>
                <a:lnTo>
                  <a:pt x="10371049" y="4248810"/>
                </a:lnTo>
                <a:lnTo>
                  <a:pt x="10375367" y="4253064"/>
                </a:lnTo>
                <a:lnTo>
                  <a:pt x="10385781" y="4253064"/>
                </a:lnTo>
                <a:lnTo>
                  <a:pt x="10390099" y="4248810"/>
                </a:lnTo>
                <a:lnTo>
                  <a:pt x="10390099" y="4238269"/>
                </a:lnTo>
                <a:lnTo>
                  <a:pt x="10385781" y="4234002"/>
                </a:lnTo>
                <a:close/>
              </a:path>
              <a:path w="10390505" h="4652010">
                <a:moveTo>
                  <a:pt x="10385781" y="4272114"/>
                </a:moveTo>
                <a:lnTo>
                  <a:pt x="10375367" y="4272114"/>
                </a:lnTo>
                <a:lnTo>
                  <a:pt x="10371049" y="4276382"/>
                </a:lnTo>
                <a:lnTo>
                  <a:pt x="10371049" y="4286923"/>
                </a:lnTo>
                <a:lnTo>
                  <a:pt x="10375367" y="4291190"/>
                </a:lnTo>
                <a:lnTo>
                  <a:pt x="10385781" y="4291190"/>
                </a:lnTo>
                <a:lnTo>
                  <a:pt x="10390099" y="4286923"/>
                </a:lnTo>
                <a:lnTo>
                  <a:pt x="10390099" y="4276382"/>
                </a:lnTo>
                <a:lnTo>
                  <a:pt x="10385781" y="4272114"/>
                </a:lnTo>
                <a:close/>
              </a:path>
              <a:path w="10390505" h="4652010">
                <a:moveTo>
                  <a:pt x="10385781" y="4310240"/>
                </a:moveTo>
                <a:lnTo>
                  <a:pt x="10375367" y="4310240"/>
                </a:lnTo>
                <a:lnTo>
                  <a:pt x="10371049" y="4314507"/>
                </a:lnTo>
                <a:lnTo>
                  <a:pt x="10371049" y="4325048"/>
                </a:lnTo>
                <a:lnTo>
                  <a:pt x="10375367" y="4329303"/>
                </a:lnTo>
                <a:lnTo>
                  <a:pt x="10385781" y="4329303"/>
                </a:lnTo>
                <a:lnTo>
                  <a:pt x="10390099" y="4325048"/>
                </a:lnTo>
                <a:lnTo>
                  <a:pt x="10390099" y="4314507"/>
                </a:lnTo>
                <a:lnTo>
                  <a:pt x="10385781" y="4310240"/>
                </a:lnTo>
                <a:close/>
              </a:path>
              <a:path w="10390505" h="4652010">
                <a:moveTo>
                  <a:pt x="10385781" y="4348353"/>
                </a:moveTo>
                <a:lnTo>
                  <a:pt x="10375367" y="4348353"/>
                </a:lnTo>
                <a:lnTo>
                  <a:pt x="10371049" y="4352620"/>
                </a:lnTo>
                <a:lnTo>
                  <a:pt x="10371049" y="4363161"/>
                </a:lnTo>
                <a:lnTo>
                  <a:pt x="10375367" y="4367428"/>
                </a:lnTo>
                <a:lnTo>
                  <a:pt x="10385781" y="4367428"/>
                </a:lnTo>
                <a:lnTo>
                  <a:pt x="10390099" y="4363161"/>
                </a:lnTo>
                <a:lnTo>
                  <a:pt x="10390099" y="4352620"/>
                </a:lnTo>
                <a:lnTo>
                  <a:pt x="10385781" y="4348353"/>
                </a:lnTo>
                <a:close/>
              </a:path>
              <a:path w="10390505" h="4652010">
                <a:moveTo>
                  <a:pt x="10385781" y="4386478"/>
                </a:moveTo>
                <a:lnTo>
                  <a:pt x="10375367" y="4386478"/>
                </a:lnTo>
                <a:lnTo>
                  <a:pt x="10371049" y="4390745"/>
                </a:lnTo>
                <a:lnTo>
                  <a:pt x="10371049" y="4401286"/>
                </a:lnTo>
                <a:lnTo>
                  <a:pt x="10375367" y="4405541"/>
                </a:lnTo>
                <a:lnTo>
                  <a:pt x="10385781" y="4405541"/>
                </a:lnTo>
                <a:lnTo>
                  <a:pt x="10390099" y="4401286"/>
                </a:lnTo>
                <a:lnTo>
                  <a:pt x="10390099" y="4390745"/>
                </a:lnTo>
                <a:lnTo>
                  <a:pt x="10385781" y="4386478"/>
                </a:lnTo>
                <a:close/>
              </a:path>
              <a:path w="10390505" h="4652010">
                <a:moveTo>
                  <a:pt x="10385781" y="4424603"/>
                </a:moveTo>
                <a:lnTo>
                  <a:pt x="10375367" y="4424603"/>
                </a:lnTo>
                <a:lnTo>
                  <a:pt x="10371049" y="4428858"/>
                </a:lnTo>
                <a:lnTo>
                  <a:pt x="10371049" y="4439399"/>
                </a:lnTo>
                <a:lnTo>
                  <a:pt x="10375367" y="4443666"/>
                </a:lnTo>
                <a:lnTo>
                  <a:pt x="10385781" y="4443666"/>
                </a:lnTo>
                <a:lnTo>
                  <a:pt x="10390099" y="4439399"/>
                </a:lnTo>
                <a:lnTo>
                  <a:pt x="10390099" y="4428858"/>
                </a:lnTo>
                <a:lnTo>
                  <a:pt x="10385781" y="4424603"/>
                </a:lnTo>
                <a:close/>
              </a:path>
              <a:path w="10390505" h="4652010">
                <a:moveTo>
                  <a:pt x="10385781" y="4462716"/>
                </a:moveTo>
                <a:lnTo>
                  <a:pt x="10375367" y="4462716"/>
                </a:lnTo>
                <a:lnTo>
                  <a:pt x="10371049" y="4466983"/>
                </a:lnTo>
                <a:lnTo>
                  <a:pt x="10371049" y="4477524"/>
                </a:lnTo>
                <a:lnTo>
                  <a:pt x="10375367" y="4481791"/>
                </a:lnTo>
                <a:lnTo>
                  <a:pt x="10385781" y="4481791"/>
                </a:lnTo>
                <a:lnTo>
                  <a:pt x="10390099" y="4477524"/>
                </a:lnTo>
                <a:lnTo>
                  <a:pt x="10390099" y="4466983"/>
                </a:lnTo>
                <a:lnTo>
                  <a:pt x="10385781" y="4462716"/>
                </a:lnTo>
                <a:close/>
              </a:path>
              <a:path w="10390505" h="4652010">
                <a:moveTo>
                  <a:pt x="10367665" y="4507585"/>
                </a:moveTo>
                <a:lnTo>
                  <a:pt x="10367157" y="4509249"/>
                </a:lnTo>
                <a:lnTo>
                  <a:pt x="10366237" y="4512665"/>
                </a:lnTo>
                <a:lnTo>
                  <a:pt x="10369059" y="4517732"/>
                </a:lnTo>
                <a:lnTo>
                  <a:pt x="10369144" y="4517885"/>
                </a:lnTo>
                <a:lnTo>
                  <a:pt x="10379304" y="4520704"/>
                </a:lnTo>
                <a:lnTo>
                  <a:pt x="10384511" y="4517732"/>
                </a:lnTo>
                <a:lnTo>
                  <a:pt x="10385908" y="4512665"/>
                </a:lnTo>
                <a:lnTo>
                  <a:pt x="10367665" y="4507585"/>
                </a:lnTo>
                <a:close/>
              </a:path>
              <a:path w="10390505" h="4652010">
                <a:moveTo>
                  <a:pt x="10374224" y="4499508"/>
                </a:moveTo>
                <a:lnTo>
                  <a:pt x="10369017" y="4502480"/>
                </a:lnTo>
                <a:lnTo>
                  <a:pt x="10367609" y="4507585"/>
                </a:lnTo>
                <a:lnTo>
                  <a:pt x="10367756" y="4507585"/>
                </a:lnTo>
                <a:lnTo>
                  <a:pt x="10385953" y="4512665"/>
                </a:lnTo>
                <a:lnTo>
                  <a:pt x="10386416" y="4510963"/>
                </a:lnTo>
                <a:lnTo>
                  <a:pt x="10387432" y="4507585"/>
                </a:lnTo>
                <a:lnTo>
                  <a:pt x="10384472" y="4502480"/>
                </a:lnTo>
                <a:lnTo>
                  <a:pt x="10384384" y="4502327"/>
                </a:lnTo>
                <a:lnTo>
                  <a:pt x="10374224" y="4499508"/>
                </a:lnTo>
                <a:close/>
              </a:path>
              <a:path w="10390505" h="4652010">
                <a:moveTo>
                  <a:pt x="10356190" y="4541672"/>
                </a:moveTo>
                <a:lnTo>
                  <a:pt x="10353650" y="4546320"/>
                </a:lnTo>
                <a:lnTo>
                  <a:pt x="10355428" y="4552086"/>
                </a:lnTo>
                <a:lnTo>
                  <a:pt x="10360127" y="4554537"/>
                </a:lnTo>
                <a:lnTo>
                  <a:pt x="10364699" y="4557001"/>
                </a:lnTo>
                <a:lnTo>
                  <a:pt x="10370541" y="4555223"/>
                </a:lnTo>
                <a:lnTo>
                  <a:pt x="10372954" y="4550575"/>
                </a:lnTo>
                <a:lnTo>
                  <a:pt x="10356190" y="4541672"/>
                </a:lnTo>
                <a:close/>
              </a:path>
              <a:path w="10390505" h="4652010">
                <a:moveTo>
                  <a:pt x="10364445" y="4535233"/>
                </a:moveTo>
                <a:lnTo>
                  <a:pt x="10358603" y="4536998"/>
                </a:lnTo>
                <a:lnTo>
                  <a:pt x="10356190" y="4541672"/>
                </a:lnTo>
                <a:lnTo>
                  <a:pt x="10372978" y="4550575"/>
                </a:lnTo>
                <a:lnTo>
                  <a:pt x="10375494" y="4545914"/>
                </a:lnTo>
                <a:lnTo>
                  <a:pt x="10373716" y="4540148"/>
                </a:lnTo>
                <a:lnTo>
                  <a:pt x="10369017" y="4537684"/>
                </a:lnTo>
                <a:lnTo>
                  <a:pt x="10364445" y="4535233"/>
                </a:lnTo>
                <a:close/>
              </a:path>
              <a:path w="10390505" h="4652010">
                <a:moveTo>
                  <a:pt x="10337140" y="4572508"/>
                </a:moveTo>
                <a:lnTo>
                  <a:pt x="10333838" y="4576622"/>
                </a:lnTo>
                <a:lnTo>
                  <a:pt x="10334473" y="4582617"/>
                </a:lnTo>
                <a:lnTo>
                  <a:pt x="10338664" y="4585893"/>
                </a:lnTo>
                <a:lnTo>
                  <a:pt x="10342728" y="4589183"/>
                </a:lnTo>
                <a:lnTo>
                  <a:pt x="10348697" y="4588522"/>
                </a:lnTo>
                <a:lnTo>
                  <a:pt x="10351999" y="4584407"/>
                </a:lnTo>
                <a:lnTo>
                  <a:pt x="10337140" y="4572508"/>
                </a:lnTo>
                <a:close/>
              </a:path>
              <a:path w="10390505" h="4652010">
                <a:moveTo>
                  <a:pt x="10346411" y="4567720"/>
                </a:moveTo>
                <a:lnTo>
                  <a:pt x="10340442" y="4568393"/>
                </a:lnTo>
                <a:lnTo>
                  <a:pt x="10338336" y="4571009"/>
                </a:lnTo>
                <a:lnTo>
                  <a:pt x="10337155" y="4572508"/>
                </a:lnTo>
                <a:lnTo>
                  <a:pt x="10352015" y="4584407"/>
                </a:lnTo>
                <a:lnTo>
                  <a:pt x="10355178" y="4580445"/>
                </a:lnTo>
                <a:lnTo>
                  <a:pt x="10355301" y="4580293"/>
                </a:lnTo>
                <a:lnTo>
                  <a:pt x="10354666" y="4574298"/>
                </a:lnTo>
                <a:lnTo>
                  <a:pt x="10350602" y="4571009"/>
                </a:lnTo>
                <a:lnTo>
                  <a:pt x="10346411" y="4567720"/>
                </a:lnTo>
                <a:close/>
              </a:path>
              <a:path w="10390505" h="4652010">
                <a:moveTo>
                  <a:pt x="10312502" y="4597654"/>
                </a:moveTo>
                <a:lnTo>
                  <a:pt x="10308184" y="4600638"/>
                </a:lnTo>
                <a:lnTo>
                  <a:pt x="10307041" y="4606569"/>
                </a:lnTo>
                <a:lnTo>
                  <a:pt x="10309962" y="4610900"/>
                </a:lnTo>
                <a:lnTo>
                  <a:pt x="10313010" y="4615243"/>
                </a:lnTo>
                <a:lnTo>
                  <a:pt x="10318979" y="4616335"/>
                </a:lnTo>
                <a:lnTo>
                  <a:pt x="10323297" y="4613351"/>
                </a:lnTo>
                <a:lnTo>
                  <a:pt x="10319614" y="4608118"/>
                </a:lnTo>
                <a:lnTo>
                  <a:pt x="10318633" y="4606569"/>
                </a:lnTo>
                <a:lnTo>
                  <a:pt x="10314535" y="4600638"/>
                </a:lnTo>
                <a:lnTo>
                  <a:pt x="10312502" y="4597654"/>
                </a:lnTo>
                <a:close/>
              </a:path>
              <a:path w="10390505" h="4652010">
                <a:moveTo>
                  <a:pt x="10316820" y="4594669"/>
                </a:moveTo>
                <a:lnTo>
                  <a:pt x="10312510" y="4597654"/>
                </a:lnTo>
                <a:lnTo>
                  <a:pt x="10323297" y="4613351"/>
                </a:lnTo>
                <a:lnTo>
                  <a:pt x="10327615" y="4610366"/>
                </a:lnTo>
                <a:lnTo>
                  <a:pt x="10328758" y="4604435"/>
                </a:lnTo>
                <a:lnTo>
                  <a:pt x="10325710" y="4600105"/>
                </a:lnTo>
                <a:lnTo>
                  <a:pt x="10322789" y="4595761"/>
                </a:lnTo>
                <a:lnTo>
                  <a:pt x="10316820" y="4594669"/>
                </a:lnTo>
                <a:close/>
              </a:path>
              <a:path w="10390505" h="4652010">
                <a:moveTo>
                  <a:pt x="10281906" y="4617085"/>
                </a:moveTo>
                <a:lnTo>
                  <a:pt x="10277069" y="4619193"/>
                </a:lnTo>
                <a:lnTo>
                  <a:pt x="10274910" y="4624828"/>
                </a:lnTo>
                <a:lnTo>
                  <a:pt x="10276942" y="4629635"/>
                </a:lnTo>
                <a:lnTo>
                  <a:pt x="10278150" y="4632326"/>
                </a:lnTo>
                <a:lnTo>
                  <a:pt x="10279178" y="4634471"/>
                </a:lnTo>
                <a:lnTo>
                  <a:pt x="10284816" y="4636607"/>
                </a:lnTo>
                <a:lnTo>
                  <a:pt x="10289515" y="4634471"/>
                </a:lnTo>
                <a:lnTo>
                  <a:pt x="10281906" y="4617085"/>
                </a:lnTo>
                <a:close/>
              </a:path>
              <a:path w="10390505" h="4652010">
                <a:moveTo>
                  <a:pt x="10286721" y="4614913"/>
                </a:moveTo>
                <a:lnTo>
                  <a:pt x="10281906" y="4617085"/>
                </a:lnTo>
                <a:lnTo>
                  <a:pt x="10287493" y="4629635"/>
                </a:lnTo>
                <a:lnTo>
                  <a:pt x="10288659" y="4632326"/>
                </a:lnTo>
                <a:lnTo>
                  <a:pt x="10289646" y="4634471"/>
                </a:lnTo>
                <a:lnTo>
                  <a:pt x="10294341" y="4632326"/>
                </a:lnTo>
                <a:lnTo>
                  <a:pt x="10296500" y="4626696"/>
                </a:lnTo>
                <a:lnTo>
                  <a:pt x="10294468" y="4621885"/>
                </a:lnTo>
                <a:lnTo>
                  <a:pt x="10292309" y="4617085"/>
                </a:lnTo>
                <a:lnTo>
                  <a:pt x="10286721" y="4614913"/>
                </a:lnTo>
                <a:close/>
              </a:path>
              <a:path w="10390505" h="4652010">
                <a:moveTo>
                  <a:pt x="10247605" y="4629024"/>
                </a:moveTo>
                <a:lnTo>
                  <a:pt x="10242525" y="4630237"/>
                </a:lnTo>
                <a:lnTo>
                  <a:pt x="10239455" y="4635199"/>
                </a:lnTo>
                <a:lnTo>
                  <a:pt x="10239350" y="4635369"/>
                </a:lnTo>
                <a:lnTo>
                  <a:pt x="10240493" y="4640488"/>
                </a:lnTo>
                <a:lnTo>
                  <a:pt x="10241763" y="4645606"/>
                </a:lnTo>
                <a:lnTo>
                  <a:pt x="10246843" y="4648774"/>
                </a:lnTo>
                <a:lnTo>
                  <a:pt x="10252050" y="4647562"/>
                </a:lnTo>
                <a:lnTo>
                  <a:pt x="10250526" y="4641382"/>
                </a:lnTo>
                <a:lnTo>
                  <a:pt x="10250527" y="4641212"/>
                </a:lnTo>
                <a:lnTo>
                  <a:pt x="10247605" y="4629024"/>
                </a:lnTo>
                <a:close/>
              </a:path>
              <a:path w="10390505" h="4652010">
                <a:moveTo>
                  <a:pt x="10252812" y="4627807"/>
                </a:moveTo>
                <a:lnTo>
                  <a:pt x="10247605" y="4629024"/>
                </a:lnTo>
                <a:lnTo>
                  <a:pt x="10248086" y="4630973"/>
                </a:lnTo>
                <a:lnTo>
                  <a:pt x="10252051" y="4647562"/>
                </a:lnTo>
                <a:lnTo>
                  <a:pt x="10257130" y="4646344"/>
                </a:lnTo>
                <a:lnTo>
                  <a:pt x="10260199" y="4641382"/>
                </a:lnTo>
                <a:lnTo>
                  <a:pt x="10260305" y="4641212"/>
                </a:lnTo>
                <a:lnTo>
                  <a:pt x="10259035" y="4636093"/>
                </a:lnTo>
                <a:lnTo>
                  <a:pt x="10257892" y="4630973"/>
                </a:lnTo>
                <a:lnTo>
                  <a:pt x="10252812" y="4627807"/>
                </a:lnTo>
                <a:close/>
              </a:path>
              <a:path w="10390505" h="4652010">
                <a:moveTo>
                  <a:pt x="10212045" y="4632958"/>
                </a:moveTo>
                <a:lnTo>
                  <a:pt x="10206711" y="4632958"/>
                </a:lnTo>
                <a:lnTo>
                  <a:pt x="10202520" y="4637222"/>
                </a:lnTo>
                <a:lnTo>
                  <a:pt x="10202520" y="4647742"/>
                </a:lnTo>
                <a:lnTo>
                  <a:pt x="10206711" y="4652008"/>
                </a:lnTo>
                <a:lnTo>
                  <a:pt x="10212045" y="4652008"/>
                </a:lnTo>
                <a:lnTo>
                  <a:pt x="10212045" y="4632958"/>
                </a:lnTo>
                <a:close/>
              </a:path>
              <a:path w="10390505" h="4652010">
                <a:moveTo>
                  <a:pt x="10217252" y="4632958"/>
                </a:moveTo>
                <a:lnTo>
                  <a:pt x="10212045" y="4632958"/>
                </a:lnTo>
                <a:lnTo>
                  <a:pt x="10212045" y="4652008"/>
                </a:lnTo>
                <a:lnTo>
                  <a:pt x="10217252" y="4652008"/>
                </a:lnTo>
                <a:lnTo>
                  <a:pt x="10221570" y="4647742"/>
                </a:lnTo>
                <a:lnTo>
                  <a:pt x="10221570" y="4637222"/>
                </a:lnTo>
                <a:lnTo>
                  <a:pt x="10217252" y="4632958"/>
                </a:lnTo>
                <a:close/>
              </a:path>
              <a:path w="10390505" h="4652010">
                <a:moveTo>
                  <a:pt x="10173945" y="4632958"/>
                </a:moveTo>
                <a:lnTo>
                  <a:pt x="10168611" y="4632958"/>
                </a:lnTo>
                <a:lnTo>
                  <a:pt x="10164420" y="4637222"/>
                </a:lnTo>
                <a:lnTo>
                  <a:pt x="10164420" y="4647742"/>
                </a:lnTo>
                <a:lnTo>
                  <a:pt x="10168611" y="4652008"/>
                </a:lnTo>
                <a:lnTo>
                  <a:pt x="10173945" y="4652008"/>
                </a:lnTo>
                <a:lnTo>
                  <a:pt x="10173945" y="4632958"/>
                </a:lnTo>
                <a:close/>
              </a:path>
              <a:path w="10390505" h="4652010">
                <a:moveTo>
                  <a:pt x="10179152" y="4632958"/>
                </a:moveTo>
                <a:lnTo>
                  <a:pt x="10173945" y="4632958"/>
                </a:lnTo>
                <a:lnTo>
                  <a:pt x="10173945" y="4652008"/>
                </a:lnTo>
                <a:lnTo>
                  <a:pt x="10179152" y="4652008"/>
                </a:lnTo>
                <a:lnTo>
                  <a:pt x="10183470" y="4647742"/>
                </a:lnTo>
                <a:lnTo>
                  <a:pt x="10183470" y="4637222"/>
                </a:lnTo>
                <a:lnTo>
                  <a:pt x="10179152" y="4632958"/>
                </a:lnTo>
                <a:close/>
              </a:path>
              <a:path w="10390505" h="4652010">
                <a:moveTo>
                  <a:pt x="10135718" y="4632958"/>
                </a:moveTo>
                <a:lnTo>
                  <a:pt x="10130511" y="4632958"/>
                </a:lnTo>
                <a:lnTo>
                  <a:pt x="10126193" y="4637222"/>
                </a:lnTo>
                <a:lnTo>
                  <a:pt x="10126193" y="4647742"/>
                </a:lnTo>
                <a:lnTo>
                  <a:pt x="10130511" y="4652008"/>
                </a:lnTo>
                <a:lnTo>
                  <a:pt x="10135718" y="4652008"/>
                </a:lnTo>
                <a:lnTo>
                  <a:pt x="10135718" y="4632958"/>
                </a:lnTo>
                <a:close/>
              </a:path>
              <a:path w="10390505" h="4652010">
                <a:moveTo>
                  <a:pt x="10135845" y="4645658"/>
                </a:moveTo>
                <a:lnTo>
                  <a:pt x="10135718" y="4645658"/>
                </a:lnTo>
                <a:lnTo>
                  <a:pt x="10135718" y="4652008"/>
                </a:lnTo>
                <a:lnTo>
                  <a:pt x="10135845" y="4652008"/>
                </a:lnTo>
                <a:lnTo>
                  <a:pt x="10135845" y="4645658"/>
                </a:lnTo>
                <a:close/>
              </a:path>
              <a:path w="10390505" h="4652010">
                <a:moveTo>
                  <a:pt x="10141052" y="4632958"/>
                </a:moveTo>
                <a:lnTo>
                  <a:pt x="10135845" y="4632958"/>
                </a:lnTo>
                <a:lnTo>
                  <a:pt x="10135845" y="4652008"/>
                </a:lnTo>
                <a:lnTo>
                  <a:pt x="10141052" y="4652008"/>
                </a:lnTo>
                <a:lnTo>
                  <a:pt x="10145370" y="4647742"/>
                </a:lnTo>
                <a:lnTo>
                  <a:pt x="10145370" y="4637222"/>
                </a:lnTo>
                <a:lnTo>
                  <a:pt x="10141052" y="4632958"/>
                </a:lnTo>
                <a:close/>
              </a:path>
              <a:path w="10390505" h="4652010">
                <a:moveTo>
                  <a:pt x="10135845" y="4632958"/>
                </a:moveTo>
                <a:lnTo>
                  <a:pt x="10135718" y="4632958"/>
                </a:lnTo>
                <a:lnTo>
                  <a:pt x="10135718" y="4639308"/>
                </a:lnTo>
                <a:lnTo>
                  <a:pt x="10135845" y="4639308"/>
                </a:lnTo>
                <a:lnTo>
                  <a:pt x="10135845" y="4632958"/>
                </a:lnTo>
                <a:close/>
              </a:path>
              <a:path w="10390505" h="4652010">
                <a:moveTo>
                  <a:pt x="10097618" y="4632958"/>
                </a:moveTo>
                <a:lnTo>
                  <a:pt x="10092411" y="4632958"/>
                </a:lnTo>
                <a:lnTo>
                  <a:pt x="10088093" y="4637222"/>
                </a:lnTo>
                <a:lnTo>
                  <a:pt x="10088093" y="4647742"/>
                </a:lnTo>
                <a:lnTo>
                  <a:pt x="10092411" y="4652008"/>
                </a:lnTo>
                <a:lnTo>
                  <a:pt x="10097618" y="4652008"/>
                </a:lnTo>
                <a:lnTo>
                  <a:pt x="10097618" y="4632958"/>
                </a:lnTo>
                <a:close/>
              </a:path>
              <a:path w="10390505" h="4652010">
                <a:moveTo>
                  <a:pt x="10102952" y="4632958"/>
                </a:moveTo>
                <a:lnTo>
                  <a:pt x="10097618" y="4632958"/>
                </a:lnTo>
                <a:lnTo>
                  <a:pt x="10097618" y="4652008"/>
                </a:lnTo>
                <a:lnTo>
                  <a:pt x="10102952" y="4652008"/>
                </a:lnTo>
                <a:lnTo>
                  <a:pt x="10107143" y="4647742"/>
                </a:lnTo>
                <a:lnTo>
                  <a:pt x="10107143" y="4637222"/>
                </a:lnTo>
                <a:lnTo>
                  <a:pt x="10102952" y="4632958"/>
                </a:lnTo>
                <a:close/>
              </a:path>
              <a:path w="10390505" h="4652010">
                <a:moveTo>
                  <a:pt x="10059518" y="4632958"/>
                </a:moveTo>
                <a:lnTo>
                  <a:pt x="10054311" y="4632958"/>
                </a:lnTo>
                <a:lnTo>
                  <a:pt x="10049993" y="4637222"/>
                </a:lnTo>
                <a:lnTo>
                  <a:pt x="10049993" y="4647742"/>
                </a:lnTo>
                <a:lnTo>
                  <a:pt x="10054311" y="4652008"/>
                </a:lnTo>
                <a:lnTo>
                  <a:pt x="10059518" y="4652008"/>
                </a:lnTo>
                <a:lnTo>
                  <a:pt x="10059518" y="4632958"/>
                </a:lnTo>
                <a:close/>
              </a:path>
              <a:path w="10390505" h="4652010">
                <a:moveTo>
                  <a:pt x="10064852" y="4632958"/>
                </a:moveTo>
                <a:lnTo>
                  <a:pt x="10059518" y="4632958"/>
                </a:lnTo>
                <a:lnTo>
                  <a:pt x="10059518" y="4652008"/>
                </a:lnTo>
                <a:lnTo>
                  <a:pt x="10064852" y="4652008"/>
                </a:lnTo>
                <a:lnTo>
                  <a:pt x="10069043" y="4647742"/>
                </a:lnTo>
                <a:lnTo>
                  <a:pt x="10069043" y="4637222"/>
                </a:lnTo>
                <a:lnTo>
                  <a:pt x="10064852" y="4632958"/>
                </a:lnTo>
                <a:close/>
              </a:path>
              <a:path w="10390505" h="4652010">
                <a:moveTo>
                  <a:pt x="10021418" y="4632958"/>
                </a:moveTo>
                <a:lnTo>
                  <a:pt x="10016084" y="4632958"/>
                </a:lnTo>
                <a:lnTo>
                  <a:pt x="10011893" y="4637222"/>
                </a:lnTo>
                <a:lnTo>
                  <a:pt x="10011893" y="4647742"/>
                </a:lnTo>
                <a:lnTo>
                  <a:pt x="10016084" y="4652008"/>
                </a:lnTo>
                <a:lnTo>
                  <a:pt x="10021418" y="4652008"/>
                </a:lnTo>
                <a:lnTo>
                  <a:pt x="10021418" y="4632958"/>
                </a:lnTo>
                <a:close/>
              </a:path>
              <a:path w="10390505" h="4652010">
                <a:moveTo>
                  <a:pt x="10026625" y="4632958"/>
                </a:moveTo>
                <a:lnTo>
                  <a:pt x="10021418" y="4632958"/>
                </a:lnTo>
                <a:lnTo>
                  <a:pt x="10021418" y="4652008"/>
                </a:lnTo>
                <a:lnTo>
                  <a:pt x="10026625" y="4652008"/>
                </a:lnTo>
                <a:lnTo>
                  <a:pt x="10030943" y="4647742"/>
                </a:lnTo>
                <a:lnTo>
                  <a:pt x="10030943" y="4637222"/>
                </a:lnTo>
                <a:lnTo>
                  <a:pt x="10026625" y="4632958"/>
                </a:lnTo>
                <a:close/>
              </a:path>
              <a:path w="10390505" h="4652010">
                <a:moveTo>
                  <a:pt x="9983318" y="4632958"/>
                </a:moveTo>
                <a:lnTo>
                  <a:pt x="9977984" y="4632958"/>
                </a:lnTo>
                <a:lnTo>
                  <a:pt x="9973793" y="4637222"/>
                </a:lnTo>
                <a:lnTo>
                  <a:pt x="9973793" y="4647742"/>
                </a:lnTo>
                <a:lnTo>
                  <a:pt x="9977984" y="4652008"/>
                </a:lnTo>
                <a:lnTo>
                  <a:pt x="9983318" y="4652008"/>
                </a:lnTo>
                <a:lnTo>
                  <a:pt x="9983318" y="4632958"/>
                </a:lnTo>
                <a:close/>
              </a:path>
              <a:path w="10390505" h="4652010">
                <a:moveTo>
                  <a:pt x="9988525" y="4632958"/>
                </a:moveTo>
                <a:lnTo>
                  <a:pt x="9983318" y="4632958"/>
                </a:lnTo>
                <a:lnTo>
                  <a:pt x="9983318" y="4652008"/>
                </a:lnTo>
                <a:lnTo>
                  <a:pt x="9988525" y="4652008"/>
                </a:lnTo>
                <a:lnTo>
                  <a:pt x="9992843" y="4647742"/>
                </a:lnTo>
                <a:lnTo>
                  <a:pt x="9992843" y="4637222"/>
                </a:lnTo>
                <a:lnTo>
                  <a:pt x="9988525" y="4632958"/>
                </a:lnTo>
                <a:close/>
              </a:path>
              <a:path w="10390505" h="4652010">
                <a:moveTo>
                  <a:pt x="9945218" y="4632958"/>
                </a:moveTo>
                <a:lnTo>
                  <a:pt x="9939884" y="4632958"/>
                </a:lnTo>
                <a:lnTo>
                  <a:pt x="9935693" y="4637222"/>
                </a:lnTo>
                <a:lnTo>
                  <a:pt x="9935693" y="4647742"/>
                </a:lnTo>
                <a:lnTo>
                  <a:pt x="9939884" y="4652008"/>
                </a:lnTo>
                <a:lnTo>
                  <a:pt x="9945218" y="4652008"/>
                </a:lnTo>
                <a:lnTo>
                  <a:pt x="9945218" y="4632958"/>
                </a:lnTo>
                <a:close/>
              </a:path>
              <a:path w="10390505" h="4652010">
                <a:moveTo>
                  <a:pt x="9950425" y="4632958"/>
                </a:moveTo>
                <a:lnTo>
                  <a:pt x="9945218" y="4632958"/>
                </a:lnTo>
                <a:lnTo>
                  <a:pt x="9945218" y="4652008"/>
                </a:lnTo>
                <a:lnTo>
                  <a:pt x="9950425" y="4652008"/>
                </a:lnTo>
                <a:lnTo>
                  <a:pt x="9954743" y="4647742"/>
                </a:lnTo>
                <a:lnTo>
                  <a:pt x="9954743" y="4637222"/>
                </a:lnTo>
                <a:lnTo>
                  <a:pt x="9950425" y="4632958"/>
                </a:lnTo>
                <a:close/>
              </a:path>
              <a:path w="10390505" h="4652010">
                <a:moveTo>
                  <a:pt x="9906991" y="4632958"/>
                </a:moveTo>
                <a:lnTo>
                  <a:pt x="9901784" y="4632958"/>
                </a:lnTo>
                <a:lnTo>
                  <a:pt x="9897466" y="4637222"/>
                </a:lnTo>
                <a:lnTo>
                  <a:pt x="9897466" y="4647742"/>
                </a:lnTo>
                <a:lnTo>
                  <a:pt x="9901784" y="4652008"/>
                </a:lnTo>
                <a:lnTo>
                  <a:pt x="9906991" y="4652008"/>
                </a:lnTo>
                <a:lnTo>
                  <a:pt x="9906991" y="4632958"/>
                </a:lnTo>
                <a:close/>
              </a:path>
              <a:path w="10390505" h="4652010">
                <a:moveTo>
                  <a:pt x="9912325" y="4632958"/>
                </a:moveTo>
                <a:lnTo>
                  <a:pt x="9907118" y="4632958"/>
                </a:lnTo>
                <a:lnTo>
                  <a:pt x="9907118" y="4652008"/>
                </a:lnTo>
                <a:lnTo>
                  <a:pt x="9912325" y="4652008"/>
                </a:lnTo>
                <a:lnTo>
                  <a:pt x="9916643" y="4647742"/>
                </a:lnTo>
                <a:lnTo>
                  <a:pt x="9916643" y="4637222"/>
                </a:lnTo>
                <a:lnTo>
                  <a:pt x="9912325" y="4632958"/>
                </a:lnTo>
                <a:close/>
              </a:path>
              <a:path w="10390505" h="4652010">
                <a:moveTo>
                  <a:pt x="9868891" y="4632958"/>
                </a:moveTo>
                <a:lnTo>
                  <a:pt x="9863684" y="4632958"/>
                </a:lnTo>
                <a:lnTo>
                  <a:pt x="9859366" y="4637222"/>
                </a:lnTo>
                <a:lnTo>
                  <a:pt x="9859366" y="4647742"/>
                </a:lnTo>
                <a:lnTo>
                  <a:pt x="9863684" y="4652008"/>
                </a:lnTo>
                <a:lnTo>
                  <a:pt x="9868891" y="4652008"/>
                </a:lnTo>
                <a:lnTo>
                  <a:pt x="9868891" y="4632958"/>
                </a:lnTo>
                <a:close/>
              </a:path>
              <a:path w="10390505" h="4652010">
                <a:moveTo>
                  <a:pt x="9874225" y="4632958"/>
                </a:moveTo>
                <a:lnTo>
                  <a:pt x="9868891" y="4632958"/>
                </a:lnTo>
                <a:lnTo>
                  <a:pt x="9868891" y="4652008"/>
                </a:lnTo>
                <a:lnTo>
                  <a:pt x="9874225" y="4652008"/>
                </a:lnTo>
                <a:lnTo>
                  <a:pt x="9878416" y="4647742"/>
                </a:lnTo>
                <a:lnTo>
                  <a:pt x="9878416" y="4637222"/>
                </a:lnTo>
                <a:lnTo>
                  <a:pt x="9874225" y="4632958"/>
                </a:lnTo>
                <a:close/>
              </a:path>
              <a:path w="10390505" h="4652010">
                <a:moveTo>
                  <a:pt x="9830791" y="4632958"/>
                </a:moveTo>
                <a:lnTo>
                  <a:pt x="9825584" y="4632958"/>
                </a:lnTo>
                <a:lnTo>
                  <a:pt x="9821266" y="4637222"/>
                </a:lnTo>
                <a:lnTo>
                  <a:pt x="9821266" y="4647742"/>
                </a:lnTo>
                <a:lnTo>
                  <a:pt x="9825584" y="4652008"/>
                </a:lnTo>
                <a:lnTo>
                  <a:pt x="9830791" y="4652008"/>
                </a:lnTo>
                <a:lnTo>
                  <a:pt x="9830791" y="4632958"/>
                </a:lnTo>
                <a:close/>
              </a:path>
              <a:path w="10390505" h="4652010">
                <a:moveTo>
                  <a:pt x="9836125" y="4632958"/>
                </a:moveTo>
                <a:lnTo>
                  <a:pt x="9830791" y="4632958"/>
                </a:lnTo>
                <a:lnTo>
                  <a:pt x="9830791" y="4652008"/>
                </a:lnTo>
                <a:lnTo>
                  <a:pt x="9836125" y="4652008"/>
                </a:lnTo>
                <a:lnTo>
                  <a:pt x="9840316" y="4647742"/>
                </a:lnTo>
                <a:lnTo>
                  <a:pt x="9840316" y="4637222"/>
                </a:lnTo>
                <a:lnTo>
                  <a:pt x="9836125" y="4632958"/>
                </a:lnTo>
                <a:close/>
              </a:path>
              <a:path w="10390505" h="4652010">
                <a:moveTo>
                  <a:pt x="9792691" y="4632958"/>
                </a:moveTo>
                <a:lnTo>
                  <a:pt x="9787484" y="4632958"/>
                </a:lnTo>
                <a:lnTo>
                  <a:pt x="9783166" y="4637222"/>
                </a:lnTo>
                <a:lnTo>
                  <a:pt x="9783166" y="4647742"/>
                </a:lnTo>
                <a:lnTo>
                  <a:pt x="9787484" y="4652008"/>
                </a:lnTo>
                <a:lnTo>
                  <a:pt x="9792691" y="4652008"/>
                </a:lnTo>
                <a:lnTo>
                  <a:pt x="9792691" y="4632958"/>
                </a:lnTo>
                <a:close/>
              </a:path>
              <a:path w="10390505" h="4652010">
                <a:moveTo>
                  <a:pt x="9798025" y="4632958"/>
                </a:moveTo>
                <a:lnTo>
                  <a:pt x="9792691" y="4632958"/>
                </a:lnTo>
                <a:lnTo>
                  <a:pt x="9792691" y="4652008"/>
                </a:lnTo>
                <a:lnTo>
                  <a:pt x="9798025" y="4652008"/>
                </a:lnTo>
                <a:lnTo>
                  <a:pt x="9802216" y="4647742"/>
                </a:lnTo>
                <a:lnTo>
                  <a:pt x="9802216" y="4637222"/>
                </a:lnTo>
                <a:lnTo>
                  <a:pt x="9798025" y="4632958"/>
                </a:lnTo>
                <a:close/>
              </a:path>
              <a:path w="10390505" h="4652010">
                <a:moveTo>
                  <a:pt x="9754591" y="4632958"/>
                </a:moveTo>
                <a:lnTo>
                  <a:pt x="9749257" y="4632958"/>
                </a:lnTo>
                <a:lnTo>
                  <a:pt x="9745066" y="4637222"/>
                </a:lnTo>
                <a:lnTo>
                  <a:pt x="9745066" y="4647742"/>
                </a:lnTo>
                <a:lnTo>
                  <a:pt x="9749257" y="4652008"/>
                </a:lnTo>
                <a:lnTo>
                  <a:pt x="9754591" y="4652008"/>
                </a:lnTo>
                <a:lnTo>
                  <a:pt x="9754591" y="4632958"/>
                </a:lnTo>
                <a:close/>
              </a:path>
              <a:path w="10390505" h="4652010">
                <a:moveTo>
                  <a:pt x="9759798" y="4632958"/>
                </a:moveTo>
                <a:lnTo>
                  <a:pt x="9754591" y="4632958"/>
                </a:lnTo>
                <a:lnTo>
                  <a:pt x="9754591" y="4652008"/>
                </a:lnTo>
                <a:lnTo>
                  <a:pt x="9759798" y="4652008"/>
                </a:lnTo>
                <a:lnTo>
                  <a:pt x="9764116" y="4647742"/>
                </a:lnTo>
                <a:lnTo>
                  <a:pt x="9764116" y="4637222"/>
                </a:lnTo>
                <a:lnTo>
                  <a:pt x="9759798" y="4632958"/>
                </a:lnTo>
                <a:close/>
              </a:path>
              <a:path w="10390505" h="4652010">
                <a:moveTo>
                  <a:pt x="9716491" y="4632958"/>
                </a:moveTo>
                <a:lnTo>
                  <a:pt x="9711157" y="4632958"/>
                </a:lnTo>
                <a:lnTo>
                  <a:pt x="9706966" y="4637222"/>
                </a:lnTo>
                <a:lnTo>
                  <a:pt x="9706966" y="4647742"/>
                </a:lnTo>
                <a:lnTo>
                  <a:pt x="9711157" y="4652008"/>
                </a:lnTo>
                <a:lnTo>
                  <a:pt x="9716491" y="4652008"/>
                </a:lnTo>
                <a:lnTo>
                  <a:pt x="9716491" y="4632958"/>
                </a:lnTo>
                <a:close/>
              </a:path>
              <a:path w="10390505" h="4652010">
                <a:moveTo>
                  <a:pt x="9721698" y="4632958"/>
                </a:moveTo>
                <a:lnTo>
                  <a:pt x="9716491" y="4632958"/>
                </a:lnTo>
                <a:lnTo>
                  <a:pt x="9716491" y="4652008"/>
                </a:lnTo>
                <a:lnTo>
                  <a:pt x="9721698" y="4652008"/>
                </a:lnTo>
                <a:lnTo>
                  <a:pt x="9726016" y="4647742"/>
                </a:lnTo>
                <a:lnTo>
                  <a:pt x="9726016" y="4637222"/>
                </a:lnTo>
                <a:lnTo>
                  <a:pt x="9721698" y="4632958"/>
                </a:lnTo>
                <a:close/>
              </a:path>
              <a:path w="10390505" h="4652010">
                <a:moveTo>
                  <a:pt x="9678264" y="4632958"/>
                </a:moveTo>
                <a:lnTo>
                  <a:pt x="9673057" y="4632958"/>
                </a:lnTo>
                <a:lnTo>
                  <a:pt x="9668739" y="4637222"/>
                </a:lnTo>
                <a:lnTo>
                  <a:pt x="9668739" y="4647742"/>
                </a:lnTo>
                <a:lnTo>
                  <a:pt x="9673057" y="4652008"/>
                </a:lnTo>
                <a:lnTo>
                  <a:pt x="9678264" y="4652008"/>
                </a:lnTo>
                <a:lnTo>
                  <a:pt x="9678264" y="4632958"/>
                </a:lnTo>
                <a:close/>
              </a:path>
              <a:path w="10390505" h="4652010">
                <a:moveTo>
                  <a:pt x="9683598" y="4632958"/>
                </a:moveTo>
                <a:lnTo>
                  <a:pt x="9678391" y="4632958"/>
                </a:lnTo>
                <a:lnTo>
                  <a:pt x="9678391" y="4652008"/>
                </a:lnTo>
                <a:lnTo>
                  <a:pt x="9683598" y="4652008"/>
                </a:lnTo>
                <a:lnTo>
                  <a:pt x="9687916" y="4647742"/>
                </a:lnTo>
                <a:lnTo>
                  <a:pt x="9687916" y="4637222"/>
                </a:lnTo>
                <a:lnTo>
                  <a:pt x="9683598" y="4632958"/>
                </a:lnTo>
                <a:close/>
              </a:path>
              <a:path w="10390505" h="4652010">
                <a:moveTo>
                  <a:pt x="9640164" y="4632958"/>
                </a:moveTo>
                <a:lnTo>
                  <a:pt x="9634957" y="4632958"/>
                </a:lnTo>
                <a:lnTo>
                  <a:pt x="9630639" y="4637222"/>
                </a:lnTo>
                <a:lnTo>
                  <a:pt x="9630639" y="4647742"/>
                </a:lnTo>
                <a:lnTo>
                  <a:pt x="9634957" y="4652008"/>
                </a:lnTo>
                <a:lnTo>
                  <a:pt x="9640164" y="4652008"/>
                </a:lnTo>
                <a:lnTo>
                  <a:pt x="9640164" y="4632958"/>
                </a:lnTo>
                <a:close/>
              </a:path>
              <a:path w="10390505" h="4652010">
                <a:moveTo>
                  <a:pt x="9645498" y="4632958"/>
                </a:moveTo>
                <a:lnTo>
                  <a:pt x="9640164" y="4632958"/>
                </a:lnTo>
                <a:lnTo>
                  <a:pt x="9640164" y="4652008"/>
                </a:lnTo>
                <a:lnTo>
                  <a:pt x="9645498" y="4652008"/>
                </a:lnTo>
                <a:lnTo>
                  <a:pt x="9649689" y="4647742"/>
                </a:lnTo>
                <a:lnTo>
                  <a:pt x="9649689" y="4637222"/>
                </a:lnTo>
                <a:lnTo>
                  <a:pt x="9645498" y="4632958"/>
                </a:lnTo>
                <a:close/>
              </a:path>
              <a:path w="10390505" h="4652010">
                <a:moveTo>
                  <a:pt x="9602064" y="4632958"/>
                </a:moveTo>
                <a:lnTo>
                  <a:pt x="9596857" y="4632958"/>
                </a:lnTo>
                <a:lnTo>
                  <a:pt x="9592539" y="4637222"/>
                </a:lnTo>
                <a:lnTo>
                  <a:pt x="9592539" y="4647742"/>
                </a:lnTo>
                <a:lnTo>
                  <a:pt x="9596857" y="4652008"/>
                </a:lnTo>
                <a:lnTo>
                  <a:pt x="9602064" y="4652008"/>
                </a:lnTo>
                <a:lnTo>
                  <a:pt x="9602064" y="4632958"/>
                </a:lnTo>
                <a:close/>
              </a:path>
              <a:path w="10390505" h="4652010">
                <a:moveTo>
                  <a:pt x="9607398" y="4632958"/>
                </a:moveTo>
                <a:lnTo>
                  <a:pt x="9602064" y="4632958"/>
                </a:lnTo>
                <a:lnTo>
                  <a:pt x="9602064" y="4652008"/>
                </a:lnTo>
                <a:lnTo>
                  <a:pt x="9607398" y="4652008"/>
                </a:lnTo>
                <a:lnTo>
                  <a:pt x="9611589" y="4647742"/>
                </a:lnTo>
                <a:lnTo>
                  <a:pt x="9611589" y="4637222"/>
                </a:lnTo>
                <a:lnTo>
                  <a:pt x="9607398" y="4632958"/>
                </a:lnTo>
                <a:close/>
              </a:path>
              <a:path w="10390505" h="4652010">
                <a:moveTo>
                  <a:pt x="9563964" y="4632958"/>
                </a:moveTo>
                <a:lnTo>
                  <a:pt x="9558757" y="4632958"/>
                </a:lnTo>
                <a:lnTo>
                  <a:pt x="9554439" y="4637222"/>
                </a:lnTo>
                <a:lnTo>
                  <a:pt x="9554439" y="4647742"/>
                </a:lnTo>
                <a:lnTo>
                  <a:pt x="9558757" y="4652008"/>
                </a:lnTo>
                <a:lnTo>
                  <a:pt x="9563964" y="4652008"/>
                </a:lnTo>
                <a:lnTo>
                  <a:pt x="9563964" y="4632958"/>
                </a:lnTo>
                <a:close/>
              </a:path>
              <a:path w="10390505" h="4652010">
                <a:moveTo>
                  <a:pt x="9569298" y="4632958"/>
                </a:moveTo>
                <a:lnTo>
                  <a:pt x="9563964" y="4632958"/>
                </a:lnTo>
                <a:lnTo>
                  <a:pt x="9563964" y="4652008"/>
                </a:lnTo>
                <a:lnTo>
                  <a:pt x="9569298" y="4652008"/>
                </a:lnTo>
                <a:lnTo>
                  <a:pt x="9573489" y="4647742"/>
                </a:lnTo>
                <a:lnTo>
                  <a:pt x="9573489" y="4637222"/>
                </a:lnTo>
                <a:lnTo>
                  <a:pt x="9569298" y="4632958"/>
                </a:lnTo>
                <a:close/>
              </a:path>
              <a:path w="10390505" h="4652010">
                <a:moveTo>
                  <a:pt x="9525864" y="4632958"/>
                </a:moveTo>
                <a:lnTo>
                  <a:pt x="9520530" y="4632958"/>
                </a:lnTo>
                <a:lnTo>
                  <a:pt x="9516339" y="4637222"/>
                </a:lnTo>
                <a:lnTo>
                  <a:pt x="9516339" y="4647742"/>
                </a:lnTo>
                <a:lnTo>
                  <a:pt x="9520530" y="4652008"/>
                </a:lnTo>
                <a:lnTo>
                  <a:pt x="9525864" y="4652008"/>
                </a:lnTo>
                <a:lnTo>
                  <a:pt x="9525864" y="4632958"/>
                </a:lnTo>
                <a:close/>
              </a:path>
              <a:path w="10390505" h="4652010">
                <a:moveTo>
                  <a:pt x="9531071" y="4632958"/>
                </a:moveTo>
                <a:lnTo>
                  <a:pt x="9525864" y="4632958"/>
                </a:lnTo>
                <a:lnTo>
                  <a:pt x="9525864" y="4652008"/>
                </a:lnTo>
                <a:lnTo>
                  <a:pt x="9531071" y="4652008"/>
                </a:lnTo>
                <a:lnTo>
                  <a:pt x="9535389" y="4647742"/>
                </a:lnTo>
                <a:lnTo>
                  <a:pt x="9535389" y="4637222"/>
                </a:lnTo>
                <a:lnTo>
                  <a:pt x="9531071" y="4632958"/>
                </a:lnTo>
                <a:close/>
              </a:path>
              <a:path w="10390505" h="4652010">
                <a:moveTo>
                  <a:pt x="9487764" y="4632958"/>
                </a:moveTo>
                <a:lnTo>
                  <a:pt x="9482430" y="4632958"/>
                </a:lnTo>
                <a:lnTo>
                  <a:pt x="9478239" y="4637222"/>
                </a:lnTo>
                <a:lnTo>
                  <a:pt x="9478239" y="4647742"/>
                </a:lnTo>
                <a:lnTo>
                  <a:pt x="9482430" y="4652008"/>
                </a:lnTo>
                <a:lnTo>
                  <a:pt x="9487764" y="4652008"/>
                </a:lnTo>
                <a:lnTo>
                  <a:pt x="9487764" y="4632958"/>
                </a:lnTo>
                <a:close/>
              </a:path>
              <a:path w="10390505" h="4652010">
                <a:moveTo>
                  <a:pt x="9492971" y="4632958"/>
                </a:moveTo>
                <a:lnTo>
                  <a:pt x="9487764" y="4632958"/>
                </a:lnTo>
                <a:lnTo>
                  <a:pt x="9487764" y="4652008"/>
                </a:lnTo>
                <a:lnTo>
                  <a:pt x="9492971" y="4652008"/>
                </a:lnTo>
                <a:lnTo>
                  <a:pt x="9497289" y="4647742"/>
                </a:lnTo>
                <a:lnTo>
                  <a:pt x="9497289" y="4637222"/>
                </a:lnTo>
                <a:lnTo>
                  <a:pt x="9492971" y="4632958"/>
                </a:lnTo>
                <a:close/>
              </a:path>
              <a:path w="10390505" h="4652010">
                <a:moveTo>
                  <a:pt x="9449664" y="4632958"/>
                </a:moveTo>
                <a:lnTo>
                  <a:pt x="9444330" y="4632958"/>
                </a:lnTo>
                <a:lnTo>
                  <a:pt x="9440139" y="4637222"/>
                </a:lnTo>
                <a:lnTo>
                  <a:pt x="9440139" y="4647742"/>
                </a:lnTo>
                <a:lnTo>
                  <a:pt x="9444330" y="4652008"/>
                </a:lnTo>
                <a:lnTo>
                  <a:pt x="9449664" y="4652008"/>
                </a:lnTo>
                <a:lnTo>
                  <a:pt x="9449664" y="4632958"/>
                </a:lnTo>
                <a:close/>
              </a:path>
              <a:path w="10390505" h="4652010">
                <a:moveTo>
                  <a:pt x="9454871" y="4632958"/>
                </a:moveTo>
                <a:lnTo>
                  <a:pt x="9449664" y="4632958"/>
                </a:lnTo>
                <a:lnTo>
                  <a:pt x="9449664" y="4652008"/>
                </a:lnTo>
                <a:lnTo>
                  <a:pt x="9454871" y="4652008"/>
                </a:lnTo>
                <a:lnTo>
                  <a:pt x="9459189" y="4647742"/>
                </a:lnTo>
                <a:lnTo>
                  <a:pt x="9459189" y="4637222"/>
                </a:lnTo>
                <a:lnTo>
                  <a:pt x="9454871" y="4632958"/>
                </a:lnTo>
                <a:close/>
              </a:path>
              <a:path w="10390505" h="4652010">
                <a:moveTo>
                  <a:pt x="9411437" y="4632958"/>
                </a:moveTo>
                <a:lnTo>
                  <a:pt x="9406230" y="4632958"/>
                </a:lnTo>
                <a:lnTo>
                  <a:pt x="9401912" y="4637222"/>
                </a:lnTo>
                <a:lnTo>
                  <a:pt x="9401912" y="4647742"/>
                </a:lnTo>
                <a:lnTo>
                  <a:pt x="9406230" y="4652008"/>
                </a:lnTo>
                <a:lnTo>
                  <a:pt x="9411437" y="4652008"/>
                </a:lnTo>
                <a:lnTo>
                  <a:pt x="9411437" y="4632958"/>
                </a:lnTo>
                <a:close/>
              </a:path>
              <a:path w="10390505" h="4652010">
                <a:moveTo>
                  <a:pt x="9416771" y="4632958"/>
                </a:moveTo>
                <a:lnTo>
                  <a:pt x="9411564" y="4632958"/>
                </a:lnTo>
                <a:lnTo>
                  <a:pt x="9411564" y="4652008"/>
                </a:lnTo>
                <a:lnTo>
                  <a:pt x="9416771" y="4652008"/>
                </a:lnTo>
                <a:lnTo>
                  <a:pt x="9421089" y="4647742"/>
                </a:lnTo>
                <a:lnTo>
                  <a:pt x="9421089" y="4637222"/>
                </a:lnTo>
                <a:lnTo>
                  <a:pt x="9416771" y="4632958"/>
                </a:lnTo>
                <a:close/>
              </a:path>
              <a:path w="10390505" h="4652010">
                <a:moveTo>
                  <a:pt x="9373337" y="4632958"/>
                </a:moveTo>
                <a:lnTo>
                  <a:pt x="9368130" y="4632958"/>
                </a:lnTo>
                <a:lnTo>
                  <a:pt x="9363812" y="4637222"/>
                </a:lnTo>
                <a:lnTo>
                  <a:pt x="9363812" y="4647742"/>
                </a:lnTo>
                <a:lnTo>
                  <a:pt x="9368130" y="4652008"/>
                </a:lnTo>
                <a:lnTo>
                  <a:pt x="9373337" y="4652008"/>
                </a:lnTo>
                <a:lnTo>
                  <a:pt x="9373337" y="4632958"/>
                </a:lnTo>
                <a:close/>
              </a:path>
              <a:path w="10390505" h="4652010">
                <a:moveTo>
                  <a:pt x="9378671" y="4632958"/>
                </a:moveTo>
                <a:lnTo>
                  <a:pt x="9373337" y="4632958"/>
                </a:lnTo>
                <a:lnTo>
                  <a:pt x="9373337" y="4652008"/>
                </a:lnTo>
                <a:lnTo>
                  <a:pt x="9378671" y="4652008"/>
                </a:lnTo>
                <a:lnTo>
                  <a:pt x="9382862" y="4647742"/>
                </a:lnTo>
                <a:lnTo>
                  <a:pt x="9382862" y="4637222"/>
                </a:lnTo>
                <a:lnTo>
                  <a:pt x="9378671" y="4632958"/>
                </a:lnTo>
                <a:close/>
              </a:path>
              <a:path w="10390505" h="4652010">
                <a:moveTo>
                  <a:pt x="9335237" y="4632958"/>
                </a:moveTo>
                <a:lnTo>
                  <a:pt x="9330030" y="4632958"/>
                </a:lnTo>
                <a:lnTo>
                  <a:pt x="9325712" y="4637222"/>
                </a:lnTo>
                <a:lnTo>
                  <a:pt x="9325712" y="4647742"/>
                </a:lnTo>
                <a:lnTo>
                  <a:pt x="9330030" y="4652008"/>
                </a:lnTo>
                <a:lnTo>
                  <a:pt x="9335237" y="4652008"/>
                </a:lnTo>
                <a:lnTo>
                  <a:pt x="9335237" y="4632958"/>
                </a:lnTo>
                <a:close/>
              </a:path>
              <a:path w="10390505" h="4652010">
                <a:moveTo>
                  <a:pt x="9340571" y="4632958"/>
                </a:moveTo>
                <a:lnTo>
                  <a:pt x="9335237" y="4632958"/>
                </a:lnTo>
                <a:lnTo>
                  <a:pt x="9335237" y="4652008"/>
                </a:lnTo>
                <a:lnTo>
                  <a:pt x="9340571" y="4652008"/>
                </a:lnTo>
                <a:lnTo>
                  <a:pt x="9344762" y="4647742"/>
                </a:lnTo>
                <a:lnTo>
                  <a:pt x="9344762" y="4637222"/>
                </a:lnTo>
                <a:lnTo>
                  <a:pt x="9340571" y="4632958"/>
                </a:lnTo>
                <a:close/>
              </a:path>
              <a:path w="10390505" h="4652010">
                <a:moveTo>
                  <a:pt x="9297137" y="4632958"/>
                </a:moveTo>
                <a:lnTo>
                  <a:pt x="9291803" y="4632958"/>
                </a:lnTo>
                <a:lnTo>
                  <a:pt x="9287612" y="4637222"/>
                </a:lnTo>
                <a:lnTo>
                  <a:pt x="9287612" y="4647742"/>
                </a:lnTo>
                <a:lnTo>
                  <a:pt x="9291803" y="4652008"/>
                </a:lnTo>
                <a:lnTo>
                  <a:pt x="9297137" y="4652008"/>
                </a:lnTo>
                <a:lnTo>
                  <a:pt x="9297137" y="4632958"/>
                </a:lnTo>
                <a:close/>
              </a:path>
              <a:path w="10390505" h="4652010">
                <a:moveTo>
                  <a:pt x="9302344" y="4632958"/>
                </a:moveTo>
                <a:lnTo>
                  <a:pt x="9297137" y="4632958"/>
                </a:lnTo>
                <a:lnTo>
                  <a:pt x="9297137" y="4652008"/>
                </a:lnTo>
                <a:lnTo>
                  <a:pt x="9302344" y="4652008"/>
                </a:lnTo>
                <a:lnTo>
                  <a:pt x="9306662" y="4647742"/>
                </a:lnTo>
                <a:lnTo>
                  <a:pt x="9306662" y="4637222"/>
                </a:lnTo>
                <a:lnTo>
                  <a:pt x="9302344" y="4632958"/>
                </a:lnTo>
                <a:close/>
              </a:path>
              <a:path w="10390505" h="4652010">
                <a:moveTo>
                  <a:pt x="9259037" y="4632958"/>
                </a:moveTo>
                <a:lnTo>
                  <a:pt x="9253703" y="4632958"/>
                </a:lnTo>
                <a:lnTo>
                  <a:pt x="9249512" y="4637222"/>
                </a:lnTo>
                <a:lnTo>
                  <a:pt x="9249512" y="4647742"/>
                </a:lnTo>
                <a:lnTo>
                  <a:pt x="9253703" y="4652008"/>
                </a:lnTo>
                <a:lnTo>
                  <a:pt x="9259037" y="4652008"/>
                </a:lnTo>
                <a:lnTo>
                  <a:pt x="9259037" y="4632958"/>
                </a:lnTo>
                <a:close/>
              </a:path>
              <a:path w="10390505" h="4652010">
                <a:moveTo>
                  <a:pt x="9264244" y="4632958"/>
                </a:moveTo>
                <a:lnTo>
                  <a:pt x="9259037" y="4632958"/>
                </a:lnTo>
                <a:lnTo>
                  <a:pt x="9259037" y="4652008"/>
                </a:lnTo>
                <a:lnTo>
                  <a:pt x="9264244" y="4652008"/>
                </a:lnTo>
                <a:lnTo>
                  <a:pt x="9268562" y="4647742"/>
                </a:lnTo>
                <a:lnTo>
                  <a:pt x="9268562" y="4637222"/>
                </a:lnTo>
                <a:lnTo>
                  <a:pt x="9264244" y="4632958"/>
                </a:lnTo>
                <a:close/>
              </a:path>
              <a:path w="10390505" h="4652010">
                <a:moveTo>
                  <a:pt x="9220937" y="4632958"/>
                </a:moveTo>
                <a:lnTo>
                  <a:pt x="9215603" y="4632958"/>
                </a:lnTo>
                <a:lnTo>
                  <a:pt x="9211412" y="4637222"/>
                </a:lnTo>
                <a:lnTo>
                  <a:pt x="9211412" y="4647742"/>
                </a:lnTo>
                <a:lnTo>
                  <a:pt x="9215603" y="4652008"/>
                </a:lnTo>
                <a:lnTo>
                  <a:pt x="9220937" y="4652008"/>
                </a:lnTo>
                <a:lnTo>
                  <a:pt x="9220937" y="4632958"/>
                </a:lnTo>
                <a:close/>
              </a:path>
              <a:path w="10390505" h="4652010">
                <a:moveTo>
                  <a:pt x="9226144" y="4632958"/>
                </a:moveTo>
                <a:lnTo>
                  <a:pt x="9220937" y="4632958"/>
                </a:lnTo>
                <a:lnTo>
                  <a:pt x="9220937" y="4652008"/>
                </a:lnTo>
                <a:lnTo>
                  <a:pt x="9226144" y="4652008"/>
                </a:lnTo>
                <a:lnTo>
                  <a:pt x="9230462" y="4647742"/>
                </a:lnTo>
                <a:lnTo>
                  <a:pt x="9230462" y="4637222"/>
                </a:lnTo>
                <a:lnTo>
                  <a:pt x="9226144" y="4632958"/>
                </a:lnTo>
                <a:close/>
              </a:path>
              <a:path w="10390505" h="4652010">
                <a:moveTo>
                  <a:pt x="9182710" y="4632958"/>
                </a:moveTo>
                <a:lnTo>
                  <a:pt x="9177503" y="4632958"/>
                </a:lnTo>
                <a:lnTo>
                  <a:pt x="9173185" y="4637222"/>
                </a:lnTo>
                <a:lnTo>
                  <a:pt x="9173185" y="4647742"/>
                </a:lnTo>
                <a:lnTo>
                  <a:pt x="9177503" y="4652008"/>
                </a:lnTo>
                <a:lnTo>
                  <a:pt x="9182710" y="4652008"/>
                </a:lnTo>
                <a:lnTo>
                  <a:pt x="9182710" y="4632958"/>
                </a:lnTo>
                <a:close/>
              </a:path>
              <a:path w="10390505" h="4652010">
                <a:moveTo>
                  <a:pt x="9188044" y="4632958"/>
                </a:moveTo>
                <a:lnTo>
                  <a:pt x="9182837" y="4632958"/>
                </a:lnTo>
                <a:lnTo>
                  <a:pt x="9182837" y="4652008"/>
                </a:lnTo>
                <a:lnTo>
                  <a:pt x="9188044" y="4652008"/>
                </a:lnTo>
                <a:lnTo>
                  <a:pt x="9192362" y="4647742"/>
                </a:lnTo>
                <a:lnTo>
                  <a:pt x="9192362" y="4637222"/>
                </a:lnTo>
                <a:lnTo>
                  <a:pt x="9188044" y="4632958"/>
                </a:lnTo>
                <a:close/>
              </a:path>
              <a:path w="10390505" h="4652010">
                <a:moveTo>
                  <a:pt x="9144610" y="4632958"/>
                </a:moveTo>
                <a:lnTo>
                  <a:pt x="9139403" y="4632958"/>
                </a:lnTo>
                <a:lnTo>
                  <a:pt x="9135085" y="4637222"/>
                </a:lnTo>
                <a:lnTo>
                  <a:pt x="9135085" y="4647742"/>
                </a:lnTo>
                <a:lnTo>
                  <a:pt x="9139403" y="4652008"/>
                </a:lnTo>
                <a:lnTo>
                  <a:pt x="9144610" y="4652008"/>
                </a:lnTo>
                <a:lnTo>
                  <a:pt x="9144610" y="4632958"/>
                </a:lnTo>
                <a:close/>
              </a:path>
              <a:path w="10390505" h="4652010">
                <a:moveTo>
                  <a:pt x="9149944" y="4632958"/>
                </a:moveTo>
                <a:lnTo>
                  <a:pt x="9144610" y="4632958"/>
                </a:lnTo>
                <a:lnTo>
                  <a:pt x="9144610" y="4652008"/>
                </a:lnTo>
                <a:lnTo>
                  <a:pt x="9149944" y="4652008"/>
                </a:lnTo>
                <a:lnTo>
                  <a:pt x="9154135" y="4647742"/>
                </a:lnTo>
                <a:lnTo>
                  <a:pt x="9154135" y="4637222"/>
                </a:lnTo>
                <a:lnTo>
                  <a:pt x="9149944" y="4632958"/>
                </a:lnTo>
                <a:close/>
              </a:path>
              <a:path w="10390505" h="4652010">
                <a:moveTo>
                  <a:pt x="9106510" y="4632958"/>
                </a:moveTo>
                <a:lnTo>
                  <a:pt x="9101303" y="4632958"/>
                </a:lnTo>
                <a:lnTo>
                  <a:pt x="9096985" y="4637222"/>
                </a:lnTo>
                <a:lnTo>
                  <a:pt x="9096985" y="4647742"/>
                </a:lnTo>
                <a:lnTo>
                  <a:pt x="9101303" y="4652008"/>
                </a:lnTo>
                <a:lnTo>
                  <a:pt x="9106510" y="4652008"/>
                </a:lnTo>
                <a:lnTo>
                  <a:pt x="9106510" y="4632958"/>
                </a:lnTo>
                <a:close/>
              </a:path>
              <a:path w="10390505" h="4652010">
                <a:moveTo>
                  <a:pt x="9111844" y="4632958"/>
                </a:moveTo>
                <a:lnTo>
                  <a:pt x="9106510" y="4632958"/>
                </a:lnTo>
                <a:lnTo>
                  <a:pt x="9106510" y="4652008"/>
                </a:lnTo>
                <a:lnTo>
                  <a:pt x="9111844" y="4652008"/>
                </a:lnTo>
                <a:lnTo>
                  <a:pt x="9116035" y="4647742"/>
                </a:lnTo>
                <a:lnTo>
                  <a:pt x="9116035" y="4637222"/>
                </a:lnTo>
                <a:lnTo>
                  <a:pt x="9111844" y="4632958"/>
                </a:lnTo>
                <a:close/>
              </a:path>
              <a:path w="10390505" h="4652010">
                <a:moveTo>
                  <a:pt x="9068410" y="4632958"/>
                </a:moveTo>
                <a:lnTo>
                  <a:pt x="9063203" y="4632958"/>
                </a:lnTo>
                <a:lnTo>
                  <a:pt x="9058885" y="4637222"/>
                </a:lnTo>
                <a:lnTo>
                  <a:pt x="9058885" y="4647742"/>
                </a:lnTo>
                <a:lnTo>
                  <a:pt x="9063203" y="4652008"/>
                </a:lnTo>
                <a:lnTo>
                  <a:pt x="9068410" y="4652008"/>
                </a:lnTo>
                <a:lnTo>
                  <a:pt x="9068410" y="4632958"/>
                </a:lnTo>
                <a:close/>
              </a:path>
              <a:path w="10390505" h="4652010">
                <a:moveTo>
                  <a:pt x="9073744" y="4632958"/>
                </a:moveTo>
                <a:lnTo>
                  <a:pt x="9068410" y="4632958"/>
                </a:lnTo>
                <a:lnTo>
                  <a:pt x="9068410" y="4652008"/>
                </a:lnTo>
                <a:lnTo>
                  <a:pt x="9073744" y="4652008"/>
                </a:lnTo>
                <a:lnTo>
                  <a:pt x="9077935" y="4647742"/>
                </a:lnTo>
                <a:lnTo>
                  <a:pt x="9077935" y="4637222"/>
                </a:lnTo>
                <a:lnTo>
                  <a:pt x="9073744" y="4632958"/>
                </a:lnTo>
                <a:close/>
              </a:path>
              <a:path w="10390505" h="4652010">
                <a:moveTo>
                  <a:pt x="9030310" y="4632958"/>
                </a:moveTo>
                <a:lnTo>
                  <a:pt x="9024976" y="4632958"/>
                </a:lnTo>
                <a:lnTo>
                  <a:pt x="9020785" y="4637222"/>
                </a:lnTo>
                <a:lnTo>
                  <a:pt x="9020785" y="4647742"/>
                </a:lnTo>
                <a:lnTo>
                  <a:pt x="9024976" y="4652008"/>
                </a:lnTo>
                <a:lnTo>
                  <a:pt x="9030310" y="4652008"/>
                </a:lnTo>
                <a:lnTo>
                  <a:pt x="9030310" y="4632958"/>
                </a:lnTo>
                <a:close/>
              </a:path>
              <a:path w="10390505" h="4652010">
                <a:moveTo>
                  <a:pt x="9035517" y="4632958"/>
                </a:moveTo>
                <a:lnTo>
                  <a:pt x="9030310" y="4632958"/>
                </a:lnTo>
                <a:lnTo>
                  <a:pt x="9030310" y="4652008"/>
                </a:lnTo>
                <a:lnTo>
                  <a:pt x="9035517" y="4652008"/>
                </a:lnTo>
                <a:lnTo>
                  <a:pt x="9039835" y="4647742"/>
                </a:lnTo>
                <a:lnTo>
                  <a:pt x="9039835" y="4637222"/>
                </a:lnTo>
                <a:lnTo>
                  <a:pt x="9035517" y="4632958"/>
                </a:lnTo>
                <a:close/>
              </a:path>
              <a:path w="10390505" h="4652010">
                <a:moveTo>
                  <a:pt x="8992210" y="4632958"/>
                </a:moveTo>
                <a:lnTo>
                  <a:pt x="8986876" y="4632958"/>
                </a:lnTo>
                <a:lnTo>
                  <a:pt x="8982685" y="4637222"/>
                </a:lnTo>
                <a:lnTo>
                  <a:pt x="8982685" y="4647742"/>
                </a:lnTo>
                <a:lnTo>
                  <a:pt x="8986876" y="4652008"/>
                </a:lnTo>
                <a:lnTo>
                  <a:pt x="8992210" y="4652008"/>
                </a:lnTo>
                <a:lnTo>
                  <a:pt x="8992210" y="4632958"/>
                </a:lnTo>
                <a:close/>
              </a:path>
              <a:path w="10390505" h="4652010">
                <a:moveTo>
                  <a:pt x="8997417" y="4632958"/>
                </a:moveTo>
                <a:lnTo>
                  <a:pt x="8992210" y="4632958"/>
                </a:lnTo>
                <a:lnTo>
                  <a:pt x="8992210" y="4652008"/>
                </a:lnTo>
                <a:lnTo>
                  <a:pt x="8997417" y="4652008"/>
                </a:lnTo>
                <a:lnTo>
                  <a:pt x="9001735" y="4647742"/>
                </a:lnTo>
                <a:lnTo>
                  <a:pt x="9001735" y="4637222"/>
                </a:lnTo>
                <a:lnTo>
                  <a:pt x="8997417" y="4632958"/>
                </a:lnTo>
                <a:close/>
              </a:path>
              <a:path w="10390505" h="4652010">
                <a:moveTo>
                  <a:pt x="8953983" y="4632958"/>
                </a:moveTo>
                <a:lnTo>
                  <a:pt x="8948776" y="4632958"/>
                </a:lnTo>
                <a:lnTo>
                  <a:pt x="8944458" y="4637222"/>
                </a:lnTo>
                <a:lnTo>
                  <a:pt x="8944458" y="4647742"/>
                </a:lnTo>
                <a:lnTo>
                  <a:pt x="8948776" y="4652008"/>
                </a:lnTo>
                <a:lnTo>
                  <a:pt x="8953983" y="4652008"/>
                </a:lnTo>
                <a:lnTo>
                  <a:pt x="8953983" y="4632958"/>
                </a:lnTo>
                <a:close/>
              </a:path>
              <a:path w="10390505" h="4652010">
                <a:moveTo>
                  <a:pt x="8959317" y="4632958"/>
                </a:moveTo>
                <a:lnTo>
                  <a:pt x="8954110" y="4632958"/>
                </a:lnTo>
                <a:lnTo>
                  <a:pt x="8954110" y="4652008"/>
                </a:lnTo>
                <a:lnTo>
                  <a:pt x="8959317" y="4652008"/>
                </a:lnTo>
                <a:lnTo>
                  <a:pt x="8963635" y="4647742"/>
                </a:lnTo>
                <a:lnTo>
                  <a:pt x="8963635" y="4637222"/>
                </a:lnTo>
                <a:lnTo>
                  <a:pt x="8959317" y="4632958"/>
                </a:lnTo>
                <a:close/>
              </a:path>
              <a:path w="10390505" h="4652010">
                <a:moveTo>
                  <a:pt x="8915883" y="4632958"/>
                </a:moveTo>
                <a:lnTo>
                  <a:pt x="8910676" y="4632958"/>
                </a:lnTo>
                <a:lnTo>
                  <a:pt x="8906358" y="4637222"/>
                </a:lnTo>
                <a:lnTo>
                  <a:pt x="8906358" y="4647742"/>
                </a:lnTo>
                <a:lnTo>
                  <a:pt x="8910676" y="4652008"/>
                </a:lnTo>
                <a:lnTo>
                  <a:pt x="8915883" y="4652008"/>
                </a:lnTo>
                <a:lnTo>
                  <a:pt x="8915883" y="4632958"/>
                </a:lnTo>
                <a:close/>
              </a:path>
              <a:path w="10390505" h="4652010">
                <a:moveTo>
                  <a:pt x="8921217" y="4632958"/>
                </a:moveTo>
                <a:lnTo>
                  <a:pt x="8915883" y="4632958"/>
                </a:lnTo>
                <a:lnTo>
                  <a:pt x="8915883" y="4652008"/>
                </a:lnTo>
                <a:lnTo>
                  <a:pt x="8921217" y="4652008"/>
                </a:lnTo>
                <a:lnTo>
                  <a:pt x="8925408" y="4647742"/>
                </a:lnTo>
                <a:lnTo>
                  <a:pt x="8925408" y="4637222"/>
                </a:lnTo>
                <a:lnTo>
                  <a:pt x="8921217" y="4632958"/>
                </a:lnTo>
                <a:close/>
              </a:path>
              <a:path w="10390505" h="4652010">
                <a:moveTo>
                  <a:pt x="8877783" y="4632958"/>
                </a:moveTo>
                <a:lnTo>
                  <a:pt x="8872576" y="4632958"/>
                </a:lnTo>
                <a:lnTo>
                  <a:pt x="8868258" y="4637222"/>
                </a:lnTo>
                <a:lnTo>
                  <a:pt x="8868258" y="4647742"/>
                </a:lnTo>
                <a:lnTo>
                  <a:pt x="8872576" y="4652008"/>
                </a:lnTo>
                <a:lnTo>
                  <a:pt x="8877783" y="4652008"/>
                </a:lnTo>
                <a:lnTo>
                  <a:pt x="8877783" y="4632958"/>
                </a:lnTo>
                <a:close/>
              </a:path>
              <a:path w="10390505" h="4652010">
                <a:moveTo>
                  <a:pt x="8883117" y="4632958"/>
                </a:moveTo>
                <a:lnTo>
                  <a:pt x="8877783" y="4632958"/>
                </a:lnTo>
                <a:lnTo>
                  <a:pt x="8877783" y="4652008"/>
                </a:lnTo>
                <a:lnTo>
                  <a:pt x="8883117" y="4652008"/>
                </a:lnTo>
                <a:lnTo>
                  <a:pt x="8887308" y="4647742"/>
                </a:lnTo>
                <a:lnTo>
                  <a:pt x="8887308" y="4637222"/>
                </a:lnTo>
                <a:lnTo>
                  <a:pt x="8883117" y="4632958"/>
                </a:lnTo>
                <a:close/>
              </a:path>
              <a:path w="10390505" h="4652010">
                <a:moveTo>
                  <a:pt x="8839683" y="4632958"/>
                </a:moveTo>
                <a:lnTo>
                  <a:pt x="8834476" y="4632958"/>
                </a:lnTo>
                <a:lnTo>
                  <a:pt x="8830158" y="4637222"/>
                </a:lnTo>
                <a:lnTo>
                  <a:pt x="8830158" y="4647742"/>
                </a:lnTo>
                <a:lnTo>
                  <a:pt x="8834476" y="4652008"/>
                </a:lnTo>
                <a:lnTo>
                  <a:pt x="8839683" y="4652008"/>
                </a:lnTo>
                <a:lnTo>
                  <a:pt x="8839683" y="4632958"/>
                </a:lnTo>
                <a:close/>
              </a:path>
              <a:path w="10390505" h="4652010">
                <a:moveTo>
                  <a:pt x="8845017" y="4632958"/>
                </a:moveTo>
                <a:lnTo>
                  <a:pt x="8839683" y="4632958"/>
                </a:lnTo>
                <a:lnTo>
                  <a:pt x="8839683" y="4652008"/>
                </a:lnTo>
                <a:lnTo>
                  <a:pt x="8845017" y="4652008"/>
                </a:lnTo>
                <a:lnTo>
                  <a:pt x="8849208" y="4647742"/>
                </a:lnTo>
                <a:lnTo>
                  <a:pt x="8849208" y="4637222"/>
                </a:lnTo>
                <a:lnTo>
                  <a:pt x="8845017" y="4632958"/>
                </a:lnTo>
                <a:close/>
              </a:path>
              <a:path w="10390505" h="4652010">
                <a:moveTo>
                  <a:pt x="8801583" y="4632958"/>
                </a:moveTo>
                <a:lnTo>
                  <a:pt x="8796249" y="4632958"/>
                </a:lnTo>
                <a:lnTo>
                  <a:pt x="8792058" y="4637222"/>
                </a:lnTo>
                <a:lnTo>
                  <a:pt x="8792058" y="4647742"/>
                </a:lnTo>
                <a:lnTo>
                  <a:pt x="8796249" y="4652008"/>
                </a:lnTo>
                <a:lnTo>
                  <a:pt x="8801583" y="4652008"/>
                </a:lnTo>
                <a:lnTo>
                  <a:pt x="8801583" y="4632958"/>
                </a:lnTo>
                <a:close/>
              </a:path>
              <a:path w="10390505" h="4652010">
                <a:moveTo>
                  <a:pt x="8806790" y="4632958"/>
                </a:moveTo>
                <a:lnTo>
                  <a:pt x="8801583" y="4632958"/>
                </a:lnTo>
                <a:lnTo>
                  <a:pt x="8801583" y="4652008"/>
                </a:lnTo>
                <a:lnTo>
                  <a:pt x="8806790" y="4652008"/>
                </a:lnTo>
                <a:lnTo>
                  <a:pt x="8811108" y="4647742"/>
                </a:lnTo>
                <a:lnTo>
                  <a:pt x="8811108" y="4637222"/>
                </a:lnTo>
                <a:lnTo>
                  <a:pt x="8806790" y="4632958"/>
                </a:lnTo>
                <a:close/>
              </a:path>
              <a:path w="10390505" h="4652010">
                <a:moveTo>
                  <a:pt x="8763483" y="4632958"/>
                </a:moveTo>
                <a:lnTo>
                  <a:pt x="8758149" y="4632958"/>
                </a:lnTo>
                <a:lnTo>
                  <a:pt x="8753958" y="4637222"/>
                </a:lnTo>
                <a:lnTo>
                  <a:pt x="8753958" y="4647742"/>
                </a:lnTo>
                <a:lnTo>
                  <a:pt x="8758149" y="4652008"/>
                </a:lnTo>
                <a:lnTo>
                  <a:pt x="8763483" y="4652008"/>
                </a:lnTo>
                <a:lnTo>
                  <a:pt x="8763483" y="4632958"/>
                </a:lnTo>
                <a:close/>
              </a:path>
              <a:path w="10390505" h="4652010">
                <a:moveTo>
                  <a:pt x="8768690" y="4632958"/>
                </a:moveTo>
                <a:lnTo>
                  <a:pt x="8763483" y="4632958"/>
                </a:lnTo>
                <a:lnTo>
                  <a:pt x="8763483" y="4652008"/>
                </a:lnTo>
                <a:lnTo>
                  <a:pt x="8768690" y="4652008"/>
                </a:lnTo>
                <a:lnTo>
                  <a:pt x="8773008" y="4647742"/>
                </a:lnTo>
                <a:lnTo>
                  <a:pt x="8773008" y="4637222"/>
                </a:lnTo>
                <a:lnTo>
                  <a:pt x="8768690" y="4632958"/>
                </a:lnTo>
                <a:close/>
              </a:path>
              <a:path w="10390505" h="4652010">
                <a:moveTo>
                  <a:pt x="8725383" y="4632958"/>
                </a:moveTo>
                <a:lnTo>
                  <a:pt x="8720049" y="4632958"/>
                </a:lnTo>
                <a:lnTo>
                  <a:pt x="8715858" y="4637222"/>
                </a:lnTo>
                <a:lnTo>
                  <a:pt x="8715858" y="4647742"/>
                </a:lnTo>
                <a:lnTo>
                  <a:pt x="8720049" y="4652008"/>
                </a:lnTo>
                <a:lnTo>
                  <a:pt x="8725383" y="4652008"/>
                </a:lnTo>
                <a:lnTo>
                  <a:pt x="8725383" y="4632958"/>
                </a:lnTo>
                <a:close/>
              </a:path>
              <a:path w="10390505" h="4652010">
                <a:moveTo>
                  <a:pt x="8730590" y="4632958"/>
                </a:moveTo>
                <a:lnTo>
                  <a:pt x="8725383" y="4632958"/>
                </a:lnTo>
                <a:lnTo>
                  <a:pt x="8725383" y="4652008"/>
                </a:lnTo>
                <a:lnTo>
                  <a:pt x="8730590" y="4652008"/>
                </a:lnTo>
                <a:lnTo>
                  <a:pt x="8734908" y="4647742"/>
                </a:lnTo>
                <a:lnTo>
                  <a:pt x="8734908" y="4637222"/>
                </a:lnTo>
                <a:lnTo>
                  <a:pt x="8730590" y="4632958"/>
                </a:lnTo>
                <a:close/>
              </a:path>
              <a:path w="10390505" h="4652010">
                <a:moveTo>
                  <a:pt x="8687156" y="4632958"/>
                </a:moveTo>
                <a:lnTo>
                  <a:pt x="8681949" y="4632958"/>
                </a:lnTo>
                <a:lnTo>
                  <a:pt x="8677631" y="4637222"/>
                </a:lnTo>
                <a:lnTo>
                  <a:pt x="8677631" y="4647742"/>
                </a:lnTo>
                <a:lnTo>
                  <a:pt x="8681949" y="4652008"/>
                </a:lnTo>
                <a:lnTo>
                  <a:pt x="8687156" y="4652008"/>
                </a:lnTo>
                <a:lnTo>
                  <a:pt x="8687156" y="4632958"/>
                </a:lnTo>
                <a:close/>
              </a:path>
              <a:path w="10390505" h="4652010">
                <a:moveTo>
                  <a:pt x="8692490" y="4632958"/>
                </a:moveTo>
                <a:lnTo>
                  <a:pt x="8687283" y="4632958"/>
                </a:lnTo>
                <a:lnTo>
                  <a:pt x="8687283" y="4652008"/>
                </a:lnTo>
                <a:lnTo>
                  <a:pt x="8692490" y="4652008"/>
                </a:lnTo>
                <a:lnTo>
                  <a:pt x="8696808" y="4647742"/>
                </a:lnTo>
                <a:lnTo>
                  <a:pt x="8696808" y="4637222"/>
                </a:lnTo>
                <a:lnTo>
                  <a:pt x="8692490" y="4632958"/>
                </a:lnTo>
                <a:close/>
              </a:path>
              <a:path w="10390505" h="4652010">
                <a:moveTo>
                  <a:pt x="8649056" y="4632958"/>
                </a:moveTo>
                <a:lnTo>
                  <a:pt x="8643849" y="4632958"/>
                </a:lnTo>
                <a:lnTo>
                  <a:pt x="8639531" y="4637222"/>
                </a:lnTo>
                <a:lnTo>
                  <a:pt x="8639531" y="4647742"/>
                </a:lnTo>
                <a:lnTo>
                  <a:pt x="8643849" y="4652008"/>
                </a:lnTo>
                <a:lnTo>
                  <a:pt x="8649056" y="4652008"/>
                </a:lnTo>
                <a:lnTo>
                  <a:pt x="8649056" y="4632958"/>
                </a:lnTo>
                <a:close/>
              </a:path>
              <a:path w="10390505" h="4652010">
                <a:moveTo>
                  <a:pt x="8654390" y="4632958"/>
                </a:moveTo>
                <a:lnTo>
                  <a:pt x="8649056" y="4632958"/>
                </a:lnTo>
                <a:lnTo>
                  <a:pt x="8649056" y="4652008"/>
                </a:lnTo>
                <a:lnTo>
                  <a:pt x="8654390" y="4652008"/>
                </a:lnTo>
                <a:lnTo>
                  <a:pt x="8658581" y="4647742"/>
                </a:lnTo>
                <a:lnTo>
                  <a:pt x="8658581" y="4637222"/>
                </a:lnTo>
                <a:lnTo>
                  <a:pt x="8654390" y="4632958"/>
                </a:lnTo>
                <a:close/>
              </a:path>
              <a:path w="10390505" h="4652010">
                <a:moveTo>
                  <a:pt x="8610956" y="4632958"/>
                </a:moveTo>
                <a:lnTo>
                  <a:pt x="8605749" y="4632958"/>
                </a:lnTo>
                <a:lnTo>
                  <a:pt x="8601431" y="4637222"/>
                </a:lnTo>
                <a:lnTo>
                  <a:pt x="8601431" y="4647742"/>
                </a:lnTo>
                <a:lnTo>
                  <a:pt x="8605749" y="4652008"/>
                </a:lnTo>
                <a:lnTo>
                  <a:pt x="8610956" y="4652008"/>
                </a:lnTo>
                <a:lnTo>
                  <a:pt x="8610956" y="4632958"/>
                </a:lnTo>
                <a:close/>
              </a:path>
              <a:path w="10390505" h="4652010">
                <a:moveTo>
                  <a:pt x="8616290" y="4632958"/>
                </a:moveTo>
                <a:lnTo>
                  <a:pt x="8610956" y="4632958"/>
                </a:lnTo>
                <a:lnTo>
                  <a:pt x="8610956" y="4652008"/>
                </a:lnTo>
                <a:lnTo>
                  <a:pt x="8616290" y="4652008"/>
                </a:lnTo>
                <a:lnTo>
                  <a:pt x="8620481" y="4647742"/>
                </a:lnTo>
                <a:lnTo>
                  <a:pt x="8620481" y="4637222"/>
                </a:lnTo>
                <a:lnTo>
                  <a:pt x="8616290" y="4632958"/>
                </a:lnTo>
                <a:close/>
              </a:path>
              <a:path w="10390505" h="4652010">
                <a:moveTo>
                  <a:pt x="8572856" y="4632958"/>
                </a:moveTo>
                <a:lnTo>
                  <a:pt x="8567522" y="4632958"/>
                </a:lnTo>
                <a:lnTo>
                  <a:pt x="8563331" y="4637222"/>
                </a:lnTo>
                <a:lnTo>
                  <a:pt x="8563331" y="4647742"/>
                </a:lnTo>
                <a:lnTo>
                  <a:pt x="8567522" y="4652008"/>
                </a:lnTo>
                <a:lnTo>
                  <a:pt x="8572856" y="4652008"/>
                </a:lnTo>
                <a:lnTo>
                  <a:pt x="8572856" y="4632958"/>
                </a:lnTo>
                <a:close/>
              </a:path>
              <a:path w="10390505" h="4652010">
                <a:moveTo>
                  <a:pt x="8578063" y="4632958"/>
                </a:moveTo>
                <a:lnTo>
                  <a:pt x="8572856" y="4632958"/>
                </a:lnTo>
                <a:lnTo>
                  <a:pt x="8572856" y="4652008"/>
                </a:lnTo>
                <a:lnTo>
                  <a:pt x="8578063" y="4652008"/>
                </a:lnTo>
                <a:lnTo>
                  <a:pt x="8582381" y="4647742"/>
                </a:lnTo>
                <a:lnTo>
                  <a:pt x="8582381" y="4637222"/>
                </a:lnTo>
                <a:lnTo>
                  <a:pt x="8578063" y="4632958"/>
                </a:lnTo>
                <a:close/>
              </a:path>
              <a:path w="10390505" h="4652010">
                <a:moveTo>
                  <a:pt x="8534756" y="4632958"/>
                </a:moveTo>
                <a:lnTo>
                  <a:pt x="8529422" y="4632958"/>
                </a:lnTo>
                <a:lnTo>
                  <a:pt x="8525231" y="4637222"/>
                </a:lnTo>
                <a:lnTo>
                  <a:pt x="8525231" y="4647742"/>
                </a:lnTo>
                <a:lnTo>
                  <a:pt x="8529422" y="4652008"/>
                </a:lnTo>
                <a:lnTo>
                  <a:pt x="8534756" y="4652008"/>
                </a:lnTo>
                <a:lnTo>
                  <a:pt x="8534756" y="4632958"/>
                </a:lnTo>
                <a:close/>
              </a:path>
              <a:path w="10390505" h="4652010">
                <a:moveTo>
                  <a:pt x="8539963" y="4632958"/>
                </a:moveTo>
                <a:lnTo>
                  <a:pt x="8534756" y="4632958"/>
                </a:lnTo>
                <a:lnTo>
                  <a:pt x="8534756" y="4652008"/>
                </a:lnTo>
                <a:lnTo>
                  <a:pt x="8539963" y="4652008"/>
                </a:lnTo>
                <a:lnTo>
                  <a:pt x="8544281" y="4647742"/>
                </a:lnTo>
                <a:lnTo>
                  <a:pt x="8544281" y="4637222"/>
                </a:lnTo>
                <a:lnTo>
                  <a:pt x="8539963" y="4632958"/>
                </a:lnTo>
                <a:close/>
              </a:path>
              <a:path w="10390505" h="4652010">
                <a:moveTo>
                  <a:pt x="8496656" y="4632958"/>
                </a:moveTo>
                <a:lnTo>
                  <a:pt x="8491322" y="4632958"/>
                </a:lnTo>
                <a:lnTo>
                  <a:pt x="8487131" y="4637222"/>
                </a:lnTo>
                <a:lnTo>
                  <a:pt x="8487131" y="4647742"/>
                </a:lnTo>
                <a:lnTo>
                  <a:pt x="8491322" y="4652008"/>
                </a:lnTo>
                <a:lnTo>
                  <a:pt x="8496656" y="4652008"/>
                </a:lnTo>
                <a:lnTo>
                  <a:pt x="8496656" y="4632958"/>
                </a:lnTo>
                <a:close/>
              </a:path>
              <a:path w="10390505" h="4652010">
                <a:moveTo>
                  <a:pt x="8501863" y="4632958"/>
                </a:moveTo>
                <a:lnTo>
                  <a:pt x="8496656" y="4632958"/>
                </a:lnTo>
                <a:lnTo>
                  <a:pt x="8496656" y="4652008"/>
                </a:lnTo>
                <a:lnTo>
                  <a:pt x="8501863" y="4652008"/>
                </a:lnTo>
                <a:lnTo>
                  <a:pt x="8506181" y="4647742"/>
                </a:lnTo>
                <a:lnTo>
                  <a:pt x="8506181" y="4637222"/>
                </a:lnTo>
                <a:lnTo>
                  <a:pt x="8501863" y="4632958"/>
                </a:lnTo>
                <a:close/>
              </a:path>
              <a:path w="10390505" h="4652010">
                <a:moveTo>
                  <a:pt x="8458429" y="4632958"/>
                </a:moveTo>
                <a:lnTo>
                  <a:pt x="8453222" y="4632958"/>
                </a:lnTo>
                <a:lnTo>
                  <a:pt x="8448904" y="4637222"/>
                </a:lnTo>
                <a:lnTo>
                  <a:pt x="8448904" y="4647742"/>
                </a:lnTo>
                <a:lnTo>
                  <a:pt x="8453222" y="4652008"/>
                </a:lnTo>
                <a:lnTo>
                  <a:pt x="8458429" y="4652008"/>
                </a:lnTo>
                <a:lnTo>
                  <a:pt x="8458429" y="4632958"/>
                </a:lnTo>
                <a:close/>
              </a:path>
              <a:path w="10390505" h="4652010">
                <a:moveTo>
                  <a:pt x="8463763" y="4632958"/>
                </a:moveTo>
                <a:lnTo>
                  <a:pt x="8458556" y="4632958"/>
                </a:lnTo>
                <a:lnTo>
                  <a:pt x="8458556" y="4652008"/>
                </a:lnTo>
                <a:lnTo>
                  <a:pt x="8463763" y="4652008"/>
                </a:lnTo>
                <a:lnTo>
                  <a:pt x="8468081" y="4647742"/>
                </a:lnTo>
                <a:lnTo>
                  <a:pt x="8468081" y="4637222"/>
                </a:lnTo>
                <a:lnTo>
                  <a:pt x="8463763" y="4632958"/>
                </a:lnTo>
                <a:close/>
              </a:path>
              <a:path w="10390505" h="4652010">
                <a:moveTo>
                  <a:pt x="8420329" y="4632958"/>
                </a:moveTo>
                <a:lnTo>
                  <a:pt x="8415122" y="4632958"/>
                </a:lnTo>
                <a:lnTo>
                  <a:pt x="8410804" y="4637222"/>
                </a:lnTo>
                <a:lnTo>
                  <a:pt x="8410804" y="4647742"/>
                </a:lnTo>
                <a:lnTo>
                  <a:pt x="8415122" y="4652008"/>
                </a:lnTo>
                <a:lnTo>
                  <a:pt x="8420329" y="4652008"/>
                </a:lnTo>
                <a:lnTo>
                  <a:pt x="8420329" y="4632958"/>
                </a:lnTo>
                <a:close/>
              </a:path>
              <a:path w="10390505" h="4652010">
                <a:moveTo>
                  <a:pt x="8425663" y="4632958"/>
                </a:moveTo>
                <a:lnTo>
                  <a:pt x="8420329" y="4632958"/>
                </a:lnTo>
                <a:lnTo>
                  <a:pt x="8420329" y="4652008"/>
                </a:lnTo>
                <a:lnTo>
                  <a:pt x="8425663" y="4652008"/>
                </a:lnTo>
                <a:lnTo>
                  <a:pt x="8429854" y="4647742"/>
                </a:lnTo>
                <a:lnTo>
                  <a:pt x="8429854" y="4637222"/>
                </a:lnTo>
                <a:lnTo>
                  <a:pt x="8425663" y="4632958"/>
                </a:lnTo>
                <a:close/>
              </a:path>
              <a:path w="10390505" h="4652010">
                <a:moveTo>
                  <a:pt x="8382229" y="4632958"/>
                </a:moveTo>
                <a:lnTo>
                  <a:pt x="8377022" y="4632958"/>
                </a:lnTo>
                <a:lnTo>
                  <a:pt x="8372704" y="4637222"/>
                </a:lnTo>
                <a:lnTo>
                  <a:pt x="8372704" y="4647742"/>
                </a:lnTo>
                <a:lnTo>
                  <a:pt x="8377022" y="4652008"/>
                </a:lnTo>
                <a:lnTo>
                  <a:pt x="8382229" y="4652008"/>
                </a:lnTo>
                <a:lnTo>
                  <a:pt x="8382229" y="4632958"/>
                </a:lnTo>
                <a:close/>
              </a:path>
              <a:path w="10390505" h="4652010">
                <a:moveTo>
                  <a:pt x="8387563" y="4632958"/>
                </a:moveTo>
                <a:lnTo>
                  <a:pt x="8382229" y="4632958"/>
                </a:lnTo>
                <a:lnTo>
                  <a:pt x="8382229" y="4652008"/>
                </a:lnTo>
                <a:lnTo>
                  <a:pt x="8387563" y="4652008"/>
                </a:lnTo>
                <a:lnTo>
                  <a:pt x="8391754" y="4647742"/>
                </a:lnTo>
                <a:lnTo>
                  <a:pt x="8391754" y="4637222"/>
                </a:lnTo>
                <a:lnTo>
                  <a:pt x="8387563" y="4632958"/>
                </a:lnTo>
                <a:close/>
              </a:path>
              <a:path w="10390505" h="4652010">
                <a:moveTo>
                  <a:pt x="8344129" y="4632958"/>
                </a:moveTo>
                <a:lnTo>
                  <a:pt x="8338922" y="4632958"/>
                </a:lnTo>
                <a:lnTo>
                  <a:pt x="8334604" y="4637222"/>
                </a:lnTo>
                <a:lnTo>
                  <a:pt x="8334604" y="4647742"/>
                </a:lnTo>
                <a:lnTo>
                  <a:pt x="8338922" y="4652008"/>
                </a:lnTo>
                <a:lnTo>
                  <a:pt x="8344129" y="4652008"/>
                </a:lnTo>
                <a:lnTo>
                  <a:pt x="8344129" y="4632958"/>
                </a:lnTo>
                <a:close/>
              </a:path>
              <a:path w="10390505" h="4652010">
                <a:moveTo>
                  <a:pt x="8349463" y="4632958"/>
                </a:moveTo>
                <a:lnTo>
                  <a:pt x="8344129" y="4632958"/>
                </a:lnTo>
                <a:lnTo>
                  <a:pt x="8344129" y="4652008"/>
                </a:lnTo>
                <a:lnTo>
                  <a:pt x="8349463" y="4652008"/>
                </a:lnTo>
                <a:lnTo>
                  <a:pt x="8353654" y="4647742"/>
                </a:lnTo>
                <a:lnTo>
                  <a:pt x="8353654" y="4637222"/>
                </a:lnTo>
                <a:lnTo>
                  <a:pt x="8349463" y="4632958"/>
                </a:lnTo>
                <a:close/>
              </a:path>
              <a:path w="10390505" h="4652010">
                <a:moveTo>
                  <a:pt x="8306029" y="4632958"/>
                </a:moveTo>
                <a:lnTo>
                  <a:pt x="8300695" y="4632958"/>
                </a:lnTo>
                <a:lnTo>
                  <a:pt x="8296504" y="4637222"/>
                </a:lnTo>
                <a:lnTo>
                  <a:pt x="8296504" y="4647742"/>
                </a:lnTo>
                <a:lnTo>
                  <a:pt x="8300695" y="4652008"/>
                </a:lnTo>
                <a:lnTo>
                  <a:pt x="8306029" y="4652008"/>
                </a:lnTo>
                <a:lnTo>
                  <a:pt x="8306029" y="4632958"/>
                </a:lnTo>
                <a:close/>
              </a:path>
              <a:path w="10390505" h="4652010">
                <a:moveTo>
                  <a:pt x="8311236" y="4632958"/>
                </a:moveTo>
                <a:lnTo>
                  <a:pt x="8306029" y="4632958"/>
                </a:lnTo>
                <a:lnTo>
                  <a:pt x="8306029" y="4652008"/>
                </a:lnTo>
                <a:lnTo>
                  <a:pt x="8311236" y="4652008"/>
                </a:lnTo>
                <a:lnTo>
                  <a:pt x="8315554" y="4647742"/>
                </a:lnTo>
                <a:lnTo>
                  <a:pt x="8315554" y="4637222"/>
                </a:lnTo>
                <a:lnTo>
                  <a:pt x="8311236" y="4632958"/>
                </a:lnTo>
                <a:close/>
              </a:path>
              <a:path w="10390505" h="4652010">
                <a:moveTo>
                  <a:pt x="8267929" y="4632958"/>
                </a:moveTo>
                <a:lnTo>
                  <a:pt x="8262595" y="4632958"/>
                </a:lnTo>
                <a:lnTo>
                  <a:pt x="8258404" y="4637222"/>
                </a:lnTo>
                <a:lnTo>
                  <a:pt x="8258404" y="4647742"/>
                </a:lnTo>
                <a:lnTo>
                  <a:pt x="8262595" y="4652008"/>
                </a:lnTo>
                <a:lnTo>
                  <a:pt x="8267929" y="4652008"/>
                </a:lnTo>
                <a:lnTo>
                  <a:pt x="8267929" y="4632958"/>
                </a:lnTo>
                <a:close/>
              </a:path>
              <a:path w="10390505" h="4652010">
                <a:moveTo>
                  <a:pt x="8273136" y="4632958"/>
                </a:moveTo>
                <a:lnTo>
                  <a:pt x="8267929" y="4632958"/>
                </a:lnTo>
                <a:lnTo>
                  <a:pt x="8267929" y="4652008"/>
                </a:lnTo>
                <a:lnTo>
                  <a:pt x="8273136" y="4652008"/>
                </a:lnTo>
                <a:lnTo>
                  <a:pt x="8277454" y="4647742"/>
                </a:lnTo>
                <a:lnTo>
                  <a:pt x="8277454" y="4637222"/>
                </a:lnTo>
                <a:lnTo>
                  <a:pt x="8273136" y="4632958"/>
                </a:lnTo>
                <a:close/>
              </a:path>
              <a:path w="10390505" h="4652010">
                <a:moveTo>
                  <a:pt x="8229702" y="4632958"/>
                </a:moveTo>
                <a:lnTo>
                  <a:pt x="8224495" y="4632958"/>
                </a:lnTo>
                <a:lnTo>
                  <a:pt x="8220177" y="4637222"/>
                </a:lnTo>
                <a:lnTo>
                  <a:pt x="8220177" y="4647742"/>
                </a:lnTo>
                <a:lnTo>
                  <a:pt x="8224495" y="4652008"/>
                </a:lnTo>
                <a:lnTo>
                  <a:pt x="8229702" y="4652008"/>
                </a:lnTo>
                <a:lnTo>
                  <a:pt x="8229702" y="4632958"/>
                </a:lnTo>
                <a:close/>
              </a:path>
              <a:path w="10390505" h="4652010">
                <a:moveTo>
                  <a:pt x="8235036" y="4632958"/>
                </a:moveTo>
                <a:lnTo>
                  <a:pt x="8229829" y="4632958"/>
                </a:lnTo>
                <a:lnTo>
                  <a:pt x="8229829" y="4652008"/>
                </a:lnTo>
                <a:lnTo>
                  <a:pt x="8235036" y="4652008"/>
                </a:lnTo>
                <a:lnTo>
                  <a:pt x="8239354" y="4647742"/>
                </a:lnTo>
                <a:lnTo>
                  <a:pt x="8239354" y="4637222"/>
                </a:lnTo>
                <a:lnTo>
                  <a:pt x="8235036" y="4632958"/>
                </a:lnTo>
                <a:close/>
              </a:path>
              <a:path w="10390505" h="4652010">
                <a:moveTo>
                  <a:pt x="8191602" y="4632958"/>
                </a:moveTo>
                <a:lnTo>
                  <a:pt x="8186395" y="4632958"/>
                </a:lnTo>
                <a:lnTo>
                  <a:pt x="8182077" y="4637222"/>
                </a:lnTo>
                <a:lnTo>
                  <a:pt x="8182077" y="4647742"/>
                </a:lnTo>
                <a:lnTo>
                  <a:pt x="8186395" y="4652008"/>
                </a:lnTo>
                <a:lnTo>
                  <a:pt x="8191602" y="4652008"/>
                </a:lnTo>
                <a:lnTo>
                  <a:pt x="8191602" y="4632958"/>
                </a:lnTo>
                <a:close/>
              </a:path>
              <a:path w="10390505" h="4652010">
                <a:moveTo>
                  <a:pt x="8196936" y="4632958"/>
                </a:moveTo>
                <a:lnTo>
                  <a:pt x="8191602" y="4632958"/>
                </a:lnTo>
                <a:lnTo>
                  <a:pt x="8191602" y="4652008"/>
                </a:lnTo>
                <a:lnTo>
                  <a:pt x="8196936" y="4652008"/>
                </a:lnTo>
                <a:lnTo>
                  <a:pt x="8201127" y="4647742"/>
                </a:lnTo>
                <a:lnTo>
                  <a:pt x="8201127" y="4637222"/>
                </a:lnTo>
                <a:lnTo>
                  <a:pt x="8196936" y="4632958"/>
                </a:lnTo>
                <a:close/>
              </a:path>
              <a:path w="10390505" h="4652010">
                <a:moveTo>
                  <a:pt x="8153502" y="4632958"/>
                </a:moveTo>
                <a:lnTo>
                  <a:pt x="8148295" y="4632958"/>
                </a:lnTo>
                <a:lnTo>
                  <a:pt x="8143977" y="4637222"/>
                </a:lnTo>
                <a:lnTo>
                  <a:pt x="8143977" y="4647742"/>
                </a:lnTo>
                <a:lnTo>
                  <a:pt x="8148295" y="4652008"/>
                </a:lnTo>
                <a:lnTo>
                  <a:pt x="8153502" y="4652008"/>
                </a:lnTo>
                <a:lnTo>
                  <a:pt x="8153502" y="4632958"/>
                </a:lnTo>
                <a:close/>
              </a:path>
              <a:path w="10390505" h="4652010">
                <a:moveTo>
                  <a:pt x="8158836" y="4632958"/>
                </a:moveTo>
                <a:lnTo>
                  <a:pt x="8153502" y="4632958"/>
                </a:lnTo>
                <a:lnTo>
                  <a:pt x="8153502" y="4652008"/>
                </a:lnTo>
                <a:lnTo>
                  <a:pt x="8158836" y="4652008"/>
                </a:lnTo>
                <a:lnTo>
                  <a:pt x="8163027" y="4647742"/>
                </a:lnTo>
                <a:lnTo>
                  <a:pt x="8163027" y="4637222"/>
                </a:lnTo>
                <a:lnTo>
                  <a:pt x="8158836" y="4632958"/>
                </a:lnTo>
                <a:close/>
              </a:path>
              <a:path w="10390505" h="4652010">
                <a:moveTo>
                  <a:pt x="8115402" y="4632958"/>
                </a:moveTo>
                <a:lnTo>
                  <a:pt x="8110195" y="4632958"/>
                </a:lnTo>
                <a:lnTo>
                  <a:pt x="8105877" y="4637222"/>
                </a:lnTo>
                <a:lnTo>
                  <a:pt x="8105877" y="4647742"/>
                </a:lnTo>
                <a:lnTo>
                  <a:pt x="8110195" y="4652008"/>
                </a:lnTo>
                <a:lnTo>
                  <a:pt x="8115402" y="4652008"/>
                </a:lnTo>
                <a:lnTo>
                  <a:pt x="8115402" y="4632958"/>
                </a:lnTo>
                <a:close/>
              </a:path>
              <a:path w="10390505" h="4652010">
                <a:moveTo>
                  <a:pt x="8120736" y="4632958"/>
                </a:moveTo>
                <a:lnTo>
                  <a:pt x="8115402" y="4632958"/>
                </a:lnTo>
                <a:lnTo>
                  <a:pt x="8115402" y="4652008"/>
                </a:lnTo>
                <a:lnTo>
                  <a:pt x="8120736" y="4652008"/>
                </a:lnTo>
                <a:lnTo>
                  <a:pt x="8124927" y="4647742"/>
                </a:lnTo>
                <a:lnTo>
                  <a:pt x="8124927" y="4637222"/>
                </a:lnTo>
                <a:lnTo>
                  <a:pt x="8120736" y="4632958"/>
                </a:lnTo>
                <a:close/>
              </a:path>
              <a:path w="10390505" h="4652010">
                <a:moveTo>
                  <a:pt x="8077302" y="4632958"/>
                </a:moveTo>
                <a:lnTo>
                  <a:pt x="8071968" y="4632958"/>
                </a:lnTo>
                <a:lnTo>
                  <a:pt x="8067777" y="4637222"/>
                </a:lnTo>
                <a:lnTo>
                  <a:pt x="8067777" y="4647742"/>
                </a:lnTo>
                <a:lnTo>
                  <a:pt x="8071968" y="4652008"/>
                </a:lnTo>
                <a:lnTo>
                  <a:pt x="8077302" y="4652008"/>
                </a:lnTo>
                <a:lnTo>
                  <a:pt x="8077302" y="4632958"/>
                </a:lnTo>
                <a:close/>
              </a:path>
              <a:path w="10390505" h="4652010">
                <a:moveTo>
                  <a:pt x="8082509" y="4632958"/>
                </a:moveTo>
                <a:lnTo>
                  <a:pt x="8077302" y="4632958"/>
                </a:lnTo>
                <a:lnTo>
                  <a:pt x="8077302" y="4652008"/>
                </a:lnTo>
                <a:lnTo>
                  <a:pt x="8082509" y="4652008"/>
                </a:lnTo>
                <a:lnTo>
                  <a:pt x="8086827" y="4647742"/>
                </a:lnTo>
                <a:lnTo>
                  <a:pt x="8086827" y="4637222"/>
                </a:lnTo>
                <a:lnTo>
                  <a:pt x="8082509" y="4632958"/>
                </a:lnTo>
                <a:close/>
              </a:path>
              <a:path w="10390505" h="4652010">
                <a:moveTo>
                  <a:pt x="8039202" y="4632958"/>
                </a:moveTo>
                <a:lnTo>
                  <a:pt x="8033868" y="4632958"/>
                </a:lnTo>
                <a:lnTo>
                  <a:pt x="8029677" y="4637222"/>
                </a:lnTo>
                <a:lnTo>
                  <a:pt x="8029677" y="4647742"/>
                </a:lnTo>
                <a:lnTo>
                  <a:pt x="8033868" y="4652008"/>
                </a:lnTo>
                <a:lnTo>
                  <a:pt x="8039202" y="4652008"/>
                </a:lnTo>
                <a:lnTo>
                  <a:pt x="8039202" y="4632958"/>
                </a:lnTo>
                <a:close/>
              </a:path>
              <a:path w="10390505" h="4652010">
                <a:moveTo>
                  <a:pt x="8044409" y="4632958"/>
                </a:moveTo>
                <a:lnTo>
                  <a:pt x="8039202" y="4632958"/>
                </a:lnTo>
                <a:lnTo>
                  <a:pt x="8039202" y="4652008"/>
                </a:lnTo>
                <a:lnTo>
                  <a:pt x="8044409" y="4652008"/>
                </a:lnTo>
                <a:lnTo>
                  <a:pt x="8048727" y="4647742"/>
                </a:lnTo>
                <a:lnTo>
                  <a:pt x="8048727" y="4637222"/>
                </a:lnTo>
                <a:lnTo>
                  <a:pt x="8044409" y="4632958"/>
                </a:lnTo>
                <a:close/>
              </a:path>
              <a:path w="10390505" h="4652010">
                <a:moveTo>
                  <a:pt x="8001102" y="4632958"/>
                </a:moveTo>
                <a:lnTo>
                  <a:pt x="7995768" y="4632958"/>
                </a:lnTo>
                <a:lnTo>
                  <a:pt x="7991577" y="4637222"/>
                </a:lnTo>
                <a:lnTo>
                  <a:pt x="7991577" y="4647742"/>
                </a:lnTo>
                <a:lnTo>
                  <a:pt x="7995768" y="4652008"/>
                </a:lnTo>
                <a:lnTo>
                  <a:pt x="8001102" y="4652008"/>
                </a:lnTo>
                <a:lnTo>
                  <a:pt x="8001102" y="4632958"/>
                </a:lnTo>
                <a:close/>
              </a:path>
              <a:path w="10390505" h="4652010">
                <a:moveTo>
                  <a:pt x="8006309" y="4632958"/>
                </a:moveTo>
                <a:lnTo>
                  <a:pt x="8001102" y="4632958"/>
                </a:lnTo>
                <a:lnTo>
                  <a:pt x="8001102" y="4652008"/>
                </a:lnTo>
                <a:lnTo>
                  <a:pt x="8006309" y="4652008"/>
                </a:lnTo>
                <a:lnTo>
                  <a:pt x="8010627" y="4647742"/>
                </a:lnTo>
                <a:lnTo>
                  <a:pt x="8010627" y="4637222"/>
                </a:lnTo>
                <a:lnTo>
                  <a:pt x="8006309" y="4632958"/>
                </a:lnTo>
                <a:close/>
              </a:path>
              <a:path w="10390505" h="4652010">
                <a:moveTo>
                  <a:pt x="7962875" y="4632958"/>
                </a:moveTo>
                <a:lnTo>
                  <a:pt x="7957668" y="4632958"/>
                </a:lnTo>
                <a:lnTo>
                  <a:pt x="7953350" y="4637222"/>
                </a:lnTo>
                <a:lnTo>
                  <a:pt x="7953350" y="4647742"/>
                </a:lnTo>
                <a:lnTo>
                  <a:pt x="7957668" y="4652008"/>
                </a:lnTo>
                <a:lnTo>
                  <a:pt x="7962875" y="4652008"/>
                </a:lnTo>
                <a:lnTo>
                  <a:pt x="7962875" y="4632958"/>
                </a:lnTo>
                <a:close/>
              </a:path>
              <a:path w="10390505" h="4652010">
                <a:moveTo>
                  <a:pt x="7968209" y="4632958"/>
                </a:moveTo>
                <a:lnTo>
                  <a:pt x="7963002" y="4632958"/>
                </a:lnTo>
                <a:lnTo>
                  <a:pt x="7963002" y="4652008"/>
                </a:lnTo>
                <a:lnTo>
                  <a:pt x="7968209" y="4652008"/>
                </a:lnTo>
                <a:lnTo>
                  <a:pt x="7972527" y="4647742"/>
                </a:lnTo>
                <a:lnTo>
                  <a:pt x="7972527" y="4637222"/>
                </a:lnTo>
                <a:lnTo>
                  <a:pt x="7968209" y="4632958"/>
                </a:lnTo>
                <a:close/>
              </a:path>
              <a:path w="10390505" h="4652010">
                <a:moveTo>
                  <a:pt x="7924775" y="4632958"/>
                </a:moveTo>
                <a:lnTo>
                  <a:pt x="7919568" y="4632958"/>
                </a:lnTo>
                <a:lnTo>
                  <a:pt x="7915250" y="4637222"/>
                </a:lnTo>
                <a:lnTo>
                  <a:pt x="7915250" y="4647742"/>
                </a:lnTo>
                <a:lnTo>
                  <a:pt x="7919568" y="4652008"/>
                </a:lnTo>
                <a:lnTo>
                  <a:pt x="7924775" y="4652008"/>
                </a:lnTo>
                <a:lnTo>
                  <a:pt x="7924775" y="4632958"/>
                </a:lnTo>
                <a:close/>
              </a:path>
              <a:path w="10390505" h="4652010">
                <a:moveTo>
                  <a:pt x="7930109" y="4632958"/>
                </a:moveTo>
                <a:lnTo>
                  <a:pt x="7924775" y="4632958"/>
                </a:lnTo>
                <a:lnTo>
                  <a:pt x="7924775" y="4652008"/>
                </a:lnTo>
                <a:lnTo>
                  <a:pt x="7930109" y="4652008"/>
                </a:lnTo>
                <a:lnTo>
                  <a:pt x="7934300" y="4647742"/>
                </a:lnTo>
                <a:lnTo>
                  <a:pt x="7934300" y="4637222"/>
                </a:lnTo>
                <a:lnTo>
                  <a:pt x="7930109" y="4632958"/>
                </a:lnTo>
                <a:close/>
              </a:path>
              <a:path w="10390505" h="4652010">
                <a:moveTo>
                  <a:pt x="7886675" y="4632958"/>
                </a:moveTo>
                <a:lnTo>
                  <a:pt x="7881468" y="4632958"/>
                </a:lnTo>
                <a:lnTo>
                  <a:pt x="7877150" y="4637222"/>
                </a:lnTo>
                <a:lnTo>
                  <a:pt x="7877150" y="4647742"/>
                </a:lnTo>
                <a:lnTo>
                  <a:pt x="7881468" y="4652008"/>
                </a:lnTo>
                <a:lnTo>
                  <a:pt x="7886675" y="4652008"/>
                </a:lnTo>
                <a:lnTo>
                  <a:pt x="7886675" y="4632958"/>
                </a:lnTo>
                <a:close/>
              </a:path>
              <a:path w="10390505" h="4652010">
                <a:moveTo>
                  <a:pt x="7892009" y="4632958"/>
                </a:moveTo>
                <a:lnTo>
                  <a:pt x="7886675" y="4632958"/>
                </a:lnTo>
                <a:lnTo>
                  <a:pt x="7886675" y="4652008"/>
                </a:lnTo>
                <a:lnTo>
                  <a:pt x="7892009" y="4652008"/>
                </a:lnTo>
                <a:lnTo>
                  <a:pt x="7896200" y="4647742"/>
                </a:lnTo>
                <a:lnTo>
                  <a:pt x="7896200" y="4637222"/>
                </a:lnTo>
                <a:lnTo>
                  <a:pt x="7892009" y="4632958"/>
                </a:lnTo>
                <a:close/>
              </a:path>
              <a:path w="10390505" h="4652010">
                <a:moveTo>
                  <a:pt x="7848575" y="4632958"/>
                </a:moveTo>
                <a:lnTo>
                  <a:pt x="7843368" y="4632958"/>
                </a:lnTo>
                <a:lnTo>
                  <a:pt x="7839050" y="4637222"/>
                </a:lnTo>
                <a:lnTo>
                  <a:pt x="7839050" y="4647742"/>
                </a:lnTo>
                <a:lnTo>
                  <a:pt x="7843368" y="4652008"/>
                </a:lnTo>
                <a:lnTo>
                  <a:pt x="7848575" y="4652008"/>
                </a:lnTo>
                <a:lnTo>
                  <a:pt x="7848575" y="4632958"/>
                </a:lnTo>
                <a:close/>
              </a:path>
              <a:path w="10390505" h="4652010">
                <a:moveTo>
                  <a:pt x="7853909" y="4632958"/>
                </a:moveTo>
                <a:lnTo>
                  <a:pt x="7848575" y="4632958"/>
                </a:lnTo>
                <a:lnTo>
                  <a:pt x="7848575" y="4652008"/>
                </a:lnTo>
                <a:lnTo>
                  <a:pt x="7853909" y="4652008"/>
                </a:lnTo>
                <a:lnTo>
                  <a:pt x="7858100" y="4647742"/>
                </a:lnTo>
                <a:lnTo>
                  <a:pt x="7858100" y="4637222"/>
                </a:lnTo>
                <a:lnTo>
                  <a:pt x="7853909" y="4632958"/>
                </a:lnTo>
                <a:close/>
              </a:path>
              <a:path w="10390505" h="4652010">
                <a:moveTo>
                  <a:pt x="7810475" y="4632958"/>
                </a:moveTo>
                <a:lnTo>
                  <a:pt x="7805141" y="4632958"/>
                </a:lnTo>
                <a:lnTo>
                  <a:pt x="7800950" y="4637222"/>
                </a:lnTo>
                <a:lnTo>
                  <a:pt x="7800950" y="4647742"/>
                </a:lnTo>
                <a:lnTo>
                  <a:pt x="7805141" y="4652008"/>
                </a:lnTo>
                <a:lnTo>
                  <a:pt x="7810475" y="4652008"/>
                </a:lnTo>
                <a:lnTo>
                  <a:pt x="7810475" y="4632958"/>
                </a:lnTo>
                <a:close/>
              </a:path>
              <a:path w="10390505" h="4652010">
                <a:moveTo>
                  <a:pt x="7815682" y="4632958"/>
                </a:moveTo>
                <a:lnTo>
                  <a:pt x="7810475" y="4632958"/>
                </a:lnTo>
                <a:lnTo>
                  <a:pt x="7810475" y="4652008"/>
                </a:lnTo>
                <a:lnTo>
                  <a:pt x="7815682" y="4652008"/>
                </a:lnTo>
                <a:lnTo>
                  <a:pt x="7820000" y="4647742"/>
                </a:lnTo>
                <a:lnTo>
                  <a:pt x="7820000" y="4637222"/>
                </a:lnTo>
                <a:lnTo>
                  <a:pt x="7815682" y="4632958"/>
                </a:lnTo>
                <a:close/>
              </a:path>
              <a:path w="10390505" h="4652010">
                <a:moveTo>
                  <a:pt x="7772375" y="4632958"/>
                </a:moveTo>
                <a:lnTo>
                  <a:pt x="7767041" y="4632958"/>
                </a:lnTo>
                <a:lnTo>
                  <a:pt x="7762850" y="4637222"/>
                </a:lnTo>
                <a:lnTo>
                  <a:pt x="7762850" y="4647742"/>
                </a:lnTo>
                <a:lnTo>
                  <a:pt x="7767041" y="4652008"/>
                </a:lnTo>
                <a:lnTo>
                  <a:pt x="7772375" y="4652008"/>
                </a:lnTo>
                <a:lnTo>
                  <a:pt x="7772375" y="4632958"/>
                </a:lnTo>
                <a:close/>
              </a:path>
              <a:path w="10390505" h="4652010">
                <a:moveTo>
                  <a:pt x="7777582" y="4632958"/>
                </a:moveTo>
                <a:lnTo>
                  <a:pt x="7772375" y="4632958"/>
                </a:lnTo>
                <a:lnTo>
                  <a:pt x="7772375" y="4652008"/>
                </a:lnTo>
                <a:lnTo>
                  <a:pt x="7777582" y="4652008"/>
                </a:lnTo>
                <a:lnTo>
                  <a:pt x="7781900" y="4647742"/>
                </a:lnTo>
                <a:lnTo>
                  <a:pt x="7781900" y="4637222"/>
                </a:lnTo>
                <a:lnTo>
                  <a:pt x="7777582" y="4632958"/>
                </a:lnTo>
                <a:close/>
              </a:path>
              <a:path w="10390505" h="4652010">
                <a:moveTo>
                  <a:pt x="7734148" y="4632958"/>
                </a:moveTo>
                <a:lnTo>
                  <a:pt x="7728941" y="4632958"/>
                </a:lnTo>
                <a:lnTo>
                  <a:pt x="7724623" y="4637222"/>
                </a:lnTo>
                <a:lnTo>
                  <a:pt x="7724623" y="4647742"/>
                </a:lnTo>
                <a:lnTo>
                  <a:pt x="7728941" y="4652008"/>
                </a:lnTo>
                <a:lnTo>
                  <a:pt x="7734148" y="4652008"/>
                </a:lnTo>
                <a:lnTo>
                  <a:pt x="7734148" y="4632958"/>
                </a:lnTo>
                <a:close/>
              </a:path>
              <a:path w="10390505" h="4652010">
                <a:moveTo>
                  <a:pt x="7739482" y="4632958"/>
                </a:moveTo>
                <a:lnTo>
                  <a:pt x="7734275" y="4632958"/>
                </a:lnTo>
                <a:lnTo>
                  <a:pt x="7734275" y="4652008"/>
                </a:lnTo>
                <a:lnTo>
                  <a:pt x="7739482" y="4652008"/>
                </a:lnTo>
                <a:lnTo>
                  <a:pt x="7743800" y="4647742"/>
                </a:lnTo>
                <a:lnTo>
                  <a:pt x="7743800" y="4637222"/>
                </a:lnTo>
                <a:lnTo>
                  <a:pt x="7739482" y="4632958"/>
                </a:lnTo>
                <a:close/>
              </a:path>
              <a:path w="10390505" h="4652010">
                <a:moveTo>
                  <a:pt x="7696048" y="4632958"/>
                </a:moveTo>
                <a:lnTo>
                  <a:pt x="7690841" y="4632958"/>
                </a:lnTo>
                <a:lnTo>
                  <a:pt x="7686523" y="4637222"/>
                </a:lnTo>
                <a:lnTo>
                  <a:pt x="7686523" y="4647742"/>
                </a:lnTo>
                <a:lnTo>
                  <a:pt x="7690841" y="4652008"/>
                </a:lnTo>
                <a:lnTo>
                  <a:pt x="7696048" y="4652008"/>
                </a:lnTo>
                <a:lnTo>
                  <a:pt x="7696048" y="4632958"/>
                </a:lnTo>
                <a:close/>
              </a:path>
              <a:path w="10390505" h="4652010">
                <a:moveTo>
                  <a:pt x="7701382" y="4632958"/>
                </a:moveTo>
                <a:lnTo>
                  <a:pt x="7696048" y="4632958"/>
                </a:lnTo>
                <a:lnTo>
                  <a:pt x="7696048" y="4652008"/>
                </a:lnTo>
                <a:lnTo>
                  <a:pt x="7701382" y="4652008"/>
                </a:lnTo>
                <a:lnTo>
                  <a:pt x="7705573" y="4647742"/>
                </a:lnTo>
                <a:lnTo>
                  <a:pt x="7705573" y="4637222"/>
                </a:lnTo>
                <a:lnTo>
                  <a:pt x="7701382" y="4632958"/>
                </a:lnTo>
                <a:close/>
              </a:path>
              <a:path w="10390505" h="4652010">
                <a:moveTo>
                  <a:pt x="7657948" y="4632958"/>
                </a:moveTo>
                <a:lnTo>
                  <a:pt x="7652741" y="4632958"/>
                </a:lnTo>
                <a:lnTo>
                  <a:pt x="7648423" y="4637222"/>
                </a:lnTo>
                <a:lnTo>
                  <a:pt x="7648423" y="4647742"/>
                </a:lnTo>
                <a:lnTo>
                  <a:pt x="7652741" y="4652008"/>
                </a:lnTo>
                <a:lnTo>
                  <a:pt x="7657948" y="4652008"/>
                </a:lnTo>
                <a:lnTo>
                  <a:pt x="7657948" y="4632958"/>
                </a:lnTo>
                <a:close/>
              </a:path>
              <a:path w="10390505" h="4652010">
                <a:moveTo>
                  <a:pt x="7663282" y="4632958"/>
                </a:moveTo>
                <a:lnTo>
                  <a:pt x="7657948" y="4632958"/>
                </a:lnTo>
                <a:lnTo>
                  <a:pt x="7657948" y="4652008"/>
                </a:lnTo>
                <a:lnTo>
                  <a:pt x="7663282" y="4652008"/>
                </a:lnTo>
                <a:lnTo>
                  <a:pt x="7667473" y="4647742"/>
                </a:lnTo>
                <a:lnTo>
                  <a:pt x="7667473" y="4637222"/>
                </a:lnTo>
                <a:lnTo>
                  <a:pt x="7663282" y="4632958"/>
                </a:lnTo>
                <a:close/>
              </a:path>
              <a:path w="10390505" h="4652010">
                <a:moveTo>
                  <a:pt x="7619848" y="4632958"/>
                </a:moveTo>
                <a:lnTo>
                  <a:pt x="7614641" y="4632958"/>
                </a:lnTo>
                <a:lnTo>
                  <a:pt x="7610323" y="4637222"/>
                </a:lnTo>
                <a:lnTo>
                  <a:pt x="7610323" y="4647742"/>
                </a:lnTo>
                <a:lnTo>
                  <a:pt x="7614641" y="4652008"/>
                </a:lnTo>
                <a:lnTo>
                  <a:pt x="7619848" y="4652008"/>
                </a:lnTo>
                <a:lnTo>
                  <a:pt x="7619848" y="4632958"/>
                </a:lnTo>
                <a:close/>
              </a:path>
              <a:path w="10390505" h="4652010">
                <a:moveTo>
                  <a:pt x="7625182" y="4632958"/>
                </a:moveTo>
                <a:lnTo>
                  <a:pt x="7619848" y="4632958"/>
                </a:lnTo>
                <a:lnTo>
                  <a:pt x="7619848" y="4652008"/>
                </a:lnTo>
                <a:lnTo>
                  <a:pt x="7625182" y="4652008"/>
                </a:lnTo>
                <a:lnTo>
                  <a:pt x="7629373" y="4647742"/>
                </a:lnTo>
                <a:lnTo>
                  <a:pt x="7629373" y="4637222"/>
                </a:lnTo>
                <a:lnTo>
                  <a:pt x="7625182" y="4632958"/>
                </a:lnTo>
                <a:close/>
              </a:path>
              <a:path w="10390505" h="4652010">
                <a:moveTo>
                  <a:pt x="7581748" y="4632958"/>
                </a:moveTo>
                <a:lnTo>
                  <a:pt x="7576414" y="4632958"/>
                </a:lnTo>
                <a:lnTo>
                  <a:pt x="7572223" y="4637222"/>
                </a:lnTo>
                <a:lnTo>
                  <a:pt x="7572223" y="4647742"/>
                </a:lnTo>
                <a:lnTo>
                  <a:pt x="7576414" y="4652008"/>
                </a:lnTo>
                <a:lnTo>
                  <a:pt x="7581748" y="4652008"/>
                </a:lnTo>
                <a:lnTo>
                  <a:pt x="7581748" y="4632958"/>
                </a:lnTo>
                <a:close/>
              </a:path>
              <a:path w="10390505" h="4652010">
                <a:moveTo>
                  <a:pt x="7586955" y="4632958"/>
                </a:moveTo>
                <a:lnTo>
                  <a:pt x="7581748" y="4632958"/>
                </a:lnTo>
                <a:lnTo>
                  <a:pt x="7581748" y="4652008"/>
                </a:lnTo>
                <a:lnTo>
                  <a:pt x="7586955" y="4652008"/>
                </a:lnTo>
                <a:lnTo>
                  <a:pt x="7591273" y="4647742"/>
                </a:lnTo>
                <a:lnTo>
                  <a:pt x="7591273" y="4637222"/>
                </a:lnTo>
                <a:lnTo>
                  <a:pt x="7586955" y="4632958"/>
                </a:lnTo>
                <a:close/>
              </a:path>
              <a:path w="10390505" h="4652010">
                <a:moveTo>
                  <a:pt x="7543648" y="4632958"/>
                </a:moveTo>
                <a:lnTo>
                  <a:pt x="7538314" y="4632958"/>
                </a:lnTo>
                <a:lnTo>
                  <a:pt x="7534123" y="4637222"/>
                </a:lnTo>
                <a:lnTo>
                  <a:pt x="7534123" y="4647742"/>
                </a:lnTo>
                <a:lnTo>
                  <a:pt x="7538314" y="4652008"/>
                </a:lnTo>
                <a:lnTo>
                  <a:pt x="7543648" y="4652008"/>
                </a:lnTo>
                <a:lnTo>
                  <a:pt x="7543648" y="4632958"/>
                </a:lnTo>
                <a:close/>
              </a:path>
              <a:path w="10390505" h="4652010">
                <a:moveTo>
                  <a:pt x="7548855" y="4632958"/>
                </a:moveTo>
                <a:lnTo>
                  <a:pt x="7543648" y="4632958"/>
                </a:lnTo>
                <a:lnTo>
                  <a:pt x="7543648" y="4652008"/>
                </a:lnTo>
                <a:lnTo>
                  <a:pt x="7548855" y="4652008"/>
                </a:lnTo>
                <a:lnTo>
                  <a:pt x="7553173" y="4647742"/>
                </a:lnTo>
                <a:lnTo>
                  <a:pt x="7553173" y="4637222"/>
                </a:lnTo>
                <a:lnTo>
                  <a:pt x="7548855" y="4632958"/>
                </a:lnTo>
                <a:close/>
              </a:path>
              <a:path w="10390505" h="4652010">
                <a:moveTo>
                  <a:pt x="7505548" y="4632958"/>
                </a:moveTo>
                <a:lnTo>
                  <a:pt x="7500214" y="4632958"/>
                </a:lnTo>
                <a:lnTo>
                  <a:pt x="7496023" y="4637222"/>
                </a:lnTo>
                <a:lnTo>
                  <a:pt x="7496023" y="4647742"/>
                </a:lnTo>
                <a:lnTo>
                  <a:pt x="7500214" y="4652008"/>
                </a:lnTo>
                <a:lnTo>
                  <a:pt x="7505548" y="4652008"/>
                </a:lnTo>
                <a:lnTo>
                  <a:pt x="7505548" y="4632958"/>
                </a:lnTo>
                <a:close/>
              </a:path>
              <a:path w="10390505" h="4652010">
                <a:moveTo>
                  <a:pt x="7510755" y="4632958"/>
                </a:moveTo>
                <a:lnTo>
                  <a:pt x="7505548" y="4632958"/>
                </a:lnTo>
                <a:lnTo>
                  <a:pt x="7505548" y="4652008"/>
                </a:lnTo>
                <a:lnTo>
                  <a:pt x="7510755" y="4652008"/>
                </a:lnTo>
                <a:lnTo>
                  <a:pt x="7515073" y="4647742"/>
                </a:lnTo>
                <a:lnTo>
                  <a:pt x="7515073" y="4637222"/>
                </a:lnTo>
                <a:lnTo>
                  <a:pt x="7510755" y="4632958"/>
                </a:lnTo>
                <a:close/>
              </a:path>
              <a:path w="10390505" h="4652010">
                <a:moveTo>
                  <a:pt x="7467321" y="4632958"/>
                </a:moveTo>
                <a:lnTo>
                  <a:pt x="7462114" y="4632958"/>
                </a:lnTo>
                <a:lnTo>
                  <a:pt x="7457796" y="4637222"/>
                </a:lnTo>
                <a:lnTo>
                  <a:pt x="7457796" y="4647742"/>
                </a:lnTo>
                <a:lnTo>
                  <a:pt x="7462114" y="4652008"/>
                </a:lnTo>
                <a:lnTo>
                  <a:pt x="7467321" y="4652008"/>
                </a:lnTo>
                <a:lnTo>
                  <a:pt x="7467321" y="4632958"/>
                </a:lnTo>
                <a:close/>
              </a:path>
              <a:path w="10390505" h="4652010">
                <a:moveTo>
                  <a:pt x="7472655" y="4632958"/>
                </a:moveTo>
                <a:lnTo>
                  <a:pt x="7467448" y="4632958"/>
                </a:lnTo>
                <a:lnTo>
                  <a:pt x="7467448" y="4652008"/>
                </a:lnTo>
                <a:lnTo>
                  <a:pt x="7472655" y="4652008"/>
                </a:lnTo>
                <a:lnTo>
                  <a:pt x="7476973" y="4647742"/>
                </a:lnTo>
                <a:lnTo>
                  <a:pt x="7476973" y="4637222"/>
                </a:lnTo>
                <a:lnTo>
                  <a:pt x="7472655" y="4632958"/>
                </a:lnTo>
                <a:close/>
              </a:path>
              <a:path w="10390505" h="4652010">
                <a:moveTo>
                  <a:pt x="7429221" y="4632958"/>
                </a:moveTo>
                <a:lnTo>
                  <a:pt x="7424014" y="4632958"/>
                </a:lnTo>
                <a:lnTo>
                  <a:pt x="7419696" y="4637222"/>
                </a:lnTo>
                <a:lnTo>
                  <a:pt x="7419696" y="4647742"/>
                </a:lnTo>
                <a:lnTo>
                  <a:pt x="7424014" y="4652008"/>
                </a:lnTo>
                <a:lnTo>
                  <a:pt x="7429221" y="4652008"/>
                </a:lnTo>
                <a:lnTo>
                  <a:pt x="7429221" y="4632958"/>
                </a:lnTo>
                <a:close/>
              </a:path>
              <a:path w="10390505" h="4652010">
                <a:moveTo>
                  <a:pt x="7434555" y="4632958"/>
                </a:moveTo>
                <a:lnTo>
                  <a:pt x="7429221" y="4632958"/>
                </a:lnTo>
                <a:lnTo>
                  <a:pt x="7429221" y="4652008"/>
                </a:lnTo>
                <a:lnTo>
                  <a:pt x="7434555" y="4652008"/>
                </a:lnTo>
                <a:lnTo>
                  <a:pt x="7438746" y="4647742"/>
                </a:lnTo>
                <a:lnTo>
                  <a:pt x="7438746" y="4637222"/>
                </a:lnTo>
                <a:lnTo>
                  <a:pt x="7434555" y="4632958"/>
                </a:lnTo>
                <a:close/>
              </a:path>
              <a:path w="10390505" h="4652010">
                <a:moveTo>
                  <a:pt x="7391121" y="4632958"/>
                </a:moveTo>
                <a:lnTo>
                  <a:pt x="7385914" y="4632958"/>
                </a:lnTo>
                <a:lnTo>
                  <a:pt x="7381596" y="4637222"/>
                </a:lnTo>
                <a:lnTo>
                  <a:pt x="7381596" y="4647742"/>
                </a:lnTo>
                <a:lnTo>
                  <a:pt x="7385914" y="4652008"/>
                </a:lnTo>
                <a:lnTo>
                  <a:pt x="7391121" y="4652008"/>
                </a:lnTo>
                <a:lnTo>
                  <a:pt x="7391121" y="4632958"/>
                </a:lnTo>
                <a:close/>
              </a:path>
              <a:path w="10390505" h="4652010">
                <a:moveTo>
                  <a:pt x="7396455" y="4632958"/>
                </a:moveTo>
                <a:lnTo>
                  <a:pt x="7391121" y="4632958"/>
                </a:lnTo>
                <a:lnTo>
                  <a:pt x="7391121" y="4652008"/>
                </a:lnTo>
                <a:lnTo>
                  <a:pt x="7396455" y="4652008"/>
                </a:lnTo>
                <a:lnTo>
                  <a:pt x="7400646" y="4647742"/>
                </a:lnTo>
                <a:lnTo>
                  <a:pt x="7400646" y="4637222"/>
                </a:lnTo>
                <a:lnTo>
                  <a:pt x="7396455" y="4632958"/>
                </a:lnTo>
                <a:close/>
              </a:path>
              <a:path w="10390505" h="4652010">
                <a:moveTo>
                  <a:pt x="7353021" y="4632958"/>
                </a:moveTo>
                <a:lnTo>
                  <a:pt x="7347814" y="4632958"/>
                </a:lnTo>
                <a:lnTo>
                  <a:pt x="7343496" y="4637222"/>
                </a:lnTo>
                <a:lnTo>
                  <a:pt x="7343496" y="4647742"/>
                </a:lnTo>
                <a:lnTo>
                  <a:pt x="7347814" y="4652008"/>
                </a:lnTo>
                <a:lnTo>
                  <a:pt x="7353021" y="4652008"/>
                </a:lnTo>
                <a:lnTo>
                  <a:pt x="7353021" y="4632958"/>
                </a:lnTo>
                <a:close/>
              </a:path>
              <a:path w="10390505" h="4652010">
                <a:moveTo>
                  <a:pt x="7358355" y="4632958"/>
                </a:moveTo>
                <a:lnTo>
                  <a:pt x="7353021" y="4632958"/>
                </a:lnTo>
                <a:lnTo>
                  <a:pt x="7353021" y="4652008"/>
                </a:lnTo>
                <a:lnTo>
                  <a:pt x="7358355" y="4652008"/>
                </a:lnTo>
                <a:lnTo>
                  <a:pt x="7362546" y="4647742"/>
                </a:lnTo>
                <a:lnTo>
                  <a:pt x="7362546" y="4637222"/>
                </a:lnTo>
                <a:lnTo>
                  <a:pt x="7358355" y="4632958"/>
                </a:lnTo>
                <a:close/>
              </a:path>
              <a:path w="10390505" h="4652010">
                <a:moveTo>
                  <a:pt x="7314921" y="4632958"/>
                </a:moveTo>
                <a:lnTo>
                  <a:pt x="7309587" y="4632958"/>
                </a:lnTo>
                <a:lnTo>
                  <a:pt x="7305396" y="4637222"/>
                </a:lnTo>
                <a:lnTo>
                  <a:pt x="7305396" y="4647742"/>
                </a:lnTo>
                <a:lnTo>
                  <a:pt x="7309587" y="4652008"/>
                </a:lnTo>
                <a:lnTo>
                  <a:pt x="7314921" y="4652008"/>
                </a:lnTo>
                <a:lnTo>
                  <a:pt x="7314921" y="4632958"/>
                </a:lnTo>
                <a:close/>
              </a:path>
              <a:path w="10390505" h="4652010">
                <a:moveTo>
                  <a:pt x="7320128" y="4632958"/>
                </a:moveTo>
                <a:lnTo>
                  <a:pt x="7314921" y="4632958"/>
                </a:lnTo>
                <a:lnTo>
                  <a:pt x="7314921" y="4652008"/>
                </a:lnTo>
                <a:lnTo>
                  <a:pt x="7320128" y="4652008"/>
                </a:lnTo>
                <a:lnTo>
                  <a:pt x="7324446" y="4647742"/>
                </a:lnTo>
                <a:lnTo>
                  <a:pt x="7324446" y="4637222"/>
                </a:lnTo>
                <a:lnTo>
                  <a:pt x="7320128" y="4632958"/>
                </a:lnTo>
                <a:close/>
              </a:path>
              <a:path w="10390505" h="4652010">
                <a:moveTo>
                  <a:pt x="7276821" y="4632958"/>
                </a:moveTo>
                <a:lnTo>
                  <a:pt x="7271487" y="4632958"/>
                </a:lnTo>
                <a:lnTo>
                  <a:pt x="7267296" y="4637222"/>
                </a:lnTo>
                <a:lnTo>
                  <a:pt x="7267296" y="4647742"/>
                </a:lnTo>
                <a:lnTo>
                  <a:pt x="7271487" y="4652008"/>
                </a:lnTo>
                <a:lnTo>
                  <a:pt x="7276821" y="4652008"/>
                </a:lnTo>
                <a:lnTo>
                  <a:pt x="7276821" y="4632958"/>
                </a:lnTo>
                <a:close/>
              </a:path>
              <a:path w="10390505" h="4652010">
                <a:moveTo>
                  <a:pt x="7282028" y="4632958"/>
                </a:moveTo>
                <a:lnTo>
                  <a:pt x="7276821" y="4632958"/>
                </a:lnTo>
                <a:lnTo>
                  <a:pt x="7276821" y="4652008"/>
                </a:lnTo>
                <a:lnTo>
                  <a:pt x="7282028" y="4652008"/>
                </a:lnTo>
                <a:lnTo>
                  <a:pt x="7286346" y="4647742"/>
                </a:lnTo>
                <a:lnTo>
                  <a:pt x="7286346" y="4637222"/>
                </a:lnTo>
                <a:lnTo>
                  <a:pt x="7282028" y="4632958"/>
                </a:lnTo>
                <a:close/>
              </a:path>
              <a:path w="10390505" h="4652010">
                <a:moveTo>
                  <a:pt x="7238594" y="4632958"/>
                </a:moveTo>
                <a:lnTo>
                  <a:pt x="7233387" y="4632958"/>
                </a:lnTo>
                <a:lnTo>
                  <a:pt x="7229069" y="4637222"/>
                </a:lnTo>
                <a:lnTo>
                  <a:pt x="7229069" y="4647742"/>
                </a:lnTo>
                <a:lnTo>
                  <a:pt x="7233387" y="4652008"/>
                </a:lnTo>
                <a:lnTo>
                  <a:pt x="7238594" y="4652008"/>
                </a:lnTo>
                <a:lnTo>
                  <a:pt x="7238594" y="4632958"/>
                </a:lnTo>
                <a:close/>
              </a:path>
              <a:path w="10390505" h="4652010">
                <a:moveTo>
                  <a:pt x="7238721" y="4645658"/>
                </a:moveTo>
                <a:lnTo>
                  <a:pt x="7238594" y="4645658"/>
                </a:lnTo>
                <a:lnTo>
                  <a:pt x="7238594" y="4652008"/>
                </a:lnTo>
                <a:lnTo>
                  <a:pt x="7238721" y="4652008"/>
                </a:lnTo>
                <a:lnTo>
                  <a:pt x="7238721" y="4645658"/>
                </a:lnTo>
                <a:close/>
              </a:path>
              <a:path w="10390505" h="4652010">
                <a:moveTo>
                  <a:pt x="7243928" y="4632958"/>
                </a:moveTo>
                <a:lnTo>
                  <a:pt x="7238721" y="4632958"/>
                </a:lnTo>
                <a:lnTo>
                  <a:pt x="7238721" y="4652008"/>
                </a:lnTo>
                <a:lnTo>
                  <a:pt x="7243928" y="4652008"/>
                </a:lnTo>
                <a:lnTo>
                  <a:pt x="7248246" y="4647742"/>
                </a:lnTo>
                <a:lnTo>
                  <a:pt x="7248246" y="4637222"/>
                </a:lnTo>
                <a:lnTo>
                  <a:pt x="7243928" y="4632958"/>
                </a:lnTo>
                <a:close/>
              </a:path>
              <a:path w="10390505" h="4652010">
                <a:moveTo>
                  <a:pt x="7238721" y="4632958"/>
                </a:moveTo>
                <a:lnTo>
                  <a:pt x="7238594" y="4632958"/>
                </a:lnTo>
                <a:lnTo>
                  <a:pt x="7238594" y="4639308"/>
                </a:lnTo>
                <a:lnTo>
                  <a:pt x="7238721" y="4639308"/>
                </a:lnTo>
                <a:lnTo>
                  <a:pt x="7238721" y="4632958"/>
                </a:lnTo>
                <a:close/>
              </a:path>
              <a:path w="10390505" h="4652010">
                <a:moveTo>
                  <a:pt x="7200494" y="4632958"/>
                </a:moveTo>
                <a:lnTo>
                  <a:pt x="7195287" y="4632958"/>
                </a:lnTo>
                <a:lnTo>
                  <a:pt x="7190969" y="4637222"/>
                </a:lnTo>
                <a:lnTo>
                  <a:pt x="7190969" y="4647742"/>
                </a:lnTo>
                <a:lnTo>
                  <a:pt x="7195287" y="4652008"/>
                </a:lnTo>
                <a:lnTo>
                  <a:pt x="7200494" y="4652008"/>
                </a:lnTo>
                <a:lnTo>
                  <a:pt x="7200494" y="4632958"/>
                </a:lnTo>
                <a:close/>
              </a:path>
              <a:path w="10390505" h="4652010">
                <a:moveTo>
                  <a:pt x="7205828" y="4632958"/>
                </a:moveTo>
                <a:lnTo>
                  <a:pt x="7200494" y="4632958"/>
                </a:lnTo>
                <a:lnTo>
                  <a:pt x="7200494" y="4652008"/>
                </a:lnTo>
                <a:lnTo>
                  <a:pt x="7205828" y="4652008"/>
                </a:lnTo>
                <a:lnTo>
                  <a:pt x="7210019" y="4647742"/>
                </a:lnTo>
                <a:lnTo>
                  <a:pt x="7210019" y="4637222"/>
                </a:lnTo>
                <a:lnTo>
                  <a:pt x="7205828" y="4632958"/>
                </a:lnTo>
                <a:close/>
              </a:path>
              <a:path w="10390505" h="4652010">
                <a:moveTo>
                  <a:pt x="7162394" y="4632958"/>
                </a:moveTo>
                <a:lnTo>
                  <a:pt x="7157187" y="4632958"/>
                </a:lnTo>
                <a:lnTo>
                  <a:pt x="7152869" y="4637222"/>
                </a:lnTo>
                <a:lnTo>
                  <a:pt x="7152869" y="4647742"/>
                </a:lnTo>
                <a:lnTo>
                  <a:pt x="7157187" y="4652008"/>
                </a:lnTo>
                <a:lnTo>
                  <a:pt x="7162394" y="4652008"/>
                </a:lnTo>
                <a:lnTo>
                  <a:pt x="7162394" y="4632958"/>
                </a:lnTo>
                <a:close/>
              </a:path>
              <a:path w="10390505" h="4652010">
                <a:moveTo>
                  <a:pt x="7167728" y="4632958"/>
                </a:moveTo>
                <a:lnTo>
                  <a:pt x="7162394" y="4632958"/>
                </a:lnTo>
                <a:lnTo>
                  <a:pt x="7162394" y="4652008"/>
                </a:lnTo>
                <a:lnTo>
                  <a:pt x="7167728" y="4652008"/>
                </a:lnTo>
                <a:lnTo>
                  <a:pt x="7171919" y="4647742"/>
                </a:lnTo>
                <a:lnTo>
                  <a:pt x="7171919" y="4637222"/>
                </a:lnTo>
                <a:lnTo>
                  <a:pt x="7167728" y="4632958"/>
                </a:lnTo>
                <a:close/>
              </a:path>
              <a:path w="10390505" h="4652010">
                <a:moveTo>
                  <a:pt x="7124294" y="4632958"/>
                </a:moveTo>
                <a:lnTo>
                  <a:pt x="7119087" y="4632958"/>
                </a:lnTo>
                <a:lnTo>
                  <a:pt x="7114769" y="4637222"/>
                </a:lnTo>
                <a:lnTo>
                  <a:pt x="7114769" y="4647742"/>
                </a:lnTo>
                <a:lnTo>
                  <a:pt x="7119087" y="4652008"/>
                </a:lnTo>
                <a:lnTo>
                  <a:pt x="7124294" y="4652008"/>
                </a:lnTo>
                <a:lnTo>
                  <a:pt x="7124294" y="4632958"/>
                </a:lnTo>
                <a:close/>
              </a:path>
              <a:path w="10390505" h="4652010">
                <a:moveTo>
                  <a:pt x="7129628" y="4632958"/>
                </a:moveTo>
                <a:lnTo>
                  <a:pt x="7124294" y="4632958"/>
                </a:lnTo>
                <a:lnTo>
                  <a:pt x="7124294" y="4652008"/>
                </a:lnTo>
                <a:lnTo>
                  <a:pt x="7129628" y="4652008"/>
                </a:lnTo>
                <a:lnTo>
                  <a:pt x="7133819" y="4647742"/>
                </a:lnTo>
                <a:lnTo>
                  <a:pt x="7133819" y="4637222"/>
                </a:lnTo>
                <a:lnTo>
                  <a:pt x="7129628" y="4632958"/>
                </a:lnTo>
                <a:close/>
              </a:path>
              <a:path w="10390505" h="4652010">
                <a:moveTo>
                  <a:pt x="7086194" y="4632958"/>
                </a:moveTo>
                <a:lnTo>
                  <a:pt x="7080860" y="4632958"/>
                </a:lnTo>
                <a:lnTo>
                  <a:pt x="7076669" y="4637222"/>
                </a:lnTo>
                <a:lnTo>
                  <a:pt x="7076669" y="4647742"/>
                </a:lnTo>
                <a:lnTo>
                  <a:pt x="7080860" y="4652008"/>
                </a:lnTo>
                <a:lnTo>
                  <a:pt x="7086194" y="4652008"/>
                </a:lnTo>
                <a:lnTo>
                  <a:pt x="7086194" y="4632958"/>
                </a:lnTo>
                <a:close/>
              </a:path>
              <a:path w="10390505" h="4652010">
                <a:moveTo>
                  <a:pt x="7091401" y="4632958"/>
                </a:moveTo>
                <a:lnTo>
                  <a:pt x="7086194" y="4632958"/>
                </a:lnTo>
                <a:lnTo>
                  <a:pt x="7086194" y="4652008"/>
                </a:lnTo>
                <a:lnTo>
                  <a:pt x="7091401" y="4652008"/>
                </a:lnTo>
                <a:lnTo>
                  <a:pt x="7095719" y="4647742"/>
                </a:lnTo>
                <a:lnTo>
                  <a:pt x="7095719" y="4637222"/>
                </a:lnTo>
                <a:lnTo>
                  <a:pt x="7091401" y="4632958"/>
                </a:lnTo>
                <a:close/>
              </a:path>
              <a:path w="10390505" h="4652010">
                <a:moveTo>
                  <a:pt x="7048094" y="4632958"/>
                </a:moveTo>
                <a:lnTo>
                  <a:pt x="7042760" y="4632958"/>
                </a:lnTo>
                <a:lnTo>
                  <a:pt x="7038569" y="4637222"/>
                </a:lnTo>
                <a:lnTo>
                  <a:pt x="7038569" y="4647742"/>
                </a:lnTo>
                <a:lnTo>
                  <a:pt x="7042760" y="4652008"/>
                </a:lnTo>
                <a:lnTo>
                  <a:pt x="7048094" y="4652008"/>
                </a:lnTo>
                <a:lnTo>
                  <a:pt x="7048094" y="4632958"/>
                </a:lnTo>
                <a:close/>
              </a:path>
              <a:path w="10390505" h="4652010">
                <a:moveTo>
                  <a:pt x="7053301" y="4632958"/>
                </a:moveTo>
                <a:lnTo>
                  <a:pt x="7048094" y="4632958"/>
                </a:lnTo>
                <a:lnTo>
                  <a:pt x="7048094" y="4652008"/>
                </a:lnTo>
                <a:lnTo>
                  <a:pt x="7053301" y="4652008"/>
                </a:lnTo>
                <a:lnTo>
                  <a:pt x="7057619" y="4647742"/>
                </a:lnTo>
                <a:lnTo>
                  <a:pt x="7057619" y="4637222"/>
                </a:lnTo>
                <a:lnTo>
                  <a:pt x="7053301" y="4632958"/>
                </a:lnTo>
                <a:close/>
              </a:path>
              <a:path w="10390505" h="4652010">
                <a:moveTo>
                  <a:pt x="7009994" y="4632958"/>
                </a:moveTo>
                <a:lnTo>
                  <a:pt x="7004660" y="4632958"/>
                </a:lnTo>
                <a:lnTo>
                  <a:pt x="7000469" y="4637222"/>
                </a:lnTo>
                <a:lnTo>
                  <a:pt x="7000469" y="4647742"/>
                </a:lnTo>
                <a:lnTo>
                  <a:pt x="7004660" y="4652008"/>
                </a:lnTo>
                <a:lnTo>
                  <a:pt x="7009994" y="4652008"/>
                </a:lnTo>
                <a:lnTo>
                  <a:pt x="7009994" y="4632958"/>
                </a:lnTo>
                <a:close/>
              </a:path>
              <a:path w="10390505" h="4652010">
                <a:moveTo>
                  <a:pt x="7015201" y="4632958"/>
                </a:moveTo>
                <a:lnTo>
                  <a:pt x="7009994" y="4632958"/>
                </a:lnTo>
                <a:lnTo>
                  <a:pt x="7009994" y="4652008"/>
                </a:lnTo>
                <a:lnTo>
                  <a:pt x="7015201" y="4652008"/>
                </a:lnTo>
                <a:lnTo>
                  <a:pt x="7019519" y="4647742"/>
                </a:lnTo>
                <a:lnTo>
                  <a:pt x="7019519" y="4637222"/>
                </a:lnTo>
                <a:lnTo>
                  <a:pt x="7015201" y="4632958"/>
                </a:lnTo>
                <a:close/>
              </a:path>
              <a:path w="10390505" h="4652010">
                <a:moveTo>
                  <a:pt x="6971767" y="4632958"/>
                </a:moveTo>
                <a:lnTo>
                  <a:pt x="6966560" y="4632958"/>
                </a:lnTo>
                <a:lnTo>
                  <a:pt x="6962242" y="4637222"/>
                </a:lnTo>
                <a:lnTo>
                  <a:pt x="6962242" y="4647742"/>
                </a:lnTo>
                <a:lnTo>
                  <a:pt x="6966560" y="4652008"/>
                </a:lnTo>
                <a:lnTo>
                  <a:pt x="6971767" y="4652008"/>
                </a:lnTo>
                <a:lnTo>
                  <a:pt x="6971767" y="4632958"/>
                </a:lnTo>
                <a:close/>
              </a:path>
              <a:path w="10390505" h="4652010">
                <a:moveTo>
                  <a:pt x="6977101" y="4632958"/>
                </a:moveTo>
                <a:lnTo>
                  <a:pt x="6971894" y="4632958"/>
                </a:lnTo>
                <a:lnTo>
                  <a:pt x="6971894" y="4652008"/>
                </a:lnTo>
                <a:lnTo>
                  <a:pt x="6977101" y="4652008"/>
                </a:lnTo>
                <a:lnTo>
                  <a:pt x="6981419" y="4647742"/>
                </a:lnTo>
                <a:lnTo>
                  <a:pt x="6981419" y="4637222"/>
                </a:lnTo>
                <a:lnTo>
                  <a:pt x="6977101" y="4632958"/>
                </a:lnTo>
                <a:close/>
              </a:path>
              <a:path w="10390505" h="4652010">
                <a:moveTo>
                  <a:pt x="6933667" y="4632958"/>
                </a:moveTo>
                <a:lnTo>
                  <a:pt x="6928460" y="4632958"/>
                </a:lnTo>
                <a:lnTo>
                  <a:pt x="6924142" y="4637222"/>
                </a:lnTo>
                <a:lnTo>
                  <a:pt x="6924142" y="4647742"/>
                </a:lnTo>
                <a:lnTo>
                  <a:pt x="6928460" y="4652008"/>
                </a:lnTo>
                <a:lnTo>
                  <a:pt x="6933667" y="4652008"/>
                </a:lnTo>
                <a:lnTo>
                  <a:pt x="6933667" y="4632958"/>
                </a:lnTo>
                <a:close/>
              </a:path>
              <a:path w="10390505" h="4652010">
                <a:moveTo>
                  <a:pt x="6939001" y="4632958"/>
                </a:moveTo>
                <a:lnTo>
                  <a:pt x="6933667" y="4632958"/>
                </a:lnTo>
                <a:lnTo>
                  <a:pt x="6933667" y="4652008"/>
                </a:lnTo>
                <a:lnTo>
                  <a:pt x="6939001" y="4652008"/>
                </a:lnTo>
                <a:lnTo>
                  <a:pt x="6943192" y="4647742"/>
                </a:lnTo>
                <a:lnTo>
                  <a:pt x="6943192" y="4637222"/>
                </a:lnTo>
                <a:lnTo>
                  <a:pt x="6939001" y="4632958"/>
                </a:lnTo>
                <a:close/>
              </a:path>
              <a:path w="10390505" h="4652010">
                <a:moveTo>
                  <a:pt x="6895567" y="4632958"/>
                </a:moveTo>
                <a:lnTo>
                  <a:pt x="6890360" y="4632958"/>
                </a:lnTo>
                <a:lnTo>
                  <a:pt x="6886042" y="4637222"/>
                </a:lnTo>
                <a:lnTo>
                  <a:pt x="6886042" y="4647742"/>
                </a:lnTo>
                <a:lnTo>
                  <a:pt x="6890360" y="4652008"/>
                </a:lnTo>
                <a:lnTo>
                  <a:pt x="6895567" y="4652008"/>
                </a:lnTo>
                <a:lnTo>
                  <a:pt x="6895567" y="4632958"/>
                </a:lnTo>
                <a:close/>
              </a:path>
              <a:path w="10390505" h="4652010">
                <a:moveTo>
                  <a:pt x="6900901" y="4632958"/>
                </a:moveTo>
                <a:lnTo>
                  <a:pt x="6895567" y="4632958"/>
                </a:lnTo>
                <a:lnTo>
                  <a:pt x="6895567" y="4652008"/>
                </a:lnTo>
                <a:lnTo>
                  <a:pt x="6900901" y="4652008"/>
                </a:lnTo>
                <a:lnTo>
                  <a:pt x="6905092" y="4647742"/>
                </a:lnTo>
                <a:lnTo>
                  <a:pt x="6905092" y="4637222"/>
                </a:lnTo>
                <a:lnTo>
                  <a:pt x="6900901" y="4632958"/>
                </a:lnTo>
                <a:close/>
              </a:path>
              <a:path w="10390505" h="4652010">
                <a:moveTo>
                  <a:pt x="6857467" y="4632958"/>
                </a:moveTo>
                <a:lnTo>
                  <a:pt x="6852260" y="4632958"/>
                </a:lnTo>
                <a:lnTo>
                  <a:pt x="6847942" y="4637222"/>
                </a:lnTo>
                <a:lnTo>
                  <a:pt x="6847942" y="4647742"/>
                </a:lnTo>
                <a:lnTo>
                  <a:pt x="6852260" y="4652008"/>
                </a:lnTo>
                <a:lnTo>
                  <a:pt x="6857467" y="4652008"/>
                </a:lnTo>
                <a:lnTo>
                  <a:pt x="6857467" y="4632958"/>
                </a:lnTo>
                <a:close/>
              </a:path>
              <a:path w="10390505" h="4652010">
                <a:moveTo>
                  <a:pt x="6862801" y="4632958"/>
                </a:moveTo>
                <a:lnTo>
                  <a:pt x="6857467" y="4632958"/>
                </a:lnTo>
                <a:lnTo>
                  <a:pt x="6857467" y="4652008"/>
                </a:lnTo>
                <a:lnTo>
                  <a:pt x="6862801" y="4652008"/>
                </a:lnTo>
                <a:lnTo>
                  <a:pt x="6866992" y="4647742"/>
                </a:lnTo>
                <a:lnTo>
                  <a:pt x="6866992" y="4637222"/>
                </a:lnTo>
                <a:lnTo>
                  <a:pt x="6862801" y="4632958"/>
                </a:lnTo>
                <a:close/>
              </a:path>
              <a:path w="10390505" h="4652010">
                <a:moveTo>
                  <a:pt x="6819367" y="4632958"/>
                </a:moveTo>
                <a:lnTo>
                  <a:pt x="6814033" y="4632958"/>
                </a:lnTo>
                <a:lnTo>
                  <a:pt x="6809842" y="4637222"/>
                </a:lnTo>
                <a:lnTo>
                  <a:pt x="6809842" y="4647742"/>
                </a:lnTo>
                <a:lnTo>
                  <a:pt x="6814033" y="4652008"/>
                </a:lnTo>
                <a:lnTo>
                  <a:pt x="6819367" y="4652008"/>
                </a:lnTo>
                <a:lnTo>
                  <a:pt x="6819367" y="4632958"/>
                </a:lnTo>
                <a:close/>
              </a:path>
              <a:path w="10390505" h="4652010">
                <a:moveTo>
                  <a:pt x="6824574" y="4632958"/>
                </a:moveTo>
                <a:lnTo>
                  <a:pt x="6819367" y="4632958"/>
                </a:lnTo>
                <a:lnTo>
                  <a:pt x="6819367" y="4652008"/>
                </a:lnTo>
                <a:lnTo>
                  <a:pt x="6824574" y="4652008"/>
                </a:lnTo>
                <a:lnTo>
                  <a:pt x="6828892" y="4647742"/>
                </a:lnTo>
                <a:lnTo>
                  <a:pt x="6828892" y="4637222"/>
                </a:lnTo>
                <a:lnTo>
                  <a:pt x="6824574" y="4632958"/>
                </a:lnTo>
                <a:close/>
              </a:path>
              <a:path w="10390505" h="4652010">
                <a:moveTo>
                  <a:pt x="6781267" y="4632958"/>
                </a:moveTo>
                <a:lnTo>
                  <a:pt x="6775933" y="4632958"/>
                </a:lnTo>
                <a:lnTo>
                  <a:pt x="6771742" y="4637222"/>
                </a:lnTo>
                <a:lnTo>
                  <a:pt x="6771742" y="4647742"/>
                </a:lnTo>
                <a:lnTo>
                  <a:pt x="6775933" y="4652008"/>
                </a:lnTo>
                <a:lnTo>
                  <a:pt x="6781267" y="4652008"/>
                </a:lnTo>
                <a:lnTo>
                  <a:pt x="6781267" y="4632958"/>
                </a:lnTo>
                <a:close/>
              </a:path>
              <a:path w="10390505" h="4652010">
                <a:moveTo>
                  <a:pt x="6786474" y="4632958"/>
                </a:moveTo>
                <a:lnTo>
                  <a:pt x="6781267" y="4632958"/>
                </a:lnTo>
                <a:lnTo>
                  <a:pt x="6781267" y="4652008"/>
                </a:lnTo>
                <a:lnTo>
                  <a:pt x="6786474" y="4652008"/>
                </a:lnTo>
                <a:lnTo>
                  <a:pt x="6790792" y="4647742"/>
                </a:lnTo>
                <a:lnTo>
                  <a:pt x="6790792" y="4637222"/>
                </a:lnTo>
                <a:lnTo>
                  <a:pt x="6786474" y="4632958"/>
                </a:lnTo>
                <a:close/>
              </a:path>
              <a:path w="10390505" h="4652010">
                <a:moveTo>
                  <a:pt x="6743167" y="4632958"/>
                </a:moveTo>
                <a:lnTo>
                  <a:pt x="6737833" y="4632958"/>
                </a:lnTo>
                <a:lnTo>
                  <a:pt x="6733642" y="4637222"/>
                </a:lnTo>
                <a:lnTo>
                  <a:pt x="6733642" y="4647742"/>
                </a:lnTo>
                <a:lnTo>
                  <a:pt x="6737833" y="4652008"/>
                </a:lnTo>
                <a:lnTo>
                  <a:pt x="6743167" y="4652008"/>
                </a:lnTo>
                <a:lnTo>
                  <a:pt x="6743167" y="4632958"/>
                </a:lnTo>
                <a:close/>
              </a:path>
              <a:path w="10390505" h="4652010">
                <a:moveTo>
                  <a:pt x="6748374" y="4632958"/>
                </a:moveTo>
                <a:lnTo>
                  <a:pt x="6743167" y="4632958"/>
                </a:lnTo>
                <a:lnTo>
                  <a:pt x="6743167" y="4652008"/>
                </a:lnTo>
                <a:lnTo>
                  <a:pt x="6748374" y="4652008"/>
                </a:lnTo>
                <a:lnTo>
                  <a:pt x="6752692" y="4647742"/>
                </a:lnTo>
                <a:lnTo>
                  <a:pt x="6752692" y="4637222"/>
                </a:lnTo>
                <a:lnTo>
                  <a:pt x="6748374" y="4632958"/>
                </a:lnTo>
                <a:close/>
              </a:path>
              <a:path w="10390505" h="4652010">
                <a:moveTo>
                  <a:pt x="6704940" y="4632958"/>
                </a:moveTo>
                <a:lnTo>
                  <a:pt x="6699733" y="4632958"/>
                </a:lnTo>
                <a:lnTo>
                  <a:pt x="6695415" y="4637222"/>
                </a:lnTo>
                <a:lnTo>
                  <a:pt x="6695415" y="4647742"/>
                </a:lnTo>
                <a:lnTo>
                  <a:pt x="6699733" y="4652008"/>
                </a:lnTo>
                <a:lnTo>
                  <a:pt x="6704940" y="4652008"/>
                </a:lnTo>
                <a:lnTo>
                  <a:pt x="6704940" y="4632958"/>
                </a:lnTo>
                <a:close/>
              </a:path>
              <a:path w="10390505" h="4652010">
                <a:moveTo>
                  <a:pt x="6710274" y="4632958"/>
                </a:moveTo>
                <a:lnTo>
                  <a:pt x="6705067" y="4632958"/>
                </a:lnTo>
                <a:lnTo>
                  <a:pt x="6705067" y="4652008"/>
                </a:lnTo>
                <a:lnTo>
                  <a:pt x="6710274" y="4652008"/>
                </a:lnTo>
                <a:lnTo>
                  <a:pt x="6714592" y="4647742"/>
                </a:lnTo>
                <a:lnTo>
                  <a:pt x="6714592" y="4637222"/>
                </a:lnTo>
                <a:lnTo>
                  <a:pt x="6710274" y="4632958"/>
                </a:lnTo>
                <a:close/>
              </a:path>
              <a:path w="10390505" h="4652010">
                <a:moveTo>
                  <a:pt x="6666840" y="4632958"/>
                </a:moveTo>
                <a:lnTo>
                  <a:pt x="6661633" y="4632958"/>
                </a:lnTo>
                <a:lnTo>
                  <a:pt x="6657315" y="4637222"/>
                </a:lnTo>
                <a:lnTo>
                  <a:pt x="6657315" y="4647742"/>
                </a:lnTo>
                <a:lnTo>
                  <a:pt x="6661633" y="4652008"/>
                </a:lnTo>
                <a:lnTo>
                  <a:pt x="6666840" y="4652008"/>
                </a:lnTo>
                <a:lnTo>
                  <a:pt x="6666840" y="4632958"/>
                </a:lnTo>
                <a:close/>
              </a:path>
              <a:path w="10390505" h="4652010">
                <a:moveTo>
                  <a:pt x="6672174" y="4632958"/>
                </a:moveTo>
                <a:lnTo>
                  <a:pt x="6666840" y="4632958"/>
                </a:lnTo>
                <a:lnTo>
                  <a:pt x="6666840" y="4652008"/>
                </a:lnTo>
                <a:lnTo>
                  <a:pt x="6672174" y="4652008"/>
                </a:lnTo>
                <a:lnTo>
                  <a:pt x="6676365" y="4647742"/>
                </a:lnTo>
                <a:lnTo>
                  <a:pt x="6676365" y="4637222"/>
                </a:lnTo>
                <a:lnTo>
                  <a:pt x="6672174" y="4632958"/>
                </a:lnTo>
                <a:close/>
              </a:path>
              <a:path w="10390505" h="4652010">
                <a:moveTo>
                  <a:pt x="6628740" y="4632958"/>
                </a:moveTo>
                <a:lnTo>
                  <a:pt x="6623533" y="4632958"/>
                </a:lnTo>
                <a:lnTo>
                  <a:pt x="6619215" y="4637222"/>
                </a:lnTo>
                <a:lnTo>
                  <a:pt x="6619215" y="4647742"/>
                </a:lnTo>
                <a:lnTo>
                  <a:pt x="6623533" y="4652008"/>
                </a:lnTo>
                <a:lnTo>
                  <a:pt x="6628740" y="4652008"/>
                </a:lnTo>
                <a:lnTo>
                  <a:pt x="6628740" y="4632958"/>
                </a:lnTo>
                <a:close/>
              </a:path>
              <a:path w="10390505" h="4652010">
                <a:moveTo>
                  <a:pt x="6634074" y="4632958"/>
                </a:moveTo>
                <a:lnTo>
                  <a:pt x="6628740" y="4632958"/>
                </a:lnTo>
                <a:lnTo>
                  <a:pt x="6628740" y="4652008"/>
                </a:lnTo>
                <a:lnTo>
                  <a:pt x="6634074" y="4652008"/>
                </a:lnTo>
                <a:lnTo>
                  <a:pt x="6638265" y="4647742"/>
                </a:lnTo>
                <a:lnTo>
                  <a:pt x="6638265" y="4637222"/>
                </a:lnTo>
                <a:lnTo>
                  <a:pt x="6634074" y="4632958"/>
                </a:lnTo>
                <a:close/>
              </a:path>
              <a:path w="10390505" h="4652010">
                <a:moveTo>
                  <a:pt x="6590640" y="4632958"/>
                </a:moveTo>
                <a:lnTo>
                  <a:pt x="6585306" y="4632958"/>
                </a:lnTo>
                <a:lnTo>
                  <a:pt x="6581115" y="4637222"/>
                </a:lnTo>
                <a:lnTo>
                  <a:pt x="6581115" y="4647742"/>
                </a:lnTo>
                <a:lnTo>
                  <a:pt x="6585306" y="4652008"/>
                </a:lnTo>
                <a:lnTo>
                  <a:pt x="6590640" y="4652008"/>
                </a:lnTo>
                <a:lnTo>
                  <a:pt x="6590640" y="4632958"/>
                </a:lnTo>
                <a:close/>
              </a:path>
              <a:path w="10390505" h="4652010">
                <a:moveTo>
                  <a:pt x="6595847" y="4632958"/>
                </a:moveTo>
                <a:lnTo>
                  <a:pt x="6590640" y="4632958"/>
                </a:lnTo>
                <a:lnTo>
                  <a:pt x="6590640" y="4652008"/>
                </a:lnTo>
                <a:lnTo>
                  <a:pt x="6595847" y="4652008"/>
                </a:lnTo>
                <a:lnTo>
                  <a:pt x="6600165" y="4647742"/>
                </a:lnTo>
                <a:lnTo>
                  <a:pt x="6600165" y="4637222"/>
                </a:lnTo>
                <a:lnTo>
                  <a:pt x="6595847" y="4632958"/>
                </a:lnTo>
                <a:close/>
              </a:path>
              <a:path w="10390505" h="4652010">
                <a:moveTo>
                  <a:pt x="6552540" y="4632958"/>
                </a:moveTo>
                <a:lnTo>
                  <a:pt x="6547206" y="4632958"/>
                </a:lnTo>
                <a:lnTo>
                  <a:pt x="6543015" y="4637222"/>
                </a:lnTo>
                <a:lnTo>
                  <a:pt x="6543015" y="4647742"/>
                </a:lnTo>
                <a:lnTo>
                  <a:pt x="6547206" y="4652008"/>
                </a:lnTo>
                <a:lnTo>
                  <a:pt x="6552540" y="4652008"/>
                </a:lnTo>
                <a:lnTo>
                  <a:pt x="6552540" y="4632958"/>
                </a:lnTo>
                <a:close/>
              </a:path>
              <a:path w="10390505" h="4652010">
                <a:moveTo>
                  <a:pt x="6557747" y="4632958"/>
                </a:moveTo>
                <a:lnTo>
                  <a:pt x="6552540" y="4632958"/>
                </a:lnTo>
                <a:lnTo>
                  <a:pt x="6552540" y="4652008"/>
                </a:lnTo>
                <a:lnTo>
                  <a:pt x="6557747" y="4652008"/>
                </a:lnTo>
                <a:lnTo>
                  <a:pt x="6562065" y="4647742"/>
                </a:lnTo>
                <a:lnTo>
                  <a:pt x="6562065" y="4637222"/>
                </a:lnTo>
                <a:lnTo>
                  <a:pt x="6557747" y="4632958"/>
                </a:lnTo>
                <a:close/>
              </a:path>
              <a:path w="10390505" h="4652010">
                <a:moveTo>
                  <a:pt x="6514440" y="4632958"/>
                </a:moveTo>
                <a:lnTo>
                  <a:pt x="6509106" y="4632958"/>
                </a:lnTo>
                <a:lnTo>
                  <a:pt x="6504915" y="4637222"/>
                </a:lnTo>
                <a:lnTo>
                  <a:pt x="6504915" y="4647742"/>
                </a:lnTo>
                <a:lnTo>
                  <a:pt x="6509106" y="4652008"/>
                </a:lnTo>
                <a:lnTo>
                  <a:pt x="6514440" y="4652008"/>
                </a:lnTo>
                <a:lnTo>
                  <a:pt x="6514440" y="4632958"/>
                </a:lnTo>
                <a:close/>
              </a:path>
              <a:path w="10390505" h="4652010">
                <a:moveTo>
                  <a:pt x="6519647" y="4632958"/>
                </a:moveTo>
                <a:lnTo>
                  <a:pt x="6514440" y="4632958"/>
                </a:lnTo>
                <a:lnTo>
                  <a:pt x="6514440" y="4652008"/>
                </a:lnTo>
                <a:lnTo>
                  <a:pt x="6519647" y="4652008"/>
                </a:lnTo>
                <a:lnTo>
                  <a:pt x="6523965" y="4647742"/>
                </a:lnTo>
                <a:lnTo>
                  <a:pt x="6523965" y="4637222"/>
                </a:lnTo>
                <a:lnTo>
                  <a:pt x="6519647" y="4632958"/>
                </a:lnTo>
                <a:close/>
              </a:path>
              <a:path w="10390505" h="4652010">
                <a:moveTo>
                  <a:pt x="6476213" y="4632958"/>
                </a:moveTo>
                <a:lnTo>
                  <a:pt x="6471006" y="4632958"/>
                </a:lnTo>
                <a:lnTo>
                  <a:pt x="6466688" y="4637222"/>
                </a:lnTo>
                <a:lnTo>
                  <a:pt x="6466688" y="4647742"/>
                </a:lnTo>
                <a:lnTo>
                  <a:pt x="6471006" y="4652008"/>
                </a:lnTo>
                <a:lnTo>
                  <a:pt x="6476213" y="4652008"/>
                </a:lnTo>
                <a:lnTo>
                  <a:pt x="6476213" y="4632958"/>
                </a:lnTo>
                <a:close/>
              </a:path>
              <a:path w="10390505" h="4652010">
                <a:moveTo>
                  <a:pt x="6481547" y="4632958"/>
                </a:moveTo>
                <a:lnTo>
                  <a:pt x="6476340" y="4632958"/>
                </a:lnTo>
                <a:lnTo>
                  <a:pt x="6476340" y="4652008"/>
                </a:lnTo>
                <a:lnTo>
                  <a:pt x="6481547" y="4652008"/>
                </a:lnTo>
                <a:lnTo>
                  <a:pt x="6485865" y="4647742"/>
                </a:lnTo>
                <a:lnTo>
                  <a:pt x="6485865" y="4637222"/>
                </a:lnTo>
                <a:lnTo>
                  <a:pt x="6481547" y="4632958"/>
                </a:lnTo>
                <a:close/>
              </a:path>
              <a:path w="10390505" h="4652010">
                <a:moveTo>
                  <a:pt x="6438113" y="4632958"/>
                </a:moveTo>
                <a:lnTo>
                  <a:pt x="6432906" y="4632958"/>
                </a:lnTo>
                <a:lnTo>
                  <a:pt x="6428588" y="4637222"/>
                </a:lnTo>
                <a:lnTo>
                  <a:pt x="6428588" y="4647742"/>
                </a:lnTo>
                <a:lnTo>
                  <a:pt x="6432906" y="4652008"/>
                </a:lnTo>
                <a:lnTo>
                  <a:pt x="6438113" y="4652008"/>
                </a:lnTo>
                <a:lnTo>
                  <a:pt x="6438113" y="4632958"/>
                </a:lnTo>
                <a:close/>
              </a:path>
              <a:path w="10390505" h="4652010">
                <a:moveTo>
                  <a:pt x="6443447" y="4632958"/>
                </a:moveTo>
                <a:lnTo>
                  <a:pt x="6438113" y="4632958"/>
                </a:lnTo>
                <a:lnTo>
                  <a:pt x="6438113" y="4652008"/>
                </a:lnTo>
                <a:lnTo>
                  <a:pt x="6443447" y="4652008"/>
                </a:lnTo>
                <a:lnTo>
                  <a:pt x="6447638" y="4647742"/>
                </a:lnTo>
                <a:lnTo>
                  <a:pt x="6447638" y="4637222"/>
                </a:lnTo>
                <a:lnTo>
                  <a:pt x="6443447" y="4632958"/>
                </a:lnTo>
                <a:close/>
              </a:path>
              <a:path w="10390505" h="4652010">
                <a:moveTo>
                  <a:pt x="6400013" y="4632958"/>
                </a:moveTo>
                <a:lnTo>
                  <a:pt x="6394806" y="4632958"/>
                </a:lnTo>
                <a:lnTo>
                  <a:pt x="6390488" y="4637222"/>
                </a:lnTo>
                <a:lnTo>
                  <a:pt x="6390488" y="4647742"/>
                </a:lnTo>
                <a:lnTo>
                  <a:pt x="6394806" y="4652008"/>
                </a:lnTo>
                <a:lnTo>
                  <a:pt x="6400013" y="4652008"/>
                </a:lnTo>
                <a:lnTo>
                  <a:pt x="6400013" y="4632958"/>
                </a:lnTo>
                <a:close/>
              </a:path>
              <a:path w="10390505" h="4652010">
                <a:moveTo>
                  <a:pt x="6405347" y="4632958"/>
                </a:moveTo>
                <a:lnTo>
                  <a:pt x="6400013" y="4632958"/>
                </a:lnTo>
                <a:lnTo>
                  <a:pt x="6400013" y="4652008"/>
                </a:lnTo>
                <a:lnTo>
                  <a:pt x="6405347" y="4652008"/>
                </a:lnTo>
                <a:lnTo>
                  <a:pt x="6409538" y="4647742"/>
                </a:lnTo>
                <a:lnTo>
                  <a:pt x="6409538" y="4637222"/>
                </a:lnTo>
                <a:lnTo>
                  <a:pt x="6405347" y="4632958"/>
                </a:lnTo>
                <a:close/>
              </a:path>
              <a:path w="10390505" h="4652010">
                <a:moveTo>
                  <a:pt x="6361913" y="4632958"/>
                </a:moveTo>
                <a:lnTo>
                  <a:pt x="6356706" y="4632958"/>
                </a:lnTo>
                <a:lnTo>
                  <a:pt x="6352388" y="4637222"/>
                </a:lnTo>
                <a:lnTo>
                  <a:pt x="6352388" y="4647742"/>
                </a:lnTo>
                <a:lnTo>
                  <a:pt x="6356706" y="4652008"/>
                </a:lnTo>
                <a:lnTo>
                  <a:pt x="6361913" y="4652008"/>
                </a:lnTo>
                <a:lnTo>
                  <a:pt x="6361913" y="4632958"/>
                </a:lnTo>
                <a:close/>
              </a:path>
              <a:path w="10390505" h="4652010">
                <a:moveTo>
                  <a:pt x="6367247" y="4632958"/>
                </a:moveTo>
                <a:lnTo>
                  <a:pt x="6361913" y="4632958"/>
                </a:lnTo>
                <a:lnTo>
                  <a:pt x="6361913" y="4652008"/>
                </a:lnTo>
                <a:lnTo>
                  <a:pt x="6367247" y="4652008"/>
                </a:lnTo>
                <a:lnTo>
                  <a:pt x="6371438" y="4647742"/>
                </a:lnTo>
                <a:lnTo>
                  <a:pt x="6371438" y="4637222"/>
                </a:lnTo>
                <a:lnTo>
                  <a:pt x="6367247" y="4632958"/>
                </a:lnTo>
                <a:close/>
              </a:path>
              <a:path w="10390505" h="4652010">
                <a:moveTo>
                  <a:pt x="6323813" y="4632958"/>
                </a:moveTo>
                <a:lnTo>
                  <a:pt x="6318479" y="4632958"/>
                </a:lnTo>
                <a:lnTo>
                  <a:pt x="6314288" y="4637222"/>
                </a:lnTo>
                <a:lnTo>
                  <a:pt x="6314288" y="4647742"/>
                </a:lnTo>
                <a:lnTo>
                  <a:pt x="6318479" y="4652008"/>
                </a:lnTo>
                <a:lnTo>
                  <a:pt x="6323813" y="4652008"/>
                </a:lnTo>
                <a:lnTo>
                  <a:pt x="6323813" y="4632958"/>
                </a:lnTo>
                <a:close/>
              </a:path>
              <a:path w="10390505" h="4652010">
                <a:moveTo>
                  <a:pt x="6329020" y="4632958"/>
                </a:moveTo>
                <a:lnTo>
                  <a:pt x="6323813" y="4632958"/>
                </a:lnTo>
                <a:lnTo>
                  <a:pt x="6323813" y="4652008"/>
                </a:lnTo>
                <a:lnTo>
                  <a:pt x="6329020" y="4652008"/>
                </a:lnTo>
                <a:lnTo>
                  <a:pt x="6333338" y="4647742"/>
                </a:lnTo>
                <a:lnTo>
                  <a:pt x="6333338" y="4637222"/>
                </a:lnTo>
                <a:lnTo>
                  <a:pt x="6329020" y="4632958"/>
                </a:lnTo>
                <a:close/>
              </a:path>
              <a:path w="10390505" h="4652010">
                <a:moveTo>
                  <a:pt x="6285713" y="4632958"/>
                </a:moveTo>
                <a:lnTo>
                  <a:pt x="6280379" y="4632958"/>
                </a:lnTo>
                <a:lnTo>
                  <a:pt x="6276188" y="4637222"/>
                </a:lnTo>
                <a:lnTo>
                  <a:pt x="6276188" y="4647742"/>
                </a:lnTo>
                <a:lnTo>
                  <a:pt x="6280379" y="4652008"/>
                </a:lnTo>
                <a:lnTo>
                  <a:pt x="6285713" y="4652008"/>
                </a:lnTo>
                <a:lnTo>
                  <a:pt x="6285713" y="4632958"/>
                </a:lnTo>
                <a:close/>
              </a:path>
              <a:path w="10390505" h="4652010">
                <a:moveTo>
                  <a:pt x="6290920" y="4632958"/>
                </a:moveTo>
                <a:lnTo>
                  <a:pt x="6285713" y="4632958"/>
                </a:lnTo>
                <a:lnTo>
                  <a:pt x="6285713" y="4652008"/>
                </a:lnTo>
                <a:lnTo>
                  <a:pt x="6290920" y="4652008"/>
                </a:lnTo>
                <a:lnTo>
                  <a:pt x="6295238" y="4647742"/>
                </a:lnTo>
                <a:lnTo>
                  <a:pt x="6295238" y="4637222"/>
                </a:lnTo>
                <a:lnTo>
                  <a:pt x="6290920" y="4632958"/>
                </a:lnTo>
                <a:close/>
              </a:path>
              <a:path w="10390505" h="4652010">
                <a:moveTo>
                  <a:pt x="6247613" y="4632958"/>
                </a:moveTo>
                <a:lnTo>
                  <a:pt x="6242279" y="4632958"/>
                </a:lnTo>
                <a:lnTo>
                  <a:pt x="6238088" y="4637222"/>
                </a:lnTo>
                <a:lnTo>
                  <a:pt x="6238088" y="4647742"/>
                </a:lnTo>
                <a:lnTo>
                  <a:pt x="6242279" y="4652008"/>
                </a:lnTo>
                <a:lnTo>
                  <a:pt x="6247613" y="4652008"/>
                </a:lnTo>
                <a:lnTo>
                  <a:pt x="6247613" y="4632958"/>
                </a:lnTo>
                <a:close/>
              </a:path>
              <a:path w="10390505" h="4652010">
                <a:moveTo>
                  <a:pt x="6252820" y="4632958"/>
                </a:moveTo>
                <a:lnTo>
                  <a:pt x="6247613" y="4632958"/>
                </a:lnTo>
                <a:lnTo>
                  <a:pt x="6247613" y="4652008"/>
                </a:lnTo>
                <a:lnTo>
                  <a:pt x="6252820" y="4652008"/>
                </a:lnTo>
                <a:lnTo>
                  <a:pt x="6257138" y="4647742"/>
                </a:lnTo>
                <a:lnTo>
                  <a:pt x="6257138" y="4637222"/>
                </a:lnTo>
                <a:lnTo>
                  <a:pt x="6252820" y="4632958"/>
                </a:lnTo>
                <a:close/>
              </a:path>
              <a:path w="10390505" h="4652010">
                <a:moveTo>
                  <a:pt x="6209386" y="4632958"/>
                </a:moveTo>
                <a:lnTo>
                  <a:pt x="6204179" y="4632958"/>
                </a:lnTo>
                <a:lnTo>
                  <a:pt x="6199861" y="4637222"/>
                </a:lnTo>
                <a:lnTo>
                  <a:pt x="6199861" y="4647742"/>
                </a:lnTo>
                <a:lnTo>
                  <a:pt x="6204179" y="4652008"/>
                </a:lnTo>
                <a:lnTo>
                  <a:pt x="6209386" y="4652008"/>
                </a:lnTo>
                <a:lnTo>
                  <a:pt x="6209386" y="4632958"/>
                </a:lnTo>
                <a:close/>
              </a:path>
              <a:path w="10390505" h="4652010">
                <a:moveTo>
                  <a:pt x="6214720" y="4632958"/>
                </a:moveTo>
                <a:lnTo>
                  <a:pt x="6209513" y="4632958"/>
                </a:lnTo>
                <a:lnTo>
                  <a:pt x="6209513" y="4652008"/>
                </a:lnTo>
                <a:lnTo>
                  <a:pt x="6214720" y="4652008"/>
                </a:lnTo>
                <a:lnTo>
                  <a:pt x="6219038" y="4647742"/>
                </a:lnTo>
                <a:lnTo>
                  <a:pt x="6219038" y="4637222"/>
                </a:lnTo>
                <a:lnTo>
                  <a:pt x="6214720" y="4632958"/>
                </a:lnTo>
                <a:close/>
              </a:path>
              <a:path w="10390505" h="4652010">
                <a:moveTo>
                  <a:pt x="6171286" y="4632958"/>
                </a:moveTo>
                <a:lnTo>
                  <a:pt x="6166079" y="4632958"/>
                </a:lnTo>
                <a:lnTo>
                  <a:pt x="6161761" y="4637222"/>
                </a:lnTo>
                <a:lnTo>
                  <a:pt x="6161761" y="4647742"/>
                </a:lnTo>
                <a:lnTo>
                  <a:pt x="6166079" y="4652008"/>
                </a:lnTo>
                <a:lnTo>
                  <a:pt x="6171286" y="4652008"/>
                </a:lnTo>
                <a:lnTo>
                  <a:pt x="6171286" y="4632958"/>
                </a:lnTo>
                <a:close/>
              </a:path>
              <a:path w="10390505" h="4652010">
                <a:moveTo>
                  <a:pt x="6176620" y="4632958"/>
                </a:moveTo>
                <a:lnTo>
                  <a:pt x="6171286" y="4632958"/>
                </a:lnTo>
                <a:lnTo>
                  <a:pt x="6171286" y="4652008"/>
                </a:lnTo>
                <a:lnTo>
                  <a:pt x="6176620" y="4652008"/>
                </a:lnTo>
                <a:lnTo>
                  <a:pt x="6180811" y="4647742"/>
                </a:lnTo>
                <a:lnTo>
                  <a:pt x="6180811" y="4637222"/>
                </a:lnTo>
                <a:lnTo>
                  <a:pt x="6176620" y="4632958"/>
                </a:lnTo>
                <a:close/>
              </a:path>
              <a:path w="10390505" h="4652010">
                <a:moveTo>
                  <a:pt x="6133186" y="4632958"/>
                </a:moveTo>
                <a:lnTo>
                  <a:pt x="6127979" y="4632958"/>
                </a:lnTo>
                <a:lnTo>
                  <a:pt x="6123661" y="4637222"/>
                </a:lnTo>
                <a:lnTo>
                  <a:pt x="6123661" y="4647742"/>
                </a:lnTo>
                <a:lnTo>
                  <a:pt x="6127979" y="4652008"/>
                </a:lnTo>
                <a:lnTo>
                  <a:pt x="6133186" y="4652008"/>
                </a:lnTo>
                <a:lnTo>
                  <a:pt x="6133186" y="4632958"/>
                </a:lnTo>
                <a:close/>
              </a:path>
              <a:path w="10390505" h="4652010">
                <a:moveTo>
                  <a:pt x="6138520" y="4632958"/>
                </a:moveTo>
                <a:lnTo>
                  <a:pt x="6133186" y="4632958"/>
                </a:lnTo>
                <a:lnTo>
                  <a:pt x="6133186" y="4652008"/>
                </a:lnTo>
                <a:lnTo>
                  <a:pt x="6138520" y="4652008"/>
                </a:lnTo>
                <a:lnTo>
                  <a:pt x="6142711" y="4647742"/>
                </a:lnTo>
                <a:lnTo>
                  <a:pt x="6142711" y="4637222"/>
                </a:lnTo>
                <a:lnTo>
                  <a:pt x="6138520" y="4632958"/>
                </a:lnTo>
                <a:close/>
              </a:path>
              <a:path w="10390505" h="4652010">
                <a:moveTo>
                  <a:pt x="6095086" y="4632958"/>
                </a:moveTo>
                <a:lnTo>
                  <a:pt x="6089752" y="4632958"/>
                </a:lnTo>
                <a:lnTo>
                  <a:pt x="6085561" y="4637222"/>
                </a:lnTo>
                <a:lnTo>
                  <a:pt x="6085561" y="4647742"/>
                </a:lnTo>
                <a:lnTo>
                  <a:pt x="6089752" y="4652008"/>
                </a:lnTo>
                <a:lnTo>
                  <a:pt x="6095086" y="4652008"/>
                </a:lnTo>
                <a:lnTo>
                  <a:pt x="6095086" y="4632958"/>
                </a:lnTo>
                <a:close/>
              </a:path>
              <a:path w="10390505" h="4652010">
                <a:moveTo>
                  <a:pt x="6100293" y="4632958"/>
                </a:moveTo>
                <a:lnTo>
                  <a:pt x="6095086" y="4632958"/>
                </a:lnTo>
                <a:lnTo>
                  <a:pt x="6095086" y="4652008"/>
                </a:lnTo>
                <a:lnTo>
                  <a:pt x="6100293" y="4652008"/>
                </a:lnTo>
                <a:lnTo>
                  <a:pt x="6104611" y="4647742"/>
                </a:lnTo>
                <a:lnTo>
                  <a:pt x="6104611" y="4637222"/>
                </a:lnTo>
                <a:lnTo>
                  <a:pt x="6100293" y="4632958"/>
                </a:lnTo>
                <a:close/>
              </a:path>
              <a:path w="10390505" h="4652010">
                <a:moveTo>
                  <a:pt x="6056986" y="4632958"/>
                </a:moveTo>
                <a:lnTo>
                  <a:pt x="6051652" y="4632958"/>
                </a:lnTo>
                <a:lnTo>
                  <a:pt x="6047461" y="4637222"/>
                </a:lnTo>
                <a:lnTo>
                  <a:pt x="6047461" y="4647742"/>
                </a:lnTo>
                <a:lnTo>
                  <a:pt x="6051652" y="4652008"/>
                </a:lnTo>
                <a:lnTo>
                  <a:pt x="6056986" y="4652008"/>
                </a:lnTo>
                <a:lnTo>
                  <a:pt x="6056986" y="4632958"/>
                </a:lnTo>
                <a:close/>
              </a:path>
              <a:path w="10390505" h="4652010">
                <a:moveTo>
                  <a:pt x="6062193" y="4632958"/>
                </a:moveTo>
                <a:lnTo>
                  <a:pt x="6056986" y="4632958"/>
                </a:lnTo>
                <a:lnTo>
                  <a:pt x="6056986" y="4652008"/>
                </a:lnTo>
                <a:lnTo>
                  <a:pt x="6062193" y="4652008"/>
                </a:lnTo>
                <a:lnTo>
                  <a:pt x="6066511" y="4647742"/>
                </a:lnTo>
                <a:lnTo>
                  <a:pt x="6066511" y="4637222"/>
                </a:lnTo>
                <a:lnTo>
                  <a:pt x="6062193" y="4632958"/>
                </a:lnTo>
                <a:close/>
              </a:path>
              <a:path w="10390505" h="4652010">
                <a:moveTo>
                  <a:pt x="6018886" y="4632958"/>
                </a:moveTo>
                <a:lnTo>
                  <a:pt x="6013552" y="4632958"/>
                </a:lnTo>
                <a:lnTo>
                  <a:pt x="6009361" y="4637222"/>
                </a:lnTo>
                <a:lnTo>
                  <a:pt x="6009361" y="4647742"/>
                </a:lnTo>
                <a:lnTo>
                  <a:pt x="6013552" y="4652008"/>
                </a:lnTo>
                <a:lnTo>
                  <a:pt x="6018886" y="4652008"/>
                </a:lnTo>
                <a:lnTo>
                  <a:pt x="6018886" y="4632958"/>
                </a:lnTo>
                <a:close/>
              </a:path>
              <a:path w="10390505" h="4652010">
                <a:moveTo>
                  <a:pt x="6024093" y="4632958"/>
                </a:moveTo>
                <a:lnTo>
                  <a:pt x="6018886" y="4632958"/>
                </a:lnTo>
                <a:lnTo>
                  <a:pt x="6018886" y="4652008"/>
                </a:lnTo>
                <a:lnTo>
                  <a:pt x="6024093" y="4652008"/>
                </a:lnTo>
                <a:lnTo>
                  <a:pt x="6028411" y="4647742"/>
                </a:lnTo>
                <a:lnTo>
                  <a:pt x="6028411" y="4637222"/>
                </a:lnTo>
                <a:lnTo>
                  <a:pt x="6024093" y="4632958"/>
                </a:lnTo>
                <a:close/>
              </a:path>
              <a:path w="10390505" h="4652010">
                <a:moveTo>
                  <a:pt x="5980659" y="4632958"/>
                </a:moveTo>
                <a:lnTo>
                  <a:pt x="5975452" y="4632958"/>
                </a:lnTo>
                <a:lnTo>
                  <a:pt x="5971134" y="4637222"/>
                </a:lnTo>
                <a:lnTo>
                  <a:pt x="5971134" y="4647742"/>
                </a:lnTo>
                <a:lnTo>
                  <a:pt x="5975452" y="4652008"/>
                </a:lnTo>
                <a:lnTo>
                  <a:pt x="5980659" y="4652008"/>
                </a:lnTo>
                <a:lnTo>
                  <a:pt x="5980659" y="4632958"/>
                </a:lnTo>
                <a:close/>
              </a:path>
              <a:path w="10390505" h="4652010">
                <a:moveTo>
                  <a:pt x="5985993" y="4632958"/>
                </a:moveTo>
                <a:lnTo>
                  <a:pt x="5980786" y="4632958"/>
                </a:lnTo>
                <a:lnTo>
                  <a:pt x="5980786" y="4652008"/>
                </a:lnTo>
                <a:lnTo>
                  <a:pt x="5985993" y="4652008"/>
                </a:lnTo>
                <a:lnTo>
                  <a:pt x="5990311" y="4647742"/>
                </a:lnTo>
                <a:lnTo>
                  <a:pt x="5990311" y="4637222"/>
                </a:lnTo>
                <a:lnTo>
                  <a:pt x="5985993" y="4632958"/>
                </a:lnTo>
                <a:close/>
              </a:path>
              <a:path w="10390505" h="4652010">
                <a:moveTo>
                  <a:pt x="5942559" y="4632958"/>
                </a:moveTo>
                <a:lnTo>
                  <a:pt x="5937352" y="4632958"/>
                </a:lnTo>
                <a:lnTo>
                  <a:pt x="5933034" y="4637222"/>
                </a:lnTo>
                <a:lnTo>
                  <a:pt x="5933034" y="4647742"/>
                </a:lnTo>
                <a:lnTo>
                  <a:pt x="5937352" y="4652008"/>
                </a:lnTo>
                <a:lnTo>
                  <a:pt x="5942559" y="4652008"/>
                </a:lnTo>
                <a:lnTo>
                  <a:pt x="5942559" y="4632958"/>
                </a:lnTo>
                <a:close/>
              </a:path>
              <a:path w="10390505" h="4652010">
                <a:moveTo>
                  <a:pt x="5947893" y="4632958"/>
                </a:moveTo>
                <a:lnTo>
                  <a:pt x="5942559" y="4632958"/>
                </a:lnTo>
                <a:lnTo>
                  <a:pt x="5942559" y="4652008"/>
                </a:lnTo>
                <a:lnTo>
                  <a:pt x="5947893" y="4652008"/>
                </a:lnTo>
                <a:lnTo>
                  <a:pt x="5952084" y="4647742"/>
                </a:lnTo>
                <a:lnTo>
                  <a:pt x="5952084" y="4637222"/>
                </a:lnTo>
                <a:lnTo>
                  <a:pt x="5947893" y="4632958"/>
                </a:lnTo>
                <a:close/>
              </a:path>
              <a:path w="10390505" h="4652010">
                <a:moveTo>
                  <a:pt x="5904459" y="4632958"/>
                </a:moveTo>
                <a:lnTo>
                  <a:pt x="5899252" y="4632958"/>
                </a:lnTo>
                <a:lnTo>
                  <a:pt x="5894934" y="4637222"/>
                </a:lnTo>
                <a:lnTo>
                  <a:pt x="5894934" y="4647742"/>
                </a:lnTo>
                <a:lnTo>
                  <a:pt x="5899252" y="4652008"/>
                </a:lnTo>
                <a:lnTo>
                  <a:pt x="5904459" y="4652008"/>
                </a:lnTo>
                <a:lnTo>
                  <a:pt x="5904459" y="4632958"/>
                </a:lnTo>
                <a:close/>
              </a:path>
              <a:path w="10390505" h="4652010">
                <a:moveTo>
                  <a:pt x="5909793" y="4632958"/>
                </a:moveTo>
                <a:lnTo>
                  <a:pt x="5904459" y="4632958"/>
                </a:lnTo>
                <a:lnTo>
                  <a:pt x="5904459" y="4652008"/>
                </a:lnTo>
                <a:lnTo>
                  <a:pt x="5909793" y="4652008"/>
                </a:lnTo>
                <a:lnTo>
                  <a:pt x="5913984" y="4647742"/>
                </a:lnTo>
                <a:lnTo>
                  <a:pt x="5913984" y="4637222"/>
                </a:lnTo>
                <a:lnTo>
                  <a:pt x="5909793" y="4632958"/>
                </a:lnTo>
                <a:close/>
              </a:path>
              <a:path w="10390505" h="4652010">
                <a:moveTo>
                  <a:pt x="5866359" y="4632958"/>
                </a:moveTo>
                <a:lnTo>
                  <a:pt x="5861152" y="4632958"/>
                </a:lnTo>
                <a:lnTo>
                  <a:pt x="5856834" y="4637222"/>
                </a:lnTo>
                <a:lnTo>
                  <a:pt x="5856834" y="4647742"/>
                </a:lnTo>
                <a:lnTo>
                  <a:pt x="5861152" y="4652008"/>
                </a:lnTo>
                <a:lnTo>
                  <a:pt x="5866359" y="4652008"/>
                </a:lnTo>
                <a:lnTo>
                  <a:pt x="5866359" y="4632958"/>
                </a:lnTo>
                <a:close/>
              </a:path>
              <a:path w="10390505" h="4652010">
                <a:moveTo>
                  <a:pt x="5871693" y="4632958"/>
                </a:moveTo>
                <a:lnTo>
                  <a:pt x="5866359" y="4632958"/>
                </a:lnTo>
                <a:lnTo>
                  <a:pt x="5866359" y="4652008"/>
                </a:lnTo>
                <a:lnTo>
                  <a:pt x="5871693" y="4652008"/>
                </a:lnTo>
                <a:lnTo>
                  <a:pt x="5875884" y="4647742"/>
                </a:lnTo>
                <a:lnTo>
                  <a:pt x="5875884" y="4637222"/>
                </a:lnTo>
                <a:lnTo>
                  <a:pt x="5871693" y="4632958"/>
                </a:lnTo>
                <a:close/>
              </a:path>
              <a:path w="10390505" h="4652010">
                <a:moveTo>
                  <a:pt x="5828259" y="4632958"/>
                </a:moveTo>
                <a:lnTo>
                  <a:pt x="5822925" y="4632958"/>
                </a:lnTo>
                <a:lnTo>
                  <a:pt x="5818734" y="4637222"/>
                </a:lnTo>
                <a:lnTo>
                  <a:pt x="5818734" y="4647742"/>
                </a:lnTo>
                <a:lnTo>
                  <a:pt x="5822925" y="4652008"/>
                </a:lnTo>
                <a:lnTo>
                  <a:pt x="5828259" y="4652008"/>
                </a:lnTo>
                <a:lnTo>
                  <a:pt x="5828259" y="4632958"/>
                </a:lnTo>
                <a:close/>
              </a:path>
              <a:path w="10390505" h="4652010">
                <a:moveTo>
                  <a:pt x="5833466" y="4632958"/>
                </a:moveTo>
                <a:lnTo>
                  <a:pt x="5828259" y="4632958"/>
                </a:lnTo>
                <a:lnTo>
                  <a:pt x="5828259" y="4652008"/>
                </a:lnTo>
                <a:lnTo>
                  <a:pt x="5833466" y="4652008"/>
                </a:lnTo>
                <a:lnTo>
                  <a:pt x="5837784" y="4647742"/>
                </a:lnTo>
                <a:lnTo>
                  <a:pt x="5837784" y="4637222"/>
                </a:lnTo>
                <a:lnTo>
                  <a:pt x="5833466" y="4632958"/>
                </a:lnTo>
                <a:close/>
              </a:path>
              <a:path w="10390505" h="4652010">
                <a:moveTo>
                  <a:pt x="5790159" y="4632958"/>
                </a:moveTo>
                <a:lnTo>
                  <a:pt x="5784825" y="4632958"/>
                </a:lnTo>
                <a:lnTo>
                  <a:pt x="5780634" y="4637222"/>
                </a:lnTo>
                <a:lnTo>
                  <a:pt x="5780634" y="4647742"/>
                </a:lnTo>
                <a:lnTo>
                  <a:pt x="5784825" y="4652008"/>
                </a:lnTo>
                <a:lnTo>
                  <a:pt x="5790159" y="4652008"/>
                </a:lnTo>
                <a:lnTo>
                  <a:pt x="5790159" y="4632958"/>
                </a:lnTo>
                <a:close/>
              </a:path>
              <a:path w="10390505" h="4652010">
                <a:moveTo>
                  <a:pt x="5795366" y="4632958"/>
                </a:moveTo>
                <a:lnTo>
                  <a:pt x="5790159" y="4632958"/>
                </a:lnTo>
                <a:lnTo>
                  <a:pt x="5790159" y="4652008"/>
                </a:lnTo>
                <a:lnTo>
                  <a:pt x="5795366" y="4652008"/>
                </a:lnTo>
                <a:lnTo>
                  <a:pt x="5799684" y="4647742"/>
                </a:lnTo>
                <a:lnTo>
                  <a:pt x="5799684" y="4637222"/>
                </a:lnTo>
                <a:lnTo>
                  <a:pt x="5795366" y="4632958"/>
                </a:lnTo>
                <a:close/>
              </a:path>
              <a:path w="10390505" h="4652010">
                <a:moveTo>
                  <a:pt x="5752059" y="4632958"/>
                </a:moveTo>
                <a:lnTo>
                  <a:pt x="5746725" y="4632958"/>
                </a:lnTo>
                <a:lnTo>
                  <a:pt x="5742534" y="4637222"/>
                </a:lnTo>
                <a:lnTo>
                  <a:pt x="5742534" y="4647742"/>
                </a:lnTo>
                <a:lnTo>
                  <a:pt x="5746725" y="4652008"/>
                </a:lnTo>
                <a:lnTo>
                  <a:pt x="5752059" y="4652008"/>
                </a:lnTo>
                <a:lnTo>
                  <a:pt x="5752059" y="4632958"/>
                </a:lnTo>
                <a:close/>
              </a:path>
              <a:path w="10390505" h="4652010">
                <a:moveTo>
                  <a:pt x="5757266" y="4632958"/>
                </a:moveTo>
                <a:lnTo>
                  <a:pt x="5752059" y="4632958"/>
                </a:lnTo>
                <a:lnTo>
                  <a:pt x="5752059" y="4652008"/>
                </a:lnTo>
                <a:lnTo>
                  <a:pt x="5757266" y="4652008"/>
                </a:lnTo>
                <a:lnTo>
                  <a:pt x="5761584" y="4647742"/>
                </a:lnTo>
                <a:lnTo>
                  <a:pt x="5761584" y="4637222"/>
                </a:lnTo>
                <a:lnTo>
                  <a:pt x="5757266" y="4632958"/>
                </a:lnTo>
                <a:close/>
              </a:path>
              <a:path w="10390505" h="4652010">
                <a:moveTo>
                  <a:pt x="5713832" y="4632958"/>
                </a:moveTo>
                <a:lnTo>
                  <a:pt x="5708625" y="4632958"/>
                </a:lnTo>
                <a:lnTo>
                  <a:pt x="5704307" y="4637222"/>
                </a:lnTo>
                <a:lnTo>
                  <a:pt x="5704307" y="4647742"/>
                </a:lnTo>
                <a:lnTo>
                  <a:pt x="5708625" y="4652008"/>
                </a:lnTo>
                <a:lnTo>
                  <a:pt x="5713832" y="4652008"/>
                </a:lnTo>
                <a:lnTo>
                  <a:pt x="5713832" y="4632958"/>
                </a:lnTo>
                <a:close/>
              </a:path>
              <a:path w="10390505" h="4652010">
                <a:moveTo>
                  <a:pt x="5719166" y="4632958"/>
                </a:moveTo>
                <a:lnTo>
                  <a:pt x="5713959" y="4632958"/>
                </a:lnTo>
                <a:lnTo>
                  <a:pt x="5713959" y="4652008"/>
                </a:lnTo>
                <a:lnTo>
                  <a:pt x="5719166" y="4652008"/>
                </a:lnTo>
                <a:lnTo>
                  <a:pt x="5723484" y="4647742"/>
                </a:lnTo>
                <a:lnTo>
                  <a:pt x="5723484" y="4637222"/>
                </a:lnTo>
                <a:lnTo>
                  <a:pt x="5719166" y="4632958"/>
                </a:lnTo>
                <a:close/>
              </a:path>
              <a:path w="10390505" h="4652010">
                <a:moveTo>
                  <a:pt x="5675732" y="4632958"/>
                </a:moveTo>
                <a:lnTo>
                  <a:pt x="5670525" y="4632958"/>
                </a:lnTo>
                <a:lnTo>
                  <a:pt x="5666207" y="4637222"/>
                </a:lnTo>
                <a:lnTo>
                  <a:pt x="5666207" y="4647742"/>
                </a:lnTo>
                <a:lnTo>
                  <a:pt x="5670525" y="4652008"/>
                </a:lnTo>
                <a:lnTo>
                  <a:pt x="5675732" y="4652008"/>
                </a:lnTo>
                <a:lnTo>
                  <a:pt x="5675732" y="4632958"/>
                </a:lnTo>
                <a:close/>
              </a:path>
              <a:path w="10390505" h="4652010">
                <a:moveTo>
                  <a:pt x="5681066" y="4632958"/>
                </a:moveTo>
                <a:lnTo>
                  <a:pt x="5675732" y="4632958"/>
                </a:lnTo>
                <a:lnTo>
                  <a:pt x="5675732" y="4652008"/>
                </a:lnTo>
                <a:lnTo>
                  <a:pt x="5681066" y="4652008"/>
                </a:lnTo>
                <a:lnTo>
                  <a:pt x="5685257" y="4647742"/>
                </a:lnTo>
                <a:lnTo>
                  <a:pt x="5685257" y="4637222"/>
                </a:lnTo>
                <a:lnTo>
                  <a:pt x="5681066" y="4632958"/>
                </a:lnTo>
                <a:close/>
              </a:path>
              <a:path w="10390505" h="4652010">
                <a:moveTo>
                  <a:pt x="5637632" y="4632958"/>
                </a:moveTo>
                <a:lnTo>
                  <a:pt x="5632425" y="4632958"/>
                </a:lnTo>
                <a:lnTo>
                  <a:pt x="5628107" y="4637222"/>
                </a:lnTo>
                <a:lnTo>
                  <a:pt x="5628107" y="4647742"/>
                </a:lnTo>
                <a:lnTo>
                  <a:pt x="5632425" y="4652008"/>
                </a:lnTo>
                <a:lnTo>
                  <a:pt x="5637632" y="4652008"/>
                </a:lnTo>
                <a:lnTo>
                  <a:pt x="5637632" y="4632958"/>
                </a:lnTo>
                <a:close/>
              </a:path>
              <a:path w="10390505" h="4652010">
                <a:moveTo>
                  <a:pt x="5642966" y="4632958"/>
                </a:moveTo>
                <a:lnTo>
                  <a:pt x="5637632" y="4632958"/>
                </a:lnTo>
                <a:lnTo>
                  <a:pt x="5637632" y="4652008"/>
                </a:lnTo>
                <a:lnTo>
                  <a:pt x="5642966" y="4652008"/>
                </a:lnTo>
                <a:lnTo>
                  <a:pt x="5647157" y="4647742"/>
                </a:lnTo>
                <a:lnTo>
                  <a:pt x="5647157" y="4637222"/>
                </a:lnTo>
                <a:lnTo>
                  <a:pt x="5642966" y="4632958"/>
                </a:lnTo>
                <a:close/>
              </a:path>
              <a:path w="10390505" h="4652010">
                <a:moveTo>
                  <a:pt x="5599532" y="4632958"/>
                </a:moveTo>
                <a:lnTo>
                  <a:pt x="5594198" y="4632958"/>
                </a:lnTo>
                <a:lnTo>
                  <a:pt x="5590007" y="4637222"/>
                </a:lnTo>
                <a:lnTo>
                  <a:pt x="5590007" y="4647742"/>
                </a:lnTo>
                <a:lnTo>
                  <a:pt x="5594198" y="4652008"/>
                </a:lnTo>
                <a:lnTo>
                  <a:pt x="5599532" y="4652008"/>
                </a:lnTo>
                <a:lnTo>
                  <a:pt x="5599532" y="4632958"/>
                </a:lnTo>
                <a:close/>
              </a:path>
              <a:path w="10390505" h="4652010">
                <a:moveTo>
                  <a:pt x="5604739" y="4632958"/>
                </a:moveTo>
                <a:lnTo>
                  <a:pt x="5599532" y="4632958"/>
                </a:lnTo>
                <a:lnTo>
                  <a:pt x="5599532" y="4652008"/>
                </a:lnTo>
                <a:lnTo>
                  <a:pt x="5604739" y="4652008"/>
                </a:lnTo>
                <a:lnTo>
                  <a:pt x="5609057" y="4647742"/>
                </a:lnTo>
                <a:lnTo>
                  <a:pt x="5609057" y="4637222"/>
                </a:lnTo>
                <a:lnTo>
                  <a:pt x="5604739" y="4632958"/>
                </a:lnTo>
                <a:close/>
              </a:path>
              <a:path w="10390505" h="4652010">
                <a:moveTo>
                  <a:pt x="5561432" y="4632958"/>
                </a:moveTo>
                <a:lnTo>
                  <a:pt x="5556098" y="4632958"/>
                </a:lnTo>
                <a:lnTo>
                  <a:pt x="5551907" y="4637222"/>
                </a:lnTo>
                <a:lnTo>
                  <a:pt x="5551907" y="4647742"/>
                </a:lnTo>
                <a:lnTo>
                  <a:pt x="5556098" y="4652008"/>
                </a:lnTo>
                <a:lnTo>
                  <a:pt x="5561432" y="4652008"/>
                </a:lnTo>
                <a:lnTo>
                  <a:pt x="5561432" y="4632958"/>
                </a:lnTo>
                <a:close/>
              </a:path>
              <a:path w="10390505" h="4652010">
                <a:moveTo>
                  <a:pt x="5566639" y="4632958"/>
                </a:moveTo>
                <a:lnTo>
                  <a:pt x="5561432" y="4632958"/>
                </a:lnTo>
                <a:lnTo>
                  <a:pt x="5561432" y="4652008"/>
                </a:lnTo>
                <a:lnTo>
                  <a:pt x="5566639" y="4652008"/>
                </a:lnTo>
                <a:lnTo>
                  <a:pt x="5570957" y="4647742"/>
                </a:lnTo>
                <a:lnTo>
                  <a:pt x="5570957" y="4637222"/>
                </a:lnTo>
                <a:lnTo>
                  <a:pt x="5566639" y="4632958"/>
                </a:lnTo>
                <a:close/>
              </a:path>
              <a:path w="10390505" h="4652010">
                <a:moveTo>
                  <a:pt x="5523332" y="4632958"/>
                </a:moveTo>
                <a:lnTo>
                  <a:pt x="5517998" y="4632958"/>
                </a:lnTo>
                <a:lnTo>
                  <a:pt x="5513807" y="4637222"/>
                </a:lnTo>
                <a:lnTo>
                  <a:pt x="5513807" y="4647742"/>
                </a:lnTo>
                <a:lnTo>
                  <a:pt x="5517998" y="4652008"/>
                </a:lnTo>
                <a:lnTo>
                  <a:pt x="5523332" y="4652008"/>
                </a:lnTo>
                <a:lnTo>
                  <a:pt x="5523332" y="4632958"/>
                </a:lnTo>
                <a:close/>
              </a:path>
              <a:path w="10390505" h="4652010">
                <a:moveTo>
                  <a:pt x="5528539" y="4632958"/>
                </a:moveTo>
                <a:lnTo>
                  <a:pt x="5523332" y="4632958"/>
                </a:lnTo>
                <a:lnTo>
                  <a:pt x="5523332" y="4652008"/>
                </a:lnTo>
                <a:lnTo>
                  <a:pt x="5528539" y="4652008"/>
                </a:lnTo>
                <a:lnTo>
                  <a:pt x="5532857" y="4647742"/>
                </a:lnTo>
                <a:lnTo>
                  <a:pt x="5532857" y="4637222"/>
                </a:lnTo>
                <a:lnTo>
                  <a:pt x="5528539" y="4632958"/>
                </a:lnTo>
                <a:close/>
              </a:path>
              <a:path w="10390505" h="4652010">
                <a:moveTo>
                  <a:pt x="5485105" y="4632958"/>
                </a:moveTo>
                <a:lnTo>
                  <a:pt x="5479898" y="4632958"/>
                </a:lnTo>
                <a:lnTo>
                  <a:pt x="5475580" y="4637222"/>
                </a:lnTo>
                <a:lnTo>
                  <a:pt x="5475580" y="4647742"/>
                </a:lnTo>
                <a:lnTo>
                  <a:pt x="5479898" y="4652008"/>
                </a:lnTo>
                <a:lnTo>
                  <a:pt x="5485105" y="4652008"/>
                </a:lnTo>
                <a:lnTo>
                  <a:pt x="5485105" y="4632958"/>
                </a:lnTo>
                <a:close/>
              </a:path>
              <a:path w="10390505" h="4652010">
                <a:moveTo>
                  <a:pt x="5490439" y="4632958"/>
                </a:moveTo>
                <a:lnTo>
                  <a:pt x="5485232" y="4632958"/>
                </a:lnTo>
                <a:lnTo>
                  <a:pt x="5485232" y="4652008"/>
                </a:lnTo>
                <a:lnTo>
                  <a:pt x="5490439" y="4652008"/>
                </a:lnTo>
                <a:lnTo>
                  <a:pt x="5494757" y="4647742"/>
                </a:lnTo>
                <a:lnTo>
                  <a:pt x="5494757" y="4637222"/>
                </a:lnTo>
                <a:lnTo>
                  <a:pt x="5490439" y="4632958"/>
                </a:lnTo>
                <a:close/>
              </a:path>
              <a:path w="10390505" h="4652010">
                <a:moveTo>
                  <a:pt x="5447005" y="4632958"/>
                </a:moveTo>
                <a:lnTo>
                  <a:pt x="5441798" y="4632958"/>
                </a:lnTo>
                <a:lnTo>
                  <a:pt x="5437480" y="4637222"/>
                </a:lnTo>
                <a:lnTo>
                  <a:pt x="5437480" y="4647742"/>
                </a:lnTo>
                <a:lnTo>
                  <a:pt x="5441798" y="4652008"/>
                </a:lnTo>
                <a:lnTo>
                  <a:pt x="5447005" y="4652008"/>
                </a:lnTo>
                <a:lnTo>
                  <a:pt x="5447005" y="4632958"/>
                </a:lnTo>
                <a:close/>
              </a:path>
              <a:path w="10390505" h="4652010">
                <a:moveTo>
                  <a:pt x="5452339" y="4632958"/>
                </a:moveTo>
                <a:lnTo>
                  <a:pt x="5447005" y="4632958"/>
                </a:lnTo>
                <a:lnTo>
                  <a:pt x="5447005" y="4652008"/>
                </a:lnTo>
                <a:lnTo>
                  <a:pt x="5452339" y="4652008"/>
                </a:lnTo>
                <a:lnTo>
                  <a:pt x="5456530" y="4647742"/>
                </a:lnTo>
                <a:lnTo>
                  <a:pt x="5456530" y="4637222"/>
                </a:lnTo>
                <a:lnTo>
                  <a:pt x="5452339" y="4632958"/>
                </a:lnTo>
                <a:close/>
              </a:path>
              <a:path w="10390505" h="4652010">
                <a:moveTo>
                  <a:pt x="5408905" y="4632958"/>
                </a:moveTo>
                <a:lnTo>
                  <a:pt x="5403698" y="4632958"/>
                </a:lnTo>
                <a:lnTo>
                  <a:pt x="5399380" y="4637222"/>
                </a:lnTo>
                <a:lnTo>
                  <a:pt x="5399380" y="4647742"/>
                </a:lnTo>
                <a:lnTo>
                  <a:pt x="5403698" y="4652008"/>
                </a:lnTo>
                <a:lnTo>
                  <a:pt x="5408905" y="4652008"/>
                </a:lnTo>
                <a:lnTo>
                  <a:pt x="5408905" y="4632958"/>
                </a:lnTo>
                <a:close/>
              </a:path>
              <a:path w="10390505" h="4652010">
                <a:moveTo>
                  <a:pt x="5414239" y="4632958"/>
                </a:moveTo>
                <a:lnTo>
                  <a:pt x="5408905" y="4632958"/>
                </a:lnTo>
                <a:lnTo>
                  <a:pt x="5408905" y="4652008"/>
                </a:lnTo>
                <a:lnTo>
                  <a:pt x="5414239" y="4652008"/>
                </a:lnTo>
                <a:lnTo>
                  <a:pt x="5418430" y="4647742"/>
                </a:lnTo>
                <a:lnTo>
                  <a:pt x="5418430" y="4637222"/>
                </a:lnTo>
                <a:lnTo>
                  <a:pt x="5414239" y="4632958"/>
                </a:lnTo>
                <a:close/>
              </a:path>
              <a:path w="10390505" h="4652010">
                <a:moveTo>
                  <a:pt x="5370805" y="4632958"/>
                </a:moveTo>
                <a:lnTo>
                  <a:pt x="5365598" y="4632958"/>
                </a:lnTo>
                <a:lnTo>
                  <a:pt x="5361280" y="4637222"/>
                </a:lnTo>
                <a:lnTo>
                  <a:pt x="5361280" y="4647742"/>
                </a:lnTo>
                <a:lnTo>
                  <a:pt x="5365598" y="4652008"/>
                </a:lnTo>
                <a:lnTo>
                  <a:pt x="5370805" y="4652008"/>
                </a:lnTo>
                <a:lnTo>
                  <a:pt x="5370805" y="4632958"/>
                </a:lnTo>
                <a:close/>
              </a:path>
              <a:path w="10390505" h="4652010">
                <a:moveTo>
                  <a:pt x="5376139" y="4632958"/>
                </a:moveTo>
                <a:lnTo>
                  <a:pt x="5370805" y="4632958"/>
                </a:lnTo>
                <a:lnTo>
                  <a:pt x="5370805" y="4652008"/>
                </a:lnTo>
                <a:lnTo>
                  <a:pt x="5376139" y="4652008"/>
                </a:lnTo>
                <a:lnTo>
                  <a:pt x="5380330" y="4647742"/>
                </a:lnTo>
                <a:lnTo>
                  <a:pt x="5380330" y="4637222"/>
                </a:lnTo>
                <a:lnTo>
                  <a:pt x="5376139" y="4632958"/>
                </a:lnTo>
                <a:close/>
              </a:path>
              <a:path w="10390505" h="4652010">
                <a:moveTo>
                  <a:pt x="5332705" y="4632958"/>
                </a:moveTo>
                <a:lnTo>
                  <a:pt x="5327371" y="4632958"/>
                </a:lnTo>
                <a:lnTo>
                  <a:pt x="5323180" y="4637222"/>
                </a:lnTo>
                <a:lnTo>
                  <a:pt x="5323180" y="4647742"/>
                </a:lnTo>
                <a:lnTo>
                  <a:pt x="5327371" y="4652008"/>
                </a:lnTo>
                <a:lnTo>
                  <a:pt x="5332705" y="4652008"/>
                </a:lnTo>
                <a:lnTo>
                  <a:pt x="5332705" y="4632958"/>
                </a:lnTo>
                <a:close/>
              </a:path>
              <a:path w="10390505" h="4652010">
                <a:moveTo>
                  <a:pt x="5337912" y="4632958"/>
                </a:moveTo>
                <a:lnTo>
                  <a:pt x="5332705" y="4632958"/>
                </a:lnTo>
                <a:lnTo>
                  <a:pt x="5332705" y="4652008"/>
                </a:lnTo>
                <a:lnTo>
                  <a:pt x="5337912" y="4652008"/>
                </a:lnTo>
                <a:lnTo>
                  <a:pt x="5342230" y="4647742"/>
                </a:lnTo>
                <a:lnTo>
                  <a:pt x="5342230" y="4637222"/>
                </a:lnTo>
                <a:lnTo>
                  <a:pt x="5337912" y="4632958"/>
                </a:lnTo>
                <a:close/>
              </a:path>
              <a:path w="10390505" h="4652010">
                <a:moveTo>
                  <a:pt x="5294605" y="4632958"/>
                </a:moveTo>
                <a:lnTo>
                  <a:pt x="5289271" y="4632958"/>
                </a:lnTo>
                <a:lnTo>
                  <a:pt x="5285080" y="4637222"/>
                </a:lnTo>
                <a:lnTo>
                  <a:pt x="5285080" y="4647742"/>
                </a:lnTo>
                <a:lnTo>
                  <a:pt x="5289271" y="4652008"/>
                </a:lnTo>
                <a:lnTo>
                  <a:pt x="5294605" y="4652008"/>
                </a:lnTo>
                <a:lnTo>
                  <a:pt x="5294605" y="4632958"/>
                </a:lnTo>
                <a:close/>
              </a:path>
              <a:path w="10390505" h="4652010">
                <a:moveTo>
                  <a:pt x="5299812" y="4632958"/>
                </a:moveTo>
                <a:lnTo>
                  <a:pt x="5294605" y="4632958"/>
                </a:lnTo>
                <a:lnTo>
                  <a:pt x="5294605" y="4652008"/>
                </a:lnTo>
                <a:lnTo>
                  <a:pt x="5299812" y="4652008"/>
                </a:lnTo>
                <a:lnTo>
                  <a:pt x="5304130" y="4647742"/>
                </a:lnTo>
                <a:lnTo>
                  <a:pt x="5304130" y="4637222"/>
                </a:lnTo>
                <a:lnTo>
                  <a:pt x="5299812" y="4632958"/>
                </a:lnTo>
                <a:close/>
              </a:path>
              <a:path w="10390505" h="4652010">
                <a:moveTo>
                  <a:pt x="5256505" y="4632958"/>
                </a:moveTo>
                <a:lnTo>
                  <a:pt x="5251171" y="4632958"/>
                </a:lnTo>
                <a:lnTo>
                  <a:pt x="5246980" y="4637222"/>
                </a:lnTo>
                <a:lnTo>
                  <a:pt x="5246980" y="4647742"/>
                </a:lnTo>
                <a:lnTo>
                  <a:pt x="5251171" y="4652008"/>
                </a:lnTo>
                <a:lnTo>
                  <a:pt x="5256505" y="4652008"/>
                </a:lnTo>
                <a:lnTo>
                  <a:pt x="5256505" y="4632958"/>
                </a:lnTo>
                <a:close/>
              </a:path>
              <a:path w="10390505" h="4652010">
                <a:moveTo>
                  <a:pt x="5261712" y="4632958"/>
                </a:moveTo>
                <a:lnTo>
                  <a:pt x="5256505" y="4632958"/>
                </a:lnTo>
                <a:lnTo>
                  <a:pt x="5256505" y="4652008"/>
                </a:lnTo>
                <a:lnTo>
                  <a:pt x="5261712" y="4652008"/>
                </a:lnTo>
                <a:lnTo>
                  <a:pt x="5266030" y="4647742"/>
                </a:lnTo>
                <a:lnTo>
                  <a:pt x="5266030" y="4637222"/>
                </a:lnTo>
                <a:lnTo>
                  <a:pt x="5261712" y="4632958"/>
                </a:lnTo>
                <a:close/>
              </a:path>
              <a:path w="10390505" h="4652010">
                <a:moveTo>
                  <a:pt x="5218278" y="4632958"/>
                </a:moveTo>
                <a:lnTo>
                  <a:pt x="5213071" y="4632958"/>
                </a:lnTo>
                <a:lnTo>
                  <a:pt x="5208753" y="4637222"/>
                </a:lnTo>
                <a:lnTo>
                  <a:pt x="5208753" y="4647742"/>
                </a:lnTo>
                <a:lnTo>
                  <a:pt x="5213071" y="4652008"/>
                </a:lnTo>
                <a:lnTo>
                  <a:pt x="5218278" y="4652008"/>
                </a:lnTo>
                <a:lnTo>
                  <a:pt x="5218278" y="4632958"/>
                </a:lnTo>
                <a:close/>
              </a:path>
              <a:path w="10390505" h="4652010">
                <a:moveTo>
                  <a:pt x="5223612" y="4632958"/>
                </a:moveTo>
                <a:lnTo>
                  <a:pt x="5218405" y="4632958"/>
                </a:lnTo>
                <a:lnTo>
                  <a:pt x="5218405" y="4652008"/>
                </a:lnTo>
                <a:lnTo>
                  <a:pt x="5223612" y="4652008"/>
                </a:lnTo>
                <a:lnTo>
                  <a:pt x="5227930" y="4647742"/>
                </a:lnTo>
                <a:lnTo>
                  <a:pt x="5227930" y="4637222"/>
                </a:lnTo>
                <a:lnTo>
                  <a:pt x="5223612" y="4632958"/>
                </a:lnTo>
                <a:close/>
              </a:path>
              <a:path w="10390505" h="4652010">
                <a:moveTo>
                  <a:pt x="5180178" y="4632958"/>
                </a:moveTo>
                <a:lnTo>
                  <a:pt x="5174971" y="4632958"/>
                </a:lnTo>
                <a:lnTo>
                  <a:pt x="5170653" y="4637222"/>
                </a:lnTo>
                <a:lnTo>
                  <a:pt x="5170653" y="4647742"/>
                </a:lnTo>
                <a:lnTo>
                  <a:pt x="5174971" y="4652008"/>
                </a:lnTo>
                <a:lnTo>
                  <a:pt x="5180178" y="4652008"/>
                </a:lnTo>
                <a:lnTo>
                  <a:pt x="5180178" y="4632958"/>
                </a:lnTo>
                <a:close/>
              </a:path>
              <a:path w="10390505" h="4652010">
                <a:moveTo>
                  <a:pt x="5185512" y="4632958"/>
                </a:moveTo>
                <a:lnTo>
                  <a:pt x="5180178" y="4632958"/>
                </a:lnTo>
                <a:lnTo>
                  <a:pt x="5180178" y="4652008"/>
                </a:lnTo>
                <a:lnTo>
                  <a:pt x="5185512" y="4652008"/>
                </a:lnTo>
                <a:lnTo>
                  <a:pt x="5189703" y="4647742"/>
                </a:lnTo>
                <a:lnTo>
                  <a:pt x="5189703" y="4637222"/>
                </a:lnTo>
                <a:lnTo>
                  <a:pt x="5185512" y="4632958"/>
                </a:lnTo>
                <a:close/>
              </a:path>
              <a:path w="10390505" h="4652010">
                <a:moveTo>
                  <a:pt x="5142078" y="4632958"/>
                </a:moveTo>
                <a:lnTo>
                  <a:pt x="5136871" y="4632958"/>
                </a:lnTo>
                <a:lnTo>
                  <a:pt x="5132553" y="4637222"/>
                </a:lnTo>
                <a:lnTo>
                  <a:pt x="5132553" y="4647742"/>
                </a:lnTo>
                <a:lnTo>
                  <a:pt x="5136871" y="4652008"/>
                </a:lnTo>
                <a:lnTo>
                  <a:pt x="5142078" y="4652008"/>
                </a:lnTo>
                <a:lnTo>
                  <a:pt x="5142078" y="4632958"/>
                </a:lnTo>
                <a:close/>
              </a:path>
              <a:path w="10390505" h="4652010">
                <a:moveTo>
                  <a:pt x="5147412" y="4632958"/>
                </a:moveTo>
                <a:lnTo>
                  <a:pt x="5142078" y="4632958"/>
                </a:lnTo>
                <a:lnTo>
                  <a:pt x="5142078" y="4652008"/>
                </a:lnTo>
                <a:lnTo>
                  <a:pt x="5147412" y="4652008"/>
                </a:lnTo>
                <a:lnTo>
                  <a:pt x="5151603" y="4647742"/>
                </a:lnTo>
                <a:lnTo>
                  <a:pt x="5151603" y="4637222"/>
                </a:lnTo>
                <a:lnTo>
                  <a:pt x="5147412" y="4632958"/>
                </a:lnTo>
                <a:close/>
              </a:path>
              <a:path w="10390505" h="4652010">
                <a:moveTo>
                  <a:pt x="5103978" y="4632958"/>
                </a:moveTo>
                <a:lnTo>
                  <a:pt x="5098644" y="4632958"/>
                </a:lnTo>
                <a:lnTo>
                  <a:pt x="5094453" y="4637222"/>
                </a:lnTo>
                <a:lnTo>
                  <a:pt x="5094453" y="4647742"/>
                </a:lnTo>
                <a:lnTo>
                  <a:pt x="5098644" y="4652008"/>
                </a:lnTo>
                <a:lnTo>
                  <a:pt x="5103978" y="4652008"/>
                </a:lnTo>
                <a:lnTo>
                  <a:pt x="5103978" y="4632958"/>
                </a:lnTo>
                <a:close/>
              </a:path>
              <a:path w="10390505" h="4652010">
                <a:moveTo>
                  <a:pt x="5109185" y="4632958"/>
                </a:moveTo>
                <a:lnTo>
                  <a:pt x="5103978" y="4632958"/>
                </a:lnTo>
                <a:lnTo>
                  <a:pt x="5103978" y="4652008"/>
                </a:lnTo>
                <a:lnTo>
                  <a:pt x="5109185" y="4652008"/>
                </a:lnTo>
                <a:lnTo>
                  <a:pt x="5113503" y="4647742"/>
                </a:lnTo>
                <a:lnTo>
                  <a:pt x="5113503" y="4637222"/>
                </a:lnTo>
                <a:lnTo>
                  <a:pt x="5109185" y="4632958"/>
                </a:lnTo>
                <a:close/>
              </a:path>
              <a:path w="10390505" h="4652010">
                <a:moveTo>
                  <a:pt x="5065878" y="4632958"/>
                </a:moveTo>
                <a:lnTo>
                  <a:pt x="5060544" y="4632958"/>
                </a:lnTo>
                <a:lnTo>
                  <a:pt x="5056353" y="4637222"/>
                </a:lnTo>
                <a:lnTo>
                  <a:pt x="5056353" y="4647742"/>
                </a:lnTo>
                <a:lnTo>
                  <a:pt x="5060544" y="4652008"/>
                </a:lnTo>
                <a:lnTo>
                  <a:pt x="5065878" y="4652008"/>
                </a:lnTo>
                <a:lnTo>
                  <a:pt x="5065878" y="4632958"/>
                </a:lnTo>
                <a:close/>
              </a:path>
              <a:path w="10390505" h="4652010">
                <a:moveTo>
                  <a:pt x="5071085" y="4632958"/>
                </a:moveTo>
                <a:lnTo>
                  <a:pt x="5065878" y="4632958"/>
                </a:lnTo>
                <a:lnTo>
                  <a:pt x="5065878" y="4652008"/>
                </a:lnTo>
                <a:lnTo>
                  <a:pt x="5071085" y="4652008"/>
                </a:lnTo>
                <a:lnTo>
                  <a:pt x="5075403" y="4647742"/>
                </a:lnTo>
                <a:lnTo>
                  <a:pt x="5075403" y="4637222"/>
                </a:lnTo>
                <a:lnTo>
                  <a:pt x="5071085" y="4632958"/>
                </a:lnTo>
                <a:close/>
              </a:path>
              <a:path w="10390505" h="4652010">
                <a:moveTo>
                  <a:pt x="5027778" y="4632958"/>
                </a:moveTo>
                <a:lnTo>
                  <a:pt x="5022444" y="4632958"/>
                </a:lnTo>
                <a:lnTo>
                  <a:pt x="5018253" y="4637222"/>
                </a:lnTo>
                <a:lnTo>
                  <a:pt x="5018253" y="4647742"/>
                </a:lnTo>
                <a:lnTo>
                  <a:pt x="5022444" y="4652008"/>
                </a:lnTo>
                <a:lnTo>
                  <a:pt x="5027778" y="4652008"/>
                </a:lnTo>
                <a:lnTo>
                  <a:pt x="5027778" y="4632958"/>
                </a:lnTo>
                <a:close/>
              </a:path>
              <a:path w="10390505" h="4652010">
                <a:moveTo>
                  <a:pt x="5032985" y="4632958"/>
                </a:moveTo>
                <a:lnTo>
                  <a:pt x="5027778" y="4632958"/>
                </a:lnTo>
                <a:lnTo>
                  <a:pt x="5027778" y="4652008"/>
                </a:lnTo>
                <a:lnTo>
                  <a:pt x="5032985" y="4652008"/>
                </a:lnTo>
                <a:lnTo>
                  <a:pt x="5037303" y="4647742"/>
                </a:lnTo>
                <a:lnTo>
                  <a:pt x="5037303" y="4637222"/>
                </a:lnTo>
                <a:lnTo>
                  <a:pt x="5032985" y="4632958"/>
                </a:lnTo>
                <a:close/>
              </a:path>
              <a:path w="10390505" h="4652010">
                <a:moveTo>
                  <a:pt x="4989551" y="4632958"/>
                </a:moveTo>
                <a:lnTo>
                  <a:pt x="4984344" y="4632958"/>
                </a:lnTo>
                <a:lnTo>
                  <a:pt x="4980026" y="4637222"/>
                </a:lnTo>
                <a:lnTo>
                  <a:pt x="4980026" y="4647742"/>
                </a:lnTo>
                <a:lnTo>
                  <a:pt x="4984344" y="4652008"/>
                </a:lnTo>
                <a:lnTo>
                  <a:pt x="4989551" y="4652008"/>
                </a:lnTo>
                <a:lnTo>
                  <a:pt x="4989551" y="4632958"/>
                </a:lnTo>
                <a:close/>
              </a:path>
              <a:path w="10390505" h="4652010">
                <a:moveTo>
                  <a:pt x="4994885" y="4632958"/>
                </a:moveTo>
                <a:lnTo>
                  <a:pt x="4989678" y="4632958"/>
                </a:lnTo>
                <a:lnTo>
                  <a:pt x="4989678" y="4652008"/>
                </a:lnTo>
                <a:lnTo>
                  <a:pt x="4994885" y="4652008"/>
                </a:lnTo>
                <a:lnTo>
                  <a:pt x="4999203" y="4647742"/>
                </a:lnTo>
                <a:lnTo>
                  <a:pt x="4999203" y="4637222"/>
                </a:lnTo>
                <a:lnTo>
                  <a:pt x="4994885" y="4632958"/>
                </a:lnTo>
                <a:close/>
              </a:path>
              <a:path w="10390505" h="4652010">
                <a:moveTo>
                  <a:pt x="4951451" y="4632958"/>
                </a:moveTo>
                <a:lnTo>
                  <a:pt x="4946244" y="4632958"/>
                </a:lnTo>
                <a:lnTo>
                  <a:pt x="4941926" y="4637222"/>
                </a:lnTo>
                <a:lnTo>
                  <a:pt x="4941926" y="4647742"/>
                </a:lnTo>
                <a:lnTo>
                  <a:pt x="4946244" y="4652008"/>
                </a:lnTo>
                <a:lnTo>
                  <a:pt x="4951451" y="4652008"/>
                </a:lnTo>
                <a:lnTo>
                  <a:pt x="4951451" y="4632958"/>
                </a:lnTo>
                <a:close/>
              </a:path>
              <a:path w="10390505" h="4652010">
                <a:moveTo>
                  <a:pt x="4956785" y="4632958"/>
                </a:moveTo>
                <a:lnTo>
                  <a:pt x="4951451" y="4632958"/>
                </a:lnTo>
                <a:lnTo>
                  <a:pt x="4951451" y="4652008"/>
                </a:lnTo>
                <a:lnTo>
                  <a:pt x="4956785" y="4652008"/>
                </a:lnTo>
                <a:lnTo>
                  <a:pt x="4960976" y="4647742"/>
                </a:lnTo>
                <a:lnTo>
                  <a:pt x="4960976" y="4637222"/>
                </a:lnTo>
                <a:lnTo>
                  <a:pt x="4956785" y="4632958"/>
                </a:lnTo>
                <a:close/>
              </a:path>
              <a:path w="10390505" h="4652010">
                <a:moveTo>
                  <a:pt x="4913351" y="4632958"/>
                </a:moveTo>
                <a:lnTo>
                  <a:pt x="4908144" y="4632958"/>
                </a:lnTo>
                <a:lnTo>
                  <a:pt x="4903826" y="4637222"/>
                </a:lnTo>
                <a:lnTo>
                  <a:pt x="4903826" y="4647742"/>
                </a:lnTo>
                <a:lnTo>
                  <a:pt x="4908144" y="4652008"/>
                </a:lnTo>
                <a:lnTo>
                  <a:pt x="4913351" y="4652008"/>
                </a:lnTo>
                <a:lnTo>
                  <a:pt x="4913351" y="4632958"/>
                </a:lnTo>
                <a:close/>
              </a:path>
              <a:path w="10390505" h="4652010">
                <a:moveTo>
                  <a:pt x="4918685" y="4632958"/>
                </a:moveTo>
                <a:lnTo>
                  <a:pt x="4913351" y="4632958"/>
                </a:lnTo>
                <a:lnTo>
                  <a:pt x="4913351" y="4652008"/>
                </a:lnTo>
                <a:lnTo>
                  <a:pt x="4918685" y="4652008"/>
                </a:lnTo>
                <a:lnTo>
                  <a:pt x="4922876" y="4647742"/>
                </a:lnTo>
                <a:lnTo>
                  <a:pt x="4922876" y="4637222"/>
                </a:lnTo>
                <a:lnTo>
                  <a:pt x="4918685" y="4632958"/>
                </a:lnTo>
                <a:close/>
              </a:path>
              <a:path w="10390505" h="4652010">
                <a:moveTo>
                  <a:pt x="4875251" y="4632958"/>
                </a:moveTo>
                <a:lnTo>
                  <a:pt x="4870044" y="4632958"/>
                </a:lnTo>
                <a:lnTo>
                  <a:pt x="4865726" y="4637222"/>
                </a:lnTo>
                <a:lnTo>
                  <a:pt x="4865726" y="4647742"/>
                </a:lnTo>
                <a:lnTo>
                  <a:pt x="4870044" y="4652008"/>
                </a:lnTo>
                <a:lnTo>
                  <a:pt x="4875251" y="4652008"/>
                </a:lnTo>
                <a:lnTo>
                  <a:pt x="4875251" y="4632958"/>
                </a:lnTo>
                <a:close/>
              </a:path>
              <a:path w="10390505" h="4652010">
                <a:moveTo>
                  <a:pt x="4880585" y="4632958"/>
                </a:moveTo>
                <a:lnTo>
                  <a:pt x="4875251" y="4632958"/>
                </a:lnTo>
                <a:lnTo>
                  <a:pt x="4875251" y="4652008"/>
                </a:lnTo>
                <a:lnTo>
                  <a:pt x="4880585" y="4652008"/>
                </a:lnTo>
                <a:lnTo>
                  <a:pt x="4884776" y="4647742"/>
                </a:lnTo>
                <a:lnTo>
                  <a:pt x="4884776" y="4637222"/>
                </a:lnTo>
                <a:lnTo>
                  <a:pt x="4880585" y="4632958"/>
                </a:lnTo>
                <a:close/>
              </a:path>
              <a:path w="10390505" h="4652010">
                <a:moveTo>
                  <a:pt x="4837151" y="4632958"/>
                </a:moveTo>
                <a:lnTo>
                  <a:pt x="4831817" y="4632958"/>
                </a:lnTo>
                <a:lnTo>
                  <a:pt x="4827626" y="4637222"/>
                </a:lnTo>
                <a:lnTo>
                  <a:pt x="4827626" y="4647742"/>
                </a:lnTo>
                <a:lnTo>
                  <a:pt x="4831817" y="4652008"/>
                </a:lnTo>
                <a:lnTo>
                  <a:pt x="4837151" y="4652008"/>
                </a:lnTo>
                <a:lnTo>
                  <a:pt x="4837151" y="4632958"/>
                </a:lnTo>
                <a:close/>
              </a:path>
              <a:path w="10390505" h="4652010">
                <a:moveTo>
                  <a:pt x="4842358" y="4632958"/>
                </a:moveTo>
                <a:lnTo>
                  <a:pt x="4837151" y="4632958"/>
                </a:lnTo>
                <a:lnTo>
                  <a:pt x="4837151" y="4652008"/>
                </a:lnTo>
                <a:lnTo>
                  <a:pt x="4842358" y="4652008"/>
                </a:lnTo>
                <a:lnTo>
                  <a:pt x="4846676" y="4647742"/>
                </a:lnTo>
                <a:lnTo>
                  <a:pt x="4846676" y="4637222"/>
                </a:lnTo>
                <a:lnTo>
                  <a:pt x="4842358" y="4632958"/>
                </a:lnTo>
                <a:close/>
              </a:path>
              <a:path w="10390505" h="4652010">
                <a:moveTo>
                  <a:pt x="4799051" y="4632958"/>
                </a:moveTo>
                <a:lnTo>
                  <a:pt x="4793717" y="4632958"/>
                </a:lnTo>
                <a:lnTo>
                  <a:pt x="4789526" y="4637222"/>
                </a:lnTo>
                <a:lnTo>
                  <a:pt x="4789526" y="4647742"/>
                </a:lnTo>
                <a:lnTo>
                  <a:pt x="4793717" y="4652008"/>
                </a:lnTo>
                <a:lnTo>
                  <a:pt x="4799051" y="4652008"/>
                </a:lnTo>
                <a:lnTo>
                  <a:pt x="4799051" y="4632958"/>
                </a:lnTo>
                <a:close/>
              </a:path>
              <a:path w="10390505" h="4652010">
                <a:moveTo>
                  <a:pt x="4804258" y="4632958"/>
                </a:moveTo>
                <a:lnTo>
                  <a:pt x="4799051" y="4632958"/>
                </a:lnTo>
                <a:lnTo>
                  <a:pt x="4799051" y="4652008"/>
                </a:lnTo>
                <a:lnTo>
                  <a:pt x="4804258" y="4652008"/>
                </a:lnTo>
                <a:lnTo>
                  <a:pt x="4808576" y="4647742"/>
                </a:lnTo>
                <a:lnTo>
                  <a:pt x="4808576" y="4637222"/>
                </a:lnTo>
                <a:lnTo>
                  <a:pt x="4804258" y="4632958"/>
                </a:lnTo>
                <a:close/>
              </a:path>
              <a:path w="10390505" h="4652010">
                <a:moveTo>
                  <a:pt x="4760951" y="4632958"/>
                </a:moveTo>
                <a:lnTo>
                  <a:pt x="4755617" y="4632958"/>
                </a:lnTo>
                <a:lnTo>
                  <a:pt x="4751426" y="4637222"/>
                </a:lnTo>
                <a:lnTo>
                  <a:pt x="4751426" y="4647742"/>
                </a:lnTo>
                <a:lnTo>
                  <a:pt x="4755617" y="4652008"/>
                </a:lnTo>
                <a:lnTo>
                  <a:pt x="4760951" y="4652008"/>
                </a:lnTo>
                <a:lnTo>
                  <a:pt x="4760951" y="4632958"/>
                </a:lnTo>
                <a:close/>
              </a:path>
              <a:path w="10390505" h="4652010">
                <a:moveTo>
                  <a:pt x="4766158" y="4632958"/>
                </a:moveTo>
                <a:lnTo>
                  <a:pt x="4760951" y="4632958"/>
                </a:lnTo>
                <a:lnTo>
                  <a:pt x="4760951" y="4652008"/>
                </a:lnTo>
                <a:lnTo>
                  <a:pt x="4766158" y="4652008"/>
                </a:lnTo>
                <a:lnTo>
                  <a:pt x="4770476" y="4647742"/>
                </a:lnTo>
                <a:lnTo>
                  <a:pt x="4770476" y="4637222"/>
                </a:lnTo>
                <a:lnTo>
                  <a:pt x="4766158" y="4632958"/>
                </a:lnTo>
                <a:close/>
              </a:path>
              <a:path w="10390505" h="4652010">
                <a:moveTo>
                  <a:pt x="4722724" y="4632958"/>
                </a:moveTo>
                <a:lnTo>
                  <a:pt x="4717517" y="4632958"/>
                </a:lnTo>
                <a:lnTo>
                  <a:pt x="4713199" y="4637222"/>
                </a:lnTo>
                <a:lnTo>
                  <a:pt x="4713199" y="4647742"/>
                </a:lnTo>
                <a:lnTo>
                  <a:pt x="4717517" y="4652008"/>
                </a:lnTo>
                <a:lnTo>
                  <a:pt x="4722724" y="4652008"/>
                </a:lnTo>
                <a:lnTo>
                  <a:pt x="4722724" y="4632958"/>
                </a:lnTo>
                <a:close/>
              </a:path>
              <a:path w="10390505" h="4652010">
                <a:moveTo>
                  <a:pt x="4722851" y="4645658"/>
                </a:moveTo>
                <a:lnTo>
                  <a:pt x="4722724" y="4652008"/>
                </a:lnTo>
                <a:lnTo>
                  <a:pt x="4722851" y="4645658"/>
                </a:lnTo>
                <a:close/>
              </a:path>
              <a:path w="10390505" h="4652010">
                <a:moveTo>
                  <a:pt x="4728058" y="4632958"/>
                </a:moveTo>
                <a:lnTo>
                  <a:pt x="4722851" y="4632958"/>
                </a:lnTo>
                <a:lnTo>
                  <a:pt x="4722851" y="4652008"/>
                </a:lnTo>
                <a:lnTo>
                  <a:pt x="4728058" y="4652008"/>
                </a:lnTo>
                <a:lnTo>
                  <a:pt x="4732376" y="4647742"/>
                </a:lnTo>
                <a:lnTo>
                  <a:pt x="4732376" y="4637222"/>
                </a:lnTo>
                <a:lnTo>
                  <a:pt x="4728058" y="4632958"/>
                </a:lnTo>
                <a:close/>
              </a:path>
              <a:path w="10390505" h="4652010">
                <a:moveTo>
                  <a:pt x="4722851" y="4632958"/>
                </a:moveTo>
                <a:lnTo>
                  <a:pt x="4722724" y="4639308"/>
                </a:lnTo>
                <a:lnTo>
                  <a:pt x="4722851" y="4632958"/>
                </a:lnTo>
                <a:close/>
              </a:path>
              <a:path w="10390505" h="4652010">
                <a:moveTo>
                  <a:pt x="4684624" y="4632958"/>
                </a:moveTo>
                <a:lnTo>
                  <a:pt x="4679417" y="4632958"/>
                </a:lnTo>
                <a:lnTo>
                  <a:pt x="4675099" y="4637222"/>
                </a:lnTo>
                <a:lnTo>
                  <a:pt x="4675099" y="4647742"/>
                </a:lnTo>
                <a:lnTo>
                  <a:pt x="4679417" y="4652008"/>
                </a:lnTo>
                <a:lnTo>
                  <a:pt x="4684624" y="4652008"/>
                </a:lnTo>
                <a:lnTo>
                  <a:pt x="4684624" y="4632958"/>
                </a:lnTo>
                <a:close/>
              </a:path>
              <a:path w="10390505" h="4652010">
                <a:moveTo>
                  <a:pt x="4689958" y="4632958"/>
                </a:moveTo>
                <a:lnTo>
                  <a:pt x="4684624" y="4632958"/>
                </a:lnTo>
                <a:lnTo>
                  <a:pt x="4684624" y="4652008"/>
                </a:lnTo>
                <a:lnTo>
                  <a:pt x="4689958" y="4652008"/>
                </a:lnTo>
                <a:lnTo>
                  <a:pt x="4694149" y="4647742"/>
                </a:lnTo>
                <a:lnTo>
                  <a:pt x="4694149" y="4637222"/>
                </a:lnTo>
                <a:lnTo>
                  <a:pt x="4689958" y="4632958"/>
                </a:lnTo>
                <a:close/>
              </a:path>
              <a:path w="10390505" h="4652010">
                <a:moveTo>
                  <a:pt x="4646524" y="4632958"/>
                </a:moveTo>
                <a:lnTo>
                  <a:pt x="4641317" y="4632958"/>
                </a:lnTo>
                <a:lnTo>
                  <a:pt x="4636999" y="4637222"/>
                </a:lnTo>
                <a:lnTo>
                  <a:pt x="4636999" y="4647742"/>
                </a:lnTo>
                <a:lnTo>
                  <a:pt x="4641317" y="4652008"/>
                </a:lnTo>
                <a:lnTo>
                  <a:pt x="4646524" y="4652008"/>
                </a:lnTo>
                <a:lnTo>
                  <a:pt x="4646524" y="4632958"/>
                </a:lnTo>
                <a:close/>
              </a:path>
              <a:path w="10390505" h="4652010">
                <a:moveTo>
                  <a:pt x="4651858" y="4632958"/>
                </a:moveTo>
                <a:lnTo>
                  <a:pt x="4646524" y="4632958"/>
                </a:lnTo>
                <a:lnTo>
                  <a:pt x="4646524" y="4652008"/>
                </a:lnTo>
                <a:lnTo>
                  <a:pt x="4651858" y="4652008"/>
                </a:lnTo>
                <a:lnTo>
                  <a:pt x="4656049" y="4647742"/>
                </a:lnTo>
                <a:lnTo>
                  <a:pt x="4656049" y="4637222"/>
                </a:lnTo>
                <a:lnTo>
                  <a:pt x="4651858" y="4632958"/>
                </a:lnTo>
                <a:close/>
              </a:path>
              <a:path w="10390505" h="4652010">
                <a:moveTo>
                  <a:pt x="4608424" y="4632958"/>
                </a:moveTo>
                <a:lnTo>
                  <a:pt x="4603090" y="4632958"/>
                </a:lnTo>
                <a:lnTo>
                  <a:pt x="4598899" y="4637222"/>
                </a:lnTo>
                <a:lnTo>
                  <a:pt x="4598899" y="4647742"/>
                </a:lnTo>
                <a:lnTo>
                  <a:pt x="4603090" y="4652008"/>
                </a:lnTo>
                <a:lnTo>
                  <a:pt x="4608424" y="4652008"/>
                </a:lnTo>
                <a:lnTo>
                  <a:pt x="4608424" y="4632958"/>
                </a:lnTo>
                <a:close/>
              </a:path>
              <a:path w="10390505" h="4652010">
                <a:moveTo>
                  <a:pt x="4613631" y="4632958"/>
                </a:moveTo>
                <a:lnTo>
                  <a:pt x="4608424" y="4632958"/>
                </a:lnTo>
                <a:lnTo>
                  <a:pt x="4608424" y="4652008"/>
                </a:lnTo>
                <a:lnTo>
                  <a:pt x="4613631" y="4652008"/>
                </a:lnTo>
                <a:lnTo>
                  <a:pt x="4617949" y="4647742"/>
                </a:lnTo>
                <a:lnTo>
                  <a:pt x="4617949" y="4637222"/>
                </a:lnTo>
                <a:lnTo>
                  <a:pt x="4613631" y="4632958"/>
                </a:lnTo>
                <a:close/>
              </a:path>
              <a:path w="10390505" h="4652010">
                <a:moveTo>
                  <a:pt x="4570324" y="4632958"/>
                </a:moveTo>
                <a:lnTo>
                  <a:pt x="4564990" y="4632958"/>
                </a:lnTo>
                <a:lnTo>
                  <a:pt x="4560799" y="4637222"/>
                </a:lnTo>
                <a:lnTo>
                  <a:pt x="4560799" y="4647742"/>
                </a:lnTo>
                <a:lnTo>
                  <a:pt x="4564990" y="4652008"/>
                </a:lnTo>
                <a:lnTo>
                  <a:pt x="4570324" y="4652008"/>
                </a:lnTo>
                <a:lnTo>
                  <a:pt x="4570324" y="4632958"/>
                </a:lnTo>
                <a:close/>
              </a:path>
              <a:path w="10390505" h="4652010">
                <a:moveTo>
                  <a:pt x="4575531" y="4632958"/>
                </a:moveTo>
                <a:lnTo>
                  <a:pt x="4570324" y="4632958"/>
                </a:lnTo>
                <a:lnTo>
                  <a:pt x="4570324" y="4652008"/>
                </a:lnTo>
                <a:lnTo>
                  <a:pt x="4575531" y="4652008"/>
                </a:lnTo>
                <a:lnTo>
                  <a:pt x="4579849" y="4647742"/>
                </a:lnTo>
                <a:lnTo>
                  <a:pt x="4579849" y="4637222"/>
                </a:lnTo>
                <a:lnTo>
                  <a:pt x="4575531" y="4632958"/>
                </a:lnTo>
                <a:close/>
              </a:path>
              <a:path w="10390505" h="4652010">
                <a:moveTo>
                  <a:pt x="4532224" y="4632958"/>
                </a:moveTo>
                <a:lnTo>
                  <a:pt x="4526890" y="4632958"/>
                </a:lnTo>
                <a:lnTo>
                  <a:pt x="4522699" y="4637222"/>
                </a:lnTo>
                <a:lnTo>
                  <a:pt x="4522699" y="4647742"/>
                </a:lnTo>
                <a:lnTo>
                  <a:pt x="4526890" y="4652008"/>
                </a:lnTo>
                <a:lnTo>
                  <a:pt x="4532224" y="4652008"/>
                </a:lnTo>
                <a:lnTo>
                  <a:pt x="4532224" y="4632958"/>
                </a:lnTo>
                <a:close/>
              </a:path>
              <a:path w="10390505" h="4652010">
                <a:moveTo>
                  <a:pt x="4537431" y="4632958"/>
                </a:moveTo>
                <a:lnTo>
                  <a:pt x="4532224" y="4632958"/>
                </a:lnTo>
                <a:lnTo>
                  <a:pt x="4532224" y="4652008"/>
                </a:lnTo>
                <a:lnTo>
                  <a:pt x="4537431" y="4652008"/>
                </a:lnTo>
                <a:lnTo>
                  <a:pt x="4541749" y="4647742"/>
                </a:lnTo>
                <a:lnTo>
                  <a:pt x="4541749" y="4637222"/>
                </a:lnTo>
                <a:lnTo>
                  <a:pt x="4537431" y="4632958"/>
                </a:lnTo>
                <a:close/>
              </a:path>
              <a:path w="10390505" h="4652010">
                <a:moveTo>
                  <a:pt x="4493997" y="4632958"/>
                </a:moveTo>
                <a:lnTo>
                  <a:pt x="4488790" y="4632958"/>
                </a:lnTo>
                <a:lnTo>
                  <a:pt x="4484472" y="4637222"/>
                </a:lnTo>
                <a:lnTo>
                  <a:pt x="4484472" y="4647742"/>
                </a:lnTo>
                <a:lnTo>
                  <a:pt x="4488790" y="4652008"/>
                </a:lnTo>
                <a:lnTo>
                  <a:pt x="4493997" y="4652008"/>
                </a:lnTo>
                <a:lnTo>
                  <a:pt x="4493997" y="4632958"/>
                </a:lnTo>
                <a:close/>
              </a:path>
              <a:path w="10390505" h="4652010">
                <a:moveTo>
                  <a:pt x="4499331" y="4632958"/>
                </a:moveTo>
                <a:lnTo>
                  <a:pt x="4494124" y="4632958"/>
                </a:lnTo>
                <a:lnTo>
                  <a:pt x="4494124" y="4652008"/>
                </a:lnTo>
                <a:lnTo>
                  <a:pt x="4499331" y="4652008"/>
                </a:lnTo>
                <a:lnTo>
                  <a:pt x="4503649" y="4647742"/>
                </a:lnTo>
                <a:lnTo>
                  <a:pt x="4503649" y="4637222"/>
                </a:lnTo>
                <a:lnTo>
                  <a:pt x="4499331" y="4632958"/>
                </a:lnTo>
                <a:close/>
              </a:path>
              <a:path w="10390505" h="4652010">
                <a:moveTo>
                  <a:pt x="4455897" y="4632958"/>
                </a:moveTo>
                <a:lnTo>
                  <a:pt x="4450690" y="4632958"/>
                </a:lnTo>
                <a:lnTo>
                  <a:pt x="4446372" y="4637222"/>
                </a:lnTo>
                <a:lnTo>
                  <a:pt x="4446372" y="4647742"/>
                </a:lnTo>
                <a:lnTo>
                  <a:pt x="4450690" y="4652008"/>
                </a:lnTo>
                <a:lnTo>
                  <a:pt x="4455897" y="4652008"/>
                </a:lnTo>
                <a:lnTo>
                  <a:pt x="4455897" y="4632958"/>
                </a:lnTo>
                <a:close/>
              </a:path>
              <a:path w="10390505" h="4652010">
                <a:moveTo>
                  <a:pt x="4461231" y="4632958"/>
                </a:moveTo>
                <a:lnTo>
                  <a:pt x="4455897" y="4632958"/>
                </a:lnTo>
                <a:lnTo>
                  <a:pt x="4455897" y="4652008"/>
                </a:lnTo>
                <a:lnTo>
                  <a:pt x="4461231" y="4652008"/>
                </a:lnTo>
                <a:lnTo>
                  <a:pt x="4465422" y="4647742"/>
                </a:lnTo>
                <a:lnTo>
                  <a:pt x="4465422" y="4637222"/>
                </a:lnTo>
                <a:lnTo>
                  <a:pt x="4461231" y="4632958"/>
                </a:lnTo>
                <a:close/>
              </a:path>
              <a:path w="10390505" h="4652010">
                <a:moveTo>
                  <a:pt x="4417797" y="4632958"/>
                </a:moveTo>
                <a:lnTo>
                  <a:pt x="4412590" y="4632958"/>
                </a:lnTo>
                <a:lnTo>
                  <a:pt x="4408272" y="4637222"/>
                </a:lnTo>
                <a:lnTo>
                  <a:pt x="4408272" y="4647742"/>
                </a:lnTo>
                <a:lnTo>
                  <a:pt x="4412590" y="4652008"/>
                </a:lnTo>
                <a:lnTo>
                  <a:pt x="4417797" y="4652008"/>
                </a:lnTo>
                <a:lnTo>
                  <a:pt x="4417797" y="4632958"/>
                </a:lnTo>
                <a:close/>
              </a:path>
              <a:path w="10390505" h="4652010">
                <a:moveTo>
                  <a:pt x="4423131" y="4632958"/>
                </a:moveTo>
                <a:lnTo>
                  <a:pt x="4417797" y="4632958"/>
                </a:lnTo>
                <a:lnTo>
                  <a:pt x="4417797" y="4652008"/>
                </a:lnTo>
                <a:lnTo>
                  <a:pt x="4423131" y="4652008"/>
                </a:lnTo>
                <a:lnTo>
                  <a:pt x="4427322" y="4647742"/>
                </a:lnTo>
                <a:lnTo>
                  <a:pt x="4427322" y="4637222"/>
                </a:lnTo>
                <a:lnTo>
                  <a:pt x="4423131" y="4632958"/>
                </a:lnTo>
                <a:close/>
              </a:path>
              <a:path w="10390505" h="4652010">
                <a:moveTo>
                  <a:pt x="4379697" y="4632958"/>
                </a:moveTo>
                <a:lnTo>
                  <a:pt x="4374490" y="4632958"/>
                </a:lnTo>
                <a:lnTo>
                  <a:pt x="4370172" y="4637222"/>
                </a:lnTo>
                <a:lnTo>
                  <a:pt x="4370172" y="4647742"/>
                </a:lnTo>
                <a:lnTo>
                  <a:pt x="4374490" y="4652008"/>
                </a:lnTo>
                <a:lnTo>
                  <a:pt x="4379697" y="4652008"/>
                </a:lnTo>
                <a:lnTo>
                  <a:pt x="4379697" y="4632958"/>
                </a:lnTo>
                <a:close/>
              </a:path>
              <a:path w="10390505" h="4652010">
                <a:moveTo>
                  <a:pt x="4385031" y="4632958"/>
                </a:moveTo>
                <a:lnTo>
                  <a:pt x="4379697" y="4632958"/>
                </a:lnTo>
                <a:lnTo>
                  <a:pt x="4379697" y="4652008"/>
                </a:lnTo>
                <a:lnTo>
                  <a:pt x="4385031" y="4652008"/>
                </a:lnTo>
                <a:lnTo>
                  <a:pt x="4389222" y="4647742"/>
                </a:lnTo>
                <a:lnTo>
                  <a:pt x="4389222" y="4637222"/>
                </a:lnTo>
                <a:lnTo>
                  <a:pt x="4385031" y="4632958"/>
                </a:lnTo>
                <a:close/>
              </a:path>
              <a:path w="10390505" h="4652010">
                <a:moveTo>
                  <a:pt x="4341597" y="4632958"/>
                </a:moveTo>
                <a:lnTo>
                  <a:pt x="4336263" y="4632958"/>
                </a:lnTo>
                <a:lnTo>
                  <a:pt x="4332072" y="4637222"/>
                </a:lnTo>
                <a:lnTo>
                  <a:pt x="4332072" y="4647742"/>
                </a:lnTo>
                <a:lnTo>
                  <a:pt x="4336263" y="4652008"/>
                </a:lnTo>
                <a:lnTo>
                  <a:pt x="4341597" y="4652008"/>
                </a:lnTo>
                <a:lnTo>
                  <a:pt x="4341597" y="4632958"/>
                </a:lnTo>
                <a:close/>
              </a:path>
              <a:path w="10390505" h="4652010">
                <a:moveTo>
                  <a:pt x="4346804" y="4632958"/>
                </a:moveTo>
                <a:lnTo>
                  <a:pt x="4341597" y="4632958"/>
                </a:lnTo>
                <a:lnTo>
                  <a:pt x="4341597" y="4652008"/>
                </a:lnTo>
                <a:lnTo>
                  <a:pt x="4346804" y="4652008"/>
                </a:lnTo>
                <a:lnTo>
                  <a:pt x="4351122" y="4647742"/>
                </a:lnTo>
                <a:lnTo>
                  <a:pt x="4351122" y="4637222"/>
                </a:lnTo>
                <a:lnTo>
                  <a:pt x="4346804" y="4632958"/>
                </a:lnTo>
                <a:close/>
              </a:path>
              <a:path w="10390505" h="4652010">
                <a:moveTo>
                  <a:pt x="4303497" y="4632958"/>
                </a:moveTo>
                <a:lnTo>
                  <a:pt x="4298163" y="4632958"/>
                </a:lnTo>
                <a:lnTo>
                  <a:pt x="4293972" y="4637222"/>
                </a:lnTo>
                <a:lnTo>
                  <a:pt x="4293972" y="4647742"/>
                </a:lnTo>
                <a:lnTo>
                  <a:pt x="4298163" y="4652008"/>
                </a:lnTo>
                <a:lnTo>
                  <a:pt x="4303497" y="4652008"/>
                </a:lnTo>
                <a:lnTo>
                  <a:pt x="4303497" y="4632958"/>
                </a:lnTo>
                <a:close/>
              </a:path>
              <a:path w="10390505" h="4652010">
                <a:moveTo>
                  <a:pt x="4308704" y="4632958"/>
                </a:moveTo>
                <a:lnTo>
                  <a:pt x="4303497" y="4632958"/>
                </a:lnTo>
                <a:lnTo>
                  <a:pt x="4303497" y="4652008"/>
                </a:lnTo>
                <a:lnTo>
                  <a:pt x="4308704" y="4652008"/>
                </a:lnTo>
                <a:lnTo>
                  <a:pt x="4313022" y="4647742"/>
                </a:lnTo>
                <a:lnTo>
                  <a:pt x="4313022" y="4637222"/>
                </a:lnTo>
                <a:lnTo>
                  <a:pt x="4308704" y="4632958"/>
                </a:lnTo>
                <a:close/>
              </a:path>
              <a:path w="10390505" h="4652010">
                <a:moveTo>
                  <a:pt x="4265397" y="4632958"/>
                </a:moveTo>
                <a:lnTo>
                  <a:pt x="4260063" y="4632958"/>
                </a:lnTo>
                <a:lnTo>
                  <a:pt x="4255872" y="4637222"/>
                </a:lnTo>
                <a:lnTo>
                  <a:pt x="4255872" y="4647742"/>
                </a:lnTo>
                <a:lnTo>
                  <a:pt x="4260063" y="4652008"/>
                </a:lnTo>
                <a:lnTo>
                  <a:pt x="4265397" y="4652008"/>
                </a:lnTo>
                <a:lnTo>
                  <a:pt x="4265397" y="4632958"/>
                </a:lnTo>
                <a:close/>
              </a:path>
              <a:path w="10390505" h="4652010">
                <a:moveTo>
                  <a:pt x="4270604" y="4632958"/>
                </a:moveTo>
                <a:lnTo>
                  <a:pt x="4265397" y="4632958"/>
                </a:lnTo>
                <a:lnTo>
                  <a:pt x="4265397" y="4652008"/>
                </a:lnTo>
                <a:lnTo>
                  <a:pt x="4270604" y="4652008"/>
                </a:lnTo>
                <a:lnTo>
                  <a:pt x="4274922" y="4647742"/>
                </a:lnTo>
                <a:lnTo>
                  <a:pt x="4274922" y="4637222"/>
                </a:lnTo>
                <a:lnTo>
                  <a:pt x="4270604" y="4632958"/>
                </a:lnTo>
                <a:close/>
              </a:path>
              <a:path w="10390505" h="4652010">
                <a:moveTo>
                  <a:pt x="4227170" y="4632958"/>
                </a:moveTo>
                <a:lnTo>
                  <a:pt x="4221963" y="4632958"/>
                </a:lnTo>
                <a:lnTo>
                  <a:pt x="4217645" y="4637222"/>
                </a:lnTo>
                <a:lnTo>
                  <a:pt x="4217645" y="4647742"/>
                </a:lnTo>
                <a:lnTo>
                  <a:pt x="4221963" y="4652008"/>
                </a:lnTo>
                <a:lnTo>
                  <a:pt x="4227170" y="4652008"/>
                </a:lnTo>
                <a:lnTo>
                  <a:pt x="4227170" y="4632958"/>
                </a:lnTo>
                <a:close/>
              </a:path>
              <a:path w="10390505" h="4652010">
                <a:moveTo>
                  <a:pt x="4232504" y="4632958"/>
                </a:moveTo>
                <a:lnTo>
                  <a:pt x="4227297" y="4632958"/>
                </a:lnTo>
                <a:lnTo>
                  <a:pt x="4227297" y="4652008"/>
                </a:lnTo>
                <a:lnTo>
                  <a:pt x="4232504" y="4652008"/>
                </a:lnTo>
                <a:lnTo>
                  <a:pt x="4236822" y="4647742"/>
                </a:lnTo>
                <a:lnTo>
                  <a:pt x="4236822" y="4637222"/>
                </a:lnTo>
                <a:lnTo>
                  <a:pt x="4232504" y="4632958"/>
                </a:lnTo>
                <a:close/>
              </a:path>
              <a:path w="10390505" h="4652010">
                <a:moveTo>
                  <a:pt x="4189070" y="4632958"/>
                </a:moveTo>
                <a:lnTo>
                  <a:pt x="4183863" y="4632958"/>
                </a:lnTo>
                <a:lnTo>
                  <a:pt x="4179545" y="4637222"/>
                </a:lnTo>
                <a:lnTo>
                  <a:pt x="4179545" y="4647742"/>
                </a:lnTo>
                <a:lnTo>
                  <a:pt x="4183863" y="4652008"/>
                </a:lnTo>
                <a:lnTo>
                  <a:pt x="4189070" y="4652008"/>
                </a:lnTo>
                <a:lnTo>
                  <a:pt x="4189070" y="4632958"/>
                </a:lnTo>
                <a:close/>
              </a:path>
              <a:path w="10390505" h="4652010">
                <a:moveTo>
                  <a:pt x="4194404" y="4632958"/>
                </a:moveTo>
                <a:lnTo>
                  <a:pt x="4189070" y="4632958"/>
                </a:lnTo>
                <a:lnTo>
                  <a:pt x="4189070" y="4652008"/>
                </a:lnTo>
                <a:lnTo>
                  <a:pt x="4194404" y="4652008"/>
                </a:lnTo>
                <a:lnTo>
                  <a:pt x="4198595" y="4647742"/>
                </a:lnTo>
                <a:lnTo>
                  <a:pt x="4198595" y="4637222"/>
                </a:lnTo>
                <a:lnTo>
                  <a:pt x="4194404" y="4632958"/>
                </a:lnTo>
                <a:close/>
              </a:path>
              <a:path w="10390505" h="4652010">
                <a:moveTo>
                  <a:pt x="4150970" y="4632958"/>
                </a:moveTo>
                <a:lnTo>
                  <a:pt x="4145763" y="4632958"/>
                </a:lnTo>
                <a:lnTo>
                  <a:pt x="4141445" y="4637222"/>
                </a:lnTo>
                <a:lnTo>
                  <a:pt x="4141445" y="4647742"/>
                </a:lnTo>
                <a:lnTo>
                  <a:pt x="4145763" y="4652008"/>
                </a:lnTo>
                <a:lnTo>
                  <a:pt x="4150970" y="4652008"/>
                </a:lnTo>
                <a:lnTo>
                  <a:pt x="4150970" y="4632958"/>
                </a:lnTo>
                <a:close/>
              </a:path>
              <a:path w="10390505" h="4652010">
                <a:moveTo>
                  <a:pt x="4156304" y="4632958"/>
                </a:moveTo>
                <a:lnTo>
                  <a:pt x="4150970" y="4632958"/>
                </a:lnTo>
                <a:lnTo>
                  <a:pt x="4150970" y="4652008"/>
                </a:lnTo>
                <a:lnTo>
                  <a:pt x="4156304" y="4652008"/>
                </a:lnTo>
                <a:lnTo>
                  <a:pt x="4160495" y="4647742"/>
                </a:lnTo>
                <a:lnTo>
                  <a:pt x="4160495" y="4637222"/>
                </a:lnTo>
                <a:lnTo>
                  <a:pt x="4156304" y="4632958"/>
                </a:lnTo>
                <a:close/>
              </a:path>
              <a:path w="10390505" h="4652010">
                <a:moveTo>
                  <a:pt x="4112870" y="4632958"/>
                </a:moveTo>
                <a:lnTo>
                  <a:pt x="4107536" y="4632958"/>
                </a:lnTo>
                <a:lnTo>
                  <a:pt x="4103345" y="4637222"/>
                </a:lnTo>
                <a:lnTo>
                  <a:pt x="4103345" y="4647742"/>
                </a:lnTo>
                <a:lnTo>
                  <a:pt x="4107536" y="4652008"/>
                </a:lnTo>
                <a:lnTo>
                  <a:pt x="4112870" y="4652008"/>
                </a:lnTo>
                <a:lnTo>
                  <a:pt x="4112870" y="4632958"/>
                </a:lnTo>
                <a:close/>
              </a:path>
              <a:path w="10390505" h="4652010">
                <a:moveTo>
                  <a:pt x="4118077" y="4632958"/>
                </a:moveTo>
                <a:lnTo>
                  <a:pt x="4112870" y="4632958"/>
                </a:lnTo>
                <a:lnTo>
                  <a:pt x="4112870" y="4652008"/>
                </a:lnTo>
                <a:lnTo>
                  <a:pt x="4118077" y="4652008"/>
                </a:lnTo>
                <a:lnTo>
                  <a:pt x="4122395" y="4647742"/>
                </a:lnTo>
                <a:lnTo>
                  <a:pt x="4122395" y="4637222"/>
                </a:lnTo>
                <a:lnTo>
                  <a:pt x="4118077" y="4632958"/>
                </a:lnTo>
                <a:close/>
              </a:path>
              <a:path w="10390505" h="4652010">
                <a:moveTo>
                  <a:pt x="4074770" y="4632958"/>
                </a:moveTo>
                <a:lnTo>
                  <a:pt x="4069436" y="4632958"/>
                </a:lnTo>
                <a:lnTo>
                  <a:pt x="4065245" y="4637222"/>
                </a:lnTo>
                <a:lnTo>
                  <a:pt x="4065245" y="4647742"/>
                </a:lnTo>
                <a:lnTo>
                  <a:pt x="4069436" y="4652008"/>
                </a:lnTo>
                <a:lnTo>
                  <a:pt x="4074770" y="4652008"/>
                </a:lnTo>
                <a:lnTo>
                  <a:pt x="4074770" y="4632958"/>
                </a:lnTo>
                <a:close/>
              </a:path>
              <a:path w="10390505" h="4652010">
                <a:moveTo>
                  <a:pt x="4079977" y="4632958"/>
                </a:moveTo>
                <a:lnTo>
                  <a:pt x="4074770" y="4632958"/>
                </a:lnTo>
                <a:lnTo>
                  <a:pt x="4074770" y="4652008"/>
                </a:lnTo>
                <a:lnTo>
                  <a:pt x="4079977" y="4652008"/>
                </a:lnTo>
                <a:lnTo>
                  <a:pt x="4084295" y="4647742"/>
                </a:lnTo>
                <a:lnTo>
                  <a:pt x="4084295" y="4637222"/>
                </a:lnTo>
                <a:lnTo>
                  <a:pt x="4079977" y="4632958"/>
                </a:lnTo>
                <a:close/>
              </a:path>
              <a:path w="10390505" h="4652010">
                <a:moveTo>
                  <a:pt x="4036670" y="4632958"/>
                </a:moveTo>
                <a:lnTo>
                  <a:pt x="4031336" y="4632958"/>
                </a:lnTo>
                <a:lnTo>
                  <a:pt x="4027145" y="4637222"/>
                </a:lnTo>
                <a:lnTo>
                  <a:pt x="4027145" y="4647742"/>
                </a:lnTo>
                <a:lnTo>
                  <a:pt x="4031336" y="4652008"/>
                </a:lnTo>
                <a:lnTo>
                  <a:pt x="4036670" y="4652008"/>
                </a:lnTo>
                <a:lnTo>
                  <a:pt x="4036670" y="4632958"/>
                </a:lnTo>
                <a:close/>
              </a:path>
              <a:path w="10390505" h="4652010">
                <a:moveTo>
                  <a:pt x="4041877" y="4632958"/>
                </a:moveTo>
                <a:lnTo>
                  <a:pt x="4036670" y="4632958"/>
                </a:lnTo>
                <a:lnTo>
                  <a:pt x="4036670" y="4652008"/>
                </a:lnTo>
                <a:lnTo>
                  <a:pt x="4041877" y="4652008"/>
                </a:lnTo>
                <a:lnTo>
                  <a:pt x="4046195" y="4647742"/>
                </a:lnTo>
                <a:lnTo>
                  <a:pt x="4046195" y="4637222"/>
                </a:lnTo>
                <a:lnTo>
                  <a:pt x="4041877" y="4632958"/>
                </a:lnTo>
                <a:close/>
              </a:path>
              <a:path w="10390505" h="4652010">
                <a:moveTo>
                  <a:pt x="3998443" y="4632958"/>
                </a:moveTo>
                <a:lnTo>
                  <a:pt x="3993236" y="4632958"/>
                </a:lnTo>
                <a:lnTo>
                  <a:pt x="3988918" y="4637222"/>
                </a:lnTo>
                <a:lnTo>
                  <a:pt x="3988918" y="4647742"/>
                </a:lnTo>
                <a:lnTo>
                  <a:pt x="3993236" y="4652008"/>
                </a:lnTo>
                <a:lnTo>
                  <a:pt x="3998443" y="4652008"/>
                </a:lnTo>
                <a:lnTo>
                  <a:pt x="3998443" y="4632958"/>
                </a:lnTo>
                <a:close/>
              </a:path>
              <a:path w="10390505" h="4652010">
                <a:moveTo>
                  <a:pt x="4003777" y="4632958"/>
                </a:moveTo>
                <a:lnTo>
                  <a:pt x="3998570" y="4632958"/>
                </a:lnTo>
                <a:lnTo>
                  <a:pt x="3998570" y="4652008"/>
                </a:lnTo>
                <a:lnTo>
                  <a:pt x="4003777" y="4652008"/>
                </a:lnTo>
                <a:lnTo>
                  <a:pt x="4008095" y="4647742"/>
                </a:lnTo>
                <a:lnTo>
                  <a:pt x="4008095" y="4637222"/>
                </a:lnTo>
                <a:lnTo>
                  <a:pt x="4003777" y="4632958"/>
                </a:lnTo>
                <a:close/>
              </a:path>
              <a:path w="10390505" h="4652010">
                <a:moveTo>
                  <a:pt x="3960343" y="4632958"/>
                </a:moveTo>
                <a:lnTo>
                  <a:pt x="3955136" y="4632958"/>
                </a:lnTo>
                <a:lnTo>
                  <a:pt x="3950818" y="4637222"/>
                </a:lnTo>
                <a:lnTo>
                  <a:pt x="3950818" y="4647742"/>
                </a:lnTo>
                <a:lnTo>
                  <a:pt x="3955136" y="4652008"/>
                </a:lnTo>
                <a:lnTo>
                  <a:pt x="3960343" y="4652008"/>
                </a:lnTo>
                <a:lnTo>
                  <a:pt x="3960343" y="4632958"/>
                </a:lnTo>
                <a:close/>
              </a:path>
              <a:path w="10390505" h="4652010">
                <a:moveTo>
                  <a:pt x="3965677" y="4632958"/>
                </a:moveTo>
                <a:lnTo>
                  <a:pt x="3960343" y="4632958"/>
                </a:lnTo>
                <a:lnTo>
                  <a:pt x="3960343" y="4652008"/>
                </a:lnTo>
                <a:lnTo>
                  <a:pt x="3965677" y="4652008"/>
                </a:lnTo>
                <a:lnTo>
                  <a:pt x="3969868" y="4647742"/>
                </a:lnTo>
                <a:lnTo>
                  <a:pt x="3969868" y="4637222"/>
                </a:lnTo>
                <a:lnTo>
                  <a:pt x="3965677" y="4632958"/>
                </a:lnTo>
                <a:close/>
              </a:path>
              <a:path w="10390505" h="4652010">
                <a:moveTo>
                  <a:pt x="3922243" y="4632958"/>
                </a:moveTo>
                <a:lnTo>
                  <a:pt x="3917036" y="4632958"/>
                </a:lnTo>
                <a:lnTo>
                  <a:pt x="3912718" y="4637222"/>
                </a:lnTo>
                <a:lnTo>
                  <a:pt x="3912718" y="4647742"/>
                </a:lnTo>
                <a:lnTo>
                  <a:pt x="3917036" y="4652008"/>
                </a:lnTo>
                <a:lnTo>
                  <a:pt x="3922243" y="4652008"/>
                </a:lnTo>
                <a:lnTo>
                  <a:pt x="3922243" y="4632958"/>
                </a:lnTo>
                <a:close/>
              </a:path>
              <a:path w="10390505" h="4652010">
                <a:moveTo>
                  <a:pt x="3927577" y="4632958"/>
                </a:moveTo>
                <a:lnTo>
                  <a:pt x="3922243" y="4632958"/>
                </a:lnTo>
                <a:lnTo>
                  <a:pt x="3922243" y="4652008"/>
                </a:lnTo>
                <a:lnTo>
                  <a:pt x="3927577" y="4652008"/>
                </a:lnTo>
                <a:lnTo>
                  <a:pt x="3931768" y="4647742"/>
                </a:lnTo>
                <a:lnTo>
                  <a:pt x="3931768" y="4637222"/>
                </a:lnTo>
                <a:lnTo>
                  <a:pt x="3927577" y="4632958"/>
                </a:lnTo>
                <a:close/>
              </a:path>
              <a:path w="10390505" h="4652010">
                <a:moveTo>
                  <a:pt x="3884143" y="4632958"/>
                </a:moveTo>
                <a:lnTo>
                  <a:pt x="3878936" y="4632958"/>
                </a:lnTo>
                <a:lnTo>
                  <a:pt x="3874618" y="4637222"/>
                </a:lnTo>
                <a:lnTo>
                  <a:pt x="3874618" y="4647742"/>
                </a:lnTo>
                <a:lnTo>
                  <a:pt x="3878936" y="4652008"/>
                </a:lnTo>
                <a:lnTo>
                  <a:pt x="3884143" y="4652008"/>
                </a:lnTo>
                <a:lnTo>
                  <a:pt x="3884143" y="4632958"/>
                </a:lnTo>
                <a:close/>
              </a:path>
              <a:path w="10390505" h="4652010">
                <a:moveTo>
                  <a:pt x="3889477" y="4632958"/>
                </a:moveTo>
                <a:lnTo>
                  <a:pt x="3884143" y="4632958"/>
                </a:lnTo>
                <a:lnTo>
                  <a:pt x="3884143" y="4652008"/>
                </a:lnTo>
                <a:lnTo>
                  <a:pt x="3889477" y="4652008"/>
                </a:lnTo>
                <a:lnTo>
                  <a:pt x="3893668" y="4647742"/>
                </a:lnTo>
                <a:lnTo>
                  <a:pt x="3893668" y="4637222"/>
                </a:lnTo>
                <a:lnTo>
                  <a:pt x="3889477" y="4632958"/>
                </a:lnTo>
                <a:close/>
              </a:path>
              <a:path w="10390505" h="4652010">
                <a:moveTo>
                  <a:pt x="3846043" y="4632958"/>
                </a:moveTo>
                <a:lnTo>
                  <a:pt x="3840709" y="4632958"/>
                </a:lnTo>
                <a:lnTo>
                  <a:pt x="3836518" y="4637222"/>
                </a:lnTo>
                <a:lnTo>
                  <a:pt x="3836518" y="4647742"/>
                </a:lnTo>
                <a:lnTo>
                  <a:pt x="3840709" y="4652008"/>
                </a:lnTo>
                <a:lnTo>
                  <a:pt x="3846043" y="4652008"/>
                </a:lnTo>
                <a:lnTo>
                  <a:pt x="3846043" y="4632958"/>
                </a:lnTo>
                <a:close/>
              </a:path>
              <a:path w="10390505" h="4652010">
                <a:moveTo>
                  <a:pt x="3851250" y="4632958"/>
                </a:moveTo>
                <a:lnTo>
                  <a:pt x="3846043" y="4632958"/>
                </a:lnTo>
                <a:lnTo>
                  <a:pt x="3846043" y="4652008"/>
                </a:lnTo>
                <a:lnTo>
                  <a:pt x="3851250" y="4652008"/>
                </a:lnTo>
                <a:lnTo>
                  <a:pt x="3855568" y="4647742"/>
                </a:lnTo>
                <a:lnTo>
                  <a:pt x="3855568" y="4637222"/>
                </a:lnTo>
                <a:lnTo>
                  <a:pt x="3851250" y="4632958"/>
                </a:lnTo>
                <a:close/>
              </a:path>
              <a:path w="10390505" h="4652010">
                <a:moveTo>
                  <a:pt x="3807943" y="4632958"/>
                </a:moveTo>
                <a:lnTo>
                  <a:pt x="3802609" y="4632958"/>
                </a:lnTo>
                <a:lnTo>
                  <a:pt x="3798418" y="4637222"/>
                </a:lnTo>
                <a:lnTo>
                  <a:pt x="3798418" y="4647742"/>
                </a:lnTo>
                <a:lnTo>
                  <a:pt x="3802609" y="4652008"/>
                </a:lnTo>
                <a:lnTo>
                  <a:pt x="3807943" y="4652008"/>
                </a:lnTo>
                <a:lnTo>
                  <a:pt x="3807943" y="4632958"/>
                </a:lnTo>
                <a:close/>
              </a:path>
              <a:path w="10390505" h="4652010">
                <a:moveTo>
                  <a:pt x="3813150" y="4632958"/>
                </a:moveTo>
                <a:lnTo>
                  <a:pt x="3807943" y="4632958"/>
                </a:lnTo>
                <a:lnTo>
                  <a:pt x="3807943" y="4652008"/>
                </a:lnTo>
                <a:lnTo>
                  <a:pt x="3813150" y="4652008"/>
                </a:lnTo>
                <a:lnTo>
                  <a:pt x="3817468" y="4647742"/>
                </a:lnTo>
                <a:lnTo>
                  <a:pt x="3817468" y="4637222"/>
                </a:lnTo>
                <a:lnTo>
                  <a:pt x="3813150" y="4632958"/>
                </a:lnTo>
                <a:close/>
              </a:path>
              <a:path w="10390505" h="4652010">
                <a:moveTo>
                  <a:pt x="3769843" y="4632958"/>
                </a:moveTo>
                <a:lnTo>
                  <a:pt x="3764509" y="4632958"/>
                </a:lnTo>
                <a:lnTo>
                  <a:pt x="3760318" y="4637222"/>
                </a:lnTo>
                <a:lnTo>
                  <a:pt x="3760318" y="4647742"/>
                </a:lnTo>
                <a:lnTo>
                  <a:pt x="3764509" y="4652008"/>
                </a:lnTo>
                <a:lnTo>
                  <a:pt x="3769843" y="4652008"/>
                </a:lnTo>
                <a:lnTo>
                  <a:pt x="3769843" y="4632958"/>
                </a:lnTo>
                <a:close/>
              </a:path>
              <a:path w="10390505" h="4652010">
                <a:moveTo>
                  <a:pt x="3775050" y="4632958"/>
                </a:moveTo>
                <a:lnTo>
                  <a:pt x="3769843" y="4632958"/>
                </a:lnTo>
                <a:lnTo>
                  <a:pt x="3769843" y="4652008"/>
                </a:lnTo>
                <a:lnTo>
                  <a:pt x="3775050" y="4652008"/>
                </a:lnTo>
                <a:lnTo>
                  <a:pt x="3779368" y="4647742"/>
                </a:lnTo>
                <a:lnTo>
                  <a:pt x="3779368" y="4637222"/>
                </a:lnTo>
                <a:lnTo>
                  <a:pt x="3775050" y="4632958"/>
                </a:lnTo>
                <a:close/>
              </a:path>
              <a:path w="10390505" h="4652010">
                <a:moveTo>
                  <a:pt x="3731616" y="4632958"/>
                </a:moveTo>
                <a:lnTo>
                  <a:pt x="3726409" y="4632958"/>
                </a:lnTo>
                <a:lnTo>
                  <a:pt x="3722091" y="4637222"/>
                </a:lnTo>
                <a:lnTo>
                  <a:pt x="3722091" y="4647742"/>
                </a:lnTo>
                <a:lnTo>
                  <a:pt x="3726409" y="4652008"/>
                </a:lnTo>
                <a:lnTo>
                  <a:pt x="3731616" y="4652008"/>
                </a:lnTo>
                <a:lnTo>
                  <a:pt x="3731616" y="4632958"/>
                </a:lnTo>
                <a:close/>
              </a:path>
              <a:path w="10390505" h="4652010">
                <a:moveTo>
                  <a:pt x="3736950" y="4632958"/>
                </a:moveTo>
                <a:lnTo>
                  <a:pt x="3731743" y="4632958"/>
                </a:lnTo>
                <a:lnTo>
                  <a:pt x="3731743" y="4652008"/>
                </a:lnTo>
                <a:lnTo>
                  <a:pt x="3736950" y="4652008"/>
                </a:lnTo>
                <a:lnTo>
                  <a:pt x="3741268" y="4647742"/>
                </a:lnTo>
                <a:lnTo>
                  <a:pt x="3741268" y="4637222"/>
                </a:lnTo>
                <a:lnTo>
                  <a:pt x="3736950" y="4632958"/>
                </a:lnTo>
                <a:close/>
              </a:path>
              <a:path w="10390505" h="4652010">
                <a:moveTo>
                  <a:pt x="3693516" y="4632958"/>
                </a:moveTo>
                <a:lnTo>
                  <a:pt x="3688309" y="4632958"/>
                </a:lnTo>
                <a:lnTo>
                  <a:pt x="3683991" y="4637222"/>
                </a:lnTo>
                <a:lnTo>
                  <a:pt x="3683991" y="4647742"/>
                </a:lnTo>
                <a:lnTo>
                  <a:pt x="3688309" y="4652008"/>
                </a:lnTo>
                <a:lnTo>
                  <a:pt x="3693516" y="4652008"/>
                </a:lnTo>
                <a:lnTo>
                  <a:pt x="3693516" y="4632958"/>
                </a:lnTo>
                <a:close/>
              </a:path>
              <a:path w="10390505" h="4652010">
                <a:moveTo>
                  <a:pt x="3698850" y="4632958"/>
                </a:moveTo>
                <a:lnTo>
                  <a:pt x="3693516" y="4632958"/>
                </a:lnTo>
                <a:lnTo>
                  <a:pt x="3693516" y="4652008"/>
                </a:lnTo>
                <a:lnTo>
                  <a:pt x="3698850" y="4652008"/>
                </a:lnTo>
                <a:lnTo>
                  <a:pt x="3703041" y="4647742"/>
                </a:lnTo>
                <a:lnTo>
                  <a:pt x="3703041" y="4637222"/>
                </a:lnTo>
                <a:lnTo>
                  <a:pt x="3698850" y="4632958"/>
                </a:lnTo>
                <a:close/>
              </a:path>
              <a:path w="10390505" h="4652010">
                <a:moveTo>
                  <a:pt x="3655416" y="4632958"/>
                </a:moveTo>
                <a:lnTo>
                  <a:pt x="3650209" y="4632958"/>
                </a:lnTo>
                <a:lnTo>
                  <a:pt x="3645891" y="4637222"/>
                </a:lnTo>
                <a:lnTo>
                  <a:pt x="3645891" y="4647742"/>
                </a:lnTo>
                <a:lnTo>
                  <a:pt x="3650209" y="4652008"/>
                </a:lnTo>
                <a:lnTo>
                  <a:pt x="3655416" y="4652008"/>
                </a:lnTo>
                <a:lnTo>
                  <a:pt x="3655416" y="4632958"/>
                </a:lnTo>
                <a:close/>
              </a:path>
              <a:path w="10390505" h="4652010">
                <a:moveTo>
                  <a:pt x="3660750" y="4632958"/>
                </a:moveTo>
                <a:lnTo>
                  <a:pt x="3655416" y="4632958"/>
                </a:lnTo>
                <a:lnTo>
                  <a:pt x="3655416" y="4652008"/>
                </a:lnTo>
                <a:lnTo>
                  <a:pt x="3660750" y="4652008"/>
                </a:lnTo>
                <a:lnTo>
                  <a:pt x="3664941" y="4647742"/>
                </a:lnTo>
                <a:lnTo>
                  <a:pt x="3664941" y="4637222"/>
                </a:lnTo>
                <a:lnTo>
                  <a:pt x="3660750" y="4632958"/>
                </a:lnTo>
                <a:close/>
              </a:path>
              <a:path w="10390505" h="4652010">
                <a:moveTo>
                  <a:pt x="3617316" y="4632958"/>
                </a:moveTo>
                <a:lnTo>
                  <a:pt x="3612109" y="4632958"/>
                </a:lnTo>
                <a:lnTo>
                  <a:pt x="3607791" y="4637222"/>
                </a:lnTo>
                <a:lnTo>
                  <a:pt x="3607791" y="4647742"/>
                </a:lnTo>
                <a:lnTo>
                  <a:pt x="3612109" y="4652008"/>
                </a:lnTo>
                <a:lnTo>
                  <a:pt x="3617316" y="4652008"/>
                </a:lnTo>
                <a:lnTo>
                  <a:pt x="3617316" y="4632958"/>
                </a:lnTo>
                <a:close/>
              </a:path>
              <a:path w="10390505" h="4652010">
                <a:moveTo>
                  <a:pt x="3622650" y="4632958"/>
                </a:moveTo>
                <a:lnTo>
                  <a:pt x="3617316" y="4632958"/>
                </a:lnTo>
                <a:lnTo>
                  <a:pt x="3617316" y="4652008"/>
                </a:lnTo>
                <a:lnTo>
                  <a:pt x="3622650" y="4652008"/>
                </a:lnTo>
                <a:lnTo>
                  <a:pt x="3626841" y="4647742"/>
                </a:lnTo>
                <a:lnTo>
                  <a:pt x="3626841" y="4637222"/>
                </a:lnTo>
                <a:lnTo>
                  <a:pt x="3622650" y="4632958"/>
                </a:lnTo>
                <a:close/>
              </a:path>
              <a:path w="10390505" h="4652010">
                <a:moveTo>
                  <a:pt x="3579216" y="4632958"/>
                </a:moveTo>
                <a:lnTo>
                  <a:pt x="3573882" y="4632958"/>
                </a:lnTo>
                <a:lnTo>
                  <a:pt x="3569691" y="4637222"/>
                </a:lnTo>
                <a:lnTo>
                  <a:pt x="3569691" y="4647742"/>
                </a:lnTo>
                <a:lnTo>
                  <a:pt x="3573882" y="4652008"/>
                </a:lnTo>
                <a:lnTo>
                  <a:pt x="3579216" y="4652008"/>
                </a:lnTo>
                <a:lnTo>
                  <a:pt x="3579216" y="4632958"/>
                </a:lnTo>
                <a:close/>
              </a:path>
              <a:path w="10390505" h="4652010">
                <a:moveTo>
                  <a:pt x="3584423" y="4632958"/>
                </a:moveTo>
                <a:lnTo>
                  <a:pt x="3579216" y="4632958"/>
                </a:lnTo>
                <a:lnTo>
                  <a:pt x="3579216" y="4652008"/>
                </a:lnTo>
                <a:lnTo>
                  <a:pt x="3584423" y="4652008"/>
                </a:lnTo>
                <a:lnTo>
                  <a:pt x="3588741" y="4647742"/>
                </a:lnTo>
                <a:lnTo>
                  <a:pt x="3588741" y="4637222"/>
                </a:lnTo>
                <a:lnTo>
                  <a:pt x="3584423" y="4632958"/>
                </a:lnTo>
                <a:close/>
              </a:path>
              <a:path w="10390505" h="4652010">
                <a:moveTo>
                  <a:pt x="3541116" y="4632958"/>
                </a:moveTo>
                <a:lnTo>
                  <a:pt x="3535782" y="4632958"/>
                </a:lnTo>
                <a:lnTo>
                  <a:pt x="3531591" y="4637222"/>
                </a:lnTo>
                <a:lnTo>
                  <a:pt x="3531591" y="4647742"/>
                </a:lnTo>
                <a:lnTo>
                  <a:pt x="3535782" y="4652008"/>
                </a:lnTo>
                <a:lnTo>
                  <a:pt x="3541116" y="4652008"/>
                </a:lnTo>
                <a:lnTo>
                  <a:pt x="3541116" y="4632958"/>
                </a:lnTo>
                <a:close/>
              </a:path>
              <a:path w="10390505" h="4652010">
                <a:moveTo>
                  <a:pt x="3546323" y="4632958"/>
                </a:moveTo>
                <a:lnTo>
                  <a:pt x="3541116" y="4632958"/>
                </a:lnTo>
                <a:lnTo>
                  <a:pt x="3541116" y="4652008"/>
                </a:lnTo>
                <a:lnTo>
                  <a:pt x="3546323" y="4652008"/>
                </a:lnTo>
                <a:lnTo>
                  <a:pt x="3550641" y="4647742"/>
                </a:lnTo>
                <a:lnTo>
                  <a:pt x="3550641" y="4637222"/>
                </a:lnTo>
                <a:lnTo>
                  <a:pt x="3546323" y="4632958"/>
                </a:lnTo>
                <a:close/>
              </a:path>
              <a:path w="10390505" h="4652010">
                <a:moveTo>
                  <a:pt x="3502889" y="4632958"/>
                </a:moveTo>
                <a:lnTo>
                  <a:pt x="3497682" y="4632958"/>
                </a:lnTo>
                <a:lnTo>
                  <a:pt x="3493364" y="4637222"/>
                </a:lnTo>
                <a:lnTo>
                  <a:pt x="3493364" y="4647742"/>
                </a:lnTo>
                <a:lnTo>
                  <a:pt x="3497682" y="4652008"/>
                </a:lnTo>
                <a:lnTo>
                  <a:pt x="3502889" y="4652008"/>
                </a:lnTo>
                <a:lnTo>
                  <a:pt x="3502889" y="4632958"/>
                </a:lnTo>
                <a:close/>
              </a:path>
              <a:path w="10390505" h="4652010">
                <a:moveTo>
                  <a:pt x="3508223" y="4632958"/>
                </a:moveTo>
                <a:lnTo>
                  <a:pt x="3503016" y="4632958"/>
                </a:lnTo>
                <a:lnTo>
                  <a:pt x="3503016" y="4652008"/>
                </a:lnTo>
                <a:lnTo>
                  <a:pt x="3508223" y="4652008"/>
                </a:lnTo>
                <a:lnTo>
                  <a:pt x="3512541" y="4647742"/>
                </a:lnTo>
                <a:lnTo>
                  <a:pt x="3512541" y="4637222"/>
                </a:lnTo>
                <a:lnTo>
                  <a:pt x="3508223" y="4632958"/>
                </a:lnTo>
                <a:close/>
              </a:path>
              <a:path w="10390505" h="4652010">
                <a:moveTo>
                  <a:pt x="3464789" y="4632958"/>
                </a:moveTo>
                <a:lnTo>
                  <a:pt x="3459582" y="4632958"/>
                </a:lnTo>
                <a:lnTo>
                  <a:pt x="3455264" y="4637222"/>
                </a:lnTo>
                <a:lnTo>
                  <a:pt x="3455264" y="4647742"/>
                </a:lnTo>
                <a:lnTo>
                  <a:pt x="3459582" y="4652008"/>
                </a:lnTo>
                <a:lnTo>
                  <a:pt x="3464789" y="4652008"/>
                </a:lnTo>
                <a:lnTo>
                  <a:pt x="3464789" y="4632958"/>
                </a:lnTo>
                <a:close/>
              </a:path>
              <a:path w="10390505" h="4652010">
                <a:moveTo>
                  <a:pt x="3470123" y="4632958"/>
                </a:moveTo>
                <a:lnTo>
                  <a:pt x="3464789" y="4632958"/>
                </a:lnTo>
                <a:lnTo>
                  <a:pt x="3464789" y="4652008"/>
                </a:lnTo>
                <a:lnTo>
                  <a:pt x="3470123" y="4652008"/>
                </a:lnTo>
                <a:lnTo>
                  <a:pt x="3474314" y="4647742"/>
                </a:lnTo>
                <a:lnTo>
                  <a:pt x="3474314" y="4637222"/>
                </a:lnTo>
                <a:lnTo>
                  <a:pt x="3470123" y="4632958"/>
                </a:lnTo>
                <a:close/>
              </a:path>
              <a:path w="10390505" h="4652010">
                <a:moveTo>
                  <a:pt x="3426689" y="4632958"/>
                </a:moveTo>
                <a:lnTo>
                  <a:pt x="3421482" y="4632958"/>
                </a:lnTo>
                <a:lnTo>
                  <a:pt x="3417164" y="4637222"/>
                </a:lnTo>
                <a:lnTo>
                  <a:pt x="3417164" y="4647742"/>
                </a:lnTo>
                <a:lnTo>
                  <a:pt x="3421482" y="4652008"/>
                </a:lnTo>
                <a:lnTo>
                  <a:pt x="3426689" y="4652008"/>
                </a:lnTo>
                <a:lnTo>
                  <a:pt x="3426689" y="4632958"/>
                </a:lnTo>
                <a:close/>
              </a:path>
              <a:path w="10390505" h="4652010">
                <a:moveTo>
                  <a:pt x="3432023" y="4632958"/>
                </a:moveTo>
                <a:lnTo>
                  <a:pt x="3426689" y="4632958"/>
                </a:lnTo>
                <a:lnTo>
                  <a:pt x="3426689" y="4652008"/>
                </a:lnTo>
                <a:lnTo>
                  <a:pt x="3432023" y="4652008"/>
                </a:lnTo>
                <a:lnTo>
                  <a:pt x="3436214" y="4647742"/>
                </a:lnTo>
                <a:lnTo>
                  <a:pt x="3436214" y="4637222"/>
                </a:lnTo>
                <a:lnTo>
                  <a:pt x="3432023" y="4632958"/>
                </a:lnTo>
                <a:close/>
              </a:path>
              <a:path w="10390505" h="4652010">
                <a:moveTo>
                  <a:pt x="3388589" y="4632958"/>
                </a:moveTo>
                <a:lnTo>
                  <a:pt x="3383382" y="4632958"/>
                </a:lnTo>
                <a:lnTo>
                  <a:pt x="3379064" y="4637222"/>
                </a:lnTo>
                <a:lnTo>
                  <a:pt x="3379064" y="4647742"/>
                </a:lnTo>
                <a:lnTo>
                  <a:pt x="3383382" y="4652008"/>
                </a:lnTo>
                <a:lnTo>
                  <a:pt x="3388589" y="4652008"/>
                </a:lnTo>
                <a:lnTo>
                  <a:pt x="3388589" y="4632958"/>
                </a:lnTo>
                <a:close/>
              </a:path>
              <a:path w="10390505" h="4652010">
                <a:moveTo>
                  <a:pt x="3393923" y="4632958"/>
                </a:moveTo>
                <a:lnTo>
                  <a:pt x="3388589" y="4632958"/>
                </a:lnTo>
                <a:lnTo>
                  <a:pt x="3388589" y="4652008"/>
                </a:lnTo>
                <a:lnTo>
                  <a:pt x="3393923" y="4652008"/>
                </a:lnTo>
                <a:lnTo>
                  <a:pt x="3398114" y="4647742"/>
                </a:lnTo>
                <a:lnTo>
                  <a:pt x="3398114" y="4637222"/>
                </a:lnTo>
                <a:lnTo>
                  <a:pt x="3393923" y="4632958"/>
                </a:lnTo>
                <a:close/>
              </a:path>
              <a:path w="10390505" h="4652010">
                <a:moveTo>
                  <a:pt x="3350489" y="4632958"/>
                </a:moveTo>
                <a:lnTo>
                  <a:pt x="3345155" y="4632958"/>
                </a:lnTo>
                <a:lnTo>
                  <a:pt x="3340964" y="4637222"/>
                </a:lnTo>
                <a:lnTo>
                  <a:pt x="3340964" y="4647742"/>
                </a:lnTo>
                <a:lnTo>
                  <a:pt x="3345155" y="4652008"/>
                </a:lnTo>
                <a:lnTo>
                  <a:pt x="3350489" y="4652008"/>
                </a:lnTo>
                <a:lnTo>
                  <a:pt x="3350489" y="4632958"/>
                </a:lnTo>
                <a:close/>
              </a:path>
              <a:path w="10390505" h="4652010">
                <a:moveTo>
                  <a:pt x="3355696" y="4632958"/>
                </a:moveTo>
                <a:lnTo>
                  <a:pt x="3350489" y="4632958"/>
                </a:lnTo>
                <a:lnTo>
                  <a:pt x="3350489" y="4652008"/>
                </a:lnTo>
                <a:lnTo>
                  <a:pt x="3355696" y="4652008"/>
                </a:lnTo>
                <a:lnTo>
                  <a:pt x="3360014" y="4647742"/>
                </a:lnTo>
                <a:lnTo>
                  <a:pt x="3360014" y="4637222"/>
                </a:lnTo>
                <a:lnTo>
                  <a:pt x="3355696" y="4632958"/>
                </a:lnTo>
                <a:close/>
              </a:path>
              <a:path w="10390505" h="4652010">
                <a:moveTo>
                  <a:pt x="3312389" y="4632958"/>
                </a:moveTo>
                <a:lnTo>
                  <a:pt x="3307055" y="4632958"/>
                </a:lnTo>
                <a:lnTo>
                  <a:pt x="3302864" y="4637222"/>
                </a:lnTo>
                <a:lnTo>
                  <a:pt x="3302864" y="4647742"/>
                </a:lnTo>
                <a:lnTo>
                  <a:pt x="3307055" y="4652008"/>
                </a:lnTo>
                <a:lnTo>
                  <a:pt x="3312389" y="4652008"/>
                </a:lnTo>
                <a:lnTo>
                  <a:pt x="3312389" y="4632958"/>
                </a:lnTo>
                <a:close/>
              </a:path>
              <a:path w="10390505" h="4652010">
                <a:moveTo>
                  <a:pt x="3317596" y="4632958"/>
                </a:moveTo>
                <a:lnTo>
                  <a:pt x="3312389" y="4632958"/>
                </a:lnTo>
                <a:lnTo>
                  <a:pt x="3312389" y="4652008"/>
                </a:lnTo>
                <a:lnTo>
                  <a:pt x="3317596" y="4652008"/>
                </a:lnTo>
                <a:lnTo>
                  <a:pt x="3321914" y="4647742"/>
                </a:lnTo>
                <a:lnTo>
                  <a:pt x="3321914" y="4637222"/>
                </a:lnTo>
                <a:lnTo>
                  <a:pt x="3317596" y="4632958"/>
                </a:lnTo>
                <a:close/>
              </a:path>
              <a:path w="10390505" h="4652010">
                <a:moveTo>
                  <a:pt x="3274289" y="4632958"/>
                </a:moveTo>
                <a:lnTo>
                  <a:pt x="3268955" y="4632958"/>
                </a:lnTo>
                <a:lnTo>
                  <a:pt x="3264764" y="4637222"/>
                </a:lnTo>
                <a:lnTo>
                  <a:pt x="3264764" y="4647742"/>
                </a:lnTo>
                <a:lnTo>
                  <a:pt x="3268955" y="4652008"/>
                </a:lnTo>
                <a:lnTo>
                  <a:pt x="3274289" y="4652008"/>
                </a:lnTo>
                <a:lnTo>
                  <a:pt x="3274289" y="4632958"/>
                </a:lnTo>
                <a:close/>
              </a:path>
              <a:path w="10390505" h="4652010">
                <a:moveTo>
                  <a:pt x="3279496" y="4632958"/>
                </a:moveTo>
                <a:lnTo>
                  <a:pt x="3274289" y="4632958"/>
                </a:lnTo>
                <a:lnTo>
                  <a:pt x="3274289" y="4652008"/>
                </a:lnTo>
                <a:lnTo>
                  <a:pt x="3279496" y="4652008"/>
                </a:lnTo>
                <a:lnTo>
                  <a:pt x="3283814" y="4647742"/>
                </a:lnTo>
                <a:lnTo>
                  <a:pt x="3283814" y="4637222"/>
                </a:lnTo>
                <a:lnTo>
                  <a:pt x="3279496" y="4632958"/>
                </a:lnTo>
                <a:close/>
              </a:path>
              <a:path w="10390505" h="4652010">
                <a:moveTo>
                  <a:pt x="3236062" y="4632958"/>
                </a:moveTo>
                <a:lnTo>
                  <a:pt x="3230855" y="4632958"/>
                </a:lnTo>
                <a:lnTo>
                  <a:pt x="3226537" y="4637222"/>
                </a:lnTo>
                <a:lnTo>
                  <a:pt x="3226537" y="4647742"/>
                </a:lnTo>
                <a:lnTo>
                  <a:pt x="3230855" y="4652008"/>
                </a:lnTo>
                <a:lnTo>
                  <a:pt x="3236062" y="4652008"/>
                </a:lnTo>
                <a:lnTo>
                  <a:pt x="3236062" y="4632958"/>
                </a:lnTo>
                <a:close/>
              </a:path>
              <a:path w="10390505" h="4652010">
                <a:moveTo>
                  <a:pt x="3236189" y="4645658"/>
                </a:moveTo>
                <a:lnTo>
                  <a:pt x="3236062" y="4645658"/>
                </a:lnTo>
                <a:lnTo>
                  <a:pt x="3236062" y="4652008"/>
                </a:lnTo>
                <a:lnTo>
                  <a:pt x="3236189" y="4652008"/>
                </a:lnTo>
                <a:lnTo>
                  <a:pt x="3236189" y="4645658"/>
                </a:lnTo>
                <a:close/>
              </a:path>
              <a:path w="10390505" h="4652010">
                <a:moveTo>
                  <a:pt x="3241396" y="4632958"/>
                </a:moveTo>
                <a:lnTo>
                  <a:pt x="3236189" y="4632958"/>
                </a:lnTo>
                <a:lnTo>
                  <a:pt x="3236189" y="4652008"/>
                </a:lnTo>
                <a:lnTo>
                  <a:pt x="3241396" y="4652008"/>
                </a:lnTo>
                <a:lnTo>
                  <a:pt x="3245714" y="4647742"/>
                </a:lnTo>
                <a:lnTo>
                  <a:pt x="3245714" y="4637222"/>
                </a:lnTo>
                <a:lnTo>
                  <a:pt x="3241396" y="4632958"/>
                </a:lnTo>
                <a:close/>
              </a:path>
              <a:path w="10390505" h="4652010">
                <a:moveTo>
                  <a:pt x="3236189" y="4632958"/>
                </a:moveTo>
                <a:lnTo>
                  <a:pt x="3236062" y="4632958"/>
                </a:lnTo>
                <a:lnTo>
                  <a:pt x="3236062" y="4639308"/>
                </a:lnTo>
                <a:lnTo>
                  <a:pt x="3236189" y="4639308"/>
                </a:lnTo>
                <a:lnTo>
                  <a:pt x="3236189" y="4632958"/>
                </a:lnTo>
                <a:close/>
              </a:path>
              <a:path w="10390505" h="4652010">
                <a:moveTo>
                  <a:pt x="3197962" y="4632958"/>
                </a:moveTo>
                <a:lnTo>
                  <a:pt x="3192755" y="4632958"/>
                </a:lnTo>
                <a:lnTo>
                  <a:pt x="3188437" y="4637222"/>
                </a:lnTo>
                <a:lnTo>
                  <a:pt x="3188437" y="4647742"/>
                </a:lnTo>
                <a:lnTo>
                  <a:pt x="3192755" y="4652008"/>
                </a:lnTo>
                <a:lnTo>
                  <a:pt x="3197962" y="4652008"/>
                </a:lnTo>
                <a:lnTo>
                  <a:pt x="3197962" y="4632958"/>
                </a:lnTo>
                <a:close/>
              </a:path>
              <a:path w="10390505" h="4652010">
                <a:moveTo>
                  <a:pt x="3203296" y="4632958"/>
                </a:moveTo>
                <a:lnTo>
                  <a:pt x="3197962" y="4632958"/>
                </a:lnTo>
                <a:lnTo>
                  <a:pt x="3197962" y="4652008"/>
                </a:lnTo>
                <a:lnTo>
                  <a:pt x="3203296" y="4652008"/>
                </a:lnTo>
                <a:lnTo>
                  <a:pt x="3207487" y="4647742"/>
                </a:lnTo>
                <a:lnTo>
                  <a:pt x="3207487" y="4637222"/>
                </a:lnTo>
                <a:lnTo>
                  <a:pt x="3203296" y="4632958"/>
                </a:lnTo>
                <a:close/>
              </a:path>
              <a:path w="10390505" h="4652010">
                <a:moveTo>
                  <a:pt x="3159862" y="4632958"/>
                </a:moveTo>
                <a:lnTo>
                  <a:pt x="3154655" y="4632958"/>
                </a:lnTo>
                <a:lnTo>
                  <a:pt x="3150337" y="4637222"/>
                </a:lnTo>
                <a:lnTo>
                  <a:pt x="3150337" y="4647742"/>
                </a:lnTo>
                <a:lnTo>
                  <a:pt x="3154655" y="4652008"/>
                </a:lnTo>
                <a:lnTo>
                  <a:pt x="3159862" y="4652008"/>
                </a:lnTo>
                <a:lnTo>
                  <a:pt x="3159862" y="4632958"/>
                </a:lnTo>
                <a:close/>
              </a:path>
              <a:path w="10390505" h="4652010">
                <a:moveTo>
                  <a:pt x="3165196" y="4632958"/>
                </a:moveTo>
                <a:lnTo>
                  <a:pt x="3159862" y="4632958"/>
                </a:lnTo>
                <a:lnTo>
                  <a:pt x="3159862" y="4652008"/>
                </a:lnTo>
                <a:lnTo>
                  <a:pt x="3165196" y="4652008"/>
                </a:lnTo>
                <a:lnTo>
                  <a:pt x="3169387" y="4647742"/>
                </a:lnTo>
                <a:lnTo>
                  <a:pt x="3169387" y="4637222"/>
                </a:lnTo>
                <a:lnTo>
                  <a:pt x="3165196" y="4632958"/>
                </a:lnTo>
                <a:close/>
              </a:path>
              <a:path w="10390505" h="4652010">
                <a:moveTo>
                  <a:pt x="3121762" y="4632958"/>
                </a:moveTo>
                <a:lnTo>
                  <a:pt x="3116555" y="4632958"/>
                </a:lnTo>
                <a:lnTo>
                  <a:pt x="3112237" y="4637222"/>
                </a:lnTo>
                <a:lnTo>
                  <a:pt x="3112237" y="4647742"/>
                </a:lnTo>
                <a:lnTo>
                  <a:pt x="3116555" y="4652008"/>
                </a:lnTo>
                <a:lnTo>
                  <a:pt x="3121762" y="4652008"/>
                </a:lnTo>
                <a:lnTo>
                  <a:pt x="3121762" y="4632958"/>
                </a:lnTo>
                <a:close/>
              </a:path>
              <a:path w="10390505" h="4652010">
                <a:moveTo>
                  <a:pt x="3127096" y="4632958"/>
                </a:moveTo>
                <a:lnTo>
                  <a:pt x="3121762" y="4632958"/>
                </a:lnTo>
                <a:lnTo>
                  <a:pt x="3121762" y="4652008"/>
                </a:lnTo>
                <a:lnTo>
                  <a:pt x="3127096" y="4652008"/>
                </a:lnTo>
                <a:lnTo>
                  <a:pt x="3131287" y="4647742"/>
                </a:lnTo>
                <a:lnTo>
                  <a:pt x="3131287" y="4637222"/>
                </a:lnTo>
                <a:lnTo>
                  <a:pt x="3127096" y="4632958"/>
                </a:lnTo>
                <a:close/>
              </a:path>
              <a:path w="10390505" h="4652010">
                <a:moveTo>
                  <a:pt x="3083662" y="4632958"/>
                </a:moveTo>
                <a:lnTo>
                  <a:pt x="3078328" y="4632958"/>
                </a:lnTo>
                <a:lnTo>
                  <a:pt x="3074137" y="4637222"/>
                </a:lnTo>
                <a:lnTo>
                  <a:pt x="3074137" y="4647742"/>
                </a:lnTo>
                <a:lnTo>
                  <a:pt x="3078328" y="4652008"/>
                </a:lnTo>
                <a:lnTo>
                  <a:pt x="3083662" y="4652008"/>
                </a:lnTo>
                <a:lnTo>
                  <a:pt x="3083662" y="4632958"/>
                </a:lnTo>
                <a:close/>
              </a:path>
              <a:path w="10390505" h="4652010">
                <a:moveTo>
                  <a:pt x="3088869" y="4632958"/>
                </a:moveTo>
                <a:lnTo>
                  <a:pt x="3083662" y="4632958"/>
                </a:lnTo>
                <a:lnTo>
                  <a:pt x="3083662" y="4652008"/>
                </a:lnTo>
                <a:lnTo>
                  <a:pt x="3088869" y="4652008"/>
                </a:lnTo>
                <a:lnTo>
                  <a:pt x="3093187" y="4647742"/>
                </a:lnTo>
                <a:lnTo>
                  <a:pt x="3093187" y="4637222"/>
                </a:lnTo>
                <a:lnTo>
                  <a:pt x="3088869" y="4632958"/>
                </a:lnTo>
                <a:close/>
              </a:path>
              <a:path w="10390505" h="4652010">
                <a:moveTo>
                  <a:pt x="3045562" y="4632958"/>
                </a:moveTo>
                <a:lnTo>
                  <a:pt x="3040228" y="4632958"/>
                </a:lnTo>
                <a:lnTo>
                  <a:pt x="3036037" y="4637222"/>
                </a:lnTo>
                <a:lnTo>
                  <a:pt x="3036037" y="4647742"/>
                </a:lnTo>
                <a:lnTo>
                  <a:pt x="3040228" y="4652008"/>
                </a:lnTo>
                <a:lnTo>
                  <a:pt x="3045562" y="4652008"/>
                </a:lnTo>
                <a:lnTo>
                  <a:pt x="3045562" y="4632958"/>
                </a:lnTo>
                <a:close/>
              </a:path>
              <a:path w="10390505" h="4652010">
                <a:moveTo>
                  <a:pt x="3050769" y="4632958"/>
                </a:moveTo>
                <a:lnTo>
                  <a:pt x="3045562" y="4632958"/>
                </a:lnTo>
                <a:lnTo>
                  <a:pt x="3045562" y="4652008"/>
                </a:lnTo>
                <a:lnTo>
                  <a:pt x="3050769" y="4652008"/>
                </a:lnTo>
                <a:lnTo>
                  <a:pt x="3055087" y="4647742"/>
                </a:lnTo>
                <a:lnTo>
                  <a:pt x="3055087" y="4637222"/>
                </a:lnTo>
                <a:lnTo>
                  <a:pt x="3050769" y="4632958"/>
                </a:lnTo>
                <a:close/>
              </a:path>
              <a:path w="10390505" h="4652010">
                <a:moveTo>
                  <a:pt x="3007462" y="4632958"/>
                </a:moveTo>
                <a:lnTo>
                  <a:pt x="3002128" y="4632958"/>
                </a:lnTo>
                <a:lnTo>
                  <a:pt x="2997937" y="4637222"/>
                </a:lnTo>
                <a:lnTo>
                  <a:pt x="2997937" y="4647742"/>
                </a:lnTo>
                <a:lnTo>
                  <a:pt x="3002128" y="4652008"/>
                </a:lnTo>
                <a:lnTo>
                  <a:pt x="3007462" y="4652008"/>
                </a:lnTo>
                <a:lnTo>
                  <a:pt x="3007462" y="4632958"/>
                </a:lnTo>
                <a:close/>
              </a:path>
              <a:path w="10390505" h="4652010">
                <a:moveTo>
                  <a:pt x="3012669" y="4632958"/>
                </a:moveTo>
                <a:lnTo>
                  <a:pt x="3007462" y="4632958"/>
                </a:lnTo>
                <a:lnTo>
                  <a:pt x="3007462" y="4652008"/>
                </a:lnTo>
                <a:lnTo>
                  <a:pt x="3012669" y="4652008"/>
                </a:lnTo>
                <a:lnTo>
                  <a:pt x="3016987" y="4647742"/>
                </a:lnTo>
                <a:lnTo>
                  <a:pt x="3016987" y="4637222"/>
                </a:lnTo>
                <a:lnTo>
                  <a:pt x="3012669" y="4632958"/>
                </a:lnTo>
                <a:close/>
              </a:path>
              <a:path w="10390505" h="4652010">
                <a:moveTo>
                  <a:pt x="2969235" y="4632958"/>
                </a:moveTo>
                <a:lnTo>
                  <a:pt x="2964028" y="4632958"/>
                </a:lnTo>
                <a:lnTo>
                  <a:pt x="2959710" y="4637222"/>
                </a:lnTo>
                <a:lnTo>
                  <a:pt x="2959710" y="4647742"/>
                </a:lnTo>
                <a:lnTo>
                  <a:pt x="2964028" y="4652008"/>
                </a:lnTo>
                <a:lnTo>
                  <a:pt x="2969235" y="4652008"/>
                </a:lnTo>
                <a:lnTo>
                  <a:pt x="2969235" y="4632958"/>
                </a:lnTo>
                <a:close/>
              </a:path>
              <a:path w="10390505" h="4652010">
                <a:moveTo>
                  <a:pt x="2974569" y="4632958"/>
                </a:moveTo>
                <a:lnTo>
                  <a:pt x="2969362" y="4632958"/>
                </a:lnTo>
                <a:lnTo>
                  <a:pt x="2969362" y="4652008"/>
                </a:lnTo>
                <a:lnTo>
                  <a:pt x="2974569" y="4652008"/>
                </a:lnTo>
                <a:lnTo>
                  <a:pt x="2978887" y="4647742"/>
                </a:lnTo>
                <a:lnTo>
                  <a:pt x="2978887" y="4637222"/>
                </a:lnTo>
                <a:lnTo>
                  <a:pt x="2974569" y="4632958"/>
                </a:lnTo>
                <a:close/>
              </a:path>
              <a:path w="10390505" h="4652010">
                <a:moveTo>
                  <a:pt x="2931135" y="4632958"/>
                </a:moveTo>
                <a:lnTo>
                  <a:pt x="2925928" y="4632958"/>
                </a:lnTo>
                <a:lnTo>
                  <a:pt x="2921610" y="4637222"/>
                </a:lnTo>
                <a:lnTo>
                  <a:pt x="2921610" y="4647742"/>
                </a:lnTo>
                <a:lnTo>
                  <a:pt x="2925928" y="4652008"/>
                </a:lnTo>
                <a:lnTo>
                  <a:pt x="2931135" y="4652008"/>
                </a:lnTo>
                <a:lnTo>
                  <a:pt x="2931135" y="4632958"/>
                </a:lnTo>
                <a:close/>
              </a:path>
              <a:path w="10390505" h="4652010">
                <a:moveTo>
                  <a:pt x="2936469" y="4632958"/>
                </a:moveTo>
                <a:lnTo>
                  <a:pt x="2931135" y="4632958"/>
                </a:lnTo>
                <a:lnTo>
                  <a:pt x="2931135" y="4652008"/>
                </a:lnTo>
                <a:lnTo>
                  <a:pt x="2936469" y="4652008"/>
                </a:lnTo>
                <a:lnTo>
                  <a:pt x="2940660" y="4647742"/>
                </a:lnTo>
                <a:lnTo>
                  <a:pt x="2940660" y="4637222"/>
                </a:lnTo>
                <a:lnTo>
                  <a:pt x="2936469" y="4632958"/>
                </a:lnTo>
                <a:close/>
              </a:path>
              <a:path w="10390505" h="4652010">
                <a:moveTo>
                  <a:pt x="2893035" y="4632958"/>
                </a:moveTo>
                <a:lnTo>
                  <a:pt x="2887828" y="4632958"/>
                </a:lnTo>
                <a:lnTo>
                  <a:pt x="2883510" y="4637222"/>
                </a:lnTo>
                <a:lnTo>
                  <a:pt x="2883510" y="4647742"/>
                </a:lnTo>
                <a:lnTo>
                  <a:pt x="2887828" y="4652008"/>
                </a:lnTo>
                <a:lnTo>
                  <a:pt x="2893035" y="4652008"/>
                </a:lnTo>
                <a:lnTo>
                  <a:pt x="2893035" y="4632958"/>
                </a:lnTo>
                <a:close/>
              </a:path>
              <a:path w="10390505" h="4652010">
                <a:moveTo>
                  <a:pt x="2898369" y="4632958"/>
                </a:moveTo>
                <a:lnTo>
                  <a:pt x="2893035" y="4632958"/>
                </a:lnTo>
                <a:lnTo>
                  <a:pt x="2893035" y="4652008"/>
                </a:lnTo>
                <a:lnTo>
                  <a:pt x="2898369" y="4652008"/>
                </a:lnTo>
                <a:lnTo>
                  <a:pt x="2902560" y="4647742"/>
                </a:lnTo>
                <a:lnTo>
                  <a:pt x="2902560" y="4637222"/>
                </a:lnTo>
                <a:lnTo>
                  <a:pt x="2898369" y="4632958"/>
                </a:lnTo>
                <a:close/>
              </a:path>
              <a:path w="10390505" h="4652010">
                <a:moveTo>
                  <a:pt x="2854935" y="4632958"/>
                </a:moveTo>
                <a:lnTo>
                  <a:pt x="2849728" y="4632958"/>
                </a:lnTo>
                <a:lnTo>
                  <a:pt x="2845410" y="4637222"/>
                </a:lnTo>
                <a:lnTo>
                  <a:pt x="2845410" y="4647742"/>
                </a:lnTo>
                <a:lnTo>
                  <a:pt x="2849728" y="4652008"/>
                </a:lnTo>
                <a:lnTo>
                  <a:pt x="2854935" y="4652008"/>
                </a:lnTo>
                <a:lnTo>
                  <a:pt x="2854935" y="4632958"/>
                </a:lnTo>
                <a:close/>
              </a:path>
              <a:path w="10390505" h="4652010">
                <a:moveTo>
                  <a:pt x="2860142" y="4632958"/>
                </a:moveTo>
                <a:lnTo>
                  <a:pt x="2854935" y="4632958"/>
                </a:lnTo>
                <a:lnTo>
                  <a:pt x="2854935" y="4652008"/>
                </a:lnTo>
                <a:lnTo>
                  <a:pt x="2860142" y="4652008"/>
                </a:lnTo>
                <a:lnTo>
                  <a:pt x="2864460" y="4647742"/>
                </a:lnTo>
                <a:lnTo>
                  <a:pt x="2864460" y="4637222"/>
                </a:lnTo>
                <a:lnTo>
                  <a:pt x="2860142" y="4632958"/>
                </a:lnTo>
                <a:close/>
              </a:path>
              <a:path w="10390505" h="4652010">
                <a:moveTo>
                  <a:pt x="2816835" y="4632958"/>
                </a:moveTo>
                <a:lnTo>
                  <a:pt x="2811501" y="4632958"/>
                </a:lnTo>
                <a:lnTo>
                  <a:pt x="2807310" y="4637222"/>
                </a:lnTo>
                <a:lnTo>
                  <a:pt x="2807310" y="4647742"/>
                </a:lnTo>
                <a:lnTo>
                  <a:pt x="2811501" y="4652008"/>
                </a:lnTo>
                <a:lnTo>
                  <a:pt x="2816835" y="4652008"/>
                </a:lnTo>
                <a:lnTo>
                  <a:pt x="2816835" y="4632958"/>
                </a:lnTo>
                <a:close/>
              </a:path>
              <a:path w="10390505" h="4652010">
                <a:moveTo>
                  <a:pt x="2822042" y="4632958"/>
                </a:moveTo>
                <a:lnTo>
                  <a:pt x="2816835" y="4632958"/>
                </a:lnTo>
                <a:lnTo>
                  <a:pt x="2816835" y="4652008"/>
                </a:lnTo>
                <a:lnTo>
                  <a:pt x="2822042" y="4652008"/>
                </a:lnTo>
                <a:lnTo>
                  <a:pt x="2826360" y="4647742"/>
                </a:lnTo>
                <a:lnTo>
                  <a:pt x="2826360" y="4637222"/>
                </a:lnTo>
                <a:lnTo>
                  <a:pt x="2822042" y="4632958"/>
                </a:lnTo>
                <a:close/>
              </a:path>
              <a:path w="10390505" h="4652010">
                <a:moveTo>
                  <a:pt x="2778735" y="4632958"/>
                </a:moveTo>
                <a:lnTo>
                  <a:pt x="2773401" y="4632958"/>
                </a:lnTo>
                <a:lnTo>
                  <a:pt x="2769210" y="4637222"/>
                </a:lnTo>
                <a:lnTo>
                  <a:pt x="2769210" y="4647742"/>
                </a:lnTo>
                <a:lnTo>
                  <a:pt x="2773401" y="4652008"/>
                </a:lnTo>
                <a:lnTo>
                  <a:pt x="2778735" y="4652008"/>
                </a:lnTo>
                <a:lnTo>
                  <a:pt x="2778735" y="4632958"/>
                </a:lnTo>
                <a:close/>
              </a:path>
              <a:path w="10390505" h="4652010">
                <a:moveTo>
                  <a:pt x="2783942" y="4632958"/>
                </a:moveTo>
                <a:lnTo>
                  <a:pt x="2778735" y="4632958"/>
                </a:lnTo>
                <a:lnTo>
                  <a:pt x="2778735" y="4652008"/>
                </a:lnTo>
                <a:lnTo>
                  <a:pt x="2783942" y="4652008"/>
                </a:lnTo>
                <a:lnTo>
                  <a:pt x="2788260" y="4647742"/>
                </a:lnTo>
                <a:lnTo>
                  <a:pt x="2788260" y="4637222"/>
                </a:lnTo>
                <a:lnTo>
                  <a:pt x="2783942" y="4632958"/>
                </a:lnTo>
                <a:close/>
              </a:path>
              <a:path w="10390505" h="4652010">
                <a:moveTo>
                  <a:pt x="2740508" y="4632958"/>
                </a:moveTo>
                <a:lnTo>
                  <a:pt x="2735301" y="4632958"/>
                </a:lnTo>
                <a:lnTo>
                  <a:pt x="2730983" y="4637222"/>
                </a:lnTo>
                <a:lnTo>
                  <a:pt x="2730983" y="4647742"/>
                </a:lnTo>
                <a:lnTo>
                  <a:pt x="2735301" y="4652008"/>
                </a:lnTo>
                <a:lnTo>
                  <a:pt x="2740508" y="4652008"/>
                </a:lnTo>
                <a:lnTo>
                  <a:pt x="2740508" y="4632958"/>
                </a:lnTo>
                <a:close/>
              </a:path>
              <a:path w="10390505" h="4652010">
                <a:moveTo>
                  <a:pt x="2745842" y="4632958"/>
                </a:moveTo>
                <a:lnTo>
                  <a:pt x="2740635" y="4632958"/>
                </a:lnTo>
                <a:lnTo>
                  <a:pt x="2740635" y="4652008"/>
                </a:lnTo>
                <a:lnTo>
                  <a:pt x="2745842" y="4652008"/>
                </a:lnTo>
                <a:lnTo>
                  <a:pt x="2750160" y="4647742"/>
                </a:lnTo>
                <a:lnTo>
                  <a:pt x="2750160" y="4637222"/>
                </a:lnTo>
                <a:lnTo>
                  <a:pt x="2745842" y="4632958"/>
                </a:lnTo>
                <a:close/>
              </a:path>
              <a:path w="10390505" h="4652010">
                <a:moveTo>
                  <a:pt x="2702408" y="4632958"/>
                </a:moveTo>
                <a:lnTo>
                  <a:pt x="2697201" y="4632958"/>
                </a:lnTo>
                <a:lnTo>
                  <a:pt x="2692883" y="4637222"/>
                </a:lnTo>
                <a:lnTo>
                  <a:pt x="2692883" y="4647742"/>
                </a:lnTo>
                <a:lnTo>
                  <a:pt x="2697201" y="4652008"/>
                </a:lnTo>
                <a:lnTo>
                  <a:pt x="2702408" y="4652008"/>
                </a:lnTo>
                <a:lnTo>
                  <a:pt x="2702408" y="4632958"/>
                </a:lnTo>
                <a:close/>
              </a:path>
              <a:path w="10390505" h="4652010">
                <a:moveTo>
                  <a:pt x="2707742" y="4632958"/>
                </a:moveTo>
                <a:lnTo>
                  <a:pt x="2702408" y="4632958"/>
                </a:lnTo>
                <a:lnTo>
                  <a:pt x="2702408" y="4652008"/>
                </a:lnTo>
                <a:lnTo>
                  <a:pt x="2707742" y="4652008"/>
                </a:lnTo>
                <a:lnTo>
                  <a:pt x="2711933" y="4647742"/>
                </a:lnTo>
                <a:lnTo>
                  <a:pt x="2711933" y="4637222"/>
                </a:lnTo>
                <a:lnTo>
                  <a:pt x="2707742" y="4632958"/>
                </a:lnTo>
                <a:close/>
              </a:path>
              <a:path w="10390505" h="4652010">
                <a:moveTo>
                  <a:pt x="2664308" y="4632958"/>
                </a:moveTo>
                <a:lnTo>
                  <a:pt x="2659101" y="4632958"/>
                </a:lnTo>
                <a:lnTo>
                  <a:pt x="2654783" y="4637222"/>
                </a:lnTo>
                <a:lnTo>
                  <a:pt x="2654783" y="4647742"/>
                </a:lnTo>
                <a:lnTo>
                  <a:pt x="2659101" y="4652008"/>
                </a:lnTo>
                <a:lnTo>
                  <a:pt x="2664308" y="4652008"/>
                </a:lnTo>
                <a:lnTo>
                  <a:pt x="2664308" y="4632958"/>
                </a:lnTo>
                <a:close/>
              </a:path>
              <a:path w="10390505" h="4652010">
                <a:moveTo>
                  <a:pt x="2669642" y="4632958"/>
                </a:moveTo>
                <a:lnTo>
                  <a:pt x="2664308" y="4632958"/>
                </a:lnTo>
                <a:lnTo>
                  <a:pt x="2664308" y="4652008"/>
                </a:lnTo>
                <a:lnTo>
                  <a:pt x="2669642" y="4652008"/>
                </a:lnTo>
                <a:lnTo>
                  <a:pt x="2673833" y="4647742"/>
                </a:lnTo>
                <a:lnTo>
                  <a:pt x="2673833" y="4637222"/>
                </a:lnTo>
                <a:lnTo>
                  <a:pt x="2669642" y="4632958"/>
                </a:lnTo>
                <a:close/>
              </a:path>
              <a:path w="10390505" h="4652010">
                <a:moveTo>
                  <a:pt x="2626208" y="4632958"/>
                </a:moveTo>
                <a:lnTo>
                  <a:pt x="2621001" y="4632958"/>
                </a:lnTo>
                <a:lnTo>
                  <a:pt x="2616683" y="4637222"/>
                </a:lnTo>
                <a:lnTo>
                  <a:pt x="2616683" y="4647742"/>
                </a:lnTo>
                <a:lnTo>
                  <a:pt x="2621001" y="4652008"/>
                </a:lnTo>
                <a:lnTo>
                  <a:pt x="2626208" y="4652008"/>
                </a:lnTo>
                <a:lnTo>
                  <a:pt x="2626208" y="4632958"/>
                </a:lnTo>
                <a:close/>
              </a:path>
              <a:path w="10390505" h="4652010">
                <a:moveTo>
                  <a:pt x="2631542" y="4632958"/>
                </a:moveTo>
                <a:lnTo>
                  <a:pt x="2626208" y="4632958"/>
                </a:lnTo>
                <a:lnTo>
                  <a:pt x="2626208" y="4652008"/>
                </a:lnTo>
                <a:lnTo>
                  <a:pt x="2631542" y="4652008"/>
                </a:lnTo>
                <a:lnTo>
                  <a:pt x="2635733" y="4647742"/>
                </a:lnTo>
                <a:lnTo>
                  <a:pt x="2635733" y="4637222"/>
                </a:lnTo>
                <a:lnTo>
                  <a:pt x="2631542" y="4632958"/>
                </a:lnTo>
                <a:close/>
              </a:path>
              <a:path w="10390505" h="4652010">
                <a:moveTo>
                  <a:pt x="2588108" y="4632958"/>
                </a:moveTo>
                <a:lnTo>
                  <a:pt x="2582774" y="4632958"/>
                </a:lnTo>
                <a:lnTo>
                  <a:pt x="2578583" y="4637222"/>
                </a:lnTo>
                <a:lnTo>
                  <a:pt x="2578583" y="4647742"/>
                </a:lnTo>
                <a:lnTo>
                  <a:pt x="2582774" y="4652008"/>
                </a:lnTo>
                <a:lnTo>
                  <a:pt x="2588108" y="4652008"/>
                </a:lnTo>
                <a:lnTo>
                  <a:pt x="2588108" y="4632958"/>
                </a:lnTo>
                <a:close/>
              </a:path>
              <a:path w="10390505" h="4652010">
                <a:moveTo>
                  <a:pt x="2593315" y="4632958"/>
                </a:moveTo>
                <a:lnTo>
                  <a:pt x="2588108" y="4632958"/>
                </a:lnTo>
                <a:lnTo>
                  <a:pt x="2588108" y="4652008"/>
                </a:lnTo>
                <a:lnTo>
                  <a:pt x="2593315" y="4652008"/>
                </a:lnTo>
                <a:lnTo>
                  <a:pt x="2597633" y="4647742"/>
                </a:lnTo>
                <a:lnTo>
                  <a:pt x="2597633" y="4637222"/>
                </a:lnTo>
                <a:lnTo>
                  <a:pt x="2593315" y="4632958"/>
                </a:lnTo>
                <a:close/>
              </a:path>
              <a:path w="10390505" h="4652010">
                <a:moveTo>
                  <a:pt x="2550008" y="4632958"/>
                </a:moveTo>
                <a:lnTo>
                  <a:pt x="2544674" y="4632958"/>
                </a:lnTo>
                <a:lnTo>
                  <a:pt x="2540483" y="4637222"/>
                </a:lnTo>
                <a:lnTo>
                  <a:pt x="2540483" y="4647742"/>
                </a:lnTo>
                <a:lnTo>
                  <a:pt x="2544674" y="4652008"/>
                </a:lnTo>
                <a:lnTo>
                  <a:pt x="2550008" y="4652008"/>
                </a:lnTo>
                <a:lnTo>
                  <a:pt x="2550008" y="4632958"/>
                </a:lnTo>
                <a:close/>
              </a:path>
              <a:path w="10390505" h="4652010">
                <a:moveTo>
                  <a:pt x="2555215" y="4632958"/>
                </a:moveTo>
                <a:lnTo>
                  <a:pt x="2550008" y="4632958"/>
                </a:lnTo>
                <a:lnTo>
                  <a:pt x="2550008" y="4652008"/>
                </a:lnTo>
                <a:lnTo>
                  <a:pt x="2555215" y="4652008"/>
                </a:lnTo>
                <a:lnTo>
                  <a:pt x="2559533" y="4647742"/>
                </a:lnTo>
                <a:lnTo>
                  <a:pt x="2559533" y="4637222"/>
                </a:lnTo>
                <a:lnTo>
                  <a:pt x="2555215" y="4632958"/>
                </a:lnTo>
                <a:close/>
              </a:path>
              <a:path w="10390505" h="4652010">
                <a:moveTo>
                  <a:pt x="2511908" y="4632958"/>
                </a:moveTo>
                <a:lnTo>
                  <a:pt x="2506574" y="4632958"/>
                </a:lnTo>
                <a:lnTo>
                  <a:pt x="2502383" y="4637222"/>
                </a:lnTo>
                <a:lnTo>
                  <a:pt x="2502383" y="4647742"/>
                </a:lnTo>
                <a:lnTo>
                  <a:pt x="2506574" y="4652008"/>
                </a:lnTo>
                <a:lnTo>
                  <a:pt x="2511908" y="4652008"/>
                </a:lnTo>
                <a:lnTo>
                  <a:pt x="2511908" y="4632958"/>
                </a:lnTo>
                <a:close/>
              </a:path>
              <a:path w="10390505" h="4652010">
                <a:moveTo>
                  <a:pt x="2517115" y="4632958"/>
                </a:moveTo>
                <a:lnTo>
                  <a:pt x="2511908" y="4632958"/>
                </a:lnTo>
                <a:lnTo>
                  <a:pt x="2511908" y="4652008"/>
                </a:lnTo>
                <a:lnTo>
                  <a:pt x="2517115" y="4652008"/>
                </a:lnTo>
                <a:lnTo>
                  <a:pt x="2521433" y="4647742"/>
                </a:lnTo>
                <a:lnTo>
                  <a:pt x="2521433" y="4637222"/>
                </a:lnTo>
                <a:lnTo>
                  <a:pt x="2517115" y="4632958"/>
                </a:lnTo>
                <a:close/>
              </a:path>
              <a:path w="10390505" h="4652010">
                <a:moveTo>
                  <a:pt x="2473681" y="4632958"/>
                </a:moveTo>
                <a:lnTo>
                  <a:pt x="2468474" y="4632958"/>
                </a:lnTo>
                <a:lnTo>
                  <a:pt x="2464156" y="4637222"/>
                </a:lnTo>
                <a:lnTo>
                  <a:pt x="2464156" y="4647742"/>
                </a:lnTo>
                <a:lnTo>
                  <a:pt x="2468474" y="4652008"/>
                </a:lnTo>
                <a:lnTo>
                  <a:pt x="2473681" y="4652008"/>
                </a:lnTo>
                <a:lnTo>
                  <a:pt x="2473681" y="4632958"/>
                </a:lnTo>
                <a:close/>
              </a:path>
              <a:path w="10390505" h="4652010">
                <a:moveTo>
                  <a:pt x="2479015" y="4632958"/>
                </a:moveTo>
                <a:lnTo>
                  <a:pt x="2473808" y="4632958"/>
                </a:lnTo>
                <a:lnTo>
                  <a:pt x="2473808" y="4652008"/>
                </a:lnTo>
                <a:lnTo>
                  <a:pt x="2479015" y="4652008"/>
                </a:lnTo>
                <a:lnTo>
                  <a:pt x="2483333" y="4647742"/>
                </a:lnTo>
                <a:lnTo>
                  <a:pt x="2483333" y="4637222"/>
                </a:lnTo>
                <a:lnTo>
                  <a:pt x="2479015" y="4632958"/>
                </a:lnTo>
                <a:close/>
              </a:path>
              <a:path w="10390505" h="4652010">
                <a:moveTo>
                  <a:pt x="2435581" y="4632958"/>
                </a:moveTo>
                <a:lnTo>
                  <a:pt x="2430374" y="4632958"/>
                </a:lnTo>
                <a:lnTo>
                  <a:pt x="2426056" y="4637222"/>
                </a:lnTo>
                <a:lnTo>
                  <a:pt x="2426056" y="4647742"/>
                </a:lnTo>
                <a:lnTo>
                  <a:pt x="2430374" y="4652008"/>
                </a:lnTo>
                <a:lnTo>
                  <a:pt x="2435581" y="4652008"/>
                </a:lnTo>
                <a:lnTo>
                  <a:pt x="2435581" y="4632958"/>
                </a:lnTo>
                <a:close/>
              </a:path>
              <a:path w="10390505" h="4652010">
                <a:moveTo>
                  <a:pt x="2440915" y="4632958"/>
                </a:moveTo>
                <a:lnTo>
                  <a:pt x="2435581" y="4632958"/>
                </a:lnTo>
                <a:lnTo>
                  <a:pt x="2435581" y="4652008"/>
                </a:lnTo>
                <a:lnTo>
                  <a:pt x="2440915" y="4652008"/>
                </a:lnTo>
                <a:lnTo>
                  <a:pt x="2445106" y="4647742"/>
                </a:lnTo>
                <a:lnTo>
                  <a:pt x="2445106" y="4637222"/>
                </a:lnTo>
                <a:lnTo>
                  <a:pt x="2440915" y="4632958"/>
                </a:lnTo>
                <a:close/>
              </a:path>
              <a:path w="10390505" h="4652010">
                <a:moveTo>
                  <a:pt x="2397481" y="4632958"/>
                </a:moveTo>
                <a:lnTo>
                  <a:pt x="2392274" y="4632958"/>
                </a:lnTo>
                <a:lnTo>
                  <a:pt x="2387956" y="4637222"/>
                </a:lnTo>
                <a:lnTo>
                  <a:pt x="2387956" y="4647742"/>
                </a:lnTo>
                <a:lnTo>
                  <a:pt x="2392274" y="4652008"/>
                </a:lnTo>
                <a:lnTo>
                  <a:pt x="2397481" y="4652008"/>
                </a:lnTo>
                <a:lnTo>
                  <a:pt x="2397481" y="4632958"/>
                </a:lnTo>
                <a:close/>
              </a:path>
              <a:path w="10390505" h="4652010">
                <a:moveTo>
                  <a:pt x="2402815" y="4632958"/>
                </a:moveTo>
                <a:lnTo>
                  <a:pt x="2397481" y="4632958"/>
                </a:lnTo>
                <a:lnTo>
                  <a:pt x="2397481" y="4652008"/>
                </a:lnTo>
                <a:lnTo>
                  <a:pt x="2402815" y="4652008"/>
                </a:lnTo>
                <a:lnTo>
                  <a:pt x="2407006" y="4647742"/>
                </a:lnTo>
                <a:lnTo>
                  <a:pt x="2407006" y="4637222"/>
                </a:lnTo>
                <a:lnTo>
                  <a:pt x="2402815" y="4632958"/>
                </a:lnTo>
                <a:close/>
              </a:path>
              <a:path w="10390505" h="4652010">
                <a:moveTo>
                  <a:pt x="2359381" y="4632958"/>
                </a:moveTo>
                <a:lnTo>
                  <a:pt x="2354174" y="4632958"/>
                </a:lnTo>
                <a:lnTo>
                  <a:pt x="2349856" y="4637222"/>
                </a:lnTo>
                <a:lnTo>
                  <a:pt x="2349856" y="4647742"/>
                </a:lnTo>
                <a:lnTo>
                  <a:pt x="2354174" y="4652008"/>
                </a:lnTo>
                <a:lnTo>
                  <a:pt x="2359381" y="4652008"/>
                </a:lnTo>
                <a:lnTo>
                  <a:pt x="2359381" y="4632958"/>
                </a:lnTo>
                <a:close/>
              </a:path>
              <a:path w="10390505" h="4652010">
                <a:moveTo>
                  <a:pt x="2364715" y="4632958"/>
                </a:moveTo>
                <a:lnTo>
                  <a:pt x="2359381" y="4632958"/>
                </a:lnTo>
                <a:lnTo>
                  <a:pt x="2359381" y="4652008"/>
                </a:lnTo>
                <a:lnTo>
                  <a:pt x="2364715" y="4652008"/>
                </a:lnTo>
                <a:lnTo>
                  <a:pt x="2368906" y="4647742"/>
                </a:lnTo>
                <a:lnTo>
                  <a:pt x="2368906" y="4637222"/>
                </a:lnTo>
                <a:lnTo>
                  <a:pt x="2364715" y="4632958"/>
                </a:lnTo>
                <a:close/>
              </a:path>
              <a:path w="10390505" h="4652010">
                <a:moveTo>
                  <a:pt x="2321281" y="4632958"/>
                </a:moveTo>
                <a:lnTo>
                  <a:pt x="2315947" y="4632958"/>
                </a:lnTo>
                <a:lnTo>
                  <a:pt x="2311756" y="4637222"/>
                </a:lnTo>
                <a:lnTo>
                  <a:pt x="2311756" y="4647742"/>
                </a:lnTo>
                <a:lnTo>
                  <a:pt x="2315947" y="4652008"/>
                </a:lnTo>
                <a:lnTo>
                  <a:pt x="2321281" y="4652008"/>
                </a:lnTo>
                <a:lnTo>
                  <a:pt x="2321281" y="4632958"/>
                </a:lnTo>
                <a:close/>
              </a:path>
              <a:path w="10390505" h="4652010">
                <a:moveTo>
                  <a:pt x="2326488" y="4632958"/>
                </a:moveTo>
                <a:lnTo>
                  <a:pt x="2321281" y="4632958"/>
                </a:lnTo>
                <a:lnTo>
                  <a:pt x="2321281" y="4652008"/>
                </a:lnTo>
                <a:lnTo>
                  <a:pt x="2326488" y="4652008"/>
                </a:lnTo>
                <a:lnTo>
                  <a:pt x="2330806" y="4647742"/>
                </a:lnTo>
                <a:lnTo>
                  <a:pt x="2330806" y="4637222"/>
                </a:lnTo>
                <a:lnTo>
                  <a:pt x="2326488" y="4632958"/>
                </a:lnTo>
                <a:close/>
              </a:path>
              <a:path w="10390505" h="4652010">
                <a:moveTo>
                  <a:pt x="2283181" y="4632958"/>
                </a:moveTo>
                <a:lnTo>
                  <a:pt x="2277847" y="4632958"/>
                </a:lnTo>
                <a:lnTo>
                  <a:pt x="2273656" y="4637222"/>
                </a:lnTo>
                <a:lnTo>
                  <a:pt x="2273656" y="4647742"/>
                </a:lnTo>
                <a:lnTo>
                  <a:pt x="2277847" y="4652008"/>
                </a:lnTo>
                <a:lnTo>
                  <a:pt x="2283181" y="4652008"/>
                </a:lnTo>
                <a:lnTo>
                  <a:pt x="2283181" y="4632958"/>
                </a:lnTo>
                <a:close/>
              </a:path>
              <a:path w="10390505" h="4652010">
                <a:moveTo>
                  <a:pt x="2288388" y="4632958"/>
                </a:moveTo>
                <a:lnTo>
                  <a:pt x="2283181" y="4632958"/>
                </a:lnTo>
                <a:lnTo>
                  <a:pt x="2283181" y="4652008"/>
                </a:lnTo>
                <a:lnTo>
                  <a:pt x="2288388" y="4652008"/>
                </a:lnTo>
                <a:lnTo>
                  <a:pt x="2292706" y="4647742"/>
                </a:lnTo>
                <a:lnTo>
                  <a:pt x="2292706" y="4637222"/>
                </a:lnTo>
                <a:lnTo>
                  <a:pt x="2288388" y="4632958"/>
                </a:lnTo>
                <a:close/>
              </a:path>
              <a:path w="10390505" h="4652010">
                <a:moveTo>
                  <a:pt x="2245081" y="4632958"/>
                </a:moveTo>
                <a:lnTo>
                  <a:pt x="2239747" y="4632958"/>
                </a:lnTo>
                <a:lnTo>
                  <a:pt x="2235556" y="4637222"/>
                </a:lnTo>
                <a:lnTo>
                  <a:pt x="2235556" y="4647742"/>
                </a:lnTo>
                <a:lnTo>
                  <a:pt x="2239747" y="4652008"/>
                </a:lnTo>
                <a:lnTo>
                  <a:pt x="2245081" y="4652008"/>
                </a:lnTo>
                <a:lnTo>
                  <a:pt x="2245081" y="4632958"/>
                </a:lnTo>
                <a:close/>
              </a:path>
              <a:path w="10390505" h="4652010">
                <a:moveTo>
                  <a:pt x="2250288" y="4632958"/>
                </a:moveTo>
                <a:lnTo>
                  <a:pt x="2245081" y="4632958"/>
                </a:lnTo>
                <a:lnTo>
                  <a:pt x="2245081" y="4652008"/>
                </a:lnTo>
                <a:lnTo>
                  <a:pt x="2250288" y="4652008"/>
                </a:lnTo>
                <a:lnTo>
                  <a:pt x="2254606" y="4647742"/>
                </a:lnTo>
                <a:lnTo>
                  <a:pt x="2254606" y="4637222"/>
                </a:lnTo>
                <a:lnTo>
                  <a:pt x="2250288" y="4632958"/>
                </a:lnTo>
                <a:close/>
              </a:path>
              <a:path w="10390505" h="4652010">
                <a:moveTo>
                  <a:pt x="2206854" y="4632958"/>
                </a:moveTo>
                <a:lnTo>
                  <a:pt x="2201647" y="4632958"/>
                </a:lnTo>
                <a:lnTo>
                  <a:pt x="2197329" y="4637222"/>
                </a:lnTo>
                <a:lnTo>
                  <a:pt x="2197329" y="4647742"/>
                </a:lnTo>
                <a:lnTo>
                  <a:pt x="2201647" y="4652008"/>
                </a:lnTo>
                <a:lnTo>
                  <a:pt x="2206854" y="4652008"/>
                </a:lnTo>
                <a:lnTo>
                  <a:pt x="2206854" y="4632958"/>
                </a:lnTo>
                <a:close/>
              </a:path>
              <a:path w="10390505" h="4652010">
                <a:moveTo>
                  <a:pt x="2212188" y="4632958"/>
                </a:moveTo>
                <a:lnTo>
                  <a:pt x="2206981" y="4632958"/>
                </a:lnTo>
                <a:lnTo>
                  <a:pt x="2206981" y="4652008"/>
                </a:lnTo>
                <a:lnTo>
                  <a:pt x="2212188" y="4652008"/>
                </a:lnTo>
                <a:lnTo>
                  <a:pt x="2216506" y="4647742"/>
                </a:lnTo>
                <a:lnTo>
                  <a:pt x="2216506" y="4637222"/>
                </a:lnTo>
                <a:lnTo>
                  <a:pt x="2212188" y="4632958"/>
                </a:lnTo>
                <a:close/>
              </a:path>
              <a:path w="10390505" h="4652010">
                <a:moveTo>
                  <a:pt x="2168754" y="4632958"/>
                </a:moveTo>
                <a:lnTo>
                  <a:pt x="2163547" y="4632958"/>
                </a:lnTo>
                <a:lnTo>
                  <a:pt x="2159229" y="4637222"/>
                </a:lnTo>
                <a:lnTo>
                  <a:pt x="2159229" y="4647742"/>
                </a:lnTo>
                <a:lnTo>
                  <a:pt x="2163547" y="4652008"/>
                </a:lnTo>
                <a:lnTo>
                  <a:pt x="2168754" y="4652008"/>
                </a:lnTo>
                <a:lnTo>
                  <a:pt x="2168754" y="4632958"/>
                </a:lnTo>
                <a:close/>
              </a:path>
              <a:path w="10390505" h="4652010">
                <a:moveTo>
                  <a:pt x="2174088" y="4632958"/>
                </a:moveTo>
                <a:lnTo>
                  <a:pt x="2168754" y="4632958"/>
                </a:lnTo>
                <a:lnTo>
                  <a:pt x="2168754" y="4652008"/>
                </a:lnTo>
                <a:lnTo>
                  <a:pt x="2174088" y="4652008"/>
                </a:lnTo>
                <a:lnTo>
                  <a:pt x="2178279" y="4647742"/>
                </a:lnTo>
                <a:lnTo>
                  <a:pt x="2178279" y="4637222"/>
                </a:lnTo>
                <a:lnTo>
                  <a:pt x="2174088" y="4632958"/>
                </a:lnTo>
                <a:close/>
              </a:path>
              <a:path w="10390505" h="4652010">
                <a:moveTo>
                  <a:pt x="2130654" y="4632958"/>
                </a:moveTo>
                <a:lnTo>
                  <a:pt x="2125447" y="4632958"/>
                </a:lnTo>
                <a:lnTo>
                  <a:pt x="2121129" y="4637222"/>
                </a:lnTo>
                <a:lnTo>
                  <a:pt x="2121129" y="4647742"/>
                </a:lnTo>
                <a:lnTo>
                  <a:pt x="2125447" y="4652008"/>
                </a:lnTo>
                <a:lnTo>
                  <a:pt x="2130654" y="4652008"/>
                </a:lnTo>
                <a:lnTo>
                  <a:pt x="2130654" y="4632958"/>
                </a:lnTo>
                <a:close/>
              </a:path>
              <a:path w="10390505" h="4652010">
                <a:moveTo>
                  <a:pt x="2135988" y="4632958"/>
                </a:moveTo>
                <a:lnTo>
                  <a:pt x="2130654" y="4632958"/>
                </a:lnTo>
                <a:lnTo>
                  <a:pt x="2130654" y="4652008"/>
                </a:lnTo>
                <a:lnTo>
                  <a:pt x="2135988" y="4652008"/>
                </a:lnTo>
                <a:lnTo>
                  <a:pt x="2140179" y="4647742"/>
                </a:lnTo>
                <a:lnTo>
                  <a:pt x="2140179" y="4637222"/>
                </a:lnTo>
                <a:lnTo>
                  <a:pt x="2135988" y="4632958"/>
                </a:lnTo>
                <a:close/>
              </a:path>
              <a:path w="10390505" h="4652010">
                <a:moveTo>
                  <a:pt x="2092554" y="4632958"/>
                </a:moveTo>
                <a:lnTo>
                  <a:pt x="2087220" y="4632958"/>
                </a:lnTo>
                <a:lnTo>
                  <a:pt x="2083029" y="4637222"/>
                </a:lnTo>
                <a:lnTo>
                  <a:pt x="2083029" y="4647742"/>
                </a:lnTo>
                <a:lnTo>
                  <a:pt x="2087220" y="4652008"/>
                </a:lnTo>
                <a:lnTo>
                  <a:pt x="2092554" y="4652008"/>
                </a:lnTo>
                <a:lnTo>
                  <a:pt x="2092554" y="4632958"/>
                </a:lnTo>
                <a:close/>
              </a:path>
              <a:path w="10390505" h="4652010">
                <a:moveTo>
                  <a:pt x="2097761" y="4632958"/>
                </a:moveTo>
                <a:lnTo>
                  <a:pt x="2092554" y="4632958"/>
                </a:lnTo>
                <a:lnTo>
                  <a:pt x="2092554" y="4652008"/>
                </a:lnTo>
                <a:lnTo>
                  <a:pt x="2097761" y="4652008"/>
                </a:lnTo>
                <a:lnTo>
                  <a:pt x="2102079" y="4647742"/>
                </a:lnTo>
                <a:lnTo>
                  <a:pt x="2102079" y="4637222"/>
                </a:lnTo>
                <a:lnTo>
                  <a:pt x="2097761" y="4632958"/>
                </a:lnTo>
                <a:close/>
              </a:path>
              <a:path w="10390505" h="4652010">
                <a:moveTo>
                  <a:pt x="2054454" y="4632958"/>
                </a:moveTo>
                <a:lnTo>
                  <a:pt x="2049120" y="4632958"/>
                </a:lnTo>
                <a:lnTo>
                  <a:pt x="2044929" y="4637222"/>
                </a:lnTo>
                <a:lnTo>
                  <a:pt x="2044929" y="4647742"/>
                </a:lnTo>
                <a:lnTo>
                  <a:pt x="2049120" y="4652008"/>
                </a:lnTo>
                <a:lnTo>
                  <a:pt x="2054454" y="4652008"/>
                </a:lnTo>
                <a:lnTo>
                  <a:pt x="2054454" y="4632958"/>
                </a:lnTo>
                <a:close/>
              </a:path>
              <a:path w="10390505" h="4652010">
                <a:moveTo>
                  <a:pt x="2059661" y="4632958"/>
                </a:moveTo>
                <a:lnTo>
                  <a:pt x="2054454" y="4632958"/>
                </a:lnTo>
                <a:lnTo>
                  <a:pt x="2054454" y="4652008"/>
                </a:lnTo>
                <a:lnTo>
                  <a:pt x="2059661" y="4652008"/>
                </a:lnTo>
                <a:lnTo>
                  <a:pt x="2063979" y="4647742"/>
                </a:lnTo>
                <a:lnTo>
                  <a:pt x="2063979" y="4637222"/>
                </a:lnTo>
                <a:lnTo>
                  <a:pt x="2059661" y="4632958"/>
                </a:lnTo>
                <a:close/>
              </a:path>
              <a:path w="10390505" h="4652010">
                <a:moveTo>
                  <a:pt x="2016354" y="4632958"/>
                </a:moveTo>
                <a:lnTo>
                  <a:pt x="2011020" y="4632958"/>
                </a:lnTo>
                <a:lnTo>
                  <a:pt x="2006829" y="4637222"/>
                </a:lnTo>
                <a:lnTo>
                  <a:pt x="2006829" y="4647742"/>
                </a:lnTo>
                <a:lnTo>
                  <a:pt x="2011020" y="4652008"/>
                </a:lnTo>
                <a:lnTo>
                  <a:pt x="2016354" y="4652008"/>
                </a:lnTo>
                <a:lnTo>
                  <a:pt x="2016354" y="4632958"/>
                </a:lnTo>
                <a:close/>
              </a:path>
              <a:path w="10390505" h="4652010">
                <a:moveTo>
                  <a:pt x="2021561" y="4632958"/>
                </a:moveTo>
                <a:lnTo>
                  <a:pt x="2016354" y="4632958"/>
                </a:lnTo>
                <a:lnTo>
                  <a:pt x="2016354" y="4652008"/>
                </a:lnTo>
                <a:lnTo>
                  <a:pt x="2021561" y="4652008"/>
                </a:lnTo>
                <a:lnTo>
                  <a:pt x="2025879" y="4647742"/>
                </a:lnTo>
                <a:lnTo>
                  <a:pt x="2025879" y="4637222"/>
                </a:lnTo>
                <a:lnTo>
                  <a:pt x="2021561" y="4632958"/>
                </a:lnTo>
                <a:close/>
              </a:path>
              <a:path w="10390505" h="4652010">
                <a:moveTo>
                  <a:pt x="1978127" y="4632958"/>
                </a:moveTo>
                <a:lnTo>
                  <a:pt x="1972920" y="4632958"/>
                </a:lnTo>
                <a:lnTo>
                  <a:pt x="1968602" y="4637222"/>
                </a:lnTo>
                <a:lnTo>
                  <a:pt x="1968602" y="4647742"/>
                </a:lnTo>
                <a:lnTo>
                  <a:pt x="1972920" y="4652008"/>
                </a:lnTo>
                <a:lnTo>
                  <a:pt x="1978127" y="4652008"/>
                </a:lnTo>
                <a:lnTo>
                  <a:pt x="1978127" y="4632958"/>
                </a:lnTo>
                <a:close/>
              </a:path>
              <a:path w="10390505" h="4652010">
                <a:moveTo>
                  <a:pt x="1978254" y="4645658"/>
                </a:moveTo>
                <a:lnTo>
                  <a:pt x="1978127" y="4645658"/>
                </a:lnTo>
                <a:lnTo>
                  <a:pt x="1978127" y="4652008"/>
                </a:lnTo>
                <a:lnTo>
                  <a:pt x="1978254" y="4652008"/>
                </a:lnTo>
                <a:lnTo>
                  <a:pt x="1978254" y="4645658"/>
                </a:lnTo>
                <a:close/>
              </a:path>
              <a:path w="10390505" h="4652010">
                <a:moveTo>
                  <a:pt x="1983461" y="4632958"/>
                </a:moveTo>
                <a:lnTo>
                  <a:pt x="1978254" y="4632958"/>
                </a:lnTo>
                <a:lnTo>
                  <a:pt x="1978254" y="4652008"/>
                </a:lnTo>
                <a:lnTo>
                  <a:pt x="1983461" y="4652008"/>
                </a:lnTo>
                <a:lnTo>
                  <a:pt x="1987779" y="4647742"/>
                </a:lnTo>
                <a:lnTo>
                  <a:pt x="1987779" y="4637222"/>
                </a:lnTo>
                <a:lnTo>
                  <a:pt x="1983461" y="4632958"/>
                </a:lnTo>
                <a:close/>
              </a:path>
              <a:path w="10390505" h="4652010">
                <a:moveTo>
                  <a:pt x="1978254" y="4632958"/>
                </a:moveTo>
                <a:lnTo>
                  <a:pt x="1978127" y="4632958"/>
                </a:lnTo>
                <a:lnTo>
                  <a:pt x="1978127" y="4639308"/>
                </a:lnTo>
                <a:lnTo>
                  <a:pt x="1978254" y="4639308"/>
                </a:lnTo>
                <a:lnTo>
                  <a:pt x="1978254" y="4632958"/>
                </a:lnTo>
                <a:close/>
              </a:path>
              <a:path w="10390505" h="4652010">
                <a:moveTo>
                  <a:pt x="1940027" y="4632958"/>
                </a:moveTo>
                <a:lnTo>
                  <a:pt x="1934820" y="4632958"/>
                </a:lnTo>
                <a:lnTo>
                  <a:pt x="1930502" y="4637222"/>
                </a:lnTo>
                <a:lnTo>
                  <a:pt x="1930502" y="4647742"/>
                </a:lnTo>
                <a:lnTo>
                  <a:pt x="1934820" y="4652008"/>
                </a:lnTo>
                <a:lnTo>
                  <a:pt x="1940027" y="4652008"/>
                </a:lnTo>
                <a:lnTo>
                  <a:pt x="1940027" y="4632958"/>
                </a:lnTo>
                <a:close/>
              </a:path>
              <a:path w="10390505" h="4652010">
                <a:moveTo>
                  <a:pt x="1945361" y="4632958"/>
                </a:moveTo>
                <a:lnTo>
                  <a:pt x="1940027" y="4632958"/>
                </a:lnTo>
                <a:lnTo>
                  <a:pt x="1940027" y="4652008"/>
                </a:lnTo>
                <a:lnTo>
                  <a:pt x="1945361" y="4652008"/>
                </a:lnTo>
                <a:lnTo>
                  <a:pt x="1949552" y="4647742"/>
                </a:lnTo>
                <a:lnTo>
                  <a:pt x="1949552" y="4637222"/>
                </a:lnTo>
                <a:lnTo>
                  <a:pt x="1945361" y="4632958"/>
                </a:lnTo>
                <a:close/>
              </a:path>
              <a:path w="10390505" h="4652010">
                <a:moveTo>
                  <a:pt x="1901927" y="4632958"/>
                </a:moveTo>
                <a:lnTo>
                  <a:pt x="1896720" y="4632958"/>
                </a:lnTo>
                <a:lnTo>
                  <a:pt x="1892402" y="4637222"/>
                </a:lnTo>
                <a:lnTo>
                  <a:pt x="1892402" y="4647742"/>
                </a:lnTo>
                <a:lnTo>
                  <a:pt x="1896720" y="4652008"/>
                </a:lnTo>
                <a:lnTo>
                  <a:pt x="1901927" y="4652008"/>
                </a:lnTo>
                <a:lnTo>
                  <a:pt x="1901927" y="4632958"/>
                </a:lnTo>
                <a:close/>
              </a:path>
              <a:path w="10390505" h="4652010">
                <a:moveTo>
                  <a:pt x="1907261" y="4632958"/>
                </a:moveTo>
                <a:lnTo>
                  <a:pt x="1901927" y="4632958"/>
                </a:lnTo>
                <a:lnTo>
                  <a:pt x="1901927" y="4652008"/>
                </a:lnTo>
                <a:lnTo>
                  <a:pt x="1907261" y="4652008"/>
                </a:lnTo>
                <a:lnTo>
                  <a:pt x="1911452" y="4647742"/>
                </a:lnTo>
                <a:lnTo>
                  <a:pt x="1911452" y="4637222"/>
                </a:lnTo>
                <a:lnTo>
                  <a:pt x="1907261" y="4632958"/>
                </a:lnTo>
                <a:close/>
              </a:path>
              <a:path w="10390505" h="4652010">
                <a:moveTo>
                  <a:pt x="1863827" y="4632958"/>
                </a:moveTo>
                <a:lnTo>
                  <a:pt x="1858620" y="4632958"/>
                </a:lnTo>
                <a:lnTo>
                  <a:pt x="1854302" y="4637222"/>
                </a:lnTo>
                <a:lnTo>
                  <a:pt x="1854302" y="4647742"/>
                </a:lnTo>
                <a:lnTo>
                  <a:pt x="1858620" y="4652008"/>
                </a:lnTo>
                <a:lnTo>
                  <a:pt x="1863827" y="4652008"/>
                </a:lnTo>
                <a:lnTo>
                  <a:pt x="1863827" y="4632958"/>
                </a:lnTo>
                <a:close/>
              </a:path>
              <a:path w="10390505" h="4652010">
                <a:moveTo>
                  <a:pt x="1869161" y="4632958"/>
                </a:moveTo>
                <a:lnTo>
                  <a:pt x="1863827" y="4632958"/>
                </a:lnTo>
                <a:lnTo>
                  <a:pt x="1863827" y="4652008"/>
                </a:lnTo>
                <a:lnTo>
                  <a:pt x="1869161" y="4652008"/>
                </a:lnTo>
                <a:lnTo>
                  <a:pt x="1873352" y="4647742"/>
                </a:lnTo>
                <a:lnTo>
                  <a:pt x="1873352" y="4637222"/>
                </a:lnTo>
                <a:lnTo>
                  <a:pt x="1869161" y="4632958"/>
                </a:lnTo>
                <a:close/>
              </a:path>
              <a:path w="10390505" h="4652010">
                <a:moveTo>
                  <a:pt x="1825727" y="4632958"/>
                </a:moveTo>
                <a:lnTo>
                  <a:pt x="1820393" y="4632958"/>
                </a:lnTo>
                <a:lnTo>
                  <a:pt x="1816202" y="4637222"/>
                </a:lnTo>
                <a:lnTo>
                  <a:pt x="1816202" y="4647742"/>
                </a:lnTo>
                <a:lnTo>
                  <a:pt x="1820393" y="4652008"/>
                </a:lnTo>
                <a:lnTo>
                  <a:pt x="1825727" y="4652008"/>
                </a:lnTo>
                <a:lnTo>
                  <a:pt x="1825727" y="4632958"/>
                </a:lnTo>
                <a:close/>
              </a:path>
              <a:path w="10390505" h="4652010">
                <a:moveTo>
                  <a:pt x="1830934" y="4632958"/>
                </a:moveTo>
                <a:lnTo>
                  <a:pt x="1825727" y="4632958"/>
                </a:lnTo>
                <a:lnTo>
                  <a:pt x="1825727" y="4652008"/>
                </a:lnTo>
                <a:lnTo>
                  <a:pt x="1830934" y="4652008"/>
                </a:lnTo>
                <a:lnTo>
                  <a:pt x="1835252" y="4647742"/>
                </a:lnTo>
                <a:lnTo>
                  <a:pt x="1835252" y="4637222"/>
                </a:lnTo>
                <a:lnTo>
                  <a:pt x="1830934" y="4632958"/>
                </a:lnTo>
                <a:close/>
              </a:path>
              <a:path w="10390505" h="4652010">
                <a:moveTo>
                  <a:pt x="1787627" y="4632958"/>
                </a:moveTo>
                <a:lnTo>
                  <a:pt x="1782293" y="4632958"/>
                </a:lnTo>
                <a:lnTo>
                  <a:pt x="1778102" y="4637222"/>
                </a:lnTo>
                <a:lnTo>
                  <a:pt x="1778102" y="4647742"/>
                </a:lnTo>
                <a:lnTo>
                  <a:pt x="1782293" y="4652008"/>
                </a:lnTo>
                <a:lnTo>
                  <a:pt x="1787627" y="4652008"/>
                </a:lnTo>
                <a:lnTo>
                  <a:pt x="1787627" y="4632958"/>
                </a:lnTo>
                <a:close/>
              </a:path>
              <a:path w="10390505" h="4652010">
                <a:moveTo>
                  <a:pt x="1792834" y="4632958"/>
                </a:moveTo>
                <a:lnTo>
                  <a:pt x="1787627" y="4632958"/>
                </a:lnTo>
                <a:lnTo>
                  <a:pt x="1787627" y="4652008"/>
                </a:lnTo>
                <a:lnTo>
                  <a:pt x="1792834" y="4652008"/>
                </a:lnTo>
                <a:lnTo>
                  <a:pt x="1797152" y="4647742"/>
                </a:lnTo>
                <a:lnTo>
                  <a:pt x="1797152" y="4637222"/>
                </a:lnTo>
                <a:lnTo>
                  <a:pt x="1792834" y="4632958"/>
                </a:lnTo>
                <a:close/>
              </a:path>
              <a:path w="10390505" h="4652010">
                <a:moveTo>
                  <a:pt x="1749527" y="4632958"/>
                </a:moveTo>
                <a:lnTo>
                  <a:pt x="1744193" y="4632958"/>
                </a:lnTo>
                <a:lnTo>
                  <a:pt x="1740002" y="4637222"/>
                </a:lnTo>
                <a:lnTo>
                  <a:pt x="1740002" y="4647742"/>
                </a:lnTo>
                <a:lnTo>
                  <a:pt x="1744193" y="4652008"/>
                </a:lnTo>
                <a:lnTo>
                  <a:pt x="1749527" y="4652008"/>
                </a:lnTo>
                <a:lnTo>
                  <a:pt x="1749527" y="4632958"/>
                </a:lnTo>
                <a:close/>
              </a:path>
              <a:path w="10390505" h="4652010">
                <a:moveTo>
                  <a:pt x="1754734" y="4632958"/>
                </a:moveTo>
                <a:lnTo>
                  <a:pt x="1749527" y="4632958"/>
                </a:lnTo>
                <a:lnTo>
                  <a:pt x="1749527" y="4652008"/>
                </a:lnTo>
                <a:lnTo>
                  <a:pt x="1754734" y="4652008"/>
                </a:lnTo>
                <a:lnTo>
                  <a:pt x="1759052" y="4647742"/>
                </a:lnTo>
                <a:lnTo>
                  <a:pt x="1759052" y="4637222"/>
                </a:lnTo>
                <a:lnTo>
                  <a:pt x="1754734" y="4632958"/>
                </a:lnTo>
                <a:close/>
              </a:path>
              <a:path w="10390505" h="4652010">
                <a:moveTo>
                  <a:pt x="1711300" y="4632958"/>
                </a:moveTo>
                <a:lnTo>
                  <a:pt x="1706093" y="4632958"/>
                </a:lnTo>
                <a:lnTo>
                  <a:pt x="1701775" y="4637222"/>
                </a:lnTo>
                <a:lnTo>
                  <a:pt x="1701775" y="4647742"/>
                </a:lnTo>
                <a:lnTo>
                  <a:pt x="1706093" y="4652008"/>
                </a:lnTo>
                <a:lnTo>
                  <a:pt x="1711300" y="4652008"/>
                </a:lnTo>
                <a:lnTo>
                  <a:pt x="1711300" y="4632958"/>
                </a:lnTo>
                <a:close/>
              </a:path>
              <a:path w="10390505" h="4652010">
                <a:moveTo>
                  <a:pt x="1716634" y="4632958"/>
                </a:moveTo>
                <a:lnTo>
                  <a:pt x="1711427" y="4632958"/>
                </a:lnTo>
                <a:lnTo>
                  <a:pt x="1711427" y="4652008"/>
                </a:lnTo>
                <a:lnTo>
                  <a:pt x="1716634" y="4652008"/>
                </a:lnTo>
                <a:lnTo>
                  <a:pt x="1720952" y="4647742"/>
                </a:lnTo>
                <a:lnTo>
                  <a:pt x="1720952" y="4637222"/>
                </a:lnTo>
                <a:lnTo>
                  <a:pt x="1716634" y="4632958"/>
                </a:lnTo>
                <a:close/>
              </a:path>
              <a:path w="10390505" h="4652010">
                <a:moveTo>
                  <a:pt x="1673200" y="4632958"/>
                </a:moveTo>
                <a:lnTo>
                  <a:pt x="1667993" y="4632958"/>
                </a:lnTo>
                <a:lnTo>
                  <a:pt x="1663675" y="4637222"/>
                </a:lnTo>
                <a:lnTo>
                  <a:pt x="1663675" y="4647742"/>
                </a:lnTo>
                <a:lnTo>
                  <a:pt x="1667993" y="4652008"/>
                </a:lnTo>
                <a:lnTo>
                  <a:pt x="1673200" y="4652008"/>
                </a:lnTo>
                <a:lnTo>
                  <a:pt x="1673200" y="4632958"/>
                </a:lnTo>
                <a:close/>
              </a:path>
              <a:path w="10390505" h="4652010">
                <a:moveTo>
                  <a:pt x="1678534" y="4632958"/>
                </a:moveTo>
                <a:lnTo>
                  <a:pt x="1673200" y="4632958"/>
                </a:lnTo>
                <a:lnTo>
                  <a:pt x="1673200" y="4652008"/>
                </a:lnTo>
                <a:lnTo>
                  <a:pt x="1678534" y="4652008"/>
                </a:lnTo>
                <a:lnTo>
                  <a:pt x="1682725" y="4647742"/>
                </a:lnTo>
                <a:lnTo>
                  <a:pt x="1682725" y="4637222"/>
                </a:lnTo>
                <a:lnTo>
                  <a:pt x="1678534" y="4632958"/>
                </a:lnTo>
                <a:close/>
              </a:path>
              <a:path w="10390505" h="4652010">
                <a:moveTo>
                  <a:pt x="1635100" y="4632958"/>
                </a:moveTo>
                <a:lnTo>
                  <a:pt x="1629893" y="4632958"/>
                </a:lnTo>
                <a:lnTo>
                  <a:pt x="1625575" y="4637222"/>
                </a:lnTo>
                <a:lnTo>
                  <a:pt x="1625575" y="4647742"/>
                </a:lnTo>
                <a:lnTo>
                  <a:pt x="1629893" y="4652008"/>
                </a:lnTo>
                <a:lnTo>
                  <a:pt x="1635100" y="4652008"/>
                </a:lnTo>
                <a:lnTo>
                  <a:pt x="1635100" y="4632958"/>
                </a:lnTo>
                <a:close/>
              </a:path>
              <a:path w="10390505" h="4652010">
                <a:moveTo>
                  <a:pt x="1640434" y="4632958"/>
                </a:moveTo>
                <a:lnTo>
                  <a:pt x="1635100" y="4632958"/>
                </a:lnTo>
                <a:lnTo>
                  <a:pt x="1635100" y="4652008"/>
                </a:lnTo>
                <a:lnTo>
                  <a:pt x="1640434" y="4652008"/>
                </a:lnTo>
                <a:lnTo>
                  <a:pt x="1644625" y="4647742"/>
                </a:lnTo>
                <a:lnTo>
                  <a:pt x="1644625" y="4637222"/>
                </a:lnTo>
                <a:lnTo>
                  <a:pt x="1640434" y="4632958"/>
                </a:lnTo>
                <a:close/>
              </a:path>
              <a:path w="10390505" h="4652010">
                <a:moveTo>
                  <a:pt x="1597000" y="4632958"/>
                </a:moveTo>
                <a:lnTo>
                  <a:pt x="1591793" y="4632958"/>
                </a:lnTo>
                <a:lnTo>
                  <a:pt x="1587475" y="4637222"/>
                </a:lnTo>
                <a:lnTo>
                  <a:pt x="1587475" y="4647742"/>
                </a:lnTo>
                <a:lnTo>
                  <a:pt x="1591793" y="4652008"/>
                </a:lnTo>
                <a:lnTo>
                  <a:pt x="1597000" y="4652008"/>
                </a:lnTo>
                <a:lnTo>
                  <a:pt x="1597000" y="4632958"/>
                </a:lnTo>
                <a:close/>
              </a:path>
              <a:path w="10390505" h="4652010">
                <a:moveTo>
                  <a:pt x="1602334" y="4632958"/>
                </a:moveTo>
                <a:lnTo>
                  <a:pt x="1597000" y="4632958"/>
                </a:lnTo>
                <a:lnTo>
                  <a:pt x="1597000" y="4652008"/>
                </a:lnTo>
                <a:lnTo>
                  <a:pt x="1602334" y="4652008"/>
                </a:lnTo>
                <a:lnTo>
                  <a:pt x="1606525" y="4647742"/>
                </a:lnTo>
                <a:lnTo>
                  <a:pt x="1606525" y="4637222"/>
                </a:lnTo>
                <a:lnTo>
                  <a:pt x="1602334" y="4632958"/>
                </a:lnTo>
                <a:close/>
              </a:path>
              <a:path w="10390505" h="4652010">
                <a:moveTo>
                  <a:pt x="1558900" y="4632958"/>
                </a:moveTo>
                <a:lnTo>
                  <a:pt x="1553566" y="4632958"/>
                </a:lnTo>
                <a:lnTo>
                  <a:pt x="1549375" y="4637222"/>
                </a:lnTo>
                <a:lnTo>
                  <a:pt x="1549375" y="4647742"/>
                </a:lnTo>
                <a:lnTo>
                  <a:pt x="1553566" y="4652008"/>
                </a:lnTo>
                <a:lnTo>
                  <a:pt x="1558900" y="4652008"/>
                </a:lnTo>
                <a:lnTo>
                  <a:pt x="1558900" y="4632958"/>
                </a:lnTo>
                <a:close/>
              </a:path>
              <a:path w="10390505" h="4652010">
                <a:moveTo>
                  <a:pt x="1564107" y="4632958"/>
                </a:moveTo>
                <a:lnTo>
                  <a:pt x="1558900" y="4632958"/>
                </a:lnTo>
                <a:lnTo>
                  <a:pt x="1558900" y="4652008"/>
                </a:lnTo>
                <a:lnTo>
                  <a:pt x="1564107" y="4652008"/>
                </a:lnTo>
                <a:lnTo>
                  <a:pt x="1568425" y="4647742"/>
                </a:lnTo>
                <a:lnTo>
                  <a:pt x="1568425" y="4637222"/>
                </a:lnTo>
                <a:lnTo>
                  <a:pt x="1564107" y="4632958"/>
                </a:lnTo>
                <a:close/>
              </a:path>
              <a:path w="10390505" h="4652010">
                <a:moveTo>
                  <a:pt x="1520800" y="4632958"/>
                </a:moveTo>
                <a:lnTo>
                  <a:pt x="1515466" y="4632958"/>
                </a:lnTo>
                <a:lnTo>
                  <a:pt x="1511275" y="4637222"/>
                </a:lnTo>
                <a:lnTo>
                  <a:pt x="1511275" y="4647742"/>
                </a:lnTo>
                <a:lnTo>
                  <a:pt x="1515466" y="4652008"/>
                </a:lnTo>
                <a:lnTo>
                  <a:pt x="1520800" y="4652008"/>
                </a:lnTo>
                <a:lnTo>
                  <a:pt x="1520800" y="4632958"/>
                </a:lnTo>
                <a:close/>
              </a:path>
              <a:path w="10390505" h="4652010">
                <a:moveTo>
                  <a:pt x="1526007" y="4632958"/>
                </a:moveTo>
                <a:lnTo>
                  <a:pt x="1520800" y="4632958"/>
                </a:lnTo>
                <a:lnTo>
                  <a:pt x="1520800" y="4652008"/>
                </a:lnTo>
                <a:lnTo>
                  <a:pt x="1526007" y="4652008"/>
                </a:lnTo>
                <a:lnTo>
                  <a:pt x="1530325" y="4647742"/>
                </a:lnTo>
                <a:lnTo>
                  <a:pt x="1530325" y="4637222"/>
                </a:lnTo>
                <a:lnTo>
                  <a:pt x="1526007" y="4632958"/>
                </a:lnTo>
                <a:close/>
              </a:path>
              <a:path w="10390505" h="4652010">
                <a:moveTo>
                  <a:pt x="1482573" y="4632958"/>
                </a:moveTo>
                <a:lnTo>
                  <a:pt x="1477366" y="4632958"/>
                </a:lnTo>
                <a:lnTo>
                  <a:pt x="1473048" y="4637222"/>
                </a:lnTo>
                <a:lnTo>
                  <a:pt x="1473048" y="4647742"/>
                </a:lnTo>
                <a:lnTo>
                  <a:pt x="1477366" y="4652008"/>
                </a:lnTo>
                <a:lnTo>
                  <a:pt x="1482573" y="4652008"/>
                </a:lnTo>
                <a:lnTo>
                  <a:pt x="1482573" y="4632958"/>
                </a:lnTo>
                <a:close/>
              </a:path>
              <a:path w="10390505" h="4652010">
                <a:moveTo>
                  <a:pt x="1487907" y="4632958"/>
                </a:moveTo>
                <a:lnTo>
                  <a:pt x="1482700" y="4632958"/>
                </a:lnTo>
                <a:lnTo>
                  <a:pt x="1482700" y="4652008"/>
                </a:lnTo>
                <a:lnTo>
                  <a:pt x="1487907" y="4652008"/>
                </a:lnTo>
                <a:lnTo>
                  <a:pt x="1492225" y="4647742"/>
                </a:lnTo>
                <a:lnTo>
                  <a:pt x="1492225" y="4637222"/>
                </a:lnTo>
                <a:lnTo>
                  <a:pt x="1487907" y="4632958"/>
                </a:lnTo>
                <a:close/>
              </a:path>
              <a:path w="10390505" h="4652010">
                <a:moveTo>
                  <a:pt x="1444473" y="4632958"/>
                </a:moveTo>
                <a:lnTo>
                  <a:pt x="1439266" y="4632958"/>
                </a:lnTo>
                <a:lnTo>
                  <a:pt x="1434948" y="4637222"/>
                </a:lnTo>
                <a:lnTo>
                  <a:pt x="1434948" y="4647742"/>
                </a:lnTo>
                <a:lnTo>
                  <a:pt x="1439266" y="4652008"/>
                </a:lnTo>
                <a:lnTo>
                  <a:pt x="1444473" y="4652008"/>
                </a:lnTo>
                <a:lnTo>
                  <a:pt x="1444473" y="4632958"/>
                </a:lnTo>
                <a:close/>
              </a:path>
              <a:path w="10390505" h="4652010">
                <a:moveTo>
                  <a:pt x="1449807" y="4632958"/>
                </a:moveTo>
                <a:lnTo>
                  <a:pt x="1444473" y="4632958"/>
                </a:lnTo>
                <a:lnTo>
                  <a:pt x="1444473" y="4652008"/>
                </a:lnTo>
                <a:lnTo>
                  <a:pt x="1449807" y="4652008"/>
                </a:lnTo>
                <a:lnTo>
                  <a:pt x="1453998" y="4647742"/>
                </a:lnTo>
                <a:lnTo>
                  <a:pt x="1453998" y="4637222"/>
                </a:lnTo>
                <a:lnTo>
                  <a:pt x="1449807" y="4632958"/>
                </a:lnTo>
                <a:close/>
              </a:path>
              <a:path w="10390505" h="4652010">
                <a:moveTo>
                  <a:pt x="1406373" y="4632958"/>
                </a:moveTo>
                <a:lnTo>
                  <a:pt x="1401166" y="4632958"/>
                </a:lnTo>
                <a:lnTo>
                  <a:pt x="1396848" y="4637222"/>
                </a:lnTo>
                <a:lnTo>
                  <a:pt x="1396848" y="4647742"/>
                </a:lnTo>
                <a:lnTo>
                  <a:pt x="1401166" y="4652008"/>
                </a:lnTo>
                <a:lnTo>
                  <a:pt x="1406373" y="4652008"/>
                </a:lnTo>
                <a:lnTo>
                  <a:pt x="1406373" y="4632958"/>
                </a:lnTo>
                <a:close/>
              </a:path>
              <a:path w="10390505" h="4652010">
                <a:moveTo>
                  <a:pt x="1411707" y="4632958"/>
                </a:moveTo>
                <a:lnTo>
                  <a:pt x="1406373" y="4632958"/>
                </a:lnTo>
                <a:lnTo>
                  <a:pt x="1406373" y="4652008"/>
                </a:lnTo>
                <a:lnTo>
                  <a:pt x="1411707" y="4652008"/>
                </a:lnTo>
                <a:lnTo>
                  <a:pt x="1415898" y="4647742"/>
                </a:lnTo>
                <a:lnTo>
                  <a:pt x="1415898" y="4637222"/>
                </a:lnTo>
                <a:lnTo>
                  <a:pt x="1411707" y="4632958"/>
                </a:lnTo>
                <a:close/>
              </a:path>
              <a:path w="10390505" h="4652010">
                <a:moveTo>
                  <a:pt x="1368273" y="4632958"/>
                </a:moveTo>
                <a:lnTo>
                  <a:pt x="1363066" y="4632958"/>
                </a:lnTo>
                <a:lnTo>
                  <a:pt x="1358748" y="4637222"/>
                </a:lnTo>
                <a:lnTo>
                  <a:pt x="1358748" y="4647742"/>
                </a:lnTo>
                <a:lnTo>
                  <a:pt x="1363066" y="4652008"/>
                </a:lnTo>
                <a:lnTo>
                  <a:pt x="1368273" y="4652008"/>
                </a:lnTo>
                <a:lnTo>
                  <a:pt x="1368273" y="4632958"/>
                </a:lnTo>
                <a:close/>
              </a:path>
              <a:path w="10390505" h="4652010">
                <a:moveTo>
                  <a:pt x="1373607" y="4632958"/>
                </a:moveTo>
                <a:lnTo>
                  <a:pt x="1368273" y="4632958"/>
                </a:lnTo>
                <a:lnTo>
                  <a:pt x="1368273" y="4652008"/>
                </a:lnTo>
                <a:lnTo>
                  <a:pt x="1373607" y="4652008"/>
                </a:lnTo>
                <a:lnTo>
                  <a:pt x="1377798" y="4647742"/>
                </a:lnTo>
                <a:lnTo>
                  <a:pt x="1377798" y="4637222"/>
                </a:lnTo>
                <a:lnTo>
                  <a:pt x="1373607" y="4632958"/>
                </a:lnTo>
                <a:close/>
              </a:path>
              <a:path w="10390505" h="4652010">
                <a:moveTo>
                  <a:pt x="1330173" y="4632958"/>
                </a:moveTo>
                <a:lnTo>
                  <a:pt x="1324839" y="4632958"/>
                </a:lnTo>
                <a:lnTo>
                  <a:pt x="1320648" y="4637222"/>
                </a:lnTo>
                <a:lnTo>
                  <a:pt x="1320648" y="4647742"/>
                </a:lnTo>
                <a:lnTo>
                  <a:pt x="1324839" y="4652008"/>
                </a:lnTo>
                <a:lnTo>
                  <a:pt x="1330173" y="4652008"/>
                </a:lnTo>
                <a:lnTo>
                  <a:pt x="1330173" y="4632958"/>
                </a:lnTo>
                <a:close/>
              </a:path>
              <a:path w="10390505" h="4652010">
                <a:moveTo>
                  <a:pt x="1335380" y="4632958"/>
                </a:moveTo>
                <a:lnTo>
                  <a:pt x="1330173" y="4632958"/>
                </a:lnTo>
                <a:lnTo>
                  <a:pt x="1330173" y="4652008"/>
                </a:lnTo>
                <a:lnTo>
                  <a:pt x="1335380" y="4652008"/>
                </a:lnTo>
                <a:lnTo>
                  <a:pt x="1339698" y="4647742"/>
                </a:lnTo>
                <a:lnTo>
                  <a:pt x="1339698" y="4637222"/>
                </a:lnTo>
                <a:lnTo>
                  <a:pt x="1335380" y="4632958"/>
                </a:lnTo>
                <a:close/>
              </a:path>
              <a:path w="10390505" h="4652010">
                <a:moveTo>
                  <a:pt x="1292073" y="4632958"/>
                </a:moveTo>
                <a:lnTo>
                  <a:pt x="1286739" y="4632958"/>
                </a:lnTo>
                <a:lnTo>
                  <a:pt x="1282548" y="4637222"/>
                </a:lnTo>
                <a:lnTo>
                  <a:pt x="1282548" y="4647742"/>
                </a:lnTo>
                <a:lnTo>
                  <a:pt x="1286739" y="4652008"/>
                </a:lnTo>
                <a:lnTo>
                  <a:pt x="1292073" y="4652008"/>
                </a:lnTo>
                <a:lnTo>
                  <a:pt x="1292073" y="4632958"/>
                </a:lnTo>
                <a:close/>
              </a:path>
              <a:path w="10390505" h="4652010">
                <a:moveTo>
                  <a:pt x="1297280" y="4632958"/>
                </a:moveTo>
                <a:lnTo>
                  <a:pt x="1292073" y="4632958"/>
                </a:lnTo>
                <a:lnTo>
                  <a:pt x="1292073" y="4652008"/>
                </a:lnTo>
                <a:lnTo>
                  <a:pt x="1297280" y="4652008"/>
                </a:lnTo>
                <a:lnTo>
                  <a:pt x="1301598" y="4647742"/>
                </a:lnTo>
                <a:lnTo>
                  <a:pt x="1301598" y="4637222"/>
                </a:lnTo>
                <a:lnTo>
                  <a:pt x="1297280" y="4632958"/>
                </a:lnTo>
                <a:close/>
              </a:path>
              <a:path w="10390505" h="4652010">
                <a:moveTo>
                  <a:pt x="1253973" y="4632958"/>
                </a:moveTo>
                <a:lnTo>
                  <a:pt x="1248639" y="4632958"/>
                </a:lnTo>
                <a:lnTo>
                  <a:pt x="1244448" y="4637222"/>
                </a:lnTo>
                <a:lnTo>
                  <a:pt x="1244448" y="4647742"/>
                </a:lnTo>
                <a:lnTo>
                  <a:pt x="1248639" y="4652008"/>
                </a:lnTo>
                <a:lnTo>
                  <a:pt x="1253973" y="4652008"/>
                </a:lnTo>
                <a:lnTo>
                  <a:pt x="1253973" y="4632958"/>
                </a:lnTo>
                <a:close/>
              </a:path>
              <a:path w="10390505" h="4652010">
                <a:moveTo>
                  <a:pt x="1259180" y="4632958"/>
                </a:moveTo>
                <a:lnTo>
                  <a:pt x="1253973" y="4632958"/>
                </a:lnTo>
                <a:lnTo>
                  <a:pt x="1253973" y="4652008"/>
                </a:lnTo>
                <a:lnTo>
                  <a:pt x="1259180" y="4652008"/>
                </a:lnTo>
                <a:lnTo>
                  <a:pt x="1263498" y="4647742"/>
                </a:lnTo>
                <a:lnTo>
                  <a:pt x="1263498" y="4637222"/>
                </a:lnTo>
                <a:lnTo>
                  <a:pt x="1259180" y="4632958"/>
                </a:lnTo>
                <a:close/>
              </a:path>
              <a:path w="10390505" h="4652010">
                <a:moveTo>
                  <a:pt x="1215746" y="4632958"/>
                </a:moveTo>
                <a:lnTo>
                  <a:pt x="1210539" y="4632958"/>
                </a:lnTo>
                <a:lnTo>
                  <a:pt x="1206221" y="4637222"/>
                </a:lnTo>
                <a:lnTo>
                  <a:pt x="1206221" y="4647742"/>
                </a:lnTo>
                <a:lnTo>
                  <a:pt x="1210539" y="4652008"/>
                </a:lnTo>
                <a:lnTo>
                  <a:pt x="1215746" y="4652008"/>
                </a:lnTo>
                <a:lnTo>
                  <a:pt x="1215746" y="4632958"/>
                </a:lnTo>
                <a:close/>
              </a:path>
              <a:path w="10390505" h="4652010">
                <a:moveTo>
                  <a:pt x="1215873" y="4645658"/>
                </a:moveTo>
                <a:lnTo>
                  <a:pt x="1215746" y="4645658"/>
                </a:lnTo>
                <a:lnTo>
                  <a:pt x="1215746" y="4652008"/>
                </a:lnTo>
                <a:lnTo>
                  <a:pt x="1215873" y="4652008"/>
                </a:lnTo>
                <a:lnTo>
                  <a:pt x="1215873" y="4645658"/>
                </a:lnTo>
                <a:close/>
              </a:path>
              <a:path w="10390505" h="4652010">
                <a:moveTo>
                  <a:pt x="1221080" y="4632958"/>
                </a:moveTo>
                <a:lnTo>
                  <a:pt x="1215873" y="4632958"/>
                </a:lnTo>
                <a:lnTo>
                  <a:pt x="1215873" y="4652008"/>
                </a:lnTo>
                <a:lnTo>
                  <a:pt x="1221080" y="4652008"/>
                </a:lnTo>
                <a:lnTo>
                  <a:pt x="1225398" y="4647742"/>
                </a:lnTo>
                <a:lnTo>
                  <a:pt x="1225398" y="4637222"/>
                </a:lnTo>
                <a:lnTo>
                  <a:pt x="1221080" y="4632958"/>
                </a:lnTo>
                <a:close/>
              </a:path>
              <a:path w="10390505" h="4652010">
                <a:moveTo>
                  <a:pt x="1215873" y="4632958"/>
                </a:moveTo>
                <a:lnTo>
                  <a:pt x="1215746" y="4632958"/>
                </a:lnTo>
                <a:lnTo>
                  <a:pt x="1215746" y="4639308"/>
                </a:lnTo>
                <a:lnTo>
                  <a:pt x="1215873" y="4639308"/>
                </a:lnTo>
                <a:lnTo>
                  <a:pt x="1215873" y="4632958"/>
                </a:lnTo>
                <a:close/>
              </a:path>
              <a:path w="10390505" h="4652010">
                <a:moveTo>
                  <a:pt x="1177646" y="4632958"/>
                </a:moveTo>
                <a:lnTo>
                  <a:pt x="1172439" y="4632958"/>
                </a:lnTo>
                <a:lnTo>
                  <a:pt x="1168121" y="4637222"/>
                </a:lnTo>
                <a:lnTo>
                  <a:pt x="1168121" y="4647742"/>
                </a:lnTo>
                <a:lnTo>
                  <a:pt x="1172439" y="4652008"/>
                </a:lnTo>
                <a:lnTo>
                  <a:pt x="1177646" y="4652008"/>
                </a:lnTo>
                <a:lnTo>
                  <a:pt x="1177646" y="4632958"/>
                </a:lnTo>
                <a:close/>
              </a:path>
              <a:path w="10390505" h="4652010">
                <a:moveTo>
                  <a:pt x="1182980" y="4632958"/>
                </a:moveTo>
                <a:lnTo>
                  <a:pt x="1177646" y="4632958"/>
                </a:lnTo>
                <a:lnTo>
                  <a:pt x="1177646" y="4652008"/>
                </a:lnTo>
                <a:lnTo>
                  <a:pt x="1182980" y="4652008"/>
                </a:lnTo>
                <a:lnTo>
                  <a:pt x="1187171" y="4647742"/>
                </a:lnTo>
                <a:lnTo>
                  <a:pt x="1187171" y="4637222"/>
                </a:lnTo>
                <a:lnTo>
                  <a:pt x="1182980" y="4632958"/>
                </a:lnTo>
                <a:close/>
              </a:path>
              <a:path w="10390505" h="4652010">
                <a:moveTo>
                  <a:pt x="1139546" y="4632958"/>
                </a:moveTo>
                <a:lnTo>
                  <a:pt x="1134339" y="4632958"/>
                </a:lnTo>
                <a:lnTo>
                  <a:pt x="1130021" y="4637222"/>
                </a:lnTo>
                <a:lnTo>
                  <a:pt x="1130021" y="4647742"/>
                </a:lnTo>
                <a:lnTo>
                  <a:pt x="1134339" y="4652008"/>
                </a:lnTo>
                <a:lnTo>
                  <a:pt x="1139546" y="4652008"/>
                </a:lnTo>
                <a:lnTo>
                  <a:pt x="1139546" y="4632958"/>
                </a:lnTo>
                <a:close/>
              </a:path>
              <a:path w="10390505" h="4652010">
                <a:moveTo>
                  <a:pt x="1144880" y="4632958"/>
                </a:moveTo>
                <a:lnTo>
                  <a:pt x="1139546" y="4632958"/>
                </a:lnTo>
                <a:lnTo>
                  <a:pt x="1139546" y="4652008"/>
                </a:lnTo>
                <a:lnTo>
                  <a:pt x="1144880" y="4652008"/>
                </a:lnTo>
                <a:lnTo>
                  <a:pt x="1149071" y="4647742"/>
                </a:lnTo>
                <a:lnTo>
                  <a:pt x="1149071" y="4637222"/>
                </a:lnTo>
                <a:lnTo>
                  <a:pt x="1144880" y="4632958"/>
                </a:lnTo>
                <a:close/>
              </a:path>
              <a:path w="10390505" h="4652010">
                <a:moveTo>
                  <a:pt x="1101446" y="4632958"/>
                </a:moveTo>
                <a:lnTo>
                  <a:pt x="1096239" y="4632958"/>
                </a:lnTo>
                <a:lnTo>
                  <a:pt x="1091921" y="4637222"/>
                </a:lnTo>
                <a:lnTo>
                  <a:pt x="1091921" y="4647742"/>
                </a:lnTo>
                <a:lnTo>
                  <a:pt x="1096239" y="4652008"/>
                </a:lnTo>
                <a:lnTo>
                  <a:pt x="1101446" y="4652008"/>
                </a:lnTo>
                <a:lnTo>
                  <a:pt x="1101446" y="4632958"/>
                </a:lnTo>
                <a:close/>
              </a:path>
              <a:path w="10390505" h="4652010">
                <a:moveTo>
                  <a:pt x="1106780" y="4632958"/>
                </a:moveTo>
                <a:lnTo>
                  <a:pt x="1101446" y="4632958"/>
                </a:lnTo>
                <a:lnTo>
                  <a:pt x="1101446" y="4652008"/>
                </a:lnTo>
                <a:lnTo>
                  <a:pt x="1106780" y="4652008"/>
                </a:lnTo>
                <a:lnTo>
                  <a:pt x="1110971" y="4647742"/>
                </a:lnTo>
                <a:lnTo>
                  <a:pt x="1110971" y="4637222"/>
                </a:lnTo>
                <a:lnTo>
                  <a:pt x="1106780" y="4632958"/>
                </a:lnTo>
                <a:close/>
              </a:path>
              <a:path w="10390505" h="4652010">
                <a:moveTo>
                  <a:pt x="1063346" y="4632958"/>
                </a:moveTo>
                <a:lnTo>
                  <a:pt x="1058012" y="4632958"/>
                </a:lnTo>
                <a:lnTo>
                  <a:pt x="1053821" y="4637222"/>
                </a:lnTo>
                <a:lnTo>
                  <a:pt x="1053821" y="4647742"/>
                </a:lnTo>
                <a:lnTo>
                  <a:pt x="1058012" y="4652008"/>
                </a:lnTo>
                <a:lnTo>
                  <a:pt x="1063346" y="4652008"/>
                </a:lnTo>
                <a:lnTo>
                  <a:pt x="1063346" y="4632958"/>
                </a:lnTo>
                <a:close/>
              </a:path>
              <a:path w="10390505" h="4652010">
                <a:moveTo>
                  <a:pt x="1068553" y="4632958"/>
                </a:moveTo>
                <a:lnTo>
                  <a:pt x="1063346" y="4632958"/>
                </a:lnTo>
                <a:lnTo>
                  <a:pt x="1063346" y="4652008"/>
                </a:lnTo>
                <a:lnTo>
                  <a:pt x="1068553" y="4652008"/>
                </a:lnTo>
                <a:lnTo>
                  <a:pt x="1072871" y="4647742"/>
                </a:lnTo>
                <a:lnTo>
                  <a:pt x="1072871" y="4637222"/>
                </a:lnTo>
                <a:lnTo>
                  <a:pt x="1068553" y="4632958"/>
                </a:lnTo>
                <a:close/>
              </a:path>
              <a:path w="10390505" h="4652010">
                <a:moveTo>
                  <a:pt x="1025246" y="4632958"/>
                </a:moveTo>
                <a:lnTo>
                  <a:pt x="1019912" y="4632958"/>
                </a:lnTo>
                <a:lnTo>
                  <a:pt x="1015721" y="4637222"/>
                </a:lnTo>
                <a:lnTo>
                  <a:pt x="1015721" y="4647742"/>
                </a:lnTo>
                <a:lnTo>
                  <a:pt x="1019912" y="4652008"/>
                </a:lnTo>
                <a:lnTo>
                  <a:pt x="1025246" y="4652008"/>
                </a:lnTo>
                <a:lnTo>
                  <a:pt x="1025246" y="4632958"/>
                </a:lnTo>
                <a:close/>
              </a:path>
              <a:path w="10390505" h="4652010">
                <a:moveTo>
                  <a:pt x="1030453" y="4632958"/>
                </a:moveTo>
                <a:lnTo>
                  <a:pt x="1025246" y="4632958"/>
                </a:lnTo>
                <a:lnTo>
                  <a:pt x="1025246" y="4652008"/>
                </a:lnTo>
                <a:lnTo>
                  <a:pt x="1030453" y="4652008"/>
                </a:lnTo>
                <a:lnTo>
                  <a:pt x="1034771" y="4647742"/>
                </a:lnTo>
                <a:lnTo>
                  <a:pt x="1034771" y="4637222"/>
                </a:lnTo>
                <a:lnTo>
                  <a:pt x="1030453" y="4632958"/>
                </a:lnTo>
                <a:close/>
              </a:path>
              <a:path w="10390505" h="4652010">
                <a:moveTo>
                  <a:pt x="987146" y="4632958"/>
                </a:moveTo>
                <a:lnTo>
                  <a:pt x="981812" y="4632958"/>
                </a:lnTo>
                <a:lnTo>
                  <a:pt x="977621" y="4637222"/>
                </a:lnTo>
                <a:lnTo>
                  <a:pt x="977621" y="4647742"/>
                </a:lnTo>
                <a:lnTo>
                  <a:pt x="981812" y="4652008"/>
                </a:lnTo>
                <a:lnTo>
                  <a:pt x="987146" y="4652008"/>
                </a:lnTo>
                <a:lnTo>
                  <a:pt x="987146" y="4632958"/>
                </a:lnTo>
                <a:close/>
              </a:path>
              <a:path w="10390505" h="4652010">
                <a:moveTo>
                  <a:pt x="992353" y="4632958"/>
                </a:moveTo>
                <a:lnTo>
                  <a:pt x="987146" y="4632958"/>
                </a:lnTo>
                <a:lnTo>
                  <a:pt x="987146" y="4652008"/>
                </a:lnTo>
                <a:lnTo>
                  <a:pt x="992353" y="4652008"/>
                </a:lnTo>
                <a:lnTo>
                  <a:pt x="996671" y="4647742"/>
                </a:lnTo>
                <a:lnTo>
                  <a:pt x="996671" y="4637222"/>
                </a:lnTo>
                <a:lnTo>
                  <a:pt x="992353" y="4632958"/>
                </a:lnTo>
                <a:close/>
              </a:path>
              <a:path w="10390505" h="4652010">
                <a:moveTo>
                  <a:pt x="948919" y="4632958"/>
                </a:moveTo>
                <a:lnTo>
                  <a:pt x="943712" y="4632958"/>
                </a:lnTo>
                <a:lnTo>
                  <a:pt x="939394" y="4637222"/>
                </a:lnTo>
                <a:lnTo>
                  <a:pt x="939394" y="4647742"/>
                </a:lnTo>
                <a:lnTo>
                  <a:pt x="943712" y="4652008"/>
                </a:lnTo>
                <a:lnTo>
                  <a:pt x="948919" y="4652008"/>
                </a:lnTo>
                <a:lnTo>
                  <a:pt x="948919" y="4632958"/>
                </a:lnTo>
                <a:close/>
              </a:path>
              <a:path w="10390505" h="4652010">
                <a:moveTo>
                  <a:pt x="954253" y="4632958"/>
                </a:moveTo>
                <a:lnTo>
                  <a:pt x="949046" y="4632958"/>
                </a:lnTo>
                <a:lnTo>
                  <a:pt x="949046" y="4652008"/>
                </a:lnTo>
                <a:lnTo>
                  <a:pt x="954253" y="4652008"/>
                </a:lnTo>
                <a:lnTo>
                  <a:pt x="958571" y="4647742"/>
                </a:lnTo>
                <a:lnTo>
                  <a:pt x="958571" y="4637222"/>
                </a:lnTo>
                <a:lnTo>
                  <a:pt x="954253" y="4632958"/>
                </a:lnTo>
                <a:close/>
              </a:path>
              <a:path w="10390505" h="4652010">
                <a:moveTo>
                  <a:pt x="910819" y="4632958"/>
                </a:moveTo>
                <a:lnTo>
                  <a:pt x="905612" y="4632958"/>
                </a:lnTo>
                <a:lnTo>
                  <a:pt x="901294" y="4637222"/>
                </a:lnTo>
                <a:lnTo>
                  <a:pt x="901294" y="4647742"/>
                </a:lnTo>
                <a:lnTo>
                  <a:pt x="905612" y="4652008"/>
                </a:lnTo>
                <a:lnTo>
                  <a:pt x="910819" y="4652008"/>
                </a:lnTo>
                <a:lnTo>
                  <a:pt x="910819" y="4632958"/>
                </a:lnTo>
                <a:close/>
              </a:path>
              <a:path w="10390505" h="4652010">
                <a:moveTo>
                  <a:pt x="916153" y="4632958"/>
                </a:moveTo>
                <a:lnTo>
                  <a:pt x="910819" y="4632958"/>
                </a:lnTo>
                <a:lnTo>
                  <a:pt x="910819" y="4652008"/>
                </a:lnTo>
                <a:lnTo>
                  <a:pt x="916153" y="4652008"/>
                </a:lnTo>
                <a:lnTo>
                  <a:pt x="920344" y="4647742"/>
                </a:lnTo>
                <a:lnTo>
                  <a:pt x="920344" y="4637222"/>
                </a:lnTo>
                <a:lnTo>
                  <a:pt x="916153" y="4632958"/>
                </a:lnTo>
                <a:close/>
              </a:path>
              <a:path w="10390505" h="4652010">
                <a:moveTo>
                  <a:pt x="872719" y="4632958"/>
                </a:moveTo>
                <a:lnTo>
                  <a:pt x="867512" y="4632958"/>
                </a:lnTo>
                <a:lnTo>
                  <a:pt x="863194" y="4637222"/>
                </a:lnTo>
                <a:lnTo>
                  <a:pt x="863194" y="4647742"/>
                </a:lnTo>
                <a:lnTo>
                  <a:pt x="867512" y="4652008"/>
                </a:lnTo>
                <a:lnTo>
                  <a:pt x="872719" y="4652008"/>
                </a:lnTo>
                <a:lnTo>
                  <a:pt x="872719" y="4632958"/>
                </a:lnTo>
                <a:close/>
              </a:path>
              <a:path w="10390505" h="4652010">
                <a:moveTo>
                  <a:pt x="878053" y="4632958"/>
                </a:moveTo>
                <a:lnTo>
                  <a:pt x="872719" y="4632958"/>
                </a:lnTo>
                <a:lnTo>
                  <a:pt x="872719" y="4652008"/>
                </a:lnTo>
                <a:lnTo>
                  <a:pt x="878053" y="4652008"/>
                </a:lnTo>
                <a:lnTo>
                  <a:pt x="882244" y="4647742"/>
                </a:lnTo>
                <a:lnTo>
                  <a:pt x="882244" y="4637222"/>
                </a:lnTo>
                <a:lnTo>
                  <a:pt x="878053" y="4632958"/>
                </a:lnTo>
                <a:close/>
              </a:path>
              <a:path w="10390505" h="4652010">
                <a:moveTo>
                  <a:pt x="834619" y="4632958"/>
                </a:moveTo>
                <a:lnTo>
                  <a:pt x="829412" y="4632958"/>
                </a:lnTo>
                <a:lnTo>
                  <a:pt x="825094" y="4637222"/>
                </a:lnTo>
                <a:lnTo>
                  <a:pt x="825094" y="4647742"/>
                </a:lnTo>
                <a:lnTo>
                  <a:pt x="829412" y="4652008"/>
                </a:lnTo>
                <a:lnTo>
                  <a:pt x="834619" y="4652008"/>
                </a:lnTo>
                <a:lnTo>
                  <a:pt x="834619" y="4632958"/>
                </a:lnTo>
                <a:close/>
              </a:path>
              <a:path w="10390505" h="4652010">
                <a:moveTo>
                  <a:pt x="839953" y="4632958"/>
                </a:moveTo>
                <a:lnTo>
                  <a:pt x="834619" y="4632958"/>
                </a:lnTo>
                <a:lnTo>
                  <a:pt x="834619" y="4652008"/>
                </a:lnTo>
                <a:lnTo>
                  <a:pt x="839953" y="4652008"/>
                </a:lnTo>
                <a:lnTo>
                  <a:pt x="844144" y="4647742"/>
                </a:lnTo>
                <a:lnTo>
                  <a:pt x="844144" y="4637222"/>
                </a:lnTo>
                <a:lnTo>
                  <a:pt x="839953" y="4632958"/>
                </a:lnTo>
                <a:close/>
              </a:path>
              <a:path w="10390505" h="4652010">
                <a:moveTo>
                  <a:pt x="796519" y="4632958"/>
                </a:moveTo>
                <a:lnTo>
                  <a:pt x="791185" y="4632958"/>
                </a:lnTo>
                <a:lnTo>
                  <a:pt x="786994" y="4637222"/>
                </a:lnTo>
                <a:lnTo>
                  <a:pt x="786994" y="4647742"/>
                </a:lnTo>
                <a:lnTo>
                  <a:pt x="791185" y="4652008"/>
                </a:lnTo>
                <a:lnTo>
                  <a:pt x="796519" y="4652008"/>
                </a:lnTo>
                <a:lnTo>
                  <a:pt x="796519" y="4632958"/>
                </a:lnTo>
                <a:close/>
              </a:path>
              <a:path w="10390505" h="4652010">
                <a:moveTo>
                  <a:pt x="801726" y="4632958"/>
                </a:moveTo>
                <a:lnTo>
                  <a:pt x="796519" y="4632958"/>
                </a:lnTo>
                <a:lnTo>
                  <a:pt x="796519" y="4652008"/>
                </a:lnTo>
                <a:lnTo>
                  <a:pt x="801726" y="4652008"/>
                </a:lnTo>
                <a:lnTo>
                  <a:pt x="806044" y="4647742"/>
                </a:lnTo>
                <a:lnTo>
                  <a:pt x="806044" y="4637222"/>
                </a:lnTo>
                <a:lnTo>
                  <a:pt x="801726" y="4632958"/>
                </a:lnTo>
                <a:close/>
              </a:path>
              <a:path w="10390505" h="4652010">
                <a:moveTo>
                  <a:pt x="758419" y="4632958"/>
                </a:moveTo>
                <a:lnTo>
                  <a:pt x="753085" y="4632958"/>
                </a:lnTo>
                <a:lnTo>
                  <a:pt x="748894" y="4637222"/>
                </a:lnTo>
                <a:lnTo>
                  <a:pt x="748894" y="4647742"/>
                </a:lnTo>
                <a:lnTo>
                  <a:pt x="753085" y="4652008"/>
                </a:lnTo>
                <a:lnTo>
                  <a:pt x="758419" y="4652008"/>
                </a:lnTo>
                <a:lnTo>
                  <a:pt x="758419" y="4632958"/>
                </a:lnTo>
                <a:close/>
              </a:path>
              <a:path w="10390505" h="4652010">
                <a:moveTo>
                  <a:pt x="763626" y="4632958"/>
                </a:moveTo>
                <a:lnTo>
                  <a:pt x="758419" y="4632958"/>
                </a:lnTo>
                <a:lnTo>
                  <a:pt x="758419" y="4652008"/>
                </a:lnTo>
                <a:lnTo>
                  <a:pt x="763626" y="4652008"/>
                </a:lnTo>
                <a:lnTo>
                  <a:pt x="767944" y="4647742"/>
                </a:lnTo>
                <a:lnTo>
                  <a:pt x="767944" y="4637222"/>
                </a:lnTo>
                <a:lnTo>
                  <a:pt x="763626" y="4632958"/>
                </a:lnTo>
                <a:close/>
              </a:path>
              <a:path w="10390505" h="4652010">
                <a:moveTo>
                  <a:pt x="720192" y="4632958"/>
                </a:moveTo>
                <a:lnTo>
                  <a:pt x="714985" y="4632958"/>
                </a:lnTo>
                <a:lnTo>
                  <a:pt x="710667" y="4637222"/>
                </a:lnTo>
                <a:lnTo>
                  <a:pt x="710667" y="4647742"/>
                </a:lnTo>
                <a:lnTo>
                  <a:pt x="714985" y="4652008"/>
                </a:lnTo>
                <a:lnTo>
                  <a:pt x="720192" y="4652008"/>
                </a:lnTo>
                <a:lnTo>
                  <a:pt x="720192" y="4632958"/>
                </a:lnTo>
                <a:close/>
              </a:path>
              <a:path w="10390505" h="4652010">
                <a:moveTo>
                  <a:pt x="720319" y="4645658"/>
                </a:moveTo>
                <a:lnTo>
                  <a:pt x="720192" y="4645658"/>
                </a:lnTo>
                <a:lnTo>
                  <a:pt x="720192" y="4652008"/>
                </a:lnTo>
                <a:lnTo>
                  <a:pt x="720319" y="4652008"/>
                </a:lnTo>
                <a:lnTo>
                  <a:pt x="720319" y="4645658"/>
                </a:lnTo>
                <a:close/>
              </a:path>
              <a:path w="10390505" h="4652010">
                <a:moveTo>
                  <a:pt x="725526" y="4632958"/>
                </a:moveTo>
                <a:lnTo>
                  <a:pt x="720319" y="4632958"/>
                </a:lnTo>
                <a:lnTo>
                  <a:pt x="720319" y="4652008"/>
                </a:lnTo>
                <a:lnTo>
                  <a:pt x="725526" y="4652008"/>
                </a:lnTo>
                <a:lnTo>
                  <a:pt x="729844" y="4647742"/>
                </a:lnTo>
                <a:lnTo>
                  <a:pt x="729844" y="4637222"/>
                </a:lnTo>
                <a:lnTo>
                  <a:pt x="725526" y="4632958"/>
                </a:lnTo>
                <a:close/>
              </a:path>
              <a:path w="10390505" h="4652010">
                <a:moveTo>
                  <a:pt x="720319" y="4632958"/>
                </a:moveTo>
                <a:lnTo>
                  <a:pt x="720192" y="4632958"/>
                </a:lnTo>
                <a:lnTo>
                  <a:pt x="720192" y="4639308"/>
                </a:lnTo>
                <a:lnTo>
                  <a:pt x="720319" y="4639308"/>
                </a:lnTo>
                <a:lnTo>
                  <a:pt x="720319" y="4632958"/>
                </a:lnTo>
                <a:close/>
              </a:path>
              <a:path w="10390505" h="4652010">
                <a:moveTo>
                  <a:pt x="682092" y="4632958"/>
                </a:moveTo>
                <a:lnTo>
                  <a:pt x="676885" y="4632958"/>
                </a:lnTo>
                <a:lnTo>
                  <a:pt x="672567" y="4637222"/>
                </a:lnTo>
                <a:lnTo>
                  <a:pt x="672567" y="4647742"/>
                </a:lnTo>
                <a:lnTo>
                  <a:pt x="676885" y="4652008"/>
                </a:lnTo>
                <a:lnTo>
                  <a:pt x="682092" y="4652008"/>
                </a:lnTo>
                <a:lnTo>
                  <a:pt x="682092" y="4632958"/>
                </a:lnTo>
                <a:close/>
              </a:path>
              <a:path w="10390505" h="4652010">
                <a:moveTo>
                  <a:pt x="687426" y="4632958"/>
                </a:moveTo>
                <a:lnTo>
                  <a:pt x="682092" y="4632958"/>
                </a:lnTo>
                <a:lnTo>
                  <a:pt x="682092" y="4652008"/>
                </a:lnTo>
                <a:lnTo>
                  <a:pt x="687426" y="4652008"/>
                </a:lnTo>
                <a:lnTo>
                  <a:pt x="691617" y="4647742"/>
                </a:lnTo>
                <a:lnTo>
                  <a:pt x="691617" y="4637222"/>
                </a:lnTo>
                <a:lnTo>
                  <a:pt x="687426" y="4632958"/>
                </a:lnTo>
                <a:close/>
              </a:path>
              <a:path w="10390505" h="4652010">
                <a:moveTo>
                  <a:pt x="643992" y="4632958"/>
                </a:moveTo>
                <a:lnTo>
                  <a:pt x="638785" y="4632958"/>
                </a:lnTo>
                <a:lnTo>
                  <a:pt x="634467" y="4637222"/>
                </a:lnTo>
                <a:lnTo>
                  <a:pt x="634467" y="4647742"/>
                </a:lnTo>
                <a:lnTo>
                  <a:pt x="638785" y="4652008"/>
                </a:lnTo>
                <a:lnTo>
                  <a:pt x="643992" y="4652008"/>
                </a:lnTo>
                <a:lnTo>
                  <a:pt x="643992" y="4632958"/>
                </a:lnTo>
                <a:close/>
              </a:path>
              <a:path w="10390505" h="4652010">
                <a:moveTo>
                  <a:pt x="649326" y="4632958"/>
                </a:moveTo>
                <a:lnTo>
                  <a:pt x="643992" y="4632958"/>
                </a:lnTo>
                <a:lnTo>
                  <a:pt x="643992" y="4652008"/>
                </a:lnTo>
                <a:lnTo>
                  <a:pt x="649326" y="4652008"/>
                </a:lnTo>
                <a:lnTo>
                  <a:pt x="653517" y="4647742"/>
                </a:lnTo>
                <a:lnTo>
                  <a:pt x="653517" y="4637222"/>
                </a:lnTo>
                <a:lnTo>
                  <a:pt x="649326" y="4632958"/>
                </a:lnTo>
                <a:close/>
              </a:path>
              <a:path w="10390505" h="4652010">
                <a:moveTo>
                  <a:pt x="605892" y="4632958"/>
                </a:moveTo>
                <a:lnTo>
                  <a:pt x="600685" y="4632958"/>
                </a:lnTo>
                <a:lnTo>
                  <a:pt x="596367" y="4637222"/>
                </a:lnTo>
                <a:lnTo>
                  <a:pt x="596367" y="4647742"/>
                </a:lnTo>
                <a:lnTo>
                  <a:pt x="600685" y="4652008"/>
                </a:lnTo>
                <a:lnTo>
                  <a:pt x="605892" y="4652008"/>
                </a:lnTo>
                <a:lnTo>
                  <a:pt x="605892" y="4632958"/>
                </a:lnTo>
                <a:close/>
              </a:path>
              <a:path w="10390505" h="4652010">
                <a:moveTo>
                  <a:pt x="611226" y="4632958"/>
                </a:moveTo>
                <a:lnTo>
                  <a:pt x="605892" y="4632958"/>
                </a:lnTo>
                <a:lnTo>
                  <a:pt x="605892" y="4652008"/>
                </a:lnTo>
                <a:lnTo>
                  <a:pt x="611226" y="4652008"/>
                </a:lnTo>
                <a:lnTo>
                  <a:pt x="615417" y="4647742"/>
                </a:lnTo>
                <a:lnTo>
                  <a:pt x="615417" y="4637222"/>
                </a:lnTo>
                <a:lnTo>
                  <a:pt x="611226" y="4632958"/>
                </a:lnTo>
                <a:close/>
              </a:path>
              <a:path w="10390505" h="4652010">
                <a:moveTo>
                  <a:pt x="567792" y="4632958"/>
                </a:moveTo>
                <a:lnTo>
                  <a:pt x="562458" y="4632958"/>
                </a:lnTo>
                <a:lnTo>
                  <a:pt x="558267" y="4637222"/>
                </a:lnTo>
                <a:lnTo>
                  <a:pt x="558267" y="4647742"/>
                </a:lnTo>
                <a:lnTo>
                  <a:pt x="562458" y="4652008"/>
                </a:lnTo>
                <a:lnTo>
                  <a:pt x="567792" y="4652008"/>
                </a:lnTo>
                <a:lnTo>
                  <a:pt x="567792" y="4632958"/>
                </a:lnTo>
                <a:close/>
              </a:path>
              <a:path w="10390505" h="4652010">
                <a:moveTo>
                  <a:pt x="572999" y="4632958"/>
                </a:moveTo>
                <a:lnTo>
                  <a:pt x="567792" y="4632958"/>
                </a:lnTo>
                <a:lnTo>
                  <a:pt x="567792" y="4652008"/>
                </a:lnTo>
                <a:lnTo>
                  <a:pt x="572999" y="4652008"/>
                </a:lnTo>
                <a:lnTo>
                  <a:pt x="577317" y="4647742"/>
                </a:lnTo>
                <a:lnTo>
                  <a:pt x="577317" y="4637222"/>
                </a:lnTo>
                <a:lnTo>
                  <a:pt x="572999" y="4632958"/>
                </a:lnTo>
                <a:close/>
              </a:path>
              <a:path w="10390505" h="4652010">
                <a:moveTo>
                  <a:pt x="529692" y="4632958"/>
                </a:moveTo>
                <a:lnTo>
                  <a:pt x="524358" y="4632958"/>
                </a:lnTo>
                <a:lnTo>
                  <a:pt x="520167" y="4637222"/>
                </a:lnTo>
                <a:lnTo>
                  <a:pt x="520167" y="4647742"/>
                </a:lnTo>
                <a:lnTo>
                  <a:pt x="524358" y="4652008"/>
                </a:lnTo>
                <a:lnTo>
                  <a:pt x="529692" y="4652008"/>
                </a:lnTo>
                <a:lnTo>
                  <a:pt x="529692" y="4632958"/>
                </a:lnTo>
                <a:close/>
              </a:path>
              <a:path w="10390505" h="4652010">
                <a:moveTo>
                  <a:pt x="534899" y="4632958"/>
                </a:moveTo>
                <a:lnTo>
                  <a:pt x="529692" y="4632958"/>
                </a:lnTo>
                <a:lnTo>
                  <a:pt x="529692" y="4652008"/>
                </a:lnTo>
                <a:lnTo>
                  <a:pt x="534899" y="4652008"/>
                </a:lnTo>
                <a:lnTo>
                  <a:pt x="539217" y="4647742"/>
                </a:lnTo>
                <a:lnTo>
                  <a:pt x="539217" y="4637222"/>
                </a:lnTo>
                <a:lnTo>
                  <a:pt x="534899" y="4632958"/>
                </a:lnTo>
                <a:close/>
              </a:path>
              <a:path w="10390505" h="4652010">
                <a:moveTo>
                  <a:pt x="491592" y="4632958"/>
                </a:moveTo>
                <a:lnTo>
                  <a:pt x="486258" y="4632958"/>
                </a:lnTo>
                <a:lnTo>
                  <a:pt x="482067" y="4637222"/>
                </a:lnTo>
                <a:lnTo>
                  <a:pt x="482067" y="4647742"/>
                </a:lnTo>
                <a:lnTo>
                  <a:pt x="486258" y="4652008"/>
                </a:lnTo>
                <a:lnTo>
                  <a:pt x="491592" y="4652008"/>
                </a:lnTo>
                <a:lnTo>
                  <a:pt x="491592" y="4632958"/>
                </a:lnTo>
                <a:close/>
              </a:path>
              <a:path w="10390505" h="4652010">
                <a:moveTo>
                  <a:pt x="496799" y="4632958"/>
                </a:moveTo>
                <a:lnTo>
                  <a:pt x="491592" y="4632958"/>
                </a:lnTo>
                <a:lnTo>
                  <a:pt x="491592" y="4652008"/>
                </a:lnTo>
                <a:lnTo>
                  <a:pt x="496799" y="4652008"/>
                </a:lnTo>
                <a:lnTo>
                  <a:pt x="501117" y="4647742"/>
                </a:lnTo>
                <a:lnTo>
                  <a:pt x="501117" y="4637222"/>
                </a:lnTo>
                <a:lnTo>
                  <a:pt x="496799" y="4632958"/>
                </a:lnTo>
                <a:close/>
              </a:path>
              <a:path w="10390505" h="4652010">
                <a:moveTo>
                  <a:pt x="453365" y="4632958"/>
                </a:moveTo>
                <a:lnTo>
                  <a:pt x="448158" y="4632958"/>
                </a:lnTo>
                <a:lnTo>
                  <a:pt x="443840" y="4637222"/>
                </a:lnTo>
                <a:lnTo>
                  <a:pt x="443840" y="4647742"/>
                </a:lnTo>
                <a:lnTo>
                  <a:pt x="448158" y="4652008"/>
                </a:lnTo>
                <a:lnTo>
                  <a:pt x="453365" y="4652008"/>
                </a:lnTo>
                <a:lnTo>
                  <a:pt x="453365" y="4632958"/>
                </a:lnTo>
                <a:close/>
              </a:path>
              <a:path w="10390505" h="4652010">
                <a:moveTo>
                  <a:pt x="458699" y="4632958"/>
                </a:moveTo>
                <a:lnTo>
                  <a:pt x="453492" y="4632958"/>
                </a:lnTo>
                <a:lnTo>
                  <a:pt x="453492" y="4652008"/>
                </a:lnTo>
                <a:lnTo>
                  <a:pt x="458699" y="4652008"/>
                </a:lnTo>
                <a:lnTo>
                  <a:pt x="463017" y="4647742"/>
                </a:lnTo>
                <a:lnTo>
                  <a:pt x="463017" y="4637222"/>
                </a:lnTo>
                <a:lnTo>
                  <a:pt x="458699" y="4632958"/>
                </a:lnTo>
                <a:close/>
              </a:path>
              <a:path w="10390505" h="4652010">
                <a:moveTo>
                  <a:pt x="415303" y="4632958"/>
                </a:moveTo>
                <a:lnTo>
                  <a:pt x="410045" y="4632958"/>
                </a:lnTo>
                <a:lnTo>
                  <a:pt x="405778" y="4637222"/>
                </a:lnTo>
                <a:lnTo>
                  <a:pt x="405778" y="4647742"/>
                </a:lnTo>
                <a:lnTo>
                  <a:pt x="410045" y="4652008"/>
                </a:lnTo>
                <a:lnTo>
                  <a:pt x="415303" y="4652008"/>
                </a:lnTo>
                <a:lnTo>
                  <a:pt x="415303" y="4632958"/>
                </a:lnTo>
                <a:close/>
              </a:path>
              <a:path w="10390505" h="4652010">
                <a:moveTo>
                  <a:pt x="420586" y="4632958"/>
                </a:moveTo>
                <a:lnTo>
                  <a:pt x="415328" y="4632958"/>
                </a:lnTo>
                <a:lnTo>
                  <a:pt x="415328" y="4652008"/>
                </a:lnTo>
                <a:lnTo>
                  <a:pt x="420586" y="4652008"/>
                </a:lnTo>
                <a:lnTo>
                  <a:pt x="424853" y="4647742"/>
                </a:lnTo>
                <a:lnTo>
                  <a:pt x="424853" y="4637222"/>
                </a:lnTo>
                <a:lnTo>
                  <a:pt x="420586" y="4632958"/>
                </a:lnTo>
                <a:close/>
              </a:path>
              <a:path w="10390505" h="4652010">
                <a:moveTo>
                  <a:pt x="377190" y="4632958"/>
                </a:moveTo>
                <a:lnTo>
                  <a:pt x="371920" y="4632958"/>
                </a:lnTo>
                <a:lnTo>
                  <a:pt x="367665" y="4637222"/>
                </a:lnTo>
                <a:lnTo>
                  <a:pt x="367665" y="4647742"/>
                </a:lnTo>
                <a:lnTo>
                  <a:pt x="371920" y="4652008"/>
                </a:lnTo>
                <a:lnTo>
                  <a:pt x="377190" y="4652008"/>
                </a:lnTo>
                <a:lnTo>
                  <a:pt x="377190" y="4632958"/>
                </a:lnTo>
                <a:close/>
              </a:path>
              <a:path w="10390505" h="4652010">
                <a:moveTo>
                  <a:pt x="382461" y="4632958"/>
                </a:moveTo>
                <a:lnTo>
                  <a:pt x="377203" y="4632958"/>
                </a:lnTo>
                <a:lnTo>
                  <a:pt x="377203" y="4652008"/>
                </a:lnTo>
                <a:lnTo>
                  <a:pt x="382461" y="4652008"/>
                </a:lnTo>
                <a:lnTo>
                  <a:pt x="386728" y="4647742"/>
                </a:lnTo>
                <a:lnTo>
                  <a:pt x="386728" y="4637222"/>
                </a:lnTo>
                <a:lnTo>
                  <a:pt x="382461" y="4632958"/>
                </a:lnTo>
                <a:close/>
              </a:path>
              <a:path w="10390505" h="4652010">
                <a:moveTo>
                  <a:pt x="339065" y="4632958"/>
                </a:moveTo>
                <a:lnTo>
                  <a:pt x="333807" y="4632958"/>
                </a:lnTo>
                <a:lnTo>
                  <a:pt x="329540" y="4637222"/>
                </a:lnTo>
                <a:lnTo>
                  <a:pt x="329540" y="4647742"/>
                </a:lnTo>
                <a:lnTo>
                  <a:pt x="333807" y="4652008"/>
                </a:lnTo>
                <a:lnTo>
                  <a:pt x="339065" y="4652008"/>
                </a:lnTo>
                <a:lnTo>
                  <a:pt x="339065" y="4632958"/>
                </a:lnTo>
                <a:close/>
              </a:path>
              <a:path w="10390505" h="4652010">
                <a:moveTo>
                  <a:pt x="344348" y="4632958"/>
                </a:moveTo>
                <a:lnTo>
                  <a:pt x="339090" y="4632958"/>
                </a:lnTo>
                <a:lnTo>
                  <a:pt x="339090" y="4652008"/>
                </a:lnTo>
                <a:lnTo>
                  <a:pt x="344348" y="4652008"/>
                </a:lnTo>
                <a:lnTo>
                  <a:pt x="348615" y="4647742"/>
                </a:lnTo>
                <a:lnTo>
                  <a:pt x="348615" y="4637222"/>
                </a:lnTo>
                <a:lnTo>
                  <a:pt x="344348" y="4632958"/>
                </a:lnTo>
                <a:close/>
              </a:path>
              <a:path w="10390505" h="4652010">
                <a:moveTo>
                  <a:pt x="300952" y="4632958"/>
                </a:moveTo>
                <a:lnTo>
                  <a:pt x="295681" y="4632958"/>
                </a:lnTo>
                <a:lnTo>
                  <a:pt x="291427" y="4637222"/>
                </a:lnTo>
                <a:lnTo>
                  <a:pt x="291427" y="4647742"/>
                </a:lnTo>
                <a:lnTo>
                  <a:pt x="295681" y="4652008"/>
                </a:lnTo>
                <a:lnTo>
                  <a:pt x="300952" y="4652008"/>
                </a:lnTo>
                <a:lnTo>
                  <a:pt x="300952" y="4632958"/>
                </a:lnTo>
                <a:close/>
              </a:path>
              <a:path w="10390505" h="4652010">
                <a:moveTo>
                  <a:pt x="306222" y="4632958"/>
                </a:moveTo>
                <a:lnTo>
                  <a:pt x="300965" y="4632958"/>
                </a:lnTo>
                <a:lnTo>
                  <a:pt x="300965" y="4652008"/>
                </a:lnTo>
                <a:lnTo>
                  <a:pt x="306222" y="4652008"/>
                </a:lnTo>
                <a:lnTo>
                  <a:pt x="310490" y="4647742"/>
                </a:lnTo>
                <a:lnTo>
                  <a:pt x="310490" y="4637222"/>
                </a:lnTo>
                <a:lnTo>
                  <a:pt x="306222" y="4632958"/>
                </a:lnTo>
                <a:close/>
              </a:path>
              <a:path w="10390505" h="4652010">
                <a:moveTo>
                  <a:pt x="262827" y="4632958"/>
                </a:moveTo>
                <a:lnTo>
                  <a:pt x="257569" y="4632958"/>
                </a:lnTo>
                <a:lnTo>
                  <a:pt x="253302" y="4637222"/>
                </a:lnTo>
                <a:lnTo>
                  <a:pt x="253302" y="4647742"/>
                </a:lnTo>
                <a:lnTo>
                  <a:pt x="257569" y="4652008"/>
                </a:lnTo>
                <a:lnTo>
                  <a:pt x="262827" y="4652008"/>
                </a:lnTo>
                <a:lnTo>
                  <a:pt x="262827" y="4632958"/>
                </a:lnTo>
                <a:close/>
              </a:path>
              <a:path w="10390505" h="4652010">
                <a:moveTo>
                  <a:pt x="268110" y="4632958"/>
                </a:moveTo>
                <a:lnTo>
                  <a:pt x="262852" y="4632958"/>
                </a:lnTo>
                <a:lnTo>
                  <a:pt x="262852" y="4652008"/>
                </a:lnTo>
                <a:lnTo>
                  <a:pt x="268110" y="4652008"/>
                </a:lnTo>
                <a:lnTo>
                  <a:pt x="272377" y="4647742"/>
                </a:lnTo>
                <a:lnTo>
                  <a:pt x="272377" y="4637222"/>
                </a:lnTo>
                <a:lnTo>
                  <a:pt x="268110" y="4632958"/>
                </a:lnTo>
                <a:close/>
              </a:path>
              <a:path w="10390505" h="4652010">
                <a:moveTo>
                  <a:pt x="224714" y="4632958"/>
                </a:moveTo>
                <a:lnTo>
                  <a:pt x="219443" y="4632958"/>
                </a:lnTo>
                <a:lnTo>
                  <a:pt x="215189" y="4637222"/>
                </a:lnTo>
                <a:lnTo>
                  <a:pt x="215189" y="4647742"/>
                </a:lnTo>
                <a:lnTo>
                  <a:pt x="219443" y="4652008"/>
                </a:lnTo>
                <a:lnTo>
                  <a:pt x="224714" y="4652008"/>
                </a:lnTo>
                <a:lnTo>
                  <a:pt x="224714" y="4632958"/>
                </a:lnTo>
                <a:close/>
              </a:path>
              <a:path w="10390505" h="4652010">
                <a:moveTo>
                  <a:pt x="229984" y="4632958"/>
                </a:moveTo>
                <a:lnTo>
                  <a:pt x="224727" y="4632958"/>
                </a:lnTo>
                <a:lnTo>
                  <a:pt x="224727" y="4652008"/>
                </a:lnTo>
                <a:lnTo>
                  <a:pt x="229984" y="4652008"/>
                </a:lnTo>
                <a:lnTo>
                  <a:pt x="234252" y="4647742"/>
                </a:lnTo>
                <a:lnTo>
                  <a:pt x="234252" y="4637222"/>
                </a:lnTo>
                <a:lnTo>
                  <a:pt x="229984" y="4632958"/>
                </a:lnTo>
                <a:close/>
              </a:path>
              <a:path w="10390505" h="4652010">
                <a:moveTo>
                  <a:pt x="186588" y="4632958"/>
                </a:moveTo>
                <a:lnTo>
                  <a:pt x="181331" y="4632958"/>
                </a:lnTo>
                <a:lnTo>
                  <a:pt x="177063" y="4637222"/>
                </a:lnTo>
                <a:lnTo>
                  <a:pt x="177063" y="4647742"/>
                </a:lnTo>
                <a:lnTo>
                  <a:pt x="181331" y="4652008"/>
                </a:lnTo>
                <a:lnTo>
                  <a:pt x="186588" y="4652008"/>
                </a:lnTo>
                <a:lnTo>
                  <a:pt x="186588" y="4632958"/>
                </a:lnTo>
                <a:close/>
              </a:path>
              <a:path w="10390505" h="4652010">
                <a:moveTo>
                  <a:pt x="191872" y="4632958"/>
                </a:moveTo>
                <a:lnTo>
                  <a:pt x="186614" y="4632958"/>
                </a:lnTo>
                <a:lnTo>
                  <a:pt x="186614" y="4652008"/>
                </a:lnTo>
                <a:lnTo>
                  <a:pt x="191872" y="4652008"/>
                </a:lnTo>
                <a:lnTo>
                  <a:pt x="196139" y="4647742"/>
                </a:lnTo>
                <a:lnTo>
                  <a:pt x="196139" y="4637222"/>
                </a:lnTo>
                <a:lnTo>
                  <a:pt x="191872" y="4632958"/>
                </a:lnTo>
                <a:close/>
              </a:path>
              <a:path w="10390505" h="4652010">
                <a:moveTo>
                  <a:pt x="150152" y="4630430"/>
                </a:moveTo>
                <a:lnTo>
                  <a:pt x="147155" y="4649241"/>
                </a:lnTo>
                <a:lnTo>
                  <a:pt x="152349" y="4650069"/>
                </a:lnTo>
                <a:lnTo>
                  <a:pt x="157226" y="4646528"/>
                </a:lnTo>
                <a:lnTo>
                  <a:pt x="158788" y="4636700"/>
                </a:lnTo>
                <a:lnTo>
                  <a:pt x="158877" y="4636138"/>
                </a:lnTo>
                <a:lnTo>
                  <a:pt x="155346" y="4631256"/>
                </a:lnTo>
                <a:lnTo>
                  <a:pt x="150152" y="4630430"/>
                </a:lnTo>
                <a:close/>
              </a:path>
              <a:path w="10390505" h="4652010">
                <a:moveTo>
                  <a:pt x="144932" y="4629598"/>
                </a:moveTo>
                <a:lnTo>
                  <a:pt x="140056" y="4633139"/>
                </a:lnTo>
                <a:lnTo>
                  <a:pt x="138482" y="4642967"/>
                </a:lnTo>
                <a:lnTo>
                  <a:pt x="138392" y="4643528"/>
                </a:lnTo>
                <a:lnTo>
                  <a:pt x="141935" y="4648410"/>
                </a:lnTo>
                <a:lnTo>
                  <a:pt x="147145" y="4649241"/>
                </a:lnTo>
                <a:lnTo>
                  <a:pt x="147261" y="4648410"/>
                </a:lnTo>
                <a:lnTo>
                  <a:pt x="150126" y="4630430"/>
                </a:lnTo>
                <a:lnTo>
                  <a:pt x="144932" y="4629598"/>
                </a:lnTo>
                <a:close/>
              </a:path>
              <a:path w="10390505" h="4652010">
                <a:moveTo>
                  <a:pt x="116332" y="4620780"/>
                </a:moveTo>
                <a:lnTo>
                  <a:pt x="107874" y="4637852"/>
                </a:lnTo>
                <a:lnTo>
                  <a:pt x="112586" y="4640186"/>
                </a:lnTo>
                <a:lnTo>
                  <a:pt x="118301" y="4638255"/>
                </a:lnTo>
                <a:lnTo>
                  <a:pt x="122974" y="4628826"/>
                </a:lnTo>
                <a:lnTo>
                  <a:pt x="121044" y="4623112"/>
                </a:lnTo>
                <a:lnTo>
                  <a:pt x="116332" y="4620780"/>
                </a:lnTo>
                <a:close/>
              </a:path>
              <a:path w="10390505" h="4652010">
                <a:moveTo>
                  <a:pt x="111595" y="4618431"/>
                </a:moveTo>
                <a:lnTo>
                  <a:pt x="105880" y="4620361"/>
                </a:lnTo>
                <a:lnTo>
                  <a:pt x="101219" y="4629797"/>
                </a:lnTo>
                <a:lnTo>
                  <a:pt x="103149" y="4635510"/>
                </a:lnTo>
                <a:lnTo>
                  <a:pt x="107879" y="4637852"/>
                </a:lnTo>
                <a:lnTo>
                  <a:pt x="109015" y="4635510"/>
                </a:lnTo>
                <a:lnTo>
                  <a:pt x="116300" y="4620780"/>
                </a:lnTo>
                <a:lnTo>
                  <a:pt x="111595" y="4618431"/>
                </a:lnTo>
                <a:close/>
              </a:path>
              <a:path w="10390505" h="4652010">
                <a:moveTo>
                  <a:pt x="84811" y="4602861"/>
                </a:moveTo>
                <a:lnTo>
                  <a:pt x="73343" y="4618062"/>
                </a:lnTo>
                <a:lnTo>
                  <a:pt x="77534" y="4621237"/>
                </a:lnTo>
                <a:lnTo>
                  <a:pt x="83515" y="4620399"/>
                </a:lnTo>
                <a:lnTo>
                  <a:pt x="89853" y="4612005"/>
                </a:lnTo>
                <a:lnTo>
                  <a:pt x="89014" y="4606023"/>
                </a:lnTo>
                <a:lnTo>
                  <a:pt x="84811" y="4602861"/>
                </a:lnTo>
                <a:close/>
              </a:path>
              <a:path w="10390505" h="4652010">
                <a:moveTo>
                  <a:pt x="80594" y="4599686"/>
                </a:moveTo>
                <a:lnTo>
                  <a:pt x="74625" y="4600511"/>
                </a:lnTo>
                <a:lnTo>
                  <a:pt x="68288" y="4608918"/>
                </a:lnTo>
                <a:lnTo>
                  <a:pt x="69126" y="4614887"/>
                </a:lnTo>
                <a:lnTo>
                  <a:pt x="73334" y="4618062"/>
                </a:lnTo>
                <a:lnTo>
                  <a:pt x="75705" y="4614887"/>
                </a:lnTo>
                <a:lnTo>
                  <a:pt x="84788" y="4602861"/>
                </a:lnTo>
                <a:lnTo>
                  <a:pt x="80594" y="4599686"/>
                </a:lnTo>
                <a:close/>
              </a:path>
              <a:path w="10390505" h="4652010">
                <a:moveTo>
                  <a:pt x="58153" y="4578477"/>
                </a:moveTo>
                <a:lnTo>
                  <a:pt x="43891" y="4591113"/>
                </a:lnTo>
                <a:lnTo>
                  <a:pt x="47384" y="4595050"/>
                </a:lnTo>
                <a:lnTo>
                  <a:pt x="53404" y="4595406"/>
                </a:lnTo>
                <a:lnTo>
                  <a:pt x="61278" y="4588433"/>
                </a:lnTo>
                <a:lnTo>
                  <a:pt x="61629" y="4582693"/>
                </a:lnTo>
                <a:lnTo>
                  <a:pt x="61646" y="4582414"/>
                </a:lnTo>
                <a:lnTo>
                  <a:pt x="58153" y="4578477"/>
                </a:lnTo>
                <a:close/>
              </a:path>
              <a:path w="10390505" h="4652010">
                <a:moveTo>
                  <a:pt x="48641" y="4574159"/>
                </a:moveTo>
                <a:lnTo>
                  <a:pt x="40767" y="4581131"/>
                </a:lnTo>
                <a:lnTo>
                  <a:pt x="40415" y="4586884"/>
                </a:lnTo>
                <a:lnTo>
                  <a:pt x="40399" y="4587151"/>
                </a:lnTo>
                <a:lnTo>
                  <a:pt x="43901" y="4591113"/>
                </a:lnTo>
                <a:lnTo>
                  <a:pt x="46877" y="4588433"/>
                </a:lnTo>
                <a:lnTo>
                  <a:pt x="58126" y="4578477"/>
                </a:lnTo>
                <a:lnTo>
                  <a:pt x="54661" y="4574527"/>
                </a:lnTo>
                <a:lnTo>
                  <a:pt x="48641" y="4574159"/>
                </a:lnTo>
                <a:close/>
              </a:path>
              <a:path w="10390505" h="4652010">
                <a:moveTo>
                  <a:pt x="37948" y="4549508"/>
                </a:moveTo>
                <a:lnTo>
                  <a:pt x="20714" y="4557623"/>
                </a:lnTo>
                <a:lnTo>
                  <a:pt x="22962" y="4562386"/>
                </a:lnTo>
                <a:lnTo>
                  <a:pt x="28639" y="4564430"/>
                </a:lnTo>
                <a:lnTo>
                  <a:pt x="38151" y="4559935"/>
                </a:lnTo>
                <a:lnTo>
                  <a:pt x="40183" y="4554258"/>
                </a:lnTo>
                <a:lnTo>
                  <a:pt x="37948" y="4549508"/>
                </a:lnTo>
                <a:close/>
              </a:path>
              <a:path w="10390505" h="4652010">
                <a:moveTo>
                  <a:pt x="30010" y="4542688"/>
                </a:moveTo>
                <a:lnTo>
                  <a:pt x="20498" y="4547171"/>
                </a:lnTo>
                <a:lnTo>
                  <a:pt x="18466" y="4552848"/>
                </a:lnTo>
                <a:lnTo>
                  <a:pt x="20707" y="4557623"/>
                </a:lnTo>
                <a:lnTo>
                  <a:pt x="37881" y="4549508"/>
                </a:lnTo>
                <a:lnTo>
                  <a:pt x="36841" y="4547171"/>
                </a:lnTo>
                <a:lnTo>
                  <a:pt x="35687" y="4544733"/>
                </a:lnTo>
                <a:lnTo>
                  <a:pt x="30010" y="4542688"/>
                </a:lnTo>
                <a:close/>
              </a:path>
              <a:path w="10390505" h="4652010">
                <a:moveTo>
                  <a:pt x="24803" y="4515764"/>
                </a:moveTo>
                <a:lnTo>
                  <a:pt x="6350" y="4520476"/>
                </a:lnTo>
                <a:lnTo>
                  <a:pt x="7658" y="4525568"/>
                </a:lnTo>
                <a:lnTo>
                  <a:pt x="12840" y="4528642"/>
                </a:lnTo>
                <a:lnTo>
                  <a:pt x="23038" y="4526038"/>
                </a:lnTo>
                <a:lnTo>
                  <a:pt x="26111" y="4520857"/>
                </a:lnTo>
                <a:lnTo>
                  <a:pt x="24803" y="4515764"/>
                </a:lnTo>
                <a:close/>
              </a:path>
              <a:path w="10390505" h="4652010">
                <a:moveTo>
                  <a:pt x="18313" y="4507572"/>
                </a:moveTo>
                <a:lnTo>
                  <a:pt x="8115" y="4510176"/>
                </a:lnTo>
                <a:lnTo>
                  <a:pt x="5042" y="4515358"/>
                </a:lnTo>
                <a:lnTo>
                  <a:pt x="6357" y="4520476"/>
                </a:lnTo>
                <a:lnTo>
                  <a:pt x="24704" y="4515764"/>
                </a:lnTo>
                <a:lnTo>
                  <a:pt x="24706" y="4515358"/>
                </a:lnTo>
                <a:lnTo>
                  <a:pt x="23508" y="4510646"/>
                </a:lnTo>
                <a:lnTo>
                  <a:pt x="18313" y="4507572"/>
                </a:lnTo>
                <a:close/>
              </a:path>
              <a:path w="10390505" h="4652010">
                <a:moveTo>
                  <a:pt x="14821" y="4470717"/>
                </a:moveTo>
                <a:lnTo>
                  <a:pt x="5245" y="4490288"/>
                </a:lnTo>
                <a:lnTo>
                  <a:pt x="15748" y="4489767"/>
                </a:lnTo>
                <a:lnTo>
                  <a:pt x="19799" y="4485297"/>
                </a:lnTo>
                <a:lnTo>
                  <a:pt x="19590" y="4480979"/>
                </a:lnTo>
                <a:lnTo>
                  <a:pt x="0" y="4480979"/>
                </a:lnTo>
                <a:lnTo>
                  <a:pt x="19024" y="4480052"/>
                </a:lnTo>
                <a:lnTo>
                  <a:pt x="19547" y="4480052"/>
                </a:lnTo>
                <a:lnTo>
                  <a:pt x="19337" y="4475708"/>
                </a:lnTo>
                <a:lnTo>
                  <a:pt x="19291" y="4474768"/>
                </a:lnTo>
                <a:lnTo>
                  <a:pt x="14821" y="4470717"/>
                </a:lnTo>
                <a:close/>
              </a:path>
              <a:path w="10390505" h="4652010">
                <a:moveTo>
                  <a:pt x="19545" y="4480052"/>
                </a:moveTo>
                <a:lnTo>
                  <a:pt x="521" y="4480979"/>
                </a:lnTo>
                <a:lnTo>
                  <a:pt x="19590" y="4480979"/>
                </a:lnTo>
                <a:lnTo>
                  <a:pt x="19545" y="4480052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BB6A5B5-6C6C-4061-89EA-D5553698194D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9569531-4AEF-4EAE-8C7F-10240151DDCA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</a:t>
            </a:r>
            <a:endParaRPr lang="en-US" sz="1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86BF037-0717-471C-A06F-50EF05B55561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국제 해저케이블</a:t>
            </a:r>
            <a:endParaRPr lang="en-US" sz="2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C65AF59-46E2-4939-81FB-7A4519ED8F78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5170CC-620B-40AD-905C-9761B44BD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385964"/>
            <a:ext cx="10379234" cy="51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F3246EF-102B-453B-A8A6-6C9BA61D69F8}"/>
              </a:ext>
            </a:extLst>
          </p:cNvPr>
          <p:cNvSpPr txBox="1"/>
          <p:nvPr/>
        </p:nvSpPr>
        <p:spPr>
          <a:xfrm>
            <a:off x="1501758" y="1819678"/>
            <a:ext cx="9188483" cy="1255508"/>
          </a:xfrm>
          <a:prstGeom prst="rect">
            <a:avLst/>
          </a:prstGeom>
        </p:spPr>
        <p:txBody>
          <a:bodyPr vert="horz" wrap="square" lIns="0" tIns="268006" rIns="0" bIns="0" rtlCol="0">
            <a:spAutoFit/>
          </a:bodyPr>
          <a:lstStyle/>
          <a:p>
            <a:pPr marL="134341">
              <a:spcBef>
                <a:spcPts val="1761"/>
              </a:spcBef>
              <a:tabLst>
                <a:tab pos="317044" algn="l"/>
              </a:tabLst>
            </a:pPr>
            <a:r>
              <a:rPr lang="ko-KR" altLang="en-US" sz="3200" dirty="0"/>
              <a:t>데이터 통신상의 신뢰성 있고 효율적인 정보교환을 위하여 미리 약속한 규약 또는 규범</a:t>
            </a:r>
            <a:endParaRPr sz="2962" dirty="0">
              <a:latin typeface="+mn-ea"/>
              <a:cs typeface="Batang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965BE1F-BD97-4E9E-BCF8-A772F3343434}"/>
              </a:ext>
            </a:extLst>
          </p:cNvPr>
          <p:cNvSpPr txBox="1"/>
          <p:nvPr/>
        </p:nvSpPr>
        <p:spPr>
          <a:xfrm>
            <a:off x="1565018" y="3925081"/>
            <a:ext cx="8986868" cy="218082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470634" marR="5374" indent="-457200">
              <a:spcBef>
                <a:spcPts val="106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프로토콜은 원래 외교상의 언어로서 국가와 </a:t>
            </a:r>
            <a:r>
              <a:rPr lang="ko-KR" altLang="en-US" sz="2800" dirty="0" err="1"/>
              <a:t>국가간의</a:t>
            </a:r>
            <a:r>
              <a:rPr lang="ko-KR" altLang="en-US" sz="2800" dirty="0"/>
              <a:t> 교류를 원활하게 하기 위하여 외교에 관한 의례나 </a:t>
            </a:r>
            <a:r>
              <a:rPr lang="ko-KR" altLang="en-US" sz="2800" dirty="0" err="1"/>
              <a:t>국가간의</a:t>
            </a:r>
            <a:r>
              <a:rPr lang="ko-KR" altLang="en-US" sz="2800" dirty="0"/>
              <a:t> 약속을 정한 의정서이다</a:t>
            </a:r>
            <a:r>
              <a:rPr lang="en-US" altLang="ko-KR" sz="2800" dirty="0"/>
              <a:t>. </a:t>
            </a:r>
          </a:p>
          <a:p>
            <a:pPr marL="470634" marR="5374" indent="-457200">
              <a:spcBef>
                <a:spcPts val="106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외국의 국빈이 방문하였을 때에 사용되기도 하며 의전절차를 의미하기도 한다</a:t>
            </a:r>
            <a:r>
              <a:rPr lang="en-US" altLang="ko-KR" sz="2800" dirty="0"/>
              <a:t>. </a:t>
            </a:r>
            <a:endParaRPr sz="2800" dirty="0">
              <a:latin typeface="Batang"/>
              <a:cs typeface="Batang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5B75C9-86A2-46E1-9D32-029B32223C41}"/>
              </a:ext>
            </a:extLst>
          </p:cNvPr>
          <p:cNvSpPr/>
          <p:nvPr/>
        </p:nvSpPr>
        <p:spPr>
          <a:xfrm>
            <a:off x="1343606" y="3776987"/>
            <a:ext cx="9346635" cy="28487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B4B2331E-90D9-4DD2-8FBD-AF79A23DF7DA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3836FE5D-B9C2-47FA-A278-E169F0A1F8F6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92AC162-16F6-463B-845E-E2C7EFB2C82A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프로토콜이란 무엇인가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?</a:t>
            </a:r>
            <a:endParaRPr lang="en-US" sz="2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DAF0BEF0-62D1-4554-B220-3767499AD5B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45420970-D74F-4FCC-B992-330968482FFF}"/>
              </a:ext>
            </a:extLst>
          </p:cNvPr>
          <p:cNvSpPr/>
          <p:nvPr/>
        </p:nvSpPr>
        <p:spPr>
          <a:xfrm>
            <a:off x="1426663" y="3421078"/>
            <a:ext cx="4752394" cy="5029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프로토콜의 유래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99D41B-4E3D-4A49-B6CE-CE6F8E525340}"/>
              </a:ext>
            </a:extLst>
          </p:cNvPr>
          <p:cNvSpPr/>
          <p:nvPr/>
        </p:nvSpPr>
        <p:spPr>
          <a:xfrm>
            <a:off x="1343135" y="1716226"/>
            <a:ext cx="9346635" cy="14319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FFF4623B-49F9-4C9B-8C75-6BE98C6B99CE}"/>
              </a:ext>
            </a:extLst>
          </p:cNvPr>
          <p:cNvSpPr/>
          <p:nvPr/>
        </p:nvSpPr>
        <p:spPr>
          <a:xfrm>
            <a:off x="1426663" y="1456436"/>
            <a:ext cx="4752394" cy="5029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프로토콜이란 무엇인가</a:t>
            </a:r>
          </a:p>
        </p:txBody>
      </p:sp>
    </p:spTree>
    <p:extLst>
      <p:ext uri="{BB962C8B-B14F-4D97-AF65-F5344CB8AC3E}">
        <p14:creationId xmlns:p14="http://schemas.microsoft.com/office/powerpoint/2010/main" val="3184024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94360" y="1379358"/>
            <a:ext cx="3483864" cy="2195946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635390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63539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1</a:t>
            </a:r>
            <a:endParaRPr lang="en-US" sz="24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08760" y="163539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단편화와 재결합</a:t>
            </a:r>
            <a:endParaRPr lang="en-US" sz="24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227547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FRAGMENTATION &amp; REASSEMBLY</a:t>
            </a:r>
            <a:endParaRPr lang="en-US" sz="16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2758896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큰 데이터를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작은</a:t>
            </a: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블록</a:t>
            </a: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나눠</a:t>
            </a: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전송</a:t>
            </a:r>
            <a:r>
              <a:rPr lang="en-US" altLang="ko-KR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 · </a:t>
            </a: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결합</a:t>
            </a:r>
            <a:endParaRPr lang="en-US" sz="24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52544" y="1379358"/>
            <a:ext cx="3483864" cy="2195946"/>
          </a:xfrm>
          <a:prstGeom prst="roundRect">
            <a:avLst>
              <a:gd name="adj" fmla="val 2927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1635390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63539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2</a:t>
            </a:r>
            <a:endParaRPr lang="en-US" sz="24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6944" y="163539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연결제어</a:t>
            </a:r>
            <a:endParaRPr lang="en-US" sz="24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45152" y="227547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CONNECTION CONTROL</a:t>
            </a:r>
            <a:endParaRPr lang="en-US" sz="160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45152" y="2758896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연결형·비연결형 전송 방식을 제어</a:t>
            </a:r>
            <a:endParaRPr lang="en-US" sz="2400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10728" y="1379358"/>
            <a:ext cx="3483864" cy="2195946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635390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63539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3</a:t>
            </a:r>
            <a:endParaRPr lang="en-US" sz="2400" dirty="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25128" y="163539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흐름제어</a:t>
            </a:r>
            <a:endParaRPr lang="en-US" sz="240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03336" y="227547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FLOW CONTROL</a:t>
            </a:r>
            <a:endParaRPr lang="en-US" sz="16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03336" y="2758896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수신 여력에 맞춰 송신 데이터량을 조절</a:t>
            </a:r>
            <a:endParaRPr lang="en-US" sz="2400" dirty="0">
              <a:latin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4023359"/>
            <a:ext cx="3483864" cy="2195945"/>
          </a:xfrm>
          <a:prstGeom prst="roundRect">
            <a:avLst>
              <a:gd name="adj" fmla="val 2927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4279392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4</a:t>
            </a:r>
            <a:endParaRPr lang="en-US" sz="240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08760" y="4279392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오류제어</a:t>
            </a:r>
            <a:endParaRPr lang="en-US" sz="24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6968" y="491947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ERROR CONTROL</a:t>
            </a:r>
            <a:endParaRPr lang="en-US" sz="16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6968" y="541440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파손된 데이터를 검출하고 재전송</a:t>
            </a:r>
            <a:endParaRPr lang="en-US" sz="240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52544" y="4023360"/>
            <a:ext cx="3483864" cy="2195944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08576" y="4279392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31" name="Text 29"/>
          <p:cNvSpPr/>
          <p:nvPr/>
        </p:nvSpPr>
        <p:spPr>
          <a:xfrm>
            <a:off x="4608576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5</a:t>
            </a:r>
            <a:endParaRPr lang="en-US" sz="24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66944" y="4279392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동기화</a:t>
            </a:r>
            <a:endParaRPr lang="en-US" sz="24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45152" y="491947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SYNCHRONIZATION</a:t>
            </a:r>
            <a:endParaRPr lang="en-US" sz="1600" dirty="0">
              <a:latin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45152" y="541440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송·수신 양측의 상태·동기점을 일치</a:t>
            </a:r>
            <a:endParaRPr lang="en-US" sz="2400" dirty="0">
              <a:latin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10728" y="4023360"/>
            <a:ext cx="3483864" cy="2155392"/>
          </a:xfrm>
          <a:prstGeom prst="roundRect">
            <a:avLst>
              <a:gd name="adj" fmla="val 2927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4279392"/>
            <a:ext cx="502920" cy="50292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6</a:t>
            </a:r>
            <a:endParaRPr lang="en-US" sz="2400" dirty="0">
              <a:latin typeface="+mn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25128" y="4279392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순서화</a:t>
            </a:r>
            <a:endParaRPr lang="en-US" sz="2400" dirty="0">
              <a:latin typeface="+mn-ea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03336" y="491947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B07A24"/>
                </a:solidFill>
                <a:latin typeface="+mn-ea"/>
                <a:cs typeface="Calibri" pitchFamily="34" charset="-120"/>
              </a:rPr>
              <a:t>SEQUENCING</a:t>
            </a:r>
            <a:endParaRPr lang="en-US" sz="1600" dirty="0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403336" y="541440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순서 번호로 도착 순서를 재정렬</a:t>
            </a:r>
            <a:endParaRPr lang="en-US" sz="2400" dirty="0">
              <a:latin typeface="+mn-ea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1183112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6E8B140A-7095-4C60-913A-3FFDF6908130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AA3F18DE-8D9A-49E2-BC1E-26674FBD49C1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EA880DEF-FBB4-408A-9417-9F54546CAA98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C9C78C0D-1281-4F16-8C86-8C0597AA5A5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63467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단편화와 재결합 (Fragmentation &amp; Reassembly)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가능한 크기보다 큰 데이터를 작은 블록(조각)으로 나누어 보내고, 수신 측에서 다시 원래대로 합칩니다.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317" y="22265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 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88920"/>
            <a:ext cx="2651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(전송 한계보다 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794760"/>
            <a:ext cx="0" cy="45720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42316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단편화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55064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5064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50008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44952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30184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25128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5128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20072" y="4434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61120" y="3794760"/>
            <a:ext cx="0" cy="45720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09828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재결합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2788920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788920"/>
            <a:ext cx="2651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복원된 데이터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977640" y="4718304"/>
            <a:ext cx="3429000" cy="0"/>
          </a:xfrm>
          <a:prstGeom prst="line">
            <a:avLst/>
          </a:prstGeom>
          <a:noFill/>
          <a:ln w="2540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77640" y="4315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(네트워크)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4,000byte 데이터를 1,000byte씩 4조각으로 나눠 보내고, 받는 쪽이 순서대로 다시 4,000byte로 합칩니다.</a:t>
            </a:r>
            <a:endParaRPr lang="en-US" sz="1300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A613DA99-11D3-4687-B89C-13FA37F934D7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2FDCDBFA-EA97-4C59-9F31-CB2BF5272B4A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8099FEA4-55CB-44F4-AC2A-D3CFB58997FB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260D6AB7-6080-4B5B-8BDC-96735AFA399F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40463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연결제어 (Connection Control)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주고받는 방식을 제어합니다 — 사전에 연결을 맺는 '연결형'과, 연결 없이 보내는 '비연결형'이 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206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연결형 (Connection-oriented)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전화 통화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1546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3566160"/>
            <a:ext cx="0" cy="210312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92040" y="3566160"/>
            <a:ext cx="0" cy="210312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874520" y="388620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874520" y="35935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연결 설정 요청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74520" y="434340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874520" y="4050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수락 (연결 확립)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74520" y="480060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874520" y="4507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데이터 전송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874520" y="525780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874520" y="4965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데이터 전송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74520" y="5623560"/>
            <a:ext cx="301752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874520" y="5330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연결 해제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2286000"/>
            <a:ext cx="51206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비연결형 (Connectionless)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우편 엽서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31546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29800" y="31546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3566160"/>
            <a:ext cx="0" cy="210312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332720" y="3566160"/>
            <a:ext cx="0" cy="210312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315200" y="406908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315200" y="3776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A (독립 전송)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0" y="470916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315200" y="4416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B (독립 전송)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0" y="5349240"/>
            <a:ext cx="30175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315200" y="5056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C (독립 전송)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연결형은 전화처럼 '연결 → 통화 → 종료' 3단계를 거치고, 비연결형은 엽서처럼 각 패킷을 사전 연결 없이 따로 보냅니다.</a:t>
            </a:r>
            <a:endParaRPr lang="en-US" sz="1300" dirty="0"/>
          </a:p>
        </p:txBody>
      </p:sp>
      <p:sp>
        <p:nvSpPr>
          <p:cNvPr id="45" name="Text 0">
            <a:extLst>
              <a:ext uri="{FF2B5EF4-FFF2-40B4-BE49-F238E27FC236}">
                <a16:creationId xmlns:a16="http://schemas.microsoft.com/office/drawing/2014/main" id="{276BF98A-521F-4DD7-9185-3179549B9F94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510A84DF-83F1-442D-9090-C1A50CA0F66C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FC1F82C6-5A2A-4822-871F-118241378AE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2E4B2F04-ADC6-4619-9D53-7962F289E7BB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40463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흐름제어 (Flow Control)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수신장치·네트워크의 버퍼 크기에 맞춰 송신장치의 전송량을 조절하여, 메시지가 넘쳐 유실되지 않도록 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 장치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(빠른 전송)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6676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장치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2926080"/>
            <a:ext cx="24688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52D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520440"/>
            <a:ext cx="2468880" cy="1508760"/>
          </a:xfrm>
          <a:prstGeom prst="rect">
            <a:avLst/>
          </a:prstGeom>
          <a:solidFill>
            <a:srgbClr val="E1E6EB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3520440"/>
            <a:ext cx="246888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503920" y="30358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(수신 여력)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가득 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703320"/>
            <a:ext cx="5029200" cy="0"/>
          </a:xfrm>
          <a:prstGeom prst="line">
            <a:avLst/>
          </a:prstGeom>
          <a:noFill/>
          <a:ln w="2540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3493008"/>
            <a:ext cx="457200" cy="384048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493008"/>
            <a:ext cx="457200" cy="384048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3493008"/>
            <a:ext cx="457200" cy="384048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493008"/>
            <a:ext cx="457200" cy="384048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5212080"/>
            <a:ext cx="5120640" cy="0"/>
          </a:xfrm>
          <a:prstGeom prst="line">
            <a:avLst/>
          </a:prstGeom>
          <a:noFill/>
          <a:ln w="22225">
            <a:solidFill>
              <a:srgbClr val="B07A24"/>
            </a:solidFill>
            <a:prstDash val="solid"/>
            <a:headEnd type="triangl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338328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속도 조절 요청  (대기 / Stop)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버퍼가 가득 차기 전에 '천천히 보내라'는 신호를 보내, 송신 속도를 낮춰 데이터 유실을 막습니다.</a:t>
            </a:r>
            <a:endParaRPr lang="en-US" sz="13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D08FDE6-228F-4149-A82D-688CAB7BA1EC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71FBAEE-7FC0-4372-B811-C05F81FDFDA1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2D2FEE9C-96FB-48F3-8421-9FDF4F2CA6B5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9EB4379B-AED4-4F45-8419-08423C9B919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51965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오류제어 (Error Control)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매체의 불완전성으로 데이터가 파손되는 경우를 대비하여, 오류를 검출하고 재전송하는 기법입니다.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25146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0" y="25146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252D36"/>
          </a:solidFill>
          <a:ln w="12700">
            <a:solidFill>
              <a:srgbClr val="252D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0" cy="274320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418320" y="3017520"/>
            <a:ext cx="0" cy="2743200"/>
          </a:xfrm>
          <a:prstGeom prst="line">
            <a:avLst/>
          </a:prstGeom>
          <a:noFill/>
          <a:ln w="12700">
            <a:solidFill>
              <a:srgbClr val="B7BFC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0" y="3566160"/>
            <a:ext cx="66751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43200" y="32461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프레임 전송 (＋ 오류검출코드)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전송 중 오류 발생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0" y="4434840"/>
            <a:ext cx="667512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  <a:headEnd type="triangl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2743200" y="4114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오류 검출 → 재전송 요청 (NAK)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5303520"/>
            <a:ext cx="6675120" cy="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43200" y="49834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재전송 → 정상 수신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측 검사 결과 체크섬이 일치하지 않으면(파손), 재전송을 요청해 올바른 데이터를 다시 받습니다.</a:t>
            </a:r>
            <a:endParaRPr lang="en-US" sz="13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C6918C7-5F63-4521-8F38-665628EF9F2E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FAEE565E-38EE-4861-9BAE-0E127B648954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B3EE201-5CB8-40B7-87CF-4D089CDD9066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15344D2-2B9C-42B6-B274-BA0D6BD1BE10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40463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동기화 (Synchronization)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송·수신 양측이 동일한 기준(동기점)을 공유하여, 통신 상태를 일치시킵니다. 장애가 나도 마지막 동기점부터 재개할 수 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3108960"/>
            <a:ext cx="923544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108960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전송 흐름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709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4754880"/>
            <a:ext cx="923544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754880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수신 흐름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108960"/>
            <a:ext cx="0" cy="2148840"/>
          </a:xfrm>
          <a:prstGeom prst="line">
            <a:avLst/>
          </a:prstGeom>
          <a:noFill/>
          <a:ln w="15875">
            <a:solidFill>
              <a:srgbClr val="252D3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944368" y="4160520"/>
            <a:ext cx="512064" cy="512064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4160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0" cy="2148840"/>
          </a:xfrm>
          <a:prstGeom prst="line">
            <a:avLst/>
          </a:prstGeom>
          <a:noFill/>
          <a:ln w="15875">
            <a:solidFill>
              <a:srgbClr val="252D3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779008" y="4160520"/>
            <a:ext cx="512064" cy="512064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7" name="Text 15"/>
          <p:cNvSpPr/>
          <p:nvPr/>
        </p:nvSpPr>
        <p:spPr>
          <a:xfrm>
            <a:off x="5779008" y="4160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3108960"/>
            <a:ext cx="0" cy="2148840"/>
          </a:xfrm>
          <a:prstGeom prst="line">
            <a:avLst/>
          </a:prstGeom>
          <a:noFill/>
          <a:ln w="15875">
            <a:solidFill>
              <a:srgbClr val="252D3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476488" y="4160520"/>
            <a:ext cx="512064" cy="512064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20" name="Text 18"/>
          <p:cNvSpPr/>
          <p:nvPr/>
        </p:nvSpPr>
        <p:spPr>
          <a:xfrm>
            <a:off x="8476488" y="4160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69748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동기점(체크포인트) — 양측이 동일 지점을 공유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2245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장애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2880360"/>
            <a:ext cx="0" cy="2542032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5504688"/>
            <a:ext cx="1280160" cy="0"/>
          </a:xfrm>
          <a:prstGeom prst="line">
            <a:avLst/>
          </a:prstGeom>
          <a:noFill/>
          <a:ln w="22225">
            <a:solidFill>
              <a:srgbClr val="B07A24"/>
            </a:solidFill>
            <a:prstDash val="solid"/>
            <a:headEnd type="triangl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4297680" y="55595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동기점부터 재개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파일 전송 중 S2와 S3 사이에서 장애가 나면, 처음이 아니라 마지막 동기점 S2부터 다시 시작합니다.</a:t>
            </a:r>
            <a:endParaRPr lang="en-US" sz="13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CFA5CF85-7170-4839-B67A-F525FBFE3153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3EB09225-D87C-4547-8F31-481D1B73348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A86B0844-3B90-4BD9-A125-2E6377DD4D0F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4625C6DC-78E1-45E7-94BE-7230AF3CB0C8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06921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 순서화 (Sequencing)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데이터 조각에 순서 번호를 붙여, 도착 순서가 뒤바뀌더라도 수신 측에서 원래 순서로 재정렬합니다.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 (순서대로)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251460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5146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78808" y="251460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8808" y="25146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776" y="251460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25146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52744" y="251460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2744" y="25146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77640" y="3200400"/>
            <a:ext cx="0" cy="411480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9768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— 경로 차이로 순서가 뒤바뀜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(뒤바뀐 도착)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370332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70332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78808" y="370332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370332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65776" y="370332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370332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52744" y="370332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370332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77640" y="4389120"/>
            <a:ext cx="0" cy="41148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768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번호로 재정렬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892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 (원래 순서)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91840" y="489204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89204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78808" y="489204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489204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65776" y="489204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489204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52744" y="4892040"/>
            <a:ext cx="685800" cy="566928"/>
          </a:xfrm>
          <a:prstGeom prst="roundRect">
            <a:avLst>
              <a:gd name="adj" fmla="val 8065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489204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</a:t>
            </a:r>
            <a:r>
              <a:rPr lang="en-US" sz="13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1·2·3·4로 보낸 조각이 1·3·2·4 순으로 도착해도, 순서 번호를 보고 다시 1·2·3·4로 맞춥니다.</a:t>
            </a:r>
            <a:endParaRPr lang="en-US" sz="1300" dirty="0"/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43E3D6B6-968E-45BC-A20E-122764D10E8A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C306EA38-4228-4D29-BA79-21BF0B900013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</a:t>
            </a:r>
            <a:endParaRPr lang="en-US" sz="12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5764CA59-A26D-4A10-8EEF-ED878727EB2C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프로토콜의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</a:rPr>
              <a:t>6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</a:rPr>
              <a:t>대 기능</a:t>
            </a:r>
            <a:endParaRPr lang="en-US" sz="26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AA091E44-99AD-4326-AE1C-B1181651D74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1227469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서로 다른 제조사·운영체제·기술로 만들어진 장비들이 자유롭게 통신하려면,</a:t>
            </a:r>
            <a:endParaRPr lang="en-US" sz="2400" dirty="0">
              <a:latin typeface="+mn-ea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52D36"/>
                </a:solidFill>
                <a:latin typeface="+mn-ea"/>
                <a:cs typeface="Calibri" pitchFamily="34" charset="-120"/>
              </a:rPr>
              <a:t>모두가 따르는 공통의 약속(프로토콜)이 필요합니다.</a:t>
            </a:r>
            <a:endParaRPr lang="en-US" sz="24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88036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2" y="3201390"/>
            <a:ext cx="5197414" cy="2623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특정 벤더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장비에</a:t>
            </a:r>
            <a:r>
              <a:rPr 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525E6B"/>
                </a:solidFill>
                <a:latin typeface="+mn-ea"/>
                <a:cs typeface="Calibri" pitchFamily="34" charset="-120"/>
              </a:rPr>
              <a:t>종속</a:t>
            </a:r>
            <a:endParaRPr lang="en-US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서로 다른 장비 간 상호운용 불가</a:t>
            </a: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네트워크 확장 유지보수의 어려움</a:t>
            </a: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새 기술 도입 때마다 재개발</a:t>
            </a:r>
            <a:endParaRPr lang="en-US" sz="2400" dirty="0">
              <a:latin typeface="+mn-ea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DC141F3D-42F3-4FEE-881A-DE4735B50BDF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D16D3CA8-64AA-4B30-88AB-BA6D23C4A634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E6E0E5A-F876-4E91-93F3-9E6222BE8A11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800" b="1" dirty="0" err="1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네트워크</a:t>
            </a:r>
            <a:r>
              <a:rPr lang="en-US" altLang="ko-KR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'</a:t>
            </a:r>
            <a:r>
              <a:rPr lang="en-US" altLang="ko-KR" sz="2800" b="1" dirty="0" err="1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표준'이</a:t>
            </a:r>
            <a:r>
              <a:rPr lang="en-US" altLang="ko-KR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800" b="1" dirty="0" err="1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r>
              <a:rPr lang="en-US" altLang="ko-KR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altLang="ko-KR" sz="28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B17C78D6-3E45-4ADB-A7BA-273FB28C1FCF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FE6E92B-DE99-453A-9CE0-96FF27ED9751}"/>
              </a:ext>
            </a:extLst>
          </p:cNvPr>
          <p:cNvSpPr/>
          <p:nvPr/>
        </p:nvSpPr>
        <p:spPr>
          <a:xfrm>
            <a:off x="871166" y="2555748"/>
            <a:ext cx="4752394" cy="5029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표준이 없다면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EF37503-31FB-4862-AE32-2484FDB2F3C9}"/>
              </a:ext>
            </a:extLst>
          </p:cNvPr>
          <p:cNvSpPr/>
          <p:nvPr/>
        </p:nvSpPr>
        <p:spPr>
          <a:xfrm>
            <a:off x="6631886" y="2555748"/>
            <a:ext cx="4752394" cy="5029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표준이 있다면</a:t>
            </a: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BEF09F0-87D4-417D-A9A8-3377018E5582}"/>
              </a:ext>
            </a:extLst>
          </p:cNvPr>
          <p:cNvSpPr/>
          <p:nvPr/>
        </p:nvSpPr>
        <p:spPr>
          <a:xfrm>
            <a:off x="6502881" y="3189135"/>
            <a:ext cx="5197414" cy="2623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제조사가 달라도 상호 통신 가능</a:t>
            </a: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계층별로 나눠 개발 표준화</a:t>
            </a: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문제 발생 지점을 계층으로 진단</a:t>
            </a: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400" dirty="0">
              <a:solidFill>
                <a:srgbClr val="525E6B"/>
              </a:solidFill>
              <a:latin typeface="+mn-ea"/>
              <a:cs typeface="Calibri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dirty="0">
                <a:solidFill>
                  <a:srgbClr val="525E6B"/>
                </a:solidFill>
                <a:latin typeface="+mn-ea"/>
                <a:cs typeface="Calibri" pitchFamily="34" charset="-120"/>
              </a:rPr>
              <a:t>전 생태계적으로 호환된 프로토콜</a:t>
            </a:r>
            <a:endParaRPr 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80727" y="2319226"/>
            <a:ext cx="1009557" cy="1579154"/>
          </a:xfrm>
          <a:custGeom>
            <a:avLst/>
            <a:gdLst/>
            <a:ahLst/>
            <a:cxnLst/>
            <a:rect l="l" t="t" r="r" b="b"/>
            <a:pathLst>
              <a:path w="954404" h="1492885">
                <a:moveTo>
                  <a:pt x="0" y="0"/>
                </a:moveTo>
                <a:lnTo>
                  <a:pt x="32834" y="35555"/>
                </a:lnTo>
                <a:lnTo>
                  <a:pt x="65250" y="71347"/>
                </a:lnTo>
                <a:lnTo>
                  <a:pt x="97248" y="107374"/>
                </a:lnTo>
                <a:lnTo>
                  <a:pt x="128826" y="143632"/>
                </a:lnTo>
                <a:lnTo>
                  <a:pt x="159987" y="180119"/>
                </a:lnTo>
                <a:lnTo>
                  <a:pt x="190728" y="216830"/>
                </a:lnTo>
                <a:lnTo>
                  <a:pt x="221052" y="253764"/>
                </a:lnTo>
                <a:lnTo>
                  <a:pt x="250957" y="290917"/>
                </a:lnTo>
                <a:lnTo>
                  <a:pt x="280444" y="328286"/>
                </a:lnTo>
                <a:lnTo>
                  <a:pt x="309514" y="365869"/>
                </a:lnTo>
                <a:lnTo>
                  <a:pt x="338165" y="403661"/>
                </a:lnTo>
                <a:lnTo>
                  <a:pt x="366399" y="441660"/>
                </a:lnTo>
                <a:lnTo>
                  <a:pt x="394215" y="479863"/>
                </a:lnTo>
                <a:lnTo>
                  <a:pt x="421613" y="518267"/>
                </a:lnTo>
                <a:lnTo>
                  <a:pt x="448594" y="556868"/>
                </a:lnTo>
                <a:lnTo>
                  <a:pt x="475157" y="595664"/>
                </a:lnTo>
                <a:lnTo>
                  <a:pt x="501304" y="634652"/>
                </a:lnTo>
                <a:lnTo>
                  <a:pt x="527033" y="673829"/>
                </a:lnTo>
                <a:lnTo>
                  <a:pt x="552345" y="713191"/>
                </a:lnTo>
                <a:lnTo>
                  <a:pt x="577240" y="752736"/>
                </a:lnTo>
                <a:lnTo>
                  <a:pt x="601719" y="792460"/>
                </a:lnTo>
                <a:lnTo>
                  <a:pt x="625780" y="832360"/>
                </a:lnTo>
                <a:lnTo>
                  <a:pt x="649426" y="872434"/>
                </a:lnTo>
                <a:lnTo>
                  <a:pt x="672654" y="912679"/>
                </a:lnTo>
                <a:lnTo>
                  <a:pt x="695466" y="953090"/>
                </a:lnTo>
                <a:lnTo>
                  <a:pt x="717862" y="993666"/>
                </a:lnTo>
                <a:lnTo>
                  <a:pt x="739842" y="1034403"/>
                </a:lnTo>
                <a:lnTo>
                  <a:pt x="761406" y="1075297"/>
                </a:lnTo>
                <a:lnTo>
                  <a:pt x="782554" y="1116347"/>
                </a:lnTo>
                <a:lnTo>
                  <a:pt x="803286" y="1157549"/>
                </a:lnTo>
                <a:lnTo>
                  <a:pt x="823602" y="1198900"/>
                </a:lnTo>
                <a:lnTo>
                  <a:pt x="843502" y="1240397"/>
                </a:lnTo>
                <a:lnTo>
                  <a:pt x="862987" y="1282037"/>
                </a:lnTo>
                <a:lnTo>
                  <a:pt x="882057" y="1323816"/>
                </a:lnTo>
                <a:lnTo>
                  <a:pt x="900711" y="1365733"/>
                </a:lnTo>
                <a:lnTo>
                  <a:pt x="918950" y="1407783"/>
                </a:lnTo>
                <a:lnTo>
                  <a:pt x="936774" y="1449963"/>
                </a:lnTo>
                <a:lnTo>
                  <a:pt x="954277" y="1492271"/>
                </a:lnTo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5" name="object 5"/>
          <p:cNvSpPr/>
          <p:nvPr/>
        </p:nvSpPr>
        <p:spPr>
          <a:xfrm>
            <a:off x="1220036" y="365938"/>
            <a:ext cx="583031" cy="583031"/>
          </a:xfrm>
          <a:custGeom>
            <a:avLst/>
            <a:gdLst/>
            <a:ahLst/>
            <a:cxnLst/>
            <a:rect l="l" t="t" r="r" b="b"/>
            <a:pathLst>
              <a:path w="551180" h="551180">
                <a:moveTo>
                  <a:pt x="275463" y="0"/>
                </a:moveTo>
                <a:lnTo>
                  <a:pt x="225945" y="4437"/>
                </a:lnTo>
                <a:lnTo>
                  <a:pt x="179340" y="17232"/>
                </a:lnTo>
                <a:lnTo>
                  <a:pt x="136426" y="37606"/>
                </a:lnTo>
                <a:lnTo>
                  <a:pt x="97980" y="64781"/>
                </a:lnTo>
                <a:lnTo>
                  <a:pt x="64781" y="97980"/>
                </a:lnTo>
                <a:lnTo>
                  <a:pt x="37606" y="136426"/>
                </a:lnTo>
                <a:lnTo>
                  <a:pt x="17232" y="179340"/>
                </a:lnTo>
                <a:lnTo>
                  <a:pt x="4437" y="225945"/>
                </a:lnTo>
                <a:lnTo>
                  <a:pt x="0" y="275463"/>
                </a:lnTo>
                <a:lnTo>
                  <a:pt x="4437" y="324980"/>
                </a:lnTo>
                <a:lnTo>
                  <a:pt x="17232" y="371585"/>
                </a:lnTo>
                <a:lnTo>
                  <a:pt x="37606" y="414499"/>
                </a:lnTo>
                <a:lnTo>
                  <a:pt x="64781" y="452945"/>
                </a:lnTo>
                <a:lnTo>
                  <a:pt x="97980" y="486144"/>
                </a:lnTo>
                <a:lnTo>
                  <a:pt x="136426" y="513319"/>
                </a:lnTo>
                <a:lnTo>
                  <a:pt x="179340" y="533693"/>
                </a:lnTo>
                <a:lnTo>
                  <a:pt x="225945" y="546488"/>
                </a:lnTo>
                <a:lnTo>
                  <a:pt x="275463" y="550926"/>
                </a:lnTo>
                <a:lnTo>
                  <a:pt x="324980" y="546488"/>
                </a:lnTo>
                <a:lnTo>
                  <a:pt x="371585" y="533693"/>
                </a:lnTo>
                <a:lnTo>
                  <a:pt x="414499" y="513319"/>
                </a:lnTo>
                <a:lnTo>
                  <a:pt x="452945" y="486144"/>
                </a:lnTo>
                <a:lnTo>
                  <a:pt x="486144" y="452945"/>
                </a:lnTo>
                <a:lnTo>
                  <a:pt x="513319" y="414499"/>
                </a:lnTo>
                <a:lnTo>
                  <a:pt x="533693" y="371585"/>
                </a:lnTo>
                <a:lnTo>
                  <a:pt x="546488" y="324980"/>
                </a:lnTo>
                <a:lnTo>
                  <a:pt x="550925" y="275463"/>
                </a:lnTo>
                <a:lnTo>
                  <a:pt x="546488" y="225945"/>
                </a:lnTo>
                <a:lnTo>
                  <a:pt x="533693" y="179340"/>
                </a:lnTo>
                <a:lnTo>
                  <a:pt x="513319" y="136426"/>
                </a:lnTo>
                <a:lnTo>
                  <a:pt x="486144" y="97980"/>
                </a:lnTo>
                <a:lnTo>
                  <a:pt x="452945" y="64781"/>
                </a:lnTo>
                <a:lnTo>
                  <a:pt x="414499" y="37606"/>
                </a:lnTo>
                <a:lnTo>
                  <a:pt x="371585" y="17232"/>
                </a:lnTo>
                <a:lnTo>
                  <a:pt x="324980" y="4437"/>
                </a:lnTo>
                <a:lnTo>
                  <a:pt x="275463" y="0"/>
                </a:lnTo>
                <a:close/>
              </a:path>
            </a:pathLst>
          </a:custGeom>
          <a:solidFill>
            <a:srgbClr val="BEBEBE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9" name="object 9"/>
          <p:cNvGrpSpPr/>
          <p:nvPr/>
        </p:nvGrpSpPr>
        <p:grpSpPr>
          <a:xfrm>
            <a:off x="110397" y="40570"/>
            <a:ext cx="2175617" cy="896712"/>
            <a:chOff x="100838" y="38353"/>
            <a:chExt cx="2056764" cy="847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375082" y="594046"/>
            <a:ext cx="2283089" cy="606540"/>
            <a:chOff x="2241804" y="561593"/>
            <a:chExt cx="2158365" cy="573405"/>
          </a:xfrm>
        </p:grpSpPr>
        <p:sp>
          <p:nvSpPr>
            <p:cNvPr id="13" name="object 13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578453" y="2279848"/>
            <a:ext cx="6481179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데이터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통신은</a:t>
            </a:r>
            <a:r>
              <a:rPr sz="2962" spc="-41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000000"/>
                </a:solidFill>
                <a:latin typeface="Batang"/>
                <a:cs typeface="Batang"/>
              </a:rPr>
              <a:t>통신</a:t>
            </a:r>
            <a:r>
              <a:rPr sz="2962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매체를</a:t>
            </a:r>
            <a:r>
              <a:rPr sz="2962" spc="-41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97" dirty="0">
                <a:solidFill>
                  <a:srgbClr val="000000"/>
                </a:solidFill>
                <a:latin typeface="Batang"/>
                <a:cs typeface="Batang"/>
              </a:rPr>
              <a:t>통하여</a:t>
            </a:r>
            <a:endParaRPr sz="2962" dirty="0">
              <a:latin typeface="Batang"/>
              <a:cs typeface="Batang"/>
            </a:endParaRPr>
          </a:p>
          <a:p>
            <a:pPr marL="13434">
              <a:lnSpc>
                <a:spcPct val="100000"/>
              </a:lnSpc>
            </a:pPr>
            <a:r>
              <a:rPr sz="2962" spc="-328" dirty="0">
                <a:solidFill>
                  <a:srgbClr val="000000"/>
                </a:solidFill>
                <a:latin typeface="Batang"/>
                <a:cs typeface="Batang"/>
              </a:rPr>
              <a:t>두</a:t>
            </a:r>
            <a:r>
              <a:rPr sz="2962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000000"/>
                </a:solidFill>
                <a:latin typeface="Batang"/>
                <a:cs typeface="Batang"/>
              </a:rPr>
              <a:t>개의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장치간에</a:t>
            </a:r>
            <a:r>
              <a:rPr sz="2962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데이터를</a:t>
            </a:r>
            <a:r>
              <a:rPr sz="2962" spc="-41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교환하는</a:t>
            </a:r>
            <a:r>
              <a:rPr sz="2962" spc="-39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296" dirty="0">
                <a:solidFill>
                  <a:srgbClr val="000000"/>
                </a:solidFill>
                <a:latin typeface="Batang"/>
                <a:cs typeface="Batang"/>
              </a:rPr>
              <a:t>것이다.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2325405"/>
            <a:ext cx="378836" cy="3780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3489317"/>
            <a:ext cx="378836" cy="3780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78453" y="3440955"/>
            <a:ext cx="7126006" cy="2106189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962" spc="-433" dirty="0">
                <a:latin typeface="Batang"/>
                <a:cs typeface="Batang"/>
              </a:rPr>
              <a:t>데이터</a:t>
            </a:r>
            <a:r>
              <a:rPr sz="2962" spc="-640" dirty="0">
                <a:latin typeface="Batang"/>
                <a:cs typeface="Batang"/>
              </a:rPr>
              <a:t> </a:t>
            </a:r>
            <a:r>
              <a:rPr sz="2962" spc="-433" dirty="0">
                <a:latin typeface="Batang"/>
                <a:cs typeface="Batang"/>
              </a:rPr>
              <a:t>통신의</a:t>
            </a:r>
            <a:r>
              <a:rPr sz="2962" spc="-640" dirty="0">
                <a:latin typeface="Batang"/>
                <a:cs typeface="Batang"/>
              </a:rPr>
              <a:t> </a:t>
            </a:r>
            <a:r>
              <a:rPr sz="2962" spc="-338" dirty="0">
                <a:latin typeface="Batang"/>
                <a:cs typeface="Batang"/>
              </a:rPr>
              <a:t>5가지</a:t>
            </a:r>
            <a:r>
              <a:rPr sz="2962" spc="-624" dirty="0">
                <a:latin typeface="Batang"/>
                <a:cs typeface="Batang"/>
              </a:rPr>
              <a:t> </a:t>
            </a:r>
            <a:r>
              <a:rPr sz="2962" spc="-455" dirty="0">
                <a:latin typeface="Batang"/>
                <a:cs typeface="Batang"/>
              </a:rPr>
              <a:t>구성요소는</a:t>
            </a:r>
            <a:r>
              <a:rPr sz="2962" spc="-651" dirty="0">
                <a:latin typeface="Batang"/>
                <a:cs typeface="Batang"/>
              </a:rPr>
              <a:t> </a:t>
            </a:r>
            <a:r>
              <a:rPr sz="2962" spc="-286" dirty="0">
                <a:solidFill>
                  <a:srgbClr val="F57B1F"/>
                </a:solidFill>
                <a:latin typeface="Batang"/>
                <a:cs typeface="Batang"/>
              </a:rPr>
              <a:t>‘메시지’,</a:t>
            </a:r>
            <a:r>
              <a:rPr sz="2962" spc="-63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296" dirty="0">
                <a:solidFill>
                  <a:srgbClr val="F57B1F"/>
                </a:solidFill>
                <a:latin typeface="Batang"/>
                <a:cs typeface="Batang"/>
              </a:rPr>
              <a:t>‘송신자’,</a:t>
            </a:r>
            <a:endParaRPr sz="2962">
              <a:latin typeface="Batang"/>
              <a:cs typeface="Batang"/>
            </a:endParaRPr>
          </a:p>
          <a:p>
            <a:pPr marL="13434">
              <a:spcBef>
                <a:spcPts val="5"/>
              </a:spcBef>
            </a:pPr>
            <a:r>
              <a:rPr sz="2962" spc="-286" dirty="0">
                <a:solidFill>
                  <a:srgbClr val="F57B1F"/>
                </a:solidFill>
                <a:latin typeface="Batang"/>
                <a:cs typeface="Batang"/>
              </a:rPr>
              <a:t>‘수신자’,</a:t>
            </a:r>
            <a:r>
              <a:rPr sz="2962" spc="-63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12" dirty="0">
                <a:solidFill>
                  <a:srgbClr val="F57B1F"/>
                </a:solidFill>
                <a:latin typeface="Batang"/>
                <a:cs typeface="Batang"/>
              </a:rPr>
              <a:t>‘전송매체’,</a:t>
            </a:r>
            <a:r>
              <a:rPr sz="2962" spc="-63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60" dirty="0">
                <a:solidFill>
                  <a:srgbClr val="F57B1F"/>
                </a:solidFill>
                <a:latin typeface="Batang"/>
                <a:cs typeface="Batang"/>
              </a:rPr>
              <a:t>‘프로토콜’</a:t>
            </a:r>
            <a:r>
              <a:rPr sz="2962" spc="-360" dirty="0">
                <a:latin typeface="Batang"/>
                <a:cs typeface="Batang"/>
              </a:rPr>
              <a:t>로</a:t>
            </a:r>
            <a:r>
              <a:rPr sz="2962" spc="-640" dirty="0">
                <a:latin typeface="Batang"/>
                <a:cs typeface="Batang"/>
              </a:rPr>
              <a:t> </a:t>
            </a:r>
            <a:r>
              <a:rPr sz="2962" spc="-397" dirty="0">
                <a:latin typeface="Batang"/>
                <a:cs typeface="Batang"/>
              </a:rPr>
              <a:t>구분된다.</a:t>
            </a:r>
            <a:endParaRPr sz="2962">
              <a:latin typeface="Batang"/>
              <a:cs typeface="Batang"/>
            </a:endParaRPr>
          </a:p>
          <a:p>
            <a:pPr marL="13434" marR="1700752">
              <a:spcBef>
                <a:spcPts val="2057"/>
              </a:spcBef>
            </a:pPr>
            <a:r>
              <a:rPr sz="2962" spc="-328" dirty="0">
                <a:latin typeface="Batang"/>
                <a:cs typeface="Batang"/>
              </a:rPr>
              <a:t>데이터의 흐름방향에 따라서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216" dirty="0">
                <a:solidFill>
                  <a:srgbClr val="F57B1F"/>
                </a:solidFill>
                <a:latin typeface="Batang"/>
                <a:cs typeface="Batang"/>
              </a:rPr>
              <a:t>단방향, </a:t>
            </a:r>
            <a:r>
              <a:rPr sz="2962" spc="-249" dirty="0">
                <a:solidFill>
                  <a:srgbClr val="F57B1F"/>
                </a:solidFill>
                <a:latin typeface="Batang"/>
                <a:cs typeface="Batang"/>
              </a:rPr>
              <a:t>반이중,</a:t>
            </a:r>
            <a:r>
              <a:rPr sz="2962" spc="-312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전이중</a:t>
            </a:r>
            <a:r>
              <a:rPr sz="2962" spc="-31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방식</a:t>
            </a:r>
            <a:r>
              <a:rPr sz="2962" spc="-328" dirty="0">
                <a:latin typeface="Batang"/>
                <a:cs typeface="Batang"/>
              </a:rPr>
              <a:t>으로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42" dirty="0">
                <a:latin typeface="Batang"/>
                <a:cs typeface="Batang"/>
              </a:rPr>
              <a:t>구분된다.</a:t>
            </a:r>
            <a:endParaRPr sz="2962">
              <a:latin typeface="Batang"/>
              <a:cs typeface="Batang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4653231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20036" y="365938"/>
            <a:ext cx="583031" cy="583031"/>
          </a:xfrm>
          <a:custGeom>
            <a:avLst/>
            <a:gdLst/>
            <a:ahLst/>
            <a:cxnLst/>
            <a:rect l="l" t="t" r="r" b="b"/>
            <a:pathLst>
              <a:path w="551180" h="551180">
                <a:moveTo>
                  <a:pt x="275463" y="0"/>
                </a:moveTo>
                <a:lnTo>
                  <a:pt x="225945" y="4437"/>
                </a:lnTo>
                <a:lnTo>
                  <a:pt x="179340" y="17232"/>
                </a:lnTo>
                <a:lnTo>
                  <a:pt x="136426" y="37606"/>
                </a:lnTo>
                <a:lnTo>
                  <a:pt x="97980" y="64781"/>
                </a:lnTo>
                <a:lnTo>
                  <a:pt x="64781" y="97980"/>
                </a:lnTo>
                <a:lnTo>
                  <a:pt x="37606" y="136426"/>
                </a:lnTo>
                <a:lnTo>
                  <a:pt x="17232" y="179340"/>
                </a:lnTo>
                <a:lnTo>
                  <a:pt x="4437" y="225945"/>
                </a:lnTo>
                <a:lnTo>
                  <a:pt x="0" y="275463"/>
                </a:lnTo>
                <a:lnTo>
                  <a:pt x="4437" y="324980"/>
                </a:lnTo>
                <a:lnTo>
                  <a:pt x="17232" y="371585"/>
                </a:lnTo>
                <a:lnTo>
                  <a:pt x="37606" y="414499"/>
                </a:lnTo>
                <a:lnTo>
                  <a:pt x="64781" y="452945"/>
                </a:lnTo>
                <a:lnTo>
                  <a:pt x="97980" y="486144"/>
                </a:lnTo>
                <a:lnTo>
                  <a:pt x="136426" y="513319"/>
                </a:lnTo>
                <a:lnTo>
                  <a:pt x="179340" y="533693"/>
                </a:lnTo>
                <a:lnTo>
                  <a:pt x="225945" y="546488"/>
                </a:lnTo>
                <a:lnTo>
                  <a:pt x="275463" y="550926"/>
                </a:lnTo>
                <a:lnTo>
                  <a:pt x="324980" y="546488"/>
                </a:lnTo>
                <a:lnTo>
                  <a:pt x="371585" y="533693"/>
                </a:lnTo>
                <a:lnTo>
                  <a:pt x="414499" y="513319"/>
                </a:lnTo>
                <a:lnTo>
                  <a:pt x="452945" y="486144"/>
                </a:lnTo>
                <a:lnTo>
                  <a:pt x="486144" y="452945"/>
                </a:lnTo>
                <a:lnTo>
                  <a:pt x="513319" y="414499"/>
                </a:lnTo>
                <a:lnTo>
                  <a:pt x="533693" y="371585"/>
                </a:lnTo>
                <a:lnTo>
                  <a:pt x="546488" y="324980"/>
                </a:lnTo>
                <a:lnTo>
                  <a:pt x="550925" y="275463"/>
                </a:lnTo>
                <a:lnTo>
                  <a:pt x="546488" y="225945"/>
                </a:lnTo>
                <a:lnTo>
                  <a:pt x="533693" y="179340"/>
                </a:lnTo>
                <a:lnTo>
                  <a:pt x="513319" y="136426"/>
                </a:lnTo>
                <a:lnTo>
                  <a:pt x="486144" y="97980"/>
                </a:lnTo>
                <a:lnTo>
                  <a:pt x="452945" y="64781"/>
                </a:lnTo>
                <a:lnTo>
                  <a:pt x="414499" y="37606"/>
                </a:lnTo>
                <a:lnTo>
                  <a:pt x="371585" y="17232"/>
                </a:lnTo>
                <a:lnTo>
                  <a:pt x="324980" y="4437"/>
                </a:lnTo>
                <a:lnTo>
                  <a:pt x="275463" y="0"/>
                </a:lnTo>
                <a:close/>
              </a:path>
            </a:pathLst>
          </a:custGeom>
          <a:solidFill>
            <a:srgbClr val="BEBEBE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9" name="object 9"/>
          <p:cNvGrpSpPr/>
          <p:nvPr/>
        </p:nvGrpSpPr>
        <p:grpSpPr>
          <a:xfrm>
            <a:off x="110397" y="40570"/>
            <a:ext cx="2175617" cy="896712"/>
            <a:chOff x="100838" y="38353"/>
            <a:chExt cx="2056764" cy="847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578453" y="2279848"/>
            <a:ext cx="5629471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5374">
              <a:lnSpc>
                <a:spcPct val="100000"/>
              </a:lnSpc>
              <a:spcBef>
                <a:spcPts val="106"/>
              </a:spcBef>
            </a:pP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네트워크는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통신이</a:t>
            </a:r>
            <a:r>
              <a:rPr sz="2962" spc="-41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가능한</a:t>
            </a:r>
            <a:r>
              <a:rPr sz="2962" spc="-41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000000"/>
                </a:solidFill>
                <a:latin typeface="Batang"/>
                <a:cs typeface="Batang"/>
              </a:rPr>
              <a:t>서로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97" dirty="0">
                <a:solidFill>
                  <a:srgbClr val="000000"/>
                </a:solidFill>
                <a:latin typeface="Batang"/>
                <a:cs typeface="Batang"/>
              </a:rPr>
              <a:t>연결된 </a:t>
            </a: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장치들의</a:t>
            </a:r>
            <a:r>
              <a:rPr sz="2962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07" dirty="0">
                <a:solidFill>
                  <a:srgbClr val="000000"/>
                </a:solidFill>
                <a:latin typeface="Batang"/>
                <a:cs typeface="Batang"/>
              </a:rPr>
              <a:t>모임이다.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2325405"/>
            <a:ext cx="378836" cy="3780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3489317"/>
            <a:ext cx="378836" cy="3780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78453" y="3440955"/>
            <a:ext cx="7279152" cy="2106189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962" spc="-328" dirty="0">
                <a:latin typeface="Batang"/>
                <a:cs typeface="Batang"/>
              </a:rPr>
              <a:t>네트워크는 물리적인</a:t>
            </a:r>
            <a:r>
              <a:rPr sz="2962" spc="-333" dirty="0"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연결</a:t>
            </a:r>
            <a:r>
              <a:rPr sz="2962" spc="-31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유형</a:t>
            </a:r>
            <a:r>
              <a:rPr sz="2962" spc="-328" dirty="0">
                <a:latin typeface="Batang"/>
                <a:cs typeface="Batang"/>
              </a:rPr>
              <a:t>에 </a:t>
            </a:r>
            <a:r>
              <a:rPr sz="2962" spc="-354" dirty="0">
                <a:latin typeface="Batang"/>
                <a:cs typeface="Batang"/>
              </a:rPr>
              <a:t>따라서</a:t>
            </a:r>
            <a:endParaRPr sz="2962" dirty="0">
              <a:latin typeface="Batang"/>
              <a:cs typeface="Batang"/>
            </a:endParaRPr>
          </a:p>
          <a:p>
            <a:pPr marL="13434">
              <a:spcBef>
                <a:spcPts val="5"/>
              </a:spcBef>
            </a:pPr>
            <a:r>
              <a:rPr sz="2962" spc="-238" dirty="0">
                <a:solidFill>
                  <a:srgbClr val="F57B1F"/>
                </a:solidFill>
                <a:latin typeface="Batang"/>
                <a:cs typeface="Batang"/>
              </a:rPr>
              <a:t>점-대-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점</a:t>
            </a:r>
            <a:r>
              <a:rPr sz="2962" spc="-30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연결</a:t>
            </a:r>
            <a:r>
              <a:rPr sz="2962" spc="-328" dirty="0">
                <a:latin typeface="Batang"/>
                <a:cs typeface="Batang"/>
              </a:rPr>
              <a:t>과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다중점</a:t>
            </a:r>
            <a:r>
              <a:rPr sz="2962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연결</a:t>
            </a:r>
            <a:r>
              <a:rPr sz="2962" spc="-31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형태로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" dirty="0">
                <a:latin typeface="Batang"/>
                <a:cs typeface="Batang"/>
              </a:rPr>
              <a:t>구분된다.</a:t>
            </a:r>
            <a:endParaRPr sz="2962" dirty="0">
              <a:latin typeface="Batang"/>
              <a:cs typeface="Batang"/>
            </a:endParaRPr>
          </a:p>
          <a:p>
            <a:pPr marL="13434" marR="5374">
              <a:spcBef>
                <a:spcPts val="2057"/>
              </a:spcBef>
            </a:pPr>
            <a:r>
              <a:rPr sz="2962" spc="-328" dirty="0">
                <a:latin typeface="Batang"/>
                <a:cs typeface="Batang"/>
              </a:rPr>
              <a:t>네트워크는 물리적인 </a:t>
            </a:r>
            <a:r>
              <a:rPr sz="2962" spc="-132" dirty="0">
                <a:solidFill>
                  <a:srgbClr val="F57B1F"/>
                </a:solidFill>
                <a:latin typeface="Batang"/>
                <a:cs typeface="Batang"/>
              </a:rPr>
              <a:t>접속형태(토폴로지)</a:t>
            </a:r>
            <a:r>
              <a:rPr sz="2962" spc="-132" dirty="0">
                <a:latin typeface="Batang"/>
                <a:cs typeface="Batang"/>
              </a:rPr>
              <a:t>에 </a:t>
            </a:r>
            <a:r>
              <a:rPr sz="2962" spc="-328" dirty="0">
                <a:latin typeface="Batang"/>
                <a:cs typeface="Batang"/>
              </a:rPr>
              <a:t>따라서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249" dirty="0">
                <a:solidFill>
                  <a:srgbClr val="F57B1F"/>
                </a:solidFill>
                <a:latin typeface="Batang"/>
                <a:cs typeface="Batang"/>
              </a:rPr>
              <a:t>그물형,</a:t>
            </a:r>
            <a:r>
              <a:rPr sz="2962" spc="-30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216" dirty="0">
                <a:solidFill>
                  <a:srgbClr val="F57B1F"/>
                </a:solidFill>
                <a:latin typeface="Batang"/>
                <a:cs typeface="Batang"/>
              </a:rPr>
              <a:t>성형,</a:t>
            </a:r>
            <a:r>
              <a:rPr sz="2962" spc="-30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249" dirty="0">
                <a:solidFill>
                  <a:srgbClr val="F57B1F"/>
                </a:solidFill>
                <a:latin typeface="Batang"/>
                <a:cs typeface="Batang"/>
              </a:rPr>
              <a:t>버스형,</a:t>
            </a:r>
            <a:r>
              <a:rPr sz="2962" spc="-30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링형</a:t>
            </a:r>
            <a:r>
              <a:rPr sz="2962" spc="-328" dirty="0">
                <a:latin typeface="Batang"/>
                <a:cs typeface="Batang"/>
              </a:rPr>
              <a:t>으로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233" dirty="0">
                <a:latin typeface="Batang"/>
                <a:cs typeface="Batang"/>
              </a:rPr>
              <a:t>구분된다.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4653231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20036" y="365938"/>
            <a:ext cx="583031" cy="583031"/>
          </a:xfrm>
          <a:custGeom>
            <a:avLst/>
            <a:gdLst/>
            <a:ahLst/>
            <a:cxnLst/>
            <a:rect l="l" t="t" r="r" b="b"/>
            <a:pathLst>
              <a:path w="551180" h="551180">
                <a:moveTo>
                  <a:pt x="275463" y="0"/>
                </a:moveTo>
                <a:lnTo>
                  <a:pt x="225945" y="4437"/>
                </a:lnTo>
                <a:lnTo>
                  <a:pt x="179340" y="17232"/>
                </a:lnTo>
                <a:lnTo>
                  <a:pt x="136426" y="37606"/>
                </a:lnTo>
                <a:lnTo>
                  <a:pt x="97980" y="64781"/>
                </a:lnTo>
                <a:lnTo>
                  <a:pt x="64781" y="97980"/>
                </a:lnTo>
                <a:lnTo>
                  <a:pt x="37606" y="136426"/>
                </a:lnTo>
                <a:lnTo>
                  <a:pt x="17232" y="179340"/>
                </a:lnTo>
                <a:lnTo>
                  <a:pt x="4437" y="225945"/>
                </a:lnTo>
                <a:lnTo>
                  <a:pt x="0" y="275463"/>
                </a:lnTo>
                <a:lnTo>
                  <a:pt x="4437" y="324980"/>
                </a:lnTo>
                <a:lnTo>
                  <a:pt x="17232" y="371585"/>
                </a:lnTo>
                <a:lnTo>
                  <a:pt x="37606" y="414499"/>
                </a:lnTo>
                <a:lnTo>
                  <a:pt x="64781" y="452945"/>
                </a:lnTo>
                <a:lnTo>
                  <a:pt x="97980" y="486144"/>
                </a:lnTo>
                <a:lnTo>
                  <a:pt x="136426" y="513319"/>
                </a:lnTo>
                <a:lnTo>
                  <a:pt x="179340" y="533693"/>
                </a:lnTo>
                <a:lnTo>
                  <a:pt x="225945" y="546488"/>
                </a:lnTo>
                <a:lnTo>
                  <a:pt x="275463" y="550926"/>
                </a:lnTo>
                <a:lnTo>
                  <a:pt x="324980" y="546488"/>
                </a:lnTo>
                <a:lnTo>
                  <a:pt x="371585" y="533693"/>
                </a:lnTo>
                <a:lnTo>
                  <a:pt x="414499" y="513319"/>
                </a:lnTo>
                <a:lnTo>
                  <a:pt x="452945" y="486144"/>
                </a:lnTo>
                <a:lnTo>
                  <a:pt x="486144" y="452945"/>
                </a:lnTo>
                <a:lnTo>
                  <a:pt x="513319" y="414499"/>
                </a:lnTo>
                <a:lnTo>
                  <a:pt x="533693" y="371585"/>
                </a:lnTo>
                <a:lnTo>
                  <a:pt x="546488" y="324980"/>
                </a:lnTo>
                <a:lnTo>
                  <a:pt x="550925" y="275463"/>
                </a:lnTo>
                <a:lnTo>
                  <a:pt x="546488" y="225945"/>
                </a:lnTo>
                <a:lnTo>
                  <a:pt x="533693" y="179340"/>
                </a:lnTo>
                <a:lnTo>
                  <a:pt x="513319" y="136426"/>
                </a:lnTo>
                <a:lnTo>
                  <a:pt x="486144" y="97980"/>
                </a:lnTo>
                <a:lnTo>
                  <a:pt x="452945" y="64781"/>
                </a:lnTo>
                <a:lnTo>
                  <a:pt x="414499" y="37606"/>
                </a:lnTo>
                <a:lnTo>
                  <a:pt x="371585" y="17232"/>
                </a:lnTo>
                <a:lnTo>
                  <a:pt x="324980" y="4437"/>
                </a:lnTo>
                <a:lnTo>
                  <a:pt x="275463" y="0"/>
                </a:lnTo>
                <a:close/>
              </a:path>
            </a:pathLst>
          </a:custGeom>
          <a:solidFill>
            <a:srgbClr val="BEBEBE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9" name="object 9"/>
          <p:cNvGrpSpPr/>
          <p:nvPr/>
        </p:nvGrpSpPr>
        <p:grpSpPr>
          <a:xfrm>
            <a:off x="110397" y="40570"/>
            <a:ext cx="2175617" cy="896712"/>
            <a:chOff x="100838" y="38353"/>
            <a:chExt cx="2056764" cy="847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375082" y="594046"/>
            <a:ext cx="2283089" cy="606540"/>
            <a:chOff x="2241804" y="561593"/>
            <a:chExt cx="2158365" cy="573405"/>
          </a:xfrm>
        </p:grpSpPr>
        <p:sp>
          <p:nvSpPr>
            <p:cNvPr id="13" name="object 13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2322181"/>
            <a:ext cx="378836" cy="37883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3922157"/>
            <a:ext cx="378836" cy="378835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1683930" y="1518453"/>
            <a:ext cx="11123260" cy="4092976"/>
          </a:xfrm>
          <a:prstGeom prst="rect">
            <a:avLst/>
          </a:prstGeom>
        </p:spPr>
        <p:txBody>
          <a:bodyPr vert="horz" wrap="square" lIns="0" tIns="731072" rIns="0" bIns="0" rtlCol="0">
            <a:spAutoFit/>
          </a:bodyPr>
          <a:lstStyle/>
          <a:p>
            <a:pPr marL="0" marR="873886" indent="0">
              <a:lnSpc>
                <a:spcPct val="100000"/>
              </a:lnSpc>
              <a:spcBef>
                <a:spcPts val="106"/>
              </a:spcBef>
              <a:buNone/>
            </a:pPr>
            <a:r>
              <a:rPr spc="-360" dirty="0">
                <a:latin typeface="Batang"/>
                <a:cs typeface="Batang"/>
              </a:rPr>
              <a:t>네트워크가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60" dirty="0">
                <a:latin typeface="Batang"/>
                <a:cs typeface="Batang"/>
              </a:rPr>
              <a:t>수용하는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49" dirty="0">
                <a:solidFill>
                  <a:srgbClr val="F57B1F"/>
                </a:solidFill>
                <a:latin typeface="Batang"/>
                <a:cs typeface="Batang"/>
              </a:rPr>
              <a:t>지역</a:t>
            </a:r>
            <a:r>
              <a:rPr spc="-40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pc="-354" dirty="0">
                <a:solidFill>
                  <a:srgbClr val="F57B1F"/>
                </a:solidFill>
                <a:latin typeface="Batang"/>
                <a:cs typeface="Batang"/>
              </a:rPr>
              <a:t>범위</a:t>
            </a:r>
            <a:r>
              <a:rPr spc="-354" dirty="0">
                <a:latin typeface="Batang"/>
                <a:cs typeface="Batang"/>
              </a:rPr>
              <a:t>에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97" dirty="0">
                <a:latin typeface="Batang"/>
                <a:cs typeface="Batang"/>
              </a:rPr>
              <a:t>따라서 </a:t>
            </a:r>
            <a:r>
              <a:rPr spc="-354" dirty="0">
                <a:solidFill>
                  <a:srgbClr val="F57B1F"/>
                </a:solidFill>
                <a:latin typeface="Batang"/>
                <a:cs typeface="Batang"/>
              </a:rPr>
              <a:t>근거리</a:t>
            </a:r>
            <a:r>
              <a:rPr spc="-36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pc="-196" dirty="0">
                <a:solidFill>
                  <a:srgbClr val="F57B1F"/>
                </a:solidFill>
                <a:latin typeface="Batang"/>
                <a:cs typeface="Batang"/>
              </a:rPr>
              <a:t>통신망(LAN),</a:t>
            </a:r>
            <a:r>
              <a:rPr spc="-360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pc="-397" dirty="0">
                <a:solidFill>
                  <a:srgbClr val="F57B1F"/>
                </a:solidFill>
                <a:latin typeface="Batang"/>
                <a:cs typeface="Batang"/>
              </a:rPr>
              <a:t>광역 </a:t>
            </a:r>
            <a:r>
              <a:rPr spc="-222" dirty="0">
                <a:solidFill>
                  <a:srgbClr val="F57B1F"/>
                </a:solidFill>
                <a:latin typeface="Batang"/>
                <a:cs typeface="Batang"/>
              </a:rPr>
              <a:t>통신망(WAN)</a:t>
            </a:r>
            <a:r>
              <a:rPr spc="-222" dirty="0">
                <a:latin typeface="Batang"/>
                <a:cs typeface="Batang"/>
              </a:rPr>
              <a:t>으로</a:t>
            </a:r>
            <a:r>
              <a:rPr spc="-344" dirty="0">
                <a:latin typeface="Batang"/>
                <a:cs typeface="Batang"/>
              </a:rPr>
              <a:t> </a:t>
            </a:r>
            <a:r>
              <a:rPr spc="-317" dirty="0" err="1">
                <a:latin typeface="Batang"/>
                <a:cs typeface="Batang"/>
              </a:rPr>
              <a:t>구분된다</a:t>
            </a:r>
            <a:r>
              <a:rPr spc="-317" dirty="0">
                <a:latin typeface="Batang"/>
                <a:cs typeface="Batang"/>
              </a:rPr>
              <a:t>.</a:t>
            </a:r>
            <a:endParaRPr lang="en-US" altLang="ko-KR" spc="-317" dirty="0">
              <a:latin typeface="Batang"/>
              <a:cs typeface="Batang"/>
            </a:endParaRPr>
          </a:p>
          <a:p>
            <a:pPr marL="96054" marR="873886">
              <a:lnSpc>
                <a:spcPct val="100000"/>
              </a:lnSpc>
              <a:spcBef>
                <a:spcPts val="106"/>
              </a:spcBef>
            </a:pPr>
            <a:endParaRPr spc="-317" dirty="0">
              <a:latin typeface="Batang"/>
              <a:cs typeface="Batang"/>
            </a:endParaRPr>
          </a:p>
          <a:p>
            <a:pPr marL="0" marR="878588" indent="0">
              <a:lnSpc>
                <a:spcPct val="100000"/>
              </a:lnSpc>
              <a:spcBef>
                <a:spcPts val="1936"/>
              </a:spcBef>
              <a:buNone/>
            </a:pPr>
            <a:r>
              <a:rPr spc="-328" dirty="0">
                <a:latin typeface="Batang"/>
                <a:cs typeface="Batang"/>
              </a:rPr>
              <a:t>인터넷은</a:t>
            </a:r>
            <a:r>
              <a:rPr spc="-323" dirty="0">
                <a:latin typeface="Batang"/>
                <a:cs typeface="Batang"/>
              </a:rPr>
              <a:t> </a:t>
            </a:r>
            <a:r>
              <a:rPr spc="-296" dirty="0">
                <a:latin typeface="Batang"/>
                <a:cs typeface="Batang"/>
              </a:rPr>
              <a:t>ARPANET이라는</a:t>
            </a:r>
            <a:r>
              <a:rPr spc="-333" dirty="0">
                <a:latin typeface="Batang"/>
                <a:cs typeface="Batang"/>
              </a:rPr>
              <a:t> </a:t>
            </a:r>
            <a:r>
              <a:rPr spc="-328" dirty="0">
                <a:latin typeface="Batang"/>
                <a:cs typeface="Batang"/>
              </a:rPr>
              <a:t>연구</a:t>
            </a:r>
            <a:r>
              <a:rPr spc="-317" dirty="0">
                <a:latin typeface="Batang"/>
                <a:cs typeface="Batang"/>
              </a:rPr>
              <a:t> </a:t>
            </a:r>
            <a:r>
              <a:rPr spc="-354" dirty="0">
                <a:latin typeface="Batang"/>
                <a:cs typeface="Batang"/>
              </a:rPr>
              <a:t>목적의 </a:t>
            </a:r>
            <a:r>
              <a:rPr spc="-328" dirty="0">
                <a:latin typeface="Batang"/>
                <a:cs typeface="Batang"/>
              </a:rPr>
              <a:t>네트워크가 </a:t>
            </a:r>
            <a:r>
              <a:rPr spc="-328" dirty="0" err="1">
                <a:latin typeface="Batang"/>
                <a:cs typeface="Batang"/>
              </a:rPr>
              <a:t>확장되어</a:t>
            </a:r>
            <a:r>
              <a:rPr spc="-328" dirty="0">
                <a:latin typeface="Batang"/>
                <a:cs typeface="Batang"/>
              </a:rPr>
              <a:t> </a:t>
            </a:r>
            <a:r>
              <a:rPr spc="-42" dirty="0" err="1">
                <a:latin typeface="Batang"/>
                <a:cs typeface="Batang"/>
              </a:rPr>
              <a:t>발전했다</a:t>
            </a:r>
            <a:endParaRPr lang="en-US" altLang="ko-KR" spc="-42" dirty="0">
              <a:latin typeface="Batang"/>
              <a:cs typeface="Batang"/>
            </a:endParaRPr>
          </a:p>
          <a:p>
            <a:pPr marL="96054" marR="878588">
              <a:lnSpc>
                <a:spcPct val="100000"/>
              </a:lnSpc>
              <a:spcBef>
                <a:spcPts val="1936"/>
              </a:spcBef>
            </a:pPr>
            <a:endParaRPr spc="-42" dirty="0">
              <a:latin typeface="Batang"/>
              <a:cs typeface="Batang"/>
            </a:endParaRPr>
          </a:p>
          <a:p>
            <a:pPr marL="0" marR="5374" indent="0">
              <a:lnSpc>
                <a:spcPct val="100000"/>
              </a:lnSpc>
              <a:spcBef>
                <a:spcPts val="2057"/>
              </a:spcBef>
              <a:buNone/>
            </a:pPr>
            <a:r>
              <a:rPr spc="-328" dirty="0">
                <a:latin typeface="Batang"/>
                <a:cs typeface="Batang"/>
              </a:rPr>
              <a:t>프로토콜이란</a:t>
            </a:r>
            <a:r>
              <a:rPr spc="-333" dirty="0">
                <a:latin typeface="Batang"/>
                <a:cs typeface="Batang"/>
              </a:rPr>
              <a:t> </a:t>
            </a:r>
            <a:r>
              <a:rPr spc="-328" dirty="0">
                <a:latin typeface="Batang"/>
                <a:cs typeface="Batang"/>
              </a:rPr>
              <a:t>통신을</a:t>
            </a:r>
            <a:r>
              <a:rPr spc="-323" dirty="0">
                <a:latin typeface="Batang"/>
                <a:cs typeface="Batang"/>
              </a:rPr>
              <a:t> </a:t>
            </a:r>
            <a:r>
              <a:rPr spc="-328" dirty="0">
                <a:latin typeface="Batang"/>
                <a:cs typeface="Batang"/>
              </a:rPr>
              <a:t>통제하기</a:t>
            </a:r>
            <a:r>
              <a:rPr spc="-323" dirty="0">
                <a:latin typeface="Batang"/>
                <a:cs typeface="Batang"/>
              </a:rPr>
              <a:t> </a:t>
            </a:r>
            <a:r>
              <a:rPr spc="-328" dirty="0">
                <a:latin typeface="Batang"/>
                <a:cs typeface="Batang"/>
              </a:rPr>
              <a:t>위한</a:t>
            </a:r>
            <a:r>
              <a:rPr spc="-323" dirty="0">
                <a:latin typeface="Batang"/>
                <a:cs typeface="Batang"/>
              </a:rPr>
              <a:t> </a:t>
            </a:r>
            <a:r>
              <a:rPr spc="-328" dirty="0">
                <a:latin typeface="Batang"/>
                <a:cs typeface="Batang"/>
              </a:rPr>
              <a:t>여러 </a:t>
            </a:r>
            <a:r>
              <a:rPr spc="-354" dirty="0">
                <a:latin typeface="Batang"/>
                <a:cs typeface="Batang"/>
              </a:rPr>
              <a:t>가지 </a:t>
            </a:r>
            <a:r>
              <a:rPr spc="-328" dirty="0">
                <a:latin typeface="Batang"/>
                <a:cs typeface="Batang"/>
              </a:rPr>
              <a:t>규칙의 </a:t>
            </a:r>
            <a:r>
              <a:rPr spc="-53" dirty="0">
                <a:latin typeface="Batang"/>
                <a:cs typeface="Batang"/>
              </a:rPr>
              <a:t>집합이다.</a:t>
            </a: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5086069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80727" y="2319226"/>
            <a:ext cx="1009557" cy="1579154"/>
          </a:xfrm>
          <a:custGeom>
            <a:avLst/>
            <a:gdLst/>
            <a:ahLst/>
            <a:cxnLst/>
            <a:rect l="l" t="t" r="r" b="b"/>
            <a:pathLst>
              <a:path w="954404" h="1492885">
                <a:moveTo>
                  <a:pt x="0" y="0"/>
                </a:moveTo>
                <a:lnTo>
                  <a:pt x="32834" y="35555"/>
                </a:lnTo>
                <a:lnTo>
                  <a:pt x="65250" y="71347"/>
                </a:lnTo>
                <a:lnTo>
                  <a:pt x="97248" y="107374"/>
                </a:lnTo>
                <a:lnTo>
                  <a:pt x="128826" y="143632"/>
                </a:lnTo>
                <a:lnTo>
                  <a:pt x="159987" y="180119"/>
                </a:lnTo>
                <a:lnTo>
                  <a:pt x="190728" y="216830"/>
                </a:lnTo>
                <a:lnTo>
                  <a:pt x="221052" y="253764"/>
                </a:lnTo>
                <a:lnTo>
                  <a:pt x="250957" y="290917"/>
                </a:lnTo>
                <a:lnTo>
                  <a:pt x="280444" y="328286"/>
                </a:lnTo>
                <a:lnTo>
                  <a:pt x="309514" y="365869"/>
                </a:lnTo>
                <a:lnTo>
                  <a:pt x="338165" y="403661"/>
                </a:lnTo>
                <a:lnTo>
                  <a:pt x="366399" y="441660"/>
                </a:lnTo>
                <a:lnTo>
                  <a:pt x="394215" y="479863"/>
                </a:lnTo>
                <a:lnTo>
                  <a:pt x="421613" y="518267"/>
                </a:lnTo>
                <a:lnTo>
                  <a:pt x="448594" y="556868"/>
                </a:lnTo>
                <a:lnTo>
                  <a:pt x="475157" y="595664"/>
                </a:lnTo>
                <a:lnTo>
                  <a:pt x="501304" y="634652"/>
                </a:lnTo>
                <a:lnTo>
                  <a:pt x="527033" y="673829"/>
                </a:lnTo>
                <a:lnTo>
                  <a:pt x="552345" y="713191"/>
                </a:lnTo>
                <a:lnTo>
                  <a:pt x="577240" y="752736"/>
                </a:lnTo>
                <a:lnTo>
                  <a:pt x="601719" y="792460"/>
                </a:lnTo>
                <a:lnTo>
                  <a:pt x="625780" y="832360"/>
                </a:lnTo>
                <a:lnTo>
                  <a:pt x="649426" y="872434"/>
                </a:lnTo>
                <a:lnTo>
                  <a:pt x="672654" y="912679"/>
                </a:lnTo>
                <a:lnTo>
                  <a:pt x="695466" y="953090"/>
                </a:lnTo>
                <a:lnTo>
                  <a:pt x="717862" y="993666"/>
                </a:lnTo>
                <a:lnTo>
                  <a:pt x="739842" y="1034403"/>
                </a:lnTo>
                <a:lnTo>
                  <a:pt x="761406" y="1075297"/>
                </a:lnTo>
                <a:lnTo>
                  <a:pt x="782554" y="1116347"/>
                </a:lnTo>
                <a:lnTo>
                  <a:pt x="803286" y="1157549"/>
                </a:lnTo>
                <a:lnTo>
                  <a:pt x="823602" y="1198900"/>
                </a:lnTo>
                <a:lnTo>
                  <a:pt x="843502" y="1240397"/>
                </a:lnTo>
                <a:lnTo>
                  <a:pt x="862987" y="1282037"/>
                </a:lnTo>
                <a:lnTo>
                  <a:pt x="882057" y="1323816"/>
                </a:lnTo>
                <a:lnTo>
                  <a:pt x="900711" y="1365733"/>
                </a:lnTo>
                <a:lnTo>
                  <a:pt x="918950" y="1407783"/>
                </a:lnTo>
                <a:lnTo>
                  <a:pt x="936774" y="1449963"/>
                </a:lnTo>
                <a:lnTo>
                  <a:pt x="954277" y="1492271"/>
                </a:lnTo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3" name="object 3"/>
          <p:cNvSpPr/>
          <p:nvPr/>
        </p:nvSpPr>
        <p:spPr>
          <a:xfrm>
            <a:off x="11086286" y="2237145"/>
            <a:ext cx="159863" cy="124263"/>
          </a:xfrm>
          <a:custGeom>
            <a:avLst/>
            <a:gdLst/>
            <a:ahLst/>
            <a:cxnLst/>
            <a:rect l="l" t="t" r="r" b="b"/>
            <a:pathLst>
              <a:path w="151129" h="117475">
                <a:moveTo>
                  <a:pt x="151002" y="0"/>
                </a:moveTo>
                <a:lnTo>
                  <a:pt x="0" y="117347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5" name="object 5"/>
          <p:cNvSpPr/>
          <p:nvPr/>
        </p:nvSpPr>
        <p:spPr>
          <a:xfrm>
            <a:off x="1220036" y="365938"/>
            <a:ext cx="583031" cy="583031"/>
          </a:xfrm>
          <a:custGeom>
            <a:avLst/>
            <a:gdLst/>
            <a:ahLst/>
            <a:cxnLst/>
            <a:rect l="l" t="t" r="r" b="b"/>
            <a:pathLst>
              <a:path w="551180" h="551180">
                <a:moveTo>
                  <a:pt x="275463" y="0"/>
                </a:moveTo>
                <a:lnTo>
                  <a:pt x="225945" y="4437"/>
                </a:lnTo>
                <a:lnTo>
                  <a:pt x="179340" y="17232"/>
                </a:lnTo>
                <a:lnTo>
                  <a:pt x="136426" y="37606"/>
                </a:lnTo>
                <a:lnTo>
                  <a:pt x="97980" y="64781"/>
                </a:lnTo>
                <a:lnTo>
                  <a:pt x="64781" y="97980"/>
                </a:lnTo>
                <a:lnTo>
                  <a:pt x="37606" y="136426"/>
                </a:lnTo>
                <a:lnTo>
                  <a:pt x="17232" y="179340"/>
                </a:lnTo>
                <a:lnTo>
                  <a:pt x="4437" y="225945"/>
                </a:lnTo>
                <a:lnTo>
                  <a:pt x="0" y="275463"/>
                </a:lnTo>
                <a:lnTo>
                  <a:pt x="4437" y="324980"/>
                </a:lnTo>
                <a:lnTo>
                  <a:pt x="17232" y="371585"/>
                </a:lnTo>
                <a:lnTo>
                  <a:pt x="37606" y="414499"/>
                </a:lnTo>
                <a:lnTo>
                  <a:pt x="64781" y="452945"/>
                </a:lnTo>
                <a:lnTo>
                  <a:pt x="97980" y="486144"/>
                </a:lnTo>
                <a:lnTo>
                  <a:pt x="136426" y="513319"/>
                </a:lnTo>
                <a:lnTo>
                  <a:pt x="179340" y="533693"/>
                </a:lnTo>
                <a:lnTo>
                  <a:pt x="225945" y="546488"/>
                </a:lnTo>
                <a:lnTo>
                  <a:pt x="275463" y="550926"/>
                </a:lnTo>
                <a:lnTo>
                  <a:pt x="324980" y="546488"/>
                </a:lnTo>
                <a:lnTo>
                  <a:pt x="371585" y="533693"/>
                </a:lnTo>
                <a:lnTo>
                  <a:pt x="414499" y="513319"/>
                </a:lnTo>
                <a:lnTo>
                  <a:pt x="452945" y="486144"/>
                </a:lnTo>
                <a:lnTo>
                  <a:pt x="486144" y="452945"/>
                </a:lnTo>
                <a:lnTo>
                  <a:pt x="513319" y="414499"/>
                </a:lnTo>
                <a:lnTo>
                  <a:pt x="533693" y="371585"/>
                </a:lnTo>
                <a:lnTo>
                  <a:pt x="546488" y="324980"/>
                </a:lnTo>
                <a:lnTo>
                  <a:pt x="550925" y="275463"/>
                </a:lnTo>
                <a:lnTo>
                  <a:pt x="546488" y="225945"/>
                </a:lnTo>
                <a:lnTo>
                  <a:pt x="533693" y="179340"/>
                </a:lnTo>
                <a:lnTo>
                  <a:pt x="513319" y="136426"/>
                </a:lnTo>
                <a:lnTo>
                  <a:pt x="486144" y="97980"/>
                </a:lnTo>
                <a:lnTo>
                  <a:pt x="452945" y="64781"/>
                </a:lnTo>
                <a:lnTo>
                  <a:pt x="414499" y="37606"/>
                </a:lnTo>
                <a:lnTo>
                  <a:pt x="371585" y="17232"/>
                </a:lnTo>
                <a:lnTo>
                  <a:pt x="324980" y="4437"/>
                </a:lnTo>
                <a:lnTo>
                  <a:pt x="275463" y="0"/>
                </a:lnTo>
                <a:close/>
              </a:path>
            </a:pathLst>
          </a:custGeom>
          <a:solidFill>
            <a:srgbClr val="BEBEBE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9" name="object 9"/>
          <p:cNvGrpSpPr/>
          <p:nvPr/>
        </p:nvGrpSpPr>
        <p:grpSpPr>
          <a:xfrm>
            <a:off x="110397" y="40570"/>
            <a:ext cx="2175617" cy="896712"/>
            <a:chOff x="100838" y="38353"/>
            <a:chExt cx="2056764" cy="847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375082" y="594046"/>
            <a:ext cx="2283089" cy="606540"/>
            <a:chOff x="2241804" y="561593"/>
            <a:chExt cx="2158365" cy="573405"/>
          </a:xfrm>
        </p:grpSpPr>
        <p:sp>
          <p:nvSpPr>
            <p:cNvPr id="13" name="object 13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xfrm>
            <a:off x="1694384" y="1577272"/>
            <a:ext cx="9266617" cy="1649785"/>
          </a:xfrm>
          <a:prstGeom prst="rect">
            <a:avLst/>
          </a:prstGeom>
        </p:spPr>
        <p:txBody>
          <a:bodyPr vert="horz" wrap="square" lIns="0" tIns="731072" rIns="0" bIns="0" rtlCol="0">
            <a:spAutoFit/>
          </a:bodyPr>
          <a:lstStyle/>
          <a:p>
            <a:pPr marL="0" marR="5374" indent="0">
              <a:lnSpc>
                <a:spcPct val="100000"/>
              </a:lnSpc>
              <a:spcBef>
                <a:spcPts val="106"/>
              </a:spcBef>
              <a:buNone/>
            </a:pPr>
            <a:r>
              <a:rPr spc="-354" dirty="0">
                <a:latin typeface="Batang"/>
                <a:cs typeface="Batang"/>
              </a:rPr>
              <a:t>표준은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49" dirty="0">
                <a:latin typeface="Batang"/>
                <a:cs typeface="Batang"/>
              </a:rPr>
              <a:t>여러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60" dirty="0">
                <a:latin typeface="Batang"/>
                <a:cs typeface="Batang"/>
              </a:rPr>
              <a:t>업체에서</a:t>
            </a:r>
            <a:r>
              <a:rPr spc="-402" dirty="0">
                <a:latin typeface="Batang"/>
                <a:cs typeface="Batang"/>
              </a:rPr>
              <a:t> </a:t>
            </a:r>
            <a:r>
              <a:rPr spc="-354" dirty="0">
                <a:latin typeface="Batang"/>
                <a:cs typeface="Batang"/>
              </a:rPr>
              <a:t>제작된</a:t>
            </a:r>
            <a:r>
              <a:rPr spc="-413" dirty="0">
                <a:latin typeface="Batang"/>
                <a:cs typeface="Batang"/>
              </a:rPr>
              <a:t> </a:t>
            </a:r>
            <a:r>
              <a:rPr spc="-349" dirty="0">
                <a:latin typeface="Batang"/>
                <a:cs typeface="Batang"/>
              </a:rPr>
              <a:t>서로</a:t>
            </a:r>
            <a:r>
              <a:rPr spc="-402" dirty="0">
                <a:latin typeface="Batang"/>
                <a:cs typeface="Batang"/>
              </a:rPr>
              <a:t> </a:t>
            </a:r>
            <a:r>
              <a:rPr spc="-397" dirty="0">
                <a:latin typeface="Batang"/>
                <a:cs typeface="Batang"/>
              </a:rPr>
              <a:t>다른 </a:t>
            </a:r>
            <a:r>
              <a:rPr spc="-360" dirty="0">
                <a:latin typeface="Batang"/>
                <a:cs typeface="Batang"/>
              </a:rPr>
              <a:t>장비들간의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54" dirty="0">
                <a:latin typeface="Batang"/>
                <a:cs typeface="Batang"/>
              </a:rPr>
              <a:t>통신이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60" dirty="0">
                <a:latin typeface="Batang"/>
                <a:cs typeface="Batang"/>
              </a:rPr>
              <a:t>가능하게</a:t>
            </a:r>
            <a:r>
              <a:rPr spc="-413" dirty="0">
                <a:latin typeface="Batang"/>
                <a:cs typeface="Batang"/>
              </a:rPr>
              <a:t> </a:t>
            </a:r>
            <a:r>
              <a:rPr spc="-349" dirty="0">
                <a:latin typeface="Batang"/>
                <a:cs typeface="Batang"/>
              </a:rPr>
              <a:t>하고</a:t>
            </a:r>
            <a:r>
              <a:rPr spc="-407" dirty="0">
                <a:latin typeface="Batang"/>
                <a:cs typeface="Batang"/>
              </a:rPr>
              <a:t> </a:t>
            </a:r>
            <a:r>
              <a:rPr spc="-391" dirty="0">
                <a:latin typeface="Batang"/>
                <a:cs typeface="Batang"/>
              </a:rPr>
              <a:t>정확하고 </a:t>
            </a:r>
            <a:r>
              <a:rPr spc="-360" dirty="0">
                <a:latin typeface="Batang"/>
                <a:cs typeface="Batang"/>
              </a:rPr>
              <a:t>효율적인</a:t>
            </a:r>
            <a:r>
              <a:rPr spc="-397" dirty="0">
                <a:latin typeface="Batang"/>
                <a:cs typeface="Batang"/>
              </a:rPr>
              <a:t> </a:t>
            </a:r>
            <a:r>
              <a:rPr spc="-354" dirty="0">
                <a:latin typeface="Batang"/>
                <a:cs typeface="Batang"/>
              </a:rPr>
              <a:t>통신이</a:t>
            </a:r>
            <a:r>
              <a:rPr spc="-402" dirty="0">
                <a:latin typeface="Batang"/>
                <a:cs typeface="Batang"/>
              </a:rPr>
              <a:t> </a:t>
            </a:r>
            <a:r>
              <a:rPr spc="-365" dirty="0">
                <a:latin typeface="Batang"/>
                <a:cs typeface="Batang"/>
              </a:rPr>
              <a:t>이루어지도록</a:t>
            </a:r>
            <a:r>
              <a:rPr spc="-397" dirty="0">
                <a:latin typeface="Batang"/>
                <a:cs typeface="Batang"/>
              </a:rPr>
              <a:t> </a:t>
            </a:r>
            <a:r>
              <a:rPr spc="-26" dirty="0">
                <a:latin typeface="Batang"/>
                <a:cs typeface="Batang"/>
              </a:rPr>
              <a:t>한다.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2322181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3">
            <a:extLst>
              <a:ext uri="{FF2B5EF4-FFF2-40B4-BE49-F238E27FC236}">
                <a16:creationId xmlns:a16="http://schemas.microsoft.com/office/drawing/2014/main" id="{ED199374-1498-460F-8DD6-EE9D41F52438}"/>
              </a:ext>
            </a:extLst>
          </p:cNvPr>
          <p:cNvSpPr txBox="1">
            <a:spLocks/>
          </p:cNvSpPr>
          <p:nvPr/>
        </p:nvSpPr>
        <p:spPr>
          <a:xfrm>
            <a:off x="0" y="3600091"/>
            <a:ext cx="12192000" cy="10667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n-lt"/>
              </a:rPr>
              <a:t>Chapter 2. </a:t>
            </a:r>
            <a:r>
              <a:rPr lang="ko-KR" altLang="en-US" dirty="0">
                <a:latin typeface="+mn-lt"/>
              </a:rPr>
              <a:t>네트워크 모델</a:t>
            </a:r>
          </a:p>
        </p:txBody>
      </p:sp>
    </p:spTree>
    <p:extLst>
      <p:ext uri="{BB962C8B-B14F-4D97-AF65-F5344CB8AC3E}">
        <p14:creationId xmlns:p14="http://schemas.microsoft.com/office/powerpoint/2010/main" val="1981511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86286" y="2237145"/>
            <a:ext cx="159863" cy="124263"/>
          </a:xfrm>
          <a:custGeom>
            <a:avLst/>
            <a:gdLst/>
            <a:ahLst/>
            <a:cxnLst/>
            <a:rect l="l" t="t" r="r" b="b"/>
            <a:pathLst>
              <a:path w="151129" h="117475">
                <a:moveTo>
                  <a:pt x="151002" y="0"/>
                </a:moveTo>
                <a:lnTo>
                  <a:pt x="0" y="117347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3" name="object 3"/>
          <p:cNvSpPr/>
          <p:nvPr/>
        </p:nvSpPr>
        <p:spPr>
          <a:xfrm>
            <a:off x="1993425" y="5674877"/>
            <a:ext cx="448020" cy="11419"/>
          </a:xfrm>
          <a:custGeom>
            <a:avLst/>
            <a:gdLst/>
            <a:ahLst/>
            <a:cxnLst/>
            <a:rect l="l" t="t" r="r" b="b"/>
            <a:pathLst>
              <a:path w="423544" h="10795">
                <a:moveTo>
                  <a:pt x="0" y="0"/>
                </a:moveTo>
                <a:lnTo>
                  <a:pt x="423036" y="10680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9" name="object 9"/>
          <p:cNvSpPr txBox="1"/>
          <p:nvPr/>
        </p:nvSpPr>
        <p:spPr>
          <a:xfrm>
            <a:off x="1616604" y="3282226"/>
            <a:ext cx="7188090" cy="533798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8136">
              <a:spcBef>
                <a:spcPts val="100"/>
              </a:spcBef>
            </a:pPr>
            <a:r>
              <a:rPr lang="en-US" sz="3385" spc="-508" dirty="0">
                <a:latin typeface="Batang"/>
                <a:cs typeface="Batang"/>
              </a:rPr>
              <a:t>OSI 7</a:t>
            </a:r>
            <a:r>
              <a:rPr lang="ko-KR" altLang="en-US" sz="3385" spc="-508" dirty="0">
                <a:latin typeface="Batang"/>
                <a:cs typeface="Batang"/>
              </a:rPr>
              <a:t>계층의 기능과 의미를 설명할 수 있다</a:t>
            </a:r>
            <a:r>
              <a:rPr lang="en-US" altLang="ko-KR" sz="3385" spc="-486" dirty="0">
                <a:latin typeface="Batang"/>
                <a:cs typeface="Batang"/>
              </a:rPr>
              <a:t>.</a:t>
            </a:r>
            <a:endParaRPr sz="3385" dirty="0">
              <a:latin typeface="Batang"/>
              <a:cs typeface="Batang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6" y="3348945"/>
            <a:ext cx="378030" cy="3780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160" y="4554893"/>
            <a:ext cx="378030" cy="37803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369707" y="583758"/>
            <a:ext cx="2283089" cy="606540"/>
            <a:chOff x="2241804" y="561593"/>
            <a:chExt cx="2158365" cy="573405"/>
          </a:xfrm>
        </p:grpSpPr>
        <p:sp>
          <p:nvSpPr>
            <p:cNvPr id="13" name="object 13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616604" y="2232604"/>
            <a:ext cx="8044981" cy="534477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12091">
              <a:lnSpc>
                <a:spcPct val="100000"/>
              </a:lnSpc>
              <a:spcBef>
                <a:spcPts val="106"/>
              </a:spcBef>
            </a:pPr>
            <a:r>
              <a:rPr lang="ko-KR" altLang="en-US" sz="3385" spc="-550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프로토콜 계층화에 대한 개념을 이해한다</a:t>
            </a:r>
            <a:r>
              <a:rPr lang="en-US" altLang="ko-KR" sz="3385" spc="-550" dirty="0">
                <a:solidFill>
                  <a:srgbClr val="000000"/>
                </a:solidFill>
                <a:latin typeface="+mn-ea"/>
                <a:ea typeface="+mn-ea"/>
                <a:cs typeface="Batang"/>
              </a:rPr>
              <a:t>. </a:t>
            </a:r>
            <a:endParaRPr sz="3385" dirty="0">
              <a:latin typeface="+mn-ea"/>
              <a:ea typeface="+mn-ea"/>
              <a:cs typeface="Batang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6" y="2323793"/>
            <a:ext cx="378030" cy="378029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3732" y="1"/>
            <a:ext cx="0" cy="596252"/>
          </a:xfrm>
          <a:prstGeom prst="rect">
            <a:avLst/>
          </a:prstGeom>
        </p:spPr>
        <p:txBody>
          <a:bodyPr vert="horz" wrap="square" lIns="0" tIns="306023" rIns="0" bIns="0" rtlCol="0">
            <a:spAutoFit/>
          </a:bodyPr>
          <a:lstStyle/>
          <a:p>
            <a:pPr marL="5908300">
              <a:lnSpc>
                <a:spcPts val="2327"/>
              </a:lnSpc>
            </a:pPr>
            <a:fld id="{81D60167-4931-47E6-BA6A-407CBD079E47}" type="slidenum">
              <a:rPr spc="37" dirty="0"/>
              <a:pPr marL="5908300">
                <a:lnSpc>
                  <a:spcPts val="2327"/>
                </a:lnSpc>
              </a:pPr>
              <a:t>36</a:t>
            </a:fld>
            <a:endParaRPr spc="37" dirty="0"/>
          </a:p>
        </p:txBody>
      </p:sp>
      <p:grpSp>
        <p:nvGrpSpPr>
          <p:cNvPr id="32" name="object 4">
            <a:extLst>
              <a:ext uri="{FF2B5EF4-FFF2-40B4-BE49-F238E27FC236}">
                <a16:creationId xmlns:a16="http://schemas.microsoft.com/office/drawing/2014/main" id="{72F9DA4F-6157-4CA8-8D6A-246610F8CA19}"/>
              </a:ext>
            </a:extLst>
          </p:cNvPr>
          <p:cNvGrpSpPr/>
          <p:nvPr/>
        </p:nvGrpSpPr>
        <p:grpSpPr>
          <a:xfrm>
            <a:off x="74778" y="50710"/>
            <a:ext cx="2056764" cy="858519"/>
            <a:chOff x="100838" y="38353"/>
            <a:chExt cx="2056764" cy="858519"/>
          </a:xfrm>
        </p:grpSpPr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EEEEB670-BB39-4D7F-B5C9-5071BA647528}"/>
                </a:ext>
              </a:extLst>
            </p:cNvPr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6">
              <a:extLst>
                <a:ext uri="{FF2B5EF4-FFF2-40B4-BE49-F238E27FC236}">
                  <a16:creationId xmlns:a16="http://schemas.microsoft.com/office/drawing/2014/main" id="{0B9DD31A-BAC2-48AE-8EA2-163C30746A2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35" name="object 7">
              <a:extLst>
                <a:ext uri="{FF2B5EF4-FFF2-40B4-BE49-F238E27FC236}">
                  <a16:creationId xmlns:a16="http://schemas.microsoft.com/office/drawing/2014/main" id="{0BB5339E-B5DF-44BB-AA5D-37E12B4F3E5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37" name="object 9">
            <a:extLst>
              <a:ext uri="{FF2B5EF4-FFF2-40B4-BE49-F238E27FC236}">
                <a16:creationId xmlns:a16="http://schemas.microsoft.com/office/drawing/2014/main" id="{CAED13F0-B392-42E1-B948-15E51BB315FD}"/>
              </a:ext>
            </a:extLst>
          </p:cNvPr>
          <p:cNvSpPr txBox="1"/>
          <p:nvPr/>
        </p:nvSpPr>
        <p:spPr>
          <a:xfrm>
            <a:off x="1616604" y="4439108"/>
            <a:ext cx="9849682" cy="1054710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 marR="1739711">
              <a:spcBef>
                <a:spcPts val="3389"/>
              </a:spcBef>
            </a:pPr>
            <a:r>
              <a:rPr lang="en-US" altLang="ko-KR" sz="3385" spc="-486" dirty="0">
                <a:latin typeface="Batang"/>
                <a:cs typeface="Batang"/>
              </a:rPr>
              <a:t>TCP/IP</a:t>
            </a:r>
            <a:r>
              <a:rPr lang="ko-KR" altLang="en-US" sz="3385" spc="-486" dirty="0">
                <a:latin typeface="Batang"/>
                <a:cs typeface="Batang"/>
              </a:rPr>
              <a:t> 프로토콜과 </a:t>
            </a:r>
            <a:r>
              <a:rPr lang="en-US" altLang="ko-KR" sz="3385" spc="-486" dirty="0">
                <a:latin typeface="Batang"/>
                <a:cs typeface="Batang"/>
              </a:rPr>
              <a:t>OSI 7 </a:t>
            </a:r>
            <a:r>
              <a:rPr lang="ko-KR" altLang="en-US" sz="3385" spc="-486" dirty="0">
                <a:latin typeface="Batang"/>
                <a:cs typeface="Batang"/>
              </a:rPr>
              <a:t>계층의 공통점과 차이점을 판별할 수 있다</a:t>
            </a:r>
            <a:r>
              <a:rPr lang="en-US" altLang="ko-KR" sz="3385" spc="-550" dirty="0">
                <a:latin typeface="Batang"/>
                <a:cs typeface="Batang"/>
              </a:rPr>
              <a:t>.</a:t>
            </a:r>
            <a:endParaRPr sz="3385" dirty="0">
              <a:latin typeface="Batang"/>
              <a:cs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2844948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BC30DED4-8401-4750-8D62-1C74C4AB88AC}"/>
              </a:ext>
            </a:extLst>
          </p:cNvPr>
          <p:cNvSpPr/>
          <p:nvPr/>
        </p:nvSpPr>
        <p:spPr>
          <a:xfrm>
            <a:off x="1880997" y="5364860"/>
            <a:ext cx="423545" cy="10795"/>
          </a:xfrm>
          <a:custGeom>
            <a:avLst/>
            <a:gdLst/>
            <a:ahLst/>
            <a:cxnLst/>
            <a:rect l="l" t="t" r="r" b="b"/>
            <a:pathLst>
              <a:path w="423544" h="10795">
                <a:moveTo>
                  <a:pt x="0" y="0"/>
                </a:moveTo>
                <a:lnTo>
                  <a:pt x="423036" y="10680"/>
                </a:lnTo>
              </a:path>
            </a:pathLst>
          </a:custGeom>
          <a:ln w="1295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BA328FE2-A7E0-4895-A6A9-722368B01B9A}"/>
              </a:ext>
            </a:extLst>
          </p:cNvPr>
          <p:cNvSpPr txBox="1"/>
          <p:nvPr/>
        </p:nvSpPr>
        <p:spPr>
          <a:xfrm>
            <a:off x="2110232" y="2702001"/>
            <a:ext cx="5357368" cy="95474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800" spc="-254" dirty="0">
                <a:solidFill>
                  <a:srgbClr val="252525"/>
                </a:solidFill>
                <a:latin typeface="Batang"/>
                <a:cs typeface="Batang"/>
              </a:rPr>
              <a:t>①</a:t>
            </a:r>
            <a:r>
              <a:rPr lang="ko-KR" altLang="en-US" sz="2800" spc="1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285" dirty="0">
                <a:solidFill>
                  <a:srgbClr val="252525"/>
                </a:solidFill>
                <a:latin typeface="Batang"/>
                <a:cs typeface="Batang"/>
              </a:rPr>
              <a:t>프로토콜</a:t>
            </a:r>
            <a:r>
              <a:rPr lang="ko-KR" altLang="en-US" sz="2800" spc="-33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320" dirty="0">
                <a:solidFill>
                  <a:srgbClr val="252525"/>
                </a:solidFill>
                <a:latin typeface="Batang"/>
                <a:cs typeface="Batang"/>
              </a:rPr>
              <a:t>계층화</a:t>
            </a:r>
            <a:endParaRPr lang="ko-KR" altLang="en-US" sz="280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lang="ko-KR" altLang="en-US" sz="2800" spc="-254" dirty="0">
                <a:solidFill>
                  <a:srgbClr val="252525"/>
                </a:solidFill>
                <a:latin typeface="Batang"/>
                <a:cs typeface="Batang"/>
              </a:rPr>
              <a:t>②</a:t>
            </a:r>
            <a:r>
              <a:rPr lang="ko-KR" altLang="en-US" sz="2800" spc="1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en-US" altLang="ko-KR" sz="2800" spc="-110" dirty="0">
                <a:solidFill>
                  <a:srgbClr val="252525"/>
                </a:solidFill>
                <a:latin typeface="Batang"/>
                <a:cs typeface="Batang"/>
              </a:rPr>
              <a:t>OSI</a:t>
            </a:r>
            <a:r>
              <a:rPr lang="ko-KR" altLang="en-US" sz="2800" spc="-34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330" dirty="0">
                <a:solidFill>
                  <a:srgbClr val="252525"/>
                </a:solidFill>
                <a:latin typeface="Batang"/>
                <a:cs typeface="Batang"/>
              </a:rPr>
              <a:t>모델</a:t>
            </a:r>
            <a:endParaRPr sz="2600" dirty="0">
              <a:latin typeface="Batang"/>
              <a:cs typeface="Batang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300B2728-54D1-476B-AF7E-025CC922F361}"/>
              </a:ext>
            </a:extLst>
          </p:cNvPr>
          <p:cNvSpPr txBox="1"/>
          <p:nvPr/>
        </p:nvSpPr>
        <p:spPr>
          <a:xfrm>
            <a:off x="1338072" y="2072131"/>
            <a:ext cx="4914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0" dirty="0">
                <a:solidFill>
                  <a:srgbClr val="FFFFFF"/>
                </a:solidFill>
                <a:latin typeface="Batang"/>
                <a:cs typeface="Batang"/>
              </a:rPr>
              <a:t>1차</a:t>
            </a:r>
            <a:endParaRPr sz="1600" dirty="0">
              <a:latin typeface="Batang"/>
              <a:cs typeface="Batang"/>
            </a:endParaRPr>
          </a:p>
        </p:txBody>
      </p:sp>
      <p:sp>
        <p:nvSpPr>
          <p:cNvPr id="14" name="object 15" descr="$PPTXTitle">
            <a:extLst>
              <a:ext uri="{FF2B5EF4-FFF2-40B4-BE49-F238E27FC236}">
                <a16:creationId xmlns:a16="http://schemas.microsoft.com/office/drawing/2014/main" id="{1692FFAE-7F19-4F7A-9714-DDE3E01ED4BC}"/>
              </a:ext>
            </a:extLst>
          </p:cNvPr>
          <p:cNvSpPr txBox="1">
            <a:spLocks/>
          </p:cNvSpPr>
          <p:nvPr/>
        </p:nvSpPr>
        <p:spPr>
          <a:xfrm>
            <a:off x="2032000" y="1932537"/>
            <a:ext cx="4920343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spc="-434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프로토콜 계층화 </a:t>
            </a:r>
            <a:r>
              <a:rPr lang="en-US" altLang="ko-KR" sz="3600" spc="-434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&amp; OSI </a:t>
            </a:r>
            <a:r>
              <a:rPr lang="ko-KR" altLang="en-US" sz="3600" spc="-434" dirty="0">
                <a:solidFill>
                  <a:srgbClr val="001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모델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37ABF7D6-F53F-410C-81F2-A188E3D53B37}"/>
              </a:ext>
            </a:extLst>
          </p:cNvPr>
          <p:cNvSpPr/>
          <p:nvPr/>
        </p:nvSpPr>
        <p:spPr>
          <a:xfrm>
            <a:off x="1933896" y="2581274"/>
            <a:ext cx="5652770" cy="0"/>
          </a:xfrm>
          <a:custGeom>
            <a:avLst/>
            <a:gdLst/>
            <a:ahLst/>
            <a:cxnLst/>
            <a:rect l="l" t="t" r="r" b="b"/>
            <a:pathLst>
              <a:path w="5652770">
                <a:moveTo>
                  <a:pt x="0" y="0"/>
                </a:moveTo>
                <a:lnTo>
                  <a:pt x="5652643" y="0"/>
                </a:lnTo>
              </a:path>
            </a:pathLst>
          </a:custGeom>
          <a:ln w="9906">
            <a:solidFill>
              <a:srgbClr val="1E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6BC60C39-419C-4EC9-ADF7-E4967D01752D}"/>
              </a:ext>
            </a:extLst>
          </p:cNvPr>
          <p:cNvSpPr txBox="1"/>
          <p:nvPr/>
        </p:nvSpPr>
        <p:spPr>
          <a:xfrm>
            <a:off x="2110232" y="4681666"/>
            <a:ext cx="5814568" cy="103169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lang="ko-KR" altLang="en-US" sz="2800" spc="-254" dirty="0">
                <a:solidFill>
                  <a:srgbClr val="252525"/>
                </a:solidFill>
                <a:latin typeface="Batang"/>
                <a:cs typeface="Batang"/>
              </a:rPr>
              <a:t>①</a:t>
            </a:r>
            <a:r>
              <a:rPr lang="ko-KR" altLang="en-US" sz="2800" spc="3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en-US" altLang="ko-KR" sz="2800" spc="-200" dirty="0">
                <a:solidFill>
                  <a:srgbClr val="252525"/>
                </a:solidFill>
                <a:latin typeface="Batang"/>
                <a:cs typeface="Batang"/>
              </a:rPr>
              <a:t>TCP/IP</a:t>
            </a:r>
            <a:r>
              <a:rPr lang="ko-KR" altLang="en-US" sz="2800" spc="-30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285" dirty="0">
                <a:solidFill>
                  <a:srgbClr val="252525"/>
                </a:solidFill>
                <a:latin typeface="Batang"/>
                <a:cs typeface="Batang"/>
              </a:rPr>
              <a:t>프로토콜과</a:t>
            </a:r>
            <a:r>
              <a:rPr lang="ko-KR" altLang="en-US" sz="2800" spc="-32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en-US" altLang="ko-KR" sz="2800" spc="-114" dirty="0">
                <a:solidFill>
                  <a:srgbClr val="252525"/>
                </a:solidFill>
                <a:latin typeface="Batang"/>
                <a:cs typeface="Batang"/>
              </a:rPr>
              <a:t>OSI</a:t>
            </a:r>
            <a:r>
              <a:rPr lang="ko-KR" altLang="en-US" sz="2800" spc="-32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en-US" altLang="ko-KR" sz="2800" spc="-170" dirty="0">
                <a:solidFill>
                  <a:srgbClr val="252525"/>
                </a:solidFill>
                <a:latin typeface="Batang"/>
                <a:cs typeface="Batang"/>
              </a:rPr>
              <a:t>7</a:t>
            </a:r>
            <a:r>
              <a:rPr lang="ko-KR" altLang="en-US" sz="2800" spc="-170" dirty="0">
                <a:solidFill>
                  <a:srgbClr val="252525"/>
                </a:solidFill>
                <a:latin typeface="Batang"/>
                <a:cs typeface="Batang"/>
              </a:rPr>
              <a:t>계층</a:t>
            </a:r>
            <a:endParaRPr lang="ko-KR" altLang="en-US" sz="280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ko-KR" altLang="en-US" sz="2800" spc="-254" dirty="0">
                <a:solidFill>
                  <a:srgbClr val="252525"/>
                </a:solidFill>
                <a:latin typeface="Batang"/>
                <a:cs typeface="Batang"/>
              </a:rPr>
              <a:t>②</a:t>
            </a:r>
            <a:r>
              <a:rPr lang="ko-KR" altLang="en-US" sz="2800" spc="1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280" dirty="0">
                <a:solidFill>
                  <a:srgbClr val="252525"/>
                </a:solidFill>
                <a:latin typeface="Batang"/>
                <a:cs typeface="Batang"/>
              </a:rPr>
              <a:t>주소</a:t>
            </a:r>
            <a:r>
              <a:rPr lang="ko-KR" altLang="en-US" sz="2800" spc="-33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lang="ko-KR" altLang="en-US" sz="2800" spc="-325" dirty="0">
                <a:solidFill>
                  <a:srgbClr val="252525"/>
                </a:solidFill>
                <a:latin typeface="Batang"/>
                <a:cs typeface="Batang"/>
              </a:rPr>
              <a:t>지정</a:t>
            </a:r>
            <a:endParaRPr lang="ko-KR" altLang="en-US" sz="2800" dirty="0">
              <a:latin typeface="Batang"/>
              <a:cs typeface="Batang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07EBC541-5793-4F2D-9776-17889627DB75}"/>
              </a:ext>
            </a:extLst>
          </p:cNvPr>
          <p:cNvSpPr txBox="1"/>
          <p:nvPr/>
        </p:nvSpPr>
        <p:spPr>
          <a:xfrm>
            <a:off x="1338072" y="4052061"/>
            <a:ext cx="4914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0" dirty="0">
                <a:solidFill>
                  <a:srgbClr val="FFFFFF"/>
                </a:solidFill>
                <a:latin typeface="Batang"/>
                <a:cs typeface="Batang"/>
              </a:rPr>
              <a:t>2차시</a:t>
            </a:r>
            <a:endParaRPr sz="1600">
              <a:latin typeface="Batang"/>
              <a:cs typeface="Batang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F93770CC-7831-473E-AEBF-720BA32D8018}"/>
              </a:ext>
            </a:extLst>
          </p:cNvPr>
          <p:cNvSpPr txBox="1"/>
          <p:nvPr/>
        </p:nvSpPr>
        <p:spPr>
          <a:xfrm>
            <a:off x="2032000" y="3905757"/>
            <a:ext cx="475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spc="-430" dirty="0">
                <a:solidFill>
                  <a:srgbClr val="001F5F"/>
                </a:solidFill>
                <a:latin typeface="Malgun Gothic"/>
                <a:cs typeface="Malgun Gothic"/>
              </a:rPr>
              <a:t>TCP/IP</a:t>
            </a:r>
            <a:r>
              <a:rPr lang="ko-KR" altLang="en-US" sz="3600" b="1" spc="-430" dirty="0">
                <a:solidFill>
                  <a:srgbClr val="001F5F"/>
                </a:solidFill>
                <a:latin typeface="Malgun Gothic"/>
                <a:cs typeface="Malgun Gothic"/>
              </a:rPr>
              <a:t> 프로토콜 그룹</a:t>
            </a:r>
            <a:endParaRPr sz="3600" dirty="0">
              <a:latin typeface="Malgun Gothic"/>
              <a:cs typeface="Malgun Gothic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47D2EACF-8876-4E16-8EB5-3A7F843AF8DE}"/>
              </a:ext>
            </a:extLst>
          </p:cNvPr>
          <p:cNvSpPr/>
          <p:nvPr/>
        </p:nvSpPr>
        <p:spPr>
          <a:xfrm>
            <a:off x="1876389" y="4561713"/>
            <a:ext cx="5652770" cy="0"/>
          </a:xfrm>
          <a:custGeom>
            <a:avLst/>
            <a:gdLst/>
            <a:ahLst/>
            <a:cxnLst/>
            <a:rect l="l" t="t" r="r" b="b"/>
            <a:pathLst>
              <a:path w="5652770">
                <a:moveTo>
                  <a:pt x="0" y="0"/>
                </a:moveTo>
                <a:lnTo>
                  <a:pt x="5652643" y="0"/>
                </a:lnTo>
              </a:path>
            </a:pathLst>
          </a:custGeom>
          <a:ln w="9906">
            <a:solidFill>
              <a:srgbClr val="1E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3023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172BF34C-6320-4B50-88EA-E806FFC7B3C9}"/>
              </a:ext>
            </a:extLst>
          </p:cNvPr>
          <p:cNvSpPr/>
          <p:nvPr/>
        </p:nvSpPr>
        <p:spPr>
          <a:xfrm>
            <a:off x="1172735" y="2900934"/>
            <a:ext cx="1052652" cy="10561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74E7C7-FD92-4011-AF72-662427F91EAF}"/>
              </a:ext>
            </a:extLst>
          </p:cNvPr>
          <p:cNvSpPr/>
          <p:nvPr/>
        </p:nvSpPr>
        <p:spPr>
          <a:xfrm>
            <a:off x="1408980" y="2967335"/>
            <a:ext cx="99557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1.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프로토콜 계층화 </a:t>
            </a:r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&amp; OSI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모델</a:t>
            </a:r>
            <a:endParaRPr lang="en-US" altLang="ko-KR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8483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18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통신을 '계층'으로 나눌까?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148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통신은 케이블 신호 전달부터 응용 프로그램의 데이터 해석까지 수많은 일이 동시에 일어납니다. 이 모든 것을 하나의 거대한 프로그램으로 만들면 이해하기도, 고치기도 어렵습니다.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40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계층화(Layering)란?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952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통신 기능을 역할별로 나누어 </a:t>
            </a:r>
            <a:r>
              <a:rPr lang="en-US" sz="1500" b="1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개의 계층(layer)으로 쌓아 올리는 설계 방식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29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계층은 자기 역할만 책임지고, 바로 위·아래 계층하고만 약속된 방식으로 협력합니다.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26060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2606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(데이터 의미)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3101848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1018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(연결 관리)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3943096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94309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(경로 선택)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478434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478434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(프레임 전달)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5625592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56255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(신호 전송)</a:t>
            </a:r>
            <a:endParaRPr lang="en-US" sz="13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4AB086BF-C792-4416-B28A-776623A7131F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119D047-F324-4BF7-A5DA-AF60D91B4511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65417ACD-FCBB-466C-B28C-181E6158F0A8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endParaRPr lang="en-US" sz="26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3D5A13F9-B3F6-4574-A27E-34C84CF65B8B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41303" y="3598804"/>
            <a:ext cx="11026536" cy="3114647"/>
            <a:chOff x="602741" y="3402202"/>
            <a:chExt cx="10424160" cy="2944495"/>
          </a:xfrm>
        </p:grpSpPr>
        <p:sp>
          <p:nvSpPr>
            <p:cNvPr id="4" name="object 4"/>
            <p:cNvSpPr/>
            <p:nvPr/>
          </p:nvSpPr>
          <p:spPr>
            <a:xfrm>
              <a:off x="612266" y="3411854"/>
              <a:ext cx="10405110" cy="2925445"/>
            </a:xfrm>
            <a:custGeom>
              <a:avLst/>
              <a:gdLst/>
              <a:ahLst/>
              <a:cxnLst/>
              <a:rect l="l" t="t" r="r" b="b"/>
              <a:pathLst>
                <a:path w="10405110" h="2925445">
                  <a:moveTo>
                    <a:pt x="10299318" y="0"/>
                  </a:moveTo>
                  <a:lnTo>
                    <a:pt x="105803" y="0"/>
                  </a:lnTo>
                  <a:lnTo>
                    <a:pt x="64620" y="8314"/>
                  </a:lnTo>
                  <a:lnTo>
                    <a:pt x="30989" y="30988"/>
                  </a:lnTo>
                  <a:lnTo>
                    <a:pt x="8314" y="64615"/>
                  </a:lnTo>
                  <a:lnTo>
                    <a:pt x="0" y="105791"/>
                  </a:lnTo>
                  <a:lnTo>
                    <a:pt x="0" y="2819514"/>
                  </a:lnTo>
                  <a:lnTo>
                    <a:pt x="8314" y="2860697"/>
                  </a:lnTo>
                  <a:lnTo>
                    <a:pt x="30989" y="2894328"/>
                  </a:lnTo>
                  <a:lnTo>
                    <a:pt x="64620" y="2917003"/>
                  </a:lnTo>
                  <a:lnTo>
                    <a:pt x="105803" y="2925318"/>
                  </a:lnTo>
                  <a:lnTo>
                    <a:pt x="10299318" y="2925318"/>
                  </a:lnTo>
                  <a:lnTo>
                    <a:pt x="10340494" y="2917003"/>
                  </a:lnTo>
                  <a:lnTo>
                    <a:pt x="10374121" y="2894328"/>
                  </a:lnTo>
                  <a:lnTo>
                    <a:pt x="10396795" y="2860697"/>
                  </a:lnTo>
                  <a:lnTo>
                    <a:pt x="10405110" y="2819514"/>
                  </a:lnTo>
                  <a:lnTo>
                    <a:pt x="10405110" y="105791"/>
                  </a:lnTo>
                  <a:lnTo>
                    <a:pt x="10396795" y="64615"/>
                  </a:lnTo>
                  <a:lnTo>
                    <a:pt x="10374121" y="30988"/>
                  </a:lnTo>
                  <a:lnTo>
                    <a:pt x="10340494" y="8314"/>
                  </a:lnTo>
                  <a:lnTo>
                    <a:pt x="10299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5" name="object 5"/>
            <p:cNvSpPr/>
            <p:nvPr/>
          </p:nvSpPr>
          <p:spPr>
            <a:xfrm>
              <a:off x="602741" y="3402202"/>
              <a:ext cx="10424160" cy="2944495"/>
            </a:xfrm>
            <a:custGeom>
              <a:avLst/>
              <a:gdLst/>
              <a:ahLst/>
              <a:cxnLst/>
              <a:rect l="l" t="t" r="r" b="b"/>
              <a:pathLst>
                <a:path w="10424160" h="2944495">
                  <a:moveTo>
                    <a:pt x="14782" y="2800642"/>
                  </a:moveTo>
                  <a:lnTo>
                    <a:pt x="4267" y="2800642"/>
                  </a:lnTo>
                  <a:lnTo>
                    <a:pt x="0" y="2804909"/>
                  </a:lnTo>
                  <a:lnTo>
                    <a:pt x="0" y="2815450"/>
                  </a:lnTo>
                  <a:lnTo>
                    <a:pt x="4267" y="2819717"/>
                  </a:lnTo>
                  <a:lnTo>
                    <a:pt x="14782" y="2819717"/>
                  </a:lnTo>
                  <a:lnTo>
                    <a:pt x="19050" y="2815450"/>
                  </a:lnTo>
                  <a:lnTo>
                    <a:pt x="19050" y="2804909"/>
                  </a:lnTo>
                  <a:lnTo>
                    <a:pt x="14782" y="2800642"/>
                  </a:lnTo>
                  <a:close/>
                </a:path>
                <a:path w="10424160" h="2944495">
                  <a:moveTo>
                    <a:pt x="14782" y="2762529"/>
                  </a:moveTo>
                  <a:lnTo>
                    <a:pt x="4267" y="2762529"/>
                  </a:lnTo>
                  <a:lnTo>
                    <a:pt x="0" y="2766796"/>
                  </a:lnTo>
                  <a:lnTo>
                    <a:pt x="0" y="2777337"/>
                  </a:lnTo>
                  <a:lnTo>
                    <a:pt x="4267" y="2781592"/>
                  </a:lnTo>
                  <a:lnTo>
                    <a:pt x="14782" y="2781592"/>
                  </a:lnTo>
                  <a:lnTo>
                    <a:pt x="19050" y="2777337"/>
                  </a:lnTo>
                  <a:lnTo>
                    <a:pt x="19050" y="2766796"/>
                  </a:lnTo>
                  <a:lnTo>
                    <a:pt x="14782" y="2762529"/>
                  </a:lnTo>
                  <a:close/>
                </a:path>
                <a:path w="10424160" h="2944495">
                  <a:moveTo>
                    <a:pt x="14782" y="2724404"/>
                  </a:moveTo>
                  <a:lnTo>
                    <a:pt x="4267" y="2724404"/>
                  </a:lnTo>
                  <a:lnTo>
                    <a:pt x="0" y="2728671"/>
                  </a:lnTo>
                  <a:lnTo>
                    <a:pt x="0" y="2739212"/>
                  </a:lnTo>
                  <a:lnTo>
                    <a:pt x="4267" y="2743479"/>
                  </a:lnTo>
                  <a:lnTo>
                    <a:pt x="14782" y="2743479"/>
                  </a:lnTo>
                  <a:lnTo>
                    <a:pt x="19050" y="2739212"/>
                  </a:lnTo>
                  <a:lnTo>
                    <a:pt x="19050" y="2728671"/>
                  </a:lnTo>
                  <a:lnTo>
                    <a:pt x="14782" y="2724404"/>
                  </a:lnTo>
                  <a:close/>
                </a:path>
                <a:path w="10424160" h="2944495">
                  <a:moveTo>
                    <a:pt x="14782" y="2686291"/>
                  </a:moveTo>
                  <a:lnTo>
                    <a:pt x="4267" y="2686291"/>
                  </a:lnTo>
                  <a:lnTo>
                    <a:pt x="0" y="2690558"/>
                  </a:lnTo>
                  <a:lnTo>
                    <a:pt x="0" y="2701099"/>
                  </a:lnTo>
                  <a:lnTo>
                    <a:pt x="4267" y="2705354"/>
                  </a:lnTo>
                  <a:lnTo>
                    <a:pt x="14782" y="2705354"/>
                  </a:lnTo>
                  <a:lnTo>
                    <a:pt x="19050" y="2701099"/>
                  </a:lnTo>
                  <a:lnTo>
                    <a:pt x="19050" y="2690558"/>
                  </a:lnTo>
                  <a:lnTo>
                    <a:pt x="14782" y="2686291"/>
                  </a:lnTo>
                  <a:close/>
                </a:path>
                <a:path w="10424160" h="2944495">
                  <a:moveTo>
                    <a:pt x="14782" y="2648165"/>
                  </a:moveTo>
                  <a:lnTo>
                    <a:pt x="4267" y="2648165"/>
                  </a:lnTo>
                  <a:lnTo>
                    <a:pt x="0" y="2652433"/>
                  </a:lnTo>
                  <a:lnTo>
                    <a:pt x="0" y="2662974"/>
                  </a:lnTo>
                  <a:lnTo>
                    <a:pt x="4267" y="2667241"/>
                  </a:lnTo>
                  <a:lnTo>
                    <a:pt x="14782" y="2667241"/>
                  </a:lnTo>
                  <a:lnTo>
                    <a:pt x="19050" y="2662974"/>
                  </a:lnTo>
                  <a:lnTo>
                    <a:pt x="19050" y="2652433"/>
                  </a:lnTo>
                  <a:lnTo>
                    <a:pt x="14782" y="2648165"/>
                  </a:lnTo>
                  <a:close/>
                </a:path>
                <a:path w="10424160" h="2944495">
                  <a:moveTo>
                    <a:pt x="14782" y="2610053"/>
                  </a:moveTo>
                  <a:lnTo>
                    <a:pt x="4267" y="2610053"/>
                  </a:lnTo>
                  <a:lnTo>
                    <a:pt x="0" y="2614320"/>
                  </a:lnTo>
                  <a:lnTo>
                    <a:pt x="0" y="2624848"/>
                  </a:lnTo>
                  <a:lnTo>
                    <a:pt x="4267" y="2629115"/>
                  </a:lnTo>
                  <a:lnTo>
                    <a:pt x="14782" y="2629115"/>
                  </a:lnTo>
                  <a:lnTo>
                    <a:pt x="19050" y="2624848"/>
                  </a:lnTo>
                  <a:lnTo>
                    <a:pt x="19050" y="2614320"/>
                  </a:lnTo>
                  <a:lnTo>
                    <a:pt x="14782" y="2610053"/>
                  </a:lnTo>
                  <a:close/>
                </a:path>
                <a:path w="10424160" h="2944495">
                  <a:moveTo>
                    <a:pt x="14782" y="2571927"/>
                  </a:moveTo>
                  <a:lnTo>
                    <a:pt x="4267" y="2571927"/>
                  </a:lnTo>
                  <a:lnTo>
                    <a:pt x="0" y="2576195"/>
                  </a:lnTo>
                  <a:lnTo>
                    <a:pt x="0" y="2586736"/>
                  </a:lnTo>
                  <a:lnTo>
                    <a:pt x="4267" y="2591003"/>
                  </a:lnTo>
                  <a:lnTo>
                    <a:pt x="14782" y="2591003"/>
                  </a:lnTo>
                  <a:lnTo>
                    <a:pt x="19050" y="2586736"/>
                  </a:lnTo>
                  <a:lnTo>
                    <a:pt x="19050" y="2576195"/>
                  </a:lnTo>
                  <a:lnTo>
                    <a:pt x="14782" y="2571927"/>
                  </a:lnTo>
                  <a:close/>
                </a:path>
                <a:path w="10424160" h="2944495">
                  <a:moveTo>
                    <a:pt x="14782" y="2533815"/>
                  </a:moveTo>
                  <a:lnTo>
                    <a:pt x="4267" y="2533815"/>
                  </a:lnTo>
                  <a:lnTo>
                    <a:pt x="0" y="2538082"/>
                  </a:lnTo>
                  <a:lnTo>
                    <a:pt x="0" y="2548610"/>
                  </a:lnTo>
                  <a:lnTo>
                    <a:pt x="4267" y="2552877"/>
                  </a:lnTo>
                  <a:lnTo>
                    <a:pt x="14782" y="2552877"/>
                  </a:lnTo>
                  <a:lnTo>
                    <a:pt x="19050" y="2548610"/>
                  </a:lnTo>
                  <a:lnTo>
                    <a:pt x="19050" y="2538082"/>
                  </a:lnTo>
                  <a:lnTo>
                    <a:pt x="14782" y="2533815"/>
                  </a:lnTo>
                  <a:close/>
                </a:path>
                <a:path w="10424160" h="2944495">
                  <a:moveTo>
                    <a:pt x="14782" y="2495689"/>
                  </a:moveTo>
                  <a:lnTo>
                    <a:pt x="4267" y="2495689"/>
                  </a:lnTo>
                  <a:lnTo>
                    <a:pt x="0" y="2499956"/>
                  </a:lnTo>
                  <a:lnTo>
                    <a:pt x="0" y="2510497"/>
                  </a:lnTo>
                  <a:lnTo>
                    <a:pt x="4267" y="2514765"/>
                  </a:lnTo>
                  <a:lnTo>
                    <a:pt x="14782" y="2514765"/>
                  </a:lnTo>
                  <a:lnTo>
                    <a:pt x="19050" y="2510497"/>
                  </a:lnTo>
                  <a:lnTo>
                    <a:pt x="19050" y="2499956"/>
                  </a:lnTo>
                  <a:lnTo>
                    <a:pt x="14782" y="2495689"/>
                  </a:lnTo>
                  <a:close/>
                </a:path>
                <a:path w="10424160" h="2944495">
                  <a:moveTo>
                    <a:pt x="14782" y="2457577"/>
                  </a:moveTo>
                  <a:lnTo>
                    <a:pt x="4267" y="2457577"/>
                  </a:lnTo>
                  <a:lnTo>
                    <a:pt x="0" y="2461831"/>
                  </a:lnTo>
                  <a:lnTo>
                    <a:pt x="0" y="2472372"/>
                  </a:lnTo>
                  <a:lnTo>
                    <a:pt x="4267" y="2476639"/>
                  </a:lnTo>
                  <a:lnTo>
                    <a:pt x="14782" y="2476639"/>
                  </a:lnTo>
                  <a:lnTo>
                    <a:pt x="19050" y="2472372"/>
                  </a:lnTo>
                  <a:lnTo>
                    <a:pt x="19050" y="2461831"/>
                  </a:lnTo>
                  <a:lnTo>
                    <a:pt x="14782" y="2457577"/>
                  </a:lnTo>
                  <a:close/>
                </a:path>
                <a:path w="10424160" h="2944495">
                  <a:moveTo>
                    <a:pt x="14782" y="2419451"/>
                  </a:moveTo>
                  <a:lnTo>
                    <a:pt x="4267" y="2419451"/>
                  </a:lnTo>
                  <a:lnTo>
                    <a:pt x="0" y="2423718"/>
                  </a:lnTo>
                  <a:lnTo>
                    <a:pt x="0" y="2434259"/>
                  </a:lnTo>
                  <a:lnTo>
                    <a:pt x="4267" y="2438527"/>
                  </a:lnTo>
                  <a:lnTo>
                    <a:pt x="14782" y="2438527"/>
                  </a:lnTo>
                  <a:lnTo>
                    <a:pt x="19050" y="2434259"/>
                  </a:lnTo>
                  <a:lnTo>
                    <a:pt x="19050" y="2423718"/>
                  </a:lnTo>
                  <a:lnTo>
                    <a:pt x="14782" y="2419451"/>
                  </a:lnTo>
                  <a:close/>
                </a:path>
                <a:path w="10424160" h="2944495">
                  <a:moveTo>
                    <a:pt x="14782" y="2381338"/>
                  </a:moveTo>
                  <a:lnTo>
                    <a:pt x="4267" y="2381338"/>
                  </a:lnTo>
                  <a:lnTo>
                    <a:pt x="0" y="2385593"/>
                  </a:lnTo>
                  <a:lnTo>
                    <a:pt x="0" y="2396134"/>
                  </a:lnTo>
                  <a:lnTo>
                    <a:pt x="4267" y="2400401"/>
                  </a:lnTo>
                  <a:lnTo>
                    <a:pt x="14782" y="2400401"/>
                  </a:lnTo>
                  <a:lnTo>
                    <a:pt x="19050" y="2396134"/>
                  </a:lnTo>
                  <a:lnTo>
                    <a:pt x="19050" y="2385593"/>
                  </a:lnTo>
                  <a:lnTo>
                    <a:pt x="14782" y="2381338"/>
                  </a:lnTo>
                  <a:close/>
                </a:path>
                <a:path w="10424160" h="2944495">
                  <a:moveTo>
                    <a:pt x="14782" y="2343213"/>
                  </a:moveTo>
                  <a:lnTo>
                    <a:pt x="4267" y="2343213"/>
                  </a:lnTo>
                  <a:lnTo>
                    <a:pt x="0" y="2347480"/>
                  </a:lnTo>
                  <a:lnTo>
                    <a:pt x="0" y="2358021"/>
                  </a:lnTo>
                  <a:lnTo>
                    <a:pt x="4267" y="2362288"/>
                  </a:lnTo>
                  <a:lnTo>
                    <a:pt x="14782" y="2362288"/>
                  </a:lnTo>
                  <a:lnTo>
                    <a:pt x="19050" y="2358021"/>
                  </a:lnTo>
                  <a:lnTo>
                    <a:pt x="19050" y="2347480"/>
                  </a:lnTo>
                  <a:lnTo>
                    <a:pt x="14782" y="2343213"/>
                  </a:lnTo>
                  <a:close/>
                </a:path>
                <a:path w="10424160" h="2944495">
                  <a:moveTo>
                    <a:pt x="14782" y="2305100"/>
                  </a:moveTo>
                  <a:lnTo>
                    <a:pt x="4267" y="2305100"/>
                  </a:lnTo>
                  <a:lnTo>
                    <a:pt x="0" y="2309355"/>
                  </a:lnTo>
                  <a:lnTo>
                    <a:pt x="0" y="2319896"/>
                  </a:lnTo>
                  <a:lnTo>
                    <a:pt x="4267" y="2324163"/>
                  </a:lnTo>
                  <a:lnTo>
                    <a:pt x="14782" y="2324163"/>
                  </a:lnTo>
                  <a:lnTo>
                    <a:pt x="19050" y="2319896"/>
                  </a:lnTo>
                  <a:lnTo>
                    <a:pt x="19050" y="2309355"/>
                  </a:lnTo>
                  <a:lnTo>
                    <a:pt x="14782" y="2305100"/>
                  </a:lnTo>
                  <a:close/>
                </a:path>
                <a:path w="10424160" h="2944495">
                  <a:moveTo>
                    <a:pt x="14782" y="2266975"/>
                  </a:moveTo>
                  <a:lnTo>
                    <a:pt x="4267" y="2266975"/>
                  </a:lnTo>
                  <a:lnTo>
                    <a:pt x="0" y="2271242"/>
                  </a:lnTo>
                  <a:lnTo>
                    <a:pt x="0" y="2281783"/>
                  </a:lnTo>
                  <a:lnTo>
                    <a:pt x="4267" y="2286050"/>
                  </a:lnTo>
                  <a:lnTo>
                    <a:pt x="14782" y="2286050"/>
                  </a:lnTo>
                  <a:lnTo>
                    <a:pt x="19050" y="2281783"/>
                  </a:lnTo>
                  <a:lnTo>
                    <a:pt x="19050" y="2271242"/>
                  </a:lnTo>
                  <a:lnTo>
                    <a:pt x="14782" y="2266975"/>
                  </a:lnTo>
                  <a:close/>
                </a:path>
                <a:path w="10424160" h="2944495">
                  <a:moveTo>
                    <a:pt x="14782" y="2228862"/>
                  </a:moveTo>
                  <a:lnTo>
                    <a:pt x="4267" y="2228862"/>
                  </a:lnTo>
                  <a:lnTo>
                    <a:pt x="0" y="2233117"/>
                  </a:lnTo>
                  <a:lnTo>
                    <a:pt x="0" y="2243658"/>
                  </a:lnTo>
                  <a:lnTo>
                    <a:pt x="4267" y="2247925"/>
                  </a:lnTo>
                  <a:lnTo>
                    <a:pt x="14782" y="2247925"/>
                  </a:lnTo>
                  <a:lnTo>
                    <a:pt x="19050" y="2243658"/>
                  </a:lnTo>
                  <a:lnTo>
                    <a:pt x="19050" y="2233117"/>
                  </a:lnTo>
                  <a:lnTo>
                    <a:pt x="14782" y="2228862"/>
                  </a:lnTo>
                  <a:close/>
                </a:path>
                <a:path w="10424160" h="2944495">
                  <a:moveTo>
                    <a:pt x="14782" y="2190737"/>
                  </a:moveTo>
                  <a:lnTo>
                    <a:pt x="4267" y="2190737"/>
                  </a:lnTo>
                  <a:lnTo>
                    <a:pt x="0" y="2195004"/>
                  </a:lnTo>
                  <a:lnTo>
                    <a:pt x="0" y="2205545"/>
                  </a:lnTo>
                  <a:lnTo>
                    <a:pt x="4267" y="2209812"/>
                  </a:lnTo>
                  <a:lnTo>
                    <a:pt x="14782" y="2209812"/>
                  </a:lnTo>
                  <a:lnTo>
                    <a:pt x="19050" y="2205545"/>
                  </a:lnTo>
                  <a:lnTo>
                    <a:pt x="19050" y="2195004"/>
                  </a:lnTo>
                  <a:lnTo>
                    <a:pt x="14782" y="2190737"/>
                  </a:lnTo>
                  <a:close/>
                </a:path>
                <a:path w="10424160" h="2944495">
                  <a:moveTo>
                    <a:pt x="14782" y="2152624"/>
                  </a:moveTo>
                  <a:lnTo>
                    <a:pt x="4267" y="2152624"/>
                  </a:lnTo>
                  <a:lnTo>
                    <a:pt x="0" y="2156879"/>
                  </a:lnTo>
                  <a:lnTo>
                    <a:pt x="0" y="2167420"/>
                  </a:lnTo>
                  <a:lnTo>
                    <a:pt x="4267" y="2171687"/>
                  </a:lnTo>
                  <a:lnTo>
                    <a:pt x="14782" y="2171687"/>
                  </a:lnTo>
                  <a:lnTo>
                    <a:pt x="19050" y="2167420"/>
                  </a:lnTo>
                  <a:lnTo>
                    <a:pt x="19050" y="2156879"/>
                  </a:lnTo>
                  <a:lnTo>
                    <a:pt x="14782" y="2152624"/>
                  </a:lnTo>
                  <a:close/>
                </a:path>
                <a:path w="10424160" h="2944495">
                  <a:moveTo>
                    <a:pt x="14782" y="2114499"/>
                  </a:moveTo>
                  <a:lnTo>
                    <a:pt x="4267" y="2114499"/>
                  </a:lnTo>
                  <a:lnTo>
                    <a:pt x="0" y="2118766"/>
                  </a:lnTo>
                  <a:lnTo>
                    <a:pt x="0" y="2129307"/>
                  </a:lnTo>
                  <a:lnTo>
                    <a:pt x="4267" y="2133574"/>
                  </a:lnTo>
                  <a:lnTo>
                    <a:pt x="14782" y="2133574"/>
                  </a:lnTo>
                  <a:lnTo>
                    <a:pt x="19050" y="2129307"/>
                  </a:lnTo>
                  <a:lnTo>
                    <a:pt x="19050" y="2118766"/>
                  </a:lnTo>
                  <a:lnTo>
                    <a:pt x="14782" y="2114499"/>
                  </a:lnTo>
                  <a:close/>
                </a:path>
                <a:path w="10424160" h="2944495">
                  <a:moveTo>
                    <a:pt x="14782" y="2076386"/>
                  </a:moveTo>
                  <a:lnTo>
                    <a:pt x="4267" y="2076386"/>
                  </a:lnTo>
                  <a:lnTo>
                    <a:pt x="0" y="2080641"/>
                  </a:lnTo>
                  <a:lnTo>
                    <a:pt x="0" y="2091182"/>
                  </a:lnTo>
                  <a:lnTo>
                    <a:pt x="4267" y="2095449"/>
                  </a:lnTo>
                  <a:lnTo>
                    <a:pt x="14782" y="2095449"/>
                  </a:lnTo>
                  <a:lnTo>
                    <a:pt x="19050" y="2091182"/>
                  </a:lnTo>
                  <a:lnTo>
                    <a:pt x="19050" y="2080641"/>
                  </a:lnTo>
                  <a:lnTo>
                    <a:pt x="14782" y="2076386"/>
                  </a:lnTo>
                  <a:close/>
                </a:path>
                <a:path w="10424160" h="2944495">
                  <a:moveTo>
                    <a:pt x="14782" y="2038261"/>
                  </a:moveTo>
                  <a:lnTo>
                    <a:pt x="4267" y="2038261"/>
                  </a:lnTo>
                  <a:lnTo>
                    <a:pt x="0" y="2042528"/>
                  </a:lnTo>
                  <a:lnTo>
                    <a:pt x="0" y="2053069"/>
                  </a:lnTo>
                  <a:lnTo>
                    <a:pt x="4267" y="2057336"/>
                  </a:lnTo>
                  <a:lnTo>
                    <a:pt x="14782" y="2057336"/>
                  </a:lnTo>
                  <a:lnTo>
                    <a:pt x="19050" y="2053069"/>
                  </a:lnTo>
                  <a:lnTo>
                    <a:pt x="19050" y="2042528"/>
                  </a:lnTo>
                  <a:lnTo>
                    <a:pt x="14782" y="2038261"/>
                  </a:lnTo>
                  <a:close/>
                </a:path>
                <a:path w="10424160" h="2944495">
                  <a:moveTo>
                    <a:pt x="14782" y="2000148"/>
                  </a:moveTo>
                  <a:lnTo>
                    <a:pt x="4267" y="2000148"/>
                  </a:lnTo>
                  <a:lnTo>
                    <a:pt x="0" y="2004402"/>
                  </a:lnTo>
                  <a:lnTo>
                    <a:pt x="0" y="2014943"/>
                  </a:lnTo>
                  <a:lnTo>
                    <a:pt x="4267" y="2019211"/>
                  </a:lnTo>
                  <a:lnTo>
                    <a:pt x="14782" y="2019211"/>
                  </a:lnTo>
                  <a:lnTo>
                    <a:pt x="19050" y="2014943"/>
                  </a:lnTo>
                  <a:lnTo>
                    <a:pt x="19050" y="2004402"/>
                  </a:lnTo>
                  <a:lnTo>
                    <a:pt x="14782" y="2000148"/>
                  </a:lnTo>
                  <a:close/>
                </a:path>
                <a:path w="10424160" h="2944495">
                  <a:moveTo>
                    <a:pt x="14782" y="1962023"/>
                  </a:moveTo>
                  <a:lnTo>
                    <a:pt x="4267" y="1962023"/>
                  </a:lnTo>
                  <a:lnTo>
                    <a:pt x="0" y="1966290"/>
                  </a:lnTo>
                  <a:lnTo>
                    <a:pt x="0" y="1976831"/>
                  </a:lnTo>
                  <a:lnTo>
                    <a:pt x="4267" y="1981098"/>
                  </a:lnTo>
                  <a:lnTo>
                    <a:pt x="14782" y="1981098"/>
                  </a:lnTo>
                  <a:lnTo>
                    <a:pt x="19050" y="1976831"/>
                  </a:lnTo>
                  <a:lnTo>
                    <a:pt x="19050" y="1966290"/>
                  </a:lnTo>
                  <a:lnTo>
                    <a:pt x="14782" y="1962023"/>
                  </a:lnTo>
                  <a:close/>
                </a:path>
                <a:path w="10424160" h="2944495">
                  <a:moveTo>
                    <a:pt x="14782" y="1923910"/>
                  </a:moveTo>
                  <a:lnTo>
                    <a:pt x="4267" y="1923910"/>
                  </a:lnTo>
                  <a:lnTo>
                    <a:pt x="0" y="1928164"/>
                  </a:lnTo>
                  <a:lnTo>
                    <a:pt x="0" y="1938705"/>
                  </a:lnTo>
                  <a:lnTo>
                    <a:pt x="4267" y="1942973"/>
                  </a:lnTo>
                  <a:lnTo>
                    <a:pt x="14782" y="1942973"/>
                  </a:lnTo>
                  <a:lnTo>
                    <a:pt x="19050" y="1938705"/>
                  </a:lnTo>
                  <a:lnTo>
                    <a:pt x="19050" y="1928164"/>
                  </a:lnTo>
                  <a:lnTo>
                    <a:pt x="14782" y="1923910"/>
                  </a:lnTo>
                  <a:close/>
                </a:path>
                <a:path w="10424160" h="2944495">
                  <a:moveTo>
                    <a:pt x="14782" y="1885784"/>
                  </a:moveTo>
                  <a:lnTo>
                    <a:pt x="4267" y="1885784"/>
                  </a:lnTo>
                  <a:lnTo>
                    <a:pt x="0" y="1890052"/>
                  </a:lnTo>
                  <a:lnTo>
                    <a:pt x="0" y="1900593"/>
                  </a:lnTo>
                  <a:lnTo>
                    <a:pt x="4267" y="1904860"/>
                  </a:lnTo>
                  <a:lnTo>
                    <a:pt x="14782" y="1904860"/>
                  </a:lnTo>
                  <a:lnTo>
                    <a:pt x="19050" y="1900593"/>
                  </a:lnTo>
                  <a:lnTo>
                    <a:pt x="19050" y="1890052"/>
                  </a:lnTo>
                  <a:lnTo>
                    <a:pt x="14782" y="1885784"/>
                  </a:lnTo>
                  <a:close/>
                </a:path>
                <a:path w="10424160" h="2944495">
                  <a:moveTo>
                    <a:pt x="14782" y="1847659"/>
                  </a:moveTo>
                  <a:lnTo>
                    <a:pt x="4267" y="1847659"/>
                  </a:lnTo>
                  <a:lnTo>
                    <a:pt x="0" y="1851926"/>
                  </a:lnTo>
                  <a:lnTo>
                    <a:pt x="0" y="1862467"/>
                  </a:lnTo>
                  <a:lnTo>
                    <a:pt x="4267" y="1866734"/>
                  </a:lnTo>
                  <a:lnTo>
                    <a:pt x="14782" y="1866734"/>
                  </a:lnTo>
                  <a:lnTo>
                    <a:pt x="19050" y="1862467"/>
                  </a:lnTo>
                  <a:lnTo>
                    <a:pt x="19050" y="1851926"/>
                  </a:lnTo>
                  <a:lnTo>
                    <a:pt x="14782" y="1847659"/>
                  </a:lnTo>
                  <a:close/>
                </a:path>
                <a:path w="10424160" h="2944495">
                  <a:moveTo>
                    <a:pt x="14782" y="1809546"/>
                  </a:moveTo>
                  <a:lnTo>
                    <a:pt x="4267" y="1809546"/>
                  </a:lnTo>
                  <a:lnTo>
                    <a:pt x="0" y="1813814"/>
                  </a:lnTo>
                  <a:lnTo>
                    <a:pt x="0" y="1824355"/>
                  </a:lnTo>
                  <a:lnTo>
                    <a:pt x="4267" y="1828609"/>
                  </a:lnTo>
                  <a:lnTo>
                    <a:pt x="14782" y="1828609"/>
                  </a:lnTo>
                  <a:lnTo>
                    <a:pt x="19050" y="1824355"/>
                  </a:lnTo>
                  <a:lnTo>
                    <a:pt x="19050" y="1813814"/>
                  </a:lnTo>
                  <a:lnTo>
                    <a:pt x="14782" y="1809546"/>
                  </a:lnTo>
                  <a:close/>
                </a:path>
                <a:path w="10424160" h="2944495">
                  <a:moveTo>
                    <a:pt x="14782" y="1771396"/>
                  </a:moveTo>
                  <a:lnTo>
                    <a:pt x="4267" y="1771396"/>
                  </a:lnTo>
                  <a:lnTo>
                    <a:pt x="0" y="1775714"/>
                  </a:lnTo>
                  <a:lnTo>
                    <a:pt x="0" y="1786255"/>
                  </a:lnTo>
                  <a:lnTo>
                    <a:pt x="4267" y="1790446"/>
                  </a:lnTo>
                  <a:lnTo>
                    <a:pt x="14782" y="1790446"/>
                  </a:lnTo>
                  <a:lnTo>
                    <a:pt x="19050" y="1786255"/>
                  </a:lnTo>
                  <a:lnTo>
                    <a:pt x="19050" y="1775714"/>
                  </a:lnTo>
                  <a:lnTo>
                    <a:pt x="14782" y="1771396"/>
                  </a:lnTo>
                  <a:close/>
                </a:path>
                <a:path w="10424160" h="2944495">
                  <a:moveTo>
                    <a:pt x="14782" y="1733296"/>
                  </a:moveTo>
                  <a:lnTo>
                    <a:pt x="4267" y="1733296"/>
                  </a:lnTo>
                  <a:lnTo>
                    <a:pt x="0" y="1737614"/>
                  </a:lnTo>
                  <a:lnTo>
                    <a:pt x="0" y="1748155"/>
                  </a:lnTo>
                  <a:lnTo>
                    <a:pt x="4267" y="1752346"/>
                  </a:lnTo>
                  <a:lnTo>
                    <a:pt x="14782" y="1752346"/>
                  </a:lnTo>
                  <a:lnTo>
                    <a:pt x="19050" y="1748155"/>
                  </a:lnTo>
                  <a:lnTo>
                    <a:pt x="19050" y="1737614"/>
                  </a:lnTo>
                  <a:lnTo>
                    <a:pt x="14782" y="1733296"/>
                  </a:lnTo>
                  <a:close/>
                </a:path>
                <a:path w="10424160" h="2944495">
                  <a:moveTo>
                    <a:pt x="14782" y="1695196"/>
                  </a:moveTo>
                  <a:lnTo>
                    <a:pt x="4267" y="1695196"/>
                  </a:lnTo>
                  <a:lnTo>
                    <a:pt x="0" y="1699514"/>
                  </a:lnTo>
                  <a:lnTo>
                    <a:pt x="0" y="1710055"/>
                  </a:lnTo>
                  <a:lnTo>
                    <a:pt x="4267" y="1714246"/>
                  </a:lnTo>
                  <a:lnTo>
                    <a:pt x="14782" y="1714246"/>
                  </a:lnTo>
                  <a:lnTo>
                    <a:pt x="19050" y="1710055"/>
                  </a:lnTo>
                  <a:lnTo>
                    <a:pt x="19050" y="1699514"/>
                  </a:lnTo>
                  <a:lnTo>
                    <a:pt x="14782" y="1695196"/>
                  </a:lnTo>
                  <a:close/>
                </a:path>
                <a:path w="10424160" h="2944495">
                  <a:moveTo>
                    <a:pt x="14782" y="1657096"/>
                  </a:moveTo>
                  <a:lnTo>
                    <a:pt x="4267" y="1657096"/>
                  </a:lnTo>
                  <a:lnTo>
                    <a:pt x="0" y="1661287"/>
                  </a:lnTo>
                  <a:lnTo>
                    <a:pt x="0" y="1671828"/>
                  </a:lnTo>
                  <a:lnTo>
                    <a:pt x="4267" y="1676146"/>
                  </a:lnTo>
                  <a:lnTo>
                    <a:pt x="14782" y="1676146"/>
                  </a:lnTo>
                  <a:lnTo>
                    <a:pt x="19050" y="1671828"/>
                  </a:lnTo>
                  <a:lnTo>
                    <a:pt x="19050" y="1661287"/>
                  </a:lnTo>
                  <a:lnTo>
                    <a:pt x="14782" y="1657096"/>
                  </a:lnTo>
                  <a:close/>
                </a:path>
                <a:path w="10424160" h="2944495">
                  <a:moveTo>
                    <a:pt x="14782" y="1618996"/>
                  </a:moveTo>
                  <a:lnTo>
                    <a:pt x="4267" y="1618996"/>
                  </a:lnTo>
                  <a:lnTo>
                    <a:pt x="0" y="1623187"/>
                  </a:lnTo>
                  <a:lnTo>
                    <a:pt x="0" y="1633728"/>
                  </a:lnTo>
                  <a:lnTo>
                    <a:pt x="4267" y="1638046"/>
                  </a:lnTo>
                  <a:lnTo>
                    <a:pt x="14782" y="1638046"/>
                  </a:lnTo>
                  <a:lnTo>
                    <a:pt x="19050" y="1633728"/>
                  </a:lnTo>
                  <a:lnTo>
                    <a:pt x="19050" y="1623187"/>
                  </a:lnTo>
                  <a:lnTo>
                    <a:pt x="14782" y="1618996"/>
                  </a:lnTo>
                  <a:close/>
                </a:path>
                <a:path w="10424160" h="2944495">
                  <a:moveTo>
                    <a:pt x="14782" y="1580896"/>
                  </a:moveTo>
                  <a:lnTo>
                    <a:pt x="4267" y="1580896"/>
                  </a:lnTo>
                  <a:lnTo>
                    <a:pt x="0" y="1585087"/>
                  </a:lnTo>
                  <a:lnTo>
                    <a:pt x="0" y="1595628"/>
                  </a:lnTo>
                  <a:lnTo>
                    <a:pt x="4267" y="1599946"/>
                  </a:lnTo>
                  <a:lnTo>
                    <a:pt x="14782" y="1599946"/>
                  </a:lnTo>
                  <a:lnTo>
                    <a:pt x="19050" y="1595628"/>
                  </a:lnTo>
                  <a:lnTo>
                    <a:pt x="19050" y="1585087"/>
                  </a:lnTo>
                  <a:lnTo>
                    <a:pt x="14782" y="1580896"/>
                  </a:lnTo>
                  <a:close/>
                </a:path>
                <a:path w="10424160" h="2944495">
                  <a:moveTo>
                    <a:pt x="14782" y="1542669"/>
                  </a:moveTo>
                  <a:lnTo>
                    <a:pt x="4267" y="1542669"/>
                  </a:lnTo>
                  <a:lnTo>
                    <a:pt x="0" y="1546987"/>
                  </a:lnTo>
                  <a:lnTo>
                    <a:pt x="0" y="1557528"/>
                  </a:lnTo>
                  <a:lnTo>
                    <a:pt x="4267" y="1561846"/>
                  </a:lnTo>
                  <a:lnTo>
                    <a:pt x="14782" y="1561846"/>
                  </a:lnTo>
                  <a:lnTo>
                    <a:pt x="19050" y="1557528"/>
                  </a:lnTo>
                  <a:lnTo>
                    <a:pt x="19050" y="1546987"/>
                  </a:lnTo>
                  <a:lnTo>
                    <a:pt x="14782" y="1542669"/>
                  </a:lnTo>
                  <a:close/>
                </a:path>
                <a:path w="10424160" h="2944495">
                  <a:moveTo>
                    <a:pt x="14782" y="1504569"/>
                  </a:moveTo>
                  <a:lnTo>
                    <a:pt x="4267" y="1504569"/>
                  </a:lnTo>
                  <a:lnTo>
                    <a:pt x="0" y="1508887"/>
                  </a:lnTo>
                  <a:lnTo>
                    <a:pt x="0" y="1519428"/>
                  </a:lnTo>
                  <a:lnTo>
                    <a:pt x="4267" y="1523619"/>
                  </a:lnTo>
                  <a:lnTo>
                    <a:pt x="14782" y="1523619"/>
                  </a:lnTo>
                  <a:lnTo>
                    <a:pt x="19050" y="1519428"/>
                  </a:lnTo>
                  <a:lnTo>
                    <a:pt x="19050" y="1508887"/>
                  </a:lnTo>
                  <a:lnTo>
                    <a:pt x="14782" y="1504569"/>
                  </a:lnTo>
                  <a:close/>
                </a:path>
                <a:path w="10424160" h="2944495">
                  <a:moveTo>
                    <a:pt x="14782" y="1466469"/>
                  </a:moveTo>
                  <a:lnTo>
                    <a:pt x="4267" y="1466469"/>
                  </a:lnTo>
                  <a:lnTo>
                    <a:pt x="0" y="1470787"/>
                  </a:lnTo>
                  <a:lnTo>
                    <a:pt x="0" y="1481328"/>
                  </a:lnTo>
                  <a:lnTo>
                    <a:pt x="4267" y="1485519"/>
                  </a:lnTo>
                  <a:lnTo>
                    <a:pt x="14782" y="1485519"/>
                  </a:lnTo>
                  <a:lnTo>
                    <a:pt x="19050" y="1481328"/>
                  </a:lnTo>
                  <a:lnTo>
                    <a:pt x="19050" y="1470787"/>
                  </a:lnTo>
                  <a:lnTo>
                    <a:pt x="14782" y="1466469"/>
                  </a:lnTo>
                  <a:close/>
                </a:path>
                <a:path w="10424160" h="2944495">
                  <a:moveTo>
                    <a:pt x="14782" y="1428369"/>
                  </a:moveTo>
                  <a:lnTo>
                    <a:pt x="4267" y="1428369"/>
                  </a:lnTo>
                  <a:lnTo>
                    <a:pt x="0" y="1432560"/>
                  </a:lnTo>
                  <a:lnTo>
                    <a:pt x="0" y="1443101"/>
                  </a:lnTo>
                  <a:lnTo>
                    <a:pt x="4267" y="1447419"/>
                  </a:lnTo>
                  <a:lnTo>
                    <a:pt x="14782" y="1447419"/>
                  </a:lnTo>
                  <a:lnTo>
                    <a:pt x="19050" y="1443101"/>
                  </a:lnTo>
                  <a:lnTo>
                    <a:pt x="19050" y="1432560"/>
                  </a:lnTo>
                  <a:lnTo>
                    <a:pt x="14782" y="1428369"/>
                  </a:lnTo>
                  <a:close/>
                </a:path>
                <a:path w="10424160" h="2944495">
                  <a:moveTo>
                    <a:pt x="14782" y="1390269"/>
                  </a:moveTo>
                  <a:lnTo>
                    <a:pt x="4267" y="1390269"/>
                  </a:lnTo>
                  <a:lnTo>
                    <a:pt x="0" y="1394460"/>
                  </a:lnTo>
                  <a:lnTo>
                    <a:pt x="0" y="1405001"/>
                  </a:lnTo>
                  <a:lnTo>
                    <a:pt x="4267" y="1409319"/>
                  </a:lnTo>
                  <a:lnTo>
                    <a:pt x="14782" y="1409319"/>
                  </a:lnTo>
                  <a:lnTo>
                    <a:pt x="19050" y="1405001"/>
                  </a:lnTo>
                  <a:lnTo>
                    <a:pt x="19050" y="1394460"/>
                  </a:lnTo>
                  <a:lnTo>
                    <a:pt x="14782" y="1390269"/>
                  </a:lnTo>
                  <a:close/>
                </a:path>
                <a:path w="10424160" h="2944495">
                  <a:moveTo>
                    <a:pt x="14782" y="1352169"/>
                  </a:moveTo>
                  <a:lnTo>
                    <a:pt x="4267" y="1352169"/>
                  </a:lnTo>
                  <a:lnTo>
                    <a:pt x="0" y="1356360"/>
                  </a:lnTo>
                  <a:lnTo>
                    <a:pt x="0" y="1366901"/>
                  </a:lnTo>
                  <a:lnTo>
                    <a:pt x="4267" y="1371219"/>
                  </a:lnTo>
                  <a:lnTo>
                    <a:pt x="14782" y="1371219"/>
                  </a:lnTo>
                  <a:lnTo>
                    <a:pt x="19050" y="1366901"/>
                  </a:lnTo>
                  <a:lnTo>
                    <a:pt x="19050" y="1356360"/>
                  </a:lnTo>
                  <a:lnTo>
                    <a:pt x="14782" y="1352169"/>
                  </a:lnTo>
                  <a:close/>
                </a:path>
                <a:path w="10424160" h="2944495">
                  <a:moveTo>
                    <a:pt x="14782" y="1313942"/>
                  </a:moveTo>
                  <a:lnTo>
                    <a:pt x="4267" y="1313942"/>
                  </a:lnTo>
                  <a:lnTo>
                    <a:pt x="0" y="1318260"/>
                  </a:lnTo>
                  <a:lnTo>
                    <a:pt x="0" y="1328801"/>
                  </a:lnTo>
                  <a:lnTo>
                    <a:pt x="4267" y="1333119"/>
                  </a:lnTo>
                  <a:lnTo>
                    <a:pt x="14782" y="1333119"/>
                  </a:lnTo>
                  <a:lnTo>
                    <a:pt x="19050" y="1328801"/>
                  </a:lnTo>
                  <a:lnTo>
                    <a:pt x="19050" y="1318260"/>
                  </a:lnTo>
                  <a:lnTo>
                    <a:pt x="14782" y="1313942"/>
                  </a:lnTo>
                  <a:close/>
                </a:path>
                <a:path w="10424160" h="2944495">
                  <a:moveTo>
                    <a:pt x="14782" y="1275842"/>
                  </a:moveTo>
                  <a:lnTo>
                    <a:pt x="4267" y="1275842"/>
                  </a:lnTo>
                  <a:lnTo>
                    <a:pt x="0" y="1280160"/>
                  </a:lnTo>
                  <a:lnTo>
                    <a:pt x="0" y="1290701"/>
                  </a:lnTo>
                  <a:lnTo>
                    <a:pt x="4267" y="1294892"/>
                  </a:lnTo>
                  <a:lnTo>
                    <a:pt x="14782" y="1294892"/>
                  </a:lnTo>
                  <a:lnTo>
                    <a:pt x="19050" y="1290701"/>
                  </a:lnTo>
                  <a:lnTo>
                    <a:pt x="19050" y="1280160"/>
                  </a:lnTo>
                  <a:lnTo>
                    <a:pt x="14782" y="1275842"/>
                  </a:lnTo>
                  <a:close/>
                </a:path>
                <a:path w="10424160" h="2944495">
                  <a:moveTo>
                    <a:pt x="14782" y="1237742"/>
                  </a:moveTo>
                  <a:lnTo>
                    <a:pt x="4267" y="1237742"/>
                  </a:lnTo>
                  <a:lnTo>
                    <a:pt x="0" y="1242060"/>
                  </a:lnTo>
                  <a:lnTo>
                    <a:pt x="0" y="1252601"/>
                  </a:lnTo>
                  <a:lnTo>
                    <a:pt x="4267" y="1256792"/>
                  </a:lnTo>
                  <a:lnTo>
                    <a:pt x="14782" y="1256792"/>
                  </a:lnTo>
                  <a:lnTo>
                    <a:pt x="19050" y="1252601"/>
                  </a:lnTo>
                  <a:lnTo>
                    <a:pt x="19050" y="1242060"/>
                  </a:lnTo>
                  <a:lnTo>
                    <a:pt x="14782" y="1237742"/>
                  </a:lnTo>
                  <a:close/>
                </a:path>
                <a:path w="10424160" h="2944495">
                  <a:moveTo>
                    <a:pt x="14782" y="1199642"/>
                  </a:moveTo>
                  <a:lnTo>
                    <a:pt x="4267" y="1199642"/>
                  </a:lnTo>
                  <a:lnTo>
                    <a:pt x="0" y="1203960"/>
                  </a:lnTo>
                  <a:lnTo>
                    <a:pt x="0" y="1214501"/>
                  </a:lnTo>
                  <a:lnTo>
                    <a:pt x="4267" y="1218692"/>
                  </a:lnTo>
                  <a:lnTo>
                    <a:pt x="14782" y="1218692"/>
                  </a:lnTo>
                  <a:lnTo>
                    <a:pt x="19050" y="1214501"/>
                  </a:lnTo>
                  <a:lnTo>
                    <a:pt x="19050" y="1203960"/>
                  </a:lnTo>
                  <a:lnTo>
                    <a:pt x="14782" y="1199642"/>
                  </a:lnTo>
                  <a:close/>
                </a:path>
                <a:path w="10424160" h="2944495">
                  <a:moveTo>
                    <a:pt x="14782" y="1161542"/>
                  </a:moveTo>
                  <a:lnTo>
                    <a:pt x="4267" y="1161542"/>
                  </a:lnTo>
                  <a:lnTo>
                    <a:pt x="0" y="1165733"/>
                  </a:lnTo>
                  <a:lnTo>
                    <a:pt x="0" y="1176274"/>
                  </a:lnTo>
                  <a:lnTo>
                    <a:pt x="4267" y="1180592"/>
                  </a:lnTo>
                  <a:lnTo>
                    <a:pt x="14782" y="1180592"/>
                  </a:lnTo>
                  <a:lnTo>
                    <a:pt x="19050" y="1176274"/>
                  </a:lnTo>
                  <a:lnTo>
                    <a:pt x="19050" y="1165733"/>
                  </a:lnTo>
                  <a:lnTo>
                    <a:pt x="14782" y="1161542"/>
                  </a:lnTo>
                  <a:close/>
                </a:path>
                <a:path w="10424160" h="2944495">
                  <a:moveTo>
                    <a:pt x="14782" y="1123442"/>
                  </a:moveTo>
                  <a:lnTo>
                    <a:pt x="4267" y="1123442"/>
                  </a:lnTo>
                  <a:lnTo>
                    <a:pt x="0" y="1127633"/>
                  </a:lnTo>
                  <a:lnTo>
                    <a:pt x="0" y="1138174"/>
                  </a:lnTo>
                  <a:lnTo>
                    <a:pt x="4267" y="1142492"/>
                  </a:lnTo>
                  <a:lnTo>
                    <a:pt x="14782" y="1142492"/>
                  </a:lnTo>
                  <a:lnTo>
                    <a:pt x="19050" y="1138174"/>
                  </a:lnTo>
                  <a:lnTo>
                    <a:pt x="19050" y="1127633"/>
                  </a:lnTo>
                  <a:lnTo>
                    <a:pt x="14782" y="1123442"/>
                  </a:lnTo>
                  <a:close/>
                </a:path>
                <a:path w="10424160" h="2944495">
                  <a:moveTo>
                    <a:pt x="14782" y="1085342"/>
                  </a:moveTo>
                  <a:lnTo>
                    <a:pt x="4267" y="1085342"/>
                  </a:lnTo>
                  <a:lnTo>
                    <a:pt x="0" y="1089533"/>
                  </a:lnTo>
                  <a:lnTo>
                    <a:pt x="0" y="1100074"/>
                  </a:lnTo>
                  <a:lnTo>
                    <a:pt x="4267" y="1104392"/>
                  </a:lnTo>
                  <a:lnTo>
                    <a:pt x="14782" y="1104392"/>
                  </a:lnTo>
                  <a:lnTo>
                    <a:pt x="19050" y="1100074"/>
                  </a:lnTo>
                  <a:lnTo>
                    <a:pt x="19050" y="1089533"/>
                  </a:lnTo>
                  <a:lnTo>
                    <a:pt x="14782" y="1085342"/>
                  </a:lnTo>
                  <a:close/>
                </a:path>
                <a:path w="10424160" h="2944495">
                  <a:moveTo>
                    <a:pt x="14782" y="1047115"/>
                  </a:moveTo>
                  <a:lnTo>
                    <a:pt x="4267" y="1047115"/>
                  </a:lnTo>
                  <a:lnTo>
                    <a:pt x="0" y="1051433"/>
                  </a:lnTo>
                  <a:lnTo>
                    <a:pt x="0" y="1061974"/>
                  </a:lnTo>
                  <a:lnTo>
                    <a:pt x="4267" y="1066292"/>
                  </a:lnTo>
                  <a:lnTo>
                    <a:pt x="14782" y="1066292"/>
                  </a:lnTo>
                  <a:lnTo>
                    <a:pt x="19050" y="1061974"/>
                  </a:lnTo>
                  <a:lnTo>
                    <a:pt x="19050" y="1056767"/>
                  </a:lnTo>
                  <a:lnTo>
                    <a:pt x="6350" y="1056767"/>
                  </a:lnTo>
                  <a:lnTo>
                    <a:pt x="6350" y="1056640"/>
                  </a:lnTo>
                  <a:lnTo>
                    <a:pt x="19050" y="1056640"/>
                  </a:lnTo>
                  <a:lnTo>
                    <a:pt x="19050" y="1051433"/>
                  </a:lnTo>
                  <a:lnTo>
                    <a:pt x="14782" y="1047115"/>
                  </a:lnTo>
                  <a:close/>
                </a:path>
                <a:path w="10424160" h="2944495">
                  <a:moveTo>
                    <a:pt x="19050" y="1056640"/>
                  </a:moveTo>
                  <a:lnTo>
                    <a:pt x="12700" y="1056640"/>
                  </a:lnTo>
                  <a:lnTo>
                    <a:pt x="12700" y="1056767"/>
                  </a:lnTo>
                  <a:lnTo>
                    <a:pt x="19050" y="1056767"/>
                  </a:lnTo>
                  <a:lnTo>
                    <a:pt x="19050" y="1056640"/>
                  </a:lnTo>
                  <a:close/>
                </a:path>
                <a:path w="10424160" h="2944495">
                  <a:moveTo>
                    <a:pt x="14782" y="1009015"/>
                  </a:moveTo>
                  <a:lnTo>
                    <a:pt x="4267" y="1009015"/>
                  </a:lnTo>
                  <a:lnTo>
                    <a:pt x="0" y="1013333"/>
                  </a:lnTo>
                  <a:lnTo>
                    <a:pt x="0" y="1023874"/>
                  </a:lnTo>
                  <a:lnTo>
                    <a:pt x="4267" y="1028065"/>
                  </a:lnTo>
                  <a:lnTo>
                    <a:pt x="14782" y="1028065"/>
                  </a:lnTo>
                  <a:lnTo>
                    <a:pt x="19050" y="1023874"/>
                  </a:lnTo>
                  <a:lnTo>
                    <a:pt x="19050" y="1013333"/>
                  </a:lnTo>
                  <a:lnTo>
                    <a:pt x="14782" y="1009015"/>
                  </a:lnTo>
                  <a:close/>
                </a:path>
                <a:path w="10424160" h="2944495">
                  <a:moveTo>
                    <a:pt x="14782" y="970915"/>
                  </a:moveTo>
                  <a:lnTo>
                    <a:pt x="4267" y="970915"/>
                  </a:lnTo>
                  <a:lnTo>
                    <a:pt x="0" y="975233"/>
                  </a:lnTo>
                  <a:lnTo>
                    <a:pt x="0" y="985774"/>
                  </a:lnTo>
                  <a:lnTo>
                    <a:pt x="4267" y="989965"/>
                  </a:lnTo>
                  <a:lnTo>
                    <a:pt x="14782" y="989965"/>
                  </a:lnTo>
                  <a:lnTo>
                    <a:pt x="19050" y="985774"/>
                  </a:lnTo>
                  <a:lnTo>
                    <a:pt x="19050" y="975233"/>
                  </a:lnTo>
                  <a:lnTo>
                    <a:pt x="14782" y="970915"/>
                  </a:lnTo>
                  <a:close/>
                </a:path>
                <a:path w="10424160" h="2944495">
                  <a:moveTo>
                    <a:pt x="14782" y="932815"/>
                  </a:moveTo>
                  <a:lnTo>
                    <a:pt x="4267" y="932815"/>
                  </a:lnTo>
                  <a:lnTo>
                    <a:pt x="0" y="937133"/>
                  </a:lnTo>
                  <a:lnTo>
                    <a:pt x="0" y="947674"/>
                  </a:lnTo>
                  <a:lnTo>
                    <a:pt x="4267" y="951865"/>
                  </a:lnTo>
                  <a:lnTo>
                    <a:pt x="14782" y="951865"/>
                  </a:lnTo>
                  <a:lnTo>
                    <a:pt x="19050" y="947674"/>
                  </a:lnTo>
                  <a:lnTo>
                    <a:pt x="19050" y="937133"/>
                  </a:lnTo>
                  <a:lnTo>
                    <a:pt x="14782" y="932815"/>
                  </a:lnTo>
                  <a:close/>
                </a:path>
                <a:path w="10424160" h="2944495">
                  <a:moveTo>
                    <a:pt x="14782" y="894715"/>
                  </a:moveTo>
                  <a:lnTo>
                    <a:pt x="4267" y="894715"/>
                  </a:lnTo>
                  <a:lnTo>
                    <a:pt x="0" y="898906"/>
                  </a:lnTo>
                  <a:lnTo>
                    <a:pt x="0" y="909447"/>
                  </a:lnTo>
                  <a:lnTo>
                    <a:pt x="4267" y="913765"/>
                  </a:lnTo>
                  <a:lnTo>
                    <a:pt x="14782" y="913765"/>
                  </a:lnTo>
                  <a:lnTo>
                    <a:pt x="19050" y="909447"/>
                  </a:lnTo>
                  <a:lnTo>
                    <a:pt x="19050" y="898906"/>
                  </a:lnTo>
                  <a:lnTo>
                    <a:pt x="14782" y="894715"/>
                  </a:lnTo>
                  <a:close/>
                </a:path>
                <a:path w="10424160" h="2944495">
                  <a:moveTo>
                    <a:pt x="14782" y="856615"/>
                  </a:moveTo>
                  <a:lnTo>
                    <a:pt x="4267" y="856615"/>
                  </a:lnTo>
                  <a:lnTo>
                    <a:pt x="0" y="860806"/>
                  </a:lnTo>
                  <a:lnTo>
                    <a:pt x="0" y="871347"/>
                  </a:lnTo>
                  <a:lnTo>
                    <a:pt x="4267" y="875665"/>
                  </a:lnTo>
                  <a:lnTo>
                    <a:pt x="14782" y="875665"/>
                  </a:lnTo>
                  <a:lnTo>
                    <a:pt x="19050" y="871347"/>
                  </a:lnTo>
                  <a:lnTo>
                    <a:pt x="19050" y="860806"/>
                  </a:lnTo>
                  <a:lnTo>
                    <a:pt x="14782" y="856615"/>
                  </a:lnTo>
                  <a:close/>
                </a:path>
                <a:path w="10424160" h="2944495">
                  <a:moveTo>
                    <a:pt x="14782" y="818388"/>
                  </a:moveTo>
                  <a:lnTo>
                    <a:pt x="4267" y="818388"/>
                  </a:lnTo>
                  <a:lnTo>
                    <a:pt x="0" y="822706"/>
                  </a:lnTo>
                  <a:lnTo>
                    <a:pt x="0" y="833247"/>
                  </a:lnTo>
                  <a:lnTo>
                    <a:pt x="4267" y="837565"/>
                  </a:lnTo>
                  <a:lnTo>
                    <a:pt x="14782" y="837565"/>
                  </a:lnTo>
                  <a:lnTo>
                    <a:pt x="19050" y="833247"/>
                  </a:lnTo>
                  <a:lnTo>
                    <a:pt x="19050" y="822706"/>
                  </a:lnTo>
                  <a:lnTo>
                    <a:pt x="14782" y="818388"/>
                  </a:lnTo>
                  <a:close/>
                </a:path>
                <a:path w="10424160" h="2944495">
                  <a:moveTo>
                    <a:pt x="14782" y="780288"/>
                  </a:moveTo>
                  <a:lnTo>
                    <a:pt x="4267" y="780288"/>
                  </a:lnTo>
                  <a:lnTo>
                    <a:pt x="0" y="784606"/>
                  </a:lnTo>
                  <a:lnTo>
                    <a:pt x="0" y="795147"/>
                  </a:lnTo>
                  <a:lnTo>
                    <a:pt x="4267" y="799338"/>
                  </a:lnTo>
                  <a:lnTo>
                    <a:pt x="14782" y="799338"/>
                  </a:lnTo>
                  <a:lnTo>
                    <a:pt x="19050" y="795147"/>
                  </a:lnTo>
                  <a:lnTo>
                    <a:pt x="19050" y="784606"/>
                  </a:lnTo>
                  <a:lnTo>
                    <a:pt x="14782" y="780288"/>
                  </a:lnTo>
                  <a:close/>
                </a:path>
                <a:path w="10424160" h="2944495">
                  <a:moveTo>
                    <a:pt x="14782" y="742188"/>
                  </a:moveTo>
                  <a:lnTo>
                    <a:pt x="4267" y="742188"/>
                  </a:lnTo>
                  <a:lnTo>
                    <a:pt x="0" y="746506"/>
                  </a:lnTo>
                  <a:lnTo>
                    <a:pt x="0" y="757047"/>
                  </a:lnTo>
                  <a:lnTo>
                    <a:pt x="4267" y="761238"/>
                  </a:lnTo>
                  <a:lnTo>
                    <a:pt x="14782" y="761238"/>
                  </a:lnTo>
                  <a:lnTo>
                    <a:pt x="19050" y="757047"/>
                  </a:lnTo>
                  <a:lnTo>
                    <a:pt x="19050" y="746506"/>
                  </a:lnTo>
                  <a:lnTo>
                    <a:pt x="14782" y="742188"/>
                  </a:lnTo>
                  <a:close/>
                </a:path>
                <a:path w="10424160" h="2944495">
                  <a:moveTo>
                    <a:pt x="14782" y="704088"/>
                  </a:moveTo>
                  <a:lnTo>
                    <a:pt x="4267" y="704088"/>
                  </a:lnTo>
                  <a:lnTo>
                    <a:pt x="0" y="708406"/>
                  </a:lnTo>
                  <a:lnTo>
                    <a:pt x="0" y="718947"/>
                  </a:lnTo>
                  <a:lnTo>
                    <a:pt x="4267" y="723138"/>
                  </a:lnTo>
                  <a:lnTo>
                    <a:pt x="14782" y="723138"/>
                  </a:lnTo>
                  <a:lnTo>
                    <a:pt x="19050" y="718947"/>
                  </a:lnTo>
                  <a:lnTo>
                    <a:pt x="19050" y="708406"/>
                  </a:lnTo>
                  <a:lnTo>
                    <a:pt x="14782" y="704088"/>
                  </a:lnTo>
                  <a:close/>
                </a:path>
                <a:path w="10424160" h="2944495">
                  <a:moveTo>
                    <a:pt x="14782" y="665988"/>
                  </a:moveTo>
                  <a:lnTo>
                    <a:pt x="4267" y="665988"/>
                  </a:lnTo>
                  <a:lnTo>
                    <a:pt x="0" y="670179"/>
                  </a:lnTo>
                  <a:lnTo>
                    <a:pt x="0" y="680720"/>
                  </a:lnTo>
                  <a:lnTo>
                    <a:pt x="4267" y="685038"/>
                  </a:lnTo>
                  <a:lnTo>
                    <a:pt x="14782" y="685038"/>
                  </a:lnTo>
                  <a:lnTo>
                    <a:pt x="19050" y="680720"/>
                  </a:lnTo>
                  <a:lnTo>
                    <a:pt x="19050" y="670179"/>
                  </a:lnTo>
                  <a:lnTo>
                    <a:pt x="14782" y="665988"/>
                  </a:lnTo>
                  <a:close/>
                </a:path>
                <a:path w="10424160" h="2944495">
                  <a:moveTo>
                    <a:pt x="14782" y="627888"/>
                  </a:moveTo>
                  <a:lnTo>
                    <a:pt x="4267" y="627888"/>
                  </a:lnTo>
                  <a:lnTo>
                    <a:pt x="0" y="632079"/>
                  </a:lnTo>
                  <a:lnTo>
                    <a:pt x="0" y="642620"/>
                  </a:lnTo>
                  <a:lnTo>
                    <a:pt x="4267" y="646938"/>
                  </a:lnTo>
                  <a:lnTo>
                    <a:pt x="14782" y="646938"/>
                  </a:lnTo>
                  <a:lnTo>
                    <a:pt x="19050" y="642620"/>
                  </a:lnTo>
                  <a:lnTo>
                    <a:pt x="19050" y="632079"/>
                  </a:lnTo>
                  <a:lnTo>
                    <a:pt x="14782" y="627888"/>
                  </a:lnTo>
                  <a:close/>
                </a:path>
                <a:path w="10424160" h="2944495">
                  <a:moveTo>
                    <a:pt x="14782" y="589788"/>
                  </a:moveTo>
                  <a:lnTo>
                    <a:pt x="4267" y="589788"/>
                  </a:lnTo>
                  <a:lnTo>
                    <a:pt x="0" y="593979"/>
                  </a:lnTo>
                  <a:lnTo>
                    <a:pt x="0" y="604520"/>
                  </a:lnTo>
                  <a:lnTo>
                    <a:pt x="4267" y="608838"/>
                  </a:lnTo>
                  <a:lnTo>
                    <a:pt x="14782" y="608838"/>
                  </a:lnTo>
                  <a:lnTo>
                    <a:pt x="19050" y="604520"/>
                  </a:lnTo>
                  <a:lnTo>
                    <a:pt x="19050" y="593979"/>
                  </a:lnTo>
                  <a:lnTo>
                    <a:pt x="14782" y="589788"/>
                  </a:lnTo>
                  <a:close/>
                </a:path>
                <a:path w="10424160" h="2944495">
                  <a:moveTo>
                    <a:pt x="14782" y="551561"/>
                  </a:moveTo>
                  <a:lnTo>
                    <a:pt x="4267" y="551561"/>
                  </a:lnTo>
                  <a:lnTo>
                    <a:pt x="0" y="555879"/>
                  </a:lnTo>
                  <a:lnTo>
                    <a:pt x="0" y="566420"/>
                  </a:lnTo>
                  <a:lnTo>
                    <a:pt x="4267" y="570738"/>
                  </a:lnTo>
                  <a:lnTo>
                    <a:pt x="14782" y="570738"/>
                  </a:lnTo>
                  <a:lnTo>
                    <a:pt x="19050" y="566420"/>
                  </a:lnTo>
                  <a:lnTo>
                    <a:pt x="19050" y="555879"/>
                  </a:lnTo>
                  <a:lnTo>
                    <a:pt x="14782" y="551561"/>
                  </a:lnTo>
                  <a:close/>
                </a:path>
                <a:path w="10424160" h="2944495">
                  <a:moveTo>
                    <a:pt x="14782" y="513461"/>
                  </a:moveTo>
                  <a:lnTo>
                    <a:pt x="4267" y="513461"/>
                  </a:lnTo>
                  <a:lnTo>
                    <a:pt x="0" y="517779"/>
                  </a:lnTo>
                  <a:lnTo>
                    <a:pt x="0" y="528320"/>
                  </a:lnTo>
                  <a:lnTo>
                    <a:pt x="4267" y="532511"/>
                  </a:lnTo>
                  <a:lnTo>
                    <a:pt x="14782" y="532511"/>
                  </a:lnTo>
                  <a:lnTo>
                    <a:pt x="19050" y="528320"/>
                  </a:lnTo>
                  <a:lnTo>
                    <a:pt x="19050" y="517779"/>
                  </a:lnTo>
                  <a:lnTo>
                    <a:pt x="14782" y="513461"/>
                  </a:lnTo>
                  <a:close/>
                </a:path>
                <a:path w="10424160" h="2944495">
                  <a:moveTo>
                    <a:pt x="14782" y="475361"/>
                  </a:moveTo>
                  <a:lnTo>
                    <a:pt x="4267" y="475361"/>
                  </a:lnTo>
                  <a:lnTo>
                    <a:pt x="0" y="479679"/>
                  </a:lnTo>
                  <a:lnTo>
                    <a:pt x="0" y="490220"/>
                  </a:lnTo>
                  <a:lnTo>
                    <a:pt x="4267" y="494411"/>
                  </a:lnTo>
                  <a:lnTo>
                    <a:pt x="14782" y="494411"/>
                  </a:lnTo>
                  <a:lnTo>
                    <a:pt x="19050" y="490220"/>
                  </a:lnTo>
                  <a:lnTo>
                    <a:pt x="19050" y="479679"/>
                  </a:lnTo>
                  <a:lnTo>
                    <a:pt x="14782" y="475361"/>
                  </a:lnTo>
                  <a:close/>
                </a:path>
                <a:path w="10424160" h="2944495">
                  <a:moveTo>
                    <a:pt x="14782" y="437261"/>
                  </a:moveTo>
                  <a:lnTo>
                    <a:pt x="4267" y="437261"/>
                  </a:lnTo>
                  <a:lnTo>
                    <a:pt x="0" y="441579"/>
                  </a:lnTo>
                  <a:lnTo>
                    <a:pt x="0" y="452120"/>
                  </a:lnTo>
                  <a:lnTo>
                    <a:pt x="4267" y="456311"/>
                  </a:lnTo>
                  <a:lnTo>
                    <a:pt x="14782" y="456311"/>
                  </a:lnTo>
                  <a:lnTo>
                    <a:pt x="19050" y="452120"/>
                  </a:lnTo>
                  <a:lnTo>
                    <a:pt x="19050" y="441579"/>
                  </a:lnTo>
                  <a:lnTo>
                    <a:pt x="14782" y="437261"/>
                  </a:lnTo>
                  <a:close/>
                </a:path>
                <a:path w="10424160" h="2944495">
                  <a:moveTo>
                    <a:pt x="14782" y="399161"/>
                  </a:moveTo>
                  <a:lnTo>
                    <a:pt x="4267" y="399161"/>
                  </a:lnTo>
                  <a:lnTo>
                    <a:pt x="0" y="403352"/>
                  </a:lnTo>
                  <a:lnTo>
                    <a:pt x="0" y="413893"/>
                  </a:lnTo>
                  <a:lnTo>
                    <a:pt x="4267" y="418211"/>
                  </a:lnTo>
                  <a:lnTo>
                    <a:pt x="14782" y="418211"/>
                  </a:lnTo>
                  <a:lnTo>
                    <a:pt x="19050" y="413893"/>
                  </a:lnTo>
                  <a:lnTo>
                    <a:pt x="19050" y="403352"/>
                  </a:lnTo>
                  <a:lnTo>
                    <a:pt x="14782" y="399161"/>
                  </a:lnTo>
                  <a:close/>
                </a:path>
                <a:path w="10424160" h="2944495">
                  <a:moveTo>
                    <a:pt x="14782" y="361061"/>
                  </a:moveTo>
                  <a:lnTo>
                    <a:pt x="4267" y="361061"/>
                  </a:lnTo>
                  <a:lnTo>
                    <a:pt x="0" y="365252"/>
                  </a:lnTo>
                  <a:lnTo>
                    <a:pt x="0" y="375793"/>
                  </a:lnTo>
                  <a:lnTo>
                    <a:pt x="4267" y="380111"/>
                  </a:lnTo>
                  <a:lnTo>
                    <a:pt x="14782" y="380111"/>
                  </a:lnTo>
                  <a:lnTo>
                    <a:pt x="19050" y="375793"/>
                  </a:lnTo>
                  <a:lnTo>
                    <a:pt x="19050" y="365252"/>
                  </a:lnTo>
                  <a:lnTo>
                    <a:pt x="14782" y="361061"/>
                  </a:lnTo>
                  <a:close/>
                </a:path>
                <a:path w="10424160" h="2944495">
                  <a:moveTo>
                    <a:pt x="14782" y="322961"/>
                  </a:moveTo>
                  <a:lnTo>
                    <a:pt x="4267" y="322961"/>
                  </a:lnTo>
                  <a:lnTo>
                    <a:pt x="0" y="327152"/>
                  </a:lnTo>
                  <a:lnTo>
                    <a:pt x="0" y="337693"/>
                  </a:lnTo>
                  <a:lnTo>
                    <a:pt x="4267" y="342011"/>
                  </a:lnTo>
                  <a:lnTo>
                    <a:pt x="14782" y="342011"/>
                  </a:lnTo>
                  <a:lnTo>
                    <a:pt x="19050" y="337693"/>
                  </a:lnTo>
                  <a:lnTo>
                    <a:pt x="19050" y="327152"/>
                  </a:lnTo>
                  <a:lnTo>
                    <a:pt x="14782" y="322961"/>
                  </a:lnTo>
                  <a:close/>
                </a:path>
                <a:path w="10424160" h="2944495">
                  <a:moveTo>
                    <a:pt x="14782" y="284734"/>
                  </a:moveTo>
                  <a:lnTo>
                    <a:pt x="4267" y="284734"/>
                  </a:lnTo>
                  <a:lnTo>
                    <a:pt x="0" y="289052"/>
                  </a:lnTo>
                  <a:lnTo>
                    <a:pt x="0" y="299593"/>
                  </a:lnTo>
                  <a:lnTo>
                    <a:pt x="4267" y="303911"/>
                  </a:lnTo>
                  <a:lnTo>
                    <a:pt x="14782" y="303911"/>
                  </a:lnTo>
                  <a:lnTo>
                    <a:pt x="19050" y="299593"/>
                  </a:lnTo>
                  <a:lnTo>
                    <a:pt x="19050" y="294386"/>
                  </a:lnTo>
                  <a:lnTo>
                    <a:pt x="6350" y="294386"/>
                  </a:lnTo>
                  <a:lnTo>
                    <a:pt x="6350" y="294259"/>
                  </a:lnTo>
                  <a:lnTo>
                    <a:pt x="19050" y="294259"/>
                  </a:lnTo>
                  <a:lnTo>
                    <a:pt x="19050" y="289052"/>
                  </a:lnTo>
                  <a:lnTo>
                    <a:pt x="14782" y="284734"/>
                  </a:lnTo>
                  <a:close/>
                </a:path>
                <a:path w="10424160" h="2944495">
                  <a:moveTo>
                    <a:pt x="19050" y="294259"/>
                  </a:moveTo>
                  <a:lnTo>
                    <a:pt x="12700" y="294259"/>
                  </a:lnTo>
                  <a:lnTo>
                    <a:pt x="12700" y="294386"/>
                  </a:lnTo>
                  <a:lnTo>
                    <a:pt x="19050" y="294386"/>
                  </a:lnTo>
                  <a:lnTo>
                    <a:pt x="19050" y="294259"/>
                  </a:lnTo>
                  <a:close/>
                </a:path>
                <a:path w="10424160" h="2944495">
                  <a:moveTo>
                    <a:pt x="14782" y="246634"/>
                  </a:moveTo>
                  <a:lnTo>
                    <a:pt x="4267" y="246634"/>
                  </a:lnTo>
                  <a:lnTo>
                    <a:pt x="0" y="250952"/>
                  </a:lnTo>
                  <a:lnTo>
                    <a:pt x="0" y="261493"/>
                  </a:lnTo>
                  <a:lnTo>
                    <a:pt x="4267" y="265684"/>
                  </a:lnTo>
                  <a:lnTo>
                    <a:pt x="14782" y="265684"/>
                  </a:lnTo>
                  <a:lnTo>
                    <a:pt x="19050" y="261493"/>
                  </a:lnTo>
                  <a:lnTo>
                    <a:pt x="19050" y="250952"/>
                  </a:lnTo>
                  <a:lnTo>
                    <a:pt x="14782" y="246634"/>
                  </a:lnTo>
                  <a:close/>
                </a:path>
                <a:path w="10424160" h="2944495">
                  <a:moveTo>
                    <a:pt x="14782" y="208534"/>
                  </a:moveTo>
                  <a:lnTo>
                    <a:pt x="4267" y="208534"/>
                  </a:lnTo>
                  <a:lnTo>
                    <a:pt x="0" y="212852"/>
                  </a:lnTo>
                  <a:lnTo>
                    <a:pt x="0" y="223393"/>
                  </a:lnTo>
                  <a:lnTo>
                    <a:pt x="4267" y="227584"/>
                  </a:lnTo>
                  <a:lnTo>
                    <a:pt x="14782" y="227584"/>
                  </a:lnTo>
                  <a:lnTo>
                    <a:pt x="19050" y="223393"/>
                  </a:lnTo>
                  <a:lnTo>
                    <a:pt x="19050" y="212852"/>
                  </a:lnTo>
                  <a:lnTo>
                    <a:pt x="14782" y="208534"/>
                  </a:lnTo>
                  <a:close/>
                </a:path>
                <a:path w="10424160" h="2944495">
                  <a:moveTo>
                    <a:pt x="14782" y="170434"/>
                  </a:moveTo>
                  <a:lnTo>
                    <a:pt x="4267" y="170434"/>
                  </a:lnTo>
                  <a:lnTo>
                    <a:pt x="0" y="174752"/>
                  </a:lnTo>
                  <a:lnTo>
                    <a:pt x="0" y="185293"/>
                  </a:lnTo>
                  <a:lnTo>
                    <a:pt x="4267" y="189484"/>
                  </a:lnTo>
                  <a:lnTo>
                    <a:pt x="14782" y="189484"/>
                  </a:lnTo>
                  <a:lnTo>
                    <a:pt x="19050" y="185293"/>
                  </a:lnTo>
                  <a:lnTo>
                    <a:pt x="19050" y="174752"/>
                  </a:lnTo>
                  <a:lnTo>
                    <a:pt x="14782" y="170434"/>
                  </a:lnTo>
                  <a:close/>
                </a:path>
                <a:path w="10424160" h="2944495">
                  <a:moveTo>
                    <a:pt x="14782" y="132334"/>
                  </a:moveTo>
                  <a:lnTo>
                    <a:pt x="4267" y="132334"/>
                  </a:lnTo>
                  <a:lnTo>
                    <a:pt x="0" y="136525"/>
                  </a:lnTo>
                  <a:lnTo>
                    <a:pt x="0" y="147066"/>
                  </a:lnTo>
                  <a:lnTo>
                    <a:pt x="4267" y="151384"/>
                  </a:lnTo>
                  <a:lnTo>
                    <a:pt x="14782" y="151384"/>
                  </a:lnTo>
                  <a:lnTo>
                    <a:pt x="19050" y="147066"/>
                  </a:lnTo>
                  <a:lnTo>
                    <a:pt x="19050" y="136525"/>
                  </a:lnTo>
                  <a:lnTo>
                    <a:pt x="14782" y="132334"/>
                  </a:lnTo>
                  <a:close/>
                </a:path>
                <a:path w="10424160" h="2944495">
                  <a:moveTo>
                    <a:pt x="825" y="102362"/>
                  </a:moveTo>
                  <a:lnTo>
                    <a:pt x="25" y="107569"/>
                  </a:lnTo>
                  <a:lnTo>
                    <a:pt x="3606" y="112395"/>
                  </a:lnTo>
                  <a:lnTo>
                    <a:pt x="13995" y="113919"/>
                  </a:lnTo>
                  <a:lnTo>
                    <a:pt x="18859" y="110363"/>
                  </a:lnTo>
                  <a:lnTo>
                    <a:pt x="19659" y="105156"/>
                  </a:lnTo>
                  <a:lnTo>
                    <a:pt x="13385" y="104267"/>
                  </a:lnTo>
                  <a:lnTo>
                    <a:pt x="13666" y="104267"/>
                  </a:lnTo>
                  <a:lnTo>
                    <a:pt x="825" y="102362"/>
                  </a:lnTo>
                  <a:close/>
                </a:path>
                <a:path w="10424160" h="2944495">
                  <a:moveTo>
                    <a:pt x="13666" y="104267"/>
                  </a:moveTo>
                  <a:lnTo>
                    <a:pt x="13385" y="104267"/>
                  </a:lnTo>
                  <a:lnTo>
                    <a:pt x="19659" y="105156"/>
                  </a:lnTo>
                  <a:lnTo>
                    <a:pt x="13666" y="104267"/>
                  </a:lnTo>
                  <a:close/>
                </a:path>
                <a:path w="10424160" h="2944495">
                  <a:moveTo>
                    <a:pt x="20088" y="102362"/>
                  </a:moveTo>
                  <a:lnTo>
                    <a:pt x="1644" y="102362"/>
                  </a:lnTo>
                  <a:lnTo>
                    <a:pt x="19659" y="105156"/>
                  </a:lnTo>
                  <a:lnTo>
                    <a:pt x="20088" y="102362"/>
                  </a:lnTo>
                  <a:close/>
                </a:path>
                <a:path w="10424160" h="2944495">
                  <a:moveTo>
                    <a:pt x="6489" y="93472"/>
                  </a:moveTo>
                  <a:lnTo>
                    <a:pt x="1625" y="97155"/>
                  </a:lnTo>
                  <a:lnTo>
                    <a:pt x="825" y="102362"/>
                  </a:lnTo>
                  <a:lnTo>
                    <a:pt x="10111" y="103675"/>
                  </a:lnTo>
                  <a:lnTo>
                    <a:pt x="1644" y="102362"/>
                  </a:lnTo>
                  <a:lnTo>
                    <a:pt x="20088" y="102362"/>
                  </a:lnTo>
                  <a:lnTo>
                    <a:pt x="20459" y="99949"/>
                  </a:lnTo>
                  <a:lnTo>
                    <a:pt x="16890" y="95123"/>
                  </a:lnTo>
                  <a:lnTo>
                    <a:pt x="11684" y="94361"/>
                  </a:lnTo>
                  <a:lnTo>
                    <a:pt x="6489" y="93472"/>
                  </a:lnTo>
                  <a:close/>
                </a:path>
                <a:path w="10424160" h="2944495">
                  <a:moveTo>
                    <a:pt x="12573" y="63246"/>
                  </a:moveTo>
                  <a:lnTo>
                    <a:pt x="10274" y="68072"/>
                  </a:lnTo>
                  <a:lnTo>
                    <a:pt x="12255" y="73787"/>
                  </a:lnTo>
                  <a:lnTo>
                    <a:pt x="21717" y="78359"/>
                  </a:lnTo>
                  <a:lnTo>
                    <a:pt x="27419" y="76327"/>
                  </a:lnTo>
                  <a:lnTo>
                    <a:pt x="29705" y="71628"/>
                  </a:lnTo>
                  <a:lnTo>
                    <a:pt x="12573" y="63246"/>
                  </a:lnTo>
                  <a:close/>
                </a:path>
                <a:path w="10424160" h="2944495">
                  <a:moveTo>
                    <a:pt x="20561" y="56515"/>
                  </a:moveTo>
                  <a:lnTo>
                    <a:pt x="14871" y="58547"/>
                  </a:lnTo>
                  <a:lnTo>
                    <a:pt x="12573" y="63246"/>
                  </a:lnTo>
                  <a:lnTo>
                    <a:pt x="29717" y="71628"/>
                  </a:lnTo>
                  <a:lnTo>
                    <a:pt x="32016" y="66802"/>
                  </a:lnTo>
                  <a:lnTo>
                    <a:pt x="30035" y="61214"/>
                  </a:lnTo>
                  <a:lnTo>
                    <a:pt x="25298" y="58928"/>
                  </a:lnTo>
                  <a:lnTo>
                    <a:pt x="20561" y="56515"/>
                  </a:lnTo>
                  <a:close/>
                </a:path>
                <a:path w="10424160" h="2944495">
                  <a:moveTo>
                    <a:pt x="37782" y="30353"/>
                  </a:moveTo>
                  <a:lnTo>
                    <a:pt x="33896" y="33909"/>
                  </a:lnTo>
                  <a:lnTo>
                    <a:pt x="33616" y="39878"/>
                  </a:lnTo>
                  <a:lnTo>
                    <a:pt x="40716" y="47752"/>
                  </a:lnTo>
                  <a:lnTo>
                    <a:pt x="46736" y="48006"/>
                  </a:lnTo>
                  <a:lnTo>
                    <a:pt x="50622" y="44450"/>
                  </a:lnTo>
                  <a:lnTo>
                    <a:pt x="37782" y="30353"/>
                  </a:lnTo>
                  <a:close/>
                </a:path>
                <a:path w="10424160" h="2944495">
                  <a:moveTo>
                    <a:pt x="41694" y="26797"/>
                  </a:moveTo>
                  <a:lnTo>
                    <a:pt x="37807" y="30353"/>
                  </a:lnTo>
                  <a:lnTo>
                    <a:pt x="50634" y="44450"/>
                  </a:lnTo>
                  <a:lnTo>
                    <a:pt x="54521" y="40894"/>
                  </a:lnTo>
                  <a:lnTo>
                    <a:pt x="54788" y="35052"/>
                  </a:lnTo>
                  <a:lnTo>
                    <a:pt x="54800" y="34798"/>
                  </a:lnTo>
                  <a:lnTo>
                    <a:pt x="51257" y="30988"/>
                  </a:lnTo>
                  <a:lnTo>
                    <a:pt x="47713" y="27051"/>
                  </a:lnTo>
                  <a:lnTo>
                    <a:pt x="41694" y="26797"/>
                  </a:lnTo>
                  <a:close/>
                </a:path>
                <a:path w="10424160" h="2944495">
                  <a:moveTo>
                    <a:pt x="73012" y="8255"/>
                  </a:moveTo>
                  <a:lnTo>
                    <a:pt x="68059" y="10033"/>
                  </a:lnTo>
                  <a:lnTo>
                    <a:pt x="65506" y="15494"/>
                  </a:lnTo>
                  <a:lnTo>
                    <a:pt x="69100" y="25400"/>
                  </a:lnTo>
                  <a:lnTo>
                    <a:pt x="74561" y="27940"/>
                  </a:lnTo>
                  <a:lnTo>
                    <a:pt x="79501" y="26162"/>
                  </a:lnTo>
                  <a:lnTo>
                    <a:pt x="73012" y="8255"/>
                  </a:lnTo>
                  <a:close/>
                </a:path>
                <a:path w="10424160" h="2944495">
                  <a:moveTo>
                    <a:pt x="77965" y="6477"/>
                  </a:moveTo>
                  <a:lnTo>
                    <a:pt x="73025" y="8255"/>
                  </a:lnTo>
                  <a:lnTo>
                    <a:pt x="79527" y="26162"/>
                  </a:lnTo>
                  <a:lnTo>
                    <a:pt x="84467" y="24384"/>
                  </a:lnTo>
                  <a:lnTo>
                    <a:pt x="87020" y="18923"/>
                  </a:lnTo>
                  <a:lnTo>
                    <a:pt x="83439" y="9017"/>
                  </a:lnTo>
                  <a:lnTo>
                    <a:pt x="77965" y="6477"/>
                  </a:lnTo>
                  <a:close/>
                </a:path>
                <a:path w="10424160" h="2944495">
                  <a:moveTo>
                    <a:pt x="112928" y="254"/>
                  </a:moveTo>
                  <a:lnTo>
                    <a:pt x="107670" y="508"/>
                  </a:lnTo>
                  <a:lnTo>
                    <a:pt x="103644" y="4953"/>
                  </a:lnTo>
                  <a:lnTo>
                    <a:pt x="104059" y="12954"/>
                  </a:lnTo>
                  <a:lnTo>
                    <a:pt x="104138" y="14478"/>
                  </a:lnTo>
                  <a:lnTo>
                    <a:pt x="104190" y="15494"/>
                  </a:lnTo>
                  <a:lnTo>
                    <a:pt x="108686" y="19558"/>
                  </a:lnTo>
                  <a:lnTo>
                    <a:pt x="113931" y="19304"/>
                  </a:lnTo>
                  <a:lnTo>
                    <a:pt x="112941" y="508"/>
                  </a:lnTo>
                  <a:lnTo>
                    <a:pt x="112928" y="254"/>
                  </a:lnTo>
                  <a:close/>
                </a:path>
                <a:path w="10424160" h="2944495">
                  <a:moveTo>
                    <a:pt x="118198" y="0"/>
                  </a:moveTo>
                  <a:lnTo>
                    <a:pt x="112941" y="254"/>
                  </a:lnTo>
                  <a:lnTo>
                    <a:pt x="113936" y="18923"/>
                  </a:lnTo>
                  <a:lnTo>
                    <a:pt x="113957" y="19304"/>
                  </a:lnTo>
                  <a:lnTo>
                    <a:pt x="119202" y="18923"/>
                  </a:lnTo>
                  <a:lnTo>
                    <a:pt x="123240" y="14478"/>
                  </a:lnTo>
                  <a:lnTo>
                    <a:pt x="122823" y="6604"/>
                  </a:lnTo>
                  <a:lnTo>
                    <a:pt x="122735" y="4953"/>
                  </a:lnTo>
                  <a:lnTo>
                    <a:pt x="122681" y="3937"/>
                  </a:lnTo>
                  <a:lnTo>
                    <a:pt x="118198" y="0"/>
                  </a:lnTo>
                  <a:close/>
                </a:path>
                <a:path w="10424160" h="2944495">
                  <a:moveTo>
                    <a:pt x="151549" y="127"/>
                  </a:moveTo>
                  <a:lnTo>
                    <a:pt x="146291" y="127"/>
                  </a:lnTo>
                  <a:lnTo>
                    <a:pt x="142024" y="4445"/>
                  </a:lnTo>
                  <a:lnTo>
                    <a:pt x="142024" y="14859"/>
                  </a:lnTo>
                  <a:lnTo>
                    <a:pt x="146291" y="19177"/>
                  </a:lnTo>
                  <a:lnTo>
                    <a:pt x="151549" y="19177"/>
                  </a:lnTo>
                  <a:lnTo>
                    <a:pt x="151549" y="127"/>
                  </a:lnTo>
                  <a:close/>
                </a:path>
                <a:path w="10424160" h="2944495">
                  <a:moveTo>
                    <a:pt x="156819" y="127"/>
                  </a:moveTo>
                  <a:lnTo>
                    <a:pt x="151561" y="127"/>
                  </a:lnTo>
                  <a:lnTo>
                    <a:pt x="151561" y="19177"/>
                  </a:lnTo>
                  <a:lnTo>
                    <a:pt x="156819" y="19177"/>
                  </a:lnTo>
                  <a:lnTo>
                    <a:pt x="161086" y="14859"/>
                  </a:lnTo>
                  <a:lnTo>
                    <a:pt x="161086" y="4445"/>
                  </a:lnTo>
                  <a:lnTo>
                    <a:pt x="156819" y="127"/>
                  </a:lnTo>
                  <a:close/>
                </a:path>
                <a:path w="10424160" h="2944495">
                  <a:moveTo>
                    <a:pt x="189661" y="127"/>
                  </a:moveTo>
                  <a:lnTo>
                    <a:pt x="184403" y="127"/>
                  </a:lnTo>
                  <a:lnTo>
                    <a:pt x="180136" y="4445"/>
                  </a:lnTo>
                  <a:lnTo>
                    <a:pt x="180136" y="14859"/>
                  </a:lnTo>
                  <a:lnTo>
                    <a:pt x="184403" y="19177"/>
                  </a:lnTo>
                  <a:lnTo>
                    <a:pt x="189661" y="19177"/>
                  </a:lnTo>
                  <a:lnTo>
                    <a:pt x="189661" y="127"/>
                  </a:lnTo>
                  <a:close/>
                </a:path>
                <a:path w="10424160" h="2944495">
                  <a:moveTo>
                    <a:pt x="194945" y="127"/>
                  </a:moveTo>
                  <a:lnTo>
                    <a:pt x="189687" y="127"/>
                  </a:lnTo>
                  <a:lnTo>
                    <a:pt x="189687" y="19177"/>
                  </a:lnTo>
                  <a:lnTo>
                    <a:pt x="194945" y="19177"/>
                  </a:lnTo>
                  <a:lnTo>
                    <a:pt x="199212" y="14859"/>
                  </a:lnTo>
                  <a:lnTo>
                    <a:pt x="199212" y="4445"/>
                  </a:lnTo>
                  <a:lnTo>
                    <a:pt x="194945" y="127"/>
                  </a:lnTo>
                  <a:close/>
                </a:path>
                <a:path w="10424160" h="2944495">
                  <a:moveTo>
                    <a:pt x="227787" y="127"/>
                  </a:moveTo>
                  <a:lnTo>
                    <a:pt x="222529" y="127"/>
                  </a:lnTo>
                  <a:lnTo>
                    <a:pt x="218262" y="4445"/>
                  </a:lnTo>
                  <a:lnTo>
                    <a:pt x="218262" y="14859"/>
                  </a:lnTo>
                  <a:lnTo>
                    <a:pt x="222529" y="19177"/>
                  </a:lnTo>
                  <a:lnTo>
                    <a:pt x="227787" y="19177"/>
                  </a:lnTo>
                  <a:lnTo>
                    <a:pt x="227787" y="127"/>
                  </a:lnTo>
                  <a:close/>
                </a:path>
                <a:path w="10424160" h="2944495">
                  <a:moveTo>
                    <a:pt x="233057" y="127"/>
                  </a:moveTo>
                  <a:lnTo>
                    <a:pt x="227799" y="127"/>
                  </a:lnTo>
                  <a:lnTo>
                    <a:pt x="227799" y="19177"/>
                  </a:lnTo>
                  <a:lnTo>
                    <a:pt x="233057" y="19177"/>
                  </a:lnTo>
                  <a:lnTo>
                    <a:pt x="237324" y="14859"/>
                  </a:lnTo>
                  <a:lnTo>
                    <a:pt x="237324" y="4445"/>
                  </a:lnTo>
                  <a:lnTo>
                    <a:pt x="233057" y="127"/>
                  </a:lnTo>
                  <a:close/>
                </a:path>
                <a:path w="10424160" h="2944495">
                  <a:moveTo>
                    <a:pt x="265899" y="127"/>
                  </a:moveTo>
                  <a:lnTo>
                    <a:pt x="260642" y="127"/>
                  </a:lnTo>
                  <a:lnTo>
                    <a:pt x="256374" y="4445"/>
                  </a:lnTo>
                  <a:lnTo>
                    <a:pt x="256374" y="14859"/>
                  </a:lnTo>
                  <a:lnTo>
                    <a:pt x="260642" y="19177"/>
                  </a:lnTo>
                  <a:lnTo>
                    <a:pt x="265899" y="19177"/>
                  </a:lnTo>
                  <a:lnTo>
                    <a:pt x="265899" y="127"/>
                  </a:lnTo>
                  <a:close/>
                </a:path>
                <a:path w="10424160" h="2944495">
                  <a:moveTo>
                    <a:pt x="271183" y="127"/>
                  </a:moveTo>
                  <a:lnTo>
                    <a:pt x="265925" y="127"/>
                  </a:lnTo>
                  <a:lnTo>
                    <a:pt x="265925" y="19177"/>
                  </a:lnTo>
                  <a:lnTo>
                    <a:pt x="271183" y="19177"/>
                  </a:lnTo>
                  <a:lnTo>
                    <a:pt x="275450" y="14859"/>
                  </a:lnTo>
                  <a:lnTo>
                    <a:pt x="275450" y="4445"/>
                  </a:lnTo>
                  <a:lnTo>
                    <a:pt x="271183" y="127"/>
                  </a:lnTo>
                  <a:close/>
                </a:path>
                <a:path w="10424160" h="2944495">
                  <a:moveTo>
                    <a:pt x="304025" y="127"/>
                  </a:moveTo>
                  <a:lnTo>
                    <a:pt x="298767" y="127"/>
                  </a:lnTo>
                  <a:lnTo>
                    <a:pt x="294500" y="4445"/>
                  </a:lnTo>
                  <a:lnTo>
                    <a:pt x="294500" y="14859"/>
                  </a:lnTo>
                  <a:lnTo>
                    <a:pt x="298767" y="19177"/>
                  </a:lnTo>
                  <a:lnTo>
                    <a:pt x="304025" y="19177"/>
                  </a:lnTo>
                  <a:lnTo>
                    <a:pt x="304025" y="127"/>
                  </a:lnTo>
                  <a:close/>
                </a:path>
                <a:path w="10424160" h="2944495">
                  <a:moveTo>
                    <a:pt x="309295" y="127"/>
                  </a:moveTo>
                  <a:lnTo>
                    <a:pt x="304038" y="127"/>
                  </a:lnTo>
                  <a:lnTo>
                    <a:pt x="304038" y="19177"/>
                  </a:lnTo>
                  <a:lnTo>
                    <a:pt x="309295" y="19177"/>
                  </a:lnTo>
                  <a:lnTo>
                    <a:pt x="313563" y="14859"/>
                  </a:lnTo>
                  <a:lnTo>
                    <a:pt x="313563" y="4445"/>
                  </a:lnTo>
                  <a:lnTo>
                    <a:pt x="309295" y="127"/>
                  </a:lnTo>
                  <a:close/>
                </a:path>
                <a:path w="10424160" h="2944495">
                  <a:moveTo>
                    <a:pt x="342138" y="127"/>
                  </a:moveTo>
                  <a:lnTo>
                    <a:pt x="336880" y="127"/>
                  </a:lnTo>
                  <a:lnTo>
                    <a:pt x="332613" y="4445"/>
                  </a:lnTo>
                  <a:lnTo>
                    <a:pt x="332613" y="14859"/>
                  </a:lnTo>
                  <a:lnTo>
                    <a:pt x="336880" y="19177"/>
                  </a:lnTo>
                  <a:lnTo>
                    <a:pt x="342138" y="19177"/>
                  </a:lnTo>
                  <a:lnTo>
                    <a:pt x="342138" y="127"/>
                  </a:lnTo>
                  <a:close/>
                </a:path>
                <a:path w="10424160" h="2944495">
                  <a:moveTo>
                    <a:pt x="347421" y="127"/>
                  </a:moveTo>
                  <a:lnTo>
                    <a:pt x="342163" y="127"/>
                  </a:lnTo>
                  <a:lnTo>
                    <a:pt x="342163" y="19177"/>
                  </a:lnTo>
                  <a:lnTo>
                    <a:pt x="347421" y="19177"/>
                  </a:lnTo>
                  <a:lnTo>
                    <a:pt x="351688" y="14859"/>
                  </a:lnTo>
                  <a:lnTo>
                    <a:pt x="351688" y="4445"/>
                  </a:lnTo>
                  <a:lnTo>
                    <a:pt x="347421" y="127"/>
                  </a:lnTo>
                  <a:close/>
                </a:path>
                <a:path w="10424160" h="2944495">
                  <a:moveTo>
                    <a:pt x="380263" y="127"/>
                  </a:moveTo>
                  <a:lnTo>
                    <a:pt x="374992" y="127"/>
                  </a:lnTo>
                  <a:lnTo>
                    <a:pt x="370738" y="4445"/>
                  </a:lnTo>
                  <a:lnTo>
                    <a:pt x="370738" y="14859"/>
                  </a:lnTo>
                  <a:lnTo>
                    <a:pt x="374992" y="19177"/>
                  </a:lnTo>
                  <a:lnTo>
                    <a:pt x="380263" y="19177"/>
                  </a:lnTo>
                  <a:lnTo>
                    <a:pt x="380263" y="127"/>
                  </a:lnTo>
                  <a:close/>
                </a:path>
                <a:path w="10424160" h="2944495">
                  <a:moveTo>
                    <a:pt x="385533" y="127"/>
                  </a:moveTo>
                  <a:lnTo>
                    <a:pt x="380276" y="127"/>
                  </a:lnTo>
                  <a:lnTo>
                    <a:pt x="380276" y="19177"/>
                  </a:lnTo>
                  <a:lnTo>
                    <a:pt x="385533" y="19177"/>
                  </a:lnTo>
                  <a:lnTo>
                    <a:pt x="389801" y="14859"/>
                  </a:lnTo>
                  <a:lnTo>
                    <a:pt x="389801" y="4445"/>
                  </a:lnTo>
                  <a:lnTo>
                    <a:pt x="385533" y="127"/>
                  </a:lnTo>
                  <a:close/>
                </a:path>
                <a:path w="10424160" h="2944495">
                  <a:moveTo>
                    <a:pt x="418376" y="127"/>
                  </a:moveTo>
                  <a:lnTo>
                    <a:pt x="413118" y="127"/>
                  </a:lnTo>
                  <a:lnTo>
                    <a:pt x="408851" y="4445"/>
                  </a:lnTo>
                  <a:lnTo>
                    <a:pt x="408851" y="14859"/>
                  </a:lnTo>
                  <a:lnTo>
                    <a:pt x="413118" y="19177"/>
                  </a:lnTo>
                  <a:lnTo>
                    <a:pt x="418376" y="19177"/>
                  </a:lnTo>
                  <a:lnTo>
                    <a:pt x="418376" y="127"/>
                  </a:lnTo>
                  <a:close/>
                </a:path>
                <a:path w="10424160" h="2944495">
                  <a:moveTo>
                    <a:pt x="423659" y="127"/>
                  </a:moveTo>
                  <a:lnTo>
                    <a:pt x="418401" y="127"/>
                  </a:lnTo>
                  <a:lnTo>
                    <a:pt x="418401" y="19177"/>
                  </a:lnTo>
                  <a:lnTo>
                    <a:pt x="423659" y="19177"/>
                  </a:lnTo>
                  <a:lnTo>
                    <a:pt x="427926" y="14859"/>
                  </a:lnTo>
                  <a:lnTo>
                    <a:pt x="427926" y="4445"/>
                  </a:lnTo>
                  <a:lnTo>
                    <a:pt x="423659" y="127"/>
                  </a:lnTo>
                  <a:close/>
                </a:path>
                <a:path w="10424160" h="2944495">
                  <a:moveTo>
                    <a:pt x="456501" y="127"/>
                  </a:moveTo>
                  <a:lnTo>
                    <a:pt x="451243" y="127"/>
                  </a:lnTo>
                  <a:lnTo>
                    <a:pt x="446976" y="4445"/>
                  </a:lnTo>
                  <a:lnTo>
                    <a:pt x="446976" y="14859"/>
                  </a:lnTo>
                  <a:lnTo>
                    <a:pt x="451243" y="19177"/>
                  </a:lnTo>
                  <a:lnTo>
                    <a:pt x="456501" y="19177"/>
                  </a:lnTo>
                  <a:lnTo>
                    <a:pt x="456501" y="127"/>
                  </a:lnTo>
                  <a:close/>
                </a:path>
                <a:path w="10424160" h="2944495">
                  <a:moveTo>
                    <a:pt x="461771" y="127"/>
                  </a:moveTo>
                  <a:lnTo>
                    <a:pt x="456514" y="127"/>
                  </a:lnTo>
                  <a:lnTo>
                    <a:pt x="456514" y="19177"/>
                  </a:lnTo>
                  <a:lnTo>
                    <a:pt x="461771" y="19177"/>
                  </a:lnTo>
                  <a:lnTo>
                    <a:pt x="466039" y="14859"/>
                  </a:lnTo>
                  <a:lnTo>
                    <a:pt x="466039" y="4445"/>
                  </a:lnTo>
                  <a:lnTo>
                    <a:pt x="461771" y="127"/>
                  </a:lnTo>
                  <a:close/>
                </a:path>
                <a:path w="10424160" h="2944495">
                  <a:moveTo>
                    <a:pt x="494614" y="127"/>
                  </a:moveTo>
                  <a:lnTo>
                    <a:pt x="489356" y="127"/>
                  </a:lnTo>
                  <a:lnTo>
                    <a:pt x="485089" y="4445"/>
                  </a:lnTo>
                  <a:lnTo>
                    <a:pt x="485089" y="14859"/>
                  </a:lnTo>
                  <a:lnTo>
                    <a:pt x="489356" y="19177"/>
                  </a:lnTo>
                  <a:lnTo>
                    <a:pt x="494614" y="19177"/>
                  </a:lnTo>
                  <a:lnTo>
                    <a:pt x="494614" y="127"/>
                  </a:lnTo>
                  <a:close/>
                </a:path>
                <a:path w="10424160" h="2944495">
                  <a:moveTo>
                    <a:pt x="499897" y="127"/>
                  </a:moveTo>
                  <a:lnTo>
                    <a:pt x="494639" y="127"/>
                  </a:lnTo>
                  <a:lnTo>
                    <a:pt x="494639" y="19177"/>
                  </a:lnTo>
                  <a:lnTo>
                    <a:pt x="499897" y="19177"/>
                  </a:lnTo>
                  <a:lnTo>
                    <a:pt x="504164" y="14859"/>
                  </a:lnTo>
                  <a:lnTo>
                    <a:pt x="504164" y="4445"/>
                  </a:lnTo>
                  <a:lnTo>
                    <a:pt x="499897" y="127"/>
                  </a:lnTo>
                  <a:close/>
                </a:path>
                <a:path w="10424160" h="2944495">
                  <a:moveTo>
                    <a:pt x="532739" y="127"/>
                  </a:moveTo>
                  <a:lnTo>
                    <a:pt x="527481" y="127"/>
                  </a:lnTo>
                  <a:lnTo>
                    <a:pt x="523214" y="4445"/>
                  </a:lnTo>
                  <a:lnTo>
                    <a:pt x="523214" y="14859"/>
                  </a:lnTo>
                  <a:lnTo>
                    <a:pt x="527481" y="19177"/>
                  </a:lnTo>
                  <a:lnTo>
                    <a:pt x="532739" y="19177"/>
                  </a:lnTo>
                  <a:lnTo>
                    <a:pt x="532739" y="127"/>
                  </a:lnTo>
                  <a:close/>
                </a:path>
                <a:path w="10424160" h="2944495">
                  <a:moveTo>
                    <a:pt x="538010" y="127"/>
                  </a:moveTo>
                  <a:lnTo>
                    <a:pt x="532752" y="127"/>
                  </a:lnTo>
                  <a:lnTo>
                    <a:pt x="532752" y="19177"/>
                  </a:lnTo>
                  <a:lnTo>
                    <a:pt x="538010" y="19177"/>
                  </a:lnTo>
                  <a:lnTo>
                    <a:pt x="542277" y="14859"/>
                  </a:lnTo>
                  <a:lnTo>
                    <a:pt x="542277" y="4445"/>
                  </a:lnTo>
                  <a:lnTo>
                    <a:pt x="538010" y="127"/>
                  </a:lnTo>
                  <a:close/>
                </a:path>
                <a:path w="10424160" h="2944495">
                  <a:moveTo>
                    <a:pt x="570852" y="127"/>
                  </a:moveTo>
                  <a:lnTo>
                    <a:pt x="565594" y="127"/>
                  </a:lnTo>
                  <a:lnTo>
                    <a:pt x="561327" y="4445"/>
                  </a:lnTo>
                  <a:lnTo>
                    <a:pt x="561327" y="14859"/>
                  </a:lnTo>
                  <a:lnTo>
                    <a:pt x="565594" y="19177"/>
                  </a:lnTo>
                  <a:lnTo>
                    <a:pt x="570852" y="19177"/>
                  </a:lnTo>
                  <a:lnTo>
                    <a:pt x="570852" y="127"/>
                  </a:lnTo>
                  <a:close/>
                </a:path>
                <a:path w="10424160" h="2944495">
                  <a:moveTo>
                    <a:pt x="576135" y="127"/>
                  </a:moveTo>
                  <a:lnTo>
                    <a:pt x="570877" y="127"/>
                  </a:lnTo>
                  <a:lnTo>
                    <a:pt x="570877" y="19177"/>
                  </a:lnTo>
                  <a:lnTo>
                    <a:pt x="576135" y="19177"/>
                  </a:lnTo>
                  <a:lnTo>
                    <a:pt x="580402" y="14859"/>
                  </a:lnTo>
                  <a:lnTo>
                    <a:pt x="580402" y="4445"/>
                  </a:lnTo>
                  <a:lnTo>
                    <a:pt x="576135" y="127"/>
                  </a:lnTo>
                  <a:close/>
                </a:path>
                <a:path w="10424160" h="2944495">
                  <a:moveTo>
                    <a:pt x="608977" y="127"/>
                  </a:moveTo>
                  <a:lnTo>
                    <a:pt x="603707" y="127"/>
                  </a:lnTo>
                  <a:lnTo>
                    <a:pt x="599452" y="4445"/>
                  </a:lnTo>
                  <a:lnTo>
                    <a:pt x="599452" y="14859"/>
                  </a:lnTo>
                  <a:lnTo>
                    <a:pt x="603707" y="19177"/>
                  </a:lnTo>
                  <a:lnTo>
                    <a:pt x="608977" y="19177"/>
                  </a:lnTo>
                  <a:lnTo>
                    <a:pt x="608977" y="127"/>
                  </a:lnTo>
                  <a:close/>
                </a:path>
                <a:path w="10424160" h="2944495">
                  <a:moveTo>
                    <a:pt x="614248" y="127"/>
                  </a:moveTo>
                  <a:lnTo>
                    <a:pt x="608990" y="127"/>
                  </a:lnTo>
                  <a:lnTo>
                    <a:pt x="608990" y="19177"/>
                  </a:lnTo>
                  <a:lnTo>
                    <a:pt x="614248" y="19177"/>
                  </a:lnTo>
                  <a:lnTo>
                    <a:pt x="618515" y="14859"/>
                  </a:lnTo>
                  <a:lnTo>
                    <a:pt x="618515" y="4445"/>
                  </a:lnTo>
                  <a:lnTo>
                    <a:pt x="614248" y="127"/>
                  </a:lnTo>
                  <a:close/>
                </a:path>
                <a:path w="10424160" h="2944495">
                  <a:moveTo>
                    <a:pt x="647090" y="127"/>
                  </a:moveTo>
                  <a:lnTo>
                    <a:pt x="641832" y="127"/>
                  </a:lnTo>
                  <a:lnTo>
                    <a:pt x="637565" y="4445"/>
                  </a:lnTo>
                  <a:lnTo>
                    <a:pt x="637565" y="14859"/>
                  </a:lnTo>
                  <a:lnTo>
                    <a:pt x="641832" y="19177"/>
                  </a:lnTo>
                  <a:lnTo>
                    <a:pt x="647090" y="19177"/>
                  </a:lnTo>
                  <a:lnTo>
                    <a:pt x="647090" y="127"/>
                  </a:lnTo>
                  <a:close/>
                </a:path>
                <a:path w="10424160" h="2944495">
                  <a:moveTo>
                    <a:pt x="652373" y="127"/>
                  </a:moveTo>
                  <a:lnTo>
                    <a:pt x="647115" y="127"/>
                  </a:lnTo>
                  <a:lnTo>
                    <a:pt x="647115" y="19177"/>
                  </a:lnTo>
                  <a:lnTo>
                    <a:pt x="652373" y="19177"/>
                  </a:lnTo>
                  <a:lnTo>
                    <a:pt x="656640" y="14859"/>
                  </a:lnTo>
                  <a:lnTo>
                    <a:pt x="656640" y="4445"/>
                  </a:lnTo>
                  <a:lnTo>
                    <a:pt x="652373" y="127"/>
                  </a:lnTo>
                  <a:close/>
                </a:path>
                <a:path w="10424160" h="2944495">
                  <a:moveTo>
                    <a:pt x="685165" y="127"/>
                  </a:moveTo>
                  <a:lnTo>
                    <a:pt x="679958" y="127"/>
                  </a:lnTo>
                  <a:lnTo>
                    <a:pt x="675640" y="4445"/>
                  </a:lnTo>
                  <a:lnTo>
                    <a:pt x="675640" y="14859"/>
                  </a:lnTo>
                  <a:lnTo>
                    <a:pt x="679958" y="19177"/>
                  </a:lnTo>
                  <a:lnTo>
                    <a:pt x="685165" y="19177"/>
                  </a:lnTo>
                  <a:lnTo>
                    <a:pt x="685165" y="127"/>
                  </a:lnTo>
                  <a:close/>
                </a:path>
                <a:path w="10424160" h="2944495">
                  <a:moveTo>
                    <a:pt x="685292" y="12827"/>
                  </a:moveTo>
                  <a:lnTo>
                    <a:pt x="685165" y="12827"/>
                  </a:lnTo>
                  <a:lnTo>
                    <a:pt x="685165" y="19177"/>
                  </a:lnTo>
                  <a:lnTo>
                    <a:pt x="685292" y="19177"/>
                  </a:lnTo>
                  <a:lnTo>
                    <a:pt x="685292" y="12827"/>
                  </a:lnTo>
                  <a:close/>
                </a:path>
                <a:path w="10424160" h="2944495">
                  <a:moveTo>
                    <a:pt x="690499" y="127"/>
                  </a:moveTo>
                  <a:lnTo>
                    <a:pt x="685292" y="127"/>
                  </a:lnTo>
                  <a:lnTo>
                    <a:pt x="685292" y="19177"/>
                  </a:lnTo>
                  <a:lnTo>
                    <a:pt x="690499" y="19177"/>
                  </a:lnTo>
                  <a:lnTo>
                    <a:pt x="694817" y="14859"/>
                  </a:lnTo>
                  <a:lnTo>
                    <a:pt x="694817" y="4445"/>
                  </a:lnTo>
                  <a:lnTo>
                    <a:pt x="690499" y="127"/>
                  </a:lnTo>
                  <a:close/>
                </a:path>
                <a:path w="10424160" h="2944495">
                  <a:moveTo>
                    <a:pt x="685292" y="127"/>
                  </a:moveTo>
                  <a:lnTo>
                    <a:pt x="685165" y="127"/>
                  </a:lnTo>
                  <a:lnTo>
                    <a:pt x="685165" y="6477"/>
                  </a:lnTo>
                  <a:lnTo>
                    <a:pt x="685292" y="6477"/>
                  </a:lnTo>
                  <a:lnTo>
                    <a:pt x="685292" y="127"/>
                  </a:lnTo>
                  <a:close/>
                </a:path>
                <a:path w="10424160" h="2944495">
                  <a:moveTo>
                    <a:pt x="723392" y="127"/>
                  </a:moveTo>
                  <a:lnTo>
                    <a:pt x="718058" y="127"/>
                  </a:lnTo>
                  <a:lnTo>
                    <a:pt x="713867" y="4445"/>
                  </a:lnTo>
                  <a:lnTo>
                    <a:pt x="713867" y="14859"/>
                  </a:lnTo>
                  <a:lnTo>
                    <a:pt x="718058" y="19177"/>
                  </a:lnTo>
                  <a:lnTo>
                    <a:pt x="723392" y="19177"/>
                  </a:lnTo>
                  <a:lnTo>
                    <a:pt x="723392" y="127"/>
                  </a:lnTo>
                  <a:close/>
                </a:path>
                <a:path w="10424160" h="2944495">
                  <a:moveTo>
                    <a:pt x="728599" y="127"/>
                  </a:moveTo>
                  <a:lnTo>
                    <a:pt x="723392" y="127"/>
                  </a:lnTo>
                  <a:lnTo>
                    <a:pt x="723392" y="19177"/>
                  </a:lnTo>
                  <a:lnTo>
                    <a:pt x="728599" y="19177"/>
                  </a:lnTo>
                  <a:lnTo>
                    <a:pt x="732917" y="14859"/>
                  </a:lnTo>
                  <a:lnTo>
                    <a:pt x="732917" y="4445"/>
                  </a:lnTo>
                  <a:lnTo>
                    <a:pt x="728599" y="127"/>
                  </a:lnTo>
                  <a:close/>
                </a:path>
                <a:path w="10424160" h="2944495">
                  <a:moveTo>
                    <a:pt x="761492" y="127"/>
                  </a:moveTo>
                  <a:lnTo>
                    <a:pt x="756158" y="127"/>
                  </a:lnTo>
                  <a:lnTo>
                    <a:pt x="751967" y="4445"/>
                  </a:lnTo>
                  <a:lnTo>
                    <a:pt x="751967" y="14859"/>
                  </a:lnTo>
                  <a:lnTo>
                    <a:pt x="756158" y="19177"/>
                  </a:lnTo>
                  <a:lnTo>
                    <a:pt x="761492" y="19177"/>
                  </a:lnTo>
                  <a:lnTo>
                    <a:pt x="761492" y="127"/>
                  </a:lnTo>
                  <a:close/>
                </a:path>
                <a:path w="10424160" h="2944495">
                  <a:moveTo>
                    <a:pt x="766699" y="127"/>
                  </a:moveTo>
                  <a:lnTo>
                    <a:pt x="761492" y="127"/>
                  </a:lnTo>
                  <a:lnTo>
                    <a:pt x="761492" y="19177"/>
                  </a:lnTo>
                  <a:lnTo>
                    <a:pt x="766699" y="19177"/>
                  </a:lnTo>
                  <a:lnTo>
                    <a:pt x="771017" y="14859"/>
                  </a:lnTo>
                  <a:lnTo>
                    <a:pt x="771017" y="4445"/>
                  </a:lnTo>
                  <a:lnTo>
                    <a:pt x="766699" y="127"/>
                  </a:lnTo>
                  <a:close/>
                </a:path>
                <a:path w="10424160" h="2944495">
                  <a:moveTo>
                    <a:pt x="799592" y="127"/>
                  </a:moveTo>
                  <a:lnTo>
                    <a:pt x="794258" y="127"/>
                  </a:lnTo>
                  <a:lnTo>
                    <a:pt x="790067" y="4445"/>
                  </a:lnTo>
                  <a:lnTo>
                    <a:pt x="790067" y="14859"/>
                  </a:lnTo>
                  <a:lnTo>
                    <a:pt x="794258" y="19177"/>
                  </a:lnTo>
                  <a:lnTo>
                    <a:pt x="799592" y="19177"/>
                  </a:lnTo>
                  <a:lnTo>
                    <a:pt x="799592" y="127"/>
                  </a:lnTo>
                  <a:close/>
                </a:path>
                <a:path w="10424160" h="2944495">
                  <a:moveTo>
                    <a:pt x="804799" y="127"/>
                  </a:moveTo>
                  <a:lnTo>
                    <a:pt x="799592" y="127"/>
                  </a:lnTo>
                  <a:lnTo>
                    <a:pt x="799592" y="19177"/>
                  </a:lnTo>
                  <a:lnTo>
                    <a:pt x="804799" y="19177"/>
                  </a:lnTo>
                  <a:lnTo>
                    <a:pt x="809117" y="14859"/>
                  </a:lnTo>
                  <a:lnTo>
                    <a:pt x="809117" y="4445"/>
                  </a:lnTo>
                  <a:lnTo>
                    <a:pt x="804799" y="127"/>
                  </a:lnTo>
                  <a:close/>
                </a:path>
                <a:path w="10424160" h="2944495">
                  <a:moveTo>
                    <a:pt x="837692" y="127"/>
                  </a:moveTo>
                  <a:lnTo>
                    <a:pt x="832485" y="127"/>
                  </a:lnTo>
                  <a:lnTo>
                    <a:pt x="828167" y="4445"/>
                  </a:lnTo>
                  <a:lnTo>
                    <a:pt x="828167" y="14859"/>
                  </a:lnTo>
                  <a:lnTo>
                    <a:pt x="832485" y="19177"/>
                  </a:lnTo>
                  <a:lnTo>
                    <a:pt x="837692" y="19177"/>
                  </a:lnTo>
                  <a:lnTo>
                    <a:pt x="837692" y="127"/>
                  </a:lnTo>
                  <a:close/>
                </a:path>
                <a:path w="10424160" h="2944495">
                  <a:moveTo>
                    <a:pt x="843026" y="127"/>
                  </a:moveTo>
                  <a:lnTo>
                    <a:pt x="837692" y="127"/>
                  </a:lnTo>
                  <a:lnTo>
                    <a:pt x="837692" y="19177"/>
                  </a:lnTo>
                  <a:lnTo>
                    <a:pt x="843026" y="19177"/>
                  </a:lnTo>
                  <a:lnTo>
                    <a:pt x="847217" y="14859"/>
                  </a:lnTo>
                  <a:lnTo>
                    <a:pt x="847217" y="4445"/>
                  </a:lnTo>
                  <a:lnTo>
                    <a:pt x="843026" y="127"/>
                  </a:lnTo>
                  <a:close/>
                </a:path>
                <a:path w="10424160" h="2944495">
                  <a:moveTo>
                    <a:pt x="875792" y="127"/>
                  </a:moveTo>
                  <a:lnTo>
                    <a:pt x="870585" y="127"/>
                  </a:lnTo>
                  <a:lnTo>
                    <a:pt x="866267" y="4445"/>
                  </a:lnTo>
                  <a:lnTo>
                    <a:pt x="866267" y="14859"/>
                  </a:lnTo>
                  <a:lnTo>
                    <a:pt x="870585" y="19177"/>
                  </a:lnTo>
                  <a:lnTo>
                    <a:pt x="875792" y="19177"/>
                  </a:lnTo>
                  <a:lnTo>
                    <a:pt x="875792" y="127"/>
                  </a:lnTo>
                  <a:close/>
                </a:path>
                <a:path w="10424160" h="2944495">
                  <a:moveTo>
                    <a:pt x="881126" y="127"/>
                  </a:moveTo>
                  <a:lnTo>
                    <a:pt x="875792" y="127"/>
                  </a:lnTo>
                  <a:lnTo>
                    <a:pt x="875792" y="19177"/>
                  </a:lnTo>
                  <a:lnTo>
                    <a:pt x="881126" y="19177"/>
                  </a:lnTo>
                  <a:lnTo>
                    <a:pt x="885317" y="14859"/>
                  </a:lnTo>
                  <a:lnTo>
                    <a:pt x="885317" y="4445"/>
                  </a:lnTo>
                  <a:lnTo>
                    <a:pt x="881126" y="127"/>
                  </a:lnTo>
                  <a:close/>
                </a:path>
                <a:path w="10424160" h="2944495">
                  <a:moveTo>
                    <a:pt x="913892" y="127"/>
                  </a:moveTo>
                  <a:lnTo>
                    <a:pt x="908685" y="127"/>
                  </a:lnTo>
                  <a:lnTo>
                    <a:pt x="904367" y="4445"/>
                  </a:lnTo>
                  <a:lnTo>
                    <a:pt x="904367" y="14859"/>
                  </a:lnTo>
                  <a:lnTo>
                    <a:pt x="908685" y="19177"/>
                  </a:lnTo>
                  <a:lnTo>
                    <a:pt x="913892" y="19177"/>
                  </a:lnTo>
                  <a:lnTo>
                    <a:pt x="913892" y="127"/>
                  </a:lnTo>
                  <a:close/>
                </a:path>
                <a:path w="10424160" h="2944495">
                  <a:moveTo>
                    <a:pt x="919226" y="127"/>
                  </a:moveTo>
                  <a:lnTo>
                    <a:pt x="913892" y="127"/>
                  </a:lnTo>
                  <a:lnTo>
                    <a:pt x="913892" y="19177"/>
                  </a:lnTo>
                  <a:lnTo>
                    <a:pt x="919226" y="19177"/>
                  </a:lnTo>
                  <a:lnTo>
                    <a:pt x="923417" y="14859"/>
                  </a:lnTo>
                  <a:lnTo>
                    <a:pt x="923417" y="4445"/>
                  </a:lnTo>
                  <a:lnTo>
                    <a:pt x="919226" y="127"/>
                  </a:lnTo>
                  <a:close/>
                </a:path>
                <a:path w="10424160" h="2944495">
                  <a:moveTo>
                    <a:pt x="951992" y="127"/>
                  </a:moveTo>
                  <a:lnTo>
                    <a:pt x="946785" y="127"/>
                  </a:lnTo>
                  <a:lnTo>
                    <a:pt x="942467" y="4445"/>
                  </a:lnTo>
                  <a:lnTo>
                    <a:pt x="942467" y="14859"/>
                  </a:lnTo>
                  <a:lnTo>
                    <a:pt x="946785" y="19177"/>
                  </a:lnTo>
                  <a:lnTo>
                    <a:pt x="951992" y="19177"/>
                  </a:lnTo>
                  <a:lnTo>
                    <a:pt x="951992" y="127"/>
                  </a:lnTo>
                  <a:close/>
                </a:path>
                <a:path w="10424160" h="2944495">
                  <a:moveTo>
                    <a:pt x="952119" y="12827"/>
                  </a:moveTo>
                  <a:lnTo>
                    <a:pt x="951992" y="19177"/>
                  </a:lnTo>
                  <a:lnTo>
                    <a:pt x="952119" y="12827"/>
                  </a:lnTo>
                  <a:close/>
                </a:path>
                <a:path w="10424160" h="2944495">
                  <a:moveTo>
                    <a:pt x="957326" y="127"/>
                  </a:moveTo>
                  <a:lnTo>
                    <a:pt x="952119" y="127"/>
                  </a:lnTo>
                  <a:lnTo>
                    <a:pt x="952119" y="19177"/>
                  </a:lnTo>
                  <a:lnTo>
                    <a:pt x="957326" y="19177"/>
                  </a:lnTo>
                  <a:lnTo>
                    <a:pt x="961644" y="14859"/>
                  </a:lnTo>
                  <a:lnTo>
                    <a:pt x="961644" y="4445"/>
                  </a:lnTo>
                  <a:lnTo>
                    <a:pt x="957326" y="127"/>
                  </a:lnTo>
                  <a:close/>
                </a:path>
                <a:path w="10424160" h="2944495">
                  <a:moveTo>
                    <a:pt x="952119" y="127"/>
                  </a:moveTo>
                  <a:lnTo>
                    <a:pt x="951992" y="6477"/>
                  </a:lnTo>
                  <a:lnTo>
                    <a:pt x="952119" y="127"/>
                  </a:lnTo>
                  <a:close/>
                </a:path>
                <a:path w="10424160" h="2944495">
                  <a:moveTo>
                    <a:pt x="990219" y="127"/>
                  </a:moveTo>
                  <a:lnTo>
                    <a:pt x="984885" y="127"/>
                  </a:lnTo>
                  <a:lnTo>
                    <a:pt x="980694" y="4445"/>
                  </a:lnTo>
                  <a:lnTo>
                    <a:pt x="980694" y="14859"/>
                  </a:lnTo>
                  <a:lnTo>
                    <a:pt x="984885" y="19177"/>
                  </a:lnTo>
                  <a:lnTo>
                    <a:pt x="990219" y="19177"/>
                  </a:lnTo>
                  <a:lnTo>
                    <a:pt x="990219" y="127"/>
                  </a:lnTo>
                  <a:close/>
                </a:path>
                <a:path w="10424160" h="2944495">
                  <a:moveTo>
                    <a:pt x="995426" y="127"/>
                  </a:moveTo>
                  <a:lnTo>
                    <a:pt x="990219" y="127"/>
                  </a:lnTo>
                  <a:lnTo>
                    <a:pt x="990219" y="19177"/>
                  </a:lnTo>
                  <a:lnTo>
                    <a:pt x="995426" y="19177"/>
                  </a:lnTo>
                  <a:lnTo>
                    <a:pt x="999744" y="14859"/>
                  </a:lnTo>
                  <a:lnTo>
                    <a:pt x="999744" y="4445"/>
                  </a:lnTo>
                  <a:lnTo>
                    <a:pt x="995426" y="127"/>
                  </a:lnTo>
                  <a:close/>
                </a:path>
                <a:path w="10424160" h="2944495">
                  <a:moveTo>
                    <a:pt x="1028319" y="127"/>
                  </a:moveTo>
                  <a:lnTo>
                    <a:pt x="1022984" y="127"/>
                  </a:lnTo>
                  <a:lnTo>
                    <a:pt x="1018794" y="4445"/>
                  </a:lnTo>
                  <a:lnTo>
                    <a:pt x="1018794" y="14859"/>
                  </a:lnTo>
                  <a:lnTo>
                    <a:pt x="1022984" y="19177"/>
                  </a:lnTo>
                  <a:lnTo>
                    <a:pt x="1028319" y="19177"/>
                  </a:lnTo>
                  <a:lnTo>
                    <a:pt x="1028319" y="127"/>
                  </a:lnTo>
                  <a:close/>
                </a:path>
                <a:path w="10424160" h="2944495">
                  <a:moveTo>
                    <a:pt x="1033526" y="127"/>
                  </a:moveTo>
                  <a:lnTo>
                    <a:pt x="1028319" y="127"/>
                  </a:lnTo>
                  <a:lnTo>
                    <a:pt x="1028319" y="19177"/>
                  </a:lnTo>
                  <a:lnTo>
                    <a:pt x="1033526" y="19177"/>
                  </a:lnTo>
                  <a:lnTo>
                    <a:pt x="1037844" y="14859"/>
                  </a:lnTo>
                  <a:lnTo>
                    <a:pt x="1037844" y="4445"/>
                  </a:lnTo>
                  <a:lnTo>
                    <a:pt x="1033526" y="127"/>
                  </a:lnTo>
                  <a:close/>
                </a:path>
                <a:path w="10424160" h="2944495">
                  <a:moveTo>
                    <a:pt x="1066419" y="127"/>
                  </a:moveTo>
                  <a:lnTo>
                    <a:pt x="1061084" y="127"/>
                  </a:lnTo>
                  <a:lnTo>
                    <a:pt x="1056894" y="4445"/>
                  </a:lnTo>
                  <a:lnTo>
                    <a:pt x="1056894" y="14859"/>
                  </a:lnTo>
                  <a:lnTo>
                    <a:pt x="1061084" y="19177"/>
                  </a:lnTo>
                  <a:lnTo>
                    <a:pt x="1066419" y="19177"/>
                  </a:lnTo>
                  <a:lnTo>
                    <a:pt x="1066419" y="127"/>
                  </a:lnTo>
                  <a:close/>
                </a:path>
                <a:path w="10424160" h="2944495">
                  <a:moveTo>
                    <a:pt x="1071626" y="127"/>
                  </a:moveTo>
                  <a:lnTo>
                    <a:pt x="1066419" y="127"/>
                  </a:lnTo>
                  <a:lnTo>
                    <a:pt x="1066419" y="19177"/>
                  </a:lnTo>
                  <a:lnTo>
                    <a:pt x="1071626" y="19177"/>
                  </a:lnTo>
                  <a:lnTo>
                    <a:pt x="1075944" y="14859"/>
                  </a:lnTo>
                  <a:lnTo>
                    <a:pt x="1075944" y="4445"/>
                  </a:lnTo>
                  <a:lnTo>
                    <a:pt x="1071626" y="127"/>
                  </a:lnTo>
                  <a:close/>
                </a:path>
                <a:path w="10424160" h="2944495">
                  <a:moveTo>
                    <a:pt x="1104519" y="127"/>
                  </a:moveTo>
                  <a:lnTo>
                    <a:pt x="1099312" y="127"/>
                  </a:lnTo>
                  <a:lnTo>
                    <a:pt x="1094994" y="4445"/>
                  </a:lnTo>
                  <a:lnTo>
                    <a:pt x="1094994" y="14859"/>
                  </a:lnTo>
                  <a:lnTo>
                    <a:pt x="1099312" y="19177"/>
                  </a:lnTo>
                  <a:lnTo>
                    <a:pt x="1104519" y="19177"/>
                  </a:lnTo>
                  <a:lnTo>
                    <a:pt x="1104519" y="127"/>
                  </a:lnTo>
                  <a:close/>
                </a:path>
                <a:path w="10424160" h="2944495">
                  <a:moveTo>
                    <a:pt x="1109852" y="127"/>
                  </a:moveTo>
                  <a:lnTo>
                    <a:pt x="1104519" y="127"/>
                  </a:lnTo>
                  <a:lnTo>
                    <a:pt x="1104519" y="19177"/>
                  </a:lnTo>
                  <a:lnTo>
                    <a:pt x="1109852" y="19177"/>
                  </a:lnTo>
                  <a:lnTo>
                    <a:pt x="1114044" y="14859"/>
                  </a:lnTo>
                  <a:lnTo>
                    <a:pt x="1114044" y="4445"/>
                  </a:lnTo>
                  <a:lnTo>
                    <a:pt x="1109852" y="127"/>
                  </a:lnTo>
                  <a:close/>
                </a:path>
                <a:path w="10424160" h="2944495">
                  <a:moveTo>
                    <a:pt x="1142619" y="127"/>
                  </a:moveTo>
                  <a:lnTo>
                    <a:pt x="1137412" y="127"/>
                  </a:lnTo>
                  <a:lnTo>
                    <a:pt x="1133094" y="4445"/>
                  </a:lnTo>
                  <a:lnTo>
                    <a:pt x="1133094" y="14859"/>
                  </a:lnTo>
                  <a:lnTo>
                    <a:pt x="1137412" y="19177"/>
                  </a:lnTo>
                  <a:lnTo>
                    <a:pt x="1142619" y="19177"/>
                  </a:lnTo>
                  <a:lnTo>
                    <a:pt x="1142619" y="127"/>
                  </a:lnTo>
                  <a:close/>
                </a:path>
                <a:path w="10424160" h="2944495">
                  <a:moveTo>
                    <a:pt x="1147952" y="127"/>
                  </a:moveTo>
                  <a:lnTo>
                    <a:pt x="1142619" y="127"/>
                  </a:lnTo>
                  <a:lnTo>
                    <a:pt x="1142619" y="19177"/>
                  </a:lnTo>
                  <a:lnTo>
                    <a:pt x="1147952" y="19177"/>
                  </a:lnTo>
                  <a:lnTo>
                    <a:pt x="1152144" y="14859"/>
                  </a:lnTo>
                  <a:lnTo>
                    <a:pt x="1152144" y="4445"/>
                  </a:lnTo>
                  <a:lnTo>
                    <a:pt x="1147952" y="127"/>
                  </a:lnTo>
                  <a:close/>
                </a:path>
                <a:path w="10424160" h="2944495">
                  <a:moveTo>
                    <a:pt x="1180719" y="127"/>
                  </a:moveTo>
                  <a:lnTo>
                    <a:pt x="1175512" y="127"/>
                  </a:lnTo>
                  <a:lnTo>
                    <a:pt x="1171194" y="4445"/>
                  </a:lnTo>
                  <a:lnTo>
                    <a:pt x="1171194" y="14859"/>
                  </a:lnTo>
                  <a:lnTo>
                    <a:pt x="1175512" y="19177"/>
                  </a:lnTo>
                  <a:lnTo>
                    <a:pt x="1180719" y="19177"/>
                  </a:lnTo>
                  <a:lnTo>
                    <a:pt x="1180719" y="127"/>
                  </a:lnTo>
                  <a:close/>
                </a:path>
                <a:path w="10424160" h="2944495">
                  <a:moveTo>
                    <a:pt x="1186052" y="127"/>
                  </a:moveTo>
                  <a:lnTo>
                    <a:pt x="1180719" y="127"/>
                  </a:lnTo>
                  <a:lnTo>
                    <a:pt x="1180719" y="19177"/>
                  </a:lnTo>
                  <a:lnTo>
                    <a:pt x="1186052" y="19177"/>
                  </a:lnTo>
                  <a:lnTo>
                    <a:pt x="1190244" y="14859"/>
                  </a:lnTo>
                  <a:lnTo>
                    <a:pt x="1190244" y="4445"/>
                  </a:lnTo>
                  <a:lnTo>
                    <a:pt x="1186052" y="127"/>
                  </a:lnTo>
                  <a:close/>
                </a:path>
                <a:path w="10424160" h="2944495">
                  <a:moveTo>
                    <a:pt x="1218819" y="127"/>
                  </a:moveTo>
                  <a:lnTo>
                    <a:pt x="1213612" y="127"/>
                  </a:lnTo>
                  <a:lnTo>
                    <a:pt x="1209294" y="4445"/>
                  </a:lnTo>
                  <a:lnTo>
                    <a:pt x="1209294" y="14859"/>
                  </a:lnTo>
                  <a:lnTo>
                    <a:pt x="1213612" y="19177"/>
                  </a:lnTo>
                  <a:lnTo>
                    <a:pt x="1218819" y="19177"/>
                  </a:lnTo>
                  <a:lnTo>
                    <a:pt x="1218819" y="127"/>
                  </a:lnTo>
                  <a:close/>
                </a:path>
                <a:path w="10424160" h="2944495">
                  <a:moveTo>
                    <a:pt x="1224152" y="127"/>
                  </a:moveTo>
                  <a:lnTo>
                    <a:pt x="1218945" y="127"/>
                  </a:lnTo>
                  <a:lnTo>
                    <a:pt x="1218945" y="19177"/>
                  </a:lnTo>
                  <a:lnTo>
                    <a:pt x="1224152" y="19177"/>
                  </a:lnTo>
                  <a:lnTo>
                    <a:pt x="1228470" y="14859"/>
                  </a:lnTo>
                  <a:lnTo>
                    <a:pt x="1228470" y="4445"/>
                  </a:lnTo>
                  <a:lnTo>
                    <a:pt x="1224152" y="127"/>
                  </a:lnTo>
                  <a:close/>
                </a:path>
                <a:path w="10424160" h="2944495">
                  <a:moveTo>
                    <a:pt x="1257045" y="127"/>
                  </a:moveTo>
                  <a:lnTo>
                    <a:pt x="1251712" y="127"/>
                  </a:lnTo>
                  <a:lnTo>
                    <a:pt x="1247520" y="4445"/>
                  </a:lnTo>
                  <a:lnTo>
                    <a:pt x="1247520" y="14859"/>
                  </a:lnTo>
                  <a:lnTo>
                    <a:pt x="1251712" y="19177"/>
                  </a:lnTo>
                  <a:lnTo>
                    <a:pt x="1257045" y="19177"/>
                  </a:lnTo>
                  <a:lnTo>
                    <a:pt x="1257045" y="127"/>
                  </a:lnTo>
                  <a:close/>
                </a:path>
                <a:path w="10424160" h="2944495">
                  <a:moveTo>
                    <a:pt x="1262252" y="127"/>
                  </a:moveTo>
                  <a:lnTo>
                    <a:pt x="1257045" y="127"/>
                  </a:lnTo>
                  <a:lnTo>
                    <a:pt x="1257045" y="19177"/>
                  </a:lnTo>
                  <a:lnTo>
                    <a:pt x="1262252" y="19177"/>
                  </a:lnTo>
                  <a:lnTo>
                    <a:pt x="1266570" y="14859"/>
                  </a:lnTo>
                  <a:lnTo>
                    <a:pt x="1266570" y="4445"/>
                  </a:lnTo>
                  <a:lnTo>
                    <a:pt x="1262252" y="127"/>
                  </a:lnTo>
                  <a:close/>
                </a:path>
                <a:path w="10424160" h="2944495">
                  <a:moveTo>
                    <a:pt x="1295145" y="127"/>
                  </a:moveTo>
                  <a:lnTo>
                    <a:pt x="1289812" y="127"/>
                  </a:lnTo>
                  <a:lnTo>
                    <a:pt x="1285620" y="4445"/>
                  </a:lnTo>
                  <a:lnTo>
                    <a:pt x="1285620" y="14859"/>
                  </a:lnTo>
                  <a:lnTo>
                    <a:pt x="1289812" y="19177"/>
                  </a:lnTo>
                  <a:lnTo>
                    <a:pt x="1295145" y="19177"/>
                  </a:lnTo>
                  <a:lnTo>
                    <a:pt x="1295145" y="127"/>
                  </a:lnTo>
                  <a:close/>
                </a:path>
                <a:path w="10424160" h="2944495">
                  <a:moveTo>
                    <a:pt x="1300352" y="127"/>
                  </a:moveTo>
                  <a:lnTo>
                    <a:pt x="1295145" y="127"/>
                  </a:lnTo>
                  <a:lnTo>
                    <a:pt x="1295145" y="19177"/>
                  </a:lnTo>
                  <a:lnTo>
                    <a:pt x="1300352" y="19177"/>
                  </a:lnTo>
                  <a:lnTo>
                    <a:pt x="1304670" y="14859"/>
                  </a:lnTo>
                  <a:lnTo>
                    <a:pt x="1304670" y="4445"/>
                  </a:lnTo>
                  <a:lnTo>
                    <a:pt x="1300352" y="127"/>
                  </a:lnTo>
                  <a:close/>
                </a:path>
                <a:path w="10424160" h="2944495">
                  <a:moveTo>
                    <a:pt x="1333245" y="127"/>
                  </a:moveTo>
                  <a:lnTo>
                    <a:pt x="1327912" y="127"/>
                  </a:lnTo>
                  <a:lnTo>
                    <a:pt x="1323720" y="4445"/>
                  </a:lnTo>
                  <a:lnTo>
                    <a:pt x="1323720" y="14859"/>
                  </a:lnTo>
                  <a:lnTo>
                    <a:pt x="1327912" y="19177"/>
                  </a:lnTo>
                  <a:lnTo>
                    <a:pt x="1333245" y="19177"/>
                  </a:lnTo>
                  <a:lnTo>
                    <a:pt x="1333245" y="127"/>
                  </a:lnTo>
                  <a:close/>
                </a:path>
                <a:path w="10424160" h="2944495">
                  <a:moveTo>
                    <a:pt x="1338452" y="127"/>
                  </a:moveTo>
                  <a:lnTo>
                    <a:pt x="1333245" y="127"/>
                  </a:lnTo>
                  <a:lnTo>
                    <a:pt x="1333245" y="19177"/>
                  </a:lnTo>
                  <a:lnTo>
                    <a:pt x="1338452" y="19177"/>
                  </a:lnTo>
                  <a:lnTo>
                    <a:pt x="1342770" y="14859"/>
                  </a:lnTo>
                  <a:lnTo>
                    <a:pt x="1342770" y="4445"/>
                  </a:lnTo>
                  <a:lnTo>
                    <a:pt x="1338452" y="127"/>
                  </a:lnTo>
                  <a:close/>
                </a:path>
                <a:path w="10424160" h="2944495">
                  <a:moveTo>
                    <a:pt x="1371345" y="127"/>
                  </a:moveTo>
                  <a:lnTo>
                    <a:pt x="1366139" y="127"/>
                  </a:lnTo>
                  <a:lnTo>
                    <a:pt x="1361820" y="4445"/>
                  </a:lnTo>
                  <a:lnTo>
                    <a:pt x="1361820" y="14859"/>
                  </a:lnTo>
                  <a:lnTo>
                    <a:pt x="1366139" y="19177"/>
                  </a:lnTo>
                  <a:lnTo>
                    <a:pt x="1371345" y="19177"/>
                  </a:lnTo>
                  <a:lnTo>
                    <a:pt x="1371345" y="127"/>
                  </a:lnTo>
                  <a:close/>
                </a:path>
                <a:path w="10424160" h="2944495">
                  <a:moveTo>
                    <a:pt x="1376680" y="127"/>
                  </a:moveTo>
                  <a:lnTo>
                    <a:pt x="1371345" y="127"/>
                  </a:lnTo>
                  <a:lnTo>
                    <a:pt x="1371345" y="19177"/>
                  </a:lnTo>
                  <a:lnTo>
                    <a:pt x="1376680" y="19177"/>
                  </a:lnTo>
                  <a:lnTo>
                    <a:pt x="1380870" y="14859"/>
                  </a:lnTo>
                  <a:lnTo>
                    <a:pt x="1380870" y="4445"/>
                  </a:lnTo>
                  <a:lnTo>
                    <a:pt x="1376680" y="127"/>
                  </a:lnTo>
                  <a:close/>
                </a:path>
                <a:path w="10424160" h="2944495">
                  <a:moveTo>
                    <a:pt x="1409445" y="127"/>
                  </a:moveTo>
                  <a:lnTo>
                    <a:pt x="1404239" y="127"/>
                  </a:lnTo>
                  <a:lnTo>
                    <a:pt x="1399920" y="4445"/>
                  </a:lnTo>
                  <a:lnTo>
                    <a:pt x="1399920" y="14859"/>
                  </a:lnTo>
                  <a:lnTo>
                    <a:pt x="1404239" y="19177"/>
                  </a:lnTo>
                  <a:lnTo>
                    <a:pt x="1409445" y="19177"/>
                  </a:lnTo>
                  <a:lnTo>
                    <a:pt x="1409445" y="127"/>
                  </a:lnTo>
                  <a:close/>
                </a:path>
                <a:path w="10424160" h="2944495">
                  <a:moveTo>
                    <a:pt x="1414780" y="127"/>
                  </a:moveTo>
                  <a:lnTo>
                    <a:pt x="1409445" y="127"/>
                  </a:lnTo>
                  <a:lnTo>
                    <a:pt x="1409445" y="19177"/>
                  </a:lnTo>
                  <a:lnTo>
                    <a:pt x="1414780" y="19177"/>
                  </a:lnTo>
                  <a:lnTo>
                    <a:pt x="1418970" y="14859"/>
                  </a:lnTo>
                  <a:lnTo>
                    <a:pt x="1418970" y="4445"/>
                  </a:lnTo>
                  <a:lnTo>
                    <a:pt x="1414780" y="127"/>
                  </a:lnTo>
                  <a:close/>
                </a:path>
                <a:path w="10424160" h="2944495">
                  <a:moveTo>
                    <a:pt x="1447545" y="127"/>
                  </a:moveTo>
                  <a:lnTo>
                    <a:pt x="1442339" y="127"/>
                  </a:lnTo>
                  <a:lnTo>
                    <a:pt x="1438020" y="4445"/>
                  </a:lnTo>
                  <a:lnTo>
                    <a:pt x="1438020" y="14859"/>
                  </a:lnTo>
                  <a:lnTo>
                    <a:pt x="1442339" y="19177"/>
                  </a:lnTo>
                  <a:lnTo>
                    <a:pt x="1447545" y="19177"/>
                  </a:lnTo>
                  <a:lnTo>
                    <a:pt x="1447545" y="127"/>
                  </a:lnTo>
                  <a:close/>
                </a:path>
                <a:path w="10424160" h="2944495">
                  <a:moveTo>
                    <a:pt x="1452880" y="127"/>
                  </a:moveTo>
                  <a:lnTo>
                    <a:pt x="1447672" y="127"/>
                  </a:lnTo>
                  <a:lnTo>
                    <a:pt x="1447672" y="19177"/>
                  </a:lnTo>
                  <a:lnTo>
                    <a:pt x="1452880" y="19177"/>
                  </a:lnTo>
                  <a:lnTo>
                    <a:pt x="1457197" y="14859"/>
                  </a:lnTo>
                  <a:lnTo>
                    <a:pt x="1457197" y="4445"/>
                  </a:lnTo>
                  <a:lnTo>
                    <a:pt x="1452880" y="127"/>
                  </a:lnTo>
                  <a:close/>
                </a:path>
                <a:path w="10424160" h="2944495">
                  <a:moveTo>
                    <a:pt x="1485772" y="127"/>
                  </a:moveTo>
                  <a:lnTo>
                    <a:pt x="1480439" y="127"/>
                  </a:lnTo>
                  <a:lnTo>
                    <a:pt x="1476247" y="4445"/>
                  </a:lnTo>
                  <a:lnTo>
                    <a:pt x="1476247" y="14859"/>
                  </a:lnTo>
                  <a:lnTo>
                    <a:pt x="1480439" y="19177"/>
                  </a:lnTo>
                  <a:lnTo>
                    <a:pt x="1485772" y="19177"/>
                  </a:lnTo>
                  <a:lnTo>
                    <a:pt x="1485772" y="127"/>
                  </a:lnTo>
                  <a:close/>
                </a:path>
                <a:path w="10424160" h="2944495">
                  <a:moveTo>
                    <a:pt x="1490980" y="127"/>
                  </a:moveTo>
                  <a:lnTo>
                    <a:pt x="1485772" y="127"/>
                  </a:lnTo>
                  <a:lnTo>
                    <a:pt x="1485772" y="19177"/>
                  </a:lnTo>
                  <a:lnTo>
                    <a:pt x="1490980" y="19177"/>
                  </a:lnTo>
                  <a:lnTo>
                    <a:pt x="1495297" y="14859"/>
                  </a:lnTo>
                  <a:lnTo>
                    <a:pt x="1495297" y="4445"/>
                  </a:lnTo>
                  <a:lnTo>
                    <a:pt x="1490980" y="127"/>
                  </a:lnTo>
                  <a:close/>
                </a:path>
                <a:path w="10424160" h="2944495">
                  <a:moveTo>
                    <a:pt x="1523872" y="127"/>
                  </a:moveTo>
                  <a:lnTo>
                    <a:pt x="1518539" y="127"/>
                  </a:lnTo>
                  <a:lnTo>
                    <a:pt x="1514347" y="4445"/>
                  </a:lnTo>
                  <a:lnTo>
                    <a:pt x="1514347" y="14859"/>
                  </a:lnTo>
                  <a:lnTo>
                    <a:pt x="1518539" y="19177"/>
                  </a:lnTo>
                  <a:lnTo>
                    <a:pt x="1523872" y="19177"/>
                  </a:lnTo>
                  <a:lnTo>
                    <a:pt x="1523872" y="127"/>
                  </a:lnTo>
                  <a:close/>
                </a:path>
                <a:path w="10424160" h="2944495">
                  <a:moveTo>
                    <a:pt x="1529080" y="127"/>
                  </a:moveTo>
                  <a:lnTo>
                    <a:pt x="1523872" y="127"/>
                  </a:lnTo>
                  <a:lnTo>
                    <a:pt x="1523872" y="19177"/>
                  </a:lnTo>
                  <a:lnTo>
                    <a:pt x="1529080" y="19177"/>
                  </a:lnTo>
                  <a:lnTo>
                    <a:pt x="1533397" y="14859"/>
                  </a:lnTo>
                  <a:lnTo>
                    <a:pt x="1533397" y="4445"/>
                  </a:lnTo>
                  <a:lnTo>
                    <a:pt x="1529080" y="127"/>
                  </a:lnTo>
                  <a:close/>
                </a:path>
                <a:path w="10424160" h="2944495">
                  <a:moveTo>
                    <a:pt x="1561972" y="127"/>
                  </a:moveTo>
                  <a:lnTo>
                    <a:pt x="1556639" y="127"/>
                  </a:lnTo>
                  <a:lnTo>
                    <a:pt x="1552447" y="4445"/>
                  </a:lnTo>
                  <a:lnTo>
                    <a:pt x="1552447" y="14859"/>
                  </a:lnTo>
                  <a:lnTo>
                    <a:pt x="1556639" y="19177"/>
                  </a:lnTo>
                  <a:lnTo>
                    <a:pt x="1561972" y="19177"/>
                  </a:lnTo>
                  <a:lnTo>
                    <a:pt x="1561972" y="127"/>
                  </a:lnTo>
                  <a:close/>
                </a:path>
                <a:path w="10424160" h="2944495">
                  <a:moveTo>
                    <a:pt x="1567180" y="127"/>
                  </a:moveTo>
                  <a:lnTo>
                    <a:pt x="1561972" y="127"/>
                  </a:lnTo>
                  <a:lnTo>
                    <a:pt x="1561972" y="19177"/>
                  </a:lnTo>
                  <a:lnTo>
                    <a:pt x="1567180" y="19177"/>
                  </a:lnTo>
                  <a:lnTo>
                    <a:pt x="1571497" y="14859"/>
                  </a:lnTo>
                  <a:lnTo>
                    <a:pt x="1571497" y="4445"/>
                  </a:lnTo>
                  <a:lnTo>
                    <a:pt x="1567180" y="127"/>
                  </a:lnTo>
                  <a:close/>
                </a:path>
                <a:path w="10424160" h="2944495">
                  <a:moveTo>
                    <a:pt x="1600072" y="127"/>
                  </a:moveTo>
                  <a:lnTo>
                    <a:pt x="1594865" y="127"/>
                  </a:lnTo>
                  <a:lnTo>
                    <a:pt x="1590547" y="4445"/>
                  </a:lnTo>
                  <a:lnTo>
                    <a:pt x="1590547" y="14859"/>
                  </a:lnTo>
                  <a:lnTo>
                    <a:pt x="1594865" y="19177"/>
                  </a:lnTo>
                  <a:lnTo>
                    <a:pt x="1600072" y="19177"/>
                  </a:lnTo>
                  <a:lnTo>
                    <a:pt x="1600072" y="127"/>
                  </a:lnTo>
                  <a:close/>
                </a:path>
                <a:path w="10424160" h="2944495">
                  <a:moveTo>
                    <a:pt x="1605407" y="127"/>
                  </a:moveTo>
                  <a:lnTo>
                    <a:pt x="1600072" y="127"/>
                  </a:lnTo>
                  <a:lnTo>
                    <a:pt x="1600072" y="19177"/>
                  </a:lnTo>
                  <a:lnTo>
                    <a:pt x="1605407" y="19177"/>
                  </a:lnTo>
                  <a:lnTo>
                    <a:pt x="1609597" y="14859"/>
                  </a:lnTo>
                  <a:lnTo>
                    <a:pt x="1609597" y="4445"/>
                  </a:lnTo>
                  <a:lnTo>
                    <a:pt x="1605407" y="127"/>
                  </a:lnTo>
                  <a:close/>
                </a:path>
                <a:path w="10424160" h="2944495">
                  <a:moveTo>
                    <a:pt x="1638172" y="127"/>
                  </a:moveTo>
                  <a:lnTo>
                    <a:pt x="1632965" y="127"/>
                  </a:lnTo>
                  <a:lnTo>
                    <a:pt x="1628647" y="4445"/>
                  </a:lnTo>
                  <a:lnTo>
                    <a:pt x="1628647" y="14859"/>
                  </a:lnTo>
                  <a:lnTo>
                    <a:pt x="1632965" y="19177"/>
                  </a:lnTo>
                  <a:lnTo>
                    <a:pt x="1638172" y="19177"/>
                  </a:lnTo>
                  <a:lnTo>
                    <a:pt x="1638172" y="127"/>
                  </a:lnTo>
                  <a:close/>
                </a:path>
                <a:path w="10424160" h="2944495">
                  <a:moveTo>
                    <a:pt x="1643507" y="127"/>
                  </a:moveTo>
                  <a:lnTo>
                    <a:pt x="1638172" y="127"/>
                  </a:lnTo>
                  <a:lnTo>
                    <a:pt x="1638172" y="19177"/>
                  </a:lnTo>
                  <a:lnTo>
                    <a:pt x="1643507" y="19177"/>
                  </a:lnTo>
                  <a:lnTo>
                    <a:pt x="1647697" y="14859"/>
                  </a:lnTo>
                  <a:lnTo>
                    <a:pt x="1647697" y="4445"/>
                  </a:lnTo>
                  <a:lnTo>
                    <a:pt x="1643507" y="127"/>
                  </a:lnTo>
                  <a:close/>
                </a:path>
                <a:path w="10424160" h="2944495">
                  <a:moveTo>
                    <a:pt x="1676272" y="127"/>
                  </a:moveTo>
                  <a:lnTo>
                    <a:pt x="1671065" y="127"/>
                  </a:lnTo>
                  <a:lnTo>
                    <a:pt x="1666747" y="4445"/>
                  </a:lnTo>
                  <a:lnTo>
                    <a:pt x="1666747" y="14859"/>
                  </a:lnTo>
                  <a:lnTo>
                    <a:pt x="1671065" y="19177"/>
                  </a:lnTo>
                  <a:lnTo>
                    <a:pt x="1676272" y="19177"/>
                  </a:lnTo>
                  <a:lnTo>
                    <a:pt x="1676272" y="127"/>
                  </a:lnTo>
                  <a:close/>
                </a:path>
                <a:path w="10424160" h="2944495">
                  <a:moveTo>
                    <a:pt x="1681607" y="127"/>
                  </a:moveTo>
                  <a:lnTo>
                    <a:pt x="1676272" y="127"/>
                  </a:lnTo>
                  <a:lnTo>
                    <a:pt x="1676272" y="19177"/>
                  </a:lnTo>
                  <a:lnTo>
                    <a:pt x="1681607" y="19177"/>
                  </a:lnTo>
                  <a:lnTo>
                    <a:pt x="1685797" y="14859"/>
                  </a:lnTo>
                  <a:lnTo>
                    <a:pt x="1685797" y="4445"/>
                  </a:lnTo>
                  <a:lnTo>
                    <a:pt x="1681607" y="127"/>
                  </a:lnTo>
                  <a:close/>
                </a:path>
                <a:path w="10424160" h="2944495">
                  <a:moveTo>
                    <a:pt x="1714372" y="127"/>
                  </a:moveTo>
                  <a:lnTo>
                    <a:pt x="1709165" y="127"/>
                  </a:lnTo>
                  <a:lnTo>
                    <a:pt x="1704847" y="4445"/>
                  </a:lnTo>
                  <a:lnTo>
                    <a:pt x="1704847" y="14859"/>
                  </a:lnTo>
                  <a:lnTo>
                    <a:pt x="1709165" y="19177"/>
                  </a:lnTo>
                  <a:lnTo>
                    <a:pt x="1714372" y="19177"/>
                  </a:lnTo>
                  <a:lnTo>
                    <a:pt x="1714372" y="127"/>
                  </a:lnTo>
                  <a:close/>
                </a:path>
                <a:path w="10424160" h="2944495">
                  <a:moveTo>
                    <a:pt x="1714500" y="12827"/>
                  </a:moveTo>
                  <a:lnTo>
                    <a:pt x="1714372" y="12827"/>
                  </a:lnTo>
                  <a:lnTo>
                    <a:pt x="1714372" y="19177"/>
                  </a:lnTo>
                  <a:lnTo>
                    <a:pt x="1714500" y="19177"/>
                  </a:lnTo>
                  <a:lnTo>
                    <a:pt x="1714500" y="12827"/>
                  </a:lnTo>
                  <a:close/>
                </a:path>
                <a:path w="10424160" h="2944495">
                  <a:moveTo>
                    <a:pt x="1719707" y="127"/>
                  </a:moveTo>
                  <a:lnTo>
                    <a:pt x="1714500" y="127"/>
                  </a:lnTo>
                  <a:lnTo>
                    <a:pt x="1714500" y="19177"/>
                  </a:lnTo>
                  <a:lnTo>
                    <a:pt x="1719707" y="19177"/>
                  </a:lnTo>
                  <a:lnTo>
                    <a:pt x="1724025" y="14859"/>
                  </a:lnTo>
                  <a:lnTo>
                    <a:pt x="1724025" y="4445"/>
                  </a:lnTo>
                  <a:lnTo>
                    <a:pt x="1719707" y="127"/>
                  </a:lnTo>
                  <a:close/>
                </a:path>
                <a:path w="10424160" h="2944495">
                  <a:moveTo>
                    <a:pt x="1714500" y="127"/>
                  </a:moveTo>
                  <a:lnTo>
                    <a:pt x="1714372" y="127"/>
                  </a:lnTo>
                  <a:lnTo>
                    <a:pt x="1714372" y="6477"/>
                  </a:lnTo>
                  <a:lnTo>
                    <a:pt x="1714500" y="6477"/>
                  </a:lnTo>
                  <a:lnTo>
                    <a:pt x="1714500" y="127"/>
                  </a:lnTo>
                  <a:close/>
                </a:path>
                <a:path w="10424160" h="2944495">
                  <a:moveTo>
                    <a:pt x="1752600" y="127"/>
                  </a:moveTo>
                  <a:lnTo>
                    <a:pt x="1747265" y="127"/>
                  </a:lnTo>
                  <a:lnTo>
                    <a:pt x="1743075" y="4445"/>
                  </a:lnTo>
                  <a:lnTo>
                    <a:pt x="1743075" y="14859"/>
                  </a:lnTo>
                  <a:lnTo>
                    <a:pt x="1747265" y="19177"/>
                  </a:lnTo>
                  <a:lnTo>
                    <a:pt x="1752600" y="19177"/>
                  </a:lnTo>
                  <a:lnTo>
                    <a:pt x="1752600" y="127"/>
                  </a:lnTo>
                  <a:close/>
                </a:path>
                <a:path w="10424160" h="2944495">
                  <a:moveTo>
                    <a:pt x="1757807" y="127"/>
                  </a:moveTo>
                  <a:lnTo>
                    <a:pt x="1752600" y="127"/>
                  </a:lnTo>
                  <a:lnTo>
                    <a:pt x="1752600" y="19177"/>
                  </a:lnTo>
                  <a:lnTo>
                    <a:pt x="1757807" y="19177"/>
                  </a:lnTo>
                  <a:lnTo>
                    <a:pt x="1762125" y="14859"/>
                  </a:lnTo>
                  <a:lnTo>
                    <a:pt x="1762125" y="4445"/>
                  </a:lnTo>
                  <a:lnTo>
                    <a:pt x="1757807" y="127"/>
                  </a:lnTo>
                  <a:close/>
                </a:path>
                <a:path w="10424160" h="2944495">
                  <a:moveTo>
                    <a:pt x="1790700" y="127"/>
                  </a:moveTo>
                  <a:lnTo>
                    <a:pt x="1785365" y="127"/>
                  </a:lnTo>
                  <a:lnTo>
                    <a:pt x="1781175" y="4445"/>
                  </a:lnTo>
                  <a:lnTo>
                    <a:pt x="1781175" y="14859"/>
                  </a:lnTo>
                  <a:lnTo>
                    <a:pt x="1785365" y="19177"/>
                  </a:lnTo>
                  <a:lnTo>
                    <a:pt x="1790700" y="19177"/>
                  </a:lnTo>
                  <a:lnTo>
                    <a:pt x="1790700" y="127"/>
                  </a:lnTo>
                  <a:close/>
                </a:path>
                <a:path w="10424160" h="2944495">
                  <a:moveTo>
                    <a:pt x="1795907" y="127"/>
                  </a:moveTo>
                  <a:lnTo>
                    <a:pt x="1790700" y="127"/>
                  </a:lnTo>
                  <a:lnTo>
                    <a:pt x="1790700" y="19177"/>
                  </a:lnTo>
                  <a:lnTo>
                    <a:pt x="1795907" y="19177"/>
                  </a:lnTo>
                  <a:lnTo>
                    <a:pt x="1800225" y="14859"/>
                  </a:lnTo>
                  <a:lnTo>
                    <a:pt x="1800225" y="4445"/>
                  </a:lnTo>
                  <a:lnTo>
                    <a:pt x="1795907" y="127"/>
                  </a:lnTo>
                  <a:close/>
                </a:path>
                <a:path w="10424160" h="2944495">
                  <a:moveTo>
                    <a:pt x="1828800" y="127"/>
                  </a:moveTo>
                  <a:lnTo>
                    <a:pt x="1823465" y="127"/>
                  </a:lnTo>
                  <a:lnTo>
                    <a:pt x="1819275" y="4445"/>
                  </a:lnTo>
                  <a:lnTo>
                    <a:pt x="1819275" y="14859"/>
                  </a:lnTo>
                  <a:lnTo>
                    <a:pt x="1823465" y="19177"/>
                  </a:lnTo>
                  <a:lnTo>
                    <a:pt x="1828800" y="19177"/>
                  </a:lnTo>
                  <a:lnTo>
                    <a:pt x="1828800" y="127"/>
                  </a:lnTo>
                  <a:close/>
                </a:path>
                <a:path w="10424160" h="2944495">
                  <a:moveTo>
                    <a:pt x="1834007" y="127"/>
                  </a:moveTo>
                  <a:lnTo>
                    <a:pt x="1828800" y="127"/>
                  </a:lnTo>
                  <a:lnTo>
                    <a:pt x="1828800" y="19177"/>
                  </a:lnTo>
                  <a:lnTo>
                    <a:pt x="1834007" y="19177"/>
                  </a:lnTo>
                  <a:lnTo>
                    <a:pt x="1838325" y="14859"/>
                  </a:lnTo>
                  <a:lnTo>
                    <a:pt x="1838325" y="4445"/>
                  </a:lnTo>
                  <a:lnTo>
                    <a:pt x="1834007" y="127"/>
                  </a:lnTo>
                  <a:close/>
                </a:path>
                <a:path w="10424160" h="2944495">
                  <a:moveTo>
                    <a:pt x="1866900" y="127"/>
                  </a:moveTo>
                  <a:lnTo>
                    <a:pt x="1861693" y="127"/>
                  </a:lnTo>
                  <a:lnTo>
                    <a:pt x="1857375" y="4445"/>
                  </a:lnTo>
                  <a:lnTo>
                    <a:pt x="1857375" y="14859"/>
                  </a:lnTo>
                  <a:lnTo>
                    <a:pt x="1861693" y="19177"/>
                  </a:lnTo>
                  <a:lnTo>
                    <a:pt x="1866900" y="19177"/>
                  </a:lnTo>
                  <a:lnTo>
                    <a:pt x="1866900" y="127"/>
                  </a:lnTo>
                  <a:close/>
                </a:path>
                <a:path w="10424160" h="2944495">
                  <a:moveTo>
                    <a:pt x="1872233" y="127"/>
                  </a:moveTo>
                  <a:lnTo>
                    <a:pt x="1866900" y="127"/>
                  </a:lnTo>
                  <a:lnTo>
                    <a:pt x="1866900" y="19177"/>
                  </a:lnTo>
                  <a:lnTo>
                    <a:pt x="1872233" y="19177"/>
                  </a:lnTo>
                  <a:lnTo>
                    <a:pt x="1876425" y="14859"/>
                  </a:lnTo>
                  <a:lnTo>
                    <a:pt x="1876425" y="4445"/>
                  </a:lnTo>
                  <a:lnTo>
                    <a:pt x="1872233" y="127"/>
                  </a:lnTo>
                  <a:close/>
                </a:path>
                <a:path w="10424160" h="2944495">
                  <a:moveTo>
                    <a:pt x="1905000" y="127"/>
                  </a:moveTo>
                  <a:lnTo>
                    <a:pt x="1899793" y="127"/>
                  </a:lnTo>
                  <a:lnTo>
                    <a:pt x="1895475" y="4445"/>
                  </a:lnTo>
                  <a:lnTo>
                    <a:pt x="1895475" y="14859"/>
                  </a:lnTo>
                  <a:lnTo>
                    <a:pt x="1899793" y="19177"/>
                  </a:lnTo>
                  <a:lnTo>
                    <a:pt x="1905000" y="19177"/>
                  </a:lnTo>
                  <a:lnTo>
                    <a:pt x="1905000" y="127"/>
                  </a:lnTo>
                  <a:close/>
                </a:path>
                <a:path w="10424160" h="2944495">
                  <a:moveTo>
                    <a:pt x="1910333" y="127"/>
                  </a:moveTo>
                  <a:lnTo>
                    <a:pt x="1905000" y="127"/>
                  </a:lnTo>
                  <a:lnTo>
                    <a:pt x="1905000" y="19177"/>
                  </a:lnTo>
                  <a:lnTo>
                    <a:pt x="1910333" y="19177"/>
                  </a:lnTo>
                  <a:lnTo>
                    <a:pt x="1914525" y="14859"/>
                  </a:lnTo>
                  <a:lnTo>
                    <a:pt x="1914525" y="4445"/>
                  </a:lnTo>
                  <a:lnTo>
                    <a:pt x="1910333" y="127"/>
                  </a:lnTo>
                  <a:close/>
                </a:path>
                <a:path w="10424160" h="2944495">
                  <a:moveTo>
                    <a:pt x="1943100" y="127"/>
                  </a:moveTo>
                  <a:lnTo>
                    <a:pt x="1937893" y="127"/>
                  </a:lnTo>
                  <a:lnTo>
                    <a:pt x="1933575" y="4445"/>
                  </a:lnTo>
                  <a:lnTo>
                    <a:pt x="1933575" y="14859"/>
                  </a:lnTo>
                  <a:lnTo>
                    <a:pt x="1937893" y="19177"/>
                  </a:lnTo>
                  <a:lnTo>
                    <a:pt x="1943100" y="19177"/>
                  </a:lnTo>
                  <a:lnTo>
                    <a:pt x="1943100" y="127"/>
                  </a:lnTo>
                  <a:close/>
                </a:path>
                <a:path w="10424160" h="2944495">
                  <a:moveTo>
                    <a:pt x="1948433" y="127"/>
                  </a:moveTo>
                  <a:lnTo>
                    <a:pt x="1943100" y="127"/>
                  </a:lnTo>
                  <a:lnTo>
                    <a:pt x="1943100" y="19177"/>
                  </a:lnTo>
                  <a:lnTo>
                    <a:pt x="1948433" y="19177"/>
                  </a:lnTo>
                  <a:lnTo>
                    <a:pt x="1952625" y="14859"/>
                  </a:lnTo>
                  <a:lnTo>
                    <a:pt x="1952625" y="4445"/>
                  </a:lnTo>
                  <a:lnTo>
                    <a:pt x="1948433" y="127"/>
                  </a:lnTo>
                  <a:close/>
                </a:path>
                <a:path w="10424160" h="2944495">
                  <a:moveTo>
                    <a:pt x="1981200" y="127"/>
                  </a:moveTo>
                  <a:lnTo>
                    <a:pt x="1975993" y="127"/>
                  </a:lnTo>
                  <a:lnTo>
                    <a:pt x="1971675" y="4445"/>
                  </a:lnTo>
                  <a:lnTo>
                    <a:pt x="1971675" y="14859"/>
                  </a:lnTo>
                  <a:lnTo>
                    <a:pt x="1975993" y="19177"/>
                  </a:lnTo>
                  <a:lnTo>
                    <a:pt x="1981200" y="19177"/>
                  </a:lnTo>
                  <a:lnTo>
                    <a:pt x="1981200" y="127"/>
                  </a:lnTo>
                  <a:close/>
                </a:path>
                <a:path w="10424160" h="2944495">
                  <a:moveTo>
                    <a:pt x="1986533" y="127"/>
                  </a:moveTo>
                  <a:lnTo>
                    <a:pt x="1981327" y="127"/>
                  </a:lnTo>
                  <a:lnTo>
                    <a:pt x="1981327" y="19177"/>
                  </a:lnTo>
                  <a:lnTo>
                    <a:pt x="1986533" y="19177"/>
                  </a:lnTo>
                  <a:lnTo>
                    <a:pt x="1990852" y="14859"/>
                  </a:lnTo>
                  <a:lnTo>
                    <a:pt x="1990852" y="4445"/>
                  </a:lnTo>
                  <a:lnTo>
                    <a:pt x="1986533" y="127"/>
                  </a:lnTo>
                  <a:close/>
                </a:path>
                <a:path w="10424160" h="2944495">
                  <a:moveTo>
                    <a:pt x="2019427" y="127"/>
                  </a:moveTo>
                  <a:lnTo>
                    <a:pt x="2014093" y="127"/>
                  </a:lnTo>
                  <a:lnTo>
                    <a:pt x="2009902" y="4445"/>
                  </a:lnTo>
                  <a:lnTo>
                    <a:pt x="2009902" y="14859"/>
                  </a:lnTo>
                  <a:lnTo>
                    <a:pt x="2014093" y="19177"/>
                  </a:lnTo>
                  <a:lnTo>
                    <a:pt x="2019427" y="19177"/>
                  </a:lnTo>
                  <a:lnTo>
                    <a:pt x="2019427" y="127"/>
                  </a:lnTo>
                  <a:close/>
                </a:path>
                <a:path w="10424160" h="2944495">
                  <a:moveTo>
                    <a:pt x="2024633" y="127"/>
                  </a:moveTo>
                  <a:lnTo>
                    <a:pt x="2019427" y="127"/>
                  </a:lnTo>
                  <a:lnTo>
                    <a:pt x="2019427" y="19177"/>
                  </a:lnTo>
                  <a:lnTo>
                    <a:pt x="2024633" y="19177"/>
                  </a:lnTo>
                  <a:lnTo>
                    <a:pt x="2028952" y="14859"/>
                  </a:lnTo>
                  <a:lnTo>
                    <a:pt x="2028952" y="4445"/>
                  </a:lnTo>
                  <a:lnTo>
                    <a:pt x="2024633" y="127"/>
                  </a:lnTo>
                  <a:close/>
                </a:path>
                <a:path w="10424160" h="2944495">
                  <a:moveTo>
                    <a:pt x="2057527" y="127"/>
                  </a:moveTo>
                  <a:lnTo>
                    <a:pt x="2052193" y="127"/>
                  </a:lnTo>
                  <a:lnTo>
                    <a:pt x="2048002" y="4445"/>
                  </a:lnTo>
                  <a:lnTo>
                    <a:pt x="2048002" y="14859"/>
                  </a:lnTo>
                  <a:lnTo>
                    <a:pt x="2052193" y="19177"/>
                  </a:lnTo>
                  <a:lnTo>
                    <a:pt x="2057527" y="19177"/>
                  </a:lnTo>
                  <a:lnTo>
                    <a:pt x="2057527" y="127"/>
                  </a:lnTo>
                  <a:close/>
                </a:path>
                <a:path w="10424160" h="2944495">
                  <a:moveTo>
                    <a:pt x="2062733" y="127"/>
                  </a:moveTo>
                  <a:lnTo>
                    <a:pt x="2057527" y="127"/>
                  </a:lnTo>
                  <a:lnTo>
                    <a:pt x="2057527" y="19177"/>
                  </a:lnTo>
                  <a:lnTo>
                    <a:pt x="2062733" y="19177"/>
                  </a:lnTo>
                  <a:lnTo>
                    <a:pt x="2067052" y="14859"/>
                  </a:lnTo>
                  <a:lnTo>
                    <a:pt x="2067052" y="4445"/>
                  </a:lnTo>
                  <a:lnTo>
                    <a:pt x="2062733" y="127"/>
                  </a:lnTo>
                  <a:close/>
                </a:path>
                <a:path w="10424160" h="2944495">
                  <a:moveTo>
                    <a:pt x="2095627" y="127"/>
                  </a:moveTo>
                  <a:lnTo>
                    <a:pt x="2090420" y="127"/>
                  </a:lnTo>
                  <a:lnTo>
                    <a:pt x="2086102" y="4445"/>
                  </a:lnTo>
                  <a:lnTo>
                    <a:pt x="2086102" y="14859"/>
                  </a:lnTo>
                  <a:lnTo>
                    <a:pt x="2090420" y="19177"/>
                  </a:lnTo>
                  <a:lnTo>
                    <a:pt x="2095627" y="19177"/>
                  </a:lnTo>
                  <a:lnTo>
                    <a:pt x="2095627" y="127"/>
                  </a:lnTo>
                  <a:close/>
                </a:path>
                <a:path w="10424160" h="2944495">
                  <a:moveTo>
                    <a:pt x="2100834" y="127"/>
                  </a:moveTo>
                  <a:lnTo>
                    <a:pt x="2095627" y="127"/>
                  </a:lnTo>
                  <a:lnTo>
                    <a:pt x="2095627" y="19177"/>
                  </a:lnTo>
                  <a:lnTo>
                    <a:pt x="2100834" y="19177"/>
                  </a:lnTo>
                  <a:lnTo>
                    <a:pt x="2105152" y="14859"/>
                  </a:lnTo>
                  <a:lnTo>
                    <a:pt x="2105152" y="4445"/>
                  </a:lnTo>
                  <a:lnTo>
                    <a:pt x="2100834" y="127"/>
                  </a:lnTo>
                  <a:close/>
                </a:path>
                <a:path w="10424160" h="2944495">
                  <a:moveTo>
                    <a:pt x="2133727" y="127"/>
                  </a:moveTo>
                  <a:lnTo>
                    <a:pt x="2128520" y="127"/>
                  </a:lnTo>
                  <a:lnTo>
                    <a:pt x="2124202" y="4445"/>
                  </a:lnTo>
                  <a:lnTo>
                    <a:pt x="2124202" y="14859"/>
                  </a:lnTo>
                  <a:lnTo>
                    <a:pt x="2128520" y="19177"/>
                  </a:lnTo>
                  <a:lnTo>
                    <a:pt x="2133727" y="19177"/>
                  </a:lnTo>
                  <a:lnTo>
                    <a:pt x="2133727" y="127"/>
                  </a:lnTo>
                  <a:close/>
                </a:path>
                <a:path w="10424160" h="2944495">
                  <a:moveTo>
                    <a:pt x="2139060" y="127"/>
                  </a:moveTo>
                  <a:lnTo>
                    <a:pt x="2133727" y="127"/>
                  </a:lnTo>
                  <a:lnTo>
                    <a:pt x="2133727" y="19177"/>
                  </a:lnTo>
                  <a:lnTo>
                    <a:pt x="2139060" y="19177"/>
                  </a:lnTo>
                  <a:lnTo>
                    <a:pt x="2143252" y="14859"/>
                  </a:lnTo>
                  <a:lnTo>
                    <a:pt x="2143252" y="4445"/>
                  </a:lnTo>
                  <a:lnTo>
                    <a:pt x="2139060" y="127"/>
                  </a:lnTo>
                  <a:close/>
                </a:path>
                <a:path w="10424160" h="2944495">
                  <a:moveTo>
                    <a:pt x="2171827" y="127"/>
                  </a:moveTo>
                  <a:lnTo>
                    <a:pt x="2166620" y="127"/>
                  </a:lnTo>
                  <a:lnTo>
                    <a:pt x="2162302" y="4445"/>
                  </a:lnTo>
                  <a:lnTo>
                    <a:pt x="2162302" y="14859"/>
                  </a:lnTo>
                  <a:lnTo>
                    <a:pt x="2166620" y="19177"/>
                  </a:lnTo>
                  <a:lnTo>
                    <a:pt x="2171827" y="19177"/>
                  </a:lnTo>
                  <a:lnTo>
                    <a:pt x="2171827" y="127"/>
                  </a:lnTo>
                  <a:close/>
                </a:path>
                <a:path w="10424160" h="2944495">
                  <a:moveTo>
                    <a:pt x="2177160" y="127"/>
                  </a:moveTo>
                  <a:lnTo>
                    <a:pt x="2171827" y="127"/>
                  </a:lnTo>
                  <a:lnTo>
                    <a:pt x="2171827" y="19177"/>
                  </a:lnTo>
                  <a:lnTo>
                    <a:pt x="2177160" y="19177"/>
                  </a:lnTo>
                  <a:lnTo>
                    <a:pt x="2181352" y="14859"/>
                  </a:lnTo>
                  <a:lnTo>
                    <a:pt x="2181352" y="4445"/>
                  </a:lnTo>
                  <a:lnTo>
                    <a:pt x="2177160" y="127"/>
                  </a:lnTo>
                  <a:close/>
                </a:path>
                <a:path w="10424160" h="2944495">
                  <a:moveTo>
                    <a:pt x="2209927" y="127"/>
                  </a:moveTo>
                  <a:lnTo>
                    <a:pt x="2204720" y="127"/>
                  </a:lnTo>
                  <a:lnTo>
                    <a:pt x="2200402" y="4445"/>
                  </a:lnTo>
                  <a:lnTo>
                    <a:pt x="2200402" y="14859"/>
                  </a:lnTo>
                  <a:lnTo>
                    <a:pt x="2204720" y="19177"/>
                  </a:lnTo>
                  <a:lnTo>
                    <a:pt x="2209927" y="19177"/>
                  </a:lnTo>
                  <a:lnTo>
                    <a:pt x="2209927" y="127"/>
                  </a:lnTo>
                  <a:close/>
                </a:path>
                <a:path w="10424160" h="2944495">
                  <a:moveTo>
                    <a:pt x="2215260" y="127"/>
                  </a:moveTo>
                  <a:lnTo>
                    <a:pt x="2210054" y="127"/>
                  </a:lnTo>
                  <a:lnTo>
                    <a:pt x="2210054" y="19177"/>
                  </a:lnTo>
                  <a:lnTo>
                    <a:pt x="2215260" y="19177"/>
                  </a:lnTo>
                  <a:lnTo>
                    <a:pt x="2219579" y="14859"/>
                  </a:lnTo>
                  <a:lnTo>
                    <a:pt x="2219579" y="4445"/>
                  </a:lnTo>
                  <a:lnTo>
                    <a:pt x="2215260" y="127"/>
                  </a:lnTo>
                  <a:close/>
                </a:path>
                <a:path w="10424160" h="2944495">
                  <a:moveTo>
                    <a:pt x="2248154" y="127"/>
                  </a:moveTo>
                  <a:lnTo>
                    <a:pt x="2242820" y="127"/>
                  </a:lnTo>
                  <a:lnTo>
                    <a:pt x="2238629" y="4445"/>
                  </a:lnTo>
                  <a:lnTo>
                    <a:pt x="2238629" y="14859"/>
                  </a:lnTo>
                  <a:lnTo>
                    <a:pt x="2242820" y="19177"/>
                  </a:lnTo>
                  <a:lnTo>
                    <a:pt x="2248154" y="19177"/>
                  </a:lnTo>
                  <a:lnTo>
                    <a:pt x="2248154" y="127"/>
                  </a:lnTo>
                  <a:close/>
                </a:path>
                <a:path w="10424160" h="2944495">
                  <a:moveTo>
                    <a:pt x="2253360" y="127"/>
                  </a:moveTo>
                  <a:lnTo>
                    <a:pt x="2248154" y="127"/>
                  </a:lnTo>
                  <a:lnTo>
                    <a:pt x="2248154" y="19177"/>
                  </a:lnTo>
                  <a:lnTo>
                    <a:pt x="2253360" y="19177"/>
                  </a:lnTo>
                  <a:lnTo>
                    <a:pt x="2257679" y="14859"/>
                  </a:lnTo>
                  <a:lnTo>
                    <a:pt x="2257679" y="4445"/>
                  </a:lnTo>
                  <a:lnTo>
                    <a:pt x="2253360" y="127"/>
                  </a:lnTo>
                  <a:close/>
                </a:path>
                <a:path w="10424160" h="2944495">
                  <a:moveTo>
                    <a:pt x="2286254" y="127"/>
                  </a:moveTo>
                  <a:lnTo>
                    <a:pt x="2280920" y="127"/>
                  </a:lnTo>
                  <a:lnTo>
                    <a:pt x="2276729" y="4445"/>
                  </a:lnTo>
                  <a:lnTo>
                    <a:pt x="2276729" y="14859"/>
                  </a:lnTo>
                  <a:lnTo>
                    <a:pt x="2280920" y="19177"/>
                  </a:lnTo>
                  <a:lnTo>
                    <a:pt x="2286254" y="19177"/>
                  </a:lnTo>
                  <a:lnTo>
                    <a:pt x="2286254" y="127"/>
                  </a:lnTo>
                  <a:close/>
                </a:path>
                <a:path w="10424160" h="2944495">
                  <a:moveTo>
                    <a:pt x="2291460" y="127"/>
                  </a:moveTo>
                  <a:lnTo>
                    <a:pt x="2286254" y="127"/>
                  </a:lnTo>
                  <a:lnTo>
                    <a:pt x="2286254" y="19177"/>
                  </a:lnTo>
                  <a:lnTo>
                    <a:pt x="2291460" y="19177"/>
                  </a:lnTo>
                  <a:lnTo>
                    <a:pt x="2295779" y="14859"/>
                  </a:lnTo>
                  <a:lnTo>
                    <a:pt x="2295779" y="4445"/>
                  </a:lnTo>
                  <a:lnTo>
                    <a:pt x="2291460" y="127"/>
                  </a:lnTo>
                  <a:close/>
                </a:path>
                <a:path w="10424160" h="2944495">
                  <a:moveTo>
                    <a:pt x="2324354" y="127"/>
                  </a:moveTo>
                  <a:lnTo>
                    <a:pt x="2319020" y="127"/>
                  </a:lnTo>
                  <a:lnTo>
                    <a:pt x="2314829" y="4445"/>
                  </a:lnTo>
                  <a:lnTo>
                    <a:pt x="2314829" y="14859"/>
                  </a:lnTo>
                  <a:lnTo>
                    <a:pt x="2319020" y="19177"/>
                  </a:lnTo>
                  <a:lnTo>
                    <a:pt x="2324354" y="19177"/>
                  </a:lnTo>
                  <a:lnTo>
                    <a:pt x="2324354" y="127"/>
                  </a:lnTo>
                  <a:close/>
                </a:path>
                <a:path w="10424160" h="2944495">
                  <a:moveTo>
                    <a:pt x="2329560" y="127"/>
                  </a:moveTo>
                  <a:lnTo>
                    <a:pt x="2324354" y="127"/>
                  </a:lnTo>
                  <a:lnTo>
                    <a:pt x="2324354" y="19177"/>
                  </a:lnTo>
                  <a:lnTo>
                    <a:pt x="2329560" y="19177"/>
                  </a:lnTo>
                  <a:lnTo>
                    <a:pt x="2333879" y="14859"/>
                  </a:lnTo>
                  <a:lnTo>
                    <a:pt x="2333879" y="4445"/>
                  </a:lnTo>
                  <a:lnTo>
                    <a:pt x="2329560" y="127"/>
                  </a:lnTo>
                  <a:close/>
                </a:path>
                <a:path w="10424160" h="2944495">
                  <a:moveTo>
                    <a:pt x="2362454" y="127"/>
                  </a:moveTo>
                  <a:lnTo>
                    <a:pt x="2357247" y="127"/>
                  </a:lnTo>
                  <a:lnTo>
                    <a:pt x="2352929" y="4445"/>
                  </a:lnTo>
                  <a:lnTo>
                    <a:pt x="2352929" y="14859"/>
                  </a:lnTo>
                  <a:lnTo>
                    <a:pt x="2357247" y="19177"/>
                  </a:lnTo>
                  <a:lnTo>
                    <a:pt x="2362454" y="19177"/>
                  </a:lnTo>
                  <a:lnTo>
                    <a:pt x="2362454" y="127"/>
                  </a:lnTo>
                  <a:close/>
                </a:path>
                <a:path w="10424160" h="2944495">
                  <a:moveTo>
                    <a:pt x="2367788" y="127"/>
                  </a:moveTo>
                  <a:lnTo>
                    <a:pt x="2362454" y="127"/>
                  </a:lnTo>
                  <a:lnTo>
                    <a:pt x="2362454" y="19177"/>
                  </a:lnTo>
                  <a:lnTo>
                    <a:pt x="2367788" y="19177"/>
                  </a:lnTo>
                  <a:lnTo>
                    <a:pt x="2371979" y="14859"/>
                  </a:lnTo>
                  <a:lnTo>
                    <a:pt x="2371979" y="4445"/>
                  </a:lnTo>
                  <a:lnTo>
                    <a:pt x="2367788" y="127"/>
                  </a:lnTo>
                  <a:close/>
                </a:path>
                <a:path w="10424160" h="2944495">
                  <a:moveTo>
                    <a:pt x="2400554" y="127"/>
                  </a:moveTo>
                  <a:lnTo>
                    <a:pt x="2395347" y="127"/>
                  </a:lnTo>
                  <a:lnTo>
                    <a:pt x="2391029" y="4445"/>
                  </a:lnTo>
                  <a:lnTo>
                    <a:pt x="2391029" y="14859"/>
                  </a:lnTo>
                  <a:lnTo>
                    <a:pt x="2395347" y="19177"/>
                  </a:lnTo>
                  <a:lnTo>
                    <a:pt x="2400554" y="19177"/>
                  </a:lnTo>
                  <a:lnTo>
                    <a:pt x="2400554" y="127"/>
                  </a:lnTo>
                  <a:close/>
                </a:path>
                <a:path w="10424160" h="2944495">
                  <a:moveTo>
                    <a:pt x="2405888" y="127"/>
                  </a:moveTo>
                  <a:lnTo>
                    <a:pt x="2400554" y="127"/>
                  </a:lnTo>
                  <a:lnTo>
                    <a:pt x="2400554" y="19177"/>
                  </a:lnTo>
                  <a:lnTo>
                    <a:pt x="2405888" y="19177"/>
                  </a:lnTo>
                  <a:lnTo>
                    <a:pt x="2410079" y="14859"/>
                  </a:lnTo>
                  <a:lnTo>
                    <a:pt x="2410079" y="4445"/>
                  </a:lnTo>
                  <a:lnTo>
                    <a:pt x="2405888" y="127"/>
                  </a:lnTo>
                  <a:close/>
                </a:path>
                <a:path w="10424160" h="2944495">
                  <a:moveTo>
                    <a:pt x="2438654" y="127"/>
                  </a:moveTo>
                  <a:lnTo>
                    <a:pt x="2433447" y="127"/>
                  </a:lnTo>
                  <a:lnTo>
                    <a:pt x="2429129" y="4445"/>
                  </a:lnTo>
                  <a:lnTo>
                    <a:pt x="2429129" y="14859"/>
                  </a:lnTo>
                  <a:lnTo>
                    <a:pt x="2433447" y="19177"/>
                  </a:lnTo>
                  <a:lnTo>
                    <a:pt x="2438654" y="19177"/>
                  </a:lnTo>
                  <a:lnTo>
                    <a:pt x="2438654" y="127"/>
                  </a:lnTo>
                  <a:close/>
                </a:path>
                <a:path w="10424160" h="2944495">
                  <a:moveTo>
                    <a:pt x="2443988" y="127"/>
                  </a:moveTo>
                  <a:lnTo>
                    <a:pt x="2438654" y="127"/>
                  </a:lnTo>
                  <a:lnTo>
                    <a:pt x="2438654" y="19177"/>
                  </a:lnTo>
                  <a:lnTo>
                    <a:pt x="2443988" y="19177"/>
                  </a:lnTo>
                  <a:lnTo>
                    <a:pt x="2448179" y="14859"/>
                  </a:lnTo>
                  <a:lnTo>
                    <a:pt x="2448179" y="4445"/>
                  </a:lnTo>
                  <a:lnTo>
                    <a:pt x="2443988" y="127"/>
                  </a:lnTo>
                  <a:close/>
                </a:path>
                <a:path w="10424160" h="2944495">
                  <a:moveTo>
                    <a:pt x="2476754" y="127"/>
                  </a:moveTo>
                  <a:lnTo>
                    <a:pt x="2471547" y="127"/>
                  </a:lnTo>
                  <a:lnTo>
                    <a:pt x="2467229" y="4445"/>
                  </a:lnTo>
                  <a:lnTo>
                    <a:pt x="2467229" y="14859"/>
                  </a:lnTo>
                  <a:lnTo>
                    <a:pt x="2471547" y="19177"/>
                  </a:lnTo>
                  <a:lnTo>
                    <a:pt x="2476754" y="19177"/>
                  </a:lnTo>
                  <a:lnTo>
                    <a:pt x="2476754" y="127"/>
                  </a:lnTo>
                  <a:close/>
                </a:path>
                <a:path w="10424160" h="2944495">
                  <a:moveTo>
                    <a:pt x="2476881" y="12827"/>
                  </a:moveTo>
                  <a:lnTo>
                    <a:pt x="2476754" y="12827"/>
                  </a:lnTo>
                  <a:lnTo>
                    <a:pt x="2476754" y="19177"/>
                  </a:lnTo>
                  <a:lnTo>
                    <a:pt x="2476881" y="19177"/>
                  </a:lnTo>
                  <a:lnTo>
                    <a:pt x="2476881" y="12827"/>
                  </a:lnTo>
                  <a:close/>
                </a:path>
                <a:path w="10424160" h="2944495">
                  <a:moveTo>
                    <a:pt x="2482088" y="127"/>
                  </a:moveTo>
                  <a:lnTo>
                    <a:pt x="2476881" y="127"/>
                  </a:lnTo>
                  <a:lnTo>
                    <a:pt x="2476881" y="19177"/>
                  </a:lnTo>
                  <a:lnTo>
                    <a:pt x="2482088" y="19177"/>
                  </a:lnTo>
                  <a:lnTo>
                    <a:pt x="2486406" y="14859"/>
                  </a:lnTo>
                  <a:lnTo>
                    <a:pt x="2486406" y="4445"/>
                  </a:lnTo>
                  <a:lnTo>
                    <a:pt x="2482088" y="127"/>
                  </a:lnTo>
                  <a:close/>
                </a:path>
                <a:path w="10424160" h="2944495">
                  <a:moveTo>
                    <a:pt x="2476881" y="127"/>
                  </a:moveTo>
                  <a:lnTo>
                    <a:pt x="2476754" y="127"/>
                  </a:lnTo>
                  <a:lnTo>
                    <a:pt x="2476754" y="6477"/>
                  </a:lnTo>
                  <a:lnTo>
                    <a:pt x="2476881" y="6477"/>
                  </a:lnTo>
                  <a:lnTo>
                    <a:pt x="2476881" y="127"/>
                  </a:lnTo>
                  <a:close/>
                </a:path>
                <a:path w="10424160" h="2944495">
                  <a:moveTo>
                    <a:pt x="2514981" y="127"/>
                  </a:moveTo>
                  <a:lnTo>
                    <a:pt x="2509647" y="127"/>
                  </a:lnTo>
                  <a:lnTo>
                    <a:pt x="2505456" y="4445"/>
                  </a:lnTo>
                  <a:lnTo>
                    <a:pt x="2505456" y="14859"/>
                  </a:lnTo>
                  <a:lnTo>
                    <a:pt x="2509647" y="19177"/>
                  </a:lnTo>
                  <a:lnTo>
                    <a:pt x="2514981" y="19177"/>
                  </a:lnTo>
                  <a:lnTo>
                    <a:pt x="2514981" y="127"/>
                  </a:lnTo>
                  <a:close/>
                </a:path>
                <a:path w="10424160" h="2944495">
                  <a:moveTo>
                    <a:pt x="2520188" y="127"/>
                  </a:moveTo>
                  <a:lnTo>
                    <a:pt x="2514981" y="127"/>
                  </a:lnTo>
                  <a:lnTo>
                    <a:pt x="2514981" y="19177"/>
                  </a:lnTo>
                  <a:lnTo>
                    <a:pt x="2520188" y="19177"/>
                  </a:lnTo>
                  <a:lnTo>
                    <a:pt x="2524506" y="14859"/>
                  </a:lnTo>
                  <a:lnTo>
                    <a:pt x="2524506" y="4445"/>
                  </a:lnTo>
                  <a:lnTo>
                    <a:pt x="2520188" y="127"/>
                  </a:lnTo>
                  <a:close/>
                </a:path>
                <a:path w="10424160" h="2944495">
                  <a:moveTo>
                    <a:pt x="2553081" y="127"/>
                  </a:moveTo>
                  <a:lnTo>
                    <a:pt x="2547747" y="127"/>
                  </a:lnTo>
                  <a:lnTo>
                    <a:pt x="2543556" y="4445"/>
                  </a:lnTo>
                  <a:lnTo>
                    <a:pt x="2543556" y="14859"/>
                  </a:lnTo>
                  <a:lnTo>
                    <a:pt x="2547747" y="19177"/>
                  </a:lnTo>
                  <a:lnTo>
                    <a:pt x="2553081" y="19177"/>
                  </a:lnTo>
                  <a:lnTo>
                    <a:pt x="2553081" y="127"/>
                  </a:lnTo>
                  <a:close/>
                </a:path>
                <a:path w="10424160" h="2944495">
                  <a:moveTo>
                    <a:pt x="2558288" y="127"/>
                  </a:moveTo>
                  <a:lnTo>
                    <a:pt x="2553081" y="127"/>
                  </a:lnTo>
                  <a:lnTo>
                    <a:pt x="2553081" y="19177"/>
                  </a:lnTo>
                  <a:lnTo>
                    <a:pt x="2558288" y="19177"/>
                  </a:lnTo>
                  <a:lnTo>
                    <a:pt x="2562606" y="14859"/>
                  </a:lnTo>
                  <a:lnTo>
                    <a:pt x="2562606" y="4445"/>
                  </a:lnTo>
                  <a:lnTo>
                    <a:pt x="2558288" y="127"/>
                  </a:lnTo>
                  <a:close/>
                </a:path>
                <a:path w="10424160" h="2944495">
                  <a:moveTo>
                    <a:pt x="2591181" y="127"/>
                  </a:moveTo>
                  <a:lnTo>
                    <a:pt x="2585847" y="127"/>
                  </a:lnTo>
                  <a:lnTo>
                    <a:pt x="2581656" y="4445"/>
                  </a:lnTo>
                  <a:lnTo>
                    <a:pt x="2581656" y="14859"/>
                  </a:lnTo>
                  <a:lnTo>
                    <a:pt x="2585847" y="19177"/>
                  </a:lnTo>
                  <a:lnTo>
                    <a:pt x="2591181" y="19177"/>
                  </a:lnTo>
                  <a:lnTo>
                    <a:pt x="2591181" y="127"/>
                  </a:lnTo>
                  <a:close/>
                </a:path>
                <a:path w="10424160" h="2944495">
                  <a:moveTo>
                    <a:pt x="2596388" y="127"/>
                  </a:moveTo>
                  <a:lnTo>
                    <a:pt x="2591181" y="127"/>
                  </a:lnTo>
                  <a:lnTo>
                    <a:pt x="2591181" y="19177"/>
                  </a:lnTo>
                  <a:lnTo>
                    <a:pt x="2596388" y="19177"/>
                  </a:lnTo>
                  <a:lnTo>
                    <a:pt x="2600706" y="14859"/>
                  </a:lnTo>
                  <a:lnTo>
                    <a:pt x="2600706" y="4445"/>
                  </a:lnTo>
                  <a:lnTo>
                    <a:pt x="2596388" y="127"/>
                  </a:lnTo>
                  <a:close/>
                </a:path>
                <a:path w="10424160" h="2944495">
                  <a:moveTo>
                    <a:pt x="2629281" y="127"/>
                  </a:moveTo>
                  <a:lnTo>
                    <a:pt x="2624074" y="127"/>
                  </a:lnTo>
                  <a:lnTo>
                    <a:pt x="2619756" y="4445"/>
                  </a:lnTo>
                  <a:lnTo>
                    <a:pt x="2619756" y="14859"/>
                  </a:lnTo>
                  <a:lnTo>
                    <a:pt x="2624074" y="19177"/>
                  </a:lnTo>
                  <a:lnTo>
                    <a:pt x="2629281" y="19177"/>
                  </a:lnTo>
                  <a:lnTo>
                    <a:pt x="2629281" y="127"/>
                  </a:lnTo>
                  <a:close/>
                </a:path>
                <a:path w="10424160" h="2944495">
                  <a:moveTo>
                    <a:pt x="2634615" y="127"/>
                  </a:moveTo>
                  <a:lnTo>
                    <a:pt x="2629281" y="127"/>
                  </a:lnTo>
                  <a:lnTo>
                    <a:pt x="2629281" y="19177"/>
                  </a:lnTo>
                  <a:lnTo>
                    <a:pt x="2634615" y="19177"/>
                  </a:lnTo>
                  <a:lnTo>
                    <a:pt x="2638806" y="14859"/>
                  </a:lnTo>
                  <a:lnTo>
                    <a:pt x="2638806" y="4445"/>
                  </a:lnTo>
                  <a:lnTo>
                    <a:pt x="2634615" y="127"/>
                  </a:lnTo>
                  <a:close/>
                </a:path>
                <a:path w="10424160" h="2944495">
                  <a:moveTo>
                    <a:pt x="2667381" y="127"/>
                  </a:moveTo>
                  <a:lnTo>
                    <a:pt x="2662173" y="127"/>
                  </a:lnTo>
                  <a:lnTo>
                    <a:pt x="2657856" y="4445"/>
                  </a:lnTo>
                  <a:lnTo>
                    <a:pt x="2657856" y="14859"/>
                  </a:lnTo>
                  <a:lnTo>
                    <a:pt x="2662173" y="19177"/>
                  </a:lnTo>
                  <a:lnTo>
                    <a:pt x="2667381" y="19177"/>
                  </a:lnTo>
                  <a:lnTo>
                    <a:pt x="2667381" y="127"/>
                  </a:lnTo>
                  <a:close/>
                </a:path>
                <a:path w="10424160" h="2944495">
                  <a:moveTo>
                    <a:pt x="2672715" y="127"/>
                  </a:moveTo>
                  <a:lnTo>
                    <a:pt x="2667381" y="127"/>
                  </a:lnTo>
                  <a:lnTo>
                    <a:pt x="2667381" y="19177"/>
                  </a:lnTo>
                  <a:lnTo>
                    <a:pt x="2672715" y="19177"/>
                  </a:lnTo>
                  <a:lnTo>
                    <a:pt x="2676906" y="14859"/>
                  </a:lnTo>
                  <a:lnTo>
                    <a:pt x="2676906" y="4445"/>
                  </a:lnTo>
                  <a:lnTo>
                    <a:pt x="2672715" y="127"/>
                  </a:lnTo>
                  <a:close/>
                </a:path>
                <a:path w="10424160" h="2944495">
                  <a:moveTo>
                    <a:pt x="2705481" y="127"/>
                  </a:moveTo>
                  <a:lnTo>
                    <a:pt x="2700273" y="127"/>
                  </a:lnTo>
                  <a:lnTo>
                    <a:pt x="2695956" y="4445"/>
                  </a:lnTo>
                  <a:lnTo>
                    <a:pt x="2695956" y="14859"/>
                  </a:lnTo>
                  <a:lnTo>
                    <a:pt x="2700273" y="19177"/>
                  </a:lnTo>
                  <a:lnTo>
                    <a:pt x="2705481" y="19177"/>
                  </a:lnTo>
                  <a:lnTo>
                    <a:pt x="2705481" y="127"/>
                  </a:lnTo>
                  <a:close/>
                </a:path>
                <a:path w="10424160" h="2944495">
                  <a:moveTo>
                    <a:pt x="2710815" y="127"/>
                  </a:moveTo>
                  <a:lnTo>
                    <a:pt x="2705481" y="127"/>
                  </a:lnTo>
                  <a:lnTo>
                    <a:pt x="2705481" y="19177"/>
                  </a:lnTo>
                  <a:lnTo>
                    <a:pt x="2710815" y="19177"/>
                  </a:lnTo>
                  <a:lnTo>
                    <a:pt x="2715006" y="14859"/>
                  </a:lnTo>
                  <a:lnTo>
                    <a:pt x="2715006" y="4445"/>
                  </a:lnTo>
                  <a:lnTo>
                    <a:pt x="2710815" y="127"/>
                  </a:lnTo>
                  <a:close/>
                </a:path>
                <a:path w="10424160" h="2944495">
                  <a:moveTo>
                    <a:pt x="2743581" y="127"/>
                  </a:moveTo>
                  <a:lnTo>
                    <a:pt x="2738373" y="127"/>
                  </a:lnTo>
                  <a:lnTo>
                    <a:pt x="2734056" y="4445"/>
                  </a:lnTo>
                  <a:lnTo>
                    <a:pt x="2734056" y="14859"/>
                  </a:lnTo>
                  <a:lnTo>
                    <a:pt x="2738373" y="19177"/>
                  </a:lnTo>
                  <a:lnTo>
                    <a:pt x="2743581" y="19177"/>
                  </a:lnTo>
                  <a:lnTo>
                    <a:pt x="2743581" y="127"/>
                  </a:lnTo>
                  <a:close/>
                </a:path>
                <a:path w="10424160" h="2944495">
                  <a:moveTo>
                    <a:pt x="2748915" y="127"/>
                  </a:moveTo>
                  <a:lnTo>
                    <a:pt x="2743708" y="127"/>
                  </a:lnTo>
                  <a:lnTo>
                    <a:pt x="2743708" y="19177"/>
                  </a:lnTo>
                  <a:lnTo>
                    <a:pt x="2748915" y="19177"/>
                  </a:lnTo>
                  <a:lnTo>
                    <a:pt x="2753233" y="14859"/>
                  </a:lnTo>
                  <a:lnTo>
                    <a:pt x="2753233" y="4445"/>
                  </a:lnTo>
                  <a:lnTo>
                    <a:pt x="2748915" y="127"/>
                  </a:lnTo>
                  <a:close/>
                </a:path>
                <a:path w="10424160" h="2944495">
                  <a:moveTo>
                    <a:pt x="2781808" y="127"/>
                  </a:moveTo>
                  <a:lnTo>
                    <a:pt x="2776473" y="127"/>
                  </a:lnTo>
                  <a:lnTo>
                    <a:pt x="2772283" y="4445"/>
                  </a:lnTo>
                  <a:lnTo>
                    <a:pt x="2772283" y="14859"/>
                  </a:lnTo>
                  <a:lnTo>
                    <a:pt x="2776473" y="19177"/>
                  </a:lnTo>
                  <a:lnTo>
                    <a:pt x="2781808" y="19177"/>
                  </a:lnTo>
                  <a:lnTo>
                    <a:pt x="2781808" y="127"/>
                  </a:lnTo>
                  <a:close/>
                </a:path>
                <a:path w="10424160" h="2944495">
                  <a:moveTo>
                    <a:pt x="2787015" y="127"/>
                  </a:moveTo>
                  <a:lnTo>
                    <a:pt x="2781808" y="127"/>
                  </a:lnTo>
                  <a:lnTo>
                    <a:pt x="2781808" y="19177"/>
                  </a:lnTo>
                  <a:lnTo>
                    <a:pt x="2787015" y="19177"/>
                  </a:lnTo>
                  <a:lnTo>
                    <a:pt x="2791333" y="14859"/>
                  </a:lnTo>
                  <a:lnTo>
                    <a:pt x="2791333" y="4445"/>
                  </a:lnTo>
                  <a:lnTo>
                    <a:pt x="2787015" y="127"/>
                  </a:lnTo>
                  <a:close/>
                </a:path>
                <a:path w="10424160" h="2944495">
                  <a:moveTo>
                    <a:pt x="2819908" y="127"/>
                  </a:moveTo>
                  <a:lnTo>
                    <a:pt x="2814573" y="127"/>
                  </a:lnTo>
                  <a:lnTo>
                    <a:pt x="2810383" y="4445"/>
                  </a:lnTo>
                  <a:lnTo>
                    <a:pt x="2810383" y="14859"/>
                  </a:lnTo>
                  <a:lnTo>
                    <a:pt x="2814573" y="19177"/>
                  </a:lnTo>
                  <a:lnTo>
                    <a:pt x="2819908" y="19177"/>
                  </a:lnTo>
                  <a:lnTo>
                    <a:pt x="2819908" y="127"/>
                  </a:lnTo>
                  <a:close/>
                </a:path>
                <a:path w="10424160" h="2944495">
                  <a:moveTo>
                    <a:pt x="2825115" y="127"/>
                  </a:moveTo>
                  <a:lnTo>
                    <a:pt x="2819908" y="127"/>
                  </a:lnTo>
                  <a:lnTo>
                    <a:pt x="2819908" y="19177"/>
                  </a:lnTo>
                  <a:lnTo>
                    <a:pt x="2825115" y="19177"/>
                  </a:lnTo>
                  <a:lnTo>
                    <a:pt x="2829433" y="14859"/>
                  </a:lnTo>
                  <a:lnTo>
                    <a:pt x="2829433" y="4445"/>
                  </a:lnTo>
                  <a:lnTo>
                    <a:pt x="2825115" y="127"/>
                  </a:lnTo>
                  <a:close/>
                </a:path>
                <a:path w="10424160" h="2944495">
                  <a:moveTo>
                    <a:pt x="2858008" y="127"/>
                  </a:moveTo>
                  <a:lnTo>
                    <a:pt x="2852800" y="127"/>
                  </a:lnTo>
                  <a:lnTo>
                    <a:pt x="2848483" y="4445"/>
                  </a:lnTo>
                  <a:lnTo>
                    <a:pt x="2848483" y="14859"/>
                  </a:lnTo>
                  <a:lnTo>
                    <a:pt x="2852800" y="19177"/>
                  </a:lnTo>
                  <a:lnTo>
                    <a:pt x="2858008" y="19177"/>
                  </a:lnTo>
                  <a:lnTo>
                    <a:pt x="2858008" y="127"/>
                  </a:lnTo>
                  <a:close/>
                </a:path>
                <a:path w="10424160" h="2944495">
                  <a:moveTo>
                    <a:pt x="2863342" y="127"/>
                  </a:moveTo>
                  <a:lnTo>
                    <a:pt x="2858008" y="127"/>
                  </a:lnTo>
                  <a:lnTo>
                    <a:pt x="2858008" y="19177"/>
                  </a:lnTo>
                  <a:lnTo>
                    <a:pt x="2863342" y="19177"/>
                  </a:lnTo>
                  <a:lnTo>
                    <a:pt x="2867533" y="14859"/>
                  </a:lnTo>
                  <a:lnTo>
                    <a:pt x="2867533" y="4445"/>
                  </a:lnTo>
                  <a:lnTo>
                    <a:pt x="2863342" y="127"/>
                  </a:lnTo>
                  <a:close/>
                </a:path>
                <a:path w="10424160" h="2944495">
                  <a:moveTo>
                    <a:pt x="2896108" y="127"/>
                  </a:moveTo>
                  <a:lnTo>
                    <a:pt x="2890900" y="127"/>
                  </a:lnTo>
                  <a:lnTo>
                    <a:pt x="2886583" y="4445"/>
                  </a:lnTo>
                  <a:lnTo>
                    <a:pt x="2886583" y="14859"/>
                  </a:lnTo>
                  <a:lnTo>
                    <a:pt x="2890900" y="19177"/>
                  </a:lnTo>
                  <a:lnTo>
                    <a:pt x="2896108" y="19177"/>
                  </a:lnTo>
                  <a:lnTo>
                    <a:pt x="2896108" y="127"/>
                  </a:lnTo>
                  <a:close/>
                </a:path>
                <a:path w="10424160" h="2944495">
                  <a:moveTo>
                    <a:pt x="2901442" y="127"/>
                  </a:moveTo>
                  <a:lnTo>
                    <a:pt x="2896108" y="127"/>
                  </a:lnTo>
                  <a:lnTo>
                    <a:pt x="2896108" y="19177"/>
                  </a:lnTo>
                  <a:lnTo>
                    <a:pt x="2901442" y="19177"/>
                  </a:lnTo>
                  <a:lnTo>
                    <a:pt x="2905633" y="14859"/>
                  </a:lnTo>
                  <a:lnTo>
                    <a:pt x="2905633" y="4445"/>
                  </a:lnTo>
                  <a:lnTo>
                    <a:pt x="2901442" y="127"/>
                  </a:lnTo>
                  <a:close/>
                </a:path>
                <a:path w="10424160" h="2944495">
                  <a:moveTo>
                    <a:pt x="2934208" y="127"/>
                  </a:moveTo>
                  <a:lnTo>
                    <a:pt x="2929000" y="127"/>
                  </a:lnTo>
                  <a:lnTo>
                    <a:pt x="2924683" y="4445"/>
                  </a:lnTo>
                  <a:lnTo>
                    <a:pt x="2924683" y="14859"/>
                  </a:lnTo>
                  <a:lnTo>
                    <a:pt x="2929000" y="19177"/>
                  </a:lnTo>
                  <a:lnTo>
                    <a:pt x="2934208" y="19177"/>
                  </a:lnTo>
                  <a:lnTo>
                    <a:pt x="2934208" y="127"/>
                  </a:lnTo>
                  <a:close/>
                </a:path>
                <a:path w="10424160" h="2944495">
                  <a:moveTo>
                    <a:pt x="2939542" y="127"/>
                  </a:moveTo>
                  <a:lnTo>
                    <a:pt x="2934208" y="127"/>
                  </a:lnTo>
                  <a:lnTo>
                    <a:pt x="2934208" y="19177"/>
                  </a:lnTo>
                  <a:lnTo>
                    <a:pt x="2939542" y="19177"/>
                  </a:lnTo>
                  <a:lnTo>
                    <a:pt x="2943733" y="14859"/>
                  </a:lnTo>
                  <a:lnTo>
                    <a:pt x="2943733" y="4445"/>
                  </a:lnTo>
                  <a:lnTo>
                    <a:pt x="2939542" y="127"/>
                  </a:lnTo>
                  <a:close/>
                </a:path>
                <a:path w="10424160" h="2944495">
                  <a:moveTo>
                    <a:pt x="2972308" y="127"/>
                  </a:moveTo>
                  <a:lnTo>
                    <a:pt x="2967100" y="127"/>
                  </a:lnTo>
                  <a:lnTo>
                    <a:pt x="2962783" y="4445"/>
                  </a:lnTo>
                  <a:lnTo>
                    <a:pt x="2962783" y="14859"/>
                  </a:lnTo>
                  <a:lnTo>
                    <a:pt x="2967100" y="19177"/>
                  </a:lnTo>
                  <a:lnTo>
                    <a:pt x="2972308" y="19177"/>
                  </a:lnTo>
                  <a:lnTo>
                    <a:pt x="2972308" y="127"/>
                  </a:lnTo>
                  <a:close/>
                </a:path>
                <a:path w="10424160" h="2944495">
                  <a:moveTo>
                    <a:pt x="2977642" y="127"/>
                  </a:moveTo>
                  <a:lnTo>
                    <a:pt x="2972435" y="127"/>
                  </a:lnTo>
                  <a:lnTo>
                    <a:pt x="2972435" y="19177"/>
                  </a:lnTo>
                  <a:lnTo>
                    <a:pt x="2977642" y="19177"/>
                  </a:lnTo>
                  <a:lnTo>
                    <a:pt x="2981960" y="14859"/>
                  </a:lnTo>
                  <a:lnTo>
                    <a:pt x="2981960" y="4445"/>
                  </a:lnTo>
                  <a:lnTo>
                    <a:pt x="2977642" y="127"/>
                  </a:lnTo>
                  <a:close/>
                </a:path>
                <a:path w="10424160" h="2944495">
                  <a:moveTo>
                    <a:pt x="3010535" y="127"/>
                  </a:moveTo>
                  <a:lnTo>
                    <a:pt x="3005200" y="127"/>
                  </a:lnTo>
                  <a:lnTo>
                    <a:pt x="3001010" y="4445"/>
                  </a:lnTo>
                  <a:lnTo>
                    <a:pt x="3001010" y="14859"/>
                  </a:lnTo>
                  <a:lnTo>
                    <a:pt x="3005200" y="19177"/>
                  </a:lnTo>
                  <a:lnTo>
                    <a:pt x="3010535" y="19177"/>
                  </a:lnTo>
                  <a:lnTo>
                    <a:pt x="3010535" y="127"/>
                  </a:lnTo>
                  <a:close/>
                </a:path>
                <a:path w="10424160" h="2944495">
                  <a:moveTo>
                    <a:pt x="3015742" y="127"/>
                  </a:moveTo>
                  <a:lnTo>
                    <a:pt x="3010535" y="127"/>
                  </a:lnTo>
                  <a:lnTo>
                    <a:pt x="3010535" y="19177"/>
                  </a:lnTo>
                  <a:lnTo>
                    <a:pt x="3015742" y="19177"/>
                  </a:lnTo>
                  <a:lnTo>
                    <a:pt x="3020060" y="14859"/>
                  </a:lnTo>
                  <a:lnTo>
                    <a:pt x="3020060" y="4445"/>
                  </a:lnTo>
                  <a:lnTo>
                    <a:pt x="3015742" y="127"/>
                  </a:lnTo>
                  <a:close/>
                </a:path>
                <a:path w="10424160" h="2944495">
                  <a:moveTo>
                    <a:pt x="3048635" y="127"/>
                  </a:moveTo>
                  <a:lnTo>
                    <a:pt x="3043300" y="127"/>
                  </a:lnTo>
                  <a:lnTo>
                    <a:pt x="3039110" y="4445"/>
                  </a:lnTo>
                  <a:lnTo>
                    <a:pt x="3039110" y="14859"/>
                  </a:lnTo>
                  <a:lnTo>
                    <a:pt x="3043300" y="19177"/>
                  </a:lnTo>
                  <a:lnTo>
                    <a:pt x="3048635" y="19177"/>
                  </a:lnTo>
                  <a:lnTo>
                    <a:pt x="3048635" y="127"/>
                  </a:lnTo>
                  <a:close/>
                </a:path>
                <a:path w="10424160" h="2944495">
                  <a:moveTo>
                    <a:pt x="3053842" y="127"/>
                  </a:moveTo>
                  <a:lnTo>
                    <a:pt x="3048635" y="127"/>
                  </a:lnTo>
                  <a:lnTo>
                    <a:pt x="3048635" y="19177"/>
                  </a:lnTo>
                  <a:lnTo>
                    <a:pt x="3053842" y="19177"/>
                  </a:lnTo>
                  <a:lnTo>
                    <a:pt x="3058160" y="14859"/>
                  </a:lnTo>
                  <a:lnTo>
                    <a:pt x="3058160" y="4445"/>
                  </a:lnTo>
                  <a:lnTo>
                    <a:pt x="3053842" y="127"/>
                  </a:lnTo>
                  <a:close/>
                </a:path>
                <a:path w="10424160" h="2944495">
                  <a:moveTo>
                    <a:pt x="3086735" y="127"/>
                  </a:moveTo>
                  <a:lnTo>
                    <a:pt x="3081400" y="127"/>
                  </a:lnTo>
                  <a:lnTo>
                    <a:pt x="3077210" y="4445"/>
                  </a:lnTo>
                  <a:lnTo>
                    <a:pt x="3077210" y="14859"/>
                  </a:lnTo>
                  <a:lnTo>
                    <a:pt x="3081400" y="19177"/>
                  </a:lnTo>
                  <a:lnTo>
                    <a:pt x="3086735" y="19177"/>
                  </a:lnTo>
                  <a:lnTo>
                    <a:pt x="3086735" y="127"/>
                  </a:lnTo>
                  <a:close/>
                </a:path>
                <a:path w="10424160" h="2944495">
                  <a:moveTo>
                    <a:pt x="3091942" y="127"/>
                  </a:moveTo>
                  <a:lnTo>
                    <a:pt x="3086735" y="127"/>
                  </a:lnTo>
                  <a:lnTo>
                    <a:pt x="3086735" y="19177"/>
                  </a:lnTo>
                  <a:lnTo>
                    <a:pt x="3091942" y="19177"/>
                  </a:lnTo>
                  <a:lnTo>
                    <a:pt x="3096260" y="14859"/>
                  </a:lnTo>
                  <a:lnTo>
                    <a:pt x="3096260" y="4445"/>
                  </a:lnTo>
                  <a:lnTo>
                    <a:pt x="3091942" y="127"/>
                  </a:lnTo>
                  <a:close/>
                </a:path>
                <a:path w="10424160" h="2944495">
                  <a:moveTo>
                    <a:pt x="3124835" y="127"/>
                  </a:moveTo>
                  <a:lnTo>
                    <a:pt x="3119628" y="127"/>
                  </a:lnTo>
                  <a:lnTo>
                    <a:pt x="3115310" y="4445"/>
                  </a:lnTo>
                  <a:lnTo>
                    <a:pt x="3115310" y="14859"/>
                  </a:lnTo>
                  <a:lnTo>
                    <a:pt x="3119628" y="19177"/>
                  </a:lnTo>
                  <a:lnTo>
                    <a:pt x="3124835" y="19177"/>
                  </a:lnTo>
                  <a:lnTo>
                    <a:pt x="3124835" y="127"/>
                  </a:lnTo>
                  <a:close/>
                </a:path>
                <a:path w="10424160" h="2944495">
                  <a:moveTo>
                    <a:pt x="3130169" y="127"/>
                  </a:moveTo>
                  <a:lnTo>
                    <a:pt x="3124835" y="127"/>
                  </a:lnTo>
                  <a:lnTo>
                    <a:pt x="3124835" y="19177"/>
                  </a:lnTo>
                  <a:lnTo>
                    <a:pt x="3130169" y="19177"/>
                  </a:lnTo>
                  <a:lnTo>
                    <a:pt x="3134360" y="14859"/>
                  </a:lnTo>
                  <a:lnTo>
                    <a:pt x="3134360" y="4445"/>
                  </a:lnTo>
                  <a:lnTo>
                    <a:pt x="3130169" y="127"/>
                  </a:lnTo>
                  <a:close/>
                </a:path>
                <a:path w="10424160" h="2944495">
                  <a:moveTo>
                    <a:pt x="3162935" y="127"/>
                  </a:moveTo>
                  <a:lnTo>
                    <a:pt x="3157728" y="127"/>
                  </a:lnTo>
                  <a:lnTo>
                    <a:pt x="3153410" y="4445"/>
                  </a:lnTo>
                  <a:lnTo>
                    <a:pt x="3153410" y="14859"/>
                  </a:lnTo>
                  <a:lnTo>
                    <a:pt x="3157728" y="19177"/>
                  </a:lnTo>
                  <a:lnTo>
                    <a:pt x="3162935" y="19177"/>
                  </a:lnTo>
                  <a:lnTo>
                    <a:pt x="3162935" y="127"/>
                  </a:lnTo>
                  <a:close/>
                </a:path>
                <a:path w="10424160" h="2944495">
                  <a:moveTo>
                    <a:pt x="3168269" y="127"/>
                  </a:moveTo>
                  <a:lnTo>
                    <a:pt x="3162935" y="127"/>
                  </a:lnTo>
                  <a:lnTo>
                    <a:pt x="3162935" y="19177"/>
                  </a:lnTo>
                  <a:lnTo>
                    <a:pt x="3168269" y="19177"/>
                  </a:lnTo>
                  <a:lnTo>
                    <a:pt x="3172460" y="14859"/>
                  </a:lnTo>
                  <a:lnTo>
                    <a:pt x="3172460" y="4445"/>
                  </a:lnTo>
                  <a:lnTo>
                    <a:pt x="3168269" y="127"/>
                  </a:lnTo>
                  <a:close/>
                </a:path>
                <a:path w="10424160" h="2944495">
                  <a:moveTo>
                    <a:pt x="3201035" y="127"/>
                  </a:moveTo>
                  <a:lnTo>
                    <a:pt x="3195828" y="127"/>
                  </a:lnTo>
                  <a:lnTo>
                    <a:pt x="3191510" y="4445"/>
                  </a:lnTo>
                  <a:lnTo>
                    <a:pt x="3191510" y="14859"/>
                  </a:lnTo>
                  <a:lnTo>
                    <a:pt x="3195828" y="19177"/>
                  </a:lnTo>
                  <a:lnTo>
                    <a:pt x="3201035" y="19177"/>
                  </a:lnTo>
                  <a:lnTo>
                    <a:pt x="3201035" y="127"/>
                  </a:lnTo>
                  <a:close/>
                </a:path>
                <a:path w="10424160" h="2944495">
                  <a:moveTo>
                    <a:pt x="3206369" y="127"/>
                  </a:moveTo>
                  <a:lnTo>
                    <a:pt x="3201035" y="127"/>
                  </a:lnTo>
                  <a:lnTo>
                    <a:pt x="3201035" y="19177"/>
                  </a:lnTo>
                  <a:lnTo>
                    <a:pt x="3206369" y="19177"/>
                  </a:lnTo>
                  <a:lnTo>
                    <a:pt x="3210560" y="14859"/>
                  </a:lnTo>
                  <a:lnTo>
                    <a:pt x="3210560" y="4445"/>
                  </a:lnTo>
                  <a:lnTo>
                    <a:pt x="3206369" y="127"/>
                  </a:lnTo>
                  <a:close/>
                </a:path>
                <a:path w="10424160" h="2944495">
                  <a:moveTo>
                    <a:pt x="3239135" y="127"/>
                  </a:moveTo>
                  <a:lnTo>
                    <a:pt x="3233928" y="127"/>
                  </a:lnTo>
                  <a:lnTo>
                    <a:pt x="3229610" y="4445"/>
                  </a:lnTo>
                  <a:lnTo>
                    <a:pt x="3229610" y="14859"/>
                  </a:lnTo>
                  <a:lnTo>
                    <a:pt x="3233928" y="19177"/>
                  </a:lnTo>
                  <a:lnTo>
                    <a:pt x="3239135" y="19177"/>
                  </a:lnTo>
                  <a:lnTo>
                    <a:pt x="3239135" y="127"/>
                  </a:lnTo>
                  <a:close/>
                </a:path>
                <a:path w="10424160" h="2944495">
                  <a:moveTo>
                    <a:pt x="3244469" y="127"/>
                  </a:moveTo>
                  <a:lnTo>
                    <a:pt x="3239261" y="127"/>
                  </a:lnTo>
                  <a:lnTo>
                    <a:pt x="3239261" y="19177"/>
                  </a:lnTo>
                  <a:lnTo>
                    <a:pt x="3244469" y="19177"/>
                  </a:lnTo>
                  <a:lnTo>
                    <a:pt x="3248786" y="14859"/>
                  </a:lnTo>
                  <a:lnTo>
                    <a:pt x="3248786" y="4445"/>
                  </a:lnTo>
                  <a:lnTo>
                    <a:pt x="3244469" y="127"/>
                  </a:lnTo>
                  <a:close/>
                </a:path>
                <a:path w="10424160" h="2944495">
                  <a:moveTo>
                    <a:pt x="3277362" y="127"/>
                  </a:moveTo>
                  <a:lnTo>
                    <a:pt x="3272028" y="127"/>
                  </a:lnTo>
                  <a:lnTo>
                    <a:pt x="3267837" y="4445"/>
                  </a:lnTo>
                  <a:lnTo>
                    <a:pt x="3267837" y="14859"/>
                  </a:lnTo>
                  <a:lnTo>
                    <a:pt x="3272028" y="19177"/>
                  </a:lnTo>
                  <a:lnTo>
                    <a:pt x="3277362" y="19177"/>
                  </a:lnTo>
                  <a:lnTo>
                    <a:pt x="3277362" y="127"/>
                  </a:lnTo>
                  <a:close/>
                </a:path>
                <a:path w="10424160" h="2944495">
                  <a:moveTo>
                    <a:pt x="3282569" y="127"/>
                  </a:moveTo>
                  <a:lnTo>
                    <a:pt x="3277362" y="127"/>
                  </a:lnTo>
                  <a:lnTo>
                    <a:pt x="3277362" y="19177"/>
                  </a:lnTo>
                  <a:lnTo>
                    <a:pt x="3282569" y="19177"/>
                  </a:lnTo>
                  <a:lnTo>
                    <a:pt x="3286887" y="14859"/>
                  </a:lnTo>
                  <a:lnTo>
                    <a:pt x="3286887" y="4445"/>
                  </a:lnTo>
                  <a:lnTo>
                    <a:pt x="3282569" y="127"/>
                  </a:lnTo>
                  <a:close/>
                </a:path>
                <a:path w="10424160" h="2944495">
                  <a:moveTo>
                    <a:pt x="3315462" y="127"/>
                  </a:moveTo>
                  <a:lnTo>
                    <a:pt x="3310128" y="127"/>
                  </a:lnTo>
                  <a:lnTo>
                    <a:pt x="3305937" y="4445"/>
                  </a:lnTo>
                  <a:lnTo>
                    <a:pt x="3305937" y="14859"/>
                  </a:lnTo>
                  <a:lnTo>
                    <a:pt x="3310128" y="19177"/>
                  </a:lnTo>
                  <a:lnTo>
                    <a:pt x="3315462" y="19177"/>
                  </a:lnTo>
                  <a:lnTo>
                    <a:pt x="3315462" y="127"/>
                  </a:lnTo>
                  <a:close/>
                </a:path>
                <a:path w="10424160" h="2944495">
                  <a:moveTo>
                    <a:pt x="3320669" y="127"/>
                  </a:moveTo>
                  <a:lnTo>
                    <a:pt x="3315462" y="127"/>
                  </a:lnTo>
                  <a:lnTo>
                    <a:pt x="3315462" y="19177"/>
                  </a:lnTo>
                  <a:lnTo>
                    <a:pt x="3320669" y="19177"/>
                  </a:lnTo>
                  <a:lnTo>
                    <a:pt x="3324987" y="14859"/>
                  </a:lnTo>
                  <a:lnTo>
                    <a:pt x="3324987" y="4445"/>
                  </a:lnTo>
                  <a:lnTo>
                    <a:pt x="3320669" y="127"/>
                  </a:lnTo>
                  <a:close/>
                </a:path>
                <a:path w="10424160" h="2944495">
                  <a:moveTo>
                    <a:pt x="3353562" y="127"/>
                  </a:moveTo>
                  <a:lnTo>
                    <a:pt x="3348228" y="127"/>
                  </a:lnTo>
                  <a:lnTo>
                    <a:pt x="3344037" y="4445"/>
                  </a:lnTo>
                  <a:lnTo>
                    <a:pt x="3344037" y="14859"/>
                  </a:lnTo>
                  <a:lnTo>
                    <a:pt x="3348228" y="19177"/>
                  </a:lnTo>
                  <a:lnTo>
                    <a:pt x="3353562" y="19177"/>
                  </a:lnTo>
                  <a:lnTo>
                    <a:pt x="3353562" y="127"/>
                  </a:lnTo>
                  <a:close/>
                </a:path>
                <a:path w="10424160" h="2944495">
                  <a:moveTo>
                    <a:pt x="3358769" y="127"/>
                  </a:moveTo>
                  <a:lnTo>
                    <a:pt x="3353562" y="127"/>
                  </a:lnTo>
                  <a:lnTo>
                    <a:pt x="3353562" y="19177"/>
                  </a:lnTo>
                  <a:lnTo>
                    <a:pt x="3358769" y="19177"/>
                  </a:lnTo>
                  <a:lnTo>
                    <a:pt x="3363087" y="14859"/>
                  </a:lnTo>
                  <a:lnTo>
                    <a:pt x="3363087" y="4445"/>
                  </a:lnTo>
                  <a:lnTo>
                    <a:pt x="3358769" y="127"/>
                  </a:lnTo>
                  <a:close/>
                </a:path>
                <a:path w="10424160" h="2944495">
                  <a:moveTo>
                    <a:pt x="3391662" y="127"/>
                  </a:moveTo>
                  <a:lnTo>
                    <a:pt x="3386455" y="127"/>
                  </a:lnTo>
                  <a:lnTo>
                    <a:pt x="3382137" y="4445"/>
                  </a:lnTo>
                  <a:lnTo>
                    <a:pt x="3382137" y="14859"/>
                  </a:lnTo>
                  <a:lnTo>
                    <a:pt x="3386455" y="19177"/>
                  </a:lnTo>
                  <a:lnTo>
                    <a:pt x="3391662" y="19177"/>
                  </a:lnTo>
                  <a:lnTo>
                    <a:pt x="3391662" y="127"/>
                  </a:lnTo>
                  <a:close/>
                </a:path>
                <a:path w="10424160" h="2944495">
                  <a:moveTo>
                    <a:pt x="3396996" y="127"/>
                  </a:moveTo>
                  <a:lnTo>
                    <a:pt x="3391662" y="127"/>
                  </a:lnTo>
                  <a:lnTo>
                    <a:pt x="3391662" y="19177"/>
                  </a:lnTo>
                  <a:lnTo>
                    <a:pt x="3396996" y="19177"/>
                  </a:lnTo>
                  <a:lnTo>
                    <a:pt x="3401187" y="14859"/>
                  </a:lnTo>
                  <a:lnTo>
                    <a:pt x="3401187" y="4445"/>
                  </a:lnTo>
                  <a:lnTo>
                    <a:pt x="3396996" y="127"/>
                  </a:lnTo>
                  <a:close/>
                </a:path>
                <a:path w="10424160" h="2944495">
                  <a:moveTo>
                    <a:pt x="3429762" y="127"/>
                  </a:moveTo>
                  <a:lnTo>
                    <a:pt x="3424555" y="127"/>
                  </a:lnTo>
                  <a:lnTo>
                    <a:pt x="3420237" y="4445"/>
                  </a:lnTo>
                  <a:lnTo>
                    <a:pt x="3420237" y="14859"/>
                  </a:lnTo>
                  <a:lnTo>
                    <a:pt x="3424555" y="19177"/>
                  </a:lnTo>
                  <a:lnTo>
                    <a:pt x="3429762" y="19177"/>
                  </a:lnTo>
                  <a:lnTo>
                    <a:pt x="3429762" y="127"/>
                  </a:lnTo>
                  <a:close/>
                </a:path>
                <a:path w="10424160" h="2944495">
                  <a:moveTo>
                    <a:pt x="3435096" y="127"/>
                  </a:moveTo>
                  <a:lnTo>
                    <a:pt x="3429762" y="127"/>
                  </a:lnTo>
                  <a:lnTo>
                    <a:pt x="3429762" y="19177"/>
                  </a:lnTo>
                  <a:lnTo>
                    <a:pt x="3435096" y="19177"/>
                  </a:lnTo>
                  <a:lnTo>
                    <a:pt x="3439287" y="14859"/>
                  </a:lnTo>
                  <a:lnTo>
                    <a:pt x="3439287" y="4445"/>
                  </a:lnTo>
                  <a:lnTo>
                    <a:pt x="3435096" y="127"/>
                  </a:lnTo>
                  <a:close/>
                </a:path>
                <a:path w="10424160" h="2944495">
                  <a:moveTo>
                    <a:pt x="3467862" y="127"/>
                  </a:moveTo>
                  <a:lnTo>
                    <a:pt x="3462655" y="127"/>
                  </a:lnTo>
                  <a:lnTo>
                    <a:pt x="3458337" y="4445"/>
                  </a:lnTo>
                  <a:lnTo>
                    <a:pt x="3458337" y="14859"/>
                  </a:lnTo>
                  <a:lnTo>
                    <a:pt x="3462655" y="19177"/>
                  </a:lnTo>
                  <a:lnTo>
                    <a:pt x="3467862" y="19177"/>
                  </a:lnTo>
                  <a:lnTo>
                    <a:pt x="3467862" y="127"/>
                  </a:lnTo>
                  <a:close/>
                </a:path>
                <a:path w="10424160" h="2944495">
                  <a:moveTo>
                    <a:pt x="3473196" y="127"/>
                  </a:moveTo>
                  <a:lnTo>
                    <a:pt x="3467989" y="127"/>
                  </a:lnTo>
                  <a:lnTo>
                    <a:pt x="3467989" y="19177"/>
                  </a:lnTo>
                  <a:lnTo>
                    <a:pt x="3473196" y="19177"/>
                  </a:lnTo>
                  <a:lnTo>
                    <a:pt x="3477514" y="14859"/>
                  </a:lnTo>
                  <a:lnTo>
                    <a:pt x="3477514" y="4445"/>
                  </a:lnTo>
                  <a:lnTo>
                    <a:pt x="3473196" y="127"/>
                  </a:lnTo>
                  <a:close/>
                </a:path>
                <a:path w="10424160" h="2944495">
                  <a:moveTo>
                    <a:pt x="3506089" y="127"/>
                  </a:moveTo>
                  <a:lnTo>
                    <a:pt x="3500755" y="127"/>
                  </a:lnTo>
                  <a:lnTo>
                    <a:pt x="3496564" y="4445"/>
                  </a:lnTo>
                  <a:lnTo>
                    <a:pt x="3496564" y="14859"/>
                  </a:lnTo>
                  <a:lnTo>
                    <a:pt x="3500755" y="19177"/>
                  </a:lnTo>
                  <a:lnTo>
                    <a:pt x="3506089" y="19177"/>
                  </a:lnTo>
                  <a:lnTo>
                    <a:pt x="3506089" y="127"/>
                  </a:lnTo>
                  <a:close/>
                </a:path>
                <a:path w="10424160" h="2944495">
                  <a:moveTo>
                    <a:pt x="3511296" y="127"/>
                  </a:moveTo>
                  <a:lnTo>
                    <a:pt x="3506089" y="127"/>
                  </a:lnTo>
                  <a:lnTo>
                    <a:pt x="3506089" y="19177"/>
                  </a:lnTo>
                  <a:lnTo>
                    <a:pt x="3511296" y="19177"/>
                  </a:lnTo>
                  <a:lnTo>
                    <a:pt x="3515614" y="14859"/>
                  </a:lnTo>
                  <a:lnTo>
                    <a:pt x="3515614" y="4445"/>
                  </a:lnTo>
                  <a:lnTo>
                    <a:pt x="3511296" y="127"/>
                  </a:lnTo>
                  <a:close/>
                </a:path>
                <a:path w="10424160" h="2944495">
                  <a:moveTo>
                    <a:pt x="3544189" y="127"/>
                  </a:moveTo>
                  <a:lnTo>
                    <a:pt x="3538855" y="127"/>
                  </a:lnTo>
                  <a:lnTo>
                    <a:pt x="3534664" y="4445"/>
                  </a:lnTo>
                  <a:lnTo>
                    <a:pt x="3534664" y="14859"/>
                  </a:lnTo>
                  <a:lnTo>
                    <a:pt x="3538855" y="19177"/>
                  </a:lnTo>
                  <a:lnTo>
                    <a:pt x="3544189" y="19177"/>
                  </a:lnTo>
                  <a:lnTo>
                    <a:pt x="3544189" y="127"/>
                  </a:lnTo>
                  <a:close/>
                </a:path>
                <a:path w="10424160" h="2944495">
                  <a:moveTo>
                    <a:pt x="3549396" y="127"/>
                  </a:moveTo>
                  <a:lnTo>
                    <a:pt x="3544189" y="127"/>
                  </a:lnTo>
                  <a:lnTo>
                    <a:pt x="3544189" y="19177"/>
                  </a:lnTo>
                  <a:lnTo>
                    <a:pt x="3549396" y="19177"/>
                  </a:lnTo>
                  <a:lnTo>
                    <a:pt x="3553714" y="14859"/>
                  </a:lnTo>
                  <a:lnTo>
                    <a:pt x="3553714" y="4445"/>
                  </a:lnTo>
                  <a:lnTo>
                    <a:pt x="3549396" y="127"/>
                  </a:lnTo>
                  <a:close/>
                </a:path>
                <a:path w="10424160" h="2944495">
                  <a:moveTo>
                    <a:pt x="3582289" y="127"/>
                  </a:moveTo>
                  <a:lnTo>
                    <a:pt x="3576955" y="127"/>
                  </a:lnTo>
                  <a:lnTo>
                    <a:pt x="3572764" y="4445"/>
                  </a:lnTo>
                  <a:lnTo>
                    <a:pt x="3572764" y="14859"/>
                  </a:lnTo>
                  <a:lnTo>
                    <a:pt x="3576955" y="19177"/>
                  </a:lnTo>
                  <a:lnTo>
                    <a:pt x="3582289" y="19177"/>
                  </a:lnTo>
                  <a:lnTo>
                    <a:pt x="3582289" y="127"/>
                  </a:lnTo>
                  <a:close/>
                </a:path>
                <a:path w="10424160" h="2944495">
                  <a:moveTo>
                    <a:pt x="3587496" y="127"/>
                  </a:moveTo>
                  <a:lnTo>
                    <a:pt x="3582289" y="127"/>
                  </a:lnTo>
                  <a:lnTo>
                    <a:pt x="3582289" y="19177"/>
                  </a:lnTo>
                  <a:lnTo>
                    <a:pt x="3587496" y="19177"/>
                  </a:lnTo>
                  <a:lnTo>
                    <a:pt x="3591814" y="14859"/>
                  </a:lnTo>
                  <a:lnTo>
                    <a:pt x="3591814" y="4445"/>
                  </a:lnTo>
                  <a:lnTo>
                    <a:pt x="3587496" y="127"/>
                  </a:lnTo>
                  <a:close/>
                </a:path>
                <a:path w="10424160" h="2944495">
                  <a:moveTo>
                    <a:pt x="3620389" y="127"/>
                  </a:moveTo>
                  <a:lnTo>
                    <a:pt x="3615182" y="127"/>
                  </a:lnTo>
                  <a:lnTo>
                    <a:pt x="3610864" y="4445"/>
                  </a:lnTo>
                  <a:lnTo>
                    <a:pt x="3610864" y="14859"/>
                  </a:lnTo>
                  <a:lnTo>
                    <a:pt x="3615182" y="19177"/>
                  </a:lnTo>
                  <a:lnTo>
                    <a:pt x="3620389" y="19177"/>
                  </a:lnTo>
                  <a:lnTo>
                    <a:pt x="3620389" y="127"/>
                  </a:lnTo>
                  <a:close/>
                </a:path>
                <a:path w="10424160" h="2944495">
                  <a:moveTo>
                    <a:pt x="3625723" y="127"/>
                  </a:moveTo>
                  <a:lnTo>
                    <a:pt x="3620389" y="127"/>
                  </a:lnTo>
                  <a:lnTo>
                    <a:pt x="3620389" y="19177"/>
                  </a:lnTo>
                  <a:lnTo>
                    <a:pt x="3625723" y="19177"/>
                  </a:lnTo>
                  <a:lnTo>
                    <a:pt x="3629914" y="14859"/>
                  </a:lnTo>
                  <a:lnTo>
                    <a:pt x="3629914" y="4445"/>
                  </a:lnTo>
                  <a:lnTo>
                    <a:pt x="3625723" y="127"/>
                  </a:lnTo>
                  <a:close/>
                </a:path>
                <a:path w="10424160" h="2944495">
                  <a:moveTo>
                    <a:pt x="3658489" y="127"/>
                  </a:moveTo>
                  <a:lnTo>
                    <a:pt x="3653282" y="127"/>
                  </a:lnTo>
                  <a:lnTo>
                    <a:pt x="3648964" y="4445"/>
                  </a:lnTo>
                  <a:lnTo>
                    <a:pt x="3648964" y="14859"/>
                  </a:lnTo>
                  <a:lnTo>
                    <a:pt x="3653282" y="19177"/>
                  </a:lnTo>
                  <a:lnTo>
                    <a:pt x="3658489" y="19177"/>
                  </a:lnTo>
                  <a:lnTo>
                    <a:pt x="3658489" y="127"/>
                  </a:lnTo>
                  <a:close/>
                </a:path>
                <a:path w="10424160" h="2944495">
                  <a:moveTo>
                    <a:pt x="3663823" y="127"/>
                  </a:moveTo>
                  <a:lnTo>
                    <a:pt x="3658489" y="127"/>
                  </a:lnTo>
                  <a:lnTo>
                    <a:pt x="3658489" y="19177"/>
                  </a:lnTo>
                  <a:lnTo>
                    <a:pt x="3663823" y="19177"/>
                  </a:lnTo>
                  <a:lnTo>
                    <a:pt x="3668014" y="14859"/>
                  </a:lnTo>
                  <a:lnTo>
                    <a:pt x="3668014" y="4445"/>
                  </a:lnTo>
                  <a:lnTo>
                    <a:pt x="3663823" y="127"/>
                  </a:lnTo>
                  <a:close/>
                </a:path>
                <a:path w="10424160" h="2944495">
                  <a:moveTo>
                    <a:pt x="3696589" y="127"/>
                  </a:moveTo>
                  <a:lnTo>
                    <a:pt x="3691382" y="127"/>
                  </a:lnTo>
                  <a:lnTo>
                    <a:pt x="3687064" y="4445"/>
                  </a:lnTo>
                  <a:lnTo>
                    <a:pt x="3687064" y="14859"/>
                  </a:lnTo>
                  <a:lnTo>
                    <a:pt x="3691382" y="19177"/>
                  </a:lnTo>
                  <a:lnTo>
                    <a:pt x="3696589" y="19177"/>
                  </a:lnTo>
                  <a:lnTo>
                    <a:pt x="3696589" y="127"/>
                  </a:lnTo>
                  <a:close/>
                </a:path>
                <a:path w="10424160" h="2944495">
                  <a:moveTo>
                    <a:pt x="3701923" y="127"/>
                  </a:moveTo>
                  <a:lnTo>
                    <a:pt x="3696589" y="127"/>
                  </a:lnTo>
                  <a:lnTo>
                    <a:pt x="3696589" y="19177"/>
                  </a:lnTo>
                  <a:lnTo>
                    <a:pt x="3701923" y="19177"/>
                  </a:lnTo>
                  <a:lnTo>
                    <a:pt x="3706114" y="14859"/>
                  </a:lnTo>
                  <a:lnTo>
                    <a:pt x="3706114" y="4445"/>
                  </a:lnTo>
                  <a:lnTo>
                    <a:pt x="3701923" y="127"/>
                  </a:lnTo>
                  <a:close/>
                </a:path>
                <a:path w="10424160" h="2944495">
                  <a:moveTo>
                    <a:pt x="3734689" y="127"/>
                  </a:moveTo>
                  <a:lnTo>
                    <a:pt x="3729482" y="127"/>
                  </a:lnTo>
                  <a:lnTo>
                    <a:pt x="3725164" y="4445"/>
                  </a:lnTo>
                  <a:lnTo>
                    <a:pt x="3725164" y="14859"/>
                  </a:lnTo>
                  <a:lnTo>
                    <a:pt x="3729482" y="19177"/>
                  </a:lnTo>
                  <a:lnTo>
                    <a:pt x="3734689" y="19177"/>
                  </a:lnTo>
                  <a:lnTo>
                    <a:pt x="3734689" y="127"/>
                  </a:lnTo>
                  <a:close/>
                </a:path>
                <a:path w="10424160" h="2944495">
                  <a:moveTo>
                    <a:pt x="3734816" y="12827"/>
                  </a:moveTo>
                  <a:lnTo>
                    <a:pt x="3734689" y="12827"/>
                  </a:lnTo>
                  <a:lnTo>
                    <a:pt x="3734689" y="19177"/>
                  </a:lnTo>
                  <a:lnTo>
                    <a:pt x="3734816" y="19177"/>
                  </a:lnTo>
                  <a:lnTo>
                    <a:pt x="3734816" y="12827"/>
                  </a:lnTo>
                  <a:close/>
                </a:path>
                <a:path w="10424160" h="2944495">
                  <a:moveTo>
                    <a:pt x="3740023" y="127"/>
                  </a:moveTo>
                  <a:lnTo>
                    <a:pt x="3734816" y="127"/>
                  </a:lnTo>
                  <a:lnTo>
                    <a:pt x="3734816" y="19177"/>
                  </a:lnTo>
                  <a:lnTo>
                    <a:pt x="3740023" y="19177"/>
                  </a:lnTo>
                  <a:lnTo>
                    <a:pt x="3744341" y="14859"/>
                  </a:lnTo>
                  <a:lnTo>
                    <a:pt x="3744341" y="4445"/>
                  </a:lnTo>
                  <a:lnTo>
                    <a:pt x="3740023" y="127"/>
                  </a:lnTo>
                  <a:close/>
                </a:path>
                <a:path w="10424160" h="2944495">
                  <a:moveTo>
                    <a:pt x="3734816" y="127"/>
                  </a:moveTo>
                  <a:lnTo>
                    <a:pt x="3734689" y="127"/>
                  </a:lnTo>
                  <a:lnTo>
                    <a:pt x="3734689" y="6477"/>
                  </a:lnTo>
                  <a:lnTo>
                    <a:pt x="3734816" y="6477"/>
                  </a:lnTo>
                  <a:lnTo>
                    <a:pt x="3734816" y="127"/>
                  </a:lnTo>
                  <a:close/>
                </a:path>
                <a:path w="10424160" h="2944495">
                  <a:moveTo>
                    <a:pt x="3772916" y="127"/>
                  </a:moveTo>
                  <a:lnTo>
                    <a:pt x="3767582" y="127"/>
                  </a:lnTo>
                  <a:lnTo>
                    <a:pt x="3763391" y="4445"/>
                  </a:lnTo>
                  <a:lnTo>
                    <a:pt x="3763391" y="14859"/>
                  </a:lnTo>
                  <a:lnTo>
                    <a:pt x="3767582" y="19177"/>
                  </a:lnTo>
                  <a:lnTo>
                    <a:pt x="3772916" y="19177"/>
                  </a:lnTo>
                  <a:lnTo>
                    <a:pt x="3772916" y="127"/>
                  </a:lnTo>
                  <a:close/>
                </a:path>
                <a:path w="10424160" h="2944495">
                  <a:moveTo>
                    <a:pt x="3778123" y="127"/>
                  </a:moveTo>
                  <a:lnTo>
                    <a:pt x="3772916" y="127"/>
                  </a:lnTo>
                  <a:lnTo>
                    <a:pt x="3772916" y="19177"/>
                  </a:lnTo>
                  <a:lnTo>
                    <a:pt x="3778123" y="19177"/>
                  </a:lnTo>
                  <a:lnTo>
                    <a:pt x="3782441" y="14859"/>
                  </a:lnTo>
                  <a:lnTo>
                    <a:pt x="3782441" y="4445"/>
                  </a:lnTo>
                  <a:lnTo>
                    <a:pt x="3778123" y="127"/>
                  </a:lnTo>
                  <a:close/>
                </a:path>
                <a:path w="10424160" h="2944495">
                  <a:moveTo>
                    <a:pt x="3811016" y="127"/>
                  </a:moveTo>
                  <a:lnTo>
                    <a:pt x="3805682" y="127"/>
                  </a:lnTo>
                  <a:lnTo>
                    <a:pt x="3801491" y="4445"/>
                  </a:lnTo>
                  <a:lnTo>
                    <a:pt x="3801491" y="14859"/>
                  </a:lnTo>
                  <a:lnTo>
                    <a:pt x="3805682" y="19177"/>
                  </a:lnTo>
                  <a:lnTo>
                    <a:pt x="3811016" y="19177"/>
                  </a:lnTo>
                  <a:lnTo>
                    <a:pt x="3811016" y="127"/>
                  </a:lnTo>
                  <a:close/>
                </a:path>
                <a:path w="10424160" h="2944495">
                  <a:moveTo>
                    <a:pt x="3816223" y="127"/>
                  </a:moveTo>
                  <a:lnTo>
                    <a:pt x="3811016" y="127"/>
                  </a:lnTo>
                  <a:lnTo>
                    <a:pt x="3811016" y="19177"/>
                  </a:lnTo>
                  <a:lnTo>
                    <a:pt x="3816223" y="19177"/>
                  </a:lnTo>
                  <a:lnTo>
                    <a:pt x="3820541" y="14859"/>
                  </a:lnTo>
                  <a:lnTo>
                    <a:pt x="3820541" y="4445"/>
                  </a:lnTo>
                  <a:lnTo>
                    <a:pt x="3816223" y="127"/>
                  </a:lnTo>
                  <a:close/>
                </a:path>
                <a:path w="10424160" h="2944495">
                  <a:moveTo>
                    <a:pt x="3849116" y="127"/>
                  </a:moveTo>
                  <a:lnTo>
                    <a:pt x="3843782" y="127"/>
                  </a:lnTo>
                  <a:lnTo>
                    <a:pt x="3839591" y="4445"/>
                  </a:lnTo>
                  <a:lnTo>
                    <a:pt x="3839591" y="14859"/>
                  </a:lnTo>
                  <a:lnTo>
                    <a:pt x="3843782" y="19177"/>
                  </a:lnTo>
                  <a:lnTo>
                    <a:pt x="3849116" y="19177"/>
                  </a:lnTo>
                  <a:lnTo>
                    <a:pt x="3849116" y="127"/>
                  </a:lnTo>
                  <a:close/>
                </a:path>
                <a:path w="10424160" h="2944495">
                  <a:moveTo>
                    <a:pt x="3854323" y="127"/>
                  </a:moveTo>
                  <a:lnTo>
                    <a:pt x="3849116" y="127"/>
                  </a:lnTo>
                  <a:lnTo>
                    <a:pt x="3849116" y="19177"/>
                  </a:lnTo>
                  <a:lnTo>
                    <a:pt x="3854323" y="19177"/>
                  </a:lnTo>
                  <a:lnTo>
                    <a:pt x="3858641" y="14859"/>
                  </a:lnTo>
                  <a:lnTo>
                    <a:pt x="3858641" y="4445"/>
                  </a:lnTo>
                  <a:lnTo>
                    <a:pt x="3854323" y="127"/>
                  </a:lnTo>
                  <a:close/>
                </a:path>
                <a:path w="10424160" h="2944495">
                  <a:moveTo>
                    <a:pt x="3887216" y="127"/>
                  </a:moveTo>
                  <a:lnTo>
                    <a:pt x="3882009" y="127"/>
                  </a:lnTo>
                  <a:lnTo>
                    <a:pt x="3877691" y="4445"/>
                  </a:lnTo>
                  <a:lnTo>
                    <a:pt x="3877691" y="14859"/>
                  </a:lnTo>
                  <a:lnTo>
                    <a:pt x="3882009" y="19177"/>
                  </a:lnTo>
                  <a:lnTo>
                    <a:pt x="3887216" y="19177"/>
                  </a:lnTo>
                  <a:lnTo>
                    <a:pt x="3887216" y="127"/>
                  </a:lnTo>
                  <a:close/>
                </a:path>
                <a:path w="10424160" h="2944495">
                  <a:moveTo>
                    <a:pt x="3892550" y="127"/>
                  </a:moveTo>
                  <a:lnTo>
                    <a:pt x="3887216" y="127"/>
                  </a:lnTo>
                  <a:lnTo>
                    <a:pt x="3887216" y="19177"/>
                  </a:lnTo>
                  <a:lnTo>
                    <a:pt x="3892550" y="19177"/>
                  </a:lnTo>
                  <a:lnTo>
                    <a:pt x="3896741" y="14859"/>
                  </a:lnTo>
                  <a:lnTo>
                    <a:pt x="3896741" y="4445"/>
                  </a:lnTo>
                  <a:lnTo>
                    <a:pt x="3892550" y="127"/>
                  </a:lnTo>
                  <a:close/>
                </a:path>
                <a:path w="10424160" h="2944495">
                  <a:moveTo>
                    <a:pt x="3925316" y="127"/>
                  </a:moveTo>
                  <a:lnTo>
                    <a:pt x="3920109" y="127"/>
                  </a:lnTo>
                  <a:lnTo>
                    <a:pt x="3915791" y="4445"/>
                  </a:lnTo>
                  <a:lnTo>
                    <a:pt x="3915791" y="14859"/>
                  </a:lnTo>
                  <a:lnTo>
                    <a:pt x="3920109" y="19177"/>
                  </a:lnTo>
                  <a:lnTo>
                    <a:pt x="3925316" y="19177"/>
                  </a:lnTo>
                  <a:lnTo>
                    <a:pt x="3925316" y="127"/>
                  </a:lnTo>
                  <a:close/>
                </a:path>
                <a:path w="10424160" h="2944495">
                  <a:moveTo>
                    <a:pt x="3930650" y="127"/>
                  </a:moveTo>
                  <a:lnTo>
                    <a:pt x="3925316" y="127"/>
                  </a:lnTo>
                  <a:lnTo>
                    <a:pt x="3925316" y="19177"/>
                  </a:lnTo>
                  <a:lnTo>
                    <a:pt x="3930650" y="19177"/>
                  </a:lnTo>
                  <a:lnTo>
                    <a:pt x="3934841" y="14859"/>
                  </a:lnTo>
                  <a:lnTo>
                    <a:pt x="3934841" y="4445"/>
                  </a:lnTo>
                  <a:lnTo>
                    <a:pt x="3930650" y="127"/>
                  </a:lnTo>
                  <a:close/>
                </a:path>
                <a:path w="10424160" h="2944495">
                  <a:moveTo>
                    <a:pt x="3963416" y="127"/>
                  </a:moveTo>
                  <a:lnTo>
                    <a:pt x="3958209" y="127"/>
                  </a:lnTo>
                  <a:lnTo>
                    <a:pt x="3953891" y="4445"/>
                  </a:lnTo>
                  <a:lnTo>
                    <a:pt x="3953891" y="14859"/>
                  </a:lnTo>
                  <a:lnTo>
                    <a:pt x="3958209" y="19177"/>
                  </a:lnTo>
                  <a:lnTo>
                    <a:pt x="3963416" y="19177"/>
                  </a:lnTo>
                  <a:lnTo>
                    <a:pt x="3963416" y="127"/>
                  </a:lnTo>
                  <a:close/>
                </a:path>
                <a:path w="10424160" h="2944495">
                  <a:moveTo>
                    <a:pt x="3968750" y="127"/>
                  </a:moveTo>
                  <a:lnTo>
                    <a:pt x="3963416" y="127"/>
                  </a:lnTo>
                  <a:lnTo>
                    <a:pt x="3963416" y="19177"/>
                  </a:lnTo>
                  <a:lnTo>
                    <a:pt x="3968750" y="19177"/>
                  </a:lnTo>
                  <a:lnTo>
                    <a:pt x="3972941" y="14859"/>
                  </a:lnTo>
                  <a:lnTo>
                    <a:pt x="3972941" y="4445"/>
                  </a:lnTo>
                  <a:lnTo>
                    <a:pt x="3968750" y="127"/>
                  </a:lnTo>
                  <a:close/>
                </a:path>
                <a:path w="10424160" h="2944495">
                  <a:moveTo>
                    <a:pt x="4001516" y="127"/>
                  </a:moveTo>
                  <a:lnTo>
                    <a:pt x="3996309" y="127"/>
                  </a:lnTo>
                  <a:lnTo>
                    <a:pt x="3991991" y="4445"/>
                  </a:lnTo>
                  <a:lnTo>
                    <a:pt x="3991991" y="14859"/>
                  </a:lnTo>
                  <a:lnTo>
                    <a:pt x="3996309" y="19177"/>
                  </a:lnTo>
                  <a:lnTo>
                    <a:pt x="4001516" y="19177"/>
                  </a:lnTo>
                  <a:lnTo>
                    <a:pt x="4001516" y="127"/>
                  </a:lnTo>
                  <a:close/>
                </a:path>
                <a:path w="10424160" h="2944495">
                  <a:moveTo>
                    <a:pt x="4006850" y="127"/>
                  </a:moveTo>
                  <a:lnTo>
                    <a:pt x="4001643" y="127"/>
                  </a:lnTo>
                  <a:lnTo>
                    <a:pt x="4001643" y="19177"/>
                  </a:lnTo>
                  <a:lnTo>
                    <a:pt x="4006850" y="19177"/>
                  </a:lnTo>
                  <a:lnTo>
                    <a:pt x="4011168" y="14859"/>
                  </a:lnTo>
                  <a:lnTo>
                    <a:pt x="4011168" y="4445"/>
                  </a:lnTo>
                  <a:lnTo>
                    <a:pt x="4006850" y="127"/>
                  </a:lnTo>
                  <a:close/>
                </a:path>
                <a:path w="10424160" h="2944495">
                  <a:moveTo>
                    <a:pt x="4039743" y="127"/>
                  </a:moveTo>
                  <a:lnTo>
                    <a:pt x="4034409" y="127"/>
                  </a:lnTo>
                  <a:lnTo>
                    <a:pt x="4030218" y="4445"/>
                  </a:lnTo>
                  <a:lnTo>
                    <a:pt x="4030218" y="14859"/>
                  </a:lnTo>
                  <a:lnTo>
                    <a:pt x="4034409" y="19177"/>
                  </a:lnTo>
                  <a:lnTo>
                    <a:pt x="4039743" y="19177"/>
                  </a:lnTo>
                  <a:lnTo>
                    <a:pt x="4039743" y="127"/>
                  </a:lnTo>
                  <a:close/>
                </a:path>
                <a:path w="10424160" h="2944495">
                  <a:moveTo>
                    <a:pt x="4044950" y="127"/>
                  </a:moveTo>
                  <a:lnTo>
                    <a:pt x="4039743" y="127"/>
                  </a:lnTo>
                  <a:lnTo>
                    <a:pt x="4039743" y="19177"/>
                  </a:lnTo>
                  <a:lnTo>
                    <a:pt x="4044950" y="19177"/>
                  </a:lnTo>
                  <a:lnTo>
                    <a:pt x="4049268" y="14859"/>
                  </a:lnTo>
                  <a:lnTo>
                    <a:pt x="4049268" y="4445"/>
                  </a:lnTo>
                  <a:lnTo>
                    <a:pt x="4044950" y="127"/>
                  </a:lnTo>
                  <a:close/>
                </a:path>
                <a:path w="10424160" h="2944495">
                  <a:moveTo>
                    <a:pt x="4077843" y="127"/>
                  </a:moveTo>
                  <a:lnTo>
                    <a:pt x="4072509" y="127"/>
                  </a:lnTo>
                  <a:lnTo>
                    <a:pt x="4068318" y="4445"/>
                  </a:lnTo>
                  <a:lnTo>
                    <a:pt x="4068318" y="14859"/>
                  </a:lnTo>
                  <a:lnTo>
                    <a:pt x="4072509" y="19177"/>
                  </a:lnTo>
                  <a:lnTo>
                    <a:pt x="4077843" y="19177"/>
                  </a:lnTo>
                  <a:lnTo>
                    <a:pt x="4077843" y="127"/>
                  </a:lnTo>
                  <a:close/>
                </a:path>
                <a:path w="10424160" h="2944495">
                  <a:moveTo>
                    <a:pt x="4083050" y="127"/>
                  </a:moveTo>
                  <a:lnTo>
                    <a:pt x="4077843" y="127"/>
                  </a:lnTo>
                  <a:lnTo>
                    <a:pt x="4077843" y="19177"/>
                  </a:lnTo>
                  <a:lnTo>
                    <a:pt x="4083050" y="19177"/>
                  </a:lnTo>
                  <a:lnTo>
                    <a:pt x="4087368" y="14859"/>
                  </a:lnTo>
                  <a:lnTo>
                    <a:pt x="4087368" y="4445"/>
                  </a:lnTo>
                  <a:lnTo>
                    <a:pt x="4083050" y="127"/>
                  </a:lnTo>
                  <a:close/>
                </a:path>
                <a:path w="10424160" h="2944495">
                  <a:moveTo>
                    <a:pt x="4115943" y="127"/>
                  </a:moveTo>
                  <a:lnTo>
                    <a:pt x="4110736" y="127"/>
                  </a:lnTo>
                  <a:lnTo>
                    <a:pt x="4106418" y="4445"/>
                  </a:lnTo>
                  <a:lnTo>
                    <a:pt x="4106418" y="14859"/>
                  </a:lnTo>
                  <a:lnTo>
                    <a:pt x="4110736" y="19177"/>
                  </a:lnTo>
                  <a:lnTo>
                    <a:pt x="4115943" y="19177"/>
                  </a:lnTo>
                  <a:lnTo>
                    <a:pt x="4115943" y="127"/>
                  </a:lnTo>
                  <a:close/>
                </a:path>
                <a:path w="10424160" h="2944495">
                  <a:moveTo>
                    <a:pt x="4121277" y="127"/>
                  </a:moveTo>
                  <a:lnTo>
                    <a:pt x="4115943" y="127"/>
                  </a:lnTo>
                  <a:lnTo>
                    <a:pt x="4115943" y="19177"/>
                  </a:lnTo>
                  <a:lnTo>
                    <a:pt x="4121277" y="19177"/>
                  </a:lnTo>
                  <a:lnTo>
                    <a:pt x="4125468" y="14859"/>
                  </a:lnTo>
                  <a:lnTo>
                    <a:pt x="4125468" y="4445"/>
                  </a:lnTo>
                  <a:lnTo>
                    <a:pt x="4121277" y="127"/>
                  </a:lnTo>
                  <a:close/>
                </a:path>
                <a:path w="10424160" h="2944495">
                  <a:moveTo>
                    <a:pt x="4154043" y="127"/>
                  </a:moveTo>
                  <a:lnTo>
                    <a:pt x="4148836" y="127"/>
                  </a:lnTo>
                  <a:lnTo>
                    <a:pt x="4144518" y="4445"/>
                  </a:lnTo>
                  <a:lnTo>
                    <a:pt x="4144518" y="14859"/>
                  </a:lnTo>
                  <a:lnTo>
                    <a:pt x="4148836" y="19177"/>
                  </a:lnTo>
                  <a:lnTo>
                    <a:pt x="4154043" y="19177"/>
                  </a:lnTo>
                  <a:lnTo>
                    <a:pt x="4154043" y="127"/>
                  </a:lnTo>
                  <a:close/>
                </a:path>
                <a:path w="10424160" h="2944495">
                  <a:moveTo>
                    <a:pt x="4159377" y="127"/>
                  </a:moveTo>
                  <a:lnTo>
                    <a:pt x="4154043" y="127"/>
                  </a:lnTo>
                  <a:lnTo>
                    <a:pt x="4154043" y="19177"/>
                  </a:lnTo>
                  <a:lnTo>
                    <a:pt x="4159377" y="19177"/>
                  </a:lnTo>
                  <a:lnTo>
                    <a:pt x="4163568" y="14859"/>
                  </a:lnTo>
                  <a:lnTo>
                    <a:pt x="4163568" y="4445"/>
                  </a:lnTo>
                  <a:lnTo>
                    <a:pt x="4159377" y="127"/>
                  </a:lnTo>
                  <a:close/>
                </a:path>
                <a:path w="10424160" h="2944495">
                  <a:moveTo>
                    <a:pt x="4192143" y="127"/>
                  </a:moveTo>
                  <a:lnTo>
                    <a:pt x="4186936" y="127"/>
                  </a:lnTo>
                  <a:lnTo>
                    <a:pt x="4182618" y="4445"/>
                  </a:lnTo>
                  <a:lnTo>
                    <a:pt x="4182618" y="14859"/>
                  </a:lnTo>
                  <a:lnTo>
                    <a:pt x="4186936" y="19177"/>
                  </a:lnTo>
                  <a:lnTo>
                    <a:pt x="4192143" y="19177"/>
                  </a:lnTo>
                  <a:lnTo>
                    <a:pt x="4192143" y="127"/>
                  </a:lnTo>
                  <a:close/>
                </a:path>
                <a:path w="10424160" h="2944495">
                  <a:moveTo>
                    <a:pt x="4197477" y="127"/>
                  </a:moveTo>
                  <a:lnTo>
                    <a:pt x="4192143" y="127"/>
                  </a:lnTo>
                  <a:lnTo>
                    <a:pt x="4192143" y="19177"/>
                  </a:lnTo>
                  <a:lnTo>
                    <a:pt x="4197477" y="19177"/>
                  </a:lnTo>
                  <a:lnTo>
                    <a:pt x="4201668" y="14859"/>
                  </a:lnTo>
                  <a:lnTo>
                    <a:pt x="4201668" y="4445"/>
                  </a:lnTo>
                  <a:lnTo>
                    <a:pt x="4197477" y="127"/>
                  </a:lnTo>
                  <a:close/>
                </a:path>
                <a:path w="10424160" h="2944495">
                  <a:moveTo>
                    <a:pt x="4230243" y="127"/>
                  </a:moveTo>
                  <a:lnTo>
                    <a:pt x="4225036" y="127"/>
                  </a:lnTo>
                  <a:lnTo>
                    <a:pt x="4220718" y="4445"/>
                  </a:lnTo>
                  <a:lnTo>
                    <a:pt x="4220718" y="14859"/>
                  </a:lnTo>
                  <a:lnTo>
                    <a:pt x="4225036" y="19177"/>
                  </a:lnTo>
                  <a:lnTo>
                    <a:pt x="4230243" y="19177"/>
                  </a:lnTo>
                  <a:lnTo>
                    <a:pt x="4230243" y="127"/>
                  </a:lnTo>
                  <a:close/>
                </a:path>
                <a:path w="10424160" h="2944495">
                  <a:moveTo>
                    <a:pt x="4235577" y="127"/>
                  </a:moveTo>
                  <a:lnTo>
                    <a:pt x="4230370" y="127"/>
                  </a:lnTo>
                  <a:lnTo>
                    <a:pt x="4230370" y="19177"/>
                  </a:lnTo>
                  <a:lnTo>
                    <a:pt x="4235577" y="19177"/>
                  </a:lnTo>
                  <a:lnTo>
                    <a:pt x="4239895" y="14859"/>
                  </a:lnTo>
                  <a:lnTo>
                    <a:pt x="4239895" y="4445"/>
                  </a:lnTo>
                  <a:lnTo>
                    <a:pt x="4235577" y="127"/>
                  </a:lnTo>
                  <a:close/>
                </a:path>
                <a:path w="10424160" h="2944495">
                  <a:moveTo>
                    <a:pt x="4268470" y="127"/>
                  </a:moveTo>
                  <a:lnTo>
                    <a:pt x="4263136" y="127"/>
                  </a:lnTo>
                  <a:lnTo>
                    <a:pt x="4258945" y="4445"/>
                  </a:lnTo>
                  <a:lnTo>
                    <a:pt x="4258945" y="14859"/>
                  </a:lnTo>
                  <a:lnTo>
                    <a:pt x="4263136" y="19177"/>
                  </a:lnTo>
                  <a:lnTo>
                    <a:pt x="4268470" y="19177"/>
                  </a:lnTo>
                  <a:lnTo>
                    <a:pt x="4268470" y="127"/>
                  </a:lnTo>
                  <a:close/>
                </a:path>
                <a:path w="10424160" h="2944495">
                  <a:moveTo>
                    <a:pt x="4273677" y="127"/>
                  </a:moveTo>
                  <a:lnTo>
                    <a:pt x="4268470" y="127"/>
                  </a:lnTo>
                  <a:lnTo>
                    <a:pt x="4268470" y="19177"/>
                  </a:lnTo>
                  <a:lnTo>
                    <a:pt x="4273677" y="19177"/>
                  </a:lnTo>
                  <a:lnTo>
                    <a:pt x="4277995" y="14859"/>
                  </a:lnTo>
                  <a:lnTo>
                    <a:pt x="4277995" y="4445"/>
                  </a:lnTo>
                  <a:lnTo>
                    <a:pt x="4273677" y="127"/>
                  </a:lnTo>
                  <a:close/>
                </a:path>
                <a:path w="10424160" h="2944495">
                  <a:moveTo>
                    <a:pt x="4306570" y="127"/>
                  </a:moveTo>
                  <a:lnTo>
                    <a:pt x="4301236" y="127"/>
                  </a:lnTo>
                  <a:lnTo>
                    <a:pt x="4297045" y="4445"/>
                  </a:lnTo>
                  <a:lnTo>
                    <a:pt x="4297045" y="14859"/>
                  </a:lnTo>
                  <a:lnTo>
                    <a:pt x="4301236" y="19177"/>
                  </a:lnTo>
                  <a:lnTo>
                    <a:pt x="4306570" y="19177"/>
                  </a:lnTo>
                  <a:lnTo>
                    <a:pt x="4306570" y="127"/>
                  </a:lnTo>
                  <a:close/>
                </a:path>
                <a:path w="10424160" h="2944495">
                  <a:moveTo>
                    <a:pt x="4311777" y="127"/>
                  </a:moveTo>
                  <a:lnTo>
                    <a:pt x="4306570" y="127"/>
                  </a:lnTo>
                  <a:lnTo>
                    <a:pt x="4306570" y="19177"/>
                  </a:lnTo>
                  <a:lnTo>
                    <a:pt x="4311777" y="19177"/>
                  </a:lnTo>
                  <a:lnTo>
                    <a:pt x="4316095" y="14859"/>
                  </a:lnTo>
                  <a:lnTo>
                    <a:pt x="4316095" y="4445"/>
                  </a:lnTo>
                  <a:lnTo>
                    <a:pt x="4311777" y="127"/>
                  </a:lnTo>
                  <a:close/>
                </a:path>
                <a:path w="10424160" h="2944495">
                  <a:moveTo>
                    <a:pt x="4344670" y="127"/>
                  </a:moveTo>
                  <a:lnTo>
                    <a:pt x="4339336" y="127"/>
                  </a:lnTo>
                  <a:lnTo>
                    <a:pt x="4335145" y="4445"/>
                  </a:lnTo>
                  <a:lnTo>
                    <a:pt x="4335145" y="14859"/>
                  </a:lnTo>
                  <a:lnTo>
                    <a:pt x="4339336" y="19177"/>
                  </a:lnTo>
                  <a:lnTo>
                    <a:pt x="4344670" y="19177"/>
                  </a:lnTo>
                  <a:lnTo>
                    <a:pt x="4344670" y="127"/>
                  </a:lnTo>
                  <a:close/>
                </a:path>
                <a:path w="10424160" h="2944495">
                  <a:moveTo>
                    <a:pt x="4349877" y="127"/>
                  </a:moveTo>
                  <a:lnTo>
                    <a:pt x="4344670" y="127"/>
                  </a:lnTo>
                  <a:lnTo>
                    <a:pt x="4344670" y="19177"/>
                  </a:lnTo>
                  <a:lnTo>
                    <a:pt x="4349877" y="19177"/>
                  </a:lnTo>
                  <a:lnTo>
                    <a:pt x="4354195" y="14859"/>
                  </a:lnTo>
                  <a:lnTo>
                    <a:pt x="4354195" y="4445"/>
                  </a:lnTo>
                  <a:lnTo>
                    <a:pt x="4349877" y="127"/>
                  </a:lnTo>
                  <a:close/>
                </a:path>
                <a:path w="10424160" h="2944495">
                  <a:moveTo>
                    <a:pt x="4382770" y="127"/>
                  </a:moveTo>
                  <a:lnTo>
                    <a:pt x="4377563" y="127"/>
                  </a:lnTo>
                  <a:lnTo>
                    <a:pt x="4373245" y="4445"/>
                  </a:lnTo>
                  <a:lnTo>
                    <a:pt x="4373245" y="14859"/>
                  </a:lnTo>
                  <a:lnTo>
                    <a:pt x="4377563" y="19177"/>
                  </a:lnTo>
                  <a:lnTo>
                    <a:pt x="4382770" y="19177"/>
                  </a:lnTo>
                  <a:lnTo>
                    <a:pt x="4382770" y="127"/>
                  </a:lnTo>
                  <a:close/>
                </a:path>
                <a:path w="10424160" h="2944495">
                  <a:moveTo>
                    <a:pt x="4388104" y="127"/>
                  </a:moveTo>
                  <a:lnTo>
                    <a:pt x="4382770" y="127"/>
                  </a:lnTo>
                  <a:lnTo>
                    <a:pt x="4382770" y="19177"/>
                  </a:lnTo>
                  <a:lnTo>
                    <a:pt x="4388104" y="19177"/>
                  </a:lnTo>
                  <a:lnTo>
                    <a:pt x="4392295" y="14859"/>
                  </a:lnTo>
                  <a:lnTo>
                    <a:pt x="4392295" y="4445"/>
                  </a:lnTo>
                  <a:lnTo>
                    <a:pt x="4388104" y="127"/>
                  </a:lnTo>
                  <a:close/>
                </a:path>
                <a:path w="10424160" h="2944495">
                  <a:moveTo>
                    <a:pt x="4420870" y="127"/>
                  </a:moveTo>
                  <a:lnTo>
                    <a:pt x="4415663" y="127"/>
                  </a:lnTo>
                  <a:lnTo>
                    <a:pt x="4411345" y="4445"/>
                  </a:lnTo>
                  <a:lnTo>
                    <a:pt x="4411345" y="14859"/>
                  </a:lnTo>
                  <a:lnTo>
                    <a:pt x="4415663" y="19177"/>
                  </a:lnTo>
                  <a:lnTo>
                    <a:pt x="4420870" y="19177"/>
                  </a:lnTo>
                  <a:lnTo>
                    <a:pt x="4420870" y="127"/>
                  </a:lnTo>
                  <a:close/>
                </a:path>
                <a:path w="10424160" h="2944495">
                  <a:moveTo>
                    <a:pt x="4426204" y="127"/>
                  </a:moveTo>
                  <a:lnTo>
                    <a:pt x="4420870" y="127"/>
                  </a:lnTo>
                  <a:lnTo>
                    <a:pt x="4420870" y="19177"/>
                  </a:lnTo>
                  <a:lnTo>
                    <a:pt x="4426204" y="19177"/>
                  </a:lnTo>
                  <a:lnTo>
                    <a:pt x="4430395" y="14859"/>
                  </a:lnTo>
                  <a:lnTo>
                    <a:pt x="4430395" y="4445"/>
                  </a:lnTo>
                  <a:lnTo>
                    <a:pt x="4426204" y="127"/>
                  </a:lnTo>
                  <a:close/>
                </a:path>
                <a:path w="10424160" h="2944495">
                  <a:moveTo>
                    <a:pt x="4458970" y="127"/>
                  </a:moveTo>
                  <a:lnTo>
                    <a:pt x="4453763" y="127"/>
                  </a:lnTo>
                  <a:lnTo>
                    <a:pt x="4449445" y="4445"/>
                  </a:lnTo>
                  <a:lnTo>
                    <a:pt x="4449445" y="14859"/>
                  </a:lnTo>
                  <a:lnTo>
                    <a:pt x="4453763" y="19177"/>
                  </a:lnTo>
                  <a:lnTo>
                    <a:pt x="4458970" y="19177"/>
                  </a:lnTo>
                  <a:lnTo>
                    <a:pt x="4458970" y="127"/>
                  </a:lnTo>
                  <a:close/>
                </a:path>
                <a:path w="10424160" h="2944495">
                  <a:moveTo>
                    <a:pt x="4464304" y="127"/>
                  </a:moveTo>
                  <a:lnTo>
                    <a:pt x="4458970" y="127"/>
                  </a:lnTo>
                  <a:lnTo>
                    <a:pt x="4458970" y="19177"/>
                  </a:lnTo>
                  <a:lnTo>
                    <a:pt x="4464304" y="19177"/>
                  </a:lnTo>
                  <a:lnTo>
                    <a:pt x="4468495" y="14859"/>
                  </a:lnTo>
                  <a:lnTo>
                    <a:pt x="4468495" y="4445"/>
                  </a:lnTo>
                  <a:lnTo>
                    <a:pt x="4464304" y="127"/>
                  </a:lnTo>
                  <a:close/>
                </a:path>
                <a:path w="10424160" h="2944495">
                  <a:moveTo>
                    <a:pt x="4497070" y="127"/>
                  </a:moveTo>
                  <a:lnTo>
                    <a:pt x="4491863" y="127"/>
                  </a:lnTo>
                  <a:lnTo>
                    <a:pt x="4487545" y="4445"/>
                  </a:lnTo>
                  <a:lnTo>
                    <a:pt x="4487545" y="14859"/>
                  </a:lnTo>
                  <a:lnTo>
                    <a:pt x="4491863" y="19177"/>
                  </a:lnTo>
                  <a:lnTo>
                    <a:pt x="4497070" y="19177"/>
                  </a:lnTo>
                  <a:lnTo>
                    <a:pt x="4497070" y="127"/>
                  </a:lnTo>
                  <a:close/>
                </a:path>
                <a:path w="10424160" h="2944495">
                  <a:moveTo>
                    <a:pt x="4502404" y="127"/>
                  </a:moveTo>
                  <a:lnTo>
                    <a:pt x="4497197" y="127"/>
                  </a:lnTo>
                  <a:lnTo>
                    <a:pt x="4497197" y="19177"/>
                  </a:lnTo>
                  <a:lnTo>
                    <a:pt x="4502404" y="19177"/>
                  </a:lnTo>
                  <a:lnTo>
                    <a:pt x="4506722" y="14859"/>
                  </a:lnTo>
                  <a:lnTo>
                    <a:pt x="4506722" y="4445"/>
                  </a:lnTo>
                  <a:lnTo>
                    <a:pt x="4502404" y="127"/>
                  </a:lnTo>
                  <a:close/>
                </a:path>
                <a:path w="10424160" h="2944495">
                  <a:moveTo>
                    <a:pt x="4535297" y="127"/>
                  </a:moveTo>
                  <a:lnTo>
                    <a:pt x="4529963" y="127"/>
                  </a:lnTo>
                  <a:lnTo>
                    <a:pt x="4525772" y="4445"/>
                  </a:lnTo>
                  <a:lnTo>
                    <a:pt x="4525772" y="14859"/>
                  </a:lnTo>
                  <a:lnTo>
                    <a:pt x="4529963" y="19177"/>
                  </a:lnTo>
                  <a:lnTo>
                    <a:pt x="4535297" y="19177"/>
                  </a:lnTo>
                  <a:lnTo>
                    <a:pt x="4535297" y="127"/>
                  </a:lnTo>
                  <a:close/>
                </a:path>
                <a:path w="10424160" h="2944495">
                  <a:moveTo>
                    <a:pt x="4540504" y="127"/>
                  </a:moveTo>
                  <a:lnTo>
                    <a:pt x="4535297" y="127"/>
                  </a:lnTo>
                  <a:lnTo>
                    <a:pt x="4535297" y="19177"/>
                  </a:lnTo>
                  <a:lnTo>
                    <a:pt x="4540504" y="19177"/>
                  </a:lnTo>
                  <a:lnTo>
                    <a:pt x="4544822" y="14859"/>
                  </a:lnTo>
                  <a:lnTo>
                    <a:pt x="4544822" y="4445"/>
                  </a:lnTo>
                  <a:lnTo>
                    <a:pt x="4540504" y="127"/>
                  </a:lnTo>
                  <a:close/>
                </a:path>
                <a:path w="10424160" h="2944495">
                  <a:moveTo>
                    <a:pt x="4573397" y="127"/>
                  </a:moveTo>
                  <a:lnTo>
                    <a:pt x="4568063" y="127"/>
                  </a:lnTo>
                  <a:lnTo>
                    <a:pt x="4563872" y="4445"/>
                  </a:lnTo>
                  <a:lnTo>
                    <a:pt x="4563872" y="14859"/>
                  </a:lnTo>
                  <a:lnTo>
                    <a:pt x="4568063" y="19177"/>
                  </a:lnTo>
                  <a:lnTo>
                    <a:pt x="4573397" y="19177"/>
                  </a:lnTo>
                  <a:lnTo>
                    <a:pt x="4573397" y="127"/>
                  </a:lnTo>
                  <a:close/>
                </a:path>
                <a:path w="10424160" h="2944495">
                  <a:moveTo>
                    <a:pt x="4578604" y="127"/>
                  </a:moveTo>
                  <a:lnTo>
                    <a:pt x="4573397" y="127"/>
                  </a:lnTo>
                  <a:lnTo>
                    <a:pt x="4573397" y="19177"/>
                  </a:lnTo>
                  <a:lnTo>
                    <a:pt x="4578604" y="19177"/>
                  </a:lnTo>
                  <a:lnTo>
                    <a:pt x="4582922" y="14859"/>
                  </a:lnTo>
                  <a:lnTo>
                    <a:pt x="4582922" y="4445"/>
                  </a:lnTo>
                  <a:lnTo>
                    <a:pt x="4578604" y="127"/>
                  </a:lnTo>
                  <a:close/>
                </a:path>
                <a:path w="10424160" h="2944495">
                  <a:moveTo>
                    <a:pt x="4611497" y="127"/>
                  </a:moveTo>
                  <a:lnTo>
                    <a:pt x="4606163" y="127"/>
                  </a:lnTo>
                  <a:lnTo>
                    <a:pt x="4601972" y="4445"/>
                  </a:lnTo>
                  <a:lnTo>
                    <a:pt x="4601972" y="14859"/>
                  </a:lnTo>
                  <a:lnTo>
                    <a:pt x="4606163" y="19177"/>
                  </a:lnTo>
                  <a:lnTo>
                    <a:pt x="4611497" y="19177"/>
                  </a:lnTo>
                  <a:lnTo>
                    <a:pt x="4611497" y="127"/>
                  </a:lnTo>
                  <a:close/>
                </a:path>
                <a:path w="10424160" h="2944495">
                  <a:moveTo>
                    <a:pt x="4616704" y="127"/>
                  </a:moveTo>
                  <a:lnTo>
                    <a:pt x="4611497" y="127"/>
                  </a:lnTo>
                  <a:lnTo>
                    <a:pt x="4611497" y="19177"/>
                  </a:lnTo>
                  <a:lnTo>
                    <a:pt x="4616704" y="19177"/>
                  </a:lnTo>
                  <a:lnTo>
                    <a:pt x="4621022" y="14859"/>
                  </a:lnTo>
                  <a:lnTo>
                    <a:pt x="4621022" y="4445"/>
                  </a:lnTo>
                  <a:lnTo>
                    <a:pt x="4616704" y="127"/>
                  </a:lnTo>
                  <a:close/>
                </a:path>
                <a:path w="10424160" h="2944495">
                  <a:moveTo>
                    <a:pt x="4649597" y="127"/>
                  </a:moveTo>
                  <a:lnTo>
                    <a:pt x="4644390" y="127"/>
                  </a:lnTo>
                  <a:lnTo>
                    <a:pt x="4640072" y="4445"/>
                  </a:lnTo>
                  <a:lnTo>
                    <a:pt x="4640072" y="14859"/>
                  </a:lnTo>
                  <a:lnTo>
                    <a:pt x="4644390" y="19177"/>
                  </a:lnTo>
                  <a:lnTo>
                    <a:pt x="4649597" y="19177"/>
                  </a:lnTo>
                  <a:lnTo>
                    <a:pt x="4649597" y="127"/>
                  </a:lnTo>
                  <a:close/>
                </a:path>
                <a:path w="10424160" h="2944495">
                  <a:moveTo>
                    <a:pt x="4654931" y="127"/>
                  </a:moveTo>
                  <a:lnTo>
                    <a:pt x="4649597" y="127"/>
                  </a:lnTo>
                  <a:lnTo>
                    <a:pt x="4649597" y="19177"/>
                  </a:lnTo>
                  <a:lnTo>
                    <a:pt x="4654931" y="19177"/>
                  </a:lnTo>
                  <a:lnTo>
                    <a:pt x="4659122" y="14859"/>
                  </a:lnTo>
                  <a:lnTo>
                    <a:pt x="4659122" y="4445"/>
                  </a:lnTo>
                  <a:lnTo>
                    <a:pt x="4654931" y="127"/>
                  </a:lnTo>
                  <a:close/>
                </a:path>
                <a:path w="10424160" h="2944495">
                  <a:moveTo>
                    <a:pt x="4687697" y="127"/>
                  </a:moveTo>
                  <a:lnTo>
                    <a:pt x="4682490" y="127"/>
                  </a:lnTo>
                  <a:lnTo>
                    <a:pt x="4678172" y="4445"/>
                  </a:lnTo>
                  <a:lnTo>
                    <a:pt x="4678172" y="14859"/>
                  </a:lnTo>
                  <a:lnTo>
                    <a:pt x="4682490" y="19177"/>
                  </a:lnTo>
                  <a:lnTo>
                    <a:pt x="4687697" y="19177"/>
                  </a:lnTo>
                  <a:lnTo>
                    <a:pt x="4687697" y="127"/>
                  </a:lnTo>
                  <a:close/>
                </a:path>
                <a:path w="10424160" h="2944495">
                  <a:moveTo>
                    <a:pt x="4693031" y="127"/>
                  </a:moveTo>
                  <a:lnTo>
                    <a:pt x="4687697" y="127"/>
                  </a:lnTo>
                  <a:lnTo>
                    <a:pt x="4687697" y="19177"/>
                  </a:lnTo>
                  <a:lnTo>
                    <a:pt x="4693031" y="19177"/>
                  </a:lnTo>
                  <a:lnTo>
                    <a:pt x="4697222" y="14859"/>
                  </a:lnTo>
                  <a:lnTo>
                    <a:pt x="4697222" y="4445"/>
                  </a:lnTo>
                  <a:lnTo>
                    <a:pt x="4693031" y="127"/>
                  </a:lnTo>
                  <a:close/>
                </a:path>
                <a:path w="10424160" h="2944495">
                  <a:moveTo>
                    <a:pt x="4725797" y="127"/>
                  </a:moveTo>
                  <a:lnTo>
                    <a:pt x="4720590" y="127"/>
                  </a:lnTo>
                  <a:lnTo>
                    <a:pt x="4716272" y="4445"/>
                  </a:lnTo>
                  <a:lnTo>
                    <a:pt x="4716272" y="14859"/>
                  </a:lnTo>
                  <a:lnTo>
                    <a:pt x="4720590" y="19177"/>
                  </a:lnTo>
                  <a:lnTo>
                    <a:pt x="4725797" y="19177"/>
                  </a:lnTo>
                  <a:lnTo>
                    <a:pt x="4725797" y="127"/>
                  </a:lnTo>
                  <a:close/>
                </a:path>
                <a:path w="10424160" h="2944495">
                  <a:moveTo>
                    <a:pt x="4731131" y="127"/>
                  </a:moveTo>
                  <a:lnTo>
                    <a:pt x="4725797" y="127"/>
                  </a:lnTo>
                  <a:lnTo>
                    <a:pt x="4725797" y="19177"/>
                  </a:lnTo>
                  <a:lnTo>
                    <a:pt x="4731131" y="19177"/>
                  </a:lnTo>
                  <a:lnTo>
                    <a:pt x="4735322" y="14859"/>
                  </a:lnTo>
                  <a:lnTo>
                    <a:pt x="4735322" y="4445"/>
                  </a:lnTo>
                  <a:lnTo>
                    <a:pt x="4731131" y="127"/>
                  </a:lnTo>
                  <a:close/>
                </a:path>
                <a:path w="10424160" h="2944495">
                  <a:moveTo>
                    <a:pt x="4763897" y="127"/>
                  </a:moveTo>
                  <a:lnTo>
                    <a:pt x="4758690" y="127"/>
                  </a:lnTo>
                  <a:lnTo>
                    <a:pt x="4754372" y="4445"/>
                  </a:lnTo>
                  <a:lnTo>
                    <a:pt x="4754372" y="14859"/>
                  </a:lnTo>
                  <a:lnTo>
                    <a:pt x="4758690" y="19177"/>
                  </a:lnTo>
                  <a:lnTo>
                    <a:pt x="4763897" y="19177"/>
                  </a:lnTo>
                  <a:lnTo>
                    <a:pt x="4763897" y="127"/>
                  </a:lnTo>
                  <a:close/>
                </a:path>
                <a:path w="10424160" h="2944495">
                  <a:moveTo>
                    <a:pt x="4769231" y="127"/>
                  </a:moveTo>
                  <a:lnTo>
                    <a:pt x="4764024" y="127"/>
                  </a:lnTo>
                  <a:lnTo>
                    <a:pt x="4764024" y="19177"/>
                  </a:lnTo>
                  <a:lnTo>
                    <a:pt x="4769231" y="19177"/>
                  </a:lnTo>
                  <a:lnTo>
                    <a:pt x="4773549" y="14859"/>
                  </a:lnTo>
                  <a:lnTo>
                    <a:pt x="4773549" y="4445"/>
                  </a:lnTo>
                  <a:lnTo>
                    <a:pt x="4769231" y="127"/>
                  </a:lnTo>
                  <a:close/>
                </a:path>
                <a:path w="10424160" h="2944495">
                  <a:moveTo>
                    <a:pt x="4802124" y="127"/>
                  </a:moveTo>
                  <a:lnTo>
                    <a:pt x="4796790" y="127"/>
                  </a:lnTo>
                  <a:lnTo>
                    <a:pt x="4792599" y="4445"/>
                  </a:lnTo>
                  <a:lnTo>
                    <a:pt x="4792599" y="14859"/>
                  </a:lnTo>
                  <a:lnTo>
                    <a:pt x="4796790" y="19177"/>
                  </a:lnTo>
                  <a:lnTo>
                    <a:pt x="4802124" y="19177"/>
                  </a:lnTo>
                  <a:lnTo>
                    <a:pt x="4802124" y="127"/>
                  </a:lnTo>
                  <a:close/>
                </a:path>
                <a:path w="10424160" h="2944495">
                  <a:moveTo>
                    <a:pt x="4807331" y="127"/>
                  </a:moveTo>
                  <a:lnTo>
                    <a:pt x="4802124" y="127"/>
                  </a:lnTo>
                  <a:lnTo>
                    <a:pt x="4802124" y="19177"/>
                  </a:lnTo>
                  <a:lnTo>
                    <a:pt x="4807331" y="19177"/>
                  </a:lnTo>
                  <a:lnTo>
                    <a:pt x="4811649" y="14859"/>
                  </a:lnTo>
                  <a:lnTo>
                    <a:pt x="4811649" y="4445"/>
                  </a:lnTo>
                  <a:lnTo>
                    <a:pt x="4807331" y="127"/>
                  </a:lnTo>
                  <a:close/>
                </a:path>
                <a:path w="10424160" h="2944495">
                  <a:moveTo>
                    <a:pt x="4840224" y="127"/>
                  </a:moveTo>
                  <a:lnTo>
                    <a:pt x="4834890" y="127"/>
                  </a:lnTo>
                  <a:lnTo>
                    <a:pt x="4830699" y="4445"/>
                  </a:lnTo>
                  <a:lnTo>
                    <a:pt x="4830699" y="14859"/>
                  </a:lnTo>
                  <a:lnTo>
                    <a:pt x="4834890" y="19177"/>
                  </a:lnTo>
                  <a:lnTo>
                    <a:pt x="4840224" y="19177"/>
                  </a:lnTo>
                  <a:lnTo>
                    <a:pt x="4840224" y="127"/>
                  </a:lnTo>
                  <a:close/>
                </a:path>
                <a:path w="10424160" h="2944495">
                  <a:moveTo>
                    <a:pt x="4845431" y="127"/>
                  </a:moveTo>
                  <a:lnTo>
                    <a:pt x="4840224" y="127"/>
                  </a:lnTo>
                  <a:lnTo>
                    <a:pt x="4840224" y="19177"/>
                  </a:lnTo>
                  <a:lnTo>
                    <a:pt x="4845431" y="19177"/>
                  </a:lnTo>
                  <a:lnTo>
                    <a:pt x="4849749" y="14859"/>
                  </a:lnTo>
                  <a:lnTo>
                    <a:pt x="4849749" y="4445"/>
                  </a:lnTo>
                  <a:lnTo>
                    <a:pt x="4845431" y="127"/>
                  </a:lnTo>
                  <a:close/>
                </a:path>
                <a:path w="10424160" h="2944495">
                  <a:moveTo>
                    <a:pt x="4878324" y="127"/>
                  </a:moveTo>
                  <a:lnTo>
                    <a:pt x="4873117" y="127"/>
                  </a:lnTo>
                  <a:lnTo>
                    <a:pt x="4868799" y="4445"/>
                  </a:lnTo>
                  <a:lnTo>
                    <a:pt x="4868799" y="14859"/>
                  </a:lnTo>
                  <a:lnTo>
                    <a:pt x="4873117" y="19177"/>
                  </a:lnTo>
                  <a:lnTo>
                    <a:pt x="4878324" y="19177"/>
                  </a:lnTo>
                  <a:lnTo>
                    <a:pt x="4878324" y="127"/>
                  </a:lnTo>
                  <a:close/>
                </a:path>
                <a:path w="10424160" h="2944495">
                  <a:moveTo>
                    <a:pt x="4883658" y="127"/>
                  </a:moveTo>
                  <a:lnTo>
                    <a:pt x="4878324" y="127"/>
                  </a:lnTo>
                  <a:lnTo>
                    <a:pt x="4878324" y="19177"/>
                  </a:lnTo>
                  <a:lnTo>
                    <a:pt x="4883658" y="19177"/>
                  </a:lnTo>
                  <a:lnTo>
                    <a:pt x="4887849" y="14859"/>
                  </a:lnTo>
                  <a:lnTo>
                    <a:pt x="4887849" y="4445"/>
                  </a:lnTo>
                  <a:lnTo>
                    <a:pt x="4883658" y="127"/>
                  </a:lnTo>
                  <a:close/>
                </a:path>
                <a:path w="10424160" h="2944495">
                  <a:moveTo>
                    <a:pt x="4916424" y="127"/>
                  </a:moveTo>
                  <a:lnTo>
                    <a:pt x="4911217" y="127"/>
                  </a:lnTo>
                  <a:lnTo>
                    <a:pt x="4906899" y="4445"/>
                  </a:lnTo>
                  <a:lnTo>
                    <a:pt x="4906899" y="14859"/>
                  </a:lnTo>
                  <a:lnTo>
                    <a:pt x="4911217" y="19177"/>
                  </a:lnTo>
                  <a:lnTo>
                    <a:pt x="4916424" y="19177"/>
                  </a:lnTo>
                  <a:lnTo>
                    <a:pt x="4916424" y="127"/>
                  </a:lnTo>
                  <a:close/>
                </a:path>
                <a:path w="10424160" h="2944495">
                  <a:moveTo>
                    <a:pt x="4921758" y="127"/>
                  </a:moveTo>
                  <a:lnTo>
                    <a:pt x="4916424" y="127"/>
                  </a:lnTo>
                  <a:lnTo>
                    <a:pt x="4916424" y="19177"/>
                  </a:lnTo>
                  <a:lnTo>
                    <a:pt x="4921758" y="19177"/>
                  </a:lnTo>
                  <a:lnTo>
                    <a:pt x="4925949" y="14859"/>
                  </a:lnTo>
                  <a:lnTo>
                    <a:pt x="4925949" y="4445"/>
                  </a:lnTo>
                  <a:lnTo>
                    <a:pt x="4921758" y="127"/>
                  </a:lnTo>
                  <a:close/>
                </a:path>
                <a:path w="10424160" h="2944495">
                  <a:moveTo>
                    <a:pt x="4954524" y="127"/>
                  </a:moveTo>
                  <a:lnTo>
                    <a:pt x="4949317" y="127"/>
                  </a:lnTo>
                  <a:lnTo>
                    <a:pt x="4944999" y="4445"/>
                  </a:lnTo>
                  <a:lnTo>
                    <a:pt x="4944999" y="14859"/>
                  </a:lnTo>
                  <a:lnTo>
                    <a:pt x="4949317" y="19177"/>
                  </a:lnTo>
                  <a:lnTo>
                    <a:pt x="4954524" y="19177"/>
                  </a:lnTo>
                  <a:lnTo>
                    <a:pt x="4954524" y="127"/>
                  </a:lnTo>
                  <a:close/>
                </a:path>
                <a:path w="10424160" h="2944495">
                  <a:moveTo>
                    <a:pt x="4959858" y="127"/>
                  </a:moveTo>
                  <a:lnTo>
                    <a:pt x="4954524" y="127"/>
                  </a:lnTo>
                  <a:lnTo>
                    <a:pt x="4954524" y="19177"/>
                  </a:lnTo>
                  <a:lnTo>
                    <a:pt x="4959858" y="19177"/>
                  </a:lnTo>
                  <a:lnTo>
                    <a:pt x="4964049" y="14859"/>
                  </a:lnTo>
                  <a:lnTo>
                    <a:pt x="4964049" y="4445"/>
                  </a:lnTo>
                  <a:lnTo>
                    <a:pt x="4959858" y="127"/>
                  </a:lnTo>
                  <a:close/>
                </a:path>
                <a:path w="10424160" h="2944495">
                  <a:moveTo>
                    <a:pt x="4992624" y="127"/>
                  </a:moveTo>
                  <a:lnTo>
                    <a:pt x="4987417" y="127"/>
                  </a:lnTo>
                  <a:lnTo>
                    <a:pt x="4983099" y="4445"/>
                  </a:lnTo>
                  <a:lnTo>
                    <a:pt x="4983099" y="14859"/>
                  </a:lnTo>
                  <a:lnTo>
                    <a:pt x="4987417" y="19177"/>
                  </a:lnTo>
                  <a:lnTo>
                    <a:pt x="4992624" y="19177"/>
                  </a:lnTo>
                  <a:lnTo>
                    <a:pt x="4992624" y="127"/>
                  </a:lnTo>
                  <a:close/>
                </a:path>
                <a:path w="10424160" h="2944495">
                  <a:moveTo>
                    <a:pt x="4997958" y="127"/>
                  </a:moveTo>
                  <a:lnTo>
                    <a:pt x="4992751" y="127"/>
                  </a:lnTo>
                  <a:lnTo>
                    <a:pt x="4992751" y="19177"/>
                  </a:lnTo>
                  <a:lnTo>
                    <a:pt x="4997958" y="19177"/>
                  </a:lnTo>
                  <a:lnTo>
                    <a:pt x="5002276" y="14859"/>
                  </a:lnTo>
                  <a:lnTo>
                    <a:pt x="5002276" y="4445"/>
                  </a:lnTo>
                  <a:lnTo>
                    <a:pt x="4997958" y="127"/>
                  </a:lnTo>
                  <a:close/>
                </a:path>
                <a:path w="10424160" h="2944495">
                  <a:moveTo>
                    <a:pt x="5030851" y="127"/>
                  </a:moveTo>
                  <a:lnTo>
                    <a:pt x="5025517" y="127"/>
                  </a:lnTo>
                  <a:lnTo>
                    <a:pt x="5021326" y="4445"/>
                  </a:lnTo>
                  <a:lnTo>
                    <a:pt x="5021326" y="14859"/>
                  </a:lnTo>
                  <a:lnTo>
                    <a:pt x="5025517" y="19177"/>
                  </a:lnTo>
                  <a:lnTo>
                    <a:pt x="5030851" y="19177"/>
                  </a:lnTo>
                  <a:lnTo>
                    <a:pt x="5030851" y="127"/>
                  </a:lnTo>
                  <a:close/>
                </a:path>
                <a:path w="10424160" h="2944495">
                  <a:moveTo>
                    <a:pt x="5036058" y="127"/>
                  </a:moveTo>
                  <a:lnTo>
                    <a:pt x="5030851" y="127"/>
                  </a:lnTo>
                  <a:lnTo>
                    <a:pt x="5030851" y="19177"/>
                  </a:lnTo>
                  <a:lnTo>
                    <a:pt x="5036058" y="19177"/>
                  </a:lnTo>
                  <a:lnTo>
                    <a:pt x="5040376" y="14859"/>
                  </a:lnTo>
                  <a:lnTo>
                    <a:pt x="5040376" y="4445"/>
                  </a:lnTo>
                  <a:lnTo>
                    <a:pt x="5036058" y="127"/>
                  </a:lnTo>
                  <a:close/>
                </a:path>
                <a:path w="10424160" h="2944495">
                  <a:moveTo>
                    <a:pt x="5068951" y="127"/>
                  </a:moveTo>
                  <a:lnTo>
                    <a:pt x="5063617" y="127"/>
                  </a:lnTo>
                  <a:lnTo>
                    <a:pt x="5059426" y="4445"/>
                  </a:lnTo>
                  <a:lnTo>
                    <a:pt x="5059426" y="14859"/>
                  </a:lnTo>
                  <a:lnTo>
                    <a:pt x="5063617" y="19177"/>
                  </a:lnTo>
                  <a:lnTo>
                    <a:pt x="5068951" y="19177"/>
                  </a:lnTo>
                  <a:lnTo>
                    <a:pt x="5068951" y="127"/>
                  </a:lnTo>
                  <a:close/>
                </a:path>
                <a:path w="10424160" h="2944495">
                  <a:moveTo>
                    <a:pt x="5074158" y="127"/>
                  </a:moveTo>
                  <a:lnTo>
                    <a:pt x="5068951" y="127"/>
                  </a:lnTo>
                  <a:lnTo>
                    <a:pt x="5068951" y="19177"/>
                  </a:lnTo>
                  <a:lnTo>
                    <a:pt x="5074158" y="19177"/>
                  </a:lnTo>
                  <a:lnTo>
                    <a:pt x="5078476" y="14859"/>
                  </a:lnTo>
                  <a:lnTo>
                    <a:pt x="5078476" y="4445"/>
                  </a:lnTo>
                  <a:lnTo>
                    <a:pt x="5074158" y="127"/>
                  </a:lnTo>
                  <a:close/>
                </a:path>
                <a:path w="10424160" h="2944495">
                  <a:moveTo>
                    <a:pt x="5107051" y="127"/>
                  </a:moveTo>
                  <a:lnTo>
                    <a:pt x="5101717" y="127"/>
                  </a:lnTo>
                  <a:lnTo>
                    <a:pt x="5097526" y="4445"/>
                  </a:lnTo>
                  <a:lnTo>
                    <a:pt x="5097526" y="14859"/>
                  </a:lnTo>
                  <a:lnTo>
                    <a:pt x="5101717" y="19177"/>
                  </a:lnTo>
                  <a:lnTo>
                    <a:pt x="5107051" y="19177"/>
                  </a:lnTo>
                  <a:lnTo>
                    <a:pt x="5107051" y="127"/>
                  </a:lnTo>
                  <a:close/>
                </a:path>
                <a:path w="10424160" h="2944495">
                  <a:moveTo>
                    <a:pt x="5112258" y="127"/>
                  </a:moveTo>
                  <a:lnTo>
                    <a:pt x="5107051" y="127"/>
                  </a:lnTo>
                  <a:lnTo>
                    <a:pt x="5107051" y="19177"/>
                  </a:lnTo>
                  <a:lnTo>
                    <a:pt x="5112258" y="19177"/>
                  </a:lnTo>
                  <a:lnTo>
                    <a:pt x="5116576" y="14859"/>
                  </a:lnTo>
                  <a:lnTo>
                    <a:pt x="5116576" y="4445"/>
                  </a:lnTo>
                  <a:lnTo>
                    <a:pt x="5112258" y="127"/>
                  </a:lnTo>
                  <a:close/>
                </a:path>
                <a:path w="10424160" h="2944495">
                  <a:moveTo>
                    <a:pt x="5145151" y="127"/>
                  </a:moveTo>
                  <a:lnTo>
                    <a:pt x="5139944" y="127"/>
                  </a:lnTo>
                  <a:lnTo>
                    <a:pt x="5135626" y="4445"/>
                  </a:lnTo>
                  <a:lnTo>
                    <a:pt x="5135626" y="14859"/>
                  </a:lnTo>
                  <a:lnTo>
                    <a:pt x="5139944" y="19177"/>
                  </a:lnTo>
                  <a:lnTo>
                    <a:pt x="5145151" y="19177"/>
                  </a:lnTo>
                  <a:lnTo>
                    <a:pt x="5145151" y="127"/>
                  </a:lnTo>
                  <a:close/>
                </a:path>
                <a:path w="10424160" h="2944495">
                  <a:moveTo>
                    <a:pt x="5150485" y="127"/>
                  </a:moveTo>
                  <a:lnTo>
                    <a:pt x="5145151" y="127"/>
                  </a:lnTo>
                  <a:lnTo>
                    <a:pt x="5145151" y="19177"/>
                  </a:lnTo>
                  <a:lnTo>
                    <a:pt x="5150485" y="19177"/>
                  </a:lnTo>
                  <a:lnTo>
                    <a:pt x="5154676" y="14859"/>
                  </a:lnTo>
                  <a:lnTo>
                    <a:pt x="5154676" y="4445"/>
                  </a:lnTo>
                  <a:lnTo>
                    <a:pt x="5150485" y="127"/>
                  </a:lnTo>
                  <a:close/>
                </a:path>
                <a:path w="10424160" h="2944495">
                  <a:moveTo>
                    <a:pt x="5183251" y="127"/>
                  </a:moveTo>
                  <a:lnTo>
                    <a:pt x="5178044" y="127"/>
                  </a:lnTo>
                  <a:lnTo>
                    <a:pt x="5173726" y="4445"/>
                  </a:lnTo>
                  <a:lnTo>
                    <a:pt x="5173726" y="14859"/>
                  </a:lnTo>
                  <a:lnTo>
                    <a:pt x="5178044" y="19177"/>
                  </a:lnTo>
                  <a:lnTo>
                    <a:pt x="5183251" y="19177"/>
                  </a:lnTo>
                  <a:lnTo>
                    <a:pt x="5183251" y="127"/>
                  </a:lnTo>
                  <a:close/>
                </a:path>
                <a:path w="10424160" h="2944495">
                  <a:moveTo>
                    <a:pt x="5188585" y="127"/>
                  </a:moveTo>
                  <a:lnTo>
                    <a:pt x="5183251" y="127"/>
                  </a:lnTo>
                  <a:lnTo>
                    <a:pt x="5183251" y="19177"/>
                  </a:lnTo>
                  <a:lnTo>
                    <a:pt x="5188585" y="19177"/>
                  </a:lnTo>
                  <a:lnTo>
                    <a:pt x="5192776" y="14859"/>
                  </a:lnTo>
                  <a:lnTo>
                    <a:pt x="5192776" y="4445"/>
                  </a:lnTo>
                  <a:lnTo>
                    <a:pt x="5188585" y="127"/>
                  </a:lnTo>
                  <a:close/>
                </a:path>
                <a:path w="10424160" h="2944495">
                  <a:moveTo>
                    <a:pt x="5221351" y="127"/>
                  </a:moveTo>
                  <a:lnTo>
                    <a:pt x="5216144" y="127"/>
                  </a:lnTo>
                  <a:lnTo>
                    <a:pt x="5211826" y="4445"/>
                  </a:lnTo>
                  <a:lnTo>
                    <a:pt x="5211826" y="14859"/>
                  </a:lnTo>
                  <a:lnTo>
                    <a:pt x="5216144" y="19177"/>
                  </a:lnTo>
                  <a:lnTo>
                    <a:pt x="5221351" y="19177"/>
                  </a:lnTo>
                  <a:lnTo>
                    <a:pt x="5221351" y="127"/>
                  </a:lnTo>
                  <a:close/>
                </a:path>
                <a:path w="10424160" h="2944495">
                  <a:moveTo>
                    <a:pt x="5226685" y="127"/>
                  </a:moveTo>
                  <a:lnTo>
                    <a:pt x="5221351" y="127"/>
                  </a:lnTo>
                  <a:lnTo>
                    <a:pt x="5221351" y="19177"/>
                  </a:lnTo>
                  <a:lnTo>
                    <a:pt x="5226685" y="19177"/>
                  </a:lnTo>
                  <a:lnTo>
                    <a:pt x="5230876" y="14859"/>
                  </a:lnTo>
                  <a:lnTo>
                    <a:pt x="5230876" y="4445"/>
                  </a:lnTo>
                  <a:lnTo>
                    <a:pt x="5226685" y="127"/>
                  </a:lnTo>
                  <a:close/>
                </a:path>
                <a:path w="10424160" h="2944495">
                  <a:moveTo>
                    <a:pt x="5259451" y="127"/>
                  </a:moveTo>
                  <a:lnTo>
                    <a:pt x="5254244" y="127"/>
                  </a:lnTo>
                  <a:lnTo>
                    <a:pt x="5249926" y="4445"/>
                  </a:lnTo>
                  <a:lnTo>
                    <a:pt x="5249926" y="14859"/>
                  </a:lnTo>
                  <a:lnTo>
                    <a:pt x="5254244" y="19177"/>
                  </a:lnTo>
                  <a:lnTo>
                    <a:pt x="5259451" y="19177"/>
                  </a:lnTo>
                  <a:lnTo>
                    <a:pt x="5259451" y="127"/>
                  </a:lnTo>
                  <a:close/>
                </a:path>
                <a:path w="10424160" h="2944495">
                  <a:moveTo>
                    <a:pt x="5259578" y="12827"/>
                  </a:moveTo>
                  <a:lnTo>
                    <a:pt x="5259451" y="12827"/>
                  </a:lnTo>
                  <a:lnTo>
                    <a:pt x="5259451" y="19177"/>
                  </a:lnTo>
                  <a:lnTo>
                    <a:pt x="5259578" y="19177"/>
                  </a:lnTo>
                  <a:lnTo>
                    <a:pt x="5259578" y="12827"/>
                  </a:lnTo>
                  <a:close/>
                </a:path>
                <a:path w="10424160" h="2944495">
                  <a:moveTo>
                    <a:pt x="5264785" y="127"/>
                  </a:moveTo>
                  <a:lnTo>
                    <a:pt x="5259578" y="127"/>
                  </a:lnTo>
                  <a:lnTo>
                    <a:pt x="5259578" y="19177"/>
                  </a:lnTo>
                  <a:lnTo>
                    <a:pt x="5264785" y="19177"/>
                  </a:lnTo>
                  <a:lnTo>
                    <a:pt x="5269103" y="14859"/>
                  </a:lnTo>
                  <a:lnTo>
                    <a:pt x="5269103" y="4445"/>
                  </a:lnTo>
                  <a:lnTo>
                    <a:pt x="5264785" y="127"/>
                  </a:lnTo>
                  <a:close/>
                </a:path>
                <a:path w="10424160" h="2944495">
                  <a:moveTo>
                    <a:pt x="5259578" y="127"/>
                  </a:moveTo>
                  <a:lnTo>
                    <a:pt x="5259451" y="127"/>
                  </a:lnTo>
                  <a:lnTo>
                    <a:pt x="5259451" y="6477"/>
                  </a:lnTo>
                  <a:lnTo>
                    <a:pt x="5259578" y="6477"/>
                  </a:lnTo>
                  <a:lnTo>
                    <a:pt x="5259578" y="127"/>
                  </a:lnTo>
                  <a:close/>
                </a:path>
                <a:path w="10424160" h="2944495">
                  <a:moveTo>
                    <a:pt x="5297678" y="127"/>
                  </a:moveTo>
                  <a:lnTo>
                    <a:pt x="5292344" y="127"/>
                  </a:lnTo>
                  <a:lnTo>
                    <a:pt x="5288153" y="4445"/>
                  </a:lnTo>
                  <a:lnTo>
                    <a:pt x="5288153" y="14859"/>
                  </a:lnTo>
                  <a:lnTo>
                    <a:pt x="5292344" y="19177"/>
                  </a:lnTo>
                  <a:lnTo>
                    <a:pt x="5297678" y="19177"/>
                  </a:lnTo>
                  <a:lnTo>
                    <a:pt x="5297678" y="127"/>
                  </a:lnTo>
                  <a:close/>
                </a:path>
                <a:path w="10424160" h="2944495">
                  <a:moveTo>
                    <a:pt x="5302885" y="127"/>
                  </a:moveTo>
                  <a:lnTo>
                    <a:pt x="5297678" y="127"/>
                  </a:lnTo>
                  <a:lnTo>
                    <a:pt x="5297678" y="19177"/>
                  </a:lnTo>
                  <a:lnTo>
                    <a:pt x="5302885" y="19177"/>
                  </a:lnTo>
                  <a:lnTo>
                    <a:pt x="5307203" y="14859"/>
                  </a:lnTo>
                  <a:lnTo>
                    <a:pt x="5307203" y="4445"/>
                  </a:lnTo>
                  <a:lnTo>
                    <a:pt x="5302885" y="127"/>
                  </a:lnTo>
                  <a:close/>
                </a:path>
                <a:path w="10424160" h="2944495">
                  <a:moveTo>
                    <a:pt x="5335778" y="127"/>
                  </a:moveTo>
                  <a:lnTo>
                    <a:pt x="5330444" y="127"/>
                  </a:lnTo>
                  <a:lnTo>
                    <a:pt x="5326253" y="4445"/>
                  </a:lnTo>
                  <a:lnTo>
                    <a:pt x="5326253" y="14859"/>
                  </a:lnTo>
                  <a:lnTo>
                    <a:pt x="5330444" y="19177"/>
                  </a:lnTo>
                  <a:lnTo>
                    <a:pt x="5335778" y="19177"/>
                  </a:lnTo>
                  <a:lnTo>
                    <a:pt x="5335778" y="127"/>
                  </a:lnTo>
                  <a:close/>
                </a:path>
                <a:path w="10424160" h="2944495">
                  <a:moveTo>
                    <a:pt x="5340985" y="127"/>
                  </a:moveTo>
                  <a:lnTo>
                    <a:pt x="5335778" y="127"/>
                  </a:lnTo>
                  <a:lnTo>
                    <a:pt x="5335778" y="19177"/>
                  </a:lnTo>
                  <a:lnTo>
                    <a:pt x="5340985" y="19177"/>
                  </a:lnTo>
                  <a:lnTo>
                    <a:pt x="5345303" y="14859"/>
                  </a:lnTo>
                  <a:lnTo>
                    <a:pt x="5345303" y="4445"/>
                  </a:lnTo>
                  <a:lnTo>
                    <a:pt x="5340985" y="127"/>
                  </a:lnTo>
                  <a:close/>
                </a:path>
                <a:path w="10424160" h="2944495">
                  <a:moveTo>
                    <a:pt x="5373878" y="127"/>
                  </a:moveTo>
                  <a:lnTo>
                    <a:pt x="5368671" y="127"/>
                  </a:lnTo>
                  <a:lnTo>
                    <a:pt x="5364353" y="4445"/>
                  </a:lnTo>
                  <a:lnTo>
                    <a:pt x="5364353" y="14859"/>
                  </a:lnTo>
                  <a:lnTo>
                    <a:pt x="5368671" y="19177"/>
                  </a:lnTo>
                  <a:lnTo>
                    <a:pt x="5373878" y="19177"/>
                  </a:lnTo>
                  <a:lnTo>
                    <a:pt x="5373878" y="127"/>
                  </a:lnTo>
                  <a:close/>
                </a:path>
                <a:path w="10424160" h="2944495">
                  <a:moveTo>
                    <a:pt x="5379212" y="127"/>
                  </a:moveTo>
                  <a:lnTo>
                    <a:pt x="5373878" y="127"/>
                  </a:lnTo>
                  <a:lnTo>
                    <a:pt x="5373878" y="19177"/>
                  </a:lnTo>
                  <a:lnTo>
                    <a:pt x="5379212" y="19177"/>
                  </a:lnTo>
                  <a:lnTo>
                    <a:pt x="5383403" y="14859"/>
                  </a:lnTo>
                  <a:lnTo>
                    <a:pt x="5383403" y="4445"/>
                  </a:lnTo>
                  <a:lnTo>
                    <a:pt x="5379212" y="127"/>
                  </a:lnTo>
                  <a:close/>
                </a:path>
                <a:path w="10424160" h="2944495">
                  <a:moveTo>
                    <a:pt x="5411978" y="127"/>
                  </a:moveTo>
                  <a:lnTo>
                    <a:pt x="5406771" y="127"/>
                  </a:lnTo>
                  <a:lnTo>
                    <a:pt x="5402453" y="4445"/>
                  </a:lnTo>
                  <a:lnTo>
                    <a:pt x="5402453" y="14859"/>
                  </a:lnTo>
                  <a:lnTo>
                    <a:pt x="5406771" y="19177"/>
                  </a:lnTo>
                  <a:lnTo>
                    <a:pt x="5411978" y="19177"/>
                  </a:lnTo>
                  <a:lnTo>
                    <a:pt x="5411978" y="127"/>
                  </a:lnTo>
                  <a:close/>
                </a:path>
                <a:path w="10424160" h="2944495">
                  <a:moveTo>
                    <a:pt x="5417312" y="127"/>
                  </a:moveTo>
                  <a:lnTo>
                    <a:pt x="5411978" y="127"/>
                  </a:lnTo>
                  <a:lnTo>
                    <a:pt x="5411978" y="19177"/>
                  </a:lnTo>
                  <a:lnTo>
                    <a:pt x="5417312" y="19177"/>
                  </a:lnTo>
                  <a:lnTo>
                    <a:pt x="5421503" y="14859"/>
                  </a:lnTo>
                  <a:lnTo>
                    <a:pt x="5421503" y="4445"/>
                  </a:lnTo>
                  <a:lnTo>
                    <a:pt x="5417312" y="127"/>
                  </a:lnTo>
                  <a:close/>
                </a:path>
                <a:path w="10424160" h="2944495">
                  <a:moveTo>
                    <a:pt x="5450078" y="127"/>
                  </a:moveTo>
                  <a:lnTo>
                    <a:pt x="5444871" y="127"/>
                  </a:lnTo>
                  <a:lnTo>
                    <a:pt x="5440553" y="4445"/>
                  </a:lnTo>
                  <a:lnTo>
                    <a:pt x="5440553" y="14859"/>
                  </a:lnTo>
                  <a:lnTo>
                    <a:pt x="5444871" y="19177"/>
                  </a:lnTo>
                  <a:lnTo>
                    <a:pt x="5450078" y="19177"/>
                  </a:lnTo>
                  <a:lnTo>
                    <a:pt x="5450078" y="127"/>
                  </a:lnTo>
                  <a:close/>
                </a:path>
                <a:path w="10424160" h="2944495">
                  <a:moveTo>
                    <a:pt x="5455412" y="127"/>
                  </a:moveTo>
                  <a:lnTo>
                    <a:pt x="5450078" y="127"/>
                  </a:lnTo>
                  <a:lnTo>
                    <a:pt x="5450078" y="19177"/>
                  </a:lnTo>
                  <a:lnTo>
                    <a:pt x="5455412" y="19177"/>
                  </a:lnTo>
                  <a:lnTo>
                    <a:pt x="5459603" y="14859"/>
                  </a:lnTo>
                  <a:lnTo>
                    <a:pt x="5459603" y="4445"/>
                  </a:lnTo>
                  <a:lnTo>
                    <a:pt x="5455412" y="127"/>
                  </a:lnTo>
                  <a:close/>
                </a:path>
                <a:path w="10424160" h="2944495">
                  <a:moveTo>
                    <a:pt x="5488178" y="127"/>
                  </a:moveTo>
                  <a:lnTo>
                    <a:pt x="5482971" y="127"/>
                  </a:lnTo>
                  <a:lnTo>
                    <a:pt x="5478653" y="4445"/>
                  </a:lnTo>
                  <a:lnTo>
                    <a:pt x="5478653" y="14859"/>
                  </a:lnTo>
                  <a:lnTo>
                    <a:pt x="5482971" y="19177"/>
                  </a:lnTo>
                  <a:lnTo>
                    <a:pt x="5488178" y="19177"/>
                  </a:lnTo>
                  <a:lnTo>
                    <a:pt x="5488178" y="127"/>
                  </a:lnTo>
                  <a:close/>
                </a:path>
                <a:path w="10424160" h="2944495">
                  <a:moveTo>
                    <a:pt x="5493512" y="127"/>
                  </a:moveTo>
                  <a:lnTo>
                    <a:pt x="5488305" y="127"/>
                  </a:lnTo>
                  <a:lnTo>
                    <a:pt x="5488305" y="19177"/>
                  </a:lnTo>
                  <a:lnTo>
                    <a:pt x="5493512" y="19177"/>
                  </a:lnTo>
                  <a:lnTo>
                    <a:pt x="5497830" y="14859"/>
                  </a:lnTo>
                  <a:lnTo>
                    <a:pt x="5497830" y="4445"/>
                  </a:lnTo>
                  <a:lnTo>
                    <a:pt x="5493512" y="127"/>
                  </a:lnTo>
                  <a:close/>
                </a:path>
                <a:path w="10424160" h="2944495">
                  <a:moveTo>
                    <a:pt x="5526405" y="127"/>
                  </a:moveTo>
                  <a:lnTo>
                    <a:pt x="5521071" y="127"/>
                  </a:lnTo>
                  <a:lnTo>
                    <a:pt x="5516880" y="4445"/>
                  </a:lnTo>
                  <a:lnTo>
                    <a:pt x="5516880" y="14859"/>
                  </a:lnTo>
                  <a:lnTo>
                    <a:pt x="5521071" y="19177"/>
                  </a:lnTo>
                  <a:lnTo>
                    <a:pt x="5526405" y="19177"/>
                  </a:lnTo>
                  <a:lnTo>
                    <a:pt x="5526405" y="127"/>
                  </a:lnTo>
                  <a:close/>
                </a:path>
                <a:path w="10424160" h="2944495">
                  <a:moveTo>
                    <a:pt x="5531612" y="127"/>
                  </a:moveTo>
                  <a:lnTo>
                    <a:pt x="5526405" y="127"/>
                  </a:lnTo>
                  <a:lnTo>
                    <a:pt x="5526405" y="19177"/>
                  </a:lnTo>
                  <a:lnTo>
                    <a:pt x="5531612" y="19177"/>
                  </a:lnTo>
                  <a:lnTo>
                    <a:pt x="5535930" y="14859"/>
                  </a:lnTo>
                  <a:lnTo>
                    <a:pt x="5535930" y="4445"/>
                  </a:lnTo>
                  <a:lnTo>
                    <a:pt x="5531612" y="127"/>
                  </a:lnTo>
                  <a:close/>
                </a:path>
                <a:path w="10424160" h="2944495">
                  <a:moveTo>
                    <a:pt x="5564505" y="127"/>
                  </a:moveTo>
                  <a:lnTo>
                    <a:pt x="5559171" y="127"/>
                  </a:lnTo>
                  <a:lnTo>
                    <a:pt x="5554980" y="4445"/>
                  </a:lnTo>
                  <a:lnTo>
                    <a:pt x="5554980" y="14859"/>
                  </a:lnTo>
                  <a:lnTo>
                    <a:pt x="5559171" y="19177"/>
                  </a:lnTo>
                  <a:lnTo>
                    <a:pt x="5564505" y="19177"/>
                  </a:lnTo>
                  <a:lnTo>
                    <a:pt x="5564505" y="127"/>
                  </a:lnTo>
                  <a:close/>
                </a:path>
                <a:path w="10424160" h="2944495">
                  <a:moveTo>
                    <a:pt x="5569712" y="127"/>
                  </a:moveTo>
                  <a:lnTo>
                    <a:pt x="5564505" y="127"/>
                  </a:lnTo>
                  <a:lnTo>
                    <a:pt x="5564505" y="19177"/>
                  </a:lnTo>
                  <a:lnTo>
                    <a:pt x="5569712" y="19177"/>
                  </a:lnTo>
                  <a:lnTo>
                    <a:pt x="5574030" y="14859"/>
                  </a:lnTo>
                  <a:lnTo>
                    <a:pt x="5574030" y="4445"/>
                  </a:lnTo>
                  <a:lnTo>
                    <a:pt x="5569712" y="127"/>
                  </a:lnTo>
                  <a:close/>
                </a:path>
                <a:path w="10424160" h="2944495">
                  <a:moveTo>
                    <a:pt x="5602605" y="127"/>
                  </a:moveTo>
                  <a:lnTo>
                    <a:pt x="5597271" y="127"/>
                  </a:lnTo>
                  <a:lnTo>
                    <a:pt x="5593080" y="4445"/>
                  </a:lnTo>
                  <a:lnTo>
                    <a:pt x="5593080" y="14859"/>
                  </a:lnTo>
                  <a:lnTo>
                    <a:pt x="5597271" y="19177"/>
                  </a:lnTo>
                  <a:lnTo>
                    <a:pt x="5602605" y="19177"/>
                  </a:lnTo>
                  <a:lnTo>
                    <a:pt x="5602605" y="127"/>
                  </a:lnTo>
                  <a:close/>
                </a:path>
                <a:path w="10424160" h="2944495">
                  <a:moveTo>
                    <a:pt x="5607812" y="127"/>
                  </a:moveTo>
                  <a:lnTo>
                    <a:pt x="5602605" y="127"/>
                  </a:lnTo>
                  <a:lnTo>
                    <a:pt x="5602605" y="19177"/>
                  </a:lnTo>
                  <a:lnTo>
                    <a:pt x="5607812" y="19177"/>
                  </a:lnTo>
                  <a:lnTo>
                    <a:pt x="5612130" y="14859"/>
                  </a:lnTo>
                  <a:lnTo>
                    <a:pt x="5612130" y="4445"/>
                  </a:lnTo>
                  <a:lnTo>
                    <a:pt x="5607812" y="127"/>
                  </a:lnTo>
                  <a:close/>
                </a:path>
                <a:path w="10424160" h="2944495">
                  <a:moveTo>
                    <a:pt x="5640705" y="127"/>
                  </a:moveTo>
                  <a:lnTo>
                    <a:pt x="5635498" y="127"/>
                  </a:lnTo>
                  <a:lnTo>
                    <a:pt x="5631180" y="4445"/>
                  </a:lnTo>
                  <a:lnTo>
                    <a:pt x="5631180" y="14859"/>
                  </a:lnTo>
                  <a:lnTo>
                    <a:pt x="5635498" y="19177"/>
                  </a:lnTo>
                  <a:lnTo>
                    <a:pt x="5640705" y="19177"/>
                  </a:lnTo>
                  <a:lnTo>
                    <a:pt x="5640705" y="127"/>
                  </a:lnTo>
                  <a:close/>
                </a:path>
                <a:path w="10424160" h="2944495">
                  <a:moveTo>
                    <a:pt x="5646039" y="127"/>
                  </a:moveTo>
                  <a:lnTo>
                    <a:pt x="5640705" y="127"/>
                  </a:lnTo>
                  <a:lnTo>
                    <a:pt x="5640705" y="19177"/>
                  </a:lnTo>
                  <a:lnTo>
                    <a:pt x="5646039" y="19177"/>
                  </a:lnTo>
                  <a:lnTo>
                    <a:pt x="5650230" y="14859"/>
                  </a:lnTo>
                  <a:lnTo>
                    <a:pt x="5650230" y="4445"/>
                  </a:lnTo>
                  <a:lnTo>
                    <a:pt x="5646039" y="127"/>
                  </a:lnTo>
                  <a:close/>
                </a:path>
                <a:path w="10424160" h="2944495">
                  <a:moveTo>
                    <a:pt x="5678805" y="127"/>
                  </a:moveTo>
                  <a:lnTo>
                    <a:pt x="5673598" y="127"/>
                  </a:lnTo>
                  <a:lnTo>
                    <a:pt x="5669280" y="4445"/>
                  </a:lnTo>
                  <a:lnTo>
                    <a:pt x="5669280" y="14859"/>
                  </a:lnTo>
                  <a:lnTo>
                    <a:pt x="5673598" y="19177"/>
                  </a:lnTo>
                  <a:lnTo>
                    <a:pt x="5678805" y="19177"/>
                  </a:lnTo>
                  <a:lnTo>
                    <a:pt x="5678805" y="127"/>
                  </a:lnTo>
                  <a:close/>
                </a:path>
                <a:path w="10424160" h="2944495">
                  <a:moveTo>
                    <a:pt x="5684139" y="127"/>
                  </a:moveTo>
                  <a:lnTo>
                    <a:pt x="5678805" y="127"/>
                  </a:lnTo>
                  <a:lnTo>
                    <a:pt x="5678805" y="19177"/>
                  </a:lnTo>
                  <a:lnTo>
                    <a:pt x="5684139" y="19177"/>
                  </a:lnTo>
                  <a:lnTo>
                    <a:pt x="5688330" y="14859"/>
                  </a:lnTo>
                  <a:lnTo>
                    <a:pt x="5688330" y="4445"/>
                  </a:lnTo>
                  <a:lnTo>
                    <a:pt x="5684139" y="127"/>
                  </a:lnTo>
                  <a:close/>
                </a:path>
                <a:path w="10424160" h="2944495">
                  <a:moveTo>
                    <a:pt x="5716905" y="127"/>
                  </a:moveTo>
                  <a:lnTo>
                    <a:pt x="5711698" y="127"/>
                  </a:lnTo>
                  <a:lnTo>
                    <a:pt x="5707380" y="4445"/>
                  </a:lnTo>
                  <a:lnTo>
                    <a:pt x="5707380" y="14859"/>
                  </a:lnTo>
                  <a:lnTo>
                    <a:pt x="5711698" y="19177"/>
                  </a:lnTo>
                  <a:lnTo>
                    <a:pt x="5716905" y="19177"/>
                  </a:lnTo>
                  <a:lnTo>
                    <a:pt x="5716905" y="127"/>
                  </a:lnTo>
                  <a:close/>
                </a:path>
                <a:path w="10424160" h="2944495">
                  <a:moveTo>
                    <a:pt x="5722239" y="127"/>
                  </a:moveTo>
                  <a:lnTo>
                    <a:pt x="5716905" y="127"/>
                  </a:lnTo>
                  <a:lnTo>
                    <a:pt x="5716905" y="19177"/>
                  </a:lnTo>
                  <a:lnTo>
                    <a:pt x="5722239" y="19177"/>
                  </a:lnTo>
                  <a:lnTo>
                    <a:pt x="5726430" y="14859"/>
                  </a:lnTo>
                  <a:lnTo>
                    <a:pt x="5726430" y="4445"/>
                  </a:lnTo>
                  <a:lnTo>
                    <a:pt x="5722239" y="127"/>
                  </a:lnTo>
                  <a:close/>
                </a:path>
                <a:path w="10424160" h="2944495">
                  <a:moveTo>
                    <a:pt x="5755005" y="127"/>
                  </a:moveTo>
                  <a:lnTo>
                    <a:pt x="5749798" y="127"/>
                  </a:lnTo>
                  <a:lnTo>
                    <a:pt x="5745480" y="4445"/>
                  </a:lnTo>
                  <a:lnTo>
                    <a:pt x="5745480" y="14859"/>
                  </a:lnTo>
                  <a:lnTo>
                    <a:pt x="5749798" y="19177"/>
                  </a:lnTo>
                  <a:lnTo>
                    <a:pt x="5755005" y="19177"/>
                  </a:lnTo>
                  <a:lnTo>
                    <a:pt x="5755005" y="127"/>
                  </a:lnTo>
                  <a:close/>
                </a:path>
                <a:path w="10424160" h="2944495">
                  <a:moveTo>
                    <a:pt x="5760339" y="127"/>
                  </a:moveTo>
                  <a:lnTo>
                    <a:pt x="5755132" y="127"/>
                  </a:lnTo>
                  <a:lnTo>
                    <a:pt x="5755132" y="19177"/>
                  </a:lnTo>
                  <a:lnTo>
                    <a:pt x="5760339" y="19177"/>
                  </a:lnTo>
                  <a:lnTo>
                    <a:pt x="5764657" y="14859"/>
                  </a:lnTo>
                  <a:lnTo>
                    <a:pt x="5764657" y="4445"/>
                  </a:lnTo>
                  <a:lnTo>
                    <a:pt x="5760339" y="127"/>
                  </a:lnTo>
                  <a:close/>
                </a:path>
                <a:path w="10424160" h="2944495">
                  <a:moveTo>
                    <a:pt x="5793232" y="127"/>
                  </a:moveTo>
                  <a:lnTo>
                    <a:pt x="5787898" y="127"/>
                  </a:lnTo>
                  <a:lnTo>
                    <a:pt x="5783707" y="4445"/>
                  </a:lnTo>
                  <a:lnTo>
                    <a:pt x="5783707" y="14859"/>
                  </a:lnTo>
                  <a:lnTo>
                    <a:pt x="5787898" y="19177"/>
                  </a:lnTo>
                  <a:lnTo>
                    <a:pt x="5793232" y="19177"/>
                  </a:lnTo>
                  <a:lnTo>
                    <a:pt x="5793232" y="127"/>
                  </a:lnTo>
                  <a:close/>
                </a:path>
                <a:path w="10424160" h="2944495">
                  <a:moveTo>
                    <a:pt x="5798439" y="127"/>
                  </a:moveTo>
                  <a:lnTo>
                    <a:pt x="5793232" y="127"/>
                  </a:lnTo>
                  <a:lnTo>
                    <a:pt x="5793232" y="19177"/>
                  </a:lnTo>
                  <a:lnTo>
                    <a:pt x="5798439" y="19177"/>
                  </a:lnTo>
                  <a:lnTo>
                    <a:pt x="5802757" y="14859"/>
                  </a:lnTo>
                  <a:lnTo>
                    <a:pt x="5802757" y="4445"/>
                  </a:lnTo>
                  <a:lnTo>
                    <a:pt x="5798439" y="127"/>
                  </a:lnTo>
                  <a:close/>
                </a:path>
                <a:path w="10424160" h="2944495">
                  <a:moveTo>
                    <a:pt x="5831332" y="127"/>
                  </a:moveTo>
                  <a:lnTo>
                    <a:pt x="5825998" y="127"/>
                  </a:lnTo>
                  <a:lnTo>
                    <a:pt x="5821807" y="4445"/>
                  </a:lnTo>
                  <a:lnTo>
                    <a:pt x="5821807" y="14859"/>
                  </a:lnTo>
                  <a:lnTo>
                    <a:pt x="5825998" y="19177"/>
                  </a:lnTo>
                  <a:lnTo>
                    <a:pt x="5831332" y="19177"/>
                  </a:lnTo>
                  <a:lnTo>
                    <a:pt x="5831332" y="127"/>
                  </a:lnTo>
                  <a:close/>
                </a:path>
                <a:path w="10424160" h="2944495">
                  <a:moveTo>
                    <a:pt x="5836539" y="127"/>
                  </a:moveTo>
                  <a:lnTo>
                    <a:pt x="5831332" y="127"/>
                  </a:lnTo>
                  <a:lnTo>
                    <a:pt x="5831332" y="19177"/>
                  </a:lnTo>
                  <a:lnTo>
                    <a:pt x="5836539" y="19177"/>
                  </a:lnTo>
                  <a:lnTo>
                    <a:pt x="5840857" y="14859"/>
                  </a:lnTo>
                  <a:lnTo>
                    <a:pt x="5840857" y="4445"/>
                  </a:lnTo>
                  <a:lnTo>
                    <a:pt x="5836539" y="127"/>
                  </a:lnTo>
                  <a:close/>
                </a:path>
                <a:path w="10424160" h="2944495">
                  <a:moveTo>
                    <a:pt x="5869432" y="127"/>
                  </a:moveTo>
                  <a:lnTo>
                    <a:pt x="5864225" y="127"/>
                  </a:lnTo>
                  <a:lnTo>
                    <a:pt x="5859907" y="4445"/>
                  </a:lnTo>
                  <a:lnTo>
                    <a:pt x="5859907" y="14859"/>
                  </a:lnTo>
                  <a:lnTo>
                    <a:pt x="5864225" y="19177"/>
                  </a:lnTo>
                  <a:lnTo>
                    <a:pt x="5869432" y="19177"/>
                  </a:lnTo>
                  <a:lnTo>
                    <a:pt x="5869432" y="127"/>
                  </a:lnTo>
                  <a:close/>
                </a:path>
                <a:path w="10424160" h="2944495">
                  <a:moveTo>
                    <a:pt x="5874639" y="127"/>
                  </a:moveTo>
                  <a:lnTo>
                    <a:pt x="5869432" y="127"/>
                  </a:lnTo>
                  <a:lnTo>
                    <a:pt x="5869432" y="19177"/>
                  </a:lnTo>
                  <a:lnTo>
                    <a:pt x="5874639" y="19177"/>
                  </a:lnTo>
                  <a:lnTo>
                    <a:pt x="5878957" y="14859"/>
                  </a:lnTo>
                  <a:lnTo>
                    <a:pt x="5878957" y="4445"/>
                  </a:lnTo>
                  <a:lnTo>
                    <a:pt x="5874639" y="127"/>
                  </a:lnTo>
                  <a:close/>
                </a:path>
                <a:path w="10424160" h="2944495">
                  <a:moveTo>
                    <a:pt x="5907532" y="127"/>
                  </a:moveTo>
                  <a:lnTo>
                    <a:pt x="5902325" y="127"/>
                  </a:lnTo>
                  <a:lnTo>
                    <a:pt x="5898007" y="4445"/>
                  </a:lnTo>
                  <a:lnTo>
                    <a:pt x="5898007" y="14859"/>
                  </a:lnTo>
                  <a:lnTo>
                    <a:pt x="5902325" y="19177"/>
                  </a:lnTo>
                  <a:lnTo>
                    <a:pt x="5907532" y="19177"/>
                  </a:lnTo>
                  <a:lnTo>
                    <a:pt x="5907532" y="127"/>
                  </a:lnTo>
                  <a:close/>
                </a:path>
                <a:path w="10424160" h="2944495">
                  <a:moveTo>
                    <a:pt x="5912866" y="127"/>
                  </a:moveTo>
                  <a:lnTo>
                    <a:pt x="5907532" y="127"/>
                  </a:lnTo>
                  <a:lnTo>
                    <a:pt x="5907532" y="19177"/>
                  </a:lnTo>
                  <a:lnTo>
                    <a:pt x="5912866" y="19177"/>
                  </a:lnTo>
                  <a:lnTo>
                    <a:pt x="5917057" y="14859"/>
                  </a:lnTo>
                  <a:lnTo>
                    <a:pt x="5917057" y="4445"/>
                  </a:lnTo>
                  <a:lnTo>
                    <a:pt x="5912866" y="127"/>
                  </a:lnTo>
                  <a:close/>
                </a:path>
                <a:path w="10424160" h="2944495">
                  <a:moveTo>
                    <a:pt x="5945632" y="127"/>
                  </a:moveTo>
                  <a:lnTo>
                    <a:pt x="5940425" y="127"/>
                  </a:lnTo>
                  <a:lnTo>
                    <a:pt x="5936107" y="4445"/>
                  </a:lnTo>
                  <a:lnTo>
                    <a:pt x="5936107" y="14859"/>
                  </a:lnTo>
                  <a:lnTo>
                    <a:pt x="5940425" y="19177"/>
                  </a:lnTo>
                  <a:lnTo>
                    <a:pt x="5945632" y="19177"/>
                  </a:lnTo>
                  <a:lnTo>
                    <a:pt x="5945632" y="127"/>
                  </a:lnTo>
                  <a:close/>
                </a:path>
                <a:path w="10424160" h="2944495">
                  <a:moveTo>
                    <a:pt x="5950966" y="127"/>
                  </a:moveTo>
                  <a:lnTo>
                    <a:pt x="5945632" y="127"/>
                  </a:lnTo>
                  <a:lnTo>
                    <a:pt x="5945632" y="19177"/>
                  </a:lnTo>
                  <a:lnTo>
                    <a:pt x="5950966" y="19177"/>
                  </a:lnTo>
                  <a:lnTo>
                    <a:pt x="5955157" y="14859"/>
                  </a:lnTo>
                  <a:lnTo>
                    <a:pt x="5955157" y="4445"/>
                  </a:lnTo>
                  <a:lnTo>
                    <a:pt x="5950966" y="127"/>
                  </a:lnTo>
                  <a:close/>
                </a:path>
                <a:path w="10424160" h="2944495">
                  <a:moveTo>
                    <a:pt x="5983732" y="127"/>
                  </a:moveTo>
                  <a:lnTo>
                    <a:pt x="5978525" y="127"/>
                  </a:lnTo>
                  <a:lnTo>
                    <a:pt x="5974207" y="4445"/>
                  </a:lnTo>
                  <a:lnTo>
                    <a:pt x="5974207" y="14859"/>
                  </a:lnTo>
                  <a:lnTo>
                    <a:pt x="5978525" y="19177"/>
                  </a:lnTo>
                  <a:lnTo>
                    <a:pt x="5983732" y="19177"/>
                  </a:lnTo>
                  <a:lnTo>
                    <a:pt x="5983732" y="127"/>
                  </a:lnTo>
                  <a:close/>
                </a:path>
                <a:path w="10424160" h="2944495">
                  <a:moveTo>
                    <a:pt x="5989066" y="127"/>
                  </a:moveTo>
                  <a:lnTo>
                    <a:pt x="5983859" y="127"/>
                  </a:lnTo>
                  <a:lnTo>
                    <a:pt x="5983859" y="19177"/>
                  </a:lnTo>
                  <a:lnTo>
                    <a:pt x="5989066" y="19177"/>
                  </a:lnTo>
                  <a:lnTo>
                    <a:pt x="5993384" y="14859"/>
                  </a:lnTo>
                  <a:lnTo>
                    <a:pt x="5993384" y="4445"/>
                  </a:lnTo>
                  <a:lnTo>
                    <a:pt x="5989066" y="127"/>
                  </a:lnTo>
                  <a:close/>
                </a:path>
                <a:path w="10424160" h="2944495">
                  <a:moveTo>
                    <a:pt x="6021959" y="127"/>
                  </a:moveTo>
                  <a:lnTo>
                    <a:pt x="6016625" y="127"/>
                  </a:lnTo>
                  <a:lnTo>
                    <a:pt x="6012434" y="4445"/>
                  </a:lnTo>
                  <a:lnTo>
                    <a:pt x="6012434" y="14859"/>
                  </a:lnTo>
                  <a:lnTo>
                    <a:pt x="6016625" y="19177"/>
                  </a:lnTo>
                  <a:lnTo>
                    <a:pt x="6021959" y="19177"/>
                  </a:lnTo>
                  <a:lnTo>
                    <a:pt x="6021959" y="127"/>
                  </a:lnTo>
                  <a:close/>
                </a:path>
                <a:path w="10424160" h="2944495">
                  <a:moveTo>
                    <a:pt x="6027166" y="127"/>
                  </a:moveTo>
                  <a:lnTo>
                    <a:pt x="6021959" y="127"/>
                  </a:lnTo>
                  <a:lnTo>
                    <a:pt x="6021959" y="19177"/>
                  </a:lnTo>
                  <a:lnTo>
                    <a:pt x="6027166" y="19177"/>
                  </a:lnTo>
                  <a:lnTo>
                    <a:pt x="6031484" y="14859"/>
                  </a:lnTo>
                  <a:lnTo>
                    <a:pt x="6031484" y="4445"/>
                  </a:lnTo>
                  <a:lnTo>
                    <a:pt x="6027166" y="127"/>
                  </a:lnTo>
                  <a:close/>
                </a:path>
                <a:path w="10424160" h="2944495">
                  <a:moveTo>
                    <a:pt x="6060059" y="127"/>
                  </a:moveTo>
                  <a:lnTo>
                    <a:pt x="6054725" y="127"/>
                  </a:lnTo>
                  <a:lnTo>
                    <a:pt x="6050534" y="4445"/>
                  </a:lnTo>
                  <a:lnTo>
                    <a:pt x="6050534" y="14859"/>
                  </a:lnTo>
                  <a:lnTo>
                    <a:pt x="6054725" y="19177"/>
                  </a:lnTo>
                  <a:lnTo>
                    <a:pt x="6060059" y="19177"/>
                  </a:lnTo>
                  <a:lnTo>
                    <a:pt x="6060059" y="127"/>
                  </a:lnTo>
                  <a:close/>
                </a:path>
                <a:path w="10424160" h="2944495">
                  <a:moveTo>
                    <a:pt x="6065266" y="127"/>
                  </a:moveTo>
                  <a:lnTo>
                    <a:pt x="6060059" y="127"/>
                  </a:lnTo>
                  <a:lnTo>
                    <a:pt x="6060059" y="19177"/>
                  </a:lnTo>
                  <a:lnTo>
                    <a:pt x="6065266" y="19177"/>
                  </a:lnTo>
                  <a:lnTo>
                    <a:pt x="6069584" y="14859"/>
                  </a:lnTo>
                  <a:lnTo>
                    <a:pt x="6069584" y="4445"/>
                  </a:lnTo>
                  <a:lnTo>
                    <a:pt x="6065266" y="127"/>
                  </a:lnTo>
                  <a:close/>
                </a:path>
                <a:path w="10424160" h="2944495">
                  <a:moveTo>
                    <a:pt x="6098159" y="127"/>
                  </a:moveTo>
                  <a:lnTo>
                    <a:pt x="6092825" y="127"/>
                  </a:lnTo>
                  <a:lnTo>
                    <a:pt x="6088634" y="4445"/>
                  </a:lnTo>
                  <a:lnTo>
                    <a:pt x="6088634" y="14859"/>
                  </a:lnTo>
                  <a:lnTo>
                    <a:pt x="6092825" y="19177"/>
                  </a:lnTo>
                  <a:lnTo>
                    <a:pt x="6098159" y="19177"/>
                  </a:lnTo>
                  <a:lnTo>
                    <a:pt x="6098159" y="127"/>
                  </a:lnTo>
                  <a:close/>
                </a:path>
                <a:path w="10424160" h="2944495">
                  <a:moveTo>
                    <a:pt x="6103366" y="127"/>
                  </a:moveTo>
                  <a:lnTo>
                    <a:pt x="6098159" y="127"/>
                  </a:lnTo>
                  <a:lnTo>
                    <a:pt x="6098159" y="19177"/>
                  </a:lnTo>
                  <a:lnTo>
                    <a:pt x="6103366" y="19177"/>
                  </a:lnTo>
                  <a:lnTo>
                    <a:pt x="6107684" y="14859"/>
                  </a:lnTo>
                  <a:lnTo>
                    <a:pt x="6107684" y="4445"/>
                  </a:lnTo>
                  <a:lnTo>
                    <a:pt x="6103366" y="127"/>
                  </a:lnTo>
                  <a:close/>
                </a:path>
                <a:path w="10424160" h="2944495">
                  <a:moveTo>
                    <a:pt x="6136259" y="127"/>
                  </a:moveTo>
                  <a:lnTo>
                    <a:pt x="6131052" y="127"/>
                  </a:lnTo>
                  <a:lnTo>
                    <a:pt x="6126734" y="4445"/>
                  </a:lnTo>
                  <a:lnTo>
                    <a:pt x="6126734" y="14859"/>
                  </a:lnTo>
                  <a:lnTo>
                    <a:pt x="6131052" y="19177"/>
                  </a:lnTo>
                  <a:lnTo>
                    <a:pt x="6136259" y="19177"/>
                  </a:lnTo>
                  <a:lnTo>
                    <a:pt x="6136259" y="127"/>
                  </a:lnTo>
                  <a:close/>
                </a:path>
                <a:path w="10424160" h="2944495">
                  <a:moveTo>
                    <a:pt x="6141593" y="127"/>
                  </a:moveTo>
                  <a:lnTo>
                    <a:pt x="6136259" y="127"/>
                  </a:lnTo>
                  <a:lnTo>
                    <a:pt x="6136259" y="19177"/>
                  </a:lnTo>
                  <a:lnTo>
                    <a:pt x="6141593" y="19177"/>
                  </a:lnTo>
                  <a:lnTo>
                    <a:pt x="6145784" y="14859"/>
                  </a:lnTo>
                  <a:lnTo>
                    <a:pt x="6145784" y="4445"/>
                  </a:lnTo>
                  <a:lnTo>
                    <a:pt x="6141593" y="127"/>
                  </a:lnTo>
                  <a:close/>
                </a:path>
                <a:path w="10424160" h="2944495">
                  <a:moveTo>
                    <a:pt x="6174359" y="127"/>
                  </a:moveTo>
                  <a:lnTo>
                    <a:pt x="6169152" y="127"/>
                  </a:lnTo>
                  <a:lnTo>
                    <a:pt x="6164834" y="4445"/>
                  </a:lnTo>
                  <a:lnTo>
                    <a:pt x="6164834" y="14859"/>
                  </a:lnTo>
                  <a:lnTo>
                    <a:pt x="6169152" y="19177"/>
                  </a:lnTo>
                  <a:lnTo>
                    <a:pt x="6174359" y="19177"/>
                  </a:lnTo>
                  <a:lnTo>
                    <a:pt x="6174359" y="127"/>
                  </a:lnTo>
                  <a:close/>
                </a:path>
                <a:path w="10424160" h="2944495">
                  <a:moveTo>
                    <a:pt x="6179693" y="127"/>
                  </a:moveTo>
                  <a:lnTo>
                    <a:pt x="6174359" y="127"/>
                  </a:lnTo>
                  <a:lnTo>
                    <a:pt x="6174359" y="19177"/>
                  </a:lnTo>
                  <a:lnTo>
                    <a:pt x="6179693" y="19177"/>
                  </a:lnTo>
                  <a:lnTo>
                    <a:pt x="6183884" y="14859"/>
                  </a:lnTo>
                  <a:lnTo>
                    <a:pt x="6183884" y="4445"/>
                  </a:lnTo>
                  <a:lnTo>
                    <a:pt x="6179693" y="127"/>
                  </a:lnTo>
                  <a:close/>
                </a:path>
                <a:path w="10424160" h="2944495">
                  <a:moveTo>
                    <a:pt x="6212459" y="127"/>
                  </a:moveTo>
                  <a:lnTo>
                    <a:pt x="6207252" y="127"/>
                  </a:lnTo>
                  <a:lnTo>
                    <a:pt x="6202934" y="4445"/>
                  </a:lnTo>
                  <a:lnTo>
                    <a:pt x="6202934" y="14859"/>
                  </a:lnTo>
                  <a:lnTo>
                    <a:pt x="6207252" y="19177"/>
                  </a:lnTo>
                  <a:lnTo>
                    <a:pt x="6212459" y="19177"/>
                  </a:lnTo>
                  <a:lnTo>
                    <a:pt x="6212459" y="127"/>
                  </a:lnTo>
                  <a:close/>
                </a:path>
                <a:path w="10424160" h="2944495">
                  <a:moveTo>
                    <a:pt x="6217793" y="127"/>
                  </a:moveTo>
                  <a:lnTo>
                    <a:pt x="6212459" y="127"/>
                  </a:lnTo>
                  <a:lnTo>
                    <a:pt x="6212459" y="19177"/>
                  </a:lnTo>
                  <a:lnTo>
                    <a:pt x="6217793" y="19177"/>
                  </a:lnTo>
                  <a:lnTo>
                    <a:pt x="6221984" y="14859"/>
                  </a:lnTo>
                  <a:lnTo>
                    <a:pt x="6221984" y="4445"/>
                  </a:lnTo>
                  <a:lnTo>
                    <a:pt x="6217793" y="127"/>
                  </a:lnTo>
                  <a:close/>
                </a:path>
                <a:path w="10424160" h="2944495">
                  <a:moveTo>
                    <a:pt x="6250559" y="127"/>
                  </a:moveTo>
                  <a:lnTo>
                    <a:pt x="6245352" y="127"/>
                  </a:lnTo>
                  <a:lnTo>
                    <a:pt x="6241034" y="4445"/>
                  </a:lnTo>
                  <a:lnTo>
                    <a:pt x="6241034" y="14859"/>
                  </a:lnTo>
                  <a:lnTo>
                    <a:pt x="6245352" y="19177"/>
                  </a:lnTo>
                  <a:lnTo>
                    <a:pt x="6250559" y="19177"/>
                  </a:lnTo>
                  <a:lnTo>
                    <a:pt x="6250559" y="127"/>
                  </a:lnTo>
                  <a:close/>
                </a:path>
                <a:path w="10424160" h="2944495">
                  <a:moveTo>
                    <a:pt x="6255893" y="127"/>
                  </a:moveTo>
                  <a:lnTo>
                    <a:pt x="6250686" y="127"/>
                  </a:lnTo>
                  <a:lnTo>
                    <a:pt x="6250686" y="19177"/>
                  </a:lnTo>
                  <a:lnTo>
                    <a:pt x="6255893" y="19177"/>
                  </a:lnTo>
                  <a:lnTo>
                    <a:pt x="6260211" y="14859"/>
                  </a:lnTo>
                  <a:lnTo>
                    <a:pt x="6260211" y="4445"/>
                  </a:lnTo>
                  <a:lnTo>
                    <a:pt x="6255893" y="127"/>
                  </a:lnTo>
                  <a:close/>
                </a:path>
                <a:path w="10424160" h="2944495">
                  <a:moveTo>
                    <a:pt x="6288786" y="127"/>
                  </a:moveTo>
                  <a:lnTo>
                    <a:pt x="6283452" y="127"/>
                  </a:lnTo>
                  <a:lnTo>
                    <a:pt x="6279261" y="4445"/>
                  </a:lnTo>
                  <a:lnTo>
                    <a:pt x="6279261" y="14859"/>
                  </a:lnTo>
                  <a:lnTo>
                    <a:pt x="6283452" y="19177"/>
                  </a:lnTo>
                  <a:lnTo>
                    <a:pt x="6288786" y="19177"/>
                  </a:lnTo>
                  <a:lnTo>
                    <a:pt x="6288786" y="127"/>
                  </a:lnTo>
                  <a:close/>
                </a:path>
                <a:path w="10424160" h="2944495">
                  <a:moveTo>
                    <a:pt x="6293993" y="127"/>
                  </a:moveTo>
                  <a:lnTo>
                    <a:pt x="6288786" y="127"/>
                  </a:lnTo>
                  <a:lnTo>
                    <a:pt x="6288786" y="19177"/>
                  </a:lnTo>
                  <a:lnTo>
                    <a:pt x="6293993" y="19177"/>
                  </a:lnTo>
                  <a:lnTo>
                    <a:pt x="6298311" y="14859"/>
                  </a:lnTo>
                  <a:lnTo>
                    <a:pt x="6298311" y="4445"/>
                  </a:lnTo>
                  <a:lnTo>
                    <a:pt x="6293993" y="127"/>
                  </a:lnTo>
                  <a:close/>
                </a:path>
                <a:path w="10424160" h="2944495">
                  <a:moveTo>
                    <a:pt x="6326886" y="127"/>
                  </a:moveTo>
                  <a:lnTo>
                    <a:pt x="6321552" y="127"/>
                  </a:lnTo>
                  <a:lnTo>
                    <a:pt x="6317361" y="4445"/>
                  </a:lnTo>
                  <a:lnTo>
                    <a:pt x="6317361" y="14859"/>
                  </a:lnTo>
                  <a:lnTo>
                    <a:pt x="6321552" y="19177"/>
                  </a:lnTo>
                  <a:lnTo>
                    <a:pt x="6326886" y="19177"/>
                  </a:lnTo>
                  <a:lnTo>
                    <a:pt x="6326886" y="127"/>
                  </a:lnTo>
                  <a:close/>
                </a:path>
                <a:path w="10424160" h="2944495">
                  <a:moveTo>
                    <a:pt x="6332093" y="127"/>
                  </a:moveTo>
                  <a:lnTo>
                    <a:pt x="6326886" y="127"/>
                  </a:lnTo>
                  <a:lnTo>
                    <a:pt x="6326886" y="19177"/>
                  </a:lnTo>
                  <a:lnTo>
                    <a:pt x="6332093" y="19177"/>
                  </a:lnTo>
                  <a:lnTo>
                    <a:pt x="6336411" y="14859"/>
                  </a:lnTo>
                  <a:lnTo>
                    <a:pt x="6336411" y="4445"/>
                  </a:lnTo>
                  <a:lnTo>
                    <a:pt x="6332093" y="127"/>
                  </a:lnTo>
                  <a:close/>
                </a:path>
                <a:path w="10424160" h="2944495">
                  <a:moveTo>
                    <a:pt x="6364986" y="127"/>
                  </a:moveTo>
                  <a:lnTo>
                    <a:pt x="6359652" y="127"/>
                  </a:lnTo>
                  <a:lnTo>
                    <a:pt x="6355461" y="4445"/>
                  </a:lnTo>
                  <a:lnTo>
                    <a:pt x="6355461" y="14859"/>
                  </a:lnTo>
                  <a:lnTo>
                    <a:pt x="6359652" y="19177"/>
                  </a:lnTo>
                  <a:lnTo>
                    <a:pt x="6364986" y="19177"/>
                  </a:lnTo>
                  <a:lnTo>
                    <a:pt x="6364986" y="127"/>
                  </a:lnTo>
                  <a:close/>
                </a:path>
                <a:path w="10424160" h="2944495">
                  <a:moveTo>
                    <a:pt x="6370193" y="127"/>
                  </a:moveTo>
                  <a:lnTo>
                    <a:pt x="6364986" y="127"/>
                  </a:lnTo>
                  <a:lnTo>
                    <a:pt x="6364986" y="19177"/>
                  </a:lnTo>
                  <a:lnTo>
                    <a:pt x="6370193" y="19177"/>
                  </a:lnTo>
                  <a:lnTo>
                    <a:pt x="6374511" y="14859"/>
                  </a:lnTo>
                  <a:lnTo>
                    <a:pt x="6374511" y="4445"/>
                  </a:lnTo>
                  <a:lnTo>
                    <a:pt x="6370193" y="127"/>
                  </a:lnTo>
                  <a:close/>
                </a:path>
                <a:path w="10424160" h="2944495">
                  <a:moveTo>
                    <a:pt x="6403086" y="127"/>
                  </a:moveTo>
                  <a:lnTo>
                    <a:pt x="6397879" y="127"/>
                  </a:lnTo>
                  <a:lnTo>
                    <a:pt x="6393561" y="4445"/>
                  </a:lnTo>
                  <a:lnTo>
                    <a:pt x="6393561" y="14859"/>
                  </a:lnTo>
                  <a:lnTo>
                    <a:pt x="6397879" y="19177"/>
                  </a:lnTo>
                  <a:lnTo>
                    <a:pt x="6403086" y="19177"/>
                  </a:lnTo>
                  <a:lnTo>
                    <a:pt x="6403086" y="127"/>
                  </a:lnTo>
                  <a:close/>
                </a:path>
                <a:path w="10424160" h="2944495">
                  <a:moveTo>
                    <a:pt x="6408420" y="127"/>
                  </a:moveTo>
                  <a:lnTo>
                    <a:pt x="6403086" y="127"/>
                  </a:lnTo>
                  <a:lnTo>
                    <a:pt x="6403086" y="19177"/>
                  </a:lnTo>
                  <a:lnTo>
                    <a:pt x="6408420" y="19177"/>
                  </a:lnTo>
                  <a:lnTo>
                    <a:pt x="6412611" y="14859"/>
                  </a:lnTo>
                  <a:lnTo>
                    <a:pt x="6412611" y="4445"/>
                  </a:lnTo>
                  <a:lnTo>
                    <a:pt x="6408420" y="127"/>
                  </a:lnTo>
                  <a:close/>
                </a:path>
                <a:path w="10424160" h="2944495">
                  <a:moveTo>
                    <a:pt x="6441186" y="127"/>
                  </a:moveTo>
                  <a:lnTo>
                    <a:pt x="6435979" y="127"/>
                  </a:lnTo>
                  <a:lnTo>
                    <a:pt x="6431661" y="4445"/>
                  </a:lnTo>
                  <a:lnTo>
                    <a:pt x="6431661" y="14859"/>
                  </a:lnTo>
                  <a:lnTo>
                    <a:pt x="6435979" y="19177"/>
                  </a:lnTo>
                  <a:lnTo>
                    <a:pt x="6441186" y="19177"/>
                  </a:lnTo>
                  <a:lnTo>
                    <a:pt x="6441186" y="127"/>
                  </a:lnTo>
                  <a:close/>
                </a:path>
                <a:path w="10424160" h="2944495">
                  <a:moveTo>
                    <a:pt x="6446520" y="127"/>
                  </a:moveTo>
                  <a:lnTo>
                    <a:pt x="6441186" y="127"/>
                  </a:lnTo>
                  <a:lnTo>
                    <a:pt x="6441186" y="19177"/>
                  </a:lnTo>
                  <a:lnTo>
                    <a:pt x="6446520" y="19177"/>
                  </a:lnTo>
                  <a:lnTo>
                    <a:pt x="6450711" y="14859"/>
                  </a:lnTo>
                  <a:lnTo>
                    <a:pt x="6450711" y="4445"/>
                  </a:lnTo>
                  <a:lnTo>
                    <a:pt x="6446520" y="127"/>
                  </a:lnTo>
                  <a:close/>
                </a:path>
                <a:path w="10424160" h="2944495">
                  <a:moveTo>
                    <a:pt x="6479286" y="127"/>
                  </a:moveTo>
                  <a:lnTo>
                    <a:pt x="6474079" y="127"/>
                  </a:lnTo>
                  <a:lnTo>
                    <a:pt x="6469761" y="4445"/>
                  </a:lnTo>
                  <a:lnTo>
                    <a:pt x="6469761" y="14859"/>
                  </a:lnTo>
                  <a:lnTo>
                    <a:pt x="6474079" y="19177"/>
                  </a:lnTo>
                  <a:lnTo>
                    <a:pt x="6479286" y="19177"/>
                  </a:lnTo>
                  <a:lnTo>
                    <a:pt x="6479286" y="127"/>
                  </a:lnTo>
                  <a:close/>
                </a:path>
                <a:path w="10424160" h="2944495">
                  <a:moveTo>
                    <a:pt x="6484620" y="127"/>
                  </a:moveTo>
                  <a:lnTo>
                    <a:pt x="6479413" y="127"/>
                  </a:lnTo>
                  <a:lnTo>
                    <a:pt x="6479413" y="19177"/>
                  </a:lnTo>
                  <a:lnTo>
                    <a:pt x="6484620" y="19177"/>
                  </a:lnTo>
                  <a:lnTo>
                    <a:pt x="6488938" y="14859"/>
                  </a:lnTo>
                  <a:lnTo>
                    <a:pt x="6488938" y="4445"/>
                  </a:lnTo>
                  <a:lnTo>
                    <a:pt x="6484620" y="127"/>
                  </a:lnTo>
                  <a:close/>
                </a:path>
                <a:path w="10424160" h="2944495">
                  <a:moveTo>
                    <a:pt x="6517512" y="127"/>
                  </a:moveTo>
                  <a:lnTo>
                    <a:pt x="6512179" y="127"/>
                  </a:lnTo>
                  <a:lnTo>
                    <a:pt x="6507987" y="4445"/>
                  </a:lnTo>
                  <a:lnTo>
                    <a:pt x="6507987" y="14859"/>
                  </a:lnTo>
                  <a:lnTo>
                    <a:pt x="6512179" y="19177"/>
                  </a:lnTo>
                  <a:lnTo>
                    <a:pt x="6517512" y="19177"/>
                  </a:lnTo>
                  <a:lnTo>
                    <a:pt x="6517512" y="127"/>
                  </a:lnTo>
                  <a:close/>
                </a:path>
                <a:path w="10424160" h="2944495">
                  <a:moveTo>
                    <a:pt x="6522719" y="127"/>
                  </a:moveTo>
                  <a:lnTo>
                    <a:pt x="6517512" y="127"/>
                  </a:lnTo>
                  <a:lnTo>
                    <a:pt x="6517512" y="19177"/>
                  </a:lnTo>
                  <a:lnTo>
                    <a:pt x="6522719" y="19177"/>
                  </a:lnTo>
                  <a:lnTo>
                    <a:pt x="6527037" y="14859"/>
                  </a:lnTo>
                  <a:lnTo>
                    <a:pt x="6527037" y="4445"/>
                  </a:lnTo>
                  <a:lnTo>
                    <a:pt x="6522719" y="127"/>
                  </a:lnTo>
                  <a:close/>
                </a:path>
                <a:path w="10424160" h="2944495">
                  <a:moveTo>
                    <a:pt x="6555612" y="127"/>
                  </a:moveTo>
                  <a:lnTo>
                    <a:pt x="6550279" y="127"/>
                  </a:lnTo>
                  <a:lnTo>
                    <a:pt x="6546087" y="4445"/>
                  </a:lnTo>
                  <a:lnTo>
                    <a:pt x="6546087" y="14859"/>
                  </a:lnTo>
                  <a:lnTo>
                    <a:pt x="6550279" y="19177"/>
                  </a:lnTo>
                  <a:lnTo>
                    <a:pt x="6555612" y="19177"/>
                  </a:lnTo>
                  <a:lnTo>
                    <a:pt x="6555612" y="127"/>
                  </a:lnTo>
                  <a:close/>
                </a:path>
                <a:path w="10424160" h="2944495">
                  <a:moveTo>
                    <a:pt x="6560819" y="127"/>
                  </a:moveTo>
                  <a:lnTo>
                    <a:pt x="6555612" y="127"/>
                  </a:lnTo>
                  <a:lnTo>
                    <a:pt x="6555612" y="19177"/>
                  </a:lnTo>
                  <a:lnTo>
                    <a:pt x="6560819" y="19177"/>
                  </a:lnTo>
                  <a:lnTo>
                    <a:pt x="6565137" y="14859"/>
                  </a:lnTo>
                  <a:lnTo>
                    <a:pt x="6565137" y="4445"/>
                  </a:lnTo>
                  <a:lnTo>
                    <a:pt x="6560819" y="127"/>
                  </a:lnTo>
                  <a:close/>
                </a:path>
                <a:path w="10424160" h="2944495">
                  <a:moveTo>
                    <a:pt x="6593712" y="127"/>
                  </a:moveTo>
                  <a:lnTo>
                    <a:pt x="6588379" y="127"/>
                  </a:lnTo>
                  <a:lnTo>
                    <a:pt x="6584187" y="4445"/>
                  </a:lnTo>
                  <a:lnTo>
                    <a:pt x="6584187" y="14859"/>
                  </a:lnTo>
                  <a:lnTo>
                    <a:pt x="6588379" y="19177"/>
                  </a:lnTo>
                  <a:lnTo>
                    <a:pt x="6593712" y="19177"/>
                  </a:lnTo>
                  <a:lnTo>
                    <a:pt x="6593712" y="127"/>
                  </a:lnTo>
                  <a:close/>
                </a:path>
                <a:path w="10424160" h="2944495">
                  <a:moveTo>
                    <a:pt x="6598919" y="127"/>
                  </a:moveTo>
                  <a:lnTo>
                    <a:pt x="6593712" y="127"/>
                  </a:lnTo>
                  <a:lnTo>
                    <a:pt x="6593712" y="19177"/>
                  </a:lnTo>
                  <a:lnTo>
                    <a:pt x="6598919" y="19177"/>
                  </a:lnTo>
                  <a:lnTo>
                    <a:pt x="6603237" y="14859"/>
                  </a:lnTo>
                  <a:lnTo>
                    <a:pt x="6603237" y="4445"/>
                  </a:lnTo>
                  <a:lnTo>
                    <a:pt x="6598919" y="127"/>
                  </a:lnTo>
                  <a:close/>
                </a:path>
                <a:path w="10424160" h="2944495">
                  <a:moveTo>
                    <a:pt x="6631812" y="127"/>
                  </a:moveTo>
                  <a:lnTo>
                    <a:pt x="6626606" y="127"/>
                  </a:lnTo>
                  <a:lnTo>
                    <a:pt x="6622287" y="4445"/>
                  </a:lnTo>
                  <a:lnTo>
                    <a:pt x="6622287" y="14859"/>
                  </a:lnTo>
                  <a:lnTo>
                    <a:pt x="6626606" y="19177"/>
                  </a:lnTo>
                  <a:lnTo>
                    <a:pt x="6631812" y="19177"/>
                  </a:lnTo>
                  <a:lnTo>
                    <a:pt x="6631812" y="127"/>
                  </a:lnTo>
                  <a:close/>
                </a:path>
                <a:path w="10424160" h="2944495">
                  <a:moveTo>
                    <a:pt x="6637147" y="127"/>
                  </a:moveTo>
                  <a:lnTo>
                    <a:pt x="6631812" y="127"/>
                  </a:lnTo>
                  <a:lnTo>
                    <a:pt x="6631812" y="19177"/>
                  </a:lnTo>
                  <a:lnTo>
                    <a:pt x="6637147" y="19177"/>
                  </a:lnTo>
                  <a:lnTo>
                    <a:pt x="6641337" y="14859"/>
                  </a:lnTo>
                  <a:lnTo>
                    <a:pt x="6641337" y="4445"/>
                  </a:lnTo>
                  <a:lnTo>
                    <a:pt x="6637147" y="127"/>
                  </a:lnTo>
                  <a:close/>
                </a:path>
                <a:path w="10424160" h="2944495">
                  <a:moveTo>
                    <a:pt x="6669912" y="127"/>
                  </a:moveTo>
                  <a:lnTo>
                    <a:pt x="6664706" y="127"/>
                  </a:lnTo>
                  <a:lnTo>
                    <a:pt x="6660387" y="4445"/>
                  </a:lnTo>
                  <a:lnTo>
                    <a:pt x="6660387" y="14859"/>
                  </a:lnTo>
                  <a:lnTo>
                    <a:pt x="6664706" y="19177"/>
                  </a:lnTo>
                  <a:lnTo>
                    <a:pt x="6669912" y="19177"/>
                  </a:lnTo>
                  <a:lnTo>
                    <a:pt x="6669912" y="127"/>
                  </a:lnTo>
                  <a:close/>
                </a:path>
                <a:path w="10424160" h="2944495">
                  <a:moveTo>
                    <a:pt x="6675247" y="127"/>
                  </a:moveTo>
                  <a:lnTo>
                    <a:pt x="6669912" y="127"/>
                  </a:lnTo>
                  <a:lnTo>
                    <a:pt x="6669912" y="19177"/>
                  </a:lnTo>
                  <a:lnTo>
                    <a:pt x="6675247" y="19177"/>
                  </a:lnTo>
                  <a:lnTo>
                    <a:pt x="6679437" y="14859"/>
                  </a:lnTo>
                  <a:lnTo>
                    <a:pt x="6679437" y="4445"/>
                  </a:lnTo>
                  <a:lnTo>
                    <a:pt x="6675247" y="127"/>
                  </a:lnTo>
                  <a:close/>
                </a:path>
                <a:path w="10424160" h="2944495">
                  <a:moveTo>
                    <a:pt x="6708012" y="127"/>
                  </a:moveTo>
                  <a:lnTo>
                    <a:pt x="6702806" y="127"/>
                  </a:lnTo>
                  <a:lnTo>
                    <a:pt x="6698487" y="4445"/>
                  </a:lnTo>
                  <a:lnTo>
                    <a:pt x="6698487" y="14859"/>
                  </a:lnTo>
                  <a:lnTo>
                    <a:pt x="6702806" y="19177"/>
                  </a:lnTo>
                  <a:lnTo>
                    <a:pt x="6708012" y="19177"/>
                  </a:lnTo>
                  <a:lnTo>
                    <a:pt x="6708012" y="127"/>
                  </a:lnTo>
                  <a:close/>
                </a:path>
                <a:path w="10424160" h="2944495">
                  <a:moveTo>
                    <a:pt x="6713347" y="127"/>
                  </a:moveTo>
                  <a:lnTo>
                    <a:pt x="6708012" y="127"/>
                  </a:lnTo>
                  <a:lnTo>
                    <a:pt x="6708012" y="19177"/>
                  </a:lnTo>
                  <a:lnTo>
                    <a:pt x="6713347" y="19177"/>
                  </a:lnTo>
                  <a:lnTo>
                    <a:pt x="6717537" y="14859"/>
                  </a:lnTo>
                  <a:lnTo>
                    <a:pt x="6717537" y="4445"/>
                  </a:lnTo>
                  <a:lnTo>
                    <a:pt x="6713347" y="127"/>
                  </a:lnTo>
                  <a:close/>
                </a:path>
                <a:path w="10424160" h="2944495">
                  <a:moveTo>
                    <a:pt x="6746112" y="127"/>
                  </a:moveTo>
                  <a:lnTo>
                    <a:pt x="6740906" y="127"/>
                  </a:lnTo>
                  <a:lnTo>
                    <a:pt x="6736587" y="4445"/>
                  </a:lnTo>
                  <a:lnTo>
                    <a:pt x="6736587" y="14859"/>
                  </a:lnTo>
                  <a:lnTo>
                    <a:pt x="6740906" y="19177"/>
                  </a:lnTo>
                  <a:lnTo>
                    <a:pt x="6746112" y="19177"/>
                  </a:lnTo>
                  <a:lnTo>
                    <a:pt x="6746112" y="127"/>
                  </a:lnTo>
                  <a:close/>
                </a:path>
                <a:path w="10424160" h="2944495">
                  <a:moveTo>
                    <a:pt x="6751447" y="127"/>
                  </a:moveTo>
                  <a:lnTo>
                    <a:pt x="6746239" y="127"/>
                  </a:lnTo>
                  <a:lnTo>
                    <a:pt x="6746239" y="19177"/>
                  </a:lnTo>
                  <a:lnTo>
                    <a:pt x="6751447" y="19177"/>
                  </a:lnTo>
                  <a:lnTo>
                    <a:pt x="6755764" y="14859"/>
                  </a:lnTo>
                  <a:lnTo>
                    <a:pt x="6755764" y="4445"/>
                  </a:lnTo>
                  <a:lnTo>
                    <a:pt x="6751447" y="127"/>
                  </a:lnTo>
                  <a:close/>
                </a:path>
                <a:path w="10424160" h="2944495">
                  <a:moveTo>
                    <a:pt x="6784339" y="127"/>
                  </a:moveTo>
                  <a:lnTo>
                    <a:pt x="6779006" y="127"/>
                  </a:lnTo>
                  <a:lnTo>
                    <a:pt x="6774814" y="4445"/>
                  </a:lnTo>
                  <a:lnTo>
                    <a:pt x="6774814" y="14859"/>
                  </a:lnTo>
                  <a:lnTo>
                    <a:pt x="6779006" y="19177"/>
                  </a:lnTo>
                  <a:lnTo>
                    <a:pt x="6784339" y="19177"/>
                  </a:lnTo>
                  <a:lnTo>
                    <a:pt x="6784339" y="127"/>
                  </a:lnTo>
                  <a:close/>
                </a:path>
                <a:path w="10424160" h="2944495">
                  <a:moveTo>
                    <a:pt x="6789547" y="127"/>
                  </a:moveTo>
                  <a:lnTo>
                    <a:pt x="6784339" y="127"/>
                  </a:lnTo>
                  <a:lnTo>
                    <a:pt x="6784339" y="19177"/>
                  </a:lnTo>
                  <a:lnTo>
                    <a:pt x="6789547" y="19177"/>
                  </a:lnTo>
                  <a:lnTo>
                    <a:pt x="6793864" y="14859"/>
                  </a:lnTo>
                  <a:lnTo>
                    <a:pt x="6793864" y="4445"/>
                  </a:lnTo>
                  <a:lnTo>
                    <a:pt x="6789547" y="127"/>
                  </a:lnTo>
                  <a:close/>
                </a:path>
                <a:path w="10424160" h="2944495">
                  <a:moveTo>
                    <a:pt x="6822439" y="127"/>
                  </a:moveTo>
                  <a:lnTo>
                    <a:pt x="6817106" y="127"/>
                  </a:lnTo>
                  <a:lnTo>
                    <a:pt x="6812914" y="4445"/>
                  </a:lnTo>
                  <a:lnTo>
                    <a:pt x="6812914" y="14859"/>
                  </a:lnTo>
                  <a:lnTo>
                    <a:pt x="6817106" y="19177"/>
                  </a:lnTo>
                  <a:lnTo>
                    <a:pt x="6822439" y="19177"/>
                  </a:lnTo>
                  <a:lnTo>
                    <a:pt x="6822439" y="127"/>
                  </a:lnTo>
                  <a:close/>
                </a:path>
                <a:path w="10424160" h="2944495">
                  <a:moveTo>
                    <a:pt x="6827647" y="127"/>
                  </a:moveTo>
                  <a:lnTo>
                    <a:pt x="6822439" y="127"/>
                  </a:lnTo>
                  <a:lnTo>
                    <a:pt x="6822439" y="19177"/>
                  </a:lnTo>
                  <a:lnTo>
                    <a:pt x="6827647" y="19177"/>
                  </a:lnTo>
                  <a:lnTo>
                    <a:pt x="6831964" y="14859"/>
                  </a:lnTo>
                  <a:lnTo>
                    <a:pt x="6831964" y="4445"/>
                  </a:lnTo>
                  <a:lnTo>
                    <a:pt x="6827647" y="127"/>
                  </a:lnTo>
                  <a:close/>
                </a:path>
                <a:path w="10424160" h="2944495">
                  <a:moveTo>
                    <a:pt x="6860539" y="127"/>
                  </a:moveTo>
                  <a:lnTo>
                    <a:pt x="6855206" y="127"/>
                  </a:lnTo>
                  <a:lnTo>
                    <a:pt x="6851014" y="4445"/>
                  </a:lnTo>
                  <a:lnTo>
                    <a:pt x="6851014" y="14859"/>
                  </a:lnTo>
                  <a:lnTo>
                    <a:pt x="6855206" y="19177"/>
                  </a:lnTo>
                  <a:lnTo>
                    <a:pt x="6860539" y="19177"/>
                  </a:lnTo>
                  <a:lnTo>
                    <a:pt x="6860539" y="127"/>
                  </a:lnTo>
                  <a:close/>
                </a:path>
                <a:path w="10424160" h="2944495">
                  <a:moveTo>
                    <a:pt x="6865747" y="127"/>
                  </a:moveTo>
                  <a:lnTo>
                    <a:pt x="6860539" y="127"/>
                  </a:lnTo>
                  <a:lnTo>
                    <a:pt x="6860539" y="19177"/>
                  </a:lnTo>
                  <a:lnTo>
                    <a:pt x="6865747" y="19177"/>
                  </a:lnTo>
                  <a:lnTo>
                    <a:pt x="6870064" y="14859"/>
                  </a:lnTo>
                  <a:lnTo>
                    <a:pt x="6870064" y="4445"/>
                  </a:lnTo>
                  <a:lnTo>
                    <a:pt x="6865747" y="127"/>
                  </a:lnTo>
                  <a:close/>
                </a:path>
                <a:path w="10424160" h="2944495">
                  <a:moveTo>
                    <a:pt x="6898639" y="127"/>
                  </a:moveTo>
                  <a:lnTo>
                    <a:pt x="6893433" y="127"/>
                  </a:lnTo>
                  <a:lnTo>
                    <a:pt x="6889114" y="4445"/>
                  </a:lnTo>
                  <a:lnTo>
                    <a:pt x="6889114" y="14859"/>
                  </a:lnTo>
                  <a:lnTo>
                    <a:pt x="6893433" y="19177"/>
                  </a:lnTo>
                  <a:lnTo>
                    <a:pt x="6898639" y="19177"/>
                  </a:lnTo>
                  <a:lnTo>
                    <a:pt x="6898639" y="127"/>
                  </a:lnTo>
                  <a:close/>
                </a:path>
                <a:path w="10424160" h="2944495">
                  <a:moveTo>
                    <a:pt x="6903974" y="127"/>
                  </a:moveTo>
                  <a:lnTo>
                    <a:pt x="6898639" y="127"/>
                  </a:lnTo>
                  <a:lnTo>
                    <a:pt x="6898639" y="19177"/>
                  </a:lnTo>
                  <a:lnTo>
                    <a:pt x="6903974" y="19177"/>
                  </a:lnTo>
                  <a:lnTo>
                    <a:pt x="6908164" y="14859"/>
                  </a:lnTo>
                  <a:lnTo>
                    <a:pt x="6908164" y="4445"/>
                  </a:lnTo>
                  <a:lnTo>
                    <a:pt x="6903974" y="127"/>
                  </a:lnTo>
                  <a:close/>
                </a:path>
                <a:path w="10424160" h="2944495">
                  <a:moveTo>
                    <a:pt x="6936739" y="127"/>
                  </a:moveTo>
                  <a:lnTo>
                    <a:pt x="6931533" y="127"/>
                  </a:lnTo>
                  <a:lnTo>
                    <a:pt x="6927214" y="4445"/>
                  </a:lnTo>
                  <a:lnTo>
                    <a:pt x="6927214" y="14859"/>
                  </a:lnTo>
                  <a:lnTo>
                    <a:pt x="6931533" y="19177"/>
                  </a:lnTo>
                  <a:lnTo>
                    <a:pt x="6936739" y="19177"/>
                  </a:lnTo>
                  <a:lnTo>
                    <a:pt x="6936739" y="127"/>
                  </a:lnTo>
                  <a:close/>
                </a:path>
                <a:path w="10424160" h="2944495">
                  <a:moveTo>
                    <a:pt x="6942074" y="127"/>
                  </a:moveTo>
                  <a:lnTo>
                    <a:pt x="6936739" y="127"/>
                  </a:lnTo>
                  <a:lnTo>
                    <a:pt x="6936739" y="19177"/>
                  </a:lnTo>
                  <a:lnTo>
                    <a:pt x="6942074" y="19177"/>
                  </a:lnTo>
                  <a:lnTo>
                    <a:pt x="6946264" y="14859"/>
                  </a:lnTo>
                  <a:lnTo>
                    <a:pt x="6946264" y="4445"/>
                  </a:lnTo>
                  <a:lnTo>
                    <a:pt x="6942074" y="127"/>
                  </a:lnTo>
                  <a:close/>
                </a:path>
                <a:path w="10424160" h="2944495">
                  <a:moveTo>
                    <a:pt x="6974839" y="127"/>
                  </a:moveTo>
                  <a:lnTo>
                    <a:pt x="6969633" y="127"/>
                  </a:lnTo>
                  <a:lnTo>
                    <a:pt x="6965314" y="4445"/>
                  </a:lnTo>
                  <a:lnTo>
                    <a:pt x="6965314" y="14859"/>
                  </a:lnTo>
                  <a:lnTo>
                    <a:pt x="6969633" y="19177"/>
                  </a:lnTo>
                  <a:lnTo>
                    <a:pt x="6974839" y="19177"/>
                  </a:lnTo>
                  <a:lnTo>
                    <a:pt x="6974839" y="127"/>
                  </a:lnTo>
                  <a:close/>
                </a:path>
                <a:path w="10424160" h="2944495">
                  <a:moveTo>
                    <a:pt x="6980174" y="127"/>
                  </a:moveTo>
                  <a:lnTo>
                    <a:pt x="6974966" y="127"/>
                  </a:lnTo>
                  <a:lnTo>
                    <a:pt x="6974966" y="19177"/>
                  </a:lnTo>
                  <a:lnTo>
                    <a:pt x="6980174" y="19177"/>
                  </a:lnTo>
                  <a:lnTo>
                    <a:pt x="6984491" y="14859"/>
                  </a:lnTo>
                  <a:lnTo>
                    <a:pt x="6984491" y="4445"/>
                  </a:lnTo>
                  <a:lnTo>
                    <a:pt x="6980174" y="127"/>
                  </a:lnTo>
                  <a:close/>
                </a:path>
                <a:path w="10424160" h="2944495">
                  <a:moveTo>
                    <a:pt x="7013066" y="127"/>
                  </a:moveTo>
                  <a:lnTo>
                    <a:pt x="7007733" y="127"/>
                  </a:lnTo>
                  <a:lnTo>
                    <a:pt x="7003541" y="4445"/>
                  </a:lnTo>
                  <a:lnTo>
                    <a:pt x="7003541" y="14859"/>
                  </a:lnTo>
                  <a:lnTo>
                    <a:pt x="7007733" y="19177"/>
                  </a:lnTo>
                  <a:lnTo>
                    <a:pt x="7013066" y="19177"/>
                  </a:lnTo>
                  <a:lnTo>
                    <a:pt x="7013066" y="127"/>
                  </a:lnTo>
                  <a:close/>
                </a:path>
                <a:path w="10424160" h="2944495">
                  <a:moveTo>
                    <a:pt x="7018274" y="127"/>
                  </a:moveTo>
                  <a:lnTo>
                    <a:pt x="7013066" y="127"/>
                  </a:lnTo>
                  <a:lnTo>
                    <a:pt x="7013066" y="19177"/>
                  </a:lnTo>
                  <a:lnTo>
                    <a:pt x="7018274" y="19177"/>
                  </a:lnTo>
                  <a:lnTo>
                    <a:pt x="7022591" y="14859"/>
                  </a:lnTo>
                  <a:lnTo>
                    <a:pt x="7022591" y="4445"/>
                  </a:lnTo>
                  <a:lnTo>
                    <a:pt x="7018274" y="127"/>
                  </a:lnTo>
                  <a:close/>
                </a:path>
                <a:path w="10424160" h="2944495">
                  <a:moveTo>
                    <a:pt x="7051166" y="127"/>
                  </a:moveTo>
                  <a:lnTo>
                    <a:pt x="7045833" y="127"/>
                  </a:lnTo>
                  <a:lnTo>
                    <a:pt x="7041641" y="4445"/>
                  </a:lnTo>
                  <a:lnTo>
                    <a:pt x="7041641" y="14859"/>
                  </a:lnTo>
                  <a:lnTo>
                    <a:pt x="7045833" y="19177"/>
                  </a:lnTo>
                  <a:lnTo>
                    <a:pt x="7051166" y="19177"/>
                  </a:lnTo>
                  <a:lnTo>
                    <a:pt x="7051166" y="127"/>
                  </a:lnTo>
                  <a:close/>
                </a:path>
                <a:path w="10424160" h="2944495">
                  <a:moveTo>
                    <a:pt x="7056374" y="127"/>
                  </a:moveTo>
                  <a:lnTo>
                    <a:pt x="7051166" y="127"/>
                  </a:lnTo>
                  <a:lnTo>
                    <a:pt x="7051166" y="19177"/>
                  </a:lnTo>
                  <a:lnTo>
                    <a:pt x="7056374" y="19177"/>
                  </a:lnTo>
                  <a:lnTo>
                    <a:pt x="7060691" y="14859"/>
                  </a:lnTo>
                  <a:lnTo>
                    <a:pt x="7060691" y="4445"/>
                  </a:lnTo>
                  <a:lnTo>
                    <a:pt x="7056374" y="127"/>
                  </a:lnTo>
                  <a:close/>
                </a:path>
                <a:path w="10424160" h="2944495">
                  <a:moveTo>
                    <a:pt x="7089266" y="127"/>
                  </a:moveTo>
                  <a:lnTo>
                    <a:pt x="7083933" y="127"/>
                  </a:lnTo>
                  <a:lnTo>
                    <a:pt x="7079741" y="4445"/>
                  </a:lnTo>
                  <a:lnTo>
                    <a:pt x="7079741" y="14859"/>
                  </a:lnTo>
                  <a:lnTo>
                    <a:pt x="7083933" y="19177"/>
                  </a:lnTo>
                  <a:lnTo>
                    <a:pt x="7089266" y="19177"/>
                  </a:lnTo>
                  <a:lnTo>
                    <a:pt x="7089266" y="127"/>
                  </a:lnTo>
                  <a:close/>
                </a:path>
                <a:path w="10424160" h="2944495">
                  <a:moveTo>
                    <a:pt x="7094474" y="127"/>
                  </a:moveTo>
                  <a:lnTo>
                    <a:pt x="7089266" y="127"/>
                  </a:lnTo>
                  <a:lnTo>
                    <a:pt x="7089266" y="19177"/>
                  </a:lnTo>
                  <a:lnTo>
                    <a:pt x="7094474" y="19177"/>
                  </a:lnTo>
                  <a:lnTo>
                    <a:pt x="7098791" y="14859"/>
                  </a:lnTo>
                  <a:lnTo>
                    <a:pt x="7098791" y="4445"/>
                  </a:lnTo>
                  <a:lnTo>
                    <a:pt x="7094474" y="127"/>
                  </a:lnTo>
                  <a:close/>
                </a:path>
                <a:path w="10424160" h="2944495">
                  <a:moveTo>
                    <a:pt x="7127366" y="127"/>
                  </a:moveTo>
                  <a:lnTo>
                    <a:pt x="7122159" y="127"/>
                  </a:lnTo>
                  <a:lnTo>
                    <a:pt x="7117841" y="4445"/>
                  </a:lnTo>
                  <a:lnTo>
                    <a:pt x="7117841" y="14859"/>
                  </a:lnTo>
                  <a:lnTo>
                    <a:pt x="7122159" y="19177"/>
                  </a:lnTo>
                  <a:lnTo>
                    <a:pt x="7127366" y="19177"/>
                  </a:lnTo>
                  <a:lnTo>
                    <a:pt x="7127366" y="127"/>
                  </a:lnTo>
                  <a:close/>
                </a:path>
                <a:path w="10424160" h="2944495">
                  <a:moveTo>
                    <a:pt x="7132701" y="127"/>
                  </a:moveTo>
                  <a:lnTo>
                    <a:pt x="7127366" y="127"/>
                  </a:lnTo>
                  <a:lnTo>
                    <a:pt x="7127366" y="19177"/>
                  </a:lnTo>
                  <a:lnTo>
                    <a:pt x="7132701" y="19177"/>
                  </a:lnTo>
                  <a:lnTo>
                    <a:pt x="7136891" y="14859"/>
                  </a:lnTo>
                  <a:lnTo>
                    <a:pt x="7136891" y="4445"/>
                  </a:lnTo>
                  <a:lnTo>
                    <a:pt x="7132701" y="127"/>
                  </a:lnTo>
                  <a:close/>
                </a:path>
                <a:path w="10424160" h="2944495">
                  <a:moveTo>
                    <a:pt x="7165466" y="127"/>
                  </a:moveTo>
                  <a:lnTo>
                    <a:pt x="7160259" y="127"/>
                  </a:lnTo>
                  <a:lnTo>
                    <a:pt x="7155941" y="4445"/>
                  </a:lnTo>
                  <a:lnTo>
                    <a:pt x="7155941" y="14859"/>
                  </a:lnTo>
                  <a:lnTo>
                    <a:pt x="7160259" y="19177"/>
                  </a:lnTo>
                  <a:lnTo>
                    <a:pt x="7165466" y="19177"/>
                  </a:lnTo>
                  <a:lnTo>
                    <a:pt x="7165466" y="127"/>
                  </a:lnTo>
                  <a:close/>
                </a:path>
                <a:path w="10424160" h="2944495">
                  <a:moveTo>
                    <a:pt x="7170801" y="127"/>
                  </a:moveTo>
                  <a:lnTo>
                    <a:pt x="7165466" y="127"/>
                  </a:lnTo>
                  <a:lnTo>
                    <a:pt x="7165466" y="19177"/>
                  </a:lnTo>
                  <a:lnTo>
                    <a:pt x="7170801" y="19177"/>
                  </a:lnTo>
                  <a:lnTo>
                    <a:pt x="7174991" y="14859"/>
                  </a:lnTo>
                  <a:lnTo>
                    <a:pt x="7174991" y="4445"/>
                  </a:lnTo>
                  <a:lnTo>
                    <a:pt x="7170801" y="127"/>
                  </a:lnTo>
                  <a:close/>
                </a:path>
                <a:path w="10424160" h="2944495">
                  <a:moveTo>
                    <a:pt x="7203566" y="127"/>
                  </a:moveTo>
                  <a:lnTo>
                    <a:pt x="7198359" y="127"/>
                  </a:lnTo>
                  <a:lnTo>
                    <a:pt x="7194041" y="4445"/>
                  </a:lnTo>
                  <a:lnTo>
                    <a:pt x="7194041" y="14859"/>
                  </a:lnTo>
                  <a:lnTo>
                    <a:pt x="7198359" y="19177"/>
                  </a:lnTo>
                  <a:lnTo>
                    <a:pt x="7203566" y="19177"/>
                  </a:lnTo>
                  <a:lnTo>
                    <a:pt x="7203566" y="127"/>
                  </a:lnTo>
                  <a:close/>
                </a:path>
                <a:path w="10424160" h="2944495">
                  <a:moveTo>
                    <a:pt x="7208901" y="127"/>
                  </a:moveTo>
                  <a:lnTo>
                    <a:pt x="7203566" y="127"/>
                  </a:lnTo>
                  <a:lnTo>
                    <a:pt x="7203566" y="19177"/>
                  </a:lnTo>
                  <a:lnTo>
                    <a:pt x="7208901" y="19177"/>
                  </a:lnTo>
                  <a:lnTo>
                    <a:pt x="7213091" y="14859"/>
                  </a:lnTo>
                  <a:lnTo>
                    <a:pt x="7213091" y="4445"/>
                  </a:lnTo>
                  <a:lnTo>
                    <a:pt x="7208901" y="127"/>
                  </a:lnTo>
                  <a:close/>
                </a:path>
                <a:path w="10424160" h="2944495">
                  <a:moveTo>
                    <a:pt x="7241666" y="127"/>
                  </a:moveTo>
                  <a:lnTo>
                    <a:pt x="7236459" y="127"/>
                  </a:lnTo>
                  <a:lnTo>
                    <a:pt x="7232141" y="4445"/>
                  </a:lnTo>
                  <a:lnTo>
                    <a:pt x="7232141" y="14859"/>
                  </a:lnTo>
                  <a:lnTo>
                    <a:pt x="7236459" y="19177"/>
                  </a:lnTo>
                  <a:lnTo>
                    <a:pt x="7241666" y="19177"/>
                  </a:lnTo>
                  <a:lnTo>
                    <a:pt x="7241666" y="127"/>
                  </a:lnTo>
                  <a:close/>
                </a:path>
                <a:path w="10424160" h="2944495">
                  <a:moveTo>
                    <a:pt x="7247001" y="127"/>
                  </a:moveTo>
                  <a:lnTo>
                    <a:pt x="7241793" y="127"/>
                  </a:lnTo>
                  <a:lnTo>
                    <a:pt x="7241793" y="19177"/>
                  </a:lnTo>
                  <a:lnTo>
                    <a:pt x="7247001" y="19177"/>
                  </a:lnTo>
                  <a:lnTo>
                    <a:pt x="7251318" y="14859"/>
                  </a:lnTo>
                  <a:lnTo>
                    <a:pt x="7251318" y="4445"/>
                  </a:lnTo>
                  <a:lnTo>
                    <a:pt x="7247001" y="127"/>
                  </a:lnTo>
                  <a:close/>
                </a:path>
                <a:path w="10424160" h="2944495">
                  <a:moveTo>
                    <a:pt x="7279893" y="127"/>
                  </a:moveTo>
                  <a:lnTo>
                    <a:pt x="7274559" y="127"/>
                  </a:lnTo>
                  <a:lnTo>
                    <a:pt x="7270368" y="4445"/>
                  </a:lnTo>
                  <a:lnTo>
                    <a:pt x="7270368" y="14859"/>
                  </a:lnTo>
                  <a:lnTo>
                    <a:pt x="7274559" y="19177"/>
                  </a:lnTo>
                  <a:lnTo>
                    <a:pt x="7279893" y="19177"/>
                  </a:lnTo>
                  <a:lnTo>
                    <a:pt x="7279893" y="127"/>
                  </a:lnTo>
                  <a:close/>
                </a:path>
                <a:path w="10424160" h="2944495">
                  <a:moveTo>
                    <a:pt x="7285101" y="127"/>
                  </a:moveTo>
                  <a:lnTo>
                    <a:pt x="7279893" y="127"/>
                  </a:lnTo>
                  <a:lnTo>
                    <a:pt x="7279893" y="19177"/>
                  </a:lnTo>
                  <a:lnTo>
                    <a:pt x="7285101" y="19177"/>
                  </a:lnTo>
                  <a:lnTo>
                    <a:pt x="7289418" y="14859"/>
                  </a:lnTo>
                  <a:lnTo>
                    <a:pt x="7289418" y="4445"/>
                  </a:lnTo>
                  <a:lnTo>
                    <a:pt x="7285101" y="127"/>
                  </a:lnTo>
                  <a:close/>
                </a:path>
                <a:path w="10424160" h="2944495">
                  <a:moveTo>
                    <a:pt x="7317993" y="127"/>
                  </a:moveTo>
                  <a:lnTo>
                    <a:pt x="7312659" y="127"/>
                  </a:lnTo>
                  <a:lnTo>
                    <a:pt x="7308468" y="4445"/>
                  </a:lnTo>
                  <a:lnTo>
                    <a:pt x="7308468" y="14859"/>
                  </a:lnTo>
                  <a:lnTo>
                    <a:pt x="7312659" y="19177"/>
                  </a:lnTo>
                  <a:lnTo>
                    <a:pt x="7317993" y="19177"/>
                  </a:lnTo>
                  <a:lnTo>
                    <a:pt x="7317993" y="127"/>
                  </a:lnTo>
                  <a:close/>
                </a:path>
                <a:path w="10424160" h="2944495">
                  <a:moveTo>
                    <a:pt x="7323201" y="127"/>
                  </a:moveTo>
                  <a:lnTo>
                    <a:pt x="7317993" y="127"/>
                  </a:lnTo>
                  <a:lnTo>
                    <a:pt x="7317993" y="19177"/>
                  </a:lnTo>
                  <a:lnTo>
                    <a:pt x="7323201" y="19177"/>
                  </a:lnTo>
                  <a:lnTo>
                    <a:pt x="7327518" y="14859"/>
                  </a:lnTo>
                  <a:lnTo>
                    <a:pt x="7327518" y="4445"/>
                  </a:lnTo>
                  <a:lnTo>
                    <a:pt x="7323201" y="127"/>
                  </a:lnTo>
                  <a:close/>
                </a:path>
                <a:path w="10424160" h="2944495">
                  <a:moveTo>
                    <a:pt x="7356093" y="127"/>
                  </a:moveTo>
                  <a:lnTo>
                    <a:pt x="7350759" y="127"/>
                  </a:lnTo>
                  <a:lnTo>
                    <a:pt x="7346568" y="4445"/>
                  </a:lnTo>
                  <a:lnTo>
                    <a:pt x="7346568" y="14859"/>
                  </a:lnTo>
                  <a:lnTo>
                    <a:pt x="7350759" y="19177"/>
                  </a:lnTo>
                  <a:lnTo>
                    <a:pt x="7356093" y="19177"/>
                  </a:lnTo>
                  <a:lnTo>
                    <a:pt x="7356093" y="127"/>
                  </a:lnTo>
                  <a:close/>
                </a:path>
                <a:path w="10424160" h="2944495">
                  <a:moveTo>
                    <a:pt x="7361301" y="127"/>
                  </a:moveTo>
                  <a:lnTo>
                    <a:pt x="7356093" y="127"/>
                  </a:lnTo>
                  <a:lnTo>
                    <a:pt x="7356093" y="19177"/>
                  </a:lnTo>
                  <a:lnTo>
                    <a:pt x="7361301" y="19177"/>
                  </a:lnTo>
                  <a:lnTo>
                    <a:pt x="7365618" y="14859"/>
                  </a:lnTo>
                  <a:lnTo>
                    <a:pt x="7365618" y="4445"/>
                  </a:lnTo>
                  <a:lnTo>
                    <a:pt x="7361301" y="127"/>
                  </a:lnTo>
                  <a:close/>
                </a:path>
                <a:path w="10424160" h="2944495">
                  <a:moveTo>
                    <a:pt x="7394193" y="127"/>
                  </a:moveTo>
                  <a:lnTo>
                    <a:pt x="7388986" y="127"/>
                  </a:lnTo>
                  <a:lnTo>
                    <a:pt x="7384668" y="4445"/>
                  </a:lnTo>
                  <a:lnTo>
                    <a:pt x="7384668" y="14859"/>
                  </a:lnTo>
                  <a:lnTo>
                    <a:pt x="7388986" y="19177"/>
                  </a:lnTo>
                  <a:lnTo>
                    <a:pt x="7394193" y="19177"/>
                  </a:lnTo>
                  <a:lnTo>
                    <a:pt x="7394193" y="127"/>
                  </a:lnTo>
                  <a:close/>
                </a:path>
                <a:path w="10424160" h="2944495">
                  <a:moveTo>
                    <a:pt x="7399528" y="127"/>
                  </a:moveTo>
                  <a:lnTo>
                    <a:pt x="7394193" y="127"/>
                  </a:lnTo>
                  <a:lnTo>
                    <a:pt x="7394193" y="19177"/>
                  </a:lnTo>
                  <a:lnTo>
                    <a:pt x="7399528" y="19177"/>
                  </a:lnTo>
                  <a:lnTo>
                    <a:pt x="7403718" y="14859"/>
                  </a:lnTo>
                  <a:lnTo>
                    <a:pt x="7403718" y="4445"/>
                  </a:lnTo>
                  <a:lnTo>
                    <a:pt x="7399528" y="127"/>
                  </a:lnTo>
                  <a:close/>
                </a:path>
                <a:path w="10424160" h="2944495">
                  <a:moveTo>
                    <a:pt x="7432293" y="127"/>
                  </a:moveTo>
                  <a:lnTo>
                    <a:pt x="7427086" y="127"/>
                  </a:lnTo>
                  <a:lnTo>
                    <a:pt x="7422768" y="4445"/>
                  </a:lnTo>
                  <a:lnTo>
                    <a:pt x="7422768" y="14859"/>
                  </a:lnTo>
                  <a:lnTo>
                    <a:pt x="7427086" y="19177"/>
                  </a:lnTo>
                  <a:lnTo>
                    <a:pt x="7432293" y="19177"/>
                  </a:lnTo>
                  <a:lnTo>
                    <a:pt x="7432293" y="127"/>
                  </a:lnTo>
                  <a:close/>
                </a:path>
                <a:path w="10424160" h="2944495">
                  <a:moveTo>
                    <a:pt x="7437628" y="127"/>
                  </a:moveTo>
                  <a:lnTo>
                    <a:pt x="7432293" y="127"/>
                  </a:lnTo>
                  <a:lnTo>
                    <a:pt x="7432293" y="19177"/>
                  </a:lnTo>
                  <a:lnTo>
                    <a:pt x="7437628" y="19177"/>
                  </a:lnTo>
                  <a:lnTo>
                    <a:pt x="7441818" y="14859"/>
                  </a:lnTo>
                  <a:lnTo>
                    <a:pt x="7441818" y="4445"/>
                  </a:lnTo>
                  <a:lnTo>
                    <a:pt x="7437628" y="127"/>
                  </a:lnTo>
                  <a:close/>
                </a:path>
                <a:path w="10424160" h="2944495">
                  <a:moveTo>
                    <a:pt x="7470393" y="127"/>
                  </a:moveTo>
                  <a:lnTo>
                    <a:pt x="7465186" y="127"/>
                  </a:lnTo>
                  <a:lnTo>
                    <a:pt x="7460868" y="4445"/>
                  </a:lnTo>
                  <a:lnTo>
                    <a:pt x="7460868" y="14859"/>
                  </a:lnTo>
                  <a:lnTo>
                    <a:pt x="7465186" y="19177"/>
                  </a:lnTo>
                  <a:lnTo>
                    <a:pt x="7470393" y="19177"/>
                  </a:lnTo>
                  <a:lnTo>
                    <a:pt x="7470393" y="127"/>
                  </a:lnTo>
                  <a:close/>
                </a:path>
                <a:path w="10424160" h="2944495">
                  <a:moveTo>
                    <a:pt x="7470521" y="12827"/>
                  </a:moveTo>
                  <a:lnTo>
                    <a:pt x="7470393" y="12827"/>
                  </a:lnTo>
                  <a:lnTo>
                    <a:pt x="7470393" y="19177"/>
                  </a:lnTo>
                  <a:lnTo>
                    <a:pt x="7470521" y="19177"/>
                  </a:lnTo>
                  <a:lnTo>
                    <a:pt x="7470521" y="12827"/>
                  </a:lnTo>
                  <a:close/>
                </a:path>
                <a:path w="10424160" h="2944495">
                  <a:moveTo>
                    <a:pt x="7475728" y="127"/>
                  </a:moveTo>
                  <a:lnTo>
                    <a:pt x="7470521" y="127"/>
                  </a:lnTo>
                  <a:lnTo>
                    <a:pt x="7470521" y="19177"/>
                  </a:lnTo>
                  <a:lnTo>
                    <a:pt x="7475728" y="19177"/>
                  </a:lnTo>
                  <a:lnTo>
                    <a:pt x="7480046" y="14859"/>
                  </a:lnTo>
                  <a:lnTo>
                    <a:pt x="7480046" y="4445"/>
                  </a:lnTo>
                  <a:lnTo>
                    <a:pt x="7475728" y="127"/>
                  </a:lnTo>
                  <a:close/>
                </a:path>
                <a:path w="10424160" h="2944495">
                  <a:moveTo>
                    <a:pt x="7470521" y="127"/>
                  </a:moveTo>
                  <a:lnTo>
                    <a:pt x="7470393" y="127"/>
                  </a:lnTo>
                  <a:lnTo>
                    <a:pt x="7470393" y="6477"/>
                  </a:lnTo>
                  <a:lnTo>
                    <a:pt x="7470521" y="6477"/>
                  </a:lnTo>
                  <a:lnTo>
                    <a:pt x="7470521" y="127"/>
                  </a:lnTo>
                  <a:close/>
                </a:path>
                <a:path w="10424160" h="2944495">
                  <a:moveTo>
                    <a:pt x="7508621" y="127"/>
                  </a:moveTo>
                  <a:lnTo>
                    <a:pt x="7503286" y="127"/>
                  </a:lnTo>
                  <a:lnTo>
                    <a:pt x="7499096" y="4445"/>
                  </a:lnTo>
                  <a:lnTo>
                    <a:pt x="7499096" y="14859"/>
                  </a:lnTo>
                  <a:lnTo>
                    <a:pt x="7503286" y="19177"/>
                  </a:lnTo>
                  <a:lnTo>
                    <a:pt x="7508621" y="19177"/>
                  </a:lnTo>
                  <a:lnTo>
                    <a:pt x="7508621" y="127"/>
                  </a:lnTo>
                  <a:close/>
                </a:path>
                <a:path w="10424160" h="2944495">
                  <a:moveTo>
                    <a:pt x="7513828" y="127"/>
                  </a:moveTo>
                  <a:lnTo>
                    <a:pt x="7508621" y="127"/>
                  </a:lnTo>
                  <a:lnTo>
                    <a:pt x="7508621" y="19177"/>
                  </a:lnTo>
                  <a:lnTo>
                    <a:pt x="7513828" y="19177"/>
                  </a:lnTo>
                  <a:lnTo>
                    <a:pt x="7518146" y="14859"/>
                  </a:lnTo>
                  <a:lnTo>
                    <a:pt x="7518146" y="4445"/>
                  </a:lnTo>
                  <a:lnTo>
                    <a:pt x="7513828" y="127"/>
                  </a:lnTo>
                  <a:close/>
                </a:path>
                <a:path w="10424160" h="2944495">
                  <a:moveTo>
                    <a:pt x="7546721" y="127"/>
                  </a:moveTo>
                  <a:lnTo>
                    <a:pt x="7541386" y="127"/>
                  </a:lnTo>
                  <a:lnTo>
                    <a:pt x="7537196" y="4445"/>
                  </a:lnTo>
                  <a:lnTo>
                    <a:pt x="7537196" y="14859"/>
                  </a:lnTo>
                  <a:lnTo>
                    <a:pt x="7541386" y="19177"/>
                  </a:lnTo>
                  <a:lnTo>
                    <a:pt x="7546721" y="19177"/>
                  </a:lnTo>
                  <a:lnTo>
                    <a:pt x="7546721" y="127"/>
                  </a:lnTo>
                  <a:close/>
                </a:path>
                <a:path w="10424160" h="2944495">
                  <a:moveTo>
                    <a:pt x="7551928" y="127"/>
                  </a:moveTo>
                  <a:lnTo>
                    <a:pt x="7546721" y="127"/>
                  </a:lnTo>
                  <a:lnTo>
                    <a:pt x="7546721" y="19177"/>
                  </a:lnTo>
                  <a:lnTo>
                    <a:pt x="7551928" y="19177"/>
                  </a:lnTo>
                  <a:lnTo>
                    <a:pt x="7556246" y="14859"/>
                  </a:lnTo>
                  <a:lnTo>
                    <a:pt x="7556246" y="4445"/>
                  </a:lnTo>
                  <a:lnTo>
                    <a:pt x="7551928" y="127"/>
                  </a:lnTo>
                  <a:close/>
                </a:path>
                <a:path w="10424160" h="2944495">
                  <a:moveTo>
                    <a:pt x="7584821" y="127"/>
                  </a:moveTo>
                  <a:lnTo>
                    <a:pt x="7579486" y="127"/>
                  </a:lnTo>
                  <a:lnTo>
                    <a:pt x="7575296" y="4445"/>
                  </a:lnTo>
                  <a:lnTo>
                    <a:pt x="7575296" y="14859"/>
                  </a:lnTo>
                  <a:lnTo>
                    <a:pt x="7579486" y="19177"/>
                  </a:lnTo>
                  <a:lnTo>
                    <a:pt x="7584821" y="19177"/>
                  </a:lnTo>
                  <a:lnTo>
                    <a:pt x="7584821" y="127"/>
                  </a:lnTo>
                  <a:close/>
                </a:path>
                <a:path w="10424160" h="2944495">
                  <a:moveTo>
                    <a:pt x="7590028" y="127"/>
                  </a:moveTo>
                  <a:lnTo>
                    <a:pt x="7584821" y="127"/>
                  </a:lnTo>
                  <a:lnTo>
                    <a:pt x="7584821" y="19177"/>
                  </a:lnTo>
                  <a:lnTo>
                    <a:pt x="7590028" y="19177"/>
                  </a:lnTo>
                  <a:lnTo>
                    <a:pt x="7594346" y="14859"/>
                  </a:lnTo>
                  <a:lnTo>
                    <a:pt x="7594346" y="4445"/>
                  </a:lnTo>
                  <a:lnTo>
                    <a:pt x="7590028" y="127"/>
                  </a:lnTo>
                  <a:close/>
                </a:path>
                <a:path w="10424160" h="2944495">
                  <a:moveTo>
                    <a:pt x="7622921" y="127"/>
                  </a:moveTo>
                  <a:lnTo>
                    <a:pt x="7617713" y="127"/>
                  </a:lnTo>
                  <a:lnTo>
                    <a:pt x="7613396" y="4445"/>
                  </a:lnTo>
                  <a:lnTo>
                    <a:pt x="7613396" y="14859"/>
                  </a:lnTo>
                  <a:lnTo>
                    <a:pt x="7617713" y="19177"/>
                  </a:lnTo>
                  <a:lnTo>
                    <a:pt x="7622921" y="19177"/>
                  </a:lnTo>
                  <a:lnTo>
                    <a:pt x="7622921" y="127"/>
                  </a:lnTo>
                  <a:close/>
                </a:path>
                <a:path w="10424160" h="2944495">
                  <a:moveTo>
                    <a:pt x="7628255" y="127"/>
                  </a:moveTo>
                  <a:lnTo>
                    <a:pt x="7622921" y="127"/>
                  </a:lnTo>
                  <a:lnTo>
                    <a:pt x="7622921" y="19177"/>
                  </a:lnTo>
                  <a:lnTo>
                    <a:pt x="7628255" y="19177"/>
                  </a:lnTo>
                  <a:lnTo>
                    <a:pt x="7632446" y="14859"/>
                  </a:lnTo>
                  <a:lnTo>
                    <a:pt x="7632446" y="4445"/>
                  </a:lnTo>
                  <a:lnTo>
                    <a:pt x="7628255" y="127"/>
                  </a:lnTo>
                  <a:close/>
                </a:path>
                <a:path w="10424160" h="2944495">
                  <a:moveTo>
                    <a:pt x="7661021" y="127"/>
                  </a:moveTo>
                  <a:lnTo>
                    <a:pt x="7655813" y="127"/>
                  </a:lnTo>
                  <a:lnTo>
                    <a:pt x="7651496" y="4445"/>
                  </a:lnTo>
                  <a:lnTo>
                    <a:pt x="7651496" y="14859"/>
                  </a:lnTo>
                  <a:lnTo>
                    <a:pt x="7655813" y="19177"/>
                  </a:lnTo>
                  <a:lnTo>
                    <a:pt x="7661021" y="19177"/>
                  </a:lnTo>
                  <a:lnTo>
                    <a:pt x="7661021" y="127"/>
                  </a:lnTo>
                  <a:close/>
                </a:path>
                <a:path w="10424160" h="2944495">
                  <a:moveTo>
                    <a:pt x="7666355" y="127"/>
                  </a:moveTo>
                  <a:lnTo>
                    <a:pt x="7661021" y="127"/>
                  </a:lnTo>
                  <a:lnTo>
                    <a:pt x="7661021" y="19177"/>
                  </a:lnTo>
                  <a:lnTo>
                    <a:pt x="7666355" y="19177"/>
                  </a:lnTo>
                  <a:lnTo>
                    <a:pt x="7670546" y="14859"/>
                  </a:lnTo>
                  <a:lnTo>
                    <a:pt x="7670546" y="4445"/>
                  </a:lnTo>
                  <a:lnTo>
                    <a:pt x="7666355" y="127"/>
                  </a:lnTo>
                  <a:close/>
                </a:path>
                <a:path w="10424160" h="2944495">
                  <a:moveTo>
                    <a:pt x="7699121" y="127"/>
                  </a:moveTo>
                  <a:lnTo>
                    <a:pt x="7693913" y="127"/>
                  </a:lnTo>
                  <a:lnTo>
                    <a:pt x="7689596" y="4445"/>
                  </a:lnTo>
                  <a:lnTo>
                    <a:pt x="7689596" y="14859"/>
                  </a:lnTo>
                  <a:lnTo>
                    <a:pt x="7693913" y="19177"/>
                  </a:lnTo>
                  <a:lnTo>
                    <a:pt x="7699121" y="19177"/>
                  </a:lnTo>
                  <a:lnTo>
                    <a:pt x="7699121" y="127"/>
                  </a:lnTo>
                  <a:close/>
                </a:path>
                <a:path w="10424160" h="2944495">
                  <a:moveTo>
                    <a:pt x="7704455" y="127"/>
                  </a:moveTo>
                  <a:lnTo>
                    <a:pt x="7699121" y="127"/>
                  </a:lnTo>
                  <a:lnTo>
                    <a:pt x="7699121" y="19177"/>
                  </a:lnTo>
                  <a:lnTo>
                    <a:pt x="7704455" y="19177"/>
                  </a:lnTo>
                  <a:lnTo>
                    <a:pt x="7708646" y="14859"/>
                  </a:lnTo>
                  <a:lnTo>
                    <a:pt x="7708646" y="4445"/>
                  </a:lnTo>
                  <a:lnTo>
                    <a:pt x="7704455" y="127"/>
                  </a:lnTo>
                  <a:close/>
                </a:path>
                <a:path w="10424160" h="2944495">
                  <a:moveTo>
                    <a:pt x="7737221" y="127"/>
                  </a:moveTo>
                  <a:lnTo>
                    <a:pt x="7732013" y="127"/>
                  </a:lnTo>
                  <a:lnTo>
                    <a:pt x="7727696" y="4445"/>
                  </a:lnTo>
                  <a:lnTo>
                    <a:pt x="7727696" y="14859"/>
                  </a:lnTo>
                  <a:lnTo>
                    <a:pt x="7732013" y="19177"/>
                  </a:lnTo>
                  <a:lnTo>
                    <a:pt x="7737221" y="19177"/>
                  </a:lnTo>
                  <a:lnTo>
                    <a:pt x="7737221" y="127"/>
                  </a:lnTo>
                  <a:close/>
                </a:path>
                <a:path w="10424160" h="2944495">
                  <a:moveTo>
                    <a:pt x="7742555" y="127"/>
                  </a:moveTo>
                  <a:lnTo>
                    <a:pt x="7737348" y="127"/>
                  </a:lnTo>
                  <a:lnTo>
                    <a:pt x="7737348" y="19177"/>
                  </a:lnTo>
                  <a:lnTo>
                    <a:pt x="7742555" y="19177"/>
                  </a:lnTo>
                  <a:lnTo>
                    <a:pt x="7746873" y="14859"/>
                  </a:lnTo>
                  <a:lnTo>
                    <a:pt x="7746873" y="4445"/>
                  </a:lnTo>
                  <a:lnTo>
                    <a:pt x="7742555" y="127"/>
                  </a:lnTo>
                  <a:close/>
                </a:path>
                <a:path w="10424160" h="2944495">
                  <a:moveTo>
                    <a:pt x="7775448" y="127"/>
                  </a:moveTo>
                  <a:lnTo>
                    <a:pt x="7770113" y="127"/>
                  </a:lnTo>
                  <a:lnTo>
                    <a:pt x="7765923" y="4445"/>
                  </a:lnTo>
                  <a:lnTo>
                    <a:pt x="7765923" y="14859"/>
                  </a:lnTo>
                  <a:lnTo>
                    <a:pt x="7770113" y="19177"/>
                  </a:lnTo>
                  <a:lnTo>
                    <a:pt x="7775448" y="19177"/>
                  </a:lnTo>
                  <a:lnTo>
                    <a:pt x="7775448" y="127"/>
                  </a:lnTo>
                  <a:close/>
                </a:path>
                <a:path w="10424160" h="2944495">
                  <a:moveTo>
                    <a:pt x="7780655" y="127"/>
                  </a:moveTo>
                  <a:lnTo>
                    <a:pt x="7775448" y="127"/>
                  </a:lnTo>
                  <a:lnTo>
                    <a:pt x="7775448" y="19177"/>
                  </a:lnTo>
                  <a:lnTo>
                    <a:pt x="7780655" y="19177"/>
                  </a:lnTo>
                  <a:lnTo>
                    <a:pt x="7784973" y="14859"/>
                  </a:lnTo>
                  <a:lnTo>
                    <a:pt x="7784973" y="4445"/>
                  </a:lnTo>
                  <a:lnTo>
                    <a:pt x="7780655" y="127"/>
                  </a:lnTo>
                  <a:close/>
                </a:path>
                <a:path w="10424160" h="2944495">
                  <a:moveTo>
                    <a:pt x="7813548" y="127"/>
                  </a:moveTo>
                  <a:lnTo>
                    <a:pt x="7808213" y="127"/>
                  </a:lnTo>
                  <a:lnTo>
                    <a:pt x="7804023" y="4445"/>
                  </a:lnTo>
                  <a:lnTo>
                    <a:pt x="7804023" y="14859"/>
                  </a:lnTo>
                  <a:lnTo>
                    <a:pt x="7808213" y="19177"/>
                  </a:lnTo>
                  <a:lnTo>
                    <a:pt x="7813548" y="19177"/>
                  </a:lnTo>
                  <a:lnTo>
                    <a:pt x="7813548" y="127"/>
                  </a:lnTo>
                  <a:close/>
                </a:path>
                <a:path w="10424160" h="2944495">
                  <a:moveTo>
                    <a:pt x="7818755" y="127"/>
                  </a:moveTo>
                  <a:lnTo>
                    <a:pt x="7813548" y="127"/>
                  </a:lnTo>
                  <a:lnTo>
                    <a:pt x="7813548" y="19177"/>
                  </a:lnTo>
                  <a:lnTo>
                    <a:pt x="7818755" y="19177"/>
                  </a:lnTo>
                  <a:lnTo>
                    <a:pt x="7823073" y="14859"/>
                  </a:lnTo>
                  <a:lnTo>
                    <a:pt x="7823073" y="4445"/>
                  </a:lnTo>
                  <a:lnTo>
                    <a:pt x="7818755" y="127"/>
                  </a:lnTo>
                  <a:close/>
                </a:path>
                <a:path w="10424160" h="2944495">
                  <a:moveTo>
                    <a:pt x="7851648" y="127"/>
                  </a:moveTo>
                  <a:lnTo>
                    <a:pt x="7846313" y="127"/>
                  </a:lnTo>
                  <a:lnTo>
                    <a:pt x="7842123" y="4445"/>
                  </a:lnTo>
                  <a:lnTo>
                    <a:pt x="7842123" y="14859"/>
                  </a:lnTo>
                  <a:lnTo>
                    <a:pt x="7846313" y="19177"/>
                  </a:lnTo>
                  <a:lnTo>
                    <a:pt x="7851648" y="19177"/>
                  </a:lnTo>
                  <a:lnTo>
                    <a:pt x="7851648" y="127"/>
                  </a:lnTo>
                  <a:close/>
                </a:path>
                <a:path w="10424160" h="2944495">
                  <a:moveTo>
                    <a:pt x="7856855" y="127"/>
                  </a:moveTo>
                  <a:lnTo>
                    <a:pt x="7851648" y="127"/>
                  </a:lnTo>
                  <a:lnTo>
                    <a:pt x="7851648" y="19177"/>
                  </a:lnTo>
                  <a:lnTo>
                    <a:pt x="7856855" y="19177"/>
                  </a:lnTo>
                  <a:lnTo>
                    <a:pt x="7861173" y="14859"/>
                  </a:lnTo>
                  <a:lnTo>
                    <a:pt x="7861173" y="4445"/>
                  </a:lnTo>
                  <a:lnTo>
                    <a:pt x="7856855" y="127"/>
                  </a:lnTo>
                  <a:close/>
                </a:path>
                <a:path w="10424160" h="2944495">
                  <a:moveTo>
                    <a:pt x="7889748" y="127"/>
                  </a:moveTo>
                  <a:lnTo>
                    <a:pt x="7884540" y="127"/>
                  </a:lnTo>
                  <a:lnTo>
                    <a:pt x="7880223" y="4445"/>
                  </a:lnTo>
                  <a:lnTo>
                    <a:pt x="7880223" y="14859"/>
                  </a:lnTo>
                  <a:lnTo>
                    <a:pt x="7884540" y="19177"/>
                  </a:lnTo>
                  <a:lnTo>
                    <a:pt x="7889748" y="19177"/>
                  </a:lnTo>
                  <a:lnTo>
                    <a:pt x="7889748" y="127"/>
                  </a:lnTo>
                  <a:close/>
                </a:path>
                <a:path w="10424160" h="2944495">
                  <a:moveTo>
                    <a:pt x="7895082" y="127"/>
                  </a:moveTo>
                  <a:lnTo>
                    <a:pt x="7889748" y="127"/>
                  </a:lnTo>
                  <a:lnTo>
                    <a:pt x="7889748" y="19177"/>
                  </a:lnTo>
                  <a:lnTo>
                    <a:pt x="7895082" y="19177"/>
                  </a:lnTo>
                  <a:lnTo>
                    <a:pt x="7899273" y="14859"/>
                  </a:lnTo>
                  <a:lnTo>
                    <a:pt x="7899273" y="4445"/>
                  </a:lnTo>
                  <a:lnTo>
                    <a:pt x="7895082" y="127"/>
                  </a:lnTo>
                  <a:close/>
                </a:path>
                <a:path w="10424160" h="2944495">
                  <a:moveTo>
                    <a:pt x="7927848" y="127"/>
                  </a:moveTo>
                  <a:lnTo>
                    <a:pt x="7922640" y="127"/>
                  </a:lnTo>
                  <a:lnTo>
                    <a:pt x="7918323" y="4445"/>
                  </a:lnTo>
                  <a:lnTo>
                    <a:pt x="7918323" y="14859"/>
                  </a:lnTo>
                  <a:lnTo>
                    <a:pt x="7922640" y="19177"/>
                  </a:lnTo>
                  <a:lnTo>
                    <a:pt x="7927848" y="19177"/>
                  </a:lnTo>
                  <a:lnTo>
                    <a:pt x="7927848" y="127"/>
                  </a:lnTo>
                  <a:close/>
                </a:path>
                <a:path w="10424160" h="2944495">
                  <a:moveTo>
                    <a:pt x="7933182" y="127"/>
                  </a:moveTo>
                  <a:lnTo>
                    <a:pt x="7927848" y="127"/>
                  </a:lnTo>
                  <a:lnTo>
                    <a:pt x="7927848" y="19177"/>
                  </a:lnTo>
                  <a:lnTo>
                    <a:pt x="7933182" y="19177"/>
                  </a:lnTo>
                  <a:lnTo>
                    <a:pt x="7937373" y="14859"/>
                  </a:lnTo>
                  <a:lnTo>
                    <a:pt x="7937373" y="4445"/>
                  </a:lnTo>
                  <a:lnTo>
                    <a:pt x="7933182" y="127"/>
                  </a:lnTo>
                  <a:close/>
                </a:path>
                <a:path w="10424160" h="2944495">
                  <a:moveTo>
                    <a:pt x="7965948" y="127"/>
                  </a:moveTo>
                  <a:lnTo>
                    <a:pt x="7960740" y="127"/>
                  </a:lnTo>
                  <a:lnTo>
                    <a:pt x="7956423" y="4445"/>
                  </a:lnTo>
                  <a:lnTo>
                    <a:pt x="7956423" y="14859"/>
                  </a:lnTo>
                  <a:lnTo>
                    <a:pt x="7960740" y="19177"/>
                  </a:lnTo>
                  <a:lnTo>
                    <a:pt x="7965948" y="19177"/>
                  </a:lnTo>
                  <a:lnTo>
                    <a:pt x="7965948" y="127"/>
                  </a:lnTo>
                  <a:close/>
                </a:path>
                <a:path w="10424160" h="2944495">
                  <a:moveTo>
                    <a:pt x="7971282" y="127"/>
                  </a:moveTo>
                  <a:lnTo>
                    <a:pt x="7966075" y="127"/>
                  </a:lnTo>
                  <a:lnTo>
                    <a:pt x="7966075" y="19177"/>
                  </a:lnTo>
                  <a:lnTo>
                    <a:pt x="7971282" y="19177"/>
                  </a:lnTo>
                  <a:lnTo>
                    <a:pt x="7975600" y="14859"/>
                  </a:lnTo>
                  <a:lnTo>
                    <a:pt x="7975600" y="4445"/>
                  </a:lnTo>
                  <a:lnTo>
                    <a:pt x="7971282" y="127"/>
                  </a:lnTo>
                  <a:close/>
                </a:path>
                <a:path w="10424160" h="2944495">
                  <a:moveTo>
                    <a:pt x="8004175" y="127"/>
                  </a:moveTo>
                  <a:lnTo>
                    <a:pt x="7998840" y="127"/>
                  </a:lnTo>
                  <a:lnTo>
                    <a:pt x="7994650" y="4445"/>
                  </a:lnTo>
                  <a:lnTo>
                    <a:pt x="7994650" y="14859"/>
                  </a:lnTo>
                  <a:lnTo>
                    <a:pt x="7998840" y="19177"/>
                  </a:lnTo>
                  <a:lnTo>
                    <a:pt x="8004175" y="19177"/>
                  </a:lnTo>
                  <a:lnTo>
                    <a:pt x="8004175" y="127"/>
                  </a:lnTo>
                  <a:close/>
                </a:path>
                <a:path w="10424160" h="2944495">
                  <a:moveTo>
                    <a:pt x="8009382" y="127"/>
                  </a:moveTo>
                  <a:lnTo>
                    <a:pt x="8004175" y="127"/>
                  </a:lnTo>
                  <a:lnTo>
                    <a:pt x="8004175" y="19177"/>
                  </a:lnTo>
                  <a:lnTo>
                    <a:pt x="8009382" y="19177"/>
                  </a:lnTo>
                  <a:lnTo>
                    <a:pt x="8013700" y="14859"/>
                  </a:lnTo>
                  <a:lnTo>
                    <a:pt x="8013700" y="4445"/>
                  </a:lnTo>
                  <a:lnTo>
                    <a:pt x="8009382" y="127"/>
                  </a:lnTo>
                  <a:close/>
                </a:path>
                <a:path w="10424160" h="2944495">
                  <a:moveTo>
                    <a:pt x="8042275" y="127"/>
                  </a:moveTo>
                  <a:lnTo>
                    <a:pt x="8036940" y="127"/>
                  </a:lnTo>
                  <a:lnTo>
                    <a:pt x="8032750" y="4445"/>
                  </a:lnTo>
                  <a:lnTo>
                    <a:pt x="8032750" y="14859"/>
                  </a:lnTo>
                  <a:lnTo>
                    <a:pt x="8036940" y="19177"/>
                  </a:lnTo>
                  <a:lnTo>
                    <a:pt x="8042275" y="19177"/>
                  </a:lnTo>
                  <a:lnTo>
                    <a:pt x="8042275" y="127"/>
                  </a:lnTo>
                  <a:close/>
                </a:path>
                <a:path w="10424160" h="2944495">
                  <a:moveTo>
                    <a:pt x="8047482" y="127"/>
                  </a:moveTo>
                  <a:lnTo>
                    <a:pt x="8042275" y="127"/>
                  </a:lnTo>
                  <a:lnTo>
                    <a:pt x="8042275" y="19177"/>
                  </a:lnTo>
                  <a:lnTo>
                    <a:pt x="8047482" y="19177"/>
                  </a:lnTo>
                  <a:lnTo>
                    <a:pt x="8051800" y="14859"/>
                  </a:lnTo>
                  <a:lnTo>
                    <a:pt x="8051800" y="4445"/>
                  </a:lnTo>
                  <a:lnTo>
                    <a:pt x="8047482" y="127"/>
                  </a:lnTo>
                  <a:close/>
                </a:path>
                <a:path w="10424160" h="2944495">
                  <a:moveTo>
                    <a:pt x="8080375" y="127"/>
                  </a:moveTo>
                  <a:lnTo>
                    <a:pt x="8075040" y="127"/>
                  </a:lnTo>
                  <a:lnTo>
                    <a:pt x="8070850" y="4445"/>
                  </a:lnTo>
                  <a:lnTo>
                    <a:pt x="8070850" y="14859"/>
                  </a:lnTo>
                  <a:lnTo>
                    <a:pt x="8075040" y="19177"/>
                  </a:lnTo>
                  <a:lnTo>
                    <a:pt x="8080375" y="19177"/>
                  </a:lnTo>
                  <a:lnTo>
                    <a:pt x="8080375" y="127"/>
                  </a:lnTo>
                  <a:close/>
                </a:path>
                <a:path w="10424160" h="2944495">
                  <a:moveTo>
                    <a:pt x="8085582" y="127"/>
                  </a:moveTo>
                  <a:lnTo>
                    <a:pt x="8080375" y="127"/>
                  </a:lnTo>
                  <a:lnTo>
                    <a:pt x="8080375" y="19177"/>
                  </a:lnTo>
                  <a:lnTo>
                    <a:pt x="8085582" y="19177"/>
                  </a:lnTo>
                  <a:lnTo>
                    <a:pt x="8089900" y="14859"/>
                  </a:lnTo>
                  <a:lnTo>
                    <a:pt x="8089900" y="4445"/>
                  </a:lnTo>
                  <a:lnTo>
                    <a:pt x="8085582" y="127"/>
                  </a:lnTo>
                  <a:close/>
                </a:path>
                <a:path w="10424160" h="2944495">
                  <a:moveTo>
                    <a:pt x="8118475" y="127"/>
                  </a:moveTo>
                  <a:lnTo>
                    <a:pt x="8113267" y="127"/>
                  </a:lnTo>
                  <a:lnTo>
                    <a:pt x="8108950" y="4445"/>
                  </a:lnTo>
                  <a:lnTo>
                    <a:pt x="8108950" y="14859"/>
                  </a:lnTo>
                  <a:lnTo>
                    <a:pt x="8113267" y="19177"/>
                  </a:lnTo>
                  <a:lnTo>
                    <a:pt x="8118475" y="19177"/>
                  </a:lnTo>
                  <a:lnTo>
                    <a:pt x="8118475" y="127"/>
                  </a:lnTo>
                  <a:close/>
                </a:path>
                <a:path w="10424160" h="2944495">
                  <a:moveTo>
                    <a:pt x="8123808" y="127"/>
                  </a:moveTo>
                  <a:lnTo>
                    <a:pt x="8118475" y="127"/>
                  </a:lnTo>
                  <a:lnTo>
                    <a:pt x="8118475" y="19177"/>
                  </a:lnTo>
                  <a:lnTo>
                    <a:pt x="8123808" y="19177"/>
                  </a:lnTo>
                  <a:lnTo>
                    <a:pt x="8128000" y="14859"/>
                  </a:lnTo>
                  <a:lnTo>
                    <a:pt x="8128000" y="4445"/>
                  </a:lnTo>
                  <a:lnTo>
                    <a:pt x="8123808" y="127"/>
                  </a:lnTo>
                  <a:close/>
                </a:path>
                <a:path w="10424160" h="2944495">
                  <a:moveTo>
                    <a:pt x="8156575" y="127"/>
                  </a:moveTo>
                  <a:lnTo>
                    <a:pt x="8151367" y="127"/>
                  </a:lnTo>
                  <a:lnTo>
                    <a:pt x="8147050" y="4445"/>
                  </a:lnTo>
                  <a:lnTo>
                    <a:pt x="8147050" y="14859"/>
                  </a:lnTo>
                  <a:lnTo>
                    <a:pt x="8151367" y="19177"/>
                  </a:lnTo>
                  <a:lnTo>
                    <a:pt x="8156575" y="19177"/>
                  </a:lnTo>
                  <a:lnTo>
                    <a:pt x="8156575" y="127"/>
                  </a:lnTo>
                  <a:close/>
                </a:path>
                <a:path w="10424160" h="2944495">
                  <a:moveTo>
                    <a:pt x="8161908" y="127"/>
                  </a:moveTo>
                  <a:lnTo>
                    <a:pt x="8156575" y="127"/>
                  </a:lnTo>
                  <a:lnTo>
                    <a:pt x="8156575" y="19177"/>
                  </a:lnTo>
                  <a:lnTo>
                    <a:pt x="8161908" y="19177"/>
                  </a:lnTo>
                  <a:lnTo>
                    <a:pt x="8166100" y="14859"/>
                  </a:lnTo>
                  <a:lnTo>
                    <a:pt x="8166100" y="4445"/>
                  </a:lnTo>
                  <a:lnTo>
                    <a:pt x="8161908" y="127"/>
                  </a:lnTo>
                  <a:close/>
                </a:path>
                <a:path w="10424160" h="2944495">
                  <a:moveTo>
                    <a:pt x="8194675" y="127"/>
                  </a:moveTo>
                  <a:lnTo>
                    <a:pt x="8189467" y="127"/>
                  </a:lnTo>
                  <a:lnTo>
                    <a:pt x="8185150" y="4445"/>
                  </a:lnTo>
                  <a:lnTo>
                    <a:pt x="8185150" y="14859"/>
                  </a:lnTo>
                  <a:lnTo>
                    <a:pt x="8189467" y="19177"/>
                  </a:lnTo>
                  <a:lnTo>
                    <a:pt x="8194675" y="19177"/>
                  </a:lnTo>
                  <a:lnTo>
                    <a:pt x="8194675" y="127"/>
                  </a:lnTo>
                  <a:close/>
                </a:path>
                <a:path w="10424160" h="2944495">
                  <a:moveTo>
                    <a:pt x="8200008" y="127"/>
                  </a:moveTo>
                  <a:lnTo>
                    <a:pt x="8194675" y="127"/>
                  </a:lnTo>
                  <a:lnTo>
                    <a:pt x="8194675" y="19177"/>
                  </a:lnTo>
                  <a:lnTo>
                    <a:pt x="8200008" y="19177"/>
                  </a:lnTo>
                  <a:lnTo>
                    <a:pt x="8204200" y="14859"/>
                  </a:lnTo>
                  <a:lnTo>
                    <a:pt x="8204200" y="4445"/>
                  </a:lnTo>
                  <a:lnTo>
                    <a:pt x="8200008" y="127"/>
                  </a:lnTo>
                  <a:close/>
                </a:path>
                <a:path w="10424160" h="2944495">
                  <a:moveTo>
                    <a:pt x="8232775" y="127"/>
                  </a:moveTo>
                  <a:lnTo>
                    <a:pt x="8227567" y="127"/>
                  </a:lnTo>
                  <a:lnTo>
                    <a:pt x="8223250" y="4445"/>
                  </a:lnTo>
                  <a:lnTo>
                    <a:pt x="8223250" y="14859"/>
                  </a:lnTo>
                  <a:lnTo>
                    <a:pt x="8227567" y="19177"/>
                  </a:lnTo>
                  <a:lnTo>
                    <a:pt x="8232775" y="19177"/>
                  </a:lnTo>
                  <a:lnTo>
                    <a:pt x="8232775" y="127"/>
                  </a:lnTo>
                  <a:close/>
                </a:path>
                <a:path w="10424160" h="2944495">
                  <a:moveTo>
                    <a:pt x="8238108" y="127"/>
                  </a:moveTo>
                  <a:lnTo>
                    <a:pt x="8232902" y="127"/>
                  </a:lnTo>
                  <a:lnTo>
                    <a:pt x="8232902" y="19177"/>
                  </a:lnTo>
                  <a:lnTo>
                    <a:pt x="8238108" y="19177"/>
                  </a:lnTo>
                  <a:lnTo>
                    <a:pt x="8242427" y="14859"/>
                  </a:lnTo>
                  <a:lnTo>
                    <a:pt x="8242427" y="4445"/>
                  </a:lnTo>
                  <a:lnTo>
                    <a:pt x="8238108" y="127"/>
                  </a:lnTo>
                  <a:close/>
                </a:path>
                <a:path w="10424160" h="2944495">
                  <a:moveTo>
                    <a:pt x="8271002" y="127"/>
                  </a:moveTo>
                  <a:lnTo>
                    <a:pt x="8265667" y="127"/>
                  </a:lnTo>
                  <a:lnTo>
                    <a:pt x="8261477" y="4445"/>
                  </a:lnTo>
                  <a:lnTo>
                    <a:pt x="8261477" y="14859"/>
                  </a:lnTo>
                  <a:lnTo>
                    <a:pt x="8265667" y="19177"/>
                  </a:lnTo>
                  <a:lnTo>
                    <a:pt x="8271002" y="19177"/>
                  </a:lnTo>
                  <a:lnTo>
                    <a:pt x="8271002" y="127"/>
                  </a:lnTo>
                  <a:close/>
                </a:path>
                <a:path w="10424160" h="2944495">
                  <a:moveTo>
                    <a:pt x="8276208" y="127"/>
                  </a:moveTo>
                  <a:lnTo>
                    <a:pt x="8271002" y="127"/>
                  </a:lnTo>
                  <a:lnTo>
                    <a:pt x="8271002" y="19177"/>
                  </a:lnTo>
                  <a:lnTo>
                    <a:pt x="8276208" y="19177"/>
                  </a:lnTo>
                  <a:lnTo>
                    <a:pt x="8280527" y="14859"/>
                  </a:lnTo>
                  <a:lnTo>
                    <a:pt x="8280527" y="4445"/>
                  </a:lnTo>
                  <a:lnTo>
                    <a:pt x="8276208" y="127"/>
                  </a:lnTo>
                  <a:close/>
                </a:path>
                <a:path w="10424160" h="2944495">
                  <a:moveTo>
                    <a:pt x="8309102" y="127"/>
                  </a:moveTo>
                  <a:lnTo>
                    <a:pt x="8303767" y="127"/>
                  </a:lnTo>
                  <a:lnTo>
                    <a:pt x="8299577" y="4445"/>
                  </a:lnTo>
                  <a:lnTo>
                    <a:pt x="8299577" y="14859"/>
                  </a:lnTo>
                  <a:lnTo>
                    <a:pt x="8303767" y="19177"/>
                  </a:lnTo>
                  <a:lnTo>
                    <a:pt x="8309102" y="19177"/>
                  </a:lnTo>
                  <a:lnTo>
                    <a:pt x="8309102" y="127"/>
                  </a:lnTo>
                  <a:close/>
                </a:path>
                <a:path w="10424160" h="2944495">
                  <a:moveTo>
                    <a:pt x="8314308" y="127"/>
                  </a:moveTo>
                  <a:lnTo>
                    <a:pt x="8309102" y="127"/>
                  </a:lnTo>
                  <a:lnTo>
                    <a:pt x="8309102" y="19177"/>
                  </a:lnTo>
                  <a:lnTo>
                    <a:pt x="8314308" y="19177"/>
                  </a:lnTo>
                  <a:lnTo>
                    <a:pt x="8318627" y="14859"/>
                  </a:lnTo>
                  <a:lnTo>
                    <a:pt x="8318627" y="4445"/>
                  </a:lnTo>
                  <a:lnTo>
                    <a:pt x="8314308" y="127"/>
                  </a:lnTo>
                  <a:close/>
                </a:path>
                <a:path w="10424160" h="2944495">
                  <a:moveTo>
                    <a:pt x="8347202" y="127"/>
                  </a:moveTo>
                  <a:lnTo>
                    <a:pt x="8341867" y="127"/>
                  </a:lnTo>
                  <a:lnTo>
                    <a:pt x="8337677" y="4445"/>
                  </a:lnTo>
                  <a:lnTo>
                    <a:pt x="8337677" y="14859"/>
                  </a:lnTo>
                  <a:lnTo>
                    <a:pt x="8341867" y="19177"/>
                  </a:lnTo>
                  <a:lnTo>
                    <a:pt x="8347202" y="19177"/>
                  </a:lnTo>
                  <a:lnTo>
                    <a:pt x="8347202" y="127"/>
                  </a:lnTo>
                  <a:close/>
                </a:path>
                <a:path w="10424160" h="2944495">
                  <a:moveTo>
                    <a:pt x="8352408" y="127"/>
                  </a:moveTo>
                  <a:lnTo>
                    <a:pt x="8347202" y="127"/>
                  </a:lnTo>
                  <a:lnTo>
                    <a:pt x="8347202" y="19177"/>
                  </a:lnTo>
                  <a:lnTo>
                    <a:pt x="8352408" y="19177"/>
                  </a:lnTo>
                  <a:lnTo>
                    <a:pt x="8356727" y="14859"/>
                  </a:lnTo>
                  <a:lnTo>
                    <a:pt x="8356727" y="4445"/>
                  </a:lnTo>
                  <a:lnTo>
                    <a:pt x="8352408" y="127"/>
                  </a:lnTo>
                  <a:close/>
                </a:path>
                <a:path w="10424160" h="2944495">
                  <a:moveTo>
                    <a:pt x="8385302" y="127"/>
                  </a:moveTo>
                  <a:lnTo>
                    <a:pt x="8380094" y="127"/>
                  </a:lnTo>
                  <a:lnTo>
                    <a:pt x="8375777" y="4445"/>
                  </a:lnTo>
                  <a:lnTo>
                    <a:pt x="8375777" y="14859"/>
                  </a:lnTo>
                  <a:lnTo>
                    <a:pt x="8380094" y="19177"/>
                  </a:lnTo>
                  <a:lnTo>
                    <a:pt x="8385302" y="19177"/>
                  </a:lnTo>
                  <a:lnTo>
                    <a:pt x="8385302" y="127"/>
                  </a:lnTo>
                  <a:close/>
                </a:path>
                <a:path w="10424160" h="2944495">
                  <a:moveTo>
                    <a:pt x="8390636" y="127"/>
                  </a:moveTo>
                  <a:lnTo>
                    <a:pt x="8385302" y="127"/>
                  </a:lnTo>
                  <a:lnTo>
                    <a:pt x="8385302" y="19177"/>
                  </a:lnTo>
                  <a:lnTo>
                    <a:pt x="8390636" y="19177"/>
                  </a:lnTo>
                  <a:lnTo>
                    <a:pt x="8394827" y="14859"/>
                  </a:lnTo>
                  <a:lnTo>
                    <a:pt x="8394827" y="4445"/>
                  </a:lnTo>
                  <a:lnTo>
                    <a:pt x="8390636" y="127"/>
                  </a:lnTo>
                  <a:close/>
                </a:path>
                <a:path w="10424160" h="2944495">
                  <a:moveTo>
                    <a:pt x="8423402" y="127"/>
                  </a:moveTo>
                  <a:lnTo>
                    <a:pt x="8418194" y="127"/>
                  </a:lnTo>
                  <a:lnTo>
                    <a:pt x="8413877" y="4445"/>
                  </a:lnTo>
                  <a:lnTo>
                    <a:pt x="8413877" y="14859"/>
                  </a:lnTo>
                  <a:lnTo>
                    <a:pt x="8418194" y="19177"/>
                  </a:lnTo>
                  <a:lnTo>
                    <a:pt x="8423402" y="19177"/>
                  </a:lnTo>
                  <a:lnTo>
                    <a:pt x="8423402" y="127"/>
                  </a:lnTo>
                  <a:close/>
                </a:path>
                <a:path w="10424160" h="2944495">
                  <a:moveTo>
                    <a:pt x="8428736" y="127"/>
                  </a:moveTo>
                  <a:lnTo>
                    <a:pt x="8423402" y="127"/>
                  </a:lnTo>
                  <a:lnTo>
                    <a:pt x="8423402" y="19177"/>
                  </a:lnTo>
                  <a:lnTo>
                    <a:pt x="8428736" y="19177"/>
                  </a:lnTo>
                  <a:lnTo>
                    <a:pt x="8432927" y="14859"/>
                  </a:lnTo>
                  <a:lnTo>
                    <a:pt x="8432927" y="4445"/>
                  </a:lnTo>
                  <a:lnTo>
                    <a:pt x="8428736" y="127"/>
                  </a:lnTo>
                  <a:close/>
                </a:path>
                <a:path w="10424160" h="2944495">
                  <a:moveTo>
                    <a:pt x="8461502" y="127"/>
                  </a:moveTo>
                  <a:lnTo>
                    <a:pt x="8456294" y="127"/>
                  </a:lnTo>
                  <a:lnTo>
                    <a:pt x="8451977" y="4445"/>
                  </a:lnTo>
                  <a:lnTo>
                    <a:pt x="8451977" y="14859"/>
                  </a:lnTo>
                  <a:lnTo>
                    <a:pt x="8456294" y="19177"/>
                  </a:lnTo>
                  <a:lnTo>
                    <a:pt x="8461502" y="19177"/>
                  </a:lnTo>
                  <a:lnTo>
                    <a:pt x="8461502" y="127"/>
                  </a:lnTo>
                  <a:close/>
                </a:path>
                <a:path w="10424160" h="2944495">
                  <a:moveTo>
                    <a:pt x="8466836" y="127"/>
                  </a:moveTo>
                  <a:lnTo>
                    <a:pt x="8461629" y="127"/>
                  </a:lnTo>
                  <a:lnTo>
                    <a:pt x="8461629" y="19177"/>
                  </a:lnTo>
                  <a:lnTo>
                    <a:pt x="8466836" y="19177"/>
                  </a:lnTo>
                  <a:lnTo>
                    <a:pt x="8471154" y="14859"/>
                  </a:lnTo>
                  <a:lnTo>
                    <a:pt x="8471154" y="4445"/>
                  </a:lnTo>
                  <a:lnTo>
                    <a:pt x="8466836" y="127"/>
                  </a:lnTo>
                  <a:close/>
                </a:path>
                <a:path w="10424160" h="2944495">
                  <a:moveTo>
                    <a:pt x="8499729" y="127"/>
                  </a:moveTo>
                  <a:lnTo>
                    <a:pt x="8494394" y="127"/>
                  </a:lnTo>
                  <a:lnTo>
                    <a:pt x="8490204" y="4445"/>
                  </a:lnTo>
                  <a:lnTo>
                    <a:pt x="8490204" y="14859"/>
                  </a:lnTo>
                  <a:lnTo>
                    <a:pt x="8494394" y="19177"/>
                  </a:lnTo>
                  <a:lnTo>
                    <a:pt x="8499729" y="19177"/>
                  </a:lnTo>
                  <a:lnTo>
                    <a:pt x="8499729" y="127"/>
                  </a:lnTo>
                  <a:close/>
                </a:path>
                <a:path w="10424160" h="2944495">
                  <a:moveTo>
                    <a:pt x="8504936" y="127"/>
                  </a:moveTo>
                  <a:lnTo>
                    <a:pt x="8499729" y="127"/>
                  </a:lnTo>
                  <a:lnTo>
                    <a:pt x="8499729" y="19177"/>
                  </a:lnTo>
                  <a:lnTo>
                    <a:pt x="8504936" y="19177"/>
                  </a:lnTo>
                  <a:lnTo>
                    <a:pt x="8509254" y="14859"/>
                  </a:lnTo>
                  <a:lnTo>
                    <a:pt x="8509254" y="4445"/>
                  </a:lnTo>
                  <a:lnTo>
                    <a:pt x="8504936" y="127"/>
                  </a:lnTo>
                  <a:close/>
                </a:path>
                <a:path w="10424160" h="2944495">
                  <a:moveTo>
                    <a:pt x="8537829" y="127"/>
                  </a:moveTo>
                  <a:lnTo>
                    <a:pt x="8532494" y="127"/>
                  </a:lnTo>
                  <a:lnTo>
                    <a:pt x="8528304" y="4445"/>
                  </a:lnTo>
                  <a:lnTo>
                    <a:pt x="8528304" y="14859"/>
                  </a:lnTo>
                  <a:lnTo>
                    <a:pt x="8532494" y="19177"/>
                  </a:lnTo>
                  <a:lnTo>
                    <a:pt x="8537829" y="19177"/>
                  </a:lnTo>
                  <a:lnTo>
                    <a:pt x="8537829" y="127"/>
                  </a:lnTo>
                  <a:close/>
                </a:path>
                <a:path w="10424160" h="2944495">
                  <a:moveTo>
                    <a:pt x="8543036" y="127"/>
                  </a:moveTo>
                  <a:lnTo>
                    <a:pt x="8537829" y="127"/>
                  </a:lnTo>
                  <a:lnTo>
                    <a:pt x="8537829" y="19177"/>
                  </a:lnTo>
                  <a:lnTo>
                    <a:pt x="8543036" y="19177"/>
                  </a:lnTo>
                  <a:lnTo>
                    <a:pt x="8547354" y="14859"/>
                  </a:lnTo>
                  <a:lnTo>
                    <a:pt x="8547354" y="4445"/>
                  </a:lnTo>
                  <a:lnTo>
                    <a:pt x="8543036" y="127"/>
                  </a:lnTo>
                  <a:close/>
                </a:path>
                <a:path w="10424160" h="2944495">
                  <a:moveTo>
                    <a:pt x="8575929" y="127"/>
                  </a:moveTo>
                  <a:lnTo>
                    <a:pt x="8570594" y="127"/>
                  </a:lnTo>
                  <a:lnTo>
                    <a:pt x="8566404" y="4445"/>
                  </a:lnTo>
                  <a:lnTo>
                    <a:pt x="8566404" y="14859"/>
                  </a:lnTo>
                  <a:lnTo>
                    <a:pt x="8570594" y="19177"/>
                  </a:lnTo>
                  <a:lnTo>
                    <a:pt x="8575929" y="19177"/>
                  </a:lnTo>
                  <a:lnTo>
                    <a:pt x="8575929" y="127"/>
                  </a:lnTo>
                  <a:close/>
                </a:path>
                <a:path w="10424160" h="2944495">
                  <a:moveTo>
                    <a:pt x="8581136" y="127"/>
                  </a:moveTo>
                  <a:lnTo>
                    <a:pt x="8575929" y="127"/>
                  </a:lnTo>
                  <a:lnTo>
                    <a:pt x="8575929" y="19177"/>
                  </a:lnTo>
                  <a:lnTo>
                    <a:pt x="8581136" y="19177"/>
                  </a:lnTo>
                  <a:lnTo>
                    <a:pt x="8585454" y="14859"/>
                  </a:lnTo>
                  <a:lnTo>
                    <a:pt x="8585454" y="4445"/>
                  </a:lnTo>
                  <a:lnTo>
                    <a:pt x="8581136" y="127"/>
                  </a:lnTo>
                  <a:close/>
                </a:path>
                <a:path w="10424160" h="2944495">
                  <a:moveTo>
                    <a:pt x="8614029" y="127"/>
                  </a:moveTo>
                  <a:lnTo>
                    <a:pt x="8608822" y="127"/>
                  </a:lnTo>
                  <a:lnTo>
                    <a:pt x="8604504" y="4445"/>
                  </a:lnTo>
                  <a:lnTo>
                    <a:pt x="8604504" y="14859"/>
                  </a:lnTo>
                  <a:lnTo>
                    <a:pt x="8608822" y="19177"/>
                  </a:lnTo>
                  <a:lnTo>
                    <a:pt x="8614029" y="19177"/>
                  </a:lnTo>
                  <a:lnTo>
                    <a:pt x="8614029" y="127"/>
                  </a:lnTo>
                  <a:close/>
                </a:path>
                <a:path w="10424160" h="2944495">
                  <a:moveTo>
                    <a:pt x="8619363" y="127"/>
                  </a:moveTo>
                  <a:lnTo>
                    <a:pt x="8614029" y="127"/>
                  </a:lnTo>
                  <a:lnTo>
                    <a:pt x="8614029" y="19177"/>
                  </a:lnTo>
                  <a:lnTo>
                    <a:pt x="8619363" y="19177"/>
                  </a:lnTo>
                  <a:lnTo>
                    <a:pt x="8623554" y="14859"/>
                  </a:lnTo>
                  <a:lnTo>
                    <a:pt x="8623554" y="4445"/>
                  </a:lnTo>
                  <a:lnTo>
                    <a:pt x="8619363" y="127"/>
                  </a:lnTo>
                  <a:close/>
                </a:path>
                <a:path w="10424160" h="2944495">
                  <a:moveTo>
                    <a:pt x="8652129" y="127"/>
                  </a:moveTo>
                  <a:lnTo>
                    <a:pt x="8646922" y="127"/>
                  </a:lnTo>
                  <a:lnTo>
                    <a:pt x="8642604" y="4445"/>
                  </a:lnTo>
                  <a:lnTo>
                    <a:pt x="8642604" y="14859"/>
                  </a:lnTo>
                  <a:lnTo>
                    <a:pt x="8646922" y="19177"/>
                  </a:lnTo>
                  <a:lnTo>
                    <a:pt x="8652129" y="19177"/>
                  </a:lnTo>
                  <a:lnTo>
                    <a:pt x="8652129" y="127"/>
                  </a:lnTo>
                  <a:close/>
                </a:path>
                <a:path w="10424160" h="2944495">
                  <a:moveTo>
                    <a:pt x="8657463" y="127"/>
                  </a:moveTo>
                  <a:lnTo>
                    <a:pt x="8652129" y="127"/>
                  </a:lnTo>
                  <a:lnTo>
                    <a:pt x="8652129" y="19177"/>
                  </a:lnTo>
                  <a:lnTo>
                    <a:pt x="8657463" y="19177"/>
                  </a:lnTo>
                  <a:lnTo>
                    <a:pt x="8661654" y="14859"/>
                  </a:lnTo>
                  <a:lnTo>
                    <a:pt x="8661654" y="4445"/>
                  </a:lnTo>
                  <a:lnTo>
                    <a:pt x="8657463" y="127"/>
                  </a:lnTo>
                  <a:close/>
                </a:path>
                <a:path w="10424160" h="2944495">
                  <a:moveTo>
                    <a:pt x="8690229" y="127"/>
                  </a:moveTo>
                  <a:lnTo>
                    <a:pt x="8685022" y="127"/>
                  </a:lnTo>
                  <a:lnTo>
                    <a:pt x="8680704" y="4445"/>
                  </a:lnTo>
                  <a:lnTo>
                    <a:pt x="8680704" y="14859"/>
                  </a:lnTo>
                  <a:lnTo>
                    <a:pt x="8685022" y="19177"/>
                  </a:lnTo>
                  <a:lnTo>
                    <a:pt x="8690229" y="19177"/>
                  </a:lnTo>
                  <a:lnTo>
                    <a:pt x="8690229" y="127"/>
                  </a:lnTo>
                  <a:close/>
                </a:path>
                <a:path w="10424160" h="2944495">
                  <a:moveTo>
                    <a:pt x="8695563" y="127"/>
                  </a:moveTo>
                  <a:lnTo>
                    <a:pt x="8690229" y="127"/>
                  </a:lnTo>
                  <a:lnTo>
                    <a:pt x="8690229" y="19177"/>
                  </a:lnTo>
                  <a:lnTo>
                    <a:pt x="8695563" y="19177"/>
                  </a:lnTo>
                  <a:lnTo>
                    <a:pt x="8699754" y="14859"/>
                  </a:lnTo>
                  <a:lnTo>
                    <a:pt x="8699754" y="4445"/>
                  </a:lnTo>
                  <a:lnTo>
                    <a:pt x="8695563" y="127"/>
                  </a:lnTo>
                  <a:close/>
                </a:path>
                <a:path w="10424160" h="2944495">
                  <a:moveTo>
                    <a:pt x="8728329" y="127"/>
                  </a:moveTo>
                  <a:lnTo>
                    <a:pt x="8723122" y="127"/>
                  </a:lnTo>
                  <a:lnTo>
                    <a:pt x="8718804" y="4445"/>
                  </a:lnTo>
                  <a:lnTo>
                    <a:pt x="8718804" y="14859"/>
                  </a:lnTo>
                  <a:lnTo>
                    <a:pt x="8723122" y="19177"/>
                  </a:lnTo>
                  <a:lnTo>
                    <a:pt x="8728329" y="19177"/>
                  </a:lnTo>
                  <a:lnTo>
                    <a:pt x="8728329" y="127"/>
                  </a:lnTo>
                  <a:close/>
                </a:path>
                <a:path w="10424160" h="2944495">
                  <a:moveTo>
                    <a:pt x="8733663" y="127"/>
                  </a:moveTo>
                  <a:lnTo>
                    <a:pt x="8728456" y="127"/>
                  </a:lnTo>
                  <a:lnTo>
                    <a:pt x="8728456" y="19177"/>
                  </a:lnTo>
                  <a:lnTo>
                    <a:pt x="8733663" y="19177"/>
                  </a:lnTo>
                  <a:lnTo>
                    <a:pt x="8737981" y="14859"/>
                  </a:lnTo>
                  <a:lnTo>
                    <a:pt x="8737981" y="4445"/>
                  </a:lnTo>
                  <a:lnTo>
                    <a:pt x="8733663" y="127"/>
                  </a:lnTo>
                  <a:close/>
                </a:path>
                <a:path w="10424160" h="2944495">
                  <a:moveTo>
                    <a:pt x="8766556" y="127"/>
                  </a:moveTo>
                  <a:lnTo>
                    <a:pt x="8761222" y="127"/>
                  </a:lnTo>
                  <a:lnTo>
                    <a:pt x="8757031" y="4445"/>
                  </a:lnTo>
                  <a:lnTo>
                    <a:pt x="8757031" y="14859"/>
                  </a:lnTo>
                  <a:lnTo>
                    <a:pt x="8761222" y="19177"/>
                  </a:lnTo>
                  <a:lnTo>
                    <a:pt x="8766556" y="19177"/>
                  </a:lnTo>
                  <a:lnTo>
                    <a:pt x="8766556" y="127"/>
                  </a:lnTo>
                  <a:close/>
                </a:path>
                <a:path w="10424160" h="2944495">
                  <a:moveTo>
                    <a:pt x="8771763" y="127"/>
                  </a:moveTo>
                  <a:lnTo>
                    <a:pt x="8766556" y="127"/>
                  </a:lnTo>
                  <a:lnTo>
                    <a:pt x="8766556" y="19177"/>
                  </a:lnTo>
                  <a:lnTo>
                    <a:pt x="8771763" y="19177"/>
                  </a:lnTo>
                  <a:lnTo>
                    <a:pt x="8776081" y="14859"/>
                  </a:lnTo>
                  <a:lnTo>
                    <a:pt x="8776081" y="4445"/>
                  </a:lnTo>
                  <a:lnTo>
                    <a:pt x="8771763" y="127"/>
                  </a:lnTo>
                  <a:close/>
                </a:path>
                <a:path w="10424160" h="2944495">
                  <a:moveTo>
                    <a:pt x="8804656" y="127"/>
                  </a:moveTo>
                  <a:lnTo>
                    <a:pt x="8799322" y="127"/>
                  </a:lnTo>
                  <a:lnTo>
                    <a:pt x="8795131" y="4445"/>
                  </a:lnTo>
                  <a:lnTo>
                    <a:pt x="8795131" y="14859"/>
                  </a:lnTo>
                  <a:lnTo>
                    <a:pt x="8799322" y="19177"/>
                  </a:lnTo>
                  <a:lnTo>
                    <a:pt x="8804656" y="19177"/>
                  </a:lnTo>
                  <a:lnTo>
                    <a:pt x="8804656" y="127"/>
                  </a:lnTo>
                  <a:close/>
                </a:path>
                <a:path w="10424160" h="2944495">
                  <a:moveTo>
                    <a:pt x="8809863" y="127"/>
                  </a:moveTo>
                  <a:lnTo>
                    <a:pt x="8804656" y="127"/>
                  </a:lnTo>
                  <a:lnTo>
                    <a:pt x="8804656" y="19177"/>
                  </a:lnTo>
                  <a:lnTo>
                    <a:pt x="8809863" y="19177"/>
                  </a:lnTo>
                  <a:lnTo>
                    <a:pt x="8814181" y="14859"/>
                  </a:lnTo>
                  <a:lnTo>
                    <a:pt x="8814181" y="4445"/>
                  </a:lnTo>
                  <a:lnTo>
                    <a:pt x="8809863" y="127"/>
                  </a:lnTo>
                  <a:close/>
                </a:path>
                <a:path w="10424160" h="2944495">
                  <a:moveTo>
                    <a:pt x="8842756" y="127"/>
                  </a:moveTo>
                  <a:lnTo>
                    <a:pt x="8837549" y="127"/>
                  </a:lnTo>
                  <a:lnTo>
                    <a:pt x="8833231" y="4445"/>
                  </a:lnTo>
                  <a:lnTo>
                    <a:pt x="8833231" y="14859"/>
                  </a:lnTo>
                  <a:lnTo>
                    <a:pt x="8837549" y="19177"/>
                  </a:lnTo>
                  <a:lnTo>
                    <a:pt x="8842756" y="19177"/>
                  </a:lnTo>
                  <a:lnTo>
                    <a:pt x="8842756" y="127"/>
                  </a:lnTo>
                  <a:close/>
                </a:path>
                <a:path w="10424160" h="2944495">
                  <a:moveTo>
                    <a:pt x="8848090" y="127"/>
                  </a:moveTo>
                  <a:lnTo>
                    <a:pt x="8842756" y="127"/>
                  </a:lnTo>
                  <a:lnTo>
                    <a:pt x="8842756" y="19177"/>
                  </a:lnTo>
                  <a:lnTo>
                    <a:pt x="8848090" y="19177"/>
                  </a:lnTo>
                  <a:lnTo>
                    <a:pt x="8852281" y="14859"/>
                  </a:lnTo>
                  <a:lnTo>
                    <a:pt x="8852281" y="4445"/>
                  </a:lnTo>
                  <a:lnTo>
                    <a:pt x="8848090" y="127"/>
                  </a:lnTo>
                  <a:close/>
                </a:path>
                <a:path w="10424160" h="2944495">
                  <a:moveTo>
                    <a:pt x="8880856" y="127"/>
                  </a:moveTo>
                  <a:lnTo>
                    <a:pt x="8875649" y="127"/>
                  </a:lnTo>
                  <a:lnTo>
                    <a:pt x="8871331" y="4445"/>
                  </a:lnTo>
                  <a:lnTo>
                    <a:pt x="8871331" y="14859"/>
                  </a:lnTo>
                  <a:lnTo>
                    <a:pt x="8875649" y="19177"/>
                  </a:lnTo>
                  <a:lnTo>
                    <a:pt x="8880856" y="19177"/>
                  </a:lnTo>
                  <a:lnTo>
                    <a:pt x="8880856" y="127"/>
                  </a:lnTo>
                  <a:close/>
                </a:path>
                <a:path w="10424160" h="2944495">
                  <a:moveTo>
                    <a:pt x="8886190" y="127"/>
                  </a:moveTo>
                  <a:lnTo>
                    <a:pt x="8880856" y="127"/>
                  </a:lnTo>
                  <a:lnTo>
                    <a:pt x="8880856" y="19177"/>
                  </a:lnTo>
                  <a:lnTo>
                    <a:pt x="8886190" y="19177"/>
                  </a:lnTo>
                  <a:lnTo>
                    <a:pt x="8890381" y="14859"/>
                  </a:lnTo>
                  <a:lnTo>
                    <a:pt x="8890381" y="4445"/>
                  </a:lnTo>
                  <a:lnTo>
                    <a:pt x="8886190" y="127"/>
                  </a:lnTo>
                  <a:close/>
                </a:path>
                <a:path w="10424160" h="2944495">
                  <a:moveTo>
                    <a:pt x="8918956" y="127"/>
                  </a:moveTo>
                  <a:lnTo>
                    <a:pt x="8913749" y="127"/>
                  </a:lnTo>
                  <a:lnTo>
                    <a:pt x="8909431" y="4445"/>
                  </a:lnTo>
                  <a:lnTo>
                    <a:pt x="8909431" y="14859"/>
                  </a:lnTo>
                  <a:lnTo>
                    <a:pt x="8913749" y="19177"/>
                  </a:lnTo>
                  <a:lnTo>
                    <a:pt x="8918956" y="19177"/>
                  </a:lnTo>
                  <a:lnTo>
                    <a:pt x="8918956" y="127"/>
                  </a:lnTo>
                  <a:close/>
                </a:path>
                <a:path w="10424160" h="2944495">
                  <a:moveTo>
                    <a:pt x="8924290" y="127"/>
                  </a:moveTo>
                  <a:lnTo>
                    <a:pt x="8918956" y="127"/>
                  </a:lnTo>
                  <a:lnTo>
                    <a:pt x="8918956" y="19177"/>
                  </a:lnTo>
                  <a:lnTo>
                    <a:pt x="8924290" y="19177"/>
                  </a:lnTo>
                  <a:lnTo>
                    <a:pt x="8928481" y="14859"/>
                  </a:lnTo>
                  <a:lnTo>
                    <a:pt x="8928481" y="4445"/>
                  </a:lnTo>
                  <a:lnTo>
                    <a:pt x="8924290" y="127"/>
                  </a:lnTo>
                  <a:close/>
                </a:path>
                <a:path w="10424160" h="2944495">
                  <a:moveTo>
                    <a:pt x="8957056" y="127"/>
                  </a:moveTo>
                  <a:lnTo>
                    <a:pt x="8951849" y="127"/>
                  </a:lnTo>
                  <a:lnTo>
                    <a:pt x="8947531" y="4445"/>
                  </a:lnTo>
                  <a:lnTo>
                    <a:pt x="8947531" y="14859"/>
                  </a:lnTo>
                  <a:lnTo>
                    <a:pt x="8951849" y="19177"/>
                  </a:lnTo>
                  <a:lnTo>
                    <a:pt x="8957056" y="19177"/>
                  </a:lnTo>
                  <a:lnTo>
                    <a:pt x="8957056" y="127"/>
                  </a:lnTo>
                  <a:close/>
                </a:path>
                <a:path w="10424160" h="2944495">
                  <a:moveTo>
                    <a:pt x="8962390" y="127"/>
                  </a:moveTo>
                  <a:lnTo>
                    <a:pt x="8957183" y="127"/>
                  </a:lnTo>
                  <a:lnTo>
                    <a:pt x="8957183" y="19177"/>
                  </a:lnTo>
                  <a:lnTo>
                    <a:pt x="8962390" y="19177"/>
                  </a:lnTo>
                  <a:lnTo>
                    <a:pt x="8966708" y="14859"/>
                  </a:lnTo>
                  <a:lnTo>
                    <a:pt x="8966708" y="4445"/>
                  </a:lnTo>
                  <a:lnTo>
                    <a:pt x="8962390" y="127"/>
                  </a:lnTo>
                  <a:close/>
                </a:path>
                <a:path w="10424160" h="2944495">
                  <a:moveTo>
                    <a:pt x="8995283" y="127"/>
                  </a:moveTo>
                  <a:lnTo>
                    <a:pt x="8989949" y="127"/>
                  </a:lnTo>
                  <a:lnTo>
                    <a:pt x="8985758" y="4445"/>
                  </a:lnTo>
                  <a:lnTo>
                    <a:pt x="8985758" y="14859"/>
                  </a:lnTo>
                  <a:lnTo>
                    <a:pt x="8989949" y="19177"/>
                  </a:lnTo>
                  <a:lnTo>
                    <a:pt x="8995283" y="19177"/>
                  </a:lnTo>
                  <a:lnTo>
                    <a:pt x="8995283" y="127"/>
                  </a:lnTo>
                  <a:close/>
                </a:path>
                <a:path w="10424160" h="2944495">
                  <a:moveTo>
                    <a:pt x="9000490" y="127"/>
                  </a:moveTo>
                  <a:lnTo>
                    <a:pt x="8995283" y="127"/>
                  </a:lnTo>
                  <a:lnTo>
                    <a:pt x="8995283" y="19177"/>
                  </a:lnTo>
                  <a:lnTo>
                    <a:pt x="9000490" y="19177"/>
                  </a:lnTo>
                  <a:lnTo>
                    <a:pt x="9004808" y="14859"/>
                  </a:lnTo>
                  <a:lnTo>
                    <a:pt x="9004808" y="4445"/>
                  </a:lnTo>
                  <a:lnTo>
                    <a:pt x="9000490" y="127"/>
                  </a:lnTo>
                  <a:close/>
                </a:path>
                <a:path w="10424160" h="2944495">
                  <a:moveTo>
                    <a:pt x="9033383" y="127"/>
                  </a:moveTo>
                  <a:lnTo>
                    <a:pt x="9028049" y="127"/>
                  </a:lnTo>
                  <a:lnTo>
                    <a:pt x="9023858" y="4445"/>
                  </a:lnTo>
                  <a:lnTo>
                    <a:pt x="9023858" y="14859"/>
                  </a:lnTo>
                  <a:lnTo>
                    <a:pt x="9028049" y="19177"/>
                  </a:lnTo>
                  <a:lnTo>
                    <a:pt x="9033383" y="19177"/>
                  </a:lnTo>
                  <a:lnTo>
                    <a:pt x="9033383" y="127"/>
                  </a:lnTo>
                  <a:close/>
                </a:path>
                <a:path w="10424160" h="2944495">
                  <a:moveTo>
                    <a:pt x="9038590" y="127"/>
                  </a:moveTo>
                  <a:lnTo>
                    <a:pt x="9033383" y="127"/>
                  </a:lnTo>
                  <a:lnTo>
                    <a:pt x="9033383" y="19177"/>
                  </a:lnTo>
                  <a:lnTo>
                    <a:pt x="9038590" y="19177"/>
                  </a:lnTo>
                  <a:lnTo>
                    <a:pt x="9042908" y="14859"/>
                  </a:lnTo>
                  <a:lnTo>
                    <a:pt x="9042908" y="4445"/>
                  </a:lnTo>
                  <a:lnTo>
                    <a:pt x="9038590" y="127"/>
                  </a:lnTo>
                  <a:close/>
                </a:path>
                <a:path w="10424160" h="2944495">
                  <a:moveTo>
                    <a:pt x="9071483" y="127"/>
                  </a:moveTo>
                  <a:lnTo>
                    <a:pt x="9066149" y="127"/>
                  </a:lnTo>
                  <a:lnTo>
                    <a:pt x="9061958" y="4445"/>
                  </a:lnTo>
                  <a:lnTo>
                    <a:pt x="9061958" y="14859"/>
                  </a:lnTo>
                  <a:lnTo>
                    <a:pt x="9066149" y="19177"/>
                  </a:lnTo>
                  <a:lnTo>
                    <a:pt x="9071483" y="19177"/>
                  </a:lnTo>
                  <a:lnTo>
                    <a:pt x="9071483" y="127"/>
                  </a:lnTo>
                  <a:close/>
                </a:path>
                <a:path w="10424160" h="2944495">
                  <a:moveTo>
                    <a:pt x="9076690" y="127"/>
                  </a:moveTo>
                  <a:lnTo>
                    <a:pt x="9071483" y="127"/>
                  </a:lnTo>
                  <a:lnTo>
                    <a:pt x="9071483" y="19177"/>
                  </a:lnTo>
                  <a:lnTo>
                    <a:pt x="9076690" y="19177"/>
                  </a:lnTo>
                  <a:lnTo>
                    <a:pt x="9081008" y="14859"/>
                  </a:lnTo>
                  <a:lnTo>
                    <a:pt x="9081008" y="4445"/>
                  </a:lnTo>
                  <a:lnTo>
                    <a:pt x="9076690" y="127"/>
                  </a:lnTo>
                  <a:close/>
                </a:path>
                <a:path w="10424160" h="2944495">
                  <a:moveTo>
                    <a:pt x="9109583" y="127"/>
                  </a:moveTo>
                  <a:lnTo>
                    <a:pt x="9104376" y="127"/>
                  </a:lnTo>
                  <a:lnTo>
                    <a:pt x="9100058" y="4445"/>
                  </a:lnTo>
                  <a:lnTo>
                    <a:pt x="9100058" y="14859"/>
                  </a:lnTo>
                  <a:lnTo>
                    <a:pt x="9104376" y="19177"/>
                  </a:lnTo>
                  <a:lnTo>
                    <a:pt x="9109583" y="19177"/>
                  </a:lnTo>
                  <a:lnTo>
                    <a:pt x="9109583" y="127"/>
                  </a:lnTo>
                  <a:close/>
                </a:path>
                <a:path w="10424160" h="2944495">
                  <a:moveTo>
                    <a:pt x="9114916" y="127"/>
                  </a:moveTo>
                  <a:lnTo>
                    <a:pt x="9109583" y="127"/>
                  </a:lnTo>
                  <a:lnTo>
                    <a:pt x="9109583" y="19177"/>
                  </a:lnTo>
                  <a:lnTo>
                    <a:pt x="9114916" y="19177"/>
                  </a:lnTo>
                  <a:lnTo>
                    <a:pt x="9119108" y="14859"/>
                  </a:lnTo>
                  <a:lnTo>
                    <a:pt x="9119108" y="4445"/>
                  </a:lnTo>
                  <a:lnTo>
                    <a:pt x="9114916" y="127"/>
                  </a:lnTo>
                  <a:close/>
                </a:path>
                <a:path w="10424160" h="2944495">
                  <a:moveTo>
                    <a:pt x="9147683" y="127"/>
                  </a:moveTo>
                  <a:lnTo>
                    <a:pt x="9142476" y="127"/>
                  </a:lnTo>
                  <a:lnTo>
                    <a:pt x="9138158" y="4445"/>
                  </a:lnTo>
                  <a:lnTo>
                    <a:pt x="9138158" y="14859"/>
                  </a:lnTo>
                  <a:lnTo>
                    <a:pt x="9142476" y="19177"/>
                  </a:lnTo>
                  <a:lnTo>
                    <a:pt x="9147683" y="19177"/>
                  </a:lnTo>
                  <a:lnTo>
                    <a:pt x="9147683" y="127"/>
                  </a:lnTo>
                  <a:close/>
                </a:path>
                <a:path w="10424160" h="2944495">
                  <a:moveTo>
                    <a:pt x="9153016" y="127"/>
                  </a:moveTo>
                  <a:lnTo>
                    <a:pt x="9147683" y="127"/>
                  </a:lnTo>
                  <a:lnTo>
                    <a:pt x="9147683" y="19177"/>
                  </a:lnTo>
                  <a:lnTo>
                    <a:pt x="9153016" y="19177"/>
                  </a:lnTo>
                  <a:lnTo>
                    <a:pt x="9157208" y="14859"/>
                  </a:lnTo>
                  <a:lnTo>
                    <a:pt x="9157208" y="4445"/>
                  </a:lnTo>
                  <a:lnTo>
                    <a:pt x="9153016" y="127"/>
                  </a:lnTo>
                  <a:close/>
                </a:path>
                <a:path w="10424160" h="2944495">
                  <a:moveTo>
                    <a:pt x="9185783" y="127"/>
                  </a:moveTo>
                  <a:lnTo>
                    <a:pt x="9180576" y="127"/>
                  </a:lnTo>
                  <a:lnTo>
                    <a:pt x="9176258" y="4445"/>
                  </a:lnTo>
                  <a:lnTo>
                    <a:pt x="9176258" y="14859"/>
                  </a:lnTo>
                  <a:lnTo>
                    <a:pt x="9180576" y="19177"/>
                  </a:lnTo>
                  <a:lnTo>
                    <a:pt x="9185783" y="19177"/>
                  </a:lnTo>
                  <a:lnTo>
                    <a:pt x="9185783" y="127"/>
                  </a:lnTo>
                  <a:close/>
                </a:path>
                <a:path w="10424160" h="2944495">
                  <a:moveTo>
                    <a:pt x="9191116" y="127"/>
                  </a:moveTo>
                  <a:lnTo>
                    <a:pt x="9185910" y="127"/>
                  </a:lnTo>
                  <a:lnTo>
                    <a:pt x="9185910" y="19177"/>
                  </a:lnTo>
                  <a:lnTo>
                    <a:pt x="9191116" y="19177"/>
                  </a:lnTo>
                  <a:lnTo>
                    <a:pt x="9195435" y="14859"/>
                  </a:lnTo>
                  <a:lnTo>
                    <a:pt x="9195435" y="4445"/>
                  </a:lnTo>
                  <a:lnTo>
                    <a:pt x="9191116" y="127"/>
                  </a:lnTo>
                  <a:close/>
                </a:path>
                <a:path w="10424160" h="2944495">
                  <a:moveTo>
                    <a:pt x="9224010" y="127"/>
                  </a:moveTo>
                  <a:lnTo>
                    <a:pt x="9218676" y="127"/>
                  </a:lnTo>
                  <a:lnTo>
                    <a:pt x="9214485" y="4445"/>
                  </a:lnTo>
                  <a:lnTo>
                    <a:pt x="9214485" y="14859"/>
                  </a:lnTo>
                  <a:lnTo>
                    <a:pt x="9218676" y="19177"/>
                  </a:lnTo>
                  <a:lnTo>
                    <a:pt x="9224010" y="19177"/>
                  </a:lnTo>
                  <a:lnTo>
                    <a:pt x="9224010" y="127"/>
                  </a:lnTo>
                  <a:close/>
                </a:path>
                <a:path w="10424160" h="2944495">
                  <a:moveTo>
                    <a:pt x="9229216" y="127"/>
                  </a:moveTo>
                  <a:lnTo>
                    <a:pt x="9224010" y="127"/>
                  </a:lnTo>
                  <a:lnTo>
                    <a:pt x="9224010" y="19177"/>
                  </a:lnTo>
                  <a:lnTo>
                    <a:pt x="9229216" y="19177"/>
                  </a:lnTo>
                  <a:lnTo>
                    <a:pt x="9233535" y="14859"/>
                  </a:lnTo>
                  <a:lnTo>
                    <a:pt x="9233535" y="4445"/>
                  </a:lnTo>
                  <a:lnTo>
                    <a:pt x="9229216" y="127"/>
                  </a:lnTo>
                  <a:close/>
                </a:path>
                <a:path w="10424160" h="2944495">
                  <a:moveTo>
                    <a:pt x="9262110" y="127"/>
                  </a:moveTo>
                  <a:lnTo>
                    <a:pt x="9256776" y="127"/>
                  </a:lnTo>
                  <a:lnTo>
                    <a:pt x="9252585" y="4445"/>
                  </a:lnTo>
                  <a:lnTo>
                    <a:pt x="9252585" y="14859"/>
                  </a:lnTo>
                  <a:lnTo>
                    <a:pt x="9256776" y="19177"/>
                  </a:lnTo>
                  <a:lnTo>
                    <a:pt x="9262110" y="19177"/>
                  </a:lnTo>
                  <a:lnTo>
                    <a:pt x="9262110" y="127"/>
                  </a:lnTo>
                  <a:close/>
                </a:path>
                <a:path w="10424160" h="2944495">
                  <a:moveTo>
                    <a:pt x="9267316" y="127"/>
                  </a:moveTo>
                  <a:lnTo>
                    <a:pt x="9262110" y="127"/>
                  </a:lnTo>
                  <a:lnTo>
                    <a:pt x="9262110" y="19177"/>
                  </a:lnTo>
                  <a:lnTo>
                    <a:pt x="9267316" y="19177"/>
                  </a:lnTo>
                  <a:lnTo>
                    <a:pt x="9271635" y="14859"/>
                  </a:lnTo>
                  <a:lnTo>
                    <a:pt x="9271635" y="4445"/>
                  </a:lnTo>
                  <a:lnTo>
                    <a:pt x="9267316" y="127"/>
                  </a:lnTo>
                  <a:close/>
                </a:path>
                <a:path w="10424160" h="2944495">
                  <a:moveTo>
                    <a:pt x="9300210" y="127"/>
                  </a:moveTo>
                  <a:lnTo>
                    <a:pt x="9294876" y="127"/>
                  </a:lnTo>
                  <a:lnTo>
                    <a:pt x="9290685" y="4445"/>
                  </a:lnTo>
                  <a:lnTo>
                    <a:pt x="9290685" y="14859"/>
                  </a:lnTo>
                  <a:lnTo>
                    <a:pt x="9294876" y="19177"/>
                  </a:lnTo>
                  <a:lnTo>
                    <a:pt x="9300210" y="19177"/>
                  </a:lnTo>
                  <a:lnTo>
                    <a:pt x="9300210" y="127"/>
                  </a:lnTo>
                  <a:close/>
                </a:path>
                <a:path w="10424160" h="2944495">
                  <a:moveTo>
                    <a:pt x="9305416" y="127"/>
                  </a:moveTo>
                  <a:lnTo>
                    <a:pt x="9300210" y="127"/>
                  </a:lnTo>
                  <a:lnTo>
                    <a:pt x="9300210" y="19177"/>
                  </a:lnTo>
                  <a:lnTo>
                    <a:pt x="9305416" y="19177"/>
                  </a:lnTo>
                  <a:lnTo>
                    <a:pt x="9309735" y="14859"/>
                  </a:lnTo>
                  <a:lnTo>
                    <a:pt x="9309735" y="4445"/>
                  </a:lnTo>
                  <a:lnTo>
                    <a:pt x="9305416" y="127"/>
                  </a:lnTo>
                  <a:close/>
                </a:path>
                <a:path w="10424160" h="2944495">
                  <a:moveTo>
                    <a:pt x="9338310" y="127"/>
                  </a:moveTo>
                  <a:lnTo>
                    <a:pt x="9333103" y="127"/>
                  </a:lnTo>
                  <a:lnTo>
                    <a:pt x="9328785" y="4445"/>
                  </a:lnTo>
                  <a:lnTo>
                    <a:pt x="9328785" y="14859"/>
                  </a:lnTo>
                  <a:lnTo>
                    <a:pt x="9333103" y="19177"/>
                  </a:lnTo>
                  <a:lnTo>
                    <a:pt x="9338310" y="19177"/>
                  </a:lnTo>
                  <a:lnTo>
                    <a:pt x="9338310" y="127"/>
                  </a:lnTo>
                  <a:close/>
                </a:path>
                <a:path w="10424160" h="2944495">
                  <a:moveTo>
                    <a:pt x="9343643" y="127"/>
                  </a:moveTo>
                  <a:lnTo>
                    <a:pt x="9338310" y="127"/>
                  </a:lnTo>
                  <a:lnTo>
                    <a:pt x="9338310" y="19177"/>
                  </a:lnTo>
                  <a:lnTo>
                    <a:pt x="9343643" y="19177"/>
                  </a:lnTo>
                  <a:lnTo>
                    <a:pt x="9347835" y="14859"/>
                  </a:lnTo>
                  <a:lnTo>
                    <a:pt x="9347835" y="4445"/>
                  </a:lnTo>
                  <a:lnTo>
                    <a:pt x="9343643" y="127"/>
                  </a:lnTo>
                  <a:close/>
                </a:path>
                <a:path w="10424160" h="2944495">
                  <a:moveTo>
                    <a:pt x="9376410" y="127"/>
                  </a:moveTo>
                  <a:lnTo>
                    <a:pt x="9371203" y="127"/>
                  </a:lnTo>
                  <a:lnTo>
                    <a:pt x="9366885" y="4445"/>
                  </a:lnTo>
                  <a:lnTo>
                    <a:pt x="9366885" y="14859"/>
                  </a:lnTo>
                  <a:lnTo>
                    <a:pt x="9371203" y="19177"/>
                  </a:lnTo>
                  <a:lnTo>
                    <a:pt x="9376410" y="19177"/>
                  </a:lnTo>
                  <a:lnTo>
                    <a:pt x="9376410" y="127"/>
                  </a:lnTo>
                  <a:close/>
                </a:path>
                <a:path w="10424160" h="2944495">
                  <a:moveTo>
                    <a:pt x="9381743" y="127"/>
                  </a:moveTo>
                  <a:lnTo>
                    <a:pt x="9376410" y="127"/>
                  </a:lnTo>
                  <a:lnTo>
                    <a:pt x="9376410" y="19177"/>
                  </a:lnTo>
                  <a:lnTo>
                    <a:pt x="9381743" y="19177"/>
                  </a:lnTo>
                  <a:lnTo>
                    <a:pt x="9385935" y="14859"/>
                  </a:lnTo>
                  <a:lnTo>
                    <a:pt x="9385935" y="4445"/>
                  </a:lnTo>
                  <a:lnTo>
                    <a:pt x="9381743" y="127"/>
                  </a:lnTo>
                  <a:close/>
                </a:path>
                <a:path w="10424160" h="2944495">
                  <a:moveTo>
                    <a:pt x="9414510" y="127"/>
                  </a:moveTo>
                  <a:lnTo>
                    <a:pt x="9409303" y="127"/>
                  </a:lnTo>
                  <a:lnTo>
                    <a:pt x="9404985" y="4445"/>
                  </a:lnTo>
                  <a:lnTo>
                    <a:pt x="9404985" y="14859"/>
                  </a:lnTo>
                  <a:lnTo>
                    <a:pt x="9409303" y="19177"/>
                  </a:lnTo>
                  <a:lnTo>
                    <a:pt x="9414510" y="19177"/>
                  </a:lnTo>
                  <a:lnTo>
                    <a:pt x="9414510" y="127"/>
                  </a:lnTo>
                  <a:close/>
                </a:path>
                <a:path w="10424160" h="2944495">
                  <a:moveTo>
                    <a:pt x="9419843" y="127"/>
                  </a:moveTo>
                  <a:lnTo>
                    <a:pt x="9414510" y="127"/>
                  </a:lnTo>
                  <a:lnTo>
                    <a:pt x="9414510" y="19177"/>
                  </a:lnTo>
                  <a:lnTo>
                    <a:pt x="9419843" y="19177"/>
                  </a:lnTo>
                  <a:lnTo>
                    <a:pt x="9424035" y="14859"/>
                  </a:lnTo>
                  <a:lnTo>
                    <a:pt x="9424035" y="4445"/>
                  </a:lnTo>
                  <a:lnTo>
                    <a:pt x="9419843" y="127"/>
                  </a:lnTo>
                  <a:close/>
                </a:path>
                <a:path w="10424160" h="2944495">
                  <a:moveTo>
                    <a:pt x="9452610" y="127"/>
                  </a:moveTo>
                  <a:lnTo>
                    <a:pt x="9447403" y="127"/>
                  </a:lnTo>
                  <a:lnTo>
                    <a:pt x="9443085" y="4445"/>
                  </a:lnTo>
                  <a:lnTo>
                    <a:pt x="9443085" y="14859"/>
                  </a:lnTo>
                  <a:lnTo>
                    <a:pt x="9447403" y="19177"/>
                  </a:lnTo>
                  <a:lnTo>
                    <a:pt x="9452610" y="19177"/>
                  </a:lnTo>
                  <a:lnTo>
                    <a:pt x="9452610" y="127"/>
                  </a:lnTo>
                  <a:close/>
                </a:path>
                <a:path w="10424160" h="2944495">
                  <a:moveTo>
                    <a:pt x="9457943" y="127"/>
                  </a:moveTo>
                  <a:lnTo>
                    <a:pt x="9452737" y="127"/>
                  </a:lnTo>
                  <a:lnTo>
                    <a:pt x="9452737" y="19177"/>
                  </a:lnTo>
                  <a:lnTo>
                    <a:pt x="9457943" y="19177"/>
                  </a:lnTo>
                  <a:lnTo>
                    <a:pt x="9462262" y="14859"/>
                  </a:lnTo>
                  <a:lnTo>
                    <a:pt x="9462262" y="4445"/>
                  </a:lnTo>
                  <a:lnTo>
                    <a:pt x="9457943" y="127"/>
                  </a:lnTo>
                  <a:close/>
                </a:path>
                <a:path w="10424160" h="2944495">
                  <a:moveTo>
                    <a:pt x="9490837" y="127"/>
                  </a:moveTo>
                  <a:lnTo>
                    <a:pt x="9485503" y="127"/>
                  </a:lnTo>
                  <a:lnTo>
                    <a:pt x="9481312" y="4445"/>
                  </a:lnTo>
                  <a:lnTo>
                    <a:pt x="9481312" y="14859"/>
                  </a:lnTo>
                  <a:lnTo>
                    <a:pt x="9485503" y="19177"/>
                  </a:lnTo>
                  <a:lnTo>
                    <a:pt x="9490837" y="19177"/>
                  </a:lnTo>
                  <a:lnTo>
                    <a:pt x="9490837" y="127"/>
                  </a:lnTo>
                  <a:close/>
                </a:path>
                <a:path w="10424160" h="2944495">
                  <a:moveTo>
                    <a:pt x="9496043" y="127"/>
                  </a:moveTo>
                  <a:lnTo>
                    <a:pt x="9490837" y="127"/>
                  </a:lnTo>
                  <a:lnTo>
                    <a:pt x="9490837" y="19177"/>
                  </a:lnTo>
                  <a:lnTo>
                    <a:pt x="9496043" y="19177"/>
                  </a:lnTo>
                  <a:lnTo>
                    <a:pt x="9500362" y="14859"/>
                  </a:lnTo>
                  <a:lnTo>
                    <a:pt x="9500362" y="4445"/>
                  </a:lnTo>
                  <a:lnTo>
                    <a:pt x="9496043" y="127"/>
                  </a:lnTo>
                  <a:close/>
                </a:path>
                <a:path w="10424160" h="2944495">
                  <a:moveTo>
                    <a:pt x="9528937" y="127"/>
                  </a:moveTo>
                  <a:lnTo>
                    <a:pt x="9523603" y="127"/>
                  </a:lnTo>
                  <a:lnTo>
                    <a:pt x="9519412" y="4445"/>
                  </a:lnTo>
                  <a:lnTo>
                    <a:pt x="9519412" y="14859"/>
                  </a:lnTo>
                  <a:lnTo>
                    <a:pt x="9523603" y="19177"/>
                  </a:lnTo>
                  <a:lnTo>
                    <a:pt x="9528937" y="19177"/>
                  </a:lnTo>
                  <a:lnTo>
                    <a:pt x="9528937" y="127"/>
                  </a:lnTo>
                  <a:close/>
                </a:path>
                <a:path w="10424160" h="2944495">
                  <a:moveTo>
                    <a:pt x="9534143" y="127"/>
                  </a:moveTo>
                  <a:lnTo>
                    <a:pt x="9528937" y="127"/>
                  </a:lnTo>
                  <a:lnTo>
                    <a:pt x="9528937" y="19177"/>
                  </a:lnTo>
                  <a:lnTo>
                    <a:pt x="9534143" y="19177"/>
                  </a:lnTo>
                  <a:lnTo>
                    <a:pt x="9538462" y="14859"/>
                  </a:lnTo>
                  <a:lnTo>
                    <a:pt x="9538462" y="4445"/>
                  </a:lnTo>
                  <a:lnTo>
                    <a:pt x="9534143" y="127"/>
                  </a:lnTo>
                  <a:close/>
                </a:path>
                <a:path w="10424160" h="2944495">
                  <a:moveTo>
                    <a:pt x="9567037" y="127"/>
                  </a:moveTo>
                  <a:lnTo>
                    <a:pt x="9561830" y="127"/>
                  </a:lnTo>
                  <a:lnTo>
                    <a:pt x="9557512" y="4445"/>
                  </a:lnTo>
                  <a:lnTo>
                    <a:pt x="9557512" y="14859"/>
                  </a:lnTo>
                  <a:lnTo>
                    <a:pt x="9561830" y="19177"/>
                  </a:lnTo>
                  <a:lnTo>
                    <a:pt x="9567037" y="19177"/>
                  </a:lnTo>
                  <a:lnTo>
                    <a:pt x="9567037" y="127"/>
                  </a:lnTo>
                  <a:close/>
                </a:path>
                <a:path w="10424160" h="2944495">
                  <a:moveTo>
                    <a:pt x="9572371" y="127"/>
                  </a:moveTo>
                  <a:lnTo>
                    <a:pt x="9567037" y="127"/>
                  </a:lnTo>
                  <a:lnTo>
                    <a:pt x="9567037" y="19177"/>
                  </a:lnTo>
                  <a:lnTo>
                    <a:pt x="9572371" y="19177"/>
                  </a:lnTo>
                  <a:lnTo>
                    <a:pt x="9576562" y="14859"/>
                  </a:lnTo>
                  <a:lnTo>
                    <a:pt x="9576562" y="4445"/>
                  </a:lnTo>
                  <a:lnTo>
                    <a:pt x="9572371" y="127"/>
                  </a:lnTo>
                  <a:close/>
                </a:path>
                <a:path w="10424160" h="2944495">
                  <a:moveTo>
                    <a:pt x="9605137" y="127"/>
                  </a:moveTo>
                  <a:lnTo>
                    <a:pt x="9599930" y="127"/>
                  </a:lnTo>
                  <a:lnTo>
                    <a:pt x="9595612" y="4445"/>
                  </a:lnTo>
                  <a:lnTo>
                    <a:pt x="9595612" y="14859"/>
                  </a:lnTo>
                  <a:lnTo>
                    <a:pt x="9599930" y="19177"/>
                  </a:lnTo>
                  <a:lnTo>
                    <a:pt x="9605137" y="19177"/>
                  </a:lnTo>
                  <a:lnTo>
                    <a:pt x="9605137" y="127"/>
                  </a:lnTo>
                  <a:close/>
                </a:path>
                <a:path w="10424160" h="2944495">
                  <a:moveTo>
                    <a:pt x="9610471" y="127"/>
                  </a:moveTo>
                  <a:lnTo>
                    <a:pt x="9605137" y="127"/>
                  </a:lnTo>
                  <a:lnTo>
                    <a:pt x="9605137" y="19177"/>
                  </a:lnTo>
                  <a:lnTo>
                    <a:pt x="9610471" y="19177"/>
                  </a:lnTo>
                  <a:lnTo>
                    <a:pt x="9614662" y="14859"/>
                  </a:lnTo>
                  <a:lnTo>
                    <a:pt x="9614662" y="4445"/>
                  </a:lnTo>
                  <a:lnTo>
                    <a:pt x="9610471" y="127"/>
                  </a:lnTo>
                  <a:close/>
                </a:path>
                <a:path w="10424160" h="2944495">
                  <a:moveTo>
                    <a:pt x="9643237" y="127"/>
                  </a:moveTo>
                  <a:lnTo>
                    <a:pt x="9638030" y="127"/>
                  </a:lnTo>
                  <a:lnTo>
                    <a:pt x="9633712" y="4445"/>
                  </a:lnTo>
                  <a:lnTo>
                    <a:pt x="9633712" y="14859"/>
                  </a:lnTo>
                  <a:lnTo>
                    <a:pt x="9638030" y="19177"/>
                  </a:lnTo>
                  <a:lnTo>
                    <a:pt x="9643237" y="19177"/>
                  </a:lnTo>
                  <a:lnTo>
                    <a:pt x="9643237" y="127"/>
                  </a:lnTo>
                  <a:close/>
                </a:path>
                <a:path w="10424160" h="2944495">
                  <a:moveTo>
                    <a:pt x="9648571" y="127"/>
                  </a:moveTo>
                  <a:lnTo>
                    <a:pt x="9643237" y="127"/>
                  </a:lnTo>
                  <a:lnTo>
                    <a:pt x="9643237" y="19177"/>
                  </a:lnTo>
                  <a:lnTo>
                    <a:pt x="9648571" y="19177"/>
                  </a:lnTo>
                  <a:lnTo>
                    <a:pt x="9652762" y="14859"/>
                  </a:lnTo>
                  <a:lnTo>
                    <a:pt x="9652762" y="4445"/>
                  </a:lnTo>
                  <a:lnTo>
                    <a:pt x="9648571" y="127"/>
                  </a:lnTo>
                  <a:close/>
                </a:path>
                <a:path w="10424160" h="2944495">
                  <a:moveTo>
                    <a:pt x="9681337" y="127"/>
                  </a:moveTo>
                  <a:lnTo>
                    <a:pt x="9676130" y="127"/>
                  </a:lnTo>
                  <a:lnTo>
                    <a:pt x="9671812" y="4445"/>
                  </a:lnTo>
                  <a:lnTo>
                    <a:pt x="9671812" y="14859"/>
                  </a:lnTo>
                  <a:lnTo>
                    <a:pt x="9676130" y="19177"/>
                  </a:lnTo>
                  <a:lnTo>
                    <a:pt x="9681337" y="19177"/>
                  </a:lnTo>
                  <a:lnTo>
                    <a:pt x="9681337" y="127"/>
                  </a:lnTo>
                  <a:close/>
                </a:path>
                <a:path w="10424160" h="2944495">
                  <a:moveTo>
                    <a:pt x="9686671" y="127"/>
                  </a:moveTo>
                  <a:lnTo>
                    <a:pt x="9681464" y="127"/>
                  </a:lnTo>
                  <a:lnTo>
                    <a:pt x="9681464" y="19177"/>
                  </a:lnTo>
                  <a:lnTo>
                    <a:pt x="9686671" y="19177"/>
                  </a:lnTo>
                  <a:lnTo>
                    <a:pt x="9690989" y="14859"/>
                  </a:lnTo>
                  <a:lnTo>
                    <a:pt x="9690989" y="4445"/>
                  </a:lnTo>
                  <a:lnTo>
                    <a:pt x="9686671" y="127"/>
                  </a:lnTo>
                  <a:close/>
                </a:path>
                <a:path w="10424160" h="2944495">
                  <a:moveTo>
                    <a:pt x="9719564" y="127"/>
                  </a:moveTo>
                  <a:lnTo>
                    <a:pt x="9714230" y="127"/>
                  </a:lnTo>
                  <a:lnTo>
                    <a:pt x="9710039" y="4445"/>
                  </a:lnTo>
                  <a:lnTo>
                    <a:pt x="9710039" y="14859"/>
                  </a:lnTo>
                  <a:lnTo>
                    <a:pt x="9714230" y="19177"/>
                  </a:lnTo>
                  <a:lnTo>
                    <a:pt x="9719564" y="19177"/>
                  </a:lnTo>
                  <a:lnTo>
                    <a:pt x="9719564" y="127"/>
                  </a:lnTo>
                  <a:close/>
                </a:path>
                <a:path w="10424160" h="2944495">
                  <a:moveTo>
                    <a:pt x="9724771" y="127"/>
                  </a:moveTo>
                  <a:lnTo>
                    <a:pt x="9719564" y="127"/>
                  </a:lnTo>
                  <a:lnTo>
                    <a:pt x="9719564" y="19177"/>
                  </a:lnTo>
                  <a:lnTo>
                    <a:pt x="9724771" y="19177"/>
                  </a:lnTo>
                  <a:lnTo>
                    <a:pt x="9729089" y="14859"/>
                  </a:lnTo>
                  <a:lnTo>
                    <a:pt x="9729089" y="4445"/>
                  </a:lnTo>
                  <a:lnTo>
                    <a:pt x="9724771" y="127"/>
                  </a:lnTo>
                  <a:close/>
                </a:path>
                <a:path w="10424160" h="2944495">
                  <a:moveTo>
                    <a:pt x="9757664" y="127"/>
                  </a:moveTo>
                  <a:lnTo>
                    <a:pt x="9752330" y="127"/>
                  </a:lnTo>
                  <a:lnTo>
                    <a:pt x="9748139" y="4445"/>
                  </a:lnTo>
                  <a:lnTo>
                    <a:pt x="9748139" y="14859"/>
                  </a:lnTo>
                  <a:lnTo>
                    <a:pt x="9752330" y="19177"/>
                  </a:lnTo>
                  <a:lnTo>
                    <a:pt x="9757664" y="19177"/>
                  </a:lnTo>
                  <a:lnTo>
                    <a:pt x="9757664" y="127"/>
                  </a:lnTo>
                  <a:close/>
                </a:path>
                <a:path w="10424160" h="2944495">
                  <a:moveTo>
                    <a:pt x="9762871" y="127"/>
                  </a:moveTo>
                  <a:lnTo>
                    <a:pt x="9757664" y="127"/>
                  </a:lnTo>
                  <a:lnTo>
                    <a:pt x="9757664" y="19177"/>
                  </a:lnTo>
                  <a:lnTo>
                    <a:pt x="9762871" y="19177"/>
                  </a:lnTo>
                  <a:lnTo>
                    <a:pt x="9767189" y="14859"/>
                  </a:lnTo>
                  <a:lnTo>
                    <a:pt x="9767189" y="4445"/>
                  </a:lnTo>
                  <a:lnTo>
                    <a:pt x="9762871" y="127"/>
                  </a:lnTo>
                  <a:close/>
                </a:path>
                <a:path w="10424160" h="2944495">
                  <a:moveTo>
                    <a:pt x="9795764" y="127"/>
                  </a:moveTo>
                  <a:lnTo>
                    <a:pt x="9790430" y="127"/>
                  </a:lnTo>
                  <a:lnTo>
                    <a:pt x="9786239" y="4445"/>
                  </a:lnTo>
                  <a:lnTo>
                    <a:pt x="9786239" y="14859"/>
                  </a:lnTo>
                  <a:lnTo>
                    <a:pt x="9790430" y="19177"/>
                  </a:lnTo>
                  <a:lnTo>
                    <a:pt x="9795764" y="19177"/>
                  </a:lnTo>
                  <a:lnTo>
                    <a:pt x="9795764" y="127"/>
                  </a:lnTo>
                  <a:close/>
                </a:path>
                <a:path w="10424160" h="2944495">
                  <a:moveTo>
                    <a:pt x="9800971" y="127"/>
                  </a:moveTo>
                  <a:lnTo>
                    <a:pt x="9795764" y="127"/>
                  </a:lnTo>
                  <a:lnTo>
                    <a:pt x="9795764" y="19177"/>
                  </a:lnTo>
                  <a:lnTo>
                    <a:pt x="9800971" y="19177"/>
                  </a:lnTo>
                  <a:lnTo>
                    <a:pt x="9805289" y="14859"/>
                  </a:lnTo>
                  <a:lnTo>
                    <a:pt x="9805289" y="4445"/>
                  </a:lnTo>
                  <a:lnTo>
                    <a:pt x="9800971" y="127"/>
                  </a:lnTo>
                  <a:close/>
                </a:path>
                <a:path w="10424160" h="2944495">
                  <a:moveTo>
                    <a:pt x="9833864" y="127"/>
                  </a:moveTo>
                  <a:lnTo>
                    <a:pt x="9828657" y="127"/>
                  </a:lnTo>
                  <a:lnTo>
                    <a:pt x="9824339" y="4445"/>
                  </a:lnTo>
                  <a:lnTo>
                    <a:pt x="9824339" y="14859"/>
                  </a:lnTo>
                  <a:lnTo>
                    <a:pt x="9828657" y="19177"/>
                  </a:lnTo>
                  <a:lnTo>
                    <a:pt x="9833864" y="19177"/>
                  </a:lnTo>
                  <a:lnTo>
                    <a:pt x="9833864" y="127"/>
                  </a:lnTo>
                  <a:close/>
                </a:path>
                <a:path w="10424160" h="2944495">
                  <a:moveTo>
                    <a:pt x="9839198" y="127"/>
                  </a:moveTo>
                  <a:lnTo>
                    <a:pt x="9833864" y="127"/>
                  </a:lnTo>
                  <a:lnTo>
                    <a:pt x="9833864" y="19177"/>
                  </a:lnTo>
                  <a:lnTo>
                    <a:pt x="9839198" y="19177"/>
                  </a:lnTo>
                  <a:lnTo>
                    <a:pt x="9843389" y="14859"/>
                  </a:lnTo>
                  <a:lnTo>
                    <a:pt x="9843389" y="4445"/>
                  </a:lnTo>
                  <a:lnTo>
                    <a:pt x="9839198" y="127"/>
                  </a:lnTo>
                  <a:close/>
                </a:path>
                <a:path w="10424160" h="2944495">
                  <a:moveTo>
                    <a:pt x="9871964" y="127"/>
                  </a:moveTo>
                  <a:lnTo>
                    <a:pt x="9866757" y="127"/>
                  </a:lnTo>
                  <a:lnTo>
                    <a:pt x="9862439" y="4445"/>
                  </a:lnTo>
                  <a:lnTo>
                    <a:pt x="9862439" y="14859"/>
                  </a:lnTo>
                  <a:lnTo>
                    <a:pt x="9866757" y="19177"/>
                  </a:lnTo>
                  <a:lnTo>
                    <a:pt x="9871964" y="19177"/>
                  </a:lnTo>
                  <a:lnTo>
                    <a:pt x="9871964" y="127"/>
                  </a:lnTo>
                  <a:close/>
                </a:path>
                <a:path w="10424160" h="2944495">
                  <a:moveTo>
                    <a:pt x="9877298" y="127"/>
                  </a:moveTo>
                  <a:lnTo>
                    <a:pt x="9871964" y="127"/>
                  </a:lnTo>
                  <a:lnTo>
                    <a:pt x="9871964" y="19177"/>
                  </a:lnTo>
                  <a:lnTo>
                    <a:pt x="9877298" y="19177"/>
                  </a:lnTo>
                  <a:lnTo>
                    <a:pt x="9881489" y="14859"/>
                  </a:lnTo>
                  <a:lnTo>
                    <a:pt x="9881489" y="4445"/>
                  </a:lnTo>
                  <a:lnTo>
                    <a:pt x="9877298" y="127"/>
                  </a:lnTo>
                  <a:close/>
                </a:path>
                <a:path w="10424160" h="2944495">
                  <a:moveTo>
                    <a:pt x="9910064" y="127"/>
                  </a:moveTo>
                  <a:lnTo>
                    <a:pt x="9904857" y="127"/>
                  </a:lnTo>
                  <a:lnTo>
                    <a:pt x="9900539" y="4445"/>
                  </a:lnTo>
                  <a:lnTo>
                    <a:pt x="9900539" y="14859"/>
                  </a:lnTo>
                  <a:lnTo>
                    <a:pt x="9904857" y="19177"/>
                  </a:lnTo>
                  <a:lnTo>
                    <a:pt x="9910064" y="19177"/>
                  </a:lnTo>
                  <a:lnTo>
                    <a:pt x="9910064" y="127"/>
                  </a:lnTo>
                  <a:close/>
                </a:path>
                <a:path w="10424160" h="2944495">
                  <a:moveTo>
                    <a:pt x="9915398" y="127"/>
                  </a:moveTo>
                  <a:lnTo>
                    <a:pt x="9910191" y="127"/>
                  </a:lnTo>
                  <a:lnTo>
                    <a:pt x="9910191" y="19177"/>
                  </a:lnTo>
                  <a:lnTo>
                    <a:pt x="9915398" y="19177"/>
                  </a:lnTo>
                  <a:lnTo>
                    <a:pt x="9919716" y="14859"/>
                  </a:lnTo>
                  <a:lnTo>
                    <a:pt x="9919716" y="4445"/>
                  </a:lnTo>
                  <a:lnTo>
                    <a:pt x="9915398" y="127"/>
                  </a:lnTo>
                  <a:close/>
                </a:path>
                <a:path w="10424160" h="2944495">
                  <a:moveTo>
                    <a:pt x="9948291" y="127"/>
                  </a:moveTo>
                  <a:lnTo>
                    <a:pt x="9942957" y="127"/>
                  </a:lnTo>
                  <a:lnTo>
                    <a:pt x="9938766" y="4445"/>
                  </a:lnTo>
                  <a:lnTo>
                    <a:pt x="9938766" y="14859"/>
                  </a:lnTo>
                  <a:lnTo>
                    <a:pt x="9942957" y="19177"/>
                  </a:lnTo>
                  <a:lnTo>
                    <a:pt x="9948291" y="19177"/>
                  </a:lnTo>
                  <a:lnTo>
                    <a:pt x="9948291" y="127"/>
                  </a:lnTo>
                  <a:close/>
                </a:path>
                <a:path w="10424160" h="2944495">
                  <a:moveTo>
                    <a:pt x="9953498" y="127"/>
                  </a:moveTo>
                  <a:lnTo>
                    <a:pt x="9948291" y="127"/>
                  </a:lnTo>
                  <a:lnTo>
                    <a:pt x="9948291" y="19177"/>
                  </a:lnTo>
                  <a:lnTo>
                    <a:pt x="9953498" y="19177"/>
                  </a:lnTo>
                  <a:lnTo>
                    <a:pt x="9957816" y="14859"/>
                  </a:lnTo>
                  <a:lnTo>
                    <a:pt x="9957816" y="4445"/>
                  </a:lnTo>
                  <a:lnTo>
                    <a:pt x="9953498" y="127"/>
                  </a:lnTo>
                  <a:close/>
                </a:path>
                <a:path w="10424160" h="2944495">
                  <a:moveTo>
                    <a:pt x="9986391" y="127"/>
                  </a:moveTo>
                  <a:lnTo>
                    <a:pt x="9981057" y="127"/>
                  </a:lnTo>
                  <a:lnTo>
                    <a:pt x="9976866" y="4445"/>
                  </a:lnTo>
                  <a:lnTo>
                    <a:pt x="9976866" y="14859"/>
                  </a:lnTo>
                  <a:lnTo>
                    <a:pt x="9981057" y="19177"/>
                  </a:lnTo>
                  <a:lnTo>
                    <a:pt x="9986391" y="19177"/>
                  </a:lnTo>
                  <a:lnTo>
                    <a:pt x="9986391" y="127"/>
                  </a:lnTo>
                  <a:close/>
                </a:path>
                <a:path w="10424160" h="2944495">
                  <a:moveTo>
                    <a:pt x="9991598" y="127"/>
                  </a:moveTo>
                  <a:lnTo>
                    <a:pt x="9986391" y="127"/>
                  </a:lnTo>
                  <a:lnTo>
                    <a:pt x="9986391" y="19177"/>
                  </a:lnTo>
                  <a:lnTo>
                    <a:pt x="9991598" y="19177"/>
                  </a:lnTo>
                  <a:lnTo>
                    <a:pt x="9995916" y="14859"/>
                  </a:lnTo>
                  <a:lnTo>
                    <a:pt x="9995916" y="4445"/>
                  </a:lnTo>
                  <a:lnTo>
                    <a:pt x="9991598" y="127"/>
                  </a:lnTo>
                  <a:close/>
                </a:path>
                <a:path w="10424160" h="2944495">
                  <a:moveTo>
                    <a:pt x="10024491" y="127"/>
                  </a:moveTo>
                  <a:lnTo>
                    <a:pt x="10019157" y="127"/>
                  </a:lnTo>
                  <a:lnTo>
                    <a:pt x="10014966" y="4445"/>
                  </a:lnTo>
                  <a:lnTo>
                    <a:pt x="10014966" y="14859"/>
                  </a:lnTo>
                  <a:lnTo>
                    <a:pt x="10019157" y="19177"/>
                  </a:lnTo>
                  <a:lnTo>
                    <a:pt x="10024491" y="19177"/>
                  </a:lnTo>
                  <a:lnTo>
                    <a:pt x="10024491" y="127"/>
                  </a:lnTo>
                  <a:close/>
                </a:path>
                <a:path w="10424160" h="2944495">
                  <a:moveTo>
                    <a:pt x="10029698" y="127"/>
                  </a:moveTo>
                  <a:lnTo>
                    <a:pt x="10024491" y="127"/>
                  </a:lnTo>
                  <a:lnTo>
                    <a:pt x="10024491" y="19177"/>
                  </a:lnTo>
                  <a:lnTo>
                    <a:pt x="10029698" y="19177"/>
                  </a:lnTo>
                  <a:lnTo>
                    <a:pt x="10034016" y="14859"/>
                  </a:lnTo>
                  <a:lnTo>
                    <a:pt x="10034016" y="4445"/>
                  </a:lnTo>
                  <a:lnTo>
                    <a:pt x="10029698" y="127"/>
                  </a:lnTo>
                  <a:close/>
                </a:path>
                <a:path w="10424160" h="2944495">
                  <a:moveTo>
                    <a:pt x="10062591" y="127"/>
                  </a:moveTo>
                  <a:lnTo>
                    <a:pt x="10057384" y="127"/>
                  </a:lnTo>
                  <a:lnTo>
                    <a:pt x="10053066" y="4445"/>
                  </a:lnTo>
                  <a:lnTo>
                    <a:pt x="10053066" y="14859"/>
                  </a:lnTo>
                  <a:lnTo>
                    <a:pt x="10057384" y="19177"/>
                  </a:lnTo>
                  <a:lnTo>
                    <a:pt x="10062591" y="19177"/>
                  </a:lnTo>
                  <a:lnTo>
                    <a:pt x="10062591" y="127"/>
                  </a:lnTo>
                  <a:close/>
                </a:path>
                <a:path w="10424160" h="2944495">
                  <a:moveTo>
                    <a:pt x="10067925" y="127"/>
                  </a:moveTo>
                  <a:lnTo>
                    <a:pt x="10062591" y="127"/>
                  </a:lnTo>
                  <a:lnTo>
                    <a:pt x="10062591" y="19177"/>
                  </a:lnTo>
                  <a:lnTo>
                    <a:pt x="10067925" y="19177"/>
                  </a:lnTo>
                  <a:lnTo>
                    <a:pt x="10072116" y="14859"/>
                  </a:lnTo>
                  <a:lnTo>
                    <a:pt x="10072116" y="4445"/>
                  </a:lnTo>
                  <a:lnTo>
                    <a:pt x="10067925" y="127"/>
                  </a:lnTo>
                  <a:close/>
                </a:path>
                <a:path w="10424160" h="2944495">
                  <a:moveTo>
                    <a:pt x="10100691" y="127"/>
                  </a:moveTo>
                  <a:lnTo>
                    <a:pt x="10095484" y="127"/>
                  </a:lnTo>
                  <a:lnTo>
                    <a:pt x="10091166" y="4445"/>
                  </a:lnTo>
                  <a:lnTo>
                    <a:pt x="10091166" y="14859"/>
                  </a:lnTo>
                  <a:lnTo>
                    <a:pt x="10095484" y="19177"/>
                  </a:lnTo>
                  <a:lnTo>
                    <a:pt x="10100691" y="19177"/>
                  </a:lnTo>
                  <a:lnTo>
                    <a:pt x="10100691" y="127"/>
                  </a:lnTo>
                  <a:close/>
                </a:path>
                <a:path w="10424160" h="2944495">
                  <a:moveTo>
                    <a:pt x="10106025" y="127"/>
                  </a:moveTo>
                  <a:lnTo>
                    <a:pt x="10100691" y="127"/>
                  </a:lnTo>
                  <a:lnTo>
                    <a:pt x="10100691" y="19177"/>
                  </a:lnTo>
                  <a:lnTo>
                    <a:pt x="10106025" y="19177"/>
                  </a:lnTo>
                  <a:lnTo>
                    <a:pt x="10110216" y="14859"/>
                  </a:lnTo>
                  <a:lnTo>
                    <a:pt x="10110216" y="4445"/>
                  </a:lnTo>
                  <a:lnTo>
                    <a:pt x="10106025" y="127"/>
                  </a:lnTo>
                  <a:close/>
                </a:path>
                <a:path w="10424160" h="2944495">
                  <a:moveTo>
                    <a:pt x="10138791" y="127"/>
                  </a:moveTo>
                  <a:lnTo>
                    <a:pt x="10133584" y="127"/>
                  </a:lnTo>
                  <a:lnTo>
                    <a:pt x="10129266" y="4445"/>
                  </a:lnTo>
                  <a:lnTo>
                    <a:pt x="10129266" y="14859"/>
                  </a:lnTo>
                  <a:lnTo>
                    <a:pt x="10133584" y="19177"/>
                  </a:lnTo>
                  <a:lnTo>
                    <a:pt x="10138791" y="19177"/>
                  </a:lnTo>
                  <a:lnTo>
                    <a:pt x="10138791" y="127"/>
                  </a:lnTo>
                  <a:close/>
                </a:path>
                <a:path w="10424160" h="2944495">
                  <a:moveTo>
                    <a:pt x="10144125" y="127"/>
                  </a:moveTo>
                  <a:lnTo>
                    <a:pt x="10138791" y="127"/>
                  </a:lnTo>
                  <a:lnTo>
                    <a:pt x="10138791" y="19177"/>
                  </a:lnTo>
                  <a:lnTo>
                    <a:pt x="10144125" y="19177"/>
                  </a:lnTo>
                  <a:lnTo>
                    <a:pt x="10148316" y="14859"/>
                  </a:lnTo>
                  <a:lnTo>
                    <a:pt x="10148316" y="4445"/>
                  </a:lnTo>
                  <a:lnTo>
                    <a:pt x="10144125" y="127"/>
                  </a:lnTo>
                  <a:close/>
                </a:path>
                <a:path w="10424160" h="2944495">
                  <a:moveTo>
                    <a:pt x="10177017" y="127"/>
                  </a:moveTo>
                  <a:lnTo>
                    <a:pt x="10171684" y="127"/>
                  </a:lnTo>
                  <a:lnTo>
                    <a:pt x="10167492" y="4445"/>
                  </a:lnTo>
                  <a:lnTo>
                    <a:pt x="10167492" y="14859"/>
                  </a:lnTo>
                  <a:lnTo>
                    <a:pt x="10171684" y="19177"/>
                  </a:lnTo>
                  <a:lnTo>
                    <a:pt x="10177017" y="19177"/>
                  </a:lnTo>
                  <a:lnTo>
                    <a:pt x="10177017" y="127"/>
                  </a:lnTo>
                  <a:close/>
                </a:path>
                <a:path w="10424160" h="2944495">
                  <a:moveTo>
                    <a:pt x="10182225" y="127"/>
                  </a:moveTo>
                  <a:lnTo>
                    <a:pt x="10177017" y="127"/>
                  </a:lnTo>
                  <a:lnTo>
                    <a:pt x="10177017" y="19177"/>
                  </a:lnTo>
                  <a:lnTo>
                    <a:pt x="10182225" y="19177"/>
                  </a:lnTo>
                  <a:lnTo>
                    <a:pt x="10186542" y="14859"/>
                  </a:lnTo>
                  <a:lnTo>
                    <a:pt x="10186542" y="4445"/>
                  </a:lnTo>
                  <a:lnTo>
                    <a:pt x="10182225" y="127"/>
                  </a:lnTo>
                  <a:close/>
                </a:path>
                <a:path w="10424160" h="2944495">
                  <a:moveTo>
                    <a:pt x="10215117" y="127"/>
                  </a:moveTo>
                  <a:lnTo>
                    <a:pt x="10209784" y="127"/>
                  </a:lnTo>
                  <a:lnTo>
                    <a:pt x="10205592" y="4445"/>
                  </a:lnTo>
                  <a:lnTo>
                    <a:pt x="10205592" y="14859"/>
                  </a:lnTo>
                  <a:lnTo>
                    <a:pt x="10209784" y="19177"/>
                  </a:lnTo>
                  <a:lnTo>
                    <a:pt x="10215117" y="19177"/>
                  </a:lnTo>
                  <a:lnTo>
                    <a:pt x="10215117" y="127"/>
                  </a:lnTo>
                  <a:close/>
                </a:path>
                <a:path w="10424160" h="2944495">
                  <a:moveTo>
                    <a:pt x="10220325" y="127"/>
                  </a:moveTo>
                  <a:lnTo>
                    <a:pt x="10215117" y="127"/>
                  </a:lnTo>
                  <a:lnTo>
                    <a:pt x="10215117" y="19177"/>
                  </a:lnTo>
                  <a:lnTo>
                    <a:pt x="10220325" y="19177"/>
                  </a:lnTo>
                  <a:lnTo>
                    <a:pt x="10224642" y="14859"/>
                  </a:lnTo>
                  <a:lnTo>
                    <a:pt x="10224642" y="4445"/>
                  </a:lnTo>
                  <a:lnTo>
                    <a:pt x="10220325" y="127"/>
                  </a:lnTo>
                  <a:close/>
                </a:path>
                <a:path w="10424160" h="2944495">
                  <a:moveTo>
                    <a:pt x="10253217" y="127"/>
                  </a:moveTo>
                  <a:lnTo>
                    <a:pt x="10247884" y="127"/>
                  </a:lnTo>
                  <a:lnTo>
                    <a:pt x="10243692" y="4445"/>
                  </a:lnTo>
                  <a:lnTo>
                    <a:pt x="10243692" y="14859"/>
                  </a:lnTo>
                  <a:lnTo>
                    <a:pt x="10247884" y="19177"/>
                  </a:lnTo>
                  <a:lnTo>
                    <a:pt x="10253217" y="19177"/>
                  </a:lnTo>
                  <a:lnTo>
                    <a:pt x="10253217" y="127"/>
                  </a:lnTo>
                  <a:close/>
                </a:path>
                <a:path w="10424160" h="2944495">
                  <a:moveTo>
                    <a:pt x="10258425" y="127"/>
                  </a:moveTo>
                  <a:lnTo>
                    <a:pt x="10253217" y="127"/>
                  </a:lnTo>
                  <a:lnTo>
                    <a:pt x="10253217" y="19177"/>
                  </a:lnTo>
                  <a:lnTo>
                    <a:pt x="10258425" y="19177"/>
                  </a:lnTo>
                  <a:lnTo>
                    <a:pt x="10262742" y="14859"/>
                  </a:lnTo>
                  <a:lnTo>
                    <a:pt x="10262742" y="4445"/>
                  </a:lnTo>
                  <a:lnTo>
                    <a:pt x="10258425" y="127"/>
                  </a:lnTo>
                  <a:close/>
                </a:path>
                <a:path w="10424160" h="2944495">
                  <a:moveTo>
                    <a:pt x="10291317" y="127"/>
                  </a:moveTo>
                  <a:lnTo>
                    <a:pt x="10286111" y="127"/>
                  </a:lnTo>
                  <a:lnTo>
                    <a:pt x="10281792" y="4445"/>
                  </a:lnTo>
                  <a:lnTo>
                    <a:pt x="10281792" y="14859"/>
                  </a:lnTo>
                  <a:lnTo>
                    <a:pt x="10286111" y="19177"/>
                  </a:lnTo>
                  <a:lnTo>
                    <a:pt x="10291317" y="19177"/>
                  </a:lnTo>
                  <a:lnTo>
                    <a:pt x="10291317" y="127"/>
                  </a:lnTo>
                  <a:close/>
                </a:path>
                <a:path w="10424160" h="2944495">
                  <a:moveTo>
                    <a:pt x="10296652" y="127"/>
                  </a:moveTo>
                  <a:lnTo>
                    <a:pt x="10291317" y="127"/>
                  </a:lnTo>
                  <a:lnTo>
                    <a:pt x="10291317" y="19177"/>
                  </a:lnTo>
                  <a:lnTo>
                    <a:pt x="10296652" y="19177"/>
                  </a:lnTo>
                  <a:lnTo>
                    <a:pt x="10300842" y="14859"/>
                  </a:lnTo>
                  <a:lnTo>
                    <a:pt x="10300842" y="4445"/>
                  </a:lnTo>
                  <a:lnTo>
                    <a:pt x="10296652" y="127"/>
                  </a:lnTo>
                  <a:close/>
                </a:path>
                <a:path w="10424160" h="2944495">
                  <a:moveTo>
                    <a:pt x="10330815" y="2286"/>
                  </a:moveTo>
                  <a:lnTo>
                    <a:pt x="10327890" y="20320"/>
                  </a:lnTo>
                  <a:lnTo>
                    <a:pt x="10327766" y="21082"/>
                  </a:lnTo>
                  <a:lnTo>
                    <a:pt x="10332974" y="21971"/>
                  </a:lnTo>
                  <a:lnTo>
                    <a:pt x="10337927" y="18415"/>
                  </a:lnTo>
                  <a:lnTo>
                    <a:pt x="10338689" y="13208"/>
                  </a:lnTo>
                  <a:lnTo>
                    <a:pt x="10339491" y="8509"/>
                  </a:lnTo>
                  <a:lnTo>
                    <a:pt x="10339578" y="8001"/>
                  </a:lnTo>
                  <a:lnTo>
                    <a:pt x="10336022" y="3175"/>
                  </a:lnTo>
                  <a:lnTo>
                    <a:pt x="10330815" y="2286"/>
                  </a:lnTo>
                  <a:close/>
                </a:path>
                <a:path w="10424160" h="2944495">
                  <a:moveTo>
                    <a:pt x="10325608" y="1524"/>
                  </a:moveTo>
                  <a:lnTo>
                    <a:pt x="10320782" y="4953"/>
                  </a:lnTo>
                  <a:lnTo>
                    <a:pt x="10319892" y="10160"/>
                  </a:lnTo>
                  <a:lnTo>
                    <a:pt x="10319205" y="14859"/>
                  </a:lnTo>
                  <a:lnTo>
                    <a:pt x="10319131" y="15367"/>
                  </a:lnTo>
                  <a:lnTo>
                    <a:pt x="10322560" y="20320"/>
                  </a:lnTo>
                  <a:lnTo>
                    <a:pt x="10327766" y="21082"/>
                  </a:lnTo>
                  <a:lnTo>
                    <a:pt x="10330815" y="2286"/>
                  </a:lnTo>
                  <a:lnTo>
                    <a:pt x="10325608" y="1524"/>
                  </a:lnTo>
                  <a:close/>
                </a:path>
                <a:path w="10424160" h="2944495">
                  <a:moveTo>
                    <a:pt x="10369550" y="17526"/>
                  </a:moveTo>
                  <a:lnTo>
                    <a:pt x="10367860" y="20320"/>
                  </a:lnTo>
                  <a:lnTo>
                    <a:pt x="10366248" y="22860"/>
                  </a:lnTo>
                  <a:lnTo>
                    <a:pt x="10364219" y="26162"/>
                  </a:lnTo>
                  <a:lnTo>
                    <a:pt x="10362946" y="28321"/>
                  </a:lnTo>
                  <a:lnTo>
                    <a:pt x="10361510" y="30607"/>
                  </a:lnTo>
                  <a:lnTo>
                    <a:pt x="10361241" y="30988"/>
                  </a:lnTo>
                  <a:lnTo>
                    <a:pt x="10359516" y="33782"/>
                  </a:lnTo>
                  <a:lnTo>
                    <a:pt x="10364089" y="36449"/>
                  </a:lnTo>
                  <a:lnTo>
                    <a:pt x="10369931" y="35052"/>
                  </a:lnTo>
                  <a:lnTo>
                    <a:pt x="10372725" y="30607"/>
                  </a:lnTo>
                  <a:lnTo>
                    <a:pt x="10375391" y="26162"/>
                  </a:lnTo>
                  <a:lnTo>
                    <a:pt x="10373994" y="20320"/>
                  </a:lnTo>
                  <a:lnTo>
                    <a:pt x="10369550" y="17526"/>
                  </a:lnTo>
                  <a:close/>
                </a:path>
                <a:path w="10424160" h="2944495">
                  <a:moveTo>
                    <a:pt x="10365105" y="14732"/>
                  </a:moveTo>
                  <a:lnTo>
                    <a:pt x="10359263" y="16129"/>
                  </a:lnTo>
                  <a:lnTo>
                    <a:pt x="10353675" y="25019"/>
                  </a:lnTo>
                  <a:lnTo>
                    <a:pt x="10354982" y="30607"/>
                  </a:lnTo>
                  <a:lnTo>
                    <a:pt x="10355072" y="30988"/>
                  </a:lnTo>
                  <a:lnTo>
                    <a:pt x="10359728" y="33782"/>
                  </a:lnTo>
                  <a:lnTo>
                    <a:pt x="10359437" y="33782"/>
                  </a:lnTo>
                  <a:lnTo>
                    <a:pt x="10369550" y="17526"/>
                  </a:lnTo>
                  <a:lnTo>
                    <a:pt x="10365105" y="14732"/>
                  </a:lnTo>
                  <a:close/>
                </a:path>
                <a:path w="10424160" h="2944495">
                  <a:moveTo>
                    <a:pt x="10400411" y="45466"/>
                  </a:moveTo>
                  <a:lnTo>
                    <a:pt x="10384916" y="56642"/>
                  </a:lnTo>
                  <a:lnTo>
                    <a:pt x="10387965" y="60960"/>
                  </a:lnTo>
                  <a:lnTo>
                    <a:pt x="10393934" y="61849"/>
                  </a:lnTo>
                  <a:lnTo>
                    <a:pt x="10398252" y="58801"/>
                  </a:lnTo>
                  <a:lnTo>
                    <a:pt x="10402442" y="55753"/>
                  </a:lnTo>
                  <a:lnTo>
                    <a:pt x="10403459" y="49784"/>
                  </a:lnTo>
                  <a:lnTo>
                    <a:pt x="10400411" y="45466"/>
                  </a:lnTo>
                  <a:close/>
                </a:path>
                <a:path w="10424160" h="2944495">
                  <a:moveTo>
                    <a:pt x="10391393" y="40259"/>
                  </a:moveTo>
                  <a:lnTo>
                    <a:pt x="10382758" y="46355"/>
                  </a:lnTo>
                  <a:lnTo>
                    <a:pt x="10381868" y="52324"/>
                  </a:lnTo>
                  <a:lnTo>
                    <a:pt x="10384916" y="56642"/>
                  </a:lnTo>
                  <a:lnTo>
                    <a:pt x="10389997" y="52959"/>
                  </a:lnTo>
                  <a:lnTo>
                    <a:pt x="10390903" y="52324"/>
                  </a:lnTo>
                  <a:lnTo>
                    <a:pt x="10400411" y="45466"/>
                  </a:lnTo>
                  <a:lnTo>
                    <a:pt x="10397236" y="41275"/>
                  </a:lnTo>
                  <a:lnTo>
                    <a:pt x="10391393" y="40259"/>
                  </a:lnTo>
                  <a:close/>
                </a:path>
                <a:path w="10424160" h="2944495">
                  <a:moveTo>
                    <a:pt x="10419334" y="82677"/>
                  </a:moveTo>
                  <a:lnTo>
                    <a:pt x="10400791" y="86741"/>
                  </a:lnTo>
                  <a:lnTo>
                    <a:pt x="10401808" y="91948"/>
                  </a:lnTo>
                  <a:lnTo>
                    <a:pt x="10406888" y="95123"/>
                  </a:lnTo>
                  <a:lnTo>
                    <a:pt x="10412094" y="94107"/>
                  </a:lnTo>
                  <a:lnTo>
                    <a:pt x="10417175" y="92964"/>
                  </a:lnTo>
                  <a:lnTo>
                    <a:pt x="10420477" y="87884"/>
                  </a:lnTo>
                  <a:lnTo>
                    <a:pt x="10419640" y="84074"/>
                  </a:lnTo>
                  <a:lnTo>
                    <a:pt x="10413111" y="84074"/>
                  </a:lnTo>
                  <a:lnTo>
                    <a:pt x="10419334" y="82677"/>
                  </a:lnTo>
                  <a:close/>
                </a:path>
                <a:path w="10424160" h="2944495">
                  <a:moveTo>
                    <a:pt x="10413111" y="74295"/>
                  </a:moveTo>
                  <a:lnTo>
                    <a:pt x="10402824" y="76581"/>
                  </a:lnTo>
                  <a:lnTo>
                    <a:pt x="10399649" y="81661"/>
                  </a:lnTo>
                  <a:lnTo>
                    <a:pt x="10400791" y="86741"/>
                  </a:lnTo>
                  <a:lnTo>
                    <a:pt x="10406888" y="85344"/>
                  </a:lnTo>
                  <a:lnTo>
                    <a:pt x="10407165" y="85344"/>
                  </a:lnTo>
                  <a:lnTo>
                    <a:pt x="10419334" y="82677"/>
                  </a:lnTo>
                  <a:lnTo>
                    <a:pt x="10418191" y="77597"/>
                  </a:lnTo>
                  <a:lnTo>
                    <a:pt x="10413111" y="74295"/>
                  </a:lnTo>
                  <a:close/>
                </a:path>
                <a:path w="10424160" h="2944495">
                  <a:moveTo>
                    <a:pt x="10407165" y="85344"/>
                  </a:moveTo>
                  <a:lnTo>
                    <a:pt x="10406888" y="85344"/>
                  </a:lnTo>
                  <a:lnTo>
                    <a:pt x="10400791" y="86741"/>
                  </a:lnTo>
                  <a:lnTo>
                    <a:pt x="10407165" y="85344"/>
                  </a:lnTo>
                  <a:close/>
                </a:path>
                <a:path w="10424160" h="2944495">
                  <a:moveTo>
                    <a:pt x="10419334" y="82677"/>
                  </a:moveTo>
                  <a:lnTo>
                    <a:pt x="10413111" y="84074"/>
                  </a:lnTo>
                  <a:lnTo>
                    <a:pt x="10419640" y="84074"/>
                  </a:lnTo>
                  <a:lnTo>
                    <a:pt x="10419334" y="82677"/>
                  </a:lnTo>
                  <a:close/>
                </a:path>
                <a:path w="10424160" h="2944495">
                  <a:moveTo>
                    <a:pt x="10419841" y="112903"/>
                  </a:moveTo>
                  <a:lnTo>
                    <a:pt x="10409428" y="112903"/>
                  </a:lnTo>
                  <a:lnTo>
                    <a:pt x="10405110" y="117094"/>
                  </a:lnTo>
                  <a:lnTo>
                    <a:pt x="10405110" y="127635"/>
                  </a:lnTo>
                  <a:lnTo>
                    <a:pt x="10409428" y="131953"/>
                  </a:lnTo>
                  <a:lnTo>
                    <a:pt x="10419841" y="131953"/>
                  </a:lnTo>
                  <a:lnTo>
                    <a:pt x="10424160" y="127635"/>
                  </a:lnTo>
                  <a:lnTo>
                    <a:pt x="10424160" y="117094"/>
                  </a:lnTo>
                  <a:lnTo>
                    <a:pt x="10419841" y="112903"/>
                  </a:lnTo>
                  <a:close/>
                </a:path>
                <a:path w="10424160" h="2944495">
                  <a:moveTo>
                    <a:pt x="10419841" y="151003"/>
                  </a:moveTo>
                  <a:lnTo>
                    <a:pt x="10409428" y="151003"/>
                  </a:lnTo>
                  <a:lnTo>
                    <a:pt x="10405110" y="155321"/>
                  </a:lnTo>
                  <a:lnTo>
                    <a:pt x="10405110" y="165862"/>
                  </a:lnTo>
                  <a:lnTo>
                    <a:pt x="10409428" y="170053"/>
                  </a:lnTo>
                  <a:lnTo>
                    <a:pt x="10419841" y="170053"/>
                  </a:lnTo>
                  <a:lnTo>
                    <a:pt x="10424160" y="165862"/>
                  </a:lnTo>
                  <a:lnTo>
                    <a:pt x="10424160" y="155321"/>
                  </a:lnTo>
                  <a:lnTo>
                    <a:pt x="10419841" y="151003"/>
                  </a:lnTo>
                  <a:close/>
                </a:path>
                <a:path w="10424160" h="2944495">
                  <a:moveTo>
                    <a:pt x="10419841" y="189103"/>
                  </a:moveTo>
                  <a:lnTo>
                    <a:pt x="10409428" y="189103"/>
                  </a:lnTo>
                  <a:lnTo>
                    <a:pt x="10405110" y="193421"/>
                  </a:lnTo>
                  <a:lnTo>
                    <a:pt x="10405110" y="203962"/>
                  </a:lnTo>
                  <a:lnTo>
                    <a:pt x="10409428" y="208153"/>
                  </a:lnTo>
                  <a:lnTo>
                    <a:pt x="10419841" y="208153"/>
                  </a:lnTo>
                  <a:lnTo>
                    <a:pt x="10424160" y="203962"/>
                  </a:lnTo>
                  <a:lnTo>
                    <a:pt x="10424160" y="193421"/>
                  </a:lnTo>
                  <a:lnTo>
                    <a:pt x="10419841" y="189103"/>
                  </a:lnTo>
                  <a:close/>
                </a:path>
                <a:path w="10424160" h="2944495">
                  <a:moveTo>
                    <a:pt x="10419841" y="227203"/>
                  </a:moveTo>
                  <a:lnTo>
                    <a:pt x="10409428" y="227203"/>
                  </a:lnTo>
                  <a:lnTo>
                    <a:pt x="10405110" y="231521"/>
                  </a:lnTo>
                  <a:lnTo>
                    <a:pt x="10405110" y="242062"/>
                  </a:lnTo>
                  <a:lnTo>
                    <a:pt x="10409428" y="246253"/>
                  </a:lnTo>
                  <a:lnTo>
                    <a:pt x="10419841" y="246253"/>
                  </a:lnTo>
                  <a:lnTo>
                    <a:pt x="10424160" y="242062"/>
                  </a:lnTo>
                  <a:lnTo>
                    <a:pt x="10424160" y="231521"/>
                  </a:lnTo>
                  <a:lnTo>
                    <a:pt x="10419841" y="227203"/>
                  </a:lnTo>
                  <a:close/>
                </a:path>
                <a:path w="10424160" h="2944495">
                  <a:moveTo>
                    <a:pt x="10419841" y="265303"/>
                  </a:moveTo>
                  <a:lnTo>
                    <a:pt x="10409428" y="265303"/>
                  </a:lnTo>
                  <a:lnTo>
                    <a:pt x="10405110" y="269621"/>
                  </a:lnTo>
                  <a:lnTo>
                    <a:pt x="10405110" y="280162"/>
                  </a:lnTo>
                  <a:lnTo>
                    <a:pt x="10409428" y="284480"/>
                  </a:lnTo>
                  <a:lnTo>
                    <a:pt x="10419841" y="284480"/>
                  </a:lnTo>
                  <a:lnTo>
                    <a:pt x="10424160" y="280162"/>
                  </a:lnTo>
                  <a:lnTo>
                    <a:pt x="10424160" y="274955"/>
                  </a:lnTo>
                  <a:lnTo>
                    <a:pt x="10411460" y="274955"/>
                  </a:lnTo>
                  <a:lnTo>
                    <a:pt x="10411460" y="274828"/>
                  </a:lnTo>
                  <a:lnTo>
                    <a:pt x="10424160" y="274828"/>
                  </a:lnTo>
                  <a:lnTo>
                    <a:pt x="10424160" y="269621"/>
                  </a:lnTo>
                  <a:lnTo>
                    <a:pt x="10419841" y="265303"/>
                  </a:lnTo>
                  <a:close/>
                </a:path>
                <a:path w="10424160" h="2944495">
                  <a:moveTo>
                    <a:pt x="10424160" y="274828"/>
                  </a:moveTo>
                  <a:lnTo>
                    <a:pt x="10417810" y="274828"/>
                  </a:lnTo>
                  <a:lnTo>
                    <a:pt x="10417810" y="274955"/>
                  </a:lnTo>
                  <a:lnTo>
                    <a:pt x="10424160" y="274955"/>
                  </a:lnTo>
                  <a:lnTo>
                    <a:pt x="10424160" y="274828"/>
                  </a:lnTo>
                  <a:close/>
                </a:path>
                <a:path w="10424160" h="2944495">
                  <a:moveTo>
                    <a:pt x="10419841" y="303530"/>
                  </a:moveTo>
                  <a:lnTo>
                    <a:pt x="10409428" y="303530"/>
                  </a:lnTo>
                  <a:lnTo>
                    <a:pt x="10405110" y="307721"/>
                  </a:lnTo>
                  <a:lnTo>
                    <a:pt x="10405110" y="318262"/>
                  </a:lnTo>
                  <a:lnTo>
                    <a:pt x="10409428" y="322580"/>
                  </a:lnTo>
                  <a:lnTo>
                    <a:pt x="10419841" y="322580"/>
                  </a:lnTo>
                  <a:lnTo>
                    <a:pt x="10424160" y="318262"/>
                  </a:lnTo>
                  <a:lnTo>
                    <a:pt x="10424160" y="307721"/>
                  </a:lnTo>
                  <a:lnTo>
                    <a:pt x="10419841" y="303530"/>
                  </a:lnTo>
                  <a:close/>
                </a:path>
                <a:path w="10424160" h="2944495">
                  <a:moveTo>
                    <a:pt x="10419841" y="341630"/>
                  </a:moveTo>
                  <a:lnTo>
                    <a:pt x="10409428" y="341630"/>
                  </a:lnTo>
                  <a:lnTo>
                    <a:pt x="10405110" y="345821"/>
                  </a:lnTo>
                  <a:lnTo>
                    <a:pt x="10405110" y="356362"/>
                  </a:lnTo>
                  <a:lnTo>
                    <a:pt x="10409428" y="360680"/>
                  </a:lnTo>
                  <a:lnTo>
                    <a:pt x="10419841" y="360680"/>
                  </a:lnTo>
                  <a:lnTo>
                    <a:pt x="10424160" y="356362"/>
                  </a:lnTo>
                  <a:lnTo>
                    <a:pt x="10424160" y="345821"/>
                  </a:lnTo>
                  <a:lnTo>
                    <a:pt x="10419841" y="341630"/>
                  </a:lnTo>
                  <a:close/>
                </a:path>
                <a:path w="10424160" h="2944495">
                  <a:moveTo>
                    <a:pt x="10419841" y="379730"/>
                  </a:moveTo>
                  <a:lnTo>
                    <a:pt x="10409428" y="379730"/>
                  </a:lnTo>
                  <a:lnTo>
                    <a:pt x="10405110" y="383921"/>
                  </a:lnTo>
                  <a:lnTo>
                    <a:pt x="10405110" y="394462"/>
                  </a:lnTo>
                  <a:lnTo>
                    <a:pt x="10409428" y="398780"/>
                  </a:lnTo>
                  <a:lnTo>
                    <a:pt x="10419841" y="398780"/>
                  </a:lnTo>
                  <a:lnTo>
                    <a:pt x="10424160" y="394462"/>
                  </a:lnTo>
                  <a:lnTo>
                    <a:pt x="10424160" y="383921"/>
                  </a:lnTo>
                  <a:lnTo>
                    <a:pt x="10419841" y="379730"/>
                  </a:lnTo>
                  <a:close/>
                </a:path>
                <a:path w="10424160" h="2944495">
                  <a:moveTo>
                    <a:pt x="10419841" y="417830"/>
                  </a:moveTo>
                  <a:lnTo>
                    <a:pt x="10409428" y="417830"/>
                  </a:lnTo>
                  <a:lnTo>
                    <a:pt x="10405110" y="422148"/>
                  </a:lnTo>
                  <a:lnTo>
                    <a:pt x="10405110" y="432689"/>
                  </a:lnTo>
                  <a:lnTo>
                    <a:pt x="10409428" y="436880"/>
                  </a:lnTo>
                  <a:lnTo>
                    <a:pt x="10419841" y="436880"/>
                  </a:lnTo>
                  <a:lnTo>
                    <a:pt x="10424160" y="432689"/>
                  </a:lnTo>
                  <a:lnTo>
                    <a:pt x="10424160" y="422148"/>
                  </a:lnTo>
                  <a:lnTo>
                    <a:pt x="10419841" y="417830"/>
                  </a:lnTo>
                  <a:close/>
                </a:path>
                <a:path w="10424160" h="2944495">
                  <a:moveTo>
                    <a:pt x="10419841" y="455930"/>
                  </a:moveTo>
                  <a:lnTo>
                    <a:pt x="10409428" y="455930"/>
                  </a:lnTo>
                  <a:lnTo>
                    <a:pt x="10405110" y="460248"/>
                  </a:lnTo>
                  <a:lnTo>
                    <a:pt x="10405110" y="470789"/>
                  </a:lnTo>
                  <a:lnTo>
                    <a:pt x="10409428" y="474980"/>
                  </a:lnTo>
                  <a:lnTo>
                    <a:pt x="10419841" y="474980"/>
                  </a:lnTo>
                  <a:lnTo>
                    <a:pt x="10424160" y="470789"/>
                  </a:lnTo>
                  <a:lnTo>
                    <a:pt x="10424160" y="460248"/>
                  </a:lnTo>
                  <a:lnTo>
                    <a:pt x="10419841" y="455930"/>
                  </a:lnTo>
                  <a:close/>
                </a:path>
                <a:path w="10424160" h="2944495">
                  <a:moveTo>
                    <a:pt x="10419841" y="494030"/>
                  </a:moveTo>
                  <a:lnTo>
                    <a:pt x="10409428" y="494030"/>
                  </a:lnTo>
                  <a:lnTo>
                    <a:pt x="10405110" y="498348"/>
                  </a:lnTo>
                  <a:lnTo>
                    <a:pt x="10405110" y="508889"/>
                  </a:lnTo>
                  <a:lnTo>
                    <a:pt x="10409428" y="513080"/>
                  </a:lnTo>
                  <a:lnTo>
                    <a:pt x="10419841" y="513080"/>
                  </a:lnTo>
                  <a:lnTo>
                    <a:pt x="10424160" y="508889"/>
                  </a:lnTo>
                  <a:lnTo>
                    <a:pt x="10424160" y="498348"/>
                  </a:lnTo>
                  <a:lnTo>
                    <a:pt x="10419841" y="494030"/>
                  </a:lnTo>
                  <a:close/>
                </a:path>
                <a:path w="10424160" h="2944495">
                  <a:moveTo>
                    <a:pt x="10419841" y="532130"/>
                  </a:moveTo>
                  <a:lnTo>
                    <a:pt x="10409428" y="532130"/>
                  </a:lnTo>
                  <a:lnTo>
                    <a:pt x="10405110" y="536448"/>
                  </a:lnTo>
                  <a:lnTo>
                    <a:pt x="10405110" y="546989"/>
                  </a:lnTo>
                  <a:lnTo>
                    <a:pt x="10409428" y="551307"/>
                  </a:lnTo>
                  <a:lnTo>
                    <a:pt x="10419841" y="551307"/>
                  </a:lnTo>
                  <a:lnTo>
                    <a:pt x="10424160" y="546989"/>
                  </a:lnTo>
                  <a:lnTo>
                    <a:pt x="10424160" y="536448"/>
                  </a:lnTo>
                  <a:lnTo>
                    <a:pt x="10419841" y="532130"/>
                  </a:lnTo>
                  <a:close/>
                </a:path>
                <a:path w="10424160" h="2944495">
                  <a:moveTo>
                    <a:pt x="10419841" y="570357"/>
                  </a:moveTo>
                  <a:lnTo>
                    <a:pt x="10409428" y="570357"/>
                  </a:lnTo>
                  <a:lnTo>
                    <a:pt x="10405110" y="574548"/>
                  </a:lnTo>
                  <a:lnTo>
                    <a:pt x="10405110" y="585089"/>
                  </a:lnTo>
                  <a:lnTo>
                    <a:pt x="10409428" y="589407"/>
                  </a:lnTo>
                  <a:lnTo>
                    <a:pt x="10419841" y="589407"/>
                  </a:lnTo>
                  <a:lnTo>
                    <a:pt x="10424160" y="585089"/>
                  </a:lnTo>
                  <a:lnTo>
                    <a:pt x="10424160" y="574548"/>
                  </a:lnTo>
                  <a:lnTo>
                    <a:pt x="10419841" y="570357"/>
                  </a:lnTo>
                  <a:close/>
                </a:path>
                <a:path w="10424160" h="2944495">
                  <a:moveTo>
                    <a:pt x="10419841" y="608457"/>
                  </a:moveTo>
                  <a:lnTo>
                    <a:pt x="10409428" y="608457"/>
                  </a:lnTo>
                  <a:lnTo>
                    <a:pt x="10405110" y="612648"/>
                  </a:lnTo>
                  <a:lnTo>
                    <a:pt x="10405110" y="623189"/>
                  </a:lnTo>
                  <a:lnTo>
                    <a:pt x="10409428" y="627507"/>
                  </a:lnTo>
                  <a:lnTo>
                    <a:pt x="10419841" y="627507"/>
                  </a:lnTo>
                  <a:lnTo>
                    <a:pt x="10424160" y="623189"/>
                  </a:lnTo>
                  <a:lnTo>
                    <a:pt x="10424160" y="612648"/>
                  </a:lnTo>
                  <a:lnTo>
                    <a:pt x="10419841" y="608457"/>
                  </a:lnTo>
                  <a:close/>
                </a:path>
                <a:path w="10424160" h="2944495">
                  <a:moveTo>
                    <a:pt x="10419841" y="646557"/>
                  </a:moveTo>
                  <a:lnTo>
                    <a:pt x="10409428" y="646557"/>
                  </a:lnTo>
                  <a:lnTo>
                    <a:pt x="10405110" y="650748"/>
                  </a:lnTo>
                  <a:lnTo>
                    <a:pt x="10405110" y="661289"/>
                  </a:lnTo>
                  <a:lnTo>
                    <a:pt x="10409428" y="665607"/>
                  </a:lnTo>
                  <a:lnTo>
                    <a:pt x="10419841" y="665607"/>
                  </a:lnTo>
                  <a:lnTo>
                    <a:pt x="10424160" y="661289"/>
                  </a:lnTo>
                  <a:lnTo>
                    <a:pt x="10424160" y="650748"/>
                  </a:lnTo>
                  <a:lnTo>
                    <a:pt x="10419841" y="646557"/>
                  </a:lnTo>
                  <a:close/>
                </a:path>
                <a:path w="10424160" h="2944495">
                  <a:moveTo>
                    <a:pt x="10419841" y="684657"/>
                  </a:moveTo>
                  <a:lnTo>
                    <a:pt x="10409428" y="684657"/>
                  </a:lnTo>
                  <a:lnTo>
                    <a:pt x="10405110" y="688975"/>
                  </a:lnTo>
                  <a:lnTo>
                    <a:pt x="10405110" y="699516"/>
                  </a:lnTo>
                  <a:lnTo>
                    <a:pt x="10409428" y="703707"/>
                  </a:lnTo>
                  <a:lnTo>
                    <a:pt x="10419841" y="703707"/>
                  </a:lnTo>
                  <a:lnTo>
                    <a:pt x="10424160" y="699516"/>
                  </a:lnTo>
                  <a:lnTo>
                    <a:pt x="10424160" y="688975"/>
                  </a:lnTo>
                  <a:lnTo>
                    <a:pt x="10419841" y="684657"/>
                  </a:lnTo>
                  <a:close/>
                </a:path>
                <a:path w="10424160" h="2944495">
                  <a:moveTo>
                    <a:pt x="10419841" y="722757"/>
                  </a:moveTo>
                  <a:lnTo>
                    <a:pt x="10409428" y="722757"/>
                  </a:lnTo>
                  <a:lnTo>
                    <a:pt x="10405110" y="727075"/>
                  </a:lnTo>
                  <a:lnTo>
                    <a:pt x="10405110" y="737616"/>
                  </a:lnTo>
                  <a:lnTo>
                    <a:pt x="10409428" y="741807"/>
                  </a:lnTo>
                  <a:lnTo>
                    <a:pt x="10419841" y="741807"/>
                  </a:lnTo>
                  <a:lnTo>
                    <a:pt x="10424160" y="737616"/>
                  </a:lnTo>
                  <a:lnTo>
                    <a:pt x="10424160" y="727075"/>
                  </a:lnTo>
                  <a:lnTo>
                    <a:pt x="10419841" y="722757"/>
                  </a:lnTo>
                  <a:close/>
                </a:path>
                <a:path w="10424160" h="2944495">
                  <a:moveTo>
                    <a:pt x="10419841" y="760857"/>
                  </a:moveTo>
                  <a:lnTo>
                    <a:pt x="10409428" y="760857"/>
                  </a:lnTo>
                  <a:lnTo>
                    <a:pt x="10405110" y="765175"/>
                  </a:lnTo>
                  <a:lnTo>
                    <a:pt x="10405110" y="775716"/>
                  </a:lnTo>
                  <a:lnTo>
                    <a:pt x="10409428" y="780034"/>
                  </a:lnTo>
                  <a:lnTo>
                    <a:pt x="10419841" y="780034"/>
                  </a:lnTo>
                  <a:lnTo>
                    <a:pt x="10424160" y="775716"/>
                  </a:lnTo>
                  <a:lnTo>
                    <a:pt x="10424160" y="765175"/>
                  </a:lnTo>
                  <a:lnTo>
                    <a:pt x="10419841" y="760857"/>
                  </a:lnTo>
                  <a:close/>
                </a:path>
                <a:path w="10424160" h="2944495">
                  <a:moveTo>
                    <a:pt x="10419841" y="799084"/>
                  </a:moveTo>
                  <a:lnTo>
                    <a:pt x="10409428" y="799084"/>
                  </a:lnTo>
                  <a:lnTo>
                    <a:pt x="10405110" y="803275"/>
                  </a:lnTo>
                  <a:lnTo>
                    <a:pt x="10405110" y="813816"/>
                  </a:lnTo>
                  <a:lnTo>
                    <a:pt x="10409428" y="818134"/>
                  </a:lnTo>
                  <a:lnTo>
                    <a:pt x="10419841" y="818134"/>
                  </a:lnTo>
                  <a:lnTo>
                    <a:pt x="10424160" y="813816"/>
                  </a:lnTo>
                  <a:lnTo>
                    <a:pt x="10424160" y="803275"/>
                  </a:lnTo>
                  <a:lnTo>
                    <a:pt x="10419841" y="799084"/>
                  </a:lnTo>
                  <a:close/>
                </a:path>
                <a:path w="10424160" h="2944495">
                  <a:moveTo>
                    <a:pt x="10419841" y="837184"/>
                  </a:moveTo>
                  <a:lnTo>
                    <a:pt x="10409428" y="837184"/>
                  </a:lnTo>
                  <a:lnTo>
                    <a:pt x="10405110" y="841375"/>
                  </a:lnTo>
                  <a:lnTo>
                    <a:pt x="10405110" y="851916"/>
                  </a:lnTo>
                  <a:lnTo>
                    <a:pt x="10409428" y="856234"/>
                  </a:lnTo>
                  <a:lnTo>
                    <a:pt x="10419841" y="856234"/>
                  </a:lnTo>
                  <a:lnTo>
                    <a:pt x="10424160" y="851916"/>
                  </a:lnTo>
                  <a:lnTo>
                    <a:pt x="10424160" y="841375"/>
                  </a:lnTo>
                  <a:lnTo>
                    <a:pt x="10419841" y="837184"/>
                  </a:lnTo>
                  <a:close/>
                </a:path>
                <a:path w="10424160" h="2944495">
                  <a:moveTo>
                    <a:pt x="10419841" y="875284"/>
                  </a:moveTo>
                  <a:lnTo>
                    <a:pt x="10409428" y="875284"/>
                  </a:lnTo>
                  <a:lnTo>
                    <a:pt x="10405110" y="879475"/>
                  </a:lnTo>
                  <a:lnTo>
                    <a:pt x="10405110" y="890016"/>
                  </a:lnTo>
                  <a:lnTo>
                    <a:pt x="10409428" y="894334"/>
                  </a:lnTo>
                  <a:lnTo>
                    <a:pt x="10419841" y="894334"/>
                  </a:lnTo>
                  <a:lnTo>
                    <a:pt x="10424160" y="890016"/>
                  </a:lnTo>
                  <a:lnTo>
                    <a:pt x="10424160" y="879475"/>
                  </a:lnTo>
                  <a:lnTo>
                    <a:pt x="10419841" y="875284"/>
                  </a:lnTo>
                  <a:close/>
                </a:path>
                <a:path w="10424160" h="2944495">
                  <a:moveTo>
                    <a:pt x="10419841" y="913384"/>
                  </a:moveTo>
                  <a:lnTo>
                    <a:pt x="10409428" y="913384"/>
                  </a:lnTo>
                  <a:lnTo>
                    <a:pt x="10405110" y="917702"/>
                  </a:lnTo>
                  <a:lnTo>
                    <a:pt x="10405110" y="928243"/>
                  </a:lnTo>
                  <a:lnTo>
                    <a:pt x="10409428" y="932434"/>
                  </a:lnTo>
                  <a:lnTo>
                    <a:pt x="10419841" y="932434"/>
                  </a:lnTo>
                  <a:lnTo>
                    <a:pt x="10424160" y="928243"/>
                  </a:lnTo>
                  <a:lnTo>
                    <a:pt x="10424160" y="917702"/>
                  </a:lnTo>
                  <a:lnTo>
                    <a:pt x="10419841" y="913384"/>
                  </a:lnTo>
                  <a:close/>
                </a:path>
                <a:path w="10424160" h="2944495">
                  <a:moveTo>
                    <a:pt x="10419841" y="951484"/>
                  </a:moveTo>
                  <a:lnTo>
                    <a:pt x="10409428" y="951484"/>
                  </a:lnTo>
                  <a:lnTo>
                    <a:pt x="10405110" y="955802"/>
                  </a:lnTo>
                  <a:lnTo>
                    <a:pt x="10405110" y="966343"/>
                  </a:lnTo>
                  <a:lnTo>
                    <a:pt x="10409428" y="970534"/>
                  </a:lnTo>
                  <a:lnTo>
                    <a:pt x="10419841" y="970534"/>
                  </a:lnTo>
                  <a:lnTo>
                    <a:pt x="10424160" y="966343"/>
                  </a:lnTo>
                  <a:lnTo>
                    <a:pt x="10424160" y="955802"/>
                  </a:lnTo>
                  <a:lnTo>
                    <a:pt x="10419841" y="951484"/>
                  </a:lnTo>
                  <a:close/>
                </a:path>
                <a:path w="10424160" h="2944495">
                  <a:moveTo>
                    <a:pt x="10419841" y="989584"/>
                  </a:moveTo>
                  <a:lnTo>
                    <a:pt x="10409428" y="989584"/>
                  </a:lnTo>
                  <a:lnTo>
                    <a:pt x="10405110" y="993902"/>
                  </a:lnTo>
                  <a:lnTo>
                    <a:pt x="10405110" y="1004443"/>
                  </a:lnTo>
                  <a:lnTo>
                    <a:pt x="10409428" y="1008634"/>
                  </a:lnTo>
                  <a:lnTo>
                    <a:pt x="10419841" y="1008634"/>
                  </a:lnTo>
                  <a:lnTo>
                    <a:pt x="10424160" y="1004443"/>
                  </a:lnTo>
                  <a:lnTo>
                    <a:pt x="10424160" y="993902"/>
                  </a:lnTo>
                  <a:lnTo>
                    <a:pt x="10419841" y="989584"/>
                  </a:lnTo>
                  <a:close/>
                </a:path>
                <a:path w="10424160" h="2944495">
                  <a:moveTo>
                    <a:pt x="10419841" y="1027684"/>
                  </a:moveTo>
                  <a:lnTo>
                    <a:pt x="10409428" y="1027684"/>
                  </a:lnTo>
                  <a:lnTo>
                    <a:pt x="10405110" y="1032002"/>
                  </a:lnTo>
                  <a:lnTo>
                    <a:pt x="10405110" y="1042543"/>
                  </a:lnTo>
                  <a:lnTo>
                    <a:pt x="10409428" y="1046861"/>
                  </a:lnTo>
                  <a:lnTo>
                    <a:pt x="10419841" y="1046861"/>
                  </a:lnTo>
                  <a:lnTo>
                    <a:pt x="10424160" y="1042543"/>
                  </a:lnTo>
                  <a:lnTo>
                    <a:pt x="10424160" y="1037336"/>
                  </a:lnTo>
                  <a:lnTo>
                    <a:pt x="10411460" y="1037336"/>
                  </a:lnTo>
                  <a:lnTo>
                    <a:pt x="10411460" y="1037209"/>
                  </a:lnTo>
                  <a:lnTo>
                    <a:pt x="10424160" y="1037209"/>
                  </a:lnTo>
                  <a:lnTo>
                    <a:pt x="10424160" y="1032002"/>
                  </a:lnTo>
                  <a:lnTo>
                    <a:pt x="10419841" y="1027684"/>
                  </a:lnTo>
                  <a:close/>
                </a:path>
                <a:path w="10424160" h="2944495">
                  <a:moveTo>
                    <a:pt x="10424160" y="1037209"/>
                  </a:moveTo>
                  <a:lnTo>
                    <a:pt x="10417810" y="1037209"/>
                  </a:lnTo>
                  <a:lnTo>
                    <a:pt x="10417810" y="1037336"/>
                  </a:lnTo>
                  <a:lnTo>
                    <a:pt x="10424160" y="1037336"/>
                  </a:lnTo>
                  <a:lnTo>
                    <a:pt x="10424160" y="1037209"/>
                  </a:lnTo>
                  <a:close/>
                </a:path>
                <a:path w="10424160" h="2944495">
                  <a:moveTo>
                    <a:pt x="10419841" y="1065911"/>
                  </a:moveTo>
                  <a:lnTo>
                    <a:pt x="10409428" y="1065911"/>
                  </a:lnTo>
                  <a:lnTo>
                    <a:pt x="10405110" y="1070102"/>
                  </a:lnTo>
                  <a:lnTo>
                    <a:pt x="10405110" y="1080643"/>
                  </a:lnTo>
                  <a:lnTo>
                    <a:pt x="10409428" y="1084961"/>
                  </a:lnTo>
                  <a:lnTo>
                    <a:pt x="10419841" y="1084961"/>
                  </a:lnTo>
                  <a:lnTo>
                    <a:pt x="10424160" y="1080643"/>
                  </a:lnTo>
                  <a:lnTo>
                    <a:pt x="10424160" y="1070102"/>
                  </a:lnTo>
                  <a:lnTo>
                    <a:pt x="10419841" y="1065911"/>
                  </a:lnTo>
                  <a:close/>
                </a:path>
                <a:path w="10424160" h="2944495">
                  <a:moveTo>
                    <a:pt x="10419841" y="1104011"/>
                  </a:moveTo>
                  <a:lnTo>
                    <a:pt x="10409428" y="1104011"/>
                  </a:lnTo>
                  <a:lnTo>
                    <a:pt x="10405110" y="1108202"/>
                  </a:lnTo>
                  <a:lnTo>
                    <a:pt x="10405110" y="1118743"/>
                  </a:lnTo>
                  <a:lnTo>
                    <a:pt x="10409428" y="1123061"/>
                  </a:lnTo>
                  <a:lnTo>
                    <a:pt x="10419841" y="1123061"/>
                  </a:lnTo>
                  <a:lnTo>
                    <a:pt x="10424160" y="1118743"/>
                  </a:lnTo>
                  <a:lnTo>
                    <a:pt x="10424160" y="1108202"/>
                  </a:lnTo>
                  <a:lnTo>
                    <a:pt x="10419841" y="1104011"/>
                  </a:lnTo>
                  <a:close/>
                </a:path>
                <a:path w="10424160" h="2944495">
                  <a:moveTo>
                    <a:pt x="10419841" y="1142111"/>
                  </a:moveTo>
                  <a:lnTo>
                    <a:pt x="10409428" y="1142111"/>
                  </a:lnTo>
                  <a:lnTo>
                    <a:pt x="10405110" y="1146302"/>
                  </a:lnTo>
                  <a:lnTo>
                    <a:pt x="10405110" y="1156843"/>
                  </a:lnTo>
                  <a:lnTo>
                    <a:pt x="10409428" y="1161161"/>
                  </a:lnTo>
                  <a:lnTo>
                    <a:pt x="10419841" y="1161161"/>
                  </a:lnTo>
                  <a:lnTo>
                    <a:pt x="10424160" y="1156843"/>
                  </a:lnTo>
                  <a:lnTo>
                    <a:pt x="10424160" y="1146302"/>
                  </a:lnTo>
                  <a:lnTo>
                    <a:pt x="10419841" y="1142111"/>
                  </a:lnTo>
                  <a:close/>
                </a:path>
                <a:path w="10424160" h="2944495">
                  <a:moveTo>
                    <a:pt x="10419841" y="1180211"/>
                  </a:moveTo>
                  <a:lnTo>
                    <a:pt x="10409428" y="1180211"/>
                  </a:lnTo>
                  <a:lnTo>
                    <a:pt x="10405110" y="1184529"/>
                  </a:lnTo>
                  <a:lnTo>
                    <a:pt x="10405110" y="1195070"/>
                  </a:lnTo>
                  <a:lnTo>
                    <a:pt x="10409428" y="1199261"/>
                  </a:lnTo>
                  <a:lnTo>
                    <a:pt x="10419841" y="1199261"/>
                  </a:lnTo>
                  <a:lnTo>
                    <a:pt x="10424160" y="1195070"/>
                  </a:lnTo>
                  <a:lnTo>
                    <a:pt x="10424160" y="1184529"/>
                  </a:lnTo>
                  <a:lnTo>
                    <a:pt x="10419841" y="1180211"/>
                  </a:lnTo>
                  <a:close/>
                </a:path>
                <a:path w="10424160" h="2944495">
                  <a:moveTo>
                    <a:pt x="10419841" y="1218311"/>
                  </a:moveTo>
                  <a:lnTo>
                    <a:pt x="10409428" y="1218311"/>
                  </a:lnTo>
                  <a:lnTo>
                    <a:pt x="10405110" y="1222629"/>
                  </a:lnTo>
                  <a:lnTo>
                    <a:pt x="10405110" y="1233170"/>
                  </a:lnTo>
                  <a:lnTo>
                    <a:pt x="10409428" y="1237361"/>
                  </a:lnTo>
                  <a:lnTo>
                    <a:pt x="10419841" y="1237361"/>
                  </a:lnTo>
                  <a:lnTo>
                    <a:pt x="10424160" y="1233170"/>
                  </a:lnTo>
                  <a:lnTo>
                    <a:pt x="10424160" y="1222629"/>
                  </a:lnTo>
                  <a:lnTo>
                    <a:pt x="10419841" y="1218311"/>
                  </a:lnTo>
                  <a:close/>
                </a:path>
                <a:path w="10424160" h="2944495">
                  <a:moveTo>
                    <a:pt x="10419841" y="1256411"/>
                  </a:moveTo>
                  <a:lnTo>
                    <a:pt x="10409428" y="1256411"/>
                  </a:lnTo>
                  <a:lnTo>
                    <a:pt x="10405110" y="1260729"/>
                  </a:lnTo>
                  <a:lnTo>
                    <a:pt x="10405110" y="1271270"/>
                  </a:lnTo>
                  <a:lnTo>
                    <a:pt x="10409428" y="1275461"/>
                  </a:lnTo>
                  <a:lnTo>
                    <a:pt x="10419841" y="1275461"/>
                  </a:lnTo>
                  <a:lnTo>
                    <a:pt x="10424160" y="1271270"/>
                  </a:lnTo>
                  <a:lnTo>
                    <a:pt x="10424160" y="1260729"/>
                  </a:lnTo>
                  <a:lnTo>
                    <a:pt x="10419841" y="1256411"/>
                  </a:lnTo>
                  <a:close/>
                </a:path>
                <a:path w="10424160" h="2944495">
                  <a:moveTo>
                    <a:pt x="10419841" y="1294511"/>
                  </a:moveTo>
                  <a:lnTo>
                    <a:pt x="10409428" y="1294511"/>
                  </a:lnTo>
                  <a:lnTo>
                    <a:pt x="10405110" y="1298829"/>
                  </a:lnTo>
                  <a:lnTo>
                    <a:pt x="10405110" y="1309370"/>
                  </a:lnTo>
                  <a:lnTo>
                    <a:pt x="10409428" y="1313688"/>
                  </a:lnTo>
                  <a:lnTo>
                    <a:pt x="10419841" y="1313688"/>
                  </a:lnTo>
                  <a:lnTo>
                    <a:pt x="10424160" y="1309370"/>
                  </a:lnTo>
                  <a:lnTo>
                    <a:pt x="10424160" y="1298829"/>
                  </a:lnTo>
                  <a:lnTo>
                    <a:pt x="10419841" y="1294511"/>
                  </a:lnTo>
                  <a:close/>
                </a:path>
                <a:path w="10424160" h="2944495">
                  <a:moveTo>
                    <a:pt x="10419841" y="1332738"/>
                  </a:moveTo>
                  <a:lnTo>
                    <a:pt x="10409428" y="1332738"/>
                  </a:lnTo>
                  <a:lnTo>
                    <a:pt x="10405110" y="1336929"/>
                  </a:lnTo>
                  <a:lnTo>
                    <a:pt x="10405110" y="1347470"/>
                  </a:lnTo>
                  <a:lnTo>
                    <a:pt x="10409428" y="1351788"/>
                  </a:lnTo>
                  <a:lnTo>
                    <a:pt x="10419841" y="1351788"/>
                  </a:lnTo>
                  <a:lnTo>
                    <a:pt x="10424160" y="1347470"/>
                  </a:lnTo>
                  <a:lnTo>
                    <a:pt x="10424160" y="1336929"/>
                  </a:lnTo>
                  <a:lnTo>
                    <a:pt x="10419841" y="1332738"/>
                  </a:lnTo>
                  <a:close/>
                </a:path>
                <a:path w="10424160" h="2944495">
                  <a:moveTo>
                    <a:pt x="10419841" y="1370838"/>
                  </a:moveTo>
                  <a:lnTo>
                    <a:pt x="10409428" y="1370838"/>
                  </a:lnTo>
                  <a:lnTo>
                    <a:pt x="10405110" y="1375029"/>
                  </a:lnTo>
                  <a:lnTo>
                    <a:pt x="10405110" y="1385570"/>
                  </a:lnTo>
                  <a:lnTo>
                    <a:pt x="10409428" y="1389888"/>
                  </a:lnTo>
                  <a:lnTo>
                    <a:pt x="10419841" y="1389888"/>
                  </a:lnTo>
                  <a:lnTo>
                    <a:pt x="10424160" y="1385570"/>
                  </a:lnTo>
                  <a:lnTo>
                    <a:pt x="10424160" y="1375029"/>
                  </a:lnTo>
                  <a:lnTo>
                    <a:pt x="10419841" y="1370838"/>
                  </a:lnTo>
                  <a:close/>
                </a:path>
                <a:path w="10424160" h="2944495">
                  <a:moveTo>
                    <a:pt x="10419841" y="1408938"/>
                  </a:moveTo>
                  <a:lnTo>
                    <a:pt x="10409428" y="1408938"/>
                  </a:lnTo>
                  <a:lnTo>
                    <a:pt x="10405110" y="1413129"/>
                  </a:lnTo>
                  <a:lnTo>
                    <a:pt x="10405110" y="1423670"/>
                  </a:lnTo>
                  <a:lnTo>
                    <a:pt x="10409428" y="1427988"/>
                  </a:lnTo>
                  <a:lnTo>
                    <a:pt x="10419841" y="1427988"/>
                  </a:lnTo>
                  <a:lnTo>
                    <a:pt x="10424160" y="1423670"/>
                  </a:lnTo>
                  <a:lnTo>
                    <a:pt x="10424160" y="1413129"/>
                  </a:lnTo>
                  <a:lnTo>
                    <a:pt x="10419841" y="1408938"/>
                  </a:lnTo>
                  <a:close/>
                </a:path>
                <a:path w="10424160" h="2944495">
                  <a:moveTo>
                    <a:pt x="10419841" y="1447038"/>
                  </a:moveTo>
                  <a:lnTo>
                    <a:pt x="10409428" y="1447038"/>
                  </a:lnTo>
                  <a:lnTo>
                    <a:pt x="10405110" y="1451356"/>
                  </a:lnTo>
                  <a:lnTo>
                    <a:pt x="10405110" y="1461897"/>
                  </a:lnTo>
                  <a:lnTo>
                    <a:pt x="10409428" y="1466088"/>
                  </a:lnTo>
                  <a:lnTo>
                    <a:pt x="10419841" y="1466088"/>
                  </a:lnTo>
                  <a:lnTo>
                    <a:pt x="10424160" y="1461897"/>
                  </a:lnTo>
                  <a:lnTo>
                    <a:pt x="10424160" y="1451356"/>
                  </a:lnTo>
                  <a:lnTo>
                    <a:pt x="10419841" y="1447038"/>
                  </a:lnTo>
                  <a:close/>
                </a:path>
                <a:path w="10424160" h="2944495">
                  <a:moveTo>
                    <a:pt x="10419841" y="1485138"/>
                  </a:moveTo>
                  <a:lnTo>
                    <a:pt x="10409428" y="1485138"/>
                  </a:lnTo>
                  <a:lnTo>
                    <a:pt x="10405110" y="1489456"/>
                  </a:lnTo>
                  <a:lnTo>
                    <a:pt x="10405110" y="1499997"/>
                  </a:lnTo>
                  <a:lnTo>
                    <a:pt x="10409428" y="1504188"/>
                  </a:lnTo>
                  <a:lnTo>
                    <a:pt x="10419841" y="1504188"/>
                  </a:lnTo>
                  <a:lnTo>
                    <a:pt x="10424160" y="1499997"/>
                  </a:lnTo>
                  <a:lnTo>
                    <a:pt x="10424160" y="1489456"/>
                  </a:lnTo>
                  <a:lnTo>
                    <a:pt x="10419841" y="1485138"/>
                  </a:lnTo>
                  <a:close/>
                </a:path>
                <a:path w="10424160" h="2944495">
                  <a:moveTo>
                    <a:pt x="10419841" y="1523238"/>
                  </a:moveTo>
                  <a:lnTo>
                    <a:pt x="10409428" y="1523238"/>
                  </a:lnTo>
                  <a:lnTo>
                    <a:pt x="10405110" y="1527556"/>
                  </a:lnTo>
                  <a:lnTo>
                    <a:pt x="10405110" y="1538097"/>
                  </a:lnTo>
                  <a:lnTo>
                    <a:pt x="10409428" y="1542415"/>
                  </a:lnTo>
                  <a:lnTo>
                    <a:pt x="10419841" y="1542415"/>
                  </a:lnTo>
                  <a:lnTo>
                    <a:pt x="10424160" y="1538097"/>
                  </a:lnTo>
                  <a:lnTo>
                    <a:pt x="10424160" y="1527556"/>
                  </a:lnTo>
                  <a:lnTo>
                    <a:pt x="10419841" y="1523238"/>
                  </a:lnTo>
                  <a:close/>
                </a:path>
                <a:path w="10424160" h="2944495">
                  <a:moveTo>
                    <a:pt x="10419841" y="1561465"/>
                  </a:moveTo>
                  <a:lnTo>
                    <a:pt x="10409428" y="1561465"/>
                  </a:lnTo>
                  <a:lnTo>
                    <a:pt x="10405110" y="1565656"/>
                  </a:lnTo>
                  <a:lnTo>
                    <a:pt x="10405110" y="1576197"/>
                  </a:lnTo>
                  <a:lnTo>
                    <a:pt x="10409428" y="1580515"/>
                  </a:lnTo>
                  <a:lnTo>
                    <a:pt x="10419841" y="1580515"/>
                  </a:lnTo>
                  <a:lnTo>
                    <a:pt x="10424160" y="1576197"/>
                  </a:lnTo>
                  <a:lnTo>
                    <a:pt x="10424160" y="1565656"/>
                  </a:lnTo>
                  <a:lnTo>
                    <a:pt x="10419841" y="1561465"/>
                  </a:lnTo>
                  <a:close/>
                </a:path>
                <a:path w="10424160" h="2944495">
                  <a:moveTo>
                    <a:pt x="10419841" y="1599565"/>
                  </a:moveTo>
                  <a:lnTo>
                    <a:pt x="10409428" y="1599565"/>
                  </a:lnTo>
                  <a:lnTo>
                    <a:pt x="10405110" y="1603756"/>
                  </a:lnTo>
                  <a:lnTo>
                    <a:pt x="10405110" y="1614297"/>
                  </a:lnTo>
                  <a:lnTo>
                    <a:pt x="10409428" y="1618615"/>
                  </a:lnTo>
                  <a:lnTo>
                    <a:pt x="10419841" y="1618615"/>
                  </a:lnTo>
                  <a:lnTo>
                    <a:pt x="10424160" y="1614297"/>
                  </a:lnTo>
                  <a:lnTo>
                    <a:pt x="10424160" y="1603756"/>
                  </a:lnTo>
                  <a:lnTo>
                    <a:pt x="10419841" y="1599565"/>
                  </a:lnTo>
                  <a:close/>
                </a:path>
                <a:path w="10424160" h="2944495">
                  <a:moveTo>
                    <a:pt x="10419841" y="1637665"/>
                  </a:moveTo>
                  <a:lnTo>
                    <a:pt x="10409428" y="1637665"/>
                  </a:lnTo>
                  <a:lnTo>
                    <a:pt x="10405110" y="1641856"/>
                  </a:lnTo>
                  <a:lnTo>
                    <a:pt x="10405110" y="1652397"/>
                  </a:lnTo>
                  <a:lnTo>
                    <a:pt x="10409428" y="1656715"/>
                  </a:lnTo>
                  <a:lnTo>
                    <a:pt x="10419841" y="1656715"/>
                  </a:lnTo>
                  <a:lnTo>
                    <a:pt x="10424160" y="1652397"/>
                  </a:lnTo>
                  <a:lnTo>
                    <a:pt x="10424160" y="1641856"/>
                  </a:lnTo>
                  <a:lnTo>
                    <a:pt x="10419841" y="1637665"/>
                  </a:lnTo>
                  <a:close/>
                </a:path>
                <a:path w="10424160" h="2944495">
                  <a:moveTo>
                    <a:pt x="10419841" y="1675765"/>
                  </a:moveTo>
                  <a:lnTo>
                    <a:pt x="10409428" y="1675765"/>
                  </a:lnTo>
                  <a:lnTo>
                    <a:pt x="10405110" y="1680083"/>
                  </a:lnTo>
                  <a:lnTo>
                    <a:pt x="10405110" y="1690624"/>
                  </a:lnTo>
                  <a:lnTo>
                    <a:pt x="10409428" y="1694815"/>
                  </a:lnTo>
                  <a:lnTo>
                    <a:pt x="10419841" y="1694815"/>
                  </a:lnTo>
                  <a:lnTo>
                    <a:pt x="10424160" y="1690624"/>
                  </a:lnTo>
                  <a:lnTo>
                    <a:pt x="10424160" y="1680083"/>
                  </a:lnTo>
                  <a:lnTo>
                    <a:pt x="10419841" y="1675765"/>
                  </a:lnTo>
                  <a:close/>
                </a:path>
                <a:path w="10424160" h="2944495">
                  <a:moveTo>
                    <a:pt x="10419841" y="1713865"/>
                  </a:moveTo>
                  <a:lnTo>
                    <a:pt x="10409428" y="1713865"/>
                  </a:lnTo>
                  <a:lnTo>
                    <a:pt x="10405110" y="1718183"/>
                  </a:lnTo>
                  <a:lnTo>
                    <a:pt x="10405110" y="1728724"/>
                  </a:lnTo>
                  <a:lnTo>
                    <a:pt x="10409428" y="1732915"/>
                  </a:lnTo>
                  <a:lnTo>
                    <a:pt x="10419841" y="1732915"/>
                  </a:lnTo>
                  <a:lnTo>
                    <a:pt x="10424160" y="1728724"/>
                  </a:lnTo>
                  <a:lnTo>
                    <a:pt x="10424160" y="1718183"/>
                  </a:lnTo>
                  <a:lnTo>
                    <a:pt x="10419841" y="1713865"/>
                  </a:lnTo>
                  <a:close/>
                </a:path>
                <a:path w="10424160" h="2944495">
                  <a:moveTo>
                    <a:pt x="10419841" y="1751965"/>
                  </a:moveTo>
                  <a:lnTo>
                    <a:pt x="10409428" y="1751965"/>
                  </a:lnTo>
                  <a:lnTo>
                    <a:pt x="10405110" y="1756283"/>
                  </a:lnTo>
                  <a:lnTo>
                    <a:pt x="10405110" y="1766824"/>
                  </a:lnTo>
                  <a:lnTo>
                    <a:pt x="10409428" y="1771015"/>
                  </a:lnTo>
                  <a:lnTo>
                    <a:pt x="10419841" y="1771015"/>
                  </a:lnTo>
                  <a:lnTo>
                    <a:pt x="10424160" y="1766824"/>
                  </a:lnTo>
                  <a:lnTo>
                    <a:pt x="10424160" y="1756283"/>
                  </a:lnTo>
                  <a:lnTo>
                    <a:pt x="10419841" y="1751965"/>
                  </a:lnTo>
                  <a:close/>
                </a:path>
                <a:path w="10424160" h="2944495">
                  <a:moveTo>
                    <a:pt x="10419841" y="1790065"/>
                  </a:moveTo>
                  <a:lnTo>
                    <a:pt x="10409428" y="1790065"/>
                  </a:lnTo>
                  <a:lnTo>
                    <a:pt x="10405110" y="1794383"/>
                  </a:lnTo>
                  <a:lnTo>
                    <a:pt x="10405110" y="1804924"/>
                  </a:lnTo>
                  <a:lnTo>
                    <a:pt x="10409428" y="1809191"/>
                  </a:lnTo>
                  <a:lnTo>
                    <a:pt x="10419841" y="1809191"/>
                  </a:lnTo>
                  <a:lnTo>
                    <a:pt x="10424160" y="1804924"/>
                  </a:lnTo>
                  <a:lnTo>
                    <a:pt x="10424160" y="1799717"/>
                  </a:lnTo>
                  <a:lnTo>
                    <a:pt x="10411460" y="1799717"/>
                  </a:lnTo>
                  <a:lnTo>
                    <a:pt x="10411460" y="1799590"/>
                  </a:lnTo>
                  <a:lnTo>
                    <a:pt x="10424160" y="1799590"/>
                  </a:lnTo>
                  <a:lnTo>
                    <a:pt x="10424160" y="1794383"/>
                  </a:lnTo>
                  <a:lnTo>
                    <a:pt x="10419841" y="1790065"/>
                  </a:lnTo>
                  <a:close/>
                </a:path>
                <a:path w="10424160" h="2944495">
                  <a:moveTo>
                    <a:pt x="10424160" y="1799590"/>
                  </a:moveTo>
                  <a:lnTo>
                    <a:pt x="10417810" y="1799590"/>
                  </a:lnTo>
                  <a:lnTo>
                    <a:pt x="10417810" y="1799717"/>
                  </a:lnTo>
                  <a:lnTo>
                    <a:pt x="10424160" y="1799717"/>
                  </a:lnTo>
                  <a:lnTo>
                    <a:pt x="10424160" y="1799590"/>
                  </a:lnTo>
                  <a:close/>
                </a:path>
                <a:path w="10424160" h="2944495">
                  <a:moveTo>
                    <a:pt x="10419841" y="1828241"/>
                  </a:moveTo>
                  <a:lnTo>
                    <a:pt x="10409428" y="1828241"/>
                  </a:lnTo>
                  <a:lnTo>
                    <a:pt x="10405110" y="1832495"/>
                  </a:lnTo>
                  <a:lnTo>
                    <a:pt x="10405110" y="1843036"/>
                  </a:lnTo>
                  <a:lnTo>
                    <a:pt x="10409428" y="1847303"/>
                  </a:lnTo>
                  <a:lnTo>
                    <a:pt x="10419841" y="1847303"/>
                  </a:lnTo>
                  <a:lnTo>
                    <a:pt x="10424160" y="1843036"/>
                  </a:lnTo>
                  <a:lnTo>
                    <a:pt x="10424160" y="1832495"/>
                  </a:lnTo>
                  <a:lnTo>
                    <a:pt x="10419841" y="1828241"/>
                  </a:lnTo>
                  <a:close/>
                </a:path>
                <a:path w="10424160" h="2944495">
                  <a:moveTo>
                    <a:pt x="10419841" y="1866353"/>
                  </a:moveTo>
                  <a:lnTo>
                    <a:pt x="10409428" y="1866353"/>
                  </a:lnTo>
                  <a:lnTo>
                    <a:pt x="10405110" y="1870621"/>
                  </a:lnTo>
                  <a:lnTo>
                    <a:pt x="10405110" y="1881162"/>
                  </a:lnTo>
                  <a:lnTo>
                    <a:pt x="10409428" y="1885429"/>
                  </a:lnTo>
                  <a:lnTo>
                    <a:pt x="10419841" y="1885429"/>
                  </a:lnTo>
                  <a:lnTo>
                    <a:pt x="10424160" y="1881162"/>
                  </a:lnTo>
                  <a:lnTo>
                    <a:pt x="10424160" y="1870621"/>
                  </a:lnTo>
                  <a:lnTo>
                    <a:pt x="10419841" y="1866353"/>
                  </a:lnTo>
                  <a:close/>
                </a:path>
                <a:path w="10424160" h="2944495">
                  <a:moveTo>
                    <a:pt x="10419841" y="1904479"/>
                  </a:moveTo>
                  <a:lnTo>
                    <a:pt x="10409428" y="1904479"/>
                  </a:lnTo>
                  <a:lnTo>
                    <a:pt x="10405110" y="1908733"/>
                  </a:lnTo>
                  <a:lnTo>
                    <a:pt x="10405110" y="1919274"/>
                  </a:lnTo>
                  <a:lnTo>
                    <a:pt x="10409428" y="1923542"/>
                  </a:lnTo>
                  <a:lnTo>
                    <a:pt x="10419841" y="1923542"/>
                  </a:lnTo>
                  <a:lnTo>
                    <a:pt x="10424160" y="1919274"/>
                  </a:lnTo>
                  <a:lnTo>
                    <a:pt x="10424160" y="1908733"/>
                  </a:lnTo>
                  <a:lnTo>
                    <a:pt x="10419841" y="1904479"/>
                  </a:lnTo>
                  <a:close/>
                </a:path>
                <a:path w="10424160" h="2944495">
                  <a:moveTo>
                    <a:pt x="10419841" y="1942592"/>
                  </a:moveTo>
                  <a:lnTo>
                    <a:pt x="10409428" y="1942592"/>
                  </a:lnTo>
                  <a:lnTo>
                    <a:pt x="10405110" y="1946859"/>
                  </a:lnTo>
                  <a:lnTo>
                    <a:pt x="10405110" y="1957400"/>
                  </a:lnTo>
                  <a:lnTo>
                    <a:pt x="10409428" y="1961667"/>
                  </a:lnTo>
                  <a:lnTo>
                    <a:pt x="10419841" y="1961667"/>
                  </a:lnTo>
                  <a:lnTo>
                    <a:pt x="10424160" y="1957400"/>
                  </a:lnTo>
                  <a:lnTo>
                    <a:pt x="10424160" y="1946859"/>
                  </a:lnTo>
                  <a:lnTo>
                    <a:pt x="10419841" y="1942592"/>
                  </a:lnTo>
                  <a:close/>
                </a:path>
                <a:path w="10424160" h="2944495">
                  <a:moveTo>
                    <a:pt x="10419841" y="1980717"/>
                  </a:moveTo>
                  <a:lnTo>
                    <a:pt x="10409428" y="1980717"/>
                  </a:lnTo>
                  <a:lnTo>
                    <a:pt x="10405110" y="1984971"/>
                  </a:lnTo>
                  <a:lnTo>
                    <a:pt x="10405110" y="1995512"/>
                  </a:lnTo>
                  <a:lnTo>
                    <a:pt x="10409428" y="1999780"/>
                  </a:lnTo>
                  <a:lnTo>
                    <a:pt x="10419841" y="1999780"/>
                  </a:lnTo>
                  <a:lnTo>
                    <a:pt x="10424160" y="1995512"/>
                  </a:lnTo>
                  <a:lnTo>
                    <a:pt x="10424160" y="1984971"/>
                  </a:lnTo>
                  <a:lnTo>
                    <a:pt x="10419841" y="1980717"/>
                  </a:lnTo>
                  <a:close/>
                </a:path>
                <a:path w="10424160" h="2944495">
                  <a:moveTo>
                    <a:pt x="10419841" y="2018830"/>
                  </a:moveTo>
                  <a:lnTo>
                    <a:pt x="10409428" y="2018830"/>
                  </a:lnTo>
                  <a:lnTo>
                    <a:pt x="10405110" y="2023097"/>
                  </a:lnTo>
                  <a:lnTo>
                    <a:pt x="10405110" y="2033638"/>
                  </a:lnTo>
                  <a:lnTo>
                    <a:pt x="10409428" y="2037905"/>
                  </a:lnTo>
                  <a:lnTo>
                    <a:pt x="10419841" y="2037905"/>
                  </a:lnTo>
                  <a:lnTo>
                    <a:pt x="10424160" y="2033638"/>
                  </a:lnTo>
                  <a:lnTo>
                    <a:pt x="10424160" y="2023097"/>
                  </a:lnTo>
                  <a:lnTo>
                    <a:pt x="10419841" y="2018830"/>
                  </a:lnTo>
                  <a:close/>
                </a:path>
                <a:path w="10424160" h="2944495">
                  <a:moveTo>
                    <a:pt x="10419841" y="2056955"/>
                  </a:moveTo>
                  <a:lnTo>
                    <a:pt x="10409428" y="2056955"/>
                  </a:lnTo>
                  <a:lnTo>
                    <a:pt x="10405110" y="2061210"/>
                  </a:lnTo>
                  <a:lnTo>
                    <a:pt x="10405110" y="2071751"/>
                  </a:lnTo>
                  <a:lnTo>
                    <a:pt x="10409428" y="2076018"/>
                  </a:lnTo>
                  <a:lnTo>
                    <a:pt x="10419841" y="2076018"/>
                  </a:lnTo>
                  <a:lnTo>
                    <a:pt x="10424160" y="2071751"/>
                  </a:lnTo>
                  <a:lnTo>
                    <a:pt x="10424160" y="2061210"/>
                  </a:lnTo>
                  <a:lnTo>
                    <a:pt x="10419841" y="2056955"/>
                  </a:lnTo>
                  <a:close/>
                </a:path>
                <a:path w="10424160" h="2944495">
                  <a:moveTo>
                    <a:pt x="10419841" y="2095068"/>
                  </a:moveTo>
                  <a:lnTo>
                    <a:pt x="10409428" y="2095068"/>
                  </a:lnTo>
                  <a:lnTo>
                    <a:pt x="10405110" y="2099335"/>
                  </a:lnTo>
                  <a:lnTo>
                    <a:pt x="10405110" y="2109876"/>
                  </a:lnTo>
                  <a:lnTo>
                    <a:pt x="10409428" y="2114143"/>
                  </a:lnTo>
                  <a:lnTo>
                    <a:pt x="10419841" y="2114143"/>
                  </a:lnTo>
                  <a:lnTo>
                    <a:pt x="10424160" y="2109876"/>
                  </a:lnTo>
                  <a:lnTo>
                    <a:pt x="10424160" y="2099335"/>
                  </a:lnTo>
                  <a:lnTo>
                    <a:pt x="10419841" y="2095068"/>
                  </a:lnTo>
                  <a:close/>
                </a:path>
                <a:path w="10424160" h="2944495">
                  <a:moveTo>
                    <a:pt x="10419841" y="2133193"/>
                  </a:moveTo>
                  <a:lnTo>
                    <a:pt x="10409428" y="2133193"/>
                  </a:lnTo>
                  <a:lnTo>
                    <a:pt x="10405110" y="2137448"/>
                  </a:lnTo>
                  <a:lnTo>
                    <a:pt x="10405110" y="2147989"/>
                  </a:lnTo>
                  <a:lnTo>
                    <a:pt x="10409428" y="2152256"/>
                  </a:lnTo>
                  <a:lnTo>
                    <a:pt x="10419841" y="2152256"/>
                  </a:lnTo>
                  <a:lnTo>
                    <a:pt x="10424160" y="2147989"/>
                  </a:lnTo>
                  <a:lnTo>
                    <a:pt x="10424160" y="2137448"/>
                  </a:lnTo>
                  <a:lnTo>
                    <a:pt x="10419841" y="2133193"/>
                  </a:lnTo>
                  <a:close/>
                </a:path>
                <a:path w="10424160" h="2944495">
                  <a:moveTo>
                    <a:pt x="10419841" y="2171306"/>
                  </a:moveTo>
                  <a:lnTo>
                    <a:pt x="10409428" y="2171306"/>
                  </a:lnTo>
                  <a:lnTo>
                    <a:pt x="10405110" y="2175573"/>
                  </a:lnTo>
                  <a:lnTo>
                    <a:pt x="10405110" y="2186114"/>
                  </a:lnTo>
                  <a:lnTo>
                    <a:pt x="10409428" y="2190381"/>
                  </a:lnTo>
                  <a:lnTo>
                    <a:pt x="10419841" y="2190381"/>
                  </a:lnTo>
                  <a:lnTo>
                    <a:pt x="10424160" y="2186114"/>
                  </a:lnTo>
                  <a:lnTo>
                    <a:pt x="10424160" y="2175573"/>
                  </a:lnTo>
                  <a:lnTo>
                    <a:pt x="10419841" y="2171306"/>
                  </a:lnTo>
                  <a:close/>
                </a:path>
                <a:path w="10424160" h="2944495">
                  <a:moveTo>
                    <a:pt x="10419841" y="2209431"/>
                  </a:moveTo>
                  <a:lnTo>
                    <a:pt x="10409428" y="2209431"/>
                  </a:lnTo>
                  <a:lnTo>
                    <a:pt x="10405110" y="2213686"/>
                  </a:lnTo>
                  <a:lnTo>
                    <a:pt x="10405110" y="2224227"/>
                  </a:lnTo>
                  <a:lnTo>
                    <a:pt x="10409428" y="2228494"/>
                  </a:lnTo>
                  <a:lnTo>
                    <a:pt x="10419841" y="2228494"/>
                  </a:lnTo>
                  <a:lnTo>
                    <a:pt x="10424160" y="2224227"/>
                  </a:lnTo>
                  <a:lnTo>
                    <a:pt x="10424160" y="2213686"/>
                  </a:lnTo>
                  <a:lnTo>
                    <a:pt x="10419841" y="2209431"/>
                  </a:lnTo>
                  <a:close/>
                </a:path>
                <a:path w="10424160" h="2944495">
                  <a:moveTo>
                    <a:pt x="10419841" y="2247544"/>
                  </a:moveTo>
                  <a:lnTo>
                    <a:pt x="10409428" y="2247544"/>
                  </a:lnTo>
                  <a:lnTo>
                    <a:pt x="10405110" y="2251811"/>
                  </a:lnTo>
                  <a:lnTo>
                    <a:pt x="10405110" y="2262352"/>
                  </a:lnTo>
                  <a:lnTo>
                    <a:pt x="10409428" y="2266619"/>
                  </a:lnTo>
                  <a:lnTo>
                    <a:pt x="10419841" y="2266619"/>
                  </a:lnTo>
                  <a:lnTo>
                    <a:pt x="10424160" y="2262352"/>
                  </a:lnTo>
                  <a:lnTo>
                    <a:pt x="10424160" y="2251811"/>
                  </a:lnTo>
                  <a:lnTo>
                    <a:pt x="10419841" y="2247544"/>
                  </a:lnTo>
                  <a:close/>
                </a:path>
                <a:path w="10424160" h="2944495">
                  <a:moveTo>
                    <a:pt x="10419841" y="2285669"/>
                  </a:moveTo>
                  <a:lnTo>
                    <a:pt x="10409428" y="2285669"/>
                  </a:lnTo>
                  <a:lnTo>
                    <a:pt x="10405110" y="2289937"/>
                  </a:lnTo>
                  <a:lnTo>
                    <a:pt x="10405110" y="2300465"/>
                  </a:lnTo>
                  <a:lnTo>
                    <a:pt x="10409428" y="2304732"/>
                  </a:lnTo>
                  <a:lnTo>
                    <a:pt x="10419841" y="2304732"/>
                  </a:lnTo>
                  <a:lnTo>
                    <a:pt x="10424160" y="2300465"/>
                  </a:lnTo>
                  <a:lnTo>
                    <a:pt x="10424160" y="2289937"/>
                  </a:lnTo>
                  <a:lnTo>
                    <a:pt x="10419841" y="2285669"/>
                  </a:lnTo>
                  <a:close/>
                </a:path>
                <a:path w="10424160" h="2944495">
                  <a:moveTo>
                    <a:pt x="10419841" y="2323782"/>
                  </a:moveTo>
                  <a:lnTo>
                    <a:pt x="10409428" y="2323782"/>
                  </a:lnTo>
                  <a:lnTo>
                    <a:pt x="10405110" y="2328049"/>
                  </a:lnTo>
                  <a:lnTo>
                    <a:pt x="10405110" y="2338590"/>
                  </a:lnTo>
                  <a:lnTo>
                    <a:pt x="10409428" y="2342857"/>
                  </a:lnTo>
                  <a:lnTo>
                    <a:pt x="10419841" y="2342857"/>
                  </a:lnTo>
                  <a:lnTo>
                    <a:pt x="10424160" y="2338590"/>
                  </a:lnTo>
                  <a:lnTo>
                    <a:pt x="10424160" y="2328049"/>
                  </a:lnTo>
                  <a:lnTo>
                    <a:pt x="10419841" y="2323782"/>
                  </a:lnTo>
                  <a:close/>
                </a:path>
                <a:path w="10424160" h="2944495">
                  <a:moveTo>
                    <a:pt x="10419841" y="2361907"/>
                  </a:moveTo>
                  <a:lnTo>
                    <a:pt x="10409428" y="2361907"/>
                  </a:lnTo>
                  <a:lnTo>
                    <a:pt x="10405110" y="2366175"/>
                  </a:lnTo>
                  <a:lnTo>
                    <a:pt x="10405110" y="2376716"/>
                  </a:lnTo>
                  <a:lnTo>
                    <a:pt x="10409428" y="2380970"/>
                  </a:lnTo>
                  <a:lnTo>
                    <a:pt x="10419841" y="2380970"/>
                  </a:lnTo>
                  <a:lnTo>
                    <a:pt x="10424160" y="2376716"/>
                  </a:lnTo>
                  <a:lnTo>
                    <a:pt x="10424160" y="2366175"/>
                  </a:lnTo>
                  <a:lnTo>
                    <a:pt x="10419841" y="2361907"/>
                  </a:lnTo>
                  <a:close/>
                </a:path>
                <a:path w="10424160" h="2944495">
                  <a:moveTo>
                    <a:pt x="10419841" y="2400020"/>
                  </a:moveTo>
                  <a:lnTo>
                    <a:pt x="10409428" y="2400020"/>
                  </a:lnTo>
                  <a:lnTo>
                    <a:pt x="10405110" y="2404287"/>
                  </a:lnTo>
                  <a:lnTo>
                    <a:pt x="10405110" y="2414828"/>
                  </a:lnTo>
                  <a:lnTo>
                    <a:pt x="10409428" y="2419096"/>
                  </a:lnTo>
                  <a:lnTo>
                    <a:pt x="10419841" y="2419096"/>
                  </a:lnTo>
                  <a:lnTo>
                    <a:pt x="10424160" y="2414828"/>
                  </a:lnTo>
                  <a:lnTo>
                    <a:pt x="10424160" y="2404287"/>
                  </a:lnTo>
                  <a:lnTo>
                    <a:pt x="10419841" y="2400020"/>
                  </a:lnTo>
                  <a:close/>
                </a:path>
                <a:path w="10424160" h="2944495">
                  <a:moveTo>
                    <a:pt x="10419841" y="2438146"/>
                  </a:moveTo>
                  <a:lnTo>
                    <a:pt x="10409428" y="2438146"/>
                  </a:lnTo>
                  <a:lnTo>
                    <a:pt x="10405110" y="2442413"/>
                  </a:lnTo>
                  <a:lnTo>
                    <a:pt x="10405110" y="2452954"/>
                  </a:lnTo>
                  <a:lnTo>
                    <a:pt x="10409428" y="2457208"/>
                  </a:lnTo>
                  <a:lnTo>
                    <a:pt x="10419841" y="2457208"/>
                  </a:lnTo>
                  <a:lnTo>
                    <a:pt x="10424160" y="2452954"/>
                  </a:lnTo>
                  <a:lnTo>
                    <a:pt x="10424160" y="2442413"/>
                  </a:lnTo>
                  <a:lnTo>
                    <a:pt x="10419841" y="2438146"/>
                  </a:lnTo>
                  <a:close/>
                </a:path>
                <a:path w="10424160" h="2944495">
                  <a:moveTo>
                    <a:pt x="10419841" y="2476258"/>
                  </a:moveTo>
                  <a:lnTo>
                    <a:pt x="10409428" y="2476258"/>
                  </a:lnTo>
                  <a:lnTo>
                    <a:pt x="10405110" y="2480525"/>
                  </a:lnTo>
                  <a:lnTo>
                    <a:pt x="10405110" y="2491066"/>
                  </a:lnTo>
                  <a:lnTo>
                    <a:pt x="10409428" y="2495334"/>
                  </a:lnTo>
                  <a:lnTo>
                    <a:pt x="10419841" y="2495334"/>
                  </a:lnTo>
                  <a:lnTo>
                    <a:pt x="10424160" y="2491066"/>
                  </a:lnTo>
                  <a:lnTo>
                    <a:pt x="10424160" y="2480525"/>
                  </a:lnTo>
                  <a:lnTo>
                    <a:pt x="10419841" y="2476258"/>
                  </a:lnTo>
                  <a:close/>
                </a:path>
                <a:path w="10424160" h="2944495">
                  <a:moveTo>
                    <a:pt x="10419841" y="2514384"/>
                  </a:moveTo>
                  <a:lnTo>
                    <a:pt x="10409428" y="2514384"/>
                  </a:lnTo>
                  <a:lnTo>
                    <a:pt x="10405110" y="2518651"/>
                  </a:lnTo>
                  <a:lnTo>
                    <a:pt x="10405110" y="2529192"/>
                  </a:lnTo>
                  <a:lnTo>
                    <a:pt x="10409428" y="2533446"/>
                  </a:lnTo>
                  <a:lnTo>
                    <a:pt x="10419841" y="2533446"/>
                  </a:lnTo>
                  <a:lnTo>
                    <a:pt x="10424160" y="2529192"/>
                  </a:lnTo>
                  <a:lnTo>
                    <a:pt x="10424160" y="2518651"/>
                  </a:lnTo>
                  <a:lnTo>
                    <a:pt x="10419841" y="2514384"/>
                  </a:lnTo>
                  <a:close/>
                </a:path>
                <a:path w="10424160" h="2944495">
                  <a:moveTo>
                    <a:pt x="10419841" y="2552496"/>
                  </a:moveTo>
                  <a:lnTo>
                    <a:pt x="10409428" y="2552496"/>
                  </a:lnTo>
                  <a:lnTo>
                    <a:pt x="10405110" y="2556764"/>
                  </a:lnTo>
                  <a:lnTo>
                    <a:pt x="10405110" y="2567305"/>
                  </a:lnTo>
                  <a:lnTo>
                    <a:pt x="10409428" y="2571572"/>
                  </a:lnTo>
                  <a:lnTo>
                    <a:pt x="10419841" y="2571572"/>
                  </a:lnTo>
                  <a:lnTo>
                    <a:pt x="10424160" y="2567305"/>
                  </a:lnTo>
                  <a:lnTo>
                    <a:pt x="10424160" y="2556764"/>
                  </a:lnTo>
                  <a:lnTo>
                    <a:pt x="10419841" y="2552496"/>
                  </a:lnTo>
                  <a:close/>
                </a:path>
                <a:path w="10424160" h="2944495">
                  <a:moveTo>
                    <a:pt x="10419841" y="2590622"/>
                  </a:moveTo>
                  <a:lnTo>
                    <a:pt x="10409428" y="2590622"/>
                  </a:lnTo>
                  <a:lnTo>
                    <a:pt x="10405110" y="2594889"/>
                  </a:lnTo>
                  <a:lnTo>
                    <a:pt x="10405110" y="2605430"/>
                  </a:lnTo>
                  <a:lnTo>
                    <a:pt x="10409428" y="2609684"/>
                  </a:lnTo>
                  <a:lnTo>
                    <a:pt x="10419841" y="2609684"/>
                  </a:lnTo>
                  <a:lnTo>
                    <a:pt x="10424160" y="2605430"/>
                  </a:lnTo>
                  <a:lnTo>
                    <a:pt x="10424160" y="2594889"/>
                  </a:lnTo>
                  <a:lnTo>
                    <a:pt x="10419841" y="2590622"/>
                  </a:lnTo>
                  <a:close/>
                </a:path>
                <a:path w="10424160" h="2944495">
                  <a:moveTo>
                    <a:pt x="10419841" y="2628734"/>
                  </a:moveTo>
                  <a:lnTo>
                    <a:pt x="10409428" y="2628734"/>
                  </a:lnTo>
                  <a:lnTo>
                    <a:pt x="10405110" y="2633002"/>
                  </a:lnTo>
                  <a:lnTo>
                    <a:pt x="10405110" y="2643543"/>
                  </a:lnTo>
                  <a:lnTo>
                    <a:pt x="10409428" y="2647810"/>
                  </a:lnTo>
                  <a:lnTo>
                    <a:pt x="10419841" y="2647810"/>
                  </a:lnTo>
                  <a:lnTo>
                    <a:pt x="10424160" y="2643543"/>
                  </a:lnTo>
                  <a:lnTo>
                    <a:pt x="10424160" y="2633002"/>
                  </a:lnTo>
                  <a:lnTo>
                    <a:pt x="10419841" y="2628734"/>
                  </a:lnTo>
                  <a:close/>
                </a:path>
                <a:path w="10424160" h="2944495">
                  <a:moveTo>
                    <a:pt x="10419841" y="2666860"/>
                  </a:moveTo>
                  <a:lnTo>
                    <a:pt x="10409428" y="2666860"/>
                  </a:lnTo>
                  <a:lnTo>
                    <a:pt x="10405110" y="2671127"/>
                  </a:lnTo>
                  <a:lnTo>
                    <a:pt x="10405110" y="2681668"/>
                  </a:lnTo>
                  <a:lnTo>
                    <a:pt x="10409428" y="2685923"/>
                  </a:lnTo>
                  <a:lnTo>
                    <a:pt x="10419841" y="2685923"/>
                  </a:lnTo>
                  <a:lnTo>
                    <a:pt x="10424160" y="2681668"/>
                  </a:lnTo>
                  <a:lnTo>
                    <a:pt x="10424160" y="2671127"/>
                  </a:lnTo>
                  <a:lnTo>
                    <a:pt x="10419841" y="2666860"/>
                  </a:lnTo>
                  <a:close/>
                </a:path>
                <a:path w="10424160" h="2944495">
                  <a:moveTo>
                    <a:pt x="10419841" y="2704973"/>
                  </a:moveTo>
                  <a:lnTo>
                    <a:pt x="10409428" y="2704973"/>
                  </a:lnTo>
                  <a:lnTo>
                    <a:pt x="10405110" y="2709240"/>
                  </a:lnTo>
                  <a:lnTo>
                    <a:pt x="10405110" y="2719781"/>
                  </a:lnTo>
                  <a:lnTo>
                    <a:pt x="10409428" y="2724048"/>
                  </a:lnTo>
                  <a:lnTo>
                    <a:pt x="10419841" y="2724048"/>
                  </a:lnTo>
                  <a:lnTo>
                    <a:pt x="10424160" y="2719781"/>
                  </a:lnTo>
                  <a:lnTo>
                    <a:pt x="10424160" y="2709240"/>
                  </a:lnTo>
                  <a:lnTo>
                    <a:pt x="10419841" y="2704973"/>
                  </a:lnTo>
                  <a:close/>
                </a:path>
                <a:path w="10424160" h="2944495">
                  <a:moveTo>
                    <a:pt x="10419841" y="2743098"/>
                  </a:moveTo>
                  <a:lnTo>
                    <a:pt x="10409428" y="2743098"/>
                  </a:lnTo>
                  <a:lnTo>
                    <a:pt x="10405110" y="2747365"/>
                  </a:lnTo>
                  <a:lnTo>
                    <a:pt x="10405110" y="2757906"/>
                  </a:lnTo>
                  <a:lnTo>
                    <a:pt x="10409428" y="2762161"/>
                  </a:lnTo>
                  <a:lnTo>
                    <a:pt x="10419841" y="2762161"/>
                  </a:lnTo>
                  <a:lnTo>
                    <a:pt x="10424160" y="2757906"/>
                  </a:lnTo>
                  <a:lnTo>
                    <a:pt x="10424160" y="2747365"/>
                  </a:lnTo>
                  <a:lnTo>
                    <a:pt x="10419841" y="2743098"/>
                  </a:lnTo>
                  <a:close/>
                </a:path>
                <a:path w="10424160" h="2944495">
                  <a:moveTo>
                    <a:pt x="10419841" y="2781211"/>
                  </a:moveTo>
                  <a:lnTo>
                    <a:pt x="10409428" y="2781211"/>
                  </a:lnTo>
                  <a:lnTo>
                    <a:pt x="10405110" y="2785478"/>
                  </a:lnTo>
                  <a:lnTo>
                    <a:pt x="10405110" y="2796019"/>
                  </a:lnTo>
                  <a:lnTo>
                    <a:pt x="10409428" y="2800286"/>
                  </a:lnTo>
                  <a:lnTo>
                    <a:pt x="10419841" y="2800286"/>
                  </a:lnTo>
                  <a:lnTo>
                    <a:pt x="10424160" y="2796019"/>
                  </a:lnTo>
                  <a:lnTo>
                    <a:pt x="10424160" y="2785478"/>
                  </a:lnTo>
                  <a:lnTo>
                    <a:pt x="10419841" y="2781211"/>
                  </a:lnTo>
                  <a:close/>
                </a:path>
                <a:path w="10424160" h="2944495">
                  <a:moveTo>
                    <a:pt x="10419841" y="2819336"/>
                  </a:moveTo>
                  <a:lnTo>
                    <a:pt x="10409428" y="2819336"/>
                  </a:lnTo>
                  <a:lnTo>
                    <a:pt x="10405110" y="2823603"/>
                  </a:lnTo>
                  <a:lnTo>
                    <a:pt x="10405110" y="2834144"/>
                  </a:lnTo>
                  <a:lnTo>
                    <a:pt x="10409428" y="2838411"/>
                  </a:lnTo>
                  <a:lnTo>
                    <a:pt x="10419841" y="2838411"/>
                  </a:lnTo>
                  <a:lnTo>
                    <a:pt x="10424160" y="2834144"/>
                  </a:lnTo>
                  <a:lnTo>
                    <a:pt x="10424160" y="2823603"/>
                  </a:lnTo>
                  <a:lnTo>
                    <a:pt x="10419841" y="2819336"/>
                  </a:lnTo>
                  <a:close/>
                </a:path>
                <a:path w="10424160" h="2944495">
                  <a:moveTo>
                    <a:pt x="10399014" y="2862694"/>
                  </a:moveTo>
                  <a:lnTo>
                    <a:pt x="10397198" y="2867355"/>
                  </a:lnTo>
                  <a:lnTo>
                    <a:pt x="10397109" y="2867583"/>
                  </a:lnTo>
                  <a:lnTo>
                    <a:pt x="10399522" y="2873121"/>
                  </a:lnTo>
                  <a:lnTo>
                    <a:pt x="10404348" y="2875051"/>
                  </a:lnTo>
                  <a:lnTo>
                    <a:pt x="10409301" y="2876981"/>
                  </a:lnTo>
                  <a:lnTo>
                    <a:pt x="10414762" y="2874581"/>
                  </a:lnTo>
                  <a:lnTo>
                    <a:pt x="10416666" y="2869679"/>
                  </a:lnTo>
                  <a:lnTo>
                    <a:pt x="10399014" y="2862694"/>
                  </a:lnTo>
                  <a:close/>
                </a:path>
                <a:path w="10424160" h="2944495">
                  <a:moveTo>
                    <a:pt x="10406507" y="2855379"/>
                  </a:moveTo>
                  <a:lnTo>
                    <a:pt x="10400918" y="2857779"/>
                  </a:lnTo>
                  <a:lnTo>
                    <a:pt x="10399014" y="2862694"/>
                  </a:lnTo>
                  <a:lnTo>
                    <a:pt x="10410921" y="2867355"/>
                  </a:lnTo>
                  <a:lnTo>
                    <a:pt x="10411415" y="2867583"/>
                  </a:lnTo>
                  <a:lnTo>
                    <a:pt x="10416826" y="2869679"/>
                  </a:lnTo>
                  <a:lnTo>
                    <a:pt x="10417603" y="2867583"/>
                  </a:lnTo>
                  <a:lnTo>
                    <a:pt x="10418605" y="2865005"/>
                  </a:lnTo>
                  <a:lnTo>
                    <a:pt x="10418699" y="2864764"/>
                  </a:lnTo>
                  <a:lnTo>
                    <a:pt x="10416286" y="2859239"/>
                  </a:lnTo>
                  <a:lnTo>
                    <a:pt x="10411333" y="2857309"/>
                  </a:lnTo>
                  <a:lnTo>
                    <a:pt x="10406507" y="2855379"/>
                  </a:lnTo>
                  <a:close/>
                </a:path>
                <a:path w="10424160" h="2944495">
                  <a:moveTo>
                    <a:pt x="10381488" y="2892259"/>
                  </a:moveTo>
                  <a:lnTo>
                    <a:pt x="10377932" y="2896108"/>
                  </a:lnTo>
                  <a:lnTo>
                    <a:pt x="10378133" y="2900895"/>
                  </a:lnTo>
                  <a:lnTo>
                    <a:pt x="10378186" y="2902140"/>
                  </a:lnTo>
                  <a:lnTo>
                    <a:pt x="10385806" y="2909303"/>
                  </a:lnTo>
                  <a:lnTo>
                    <a:pt x="10391902" y="2909074"/>
                  </a:lnTo>
                  <a:lnTo>
                    <a:pt x="10395458" y="2905226"/>
                  </a:lnTo>
                  <a:lnTo>
                    <a:pt x="10392133" y="2902140"/>
                  </a:lnTo>
                  <a:lnTo>
                    <a:pt x="10390759" y="2900895"/>
                  </a:lnTo>
                  <a:lnTo>
                    <a:pt x="10381488" y="2892259"/>
                  </a:lnTo>
                  <a:close/>
                </a:path>
                <a:path w="10424160" h="2944495">
                  <a:moveTo>
                    <a:pt x="10391140" y="2888170"/>
                  </a:moveTo>
                  <a:lnTo>
                    <a:pt x="10385043" y="2888386"/>
                  </a:lnTo>
                  <a:lnTo>
                    <a:pt x="10381488" y="2892259"/>
                  </a:lnTo>
                  <a:lnTo>
                    <a:pt x="10385687" y="2896108"/>
                  </a:lnTo>
                  <a:lnTo>
                    <a:pt x="10386144" y="2896565"/>
                  </a:lnTo>
                  <a:lnTo>
                    <a:pt x="10391308" y="2901353"/>
                  </a:lnTo>
                  <a:lnTo>
                    <a:pt x="10392117" y="2902140"/>
                  </a:lnTo>
                  <a:lnTo>
                    <a:pt x="10395485" y="2905226"/>
                  </a:lnTo>
                  <a:lnTo>
                    <a:pt x="10399014" y="2901353"/>
                  </a:lnTo>
                  <a:lnTo>
                    <a:pt x="10398887" y="2895320"/>
                  </a:lnTo>
                  <a:lnTo>
                    <a:pt x="10394950" y="2891739"/>
                  </a:lnTo>
                  <a:lnTo>
                    <a:pt x="10391140" y="2888170"/>
                  </a:lnTo>
                  <a:close/>
                </a:path>
                <a:path w="10424160" h="2944495">
                  <a:moveTo>
                    <a:pt x="10354944" y="2913748"/>
                  </a:moveTo>
                  <a:lnTo>
                    <a:pt x="10350118" y="2915945"/>
                  </a:lnTo>
                  <a:lnTo>
                    <a:pt x="10347960" y="2921596"/>
                  </a:lnTo>
                  <a:lnTo>
                    <a:pt x="10350246" y="2926372"/>
                  </a:lnTo>
                  <a:lnTo>
                    <a:pt x="10352405" y="2931160"/>
                  </a:lnTo>
                  <a:lnTo>
                    <a:pt x="10357992" y="2933255"/>
                  </a:lnTo>
                  <a:lnTo>
                    <a:pt x="10362622" y="2931160"/>
                  </a:lnTo>
                  <a:lnTo>
                    <a:pt x="10362859" y="2931160"/>
                  </a:lnTo>
                  <a:lnTo>
                    <a:pt x="10361814" y="2928861"/>
                  </a:lnTo>
                  <a:lnTo>
                    <a:pt x="10360152" y="2925292"/>
                  </a:lnTo>
                  <a:lnTo>
                    <a:pt x="10359245" y="2923209"/>
                  </a:lnTo>
                  <a:lnTo>
                    <a:pt x="10354944" y="2913748"/>
                  </a:lnTo>
                  <a:close/>
                </a:path>
                <a:path w="10424160" h="2944495">
                  <a:moveTo>
                    <a:pt x="10359643" y="2911551"/>
                  </a:moveTo>
                  <a:lnTo>
                    <a:pt x="10354944" y="2913748"/>
                  </a:lnTo>
                  <a:lnTo>
                    <a:pt x="10355961" y="2915945"/>
                  </a:lnTo>
                  <a:lnTo>
                    <a:pt x="10361802" y="2928861"/>
                  </a:lnTo>
                  <a:lnTo>
                    <a:pt x="10362865" y="2931160"/>
                  </a:lnTo>
                  <a:lnTo>
                    <a:pt x="10362595" y="2931160"/>
                  </a:lnTo>
                  <a:lnTo>
                    <a:pt x="10367644" y="2928861"/>
                  </a:lnTo>
                  <a:lnTo>
                    <a:pt x="10369677" y="2923209"/>
                  </a:lnTo>
                  <a:lnTo>
                    <a:pt x="10365404" y="2913748"/>
                  </a:lnTo>
                  <a:lnTo>
                    <a:pt x="10365636" y="2913748"/>
                  </a:lnTo>
                  <a:lnTo>
                    <a:pt x="10359643" y="2911551"/>
                  </a:lnTo>
                  <a:close/>
                </a:path>
                <a:path w="10424160" h="2944495">
                  <a:moveTo>
                    <a:pt x="10321416" y="2924492"/>
                  </a:moveTo>
                  <a:lnTo>
                    <a:pt x="10316210" y="2925254"/>
                  </a:lnTo>
                  <a:lnTo>
                    <a:pt x="10312527" y="2930080"/>
                  </a:lnTo>
                  <a:lnTo>
                    <a:pt x="10314051" y="2940494"/>
                  </a:lnTo>
                  <a:lnTo>
                    <a:pt x="10318877" y="2944101"/>
                  </a:lnTo>
                  <a:lnTo>
                    <a:pt x="10324084" y="2943352"/>
                  </a:lnTo>
                  <a:lnTo>
                    <a:pt x="10321524" y="2925254"/>
                  </a:lnTo>
                  <a:lnTo>
                    <a:pt x="10321416" y="2924492"/>
                  </a:lnTo>
                  <a:close/>
                </a:path>
                <a:path w="10424160" h="2944495">
                  <a:moveTo>
                    <a:pt x="10326624" y="2923743"/>
                  </a:moveTo>
                  <a:lnTo>
                    <a:pt x="10321416" y="2924492"/>
                  </a:lnTo>
                  <a:lnTo>
                    <a:pt x="10323976" y="2942590"/>
                  </a:lnTo>
                  <a:lnTo>
                    <a:pt x="10324084" y="2943352"/>
                  </a:lnTo>
                  <a:lnTo>
                    <a:pt x="10329291" y="2942590"/>
                  </a:lnTo>
                  <a:lnTo>
                    <a:pt x="10332974" y="2937764"/>
                  </a:lnTo>
                  <a:lnTo>
                    <a:pt x="10331450" y="2927350"/>
                  </a:lnTo>
                  <a:lnTo>
                    <a:pt x="10326624" y="2923743"/>
                  </a:lnTo>
                  <a:close/>
                </a:path>
                <a:path w="10424160" h="2944495">
                  <a:moveTo>
                    <a:pt x="10284714" y="2925445"/>
                  </a:moveTo>
                  <a:lnTo>
                    <a:pt x="10279380" y="2925445"/>
                  </a:lnTo>
                  <a:lnTo>
                    <a:pt x="10275189" y="2929712"/>
                  </a:lnTo>
                  <a:lnTo>
                    <a:pt x="10275189" y="2940227"/>
                  </a:lnTo>
                  <a:lnTo>
                    <a:pt x="10279380" y="2944495"/>
                  </a:lnTo>
                  <a:lnTo>
                    <a:pt x="10284714" y="2944495"/>
                  </a:lnTo>
                  <a:lnTo>
                    <a:pt x="10284714" y="2925445"/>
                  </a:lnTo>
                  <a:close/>
                </a:path>
                <a:path w="10424160" h="2944495">
                  <a:moveTo>
                    <a:pt x="10289921" y="2925445"/>
                  </a:moveTo>
                  <a:lnTo>
                    <a:pt x="10284714" y="2925445"/>
                  </a:lnTo>
                  <a:lnTo>
                    <a:pt x="10284714" y="2944495"/>
                  </a:lnTo>
                  <a:lnTo>
                    <a:pt x="10289921" y="2944495"/>
                  </a:lnTo>
                  <a:lnTo>
                    <a:pt x="10294239" y="2940227"/>
                  </a:lnTo>
                  <a:lnTo>
                    <a:pt x="10294239" y="2929712"/>
                  </a:lnTo>
                  <a:lnTo>
                    <a:pt x="10289921" y="2925445"/>
                  </a:lnTo>
                  <a:close/>
                </a:path>
                <a:path w="10424160" h="2944495">
                  <a:moveTo>
                    <a:pt x="10246614" y="2925445"/>
                  </a:moveTo>
                  <a:lnTo>
                    <a:pt x="10241280" y="2925445"/>
                  </a:lnTo>
                  <a:lnTo>
                    <a:pt x="10237089" y="2929712"/>
                  </a:lnTo>
                  <a:lnTo>
                    <a:pt x="10237089" y="2940227"/>
                  </a:lnTo>
                  <a:lnTo>
                    <a:pt x="10241280" y="2944495"/>
                  </a:lnTo>
                  <a:lnTo>
                    <a:pt x="10246614" y="2944495"/>
                  </a:lnTo>
                  <a:lnTo>
                    <a:pt x="10246614" y="2925445"/>
                  </a:lnTo>
                  <a:close/>
                </a:path>
                <a:path w="10424160" h="2944495">
                  <a:moveTo>
                    <a:pt x="10251821" y="2925445"/>
                  </a:moveTo>
                  <a:lnTo>
                    <a:pt x="10246614" y="2925445"/>
                  </a:lnTo>
                  <a:lnTo>
                    <a:pt x="10246614" y="2944495"/>
                  </a:lnTo>
                  <a:lnTo>
                    <a:pt x="10251821" y="2944495"/>
                  </a:lnTo>
                  <a:lnTo>
                    <a:pt x="10256139" y="2940227"/>
                  </a:lnTo>
                  <a:lnTo>
                    <a:pt x="10256139" y="2929712"/>
                  </a:lnTo>
                  <a:lnTo>
                    <a:pt x="10251821" y="2925445"/>
                  </a:lnTo>
                  <a:close/>
                </a:path>
                <a:path w="10424160" h="2944495">
                  <a:moveTo>
                    <a:pt x="10208514" y="2925445"/>
                  </a:moveTo>
                  <a:lnTo>
                    <a:pt x="10203180" y="2925445"/>
                  </a:lnTo>
                  <a:lnTo>
                    <a:pt x="10198989" y="2929712"/>
                  </a:lnTo>
                  <a:lnTo>
                    <a:pt x="10198989" y="2940227"/>
                  </a:lnTo>
                  <a:lnTo>
                    <a:pt x="10203180" y="2944495"/>
                  </a:lnTo>
                  <a:lnTo>
                    <a:pt x="10208514" y="2944495"/>
                  </a:lnTo>
                  <a:lnTo>
                    <a:pt x="10208514" y="2925445"/>
                  </a:lnTo>
                  <a:close/>
                </a:path>
                <a:path w="10424160" h="2944495">
                  <a:moveTo>
                    <a:pt x="10213721" y="2925445"/>
                  </a:moveTo>
                  <a:lnTo>
                    <a:pt x="10208514" y="2925445"/>
                  </a:lnTo>
                  <a:lnTo>
                    <a:pt x="10208514" y="2944495"/>
                  </a:lnTo>
                  <a:lnTo>
                    <a:pt x="10213721" y="2944495"/>
                  </a:lnTo>
                  <a:lnTo>
                    <a:pt x="10218039" y="2940227"/>
                  </a:lnTo>
                  <a:lnTo>
                    <a:pt x="10218039" y="2929712"/>
                  </a:lnTo>
                  <a:lnTo>
                    <a:pt x="10213721" y="2925445"/>
                  </a:lnTo>
                  <a:close/>
                </a:path>
                <a:path w="10424160" h="2944495">
                  <a:moveTo>
                    <a:pt x="10170287" y="2925445"/>
                  </a:moveTo>
                  <a:lnTo>
                    <a:pt x="10165080" y="2925445"/>
                  </a:lnTo>
                  <a:lnTo>
                    <a:pt x="10160762" y="2929712"/>
                  </a:lnTo>
                  <a:lnTo>
                    <a:pt x="10160762" y="2940227"/>
                  </a:lnTo>
                  <a:lnTo>
                    <a:pt x="10165080" y="2944495"/>
                  </a:lnTo>
                  <a:lnTo>
                    <a:pt x="10170287" y="2944495"/>
                  </a:lnTo>
                  <a:lnTo>
                    <a:pt x="10170287" y="2925445"/>
                  </a:lnTo>
                  <a:close/>
                </a:path>
                <a:path w="10424160" h="2944495">
                  <a:moveTo>
                    <a:pt x="10175621" y="2925445"/>
                  </a:moveTo>
                  <a:lnTo>
                    <a:pt x="10170414" y="2925445"/>
                  </a:lnTo>
                  <a:lnTo>
                    <a:pt x="10170414" y="2944495"/>
                  </a:lnTo>
                  <a:lnTo>
                    <a:pt x="10175621" y="2944495"/>
                  </a:lnTo>
                  <a:lnTo>
                    <a:pt x="10179939" y="2940227"/>
                  </a:lnTo>
                  <a:lnTo>
                    <a:pt x="10179939" y="2929712"/>
                  </a:lnTo>
                  <a:lnTo>
                    <a:pt x="10175621" y="2925445"/>
                  </a:lnTo>
                  <a:close/>
                </a:path>
                <a:path w="10424160" h="2944495">
                  <a:moveTo>
                    <a:pt x="10132187" y="2925445"/>
                  </a:moveTo>
                  <a:lnTo>
                    <a:pt x="10126980" y="2925445"/>
                  </a:lnTo>
                  <a:lnTo>
                    <a:pt x="10122662" y="2929712"/>
                  </a:lnTo>
                  <a:lnTo>
                    <a:pt x="10122662" y="2940227"/>
                  </a:lnTo>
                  <a:lnTo>
                    <a:pt x="10126980" y="2944495"/>
                  </a:lnTo>
                  <a:lnTo>
                    <a:pt x="10132187" y="2944495"/>
                  </a:lnTo>
                  <a:lnTo>
                    <a:pt x="10132187" y="2925445"/>
                  </a:lnTo>
                  <a:close/>
                </a:path>
                <a:path w="10424160" h="2944495">
                  <a:moveTo>
                    <a:pt x="10137521" y="2925445"/>
                  </a:moveTo>
                  <a:lnTo>
                    <a:pt x="10132187" y="2925445"/>
                  </a:lnTo>
                  <a:lnTo>
                    <a:pt x="10132187" y="2944495"/>
                  </a:lnTo>
                  <a:lnTo>
                    <a:pt x="10137521" y="2944495"/>
                  </a:lnTo>
                  <a:lnTo>
                    <a:pt x="10141712" y="2940227"/>
                  </a:lnTo>
                  <a:lnTo>
                    <a:pt x="10141712" y="2929712"/>
                  </a:lnTo>
                  <a:lnTo>
                    <a:pt x="10137521" y="2925445"/>
                  </a:lnTo>
                  <a:close/>
                </a:path>
                <a:path w="10424160" h="2944495">
                  <a:moveTo>
                    <a:pt x="10094087" y="2925445"/>
                  </a:moveTo>
                  <a:lnTo>
                    <a:pt x="10088880" y="2925445"/>
                  </a:lnTo>
                  <a:lnTo>
                    <a:pt x="10084562" y="2929712"/>
                  </a:lnTo>
                  <a:lnTo>
                    <a:pt x="10084562" y="2940227"/>
                  </a:lnTo>
                  <a:lnTo>
                    <a:pt x="10088880" y="2944495"/>
                  </a:lnTo>
                  <a:lnTo>
                    <a:pt x="10094087" y="2944495"/>
                  </a:lnTo>
                  <a:lnTo>
                    <a:pt x="10094087" y="2925445"/>
                  </a:lnTo>
                  <a:close/>
                </a:path>
                <a:path w="10424160" h="2944495">
                  <a:moveTo>
                    <a:pt x="10099421" y="2925445"/>
                  </a:moveTo>
                  <a:lnTo>
                    <a:pt x="10094087" y="2925445"/>
                  </a:lnTo>
                  <a:lnTo>
                    <a:pt x="10094087" y="2944495"/>
                  </a:lnTo>
                  <a:lnTo>
                    <a:pt x="10099421" y="2944495"/>
                  </a:lnTo>
                  <a:lnTo>
                    <a:pt x="10103612" y="2940227"/>
                  </a:lnTo>
                  <a:lnTo>
                    <a:pt x="10103612" y="2929712"/>
                  </a:lnTo>
                  <a:lnTo>
                    <a:pt x="10099421" y="2925445"/>
                  </a:lnTo>
                  <a:close/>
                </a:path>
                <a:path w="10424160" h="2944495">
                  <a:moveTo>
                    <a:pt x="10055987" y="2925445"/>
                  </a:moveTo>
                  <a:lnTo>
                    <a:pt x="10050653" y="2925445"/>
                  </a:lnTo>
                  <a:lnTo>
                    <a:pt x="10046462" y="2929712"/>
                  </a:lnTo>
                  <a:lnTo>
                    <a:pt x="10046462" y="2940227"/>
                  </a:lnTo>
                  <a:lnTo>
                    <a:pt x="10050653" y="2944495"/>
                  </a:lnTo>
                  <a:lnTo>
                    <a:pt x="10055987" y="2944495"/>
                  </a:lnTo>
                  <a:lnTo>
                    <a:pt x="10055987" y="2925445"/>
                  </a:lnTo>
                  <a:close/>
                </a:path>
                <a:path w="10424160" h="2944495">
                  <a:moveTo>
                    <a:pt x="10061193" y="2925445"/>
                  </a:moveTo>
                  <a:lnTo>
                    <a:pt x="10055987" y="2925445"/>
                  </a:lnTo>
                  <a:lnTo>
                    <a:pt x="10055987" y="2944495"/>
                  </a:lnTo>
                  <a:lnTo>
                    <a:pt x="10061193" y="2944495"/>
                  </a:lnTo>
                  <a:lnTo>
                    <a:pt x="10065512" y="2940227"/>
                  </a:lnTo>
                  <a:lnTo>
                    <a:pt x="10065512" y="2929712"/>
                  </a:lnTo>
                  <a:lnTo>
                    <a:pt x="10061193" y="2925445"/>
                  </a:lnTo>
                  <a:close/>
                </a:path>
                <a:path w="10424160" h="2944495">
                  <a:moveTo>
                    <a:pt x="10017887" y="2925445"/>
                  </a:moveTo>
                  <a:lnTo>
                    <a:pt x="10012553" y="2925445"/>
                  </a:lnTo>
                  <a:lnTo>
                    <a:pt x="10008362" y="2929712"/>
                  </a:lnTo>
                  <a:lnTo>
                    <a:pt x="10008362" y="2940227"/>
                  </a:lnTo>
                  <a:lnTo>
                    <a:pt x="10012553" y="2944495"/>
                  </a:lnTo>
                  <a:lnTo>
                    <a:pt x="10017887" y="2944495"/>
                  </a:lnTo>
                  <a:lnTo>
                    <a:pt x="10017887" y="2925445"/>
                  </a:lnTo>
                  <a:close/>
                </a:path>
                <a:path w="10424160" h="2944495">
                  <a:moveTo>
                    <a:pt x="10023093" y="2925445"/>
                  </a:moveTo>
                  <a:lnTo>
                    <a:pt x="10017887" y="2925445"/>
                  </a:lnTo>
                  <a:lnTo>
                    <a:pt x="10017887" y="2944495"/>
                  </a:lnTo>
                  <a:lnTo>
                    <a:pt x="10023093" y="2944495"/>
                  </a:lnTo>
                  <a:lnTo>
                    <a:pt x="10027412" y="2940227"/>
                  </a:lnTo>
                  <a:lnTo>
                    <a:pt x="10027412" y="2929712"/>
                  </a:lnTo>
                  <a:lnTo>
                    <a:pt x="10023093" y="2925445"/>
                  </a:lnTo>
                  <a:close/>
                </a:path>
                <a:path w="10424160" h="2944495">
                  <a:moveTo>
                    <a:pt x="9979787" y="2925445"/>
                  </a:moveTo>
                  <a:lnTo>
                    <a:pt x="9974453" y="2925445"/>
                  </a:lnTo>
                  <a:lnTo>
                    <a:pt x="9970262" y="2929712"/>
                  </a:lnTo>
                  <a:lnTo>
                    <a:pt x="9970262" y="2940227"/>
                  </a:lnTo>
                  <a:lnTo>
                    <a:pt x="9974453" y="2944495"/>
                  </a:lnTo>
                  <a:lnTo>
                    <a:pt x="9979787" y="2944495"/>
                  </a:lnTo>
                  <a:lnTo>
                    <a:pt x="9979787" y="2925445"/>
                  </a:lnTo>
                  <a:close/>
                </a:path>
                <a:path w="10424160" h="2944495">
                  <a:moveTo>
                    <a:pt x="9984993" y="2925445"/>
                  </a:moveTo>
                  <a:lnTo>
                    <a:pt x="9979787" y="2925445"/>
                  </a:lnTo>
                  <a:lnTo>
                    <a:pt x="9979787" y="2944495"/>
                  </a:lnTo>
                  <a:lnTo>
                    <a:pt x="9984993" y="2944495"/>
                  </a:lnTo>
                  <a:lnTo>
                    <a:pt x="9989312" y="2940227"/>
                  </a:lnTo>
                  <a:lnTo>
                    <a:pt x="9989312" y="2929712"/>
                  </a:lnTo>
                  <a:lnTo>
                    <a:pt x="9984993" y="2925445"/>
                  </a:lnTo>
                  <a:close/>
                </a:path>
                <a:path w="10424160" h="2944495">
                  <a:moveTo>
                    <a:pt x="9941560" y="2925445"/>
                  </a:moveTo>
                  <a:lnTo>
                    <a:pt x="9936353" y="2925445"/>
                  </a:lnTo>
                  <a:lnTo>
                    <a:pt x="9932035" y="2929712"/>
                  </a:lnTo>
                  <a:lnTo>
                    <a:pt x="9932035" y="2940227"/>
                  </a:lnTo>
                  <a:lnTo>
                    <a:pt x="9936353" y="2944495"/>
                  </a:lnTo>
                  <a:lnTo>
                    <a:pt x="9941560" y="2944495"/>
                  </a:lnTo>
                  <a:lnTo>
                    <a:pt x="9941560" y="2925445"/>
                  </a:lnTo>
                  <a:close/>
                </a:path>
                <a:path w="10424160" h="2944495">
                  <a:moveTo>
                    <a:pt x="9946893" y="2925445"/>
                  </a:moveTo>
                  <a:lnTo>
                    <a:pt x="9941687" y="2925445"/>
                  </a:lnTo>
                  <a:lnTo>
                    <a:pt x="9941687" y="2944495"/>
                  </a:lnTo>
                  <a:lnTo>
                    <a:pt x="9946893" y="2944495"/>
                  </a:lnTo>
                  <a:lnTo>
                    <a:pt x="9951212" y="2940227"/>
                  </a:lnTo>
                  <a:lnTo>
                    <a:pt x="9951212" y="2929712"/>
                  </a:lnTo>
                  <a:lnTo>
                    <a:pt x="9946893" y="2925445"/>
                  </a:lnTo>
                  <a:close/>
                </a:path>
                <a:path w="10424160" h="2944495">
                  <a:moveTo>
                    <a:pt x="9903460" y="2925445"/>
                  </a:moveTo>
                  <a:lnTo>
                    <a:pt x="9898253" y="2925445"/>
                  </a:lnTo>
                  <a:lnTo>
                    <a:pt x="9893935" y="2929712"/>
                  </a:lnTo>
                  <a:lnTo>
                    <a:pt x="9893935" y="2940227"/>
                  </a:lnTo>
                  <a:lnTo>
                    <a:pt x="9898253" y="2944495"/>
                  </a:lnTo>
                  <a:lnTo>
                    <a:pt x="9903460" y="2944495"/>
                  </a:lnTo>
                  <a:lnTo>
                    <a:pt x="9903460" y="2925445"/>
                  </a:lnTo>
                  <a:close/>
                </a:path>
                <a:path w="10424160" h="2944495">
                  <a:moveTo>
                    <a:pt x="9908793" y="2925445"/>
                  </a:moveTo>
                  <a:lnTo>
                    <a:pt x="9903460" y="2925445"/>
                  </a:lnTo>
                  <a:lnTo>
                    <a:pt x="9903460" y="2944495"/>
                  </a:lnTo>
                  <a:lnTo>
                    <a:pt x="9908793" y="2944495"/>
                  </a:lnTo>
                  <a:lnTo>
                    <a:pt x="9912985" y="2940227"/>
                  </a:lnTo>
                  <a:lnTo>
                    <a:pt x="9912985" y="2929712"/>
                  </a:lnTo>
                  <a:lnTo>
                    <a:pt x="9908793" y="2925445"/>
                  </a:lnTo>
                  <a:close/>
                </a:path>
                <a:path w="10424160" h="2944495">
                  <a:moveTo>
                    <a:pt x="9865360" y="2925445"/>
                  </a:moveTo>
                  <a:lnTo>
                    <a:pt x="9860153" y="2925445"/>
                  </a:lnTo>
                  <a:lnTo>
                    <a:pt x="9855835" y="2929712"/>
                  </a:lnTo>
                  <a:lnTo>
                    <a:pt x="9855835" y="2940227"/>
                  </a:lnTo>
                  <a:lnTo>
                    <a:pt x="9860153" y="2944495"/>
                  </a:lnTo>
                  <a:lnTo>
                    <a:pt x="9865360" y="2944495"/>
                  </a:lnTo>
                  <a:lnTo>
                    <a:pt x="9865360" y="2925445"/>
                  </a:lnTo>
                  <a:close/>
                </a:path>
                <a:path w="10424160" h="2944495">
                  <a:moveTo>
                    <a:pt x="9870693" y="2925445"/>
                  </a:moveTo>
                  <a:lnTo>
                    <a:pt x="9865360" y="2925445"/>
                  </a:lnTo>
                  <a:lnTo>
                    <a:pt x="9865360" y="2944495"/>
                  </a:lnTo>
                  <a:lnTo>
                    <a:pt x="9870693" y="2944495"/>
                  </a:lnTo>
                  <a:lnTo>
                    <a:pt x="9874885" y="2940227"/>
                  </a:lnTo>
                  <a:lnTo>
                    <a:pt x="9874885" y="2929712"/>
                  </a:lnTo>
                  <a:lnTo>
                    <a:pt x="9870693" y="2925445"/>
                  </a:lnTo>
                  <a:close/>
                </a:path>
                <a:path w="10424160" h="2944495">
                  <a:moveTo>
                    <a:pt x="9827260" y="2925445"/>
                  </a:moveTo>
                  <a:lnTo>
                    <a:pt x="9821926" y="2925445"/>
                  </a:lnTo>
                  <a:lnTo>
                    <a:pt x="9817735" y="2929712"/>
                  </a:lnTo>
                  <a:lnTo>
                    <a:pt x="9817735" y="2940227"/>
                  </a:lnTo>
                  <a:lnTo>
                    <a:pt x="9821926" y="2944495"/>
                  </a:lnTo>
                  <a:lnTo>
                    <a:pt x="9827260" y="2944495"/>
                  </a:lnTo>
                  <a:lnTo>
                    <a:pt x="9827260" y="2925445"/>
                  </a:lnTo>
                  <a:close/>
                </a:path>
                <a:path w="10424160" h="2944495">
                  <a:moveTo>
                    <a:pt x="9832466" y="2925445"/>
                  </a:moveTo>
                  <a:lnTo>
                    <a:pt x="9827260" y="2925445"/>
                  </a:lnTo>
                  <a:lnTo>
                    <a:pt x="9827260" y="2944495"/>
                  </a:lnTo>
                  <a:lnTo>
                    <a:pt x="9832466" y="2944495"/>
                  </a:lnTo>
                  <a:lnTo>
                    <a:pt x="9836785" y="2940227"/>
                  </a:lnTo>
                  <a:lnTo>
                    <a:pt x="9836785" y="2929712"/>
                  </a:lnTo>
                  <a:lnTo>
                    <a:pt x="9832466" y="2925445"/>
                  </a:lnTo>
                  <a:close/>
                </a:path>
                <a:path w="10424160" h="2944495">
                  <a:moveTo>
                    <a:pt x="9789160" y="2925445"/>
                  </a:moveTo>
                  <a:lnTo>
                    <a:pt x="9783826" y="2925445"/>
                  </a:lnTo>
                  <a:lnTo>
                    <a:pt x="9779635" y="2929712"/>
                  </a:lnTo>
                  <a:lnTo>
                    <a:pt x="9779635" y="2940227"/>
                  </a:lnTo>
                  <a:lnTo>
                    <a:pt x="9783826" y="2944495"/>
                  </a:lnTo>
                  <a:lnTo>
                    <a:pt x="9789160" y="2944495"/>
                  </a:lnTo>
                  <a:lnTo>
                    <a:pt x="9789160" y="2925445"/>
                  </a:lnTo>
                  <a:close/>
                </a:path>
                <a:path w="10424160" h="2944495">
                  <a:moveTo>
                    <a:pt x="9794366" y="2925445"/>
                  </a:moveTo>
                  <a:lnTo>
                    <a:pt x="9789160" y="2925445"/>
                  </a:lnTo>
                  <a:lnTo>
                    <a:pt x="9789160" y="2944495"/>
                  </a:lnTo>
                  <a:lnTo>
                    <a:pt x="9794366" y="2944495"/>
                  </a:lnTo>
                  <a:lnTo>
                    <a:pt x="9798685" y="2940227"/>
                  </a:lnTo>
                  <a:lnTo>
                    <a:pt x="9798685" y="2929712"/>
                  </a:lnTo>
                  <a:lnTo>
                    <a:pt x="9794366" y="2925445"/>
                  </a:lnTo>
                  <a:close/>
                </a:path>
                <a:path w="10424160" h="2944495">
                  <a:moveTo>
                    <a:pt x="9751060" y="2925445"/>
                  </a:moveTo>
                  <a:lnTo>
                    <a:pt x="9745726" y="2925445"/>
                  </a:lnTo>
                  <a:lnTo>
                    <a:pt x="9741535" y="2929712"/>
                  </a:lnTo>
                  <a:lnTo>
                    <a:pt x="9741535" y="2940227"/>
                  </a:lnTo>
                  <a:lnTo>
                    <a:pt x="9745726" y="2944495"/>
                  </a:lnTo>
                  <a:lnTo>
                    <a:pt x="9751060" y="2944495"/>
                  </a:lnTo>
                  <a:lnTo>
                    <a:pt x="9751060" y="2925445"/>
                  </a:lnTo>
                  <a:close/>
                </a:path>
                <a:path w="10424160" h="2944495">
                  <a:moveTo>
                    <a:pt x="9756266" y="2925445"/>
                  </a:moveTo>
                  <a:lnTo>
                    <a:pt x="9751060" y="2925445"/>
                  </a:lnTo>
                  <a:lnTo>
                    <a:pt x="9751060" y="2944495"/>
                  </a:lnTo>
                  <a:lnTo>
                    <a:pt x="9756266" y="2944495"/>
                  </a:lnTo>
                  <a:lnTo>
                    <a:pt x="9760585" y="2940227"/>
                  </a:lnTo>
                  <a:lnTo>
                    <a:pt x="9760585" y="2929712"/>
                  </a:lnTo>
                  <a:lnTo>
                    <a:pt x="9756266" y="2925445"/>
                  </a:lnTo>
                  <a:close/>
                </a:path>
                <a:path w="10424160" h="2944495">
                  <a:moveTo>
                    <a:pt x="9712833" y="2925445"/>
                  </a:moveTo>
                  <a:lnTo>
                    <a:pt x="9707626" y="2925445"/>
                  </a:lnTo>
                  <a:lnTo>
                    <a:pt x="9703308" y="2929712"/>
                  </a:lnTo>
                  <a:lnTo>
                    <a:pt x="9703308" y="2940227"/>
                  </a:lnTo>
                  <a:lnTo>
                    <a:pt x="9707626" y="2944495"/>
                  </a:lnTo>
                  <a:lnTo>
                    <a:pt x="9712833" y="2944495"/>
                  </a:lnTo>
                  <a:lnTo>
                    <a:pt x="9712833" y="2925445"/>
                  </a:lnTo>
                  <a:close/>
                </a:path>
                <a:path w="10424160" h="2944495">
                  <a:moveTo>
                    <a:pt x="9718166" y="2925445"/>
                  </a:moveTo>
                  <a:lnTo>
                    <a:pt x="9712960" y="2925445"/>
                  </a:lnTo>
                  <a:lnTo>
                    <a:pt x="9712960" y="2944495"/>
                  </a:lnTo>
                  <a:lnTo>
                    <a:pt x="9718166" y="2944495"/>
                  </a:lnTo>
                  <a:lnTo>
                    <a:pt x="9722485" y="2940227"/>
                  </a:lnTo>
                  <a:lnTo>
                    <a:pt x="9722485" y="2929712"/>
                  </a:lnTo>
                  <a:lnTo>
                    <a:pt x="9718166" y="2925445"/>
                  </a:lnTo>
                  <a:close/>
                </a:path>
                <a:path w="10424160" h="2944495">
                  <a:moveTo>
                    <a:pt x="9674733" y="2925445"/>
                  </a:moveTo>
                  <a:lnTo>
                    <a:pt x="9669526" y="2925445"/>
                  </a:lnTo>
                  <a:lnTo>
                    <a:pt x="9665208" y="2929712"/>
                  </a:lnTo>
                  <a:lnTo>
                    <a:pt x="9665208" y="2940227"/>
                  </a:lnTo>
                  <a:lnTo>
                    <a:pt x="9669526" y="2944495"/>
                  </a:lnTo>
                  <a:lnTo>
                    <a:pt x="9674733" y="2944495"/>
                  </a:lnTo>
                  <a:lnTo>
                    <a:pt x="9674733" y="2925445"/>
                  </a:lnTo>
                  <a:close/>
                </a:path>
                <a:path w="10424160" h="2944495">
                  <a:moveTo>
                    <a:pt x="9680066" y="2925445"/>
                  </a:moveTo>
                  <a:lnTo>
                    <a:pt x="9674733" y="2925445"/>
                  </a:lnTo>
                  <a:lnTo>
                    <a:pt x="9674733" y="2944495"/>
                  </a:lnTo>
                  <a:lnTo>
                    <a:pt x="9680066" y="2944495"/>
                  </a:lnTo>
                  <a:lnTo>
                    <a:pt x="9684258" y="2940227"/>
                  </a:lnTo>
                  <a:lnTo>
                    <a:pt x="9684258" y="2929712"/>
                  </a:lnTo>
                  <a:lnTo>
                    <a:pt x="9680066" y="2925445"/>
                  </a:lnTo>
                  <a:close/>
                </a:path>
                <a:path w="10424160" h="2944495">
                  <a:moveTo>
                    <a:pt x="9636633" y="2925445"/>
                  </a:moveTo>
                  <a:lnTo>
                    <a:pt x="9631426" y="2925445"/>
                  </a:lnTo>
                  <a:lnTo>
                    <a:pt x="9627108" y="2929712"/>
                  </a:lnTo>
                  <a:lnTo>
                    <a:pt x="9627108" y="2940227"/>
                  </a:lnTo>
                  <a:lnTo>
                    <a:pt x="9631426" y="2944495"/>
                  </a:lnTo>
                  <a:lnTo>
                    <a:pt x="9636633" y="2944495"/>
                  </a:lnTo>
                  <a:lnTo>
                    <a:pt x="9636633" y="2925445"/>
                  </a:lnTo>
                  <a:close/>
                </a:path>
                <a:path w="10424160" h="2944495">
                  <a:moveTo>
                    <a:pt x="9641966" y="2925445"/>
                  </a:moveTo>
                  <a:lnTo>
                    <a:pt x="9636633" y="2925445"/>
                  </a:lnTo>
                  <a:lnTo>
                    <a:pt x="9636633" y="2944495"/>
                  </a:lnTo>
                  <a:lnTo>
                    <a:pt x="9641966" y="2944495"/>
                  </a:lnTo>
                  <a:lnTo>
                    <a:pt x="9646158" y="2940227"/>
                  </a:lnTo>
                  <a:lnTo>
                    <a:pt x="9646158" y="2929712"/>
                  </a:lnTo>
                  <a:lnTo>
                    <a:pt x="9641966" y="2925445"/>
                  </a:lnTo>
                  <a:close/>
                </a:path>
                <a:path w="10424160" h="2944495">
                  <a:moveTo>
                    <a:pt x="9598533" y="2925445"/>
                  </a:moveTo>
                  <a:lnTo>
                    <a:pt x="9593326" y="2925445"/>
                  </a:lnTo>
                  <a:lnTo>
                    <a:pt x="9589008" y="2929712"/>
                  </a:lnTo>
                  <a:lnTo>
                    <a:pt x="9589008" y="2940227"/>
                  </a:lnTo>
                  <a:lnTo>
                    <a:pt x="9593326" y="2944495"/>
                  </a:lnTo>
                  <a:lnTo>
                    <a:pt x="9598533" y="2944495"/>
                  </a:lnTo>
                  <a:lnTo>
                    <a:pt x="9598533" y="2925445"/>
                  </a:lnTo>
                  <a:close/>
                </a:path>
                <a:path w="10424160" h="2944495">
                  <a:moveTo>
                    <a:pt x="9603866" y="2925445"/>
                  </a:moveTo>
                  <a:lnTo>
                    <a:pt x="9598533" y="2925445"/>
                  </a:lnTo>
                  <a:lnTo>
                    <a:pt x="9598533" y="2944495"/>
                  </a:lnTo>
                  <a:lnTo>
                    <a:pt x="9603866" y="2944495"/>
                  </a:lnTo>
                  <a:lnTo>
                    <a:pt x="9608058" y="2940227"/>
                  </a:lnTo>
                  <a:lnTo>
                    <a:pt x="9608058" y="2929712"/>
                  </a:lnTo>
                  <a:lnTo>
                    <a:pt x="9603866" y="2925445"/>
                  </a:lnTo>
                  <a:close/>
                </a:path>
                <a:path w="10424160" h="2944495">
                  <a:moveTo>
                    <a:pt x="9560433" y="2925445"/>
                  </a:moveTo>
                  <a:lnTo>
                    <a:pt x="9555099" y="2925445"/>
                  </a:lnTo>
                  <a:lnTo>
                    <a:pt x="9550908" y="2929712"/>
                  </a:lnTo>
                  <a:lnTo>
                    <a:pt x="9550908" y="2940227"/>
                  </a:lnTo>
                  <a:lnTo>
                    <a:pt x="9555099" y="2944495"/>
                  </a:lnTo>
                  <a:lnTo>
                    <a:pt x="9560433" y="2944495"/>
                  </a:lnTo>
                  <a:lnTo>
                    <a:pt x="9560433" y="2925445"/>
                  </a:lnTo>
                  <a:close/>
                </a:path>
                <a:path w="10424160" h="2944495">
                  <a:moveTo>
                    <a:pt x="9565640" y="2925445"/>
                  </a:moveTo>
                  <a:lnTo>
                    <a:pt x="9560433" y="2925445"/>
                  </a:lnTo>
                  <a:lnTo>
                    <a:pt x="9560433" y="2944495"/>
                  </a:lnTo>
                  <a:lnTo>
                    <a:pt x="9565640" y="2944495"/>
                  </a:lnTo>
                  <a:lnTo>
                    <a:pt x="9569958" y="2940227"/>
                  </a:lnTo>
                  <a:lnTo>
                    <a:pt x="9569958" y="2929712"/>
                  </a:lnTo>
                  <a:lnTo>
                    <a:pt x="9565640" y="2925445"/>
                  </a:lnTo>
                  <a:close/>
                </a:path>
                <a:path w="10424160" h="2944495">
                  <a:moveTo>
                    <a:pt x="9522333" y="2925445"/>
                  </a:moveTo>
                  <a:lnTo>
                    <a:pt x="9516999" y="2925445"/>
                  </a:lnTo>
                  <a:lnTo>
                    <a:pt x="9512808" y="2929712"/>
                  </a:lnTo>
                  <a:lnTo>
                    <a:pt x="9512808" y="2940227"/>
                  </a:lnTo>
                  <a:lnTo>
                    <a:pt x="9516999" y="2944495"/>
                  </a:lnTo>
                  <a:lnTo>
                    <a:pt x="9522333" y="2944495"/>
                  </a:lnTo>
                  <a:lnTo>
                    <a:pt x="9522333" y="2925445"/>
                  </a:lnTo>
                  <a:close/>
                </a:path>
                <a:path w="10424160" h="2944495">
                  <a:moveTo>
                    <a:pt x="9527540" y="2925445"/>
                  </a:moveTo>
                  <a:lnTo>
                    <a:pt x="9522333" y="2925445"/>
                  </a:lnTo>
                  <a:lnTo>
                    <a:pt x="9522333" y="2944495"/>
                  </a:lnTo>
                  <a:lnTo>
                    <a:pt x="9527540" y="2944495"/>
                  </a:lnTo>
                  <a:lnTo>
                    <a:pt x="9531858" y="2940227"/>
                  </a:lnTo>
                  <a:lnTo>
                    <a:pt x="9531858" y="2929712"/>
                  </a:lnTo>
                  <a:lnTo>
                    <a:pt x="9527540" y="2925445"/>
                  </a:lnTo>
                  <a:close/>
                </a:path>
                <a:path w="10424160" h="2944495">
                  <a:moveTo>
                    <a:pt x="9484233" y="2925445"/>
                  </a:moveTo>
                  <a:lnTo>
                    <a:pt x="9478899" y="2925445"/>
                  </a:lnTo>
                  <a:lnTo>
                    <a:pt x="9474708" y="2929712"/>
                  </a:lnTo>
                  <a:lnTo>
                    <a:pt x="9474708" y="2940227"/>
                  </a:lnTo>
                  <a:lnTo>
                    <a:pt x="9478899" y="2944495"/>
                  </a:lnTo>
                  <a:lnTo>
                    <a:pt x="9484233" y="2944495"/>
                  </a:lnTo>
                  <a:lnTo>
                    <a:pt x="9484233" y="2925445"/>
                  </a:lnTo>
                  <a:close/>
                </a:path>
                <a:path w="10424160" h="2944495">
                  <a:moveTo>
                    <a:pt x="9489440" y="2925445"/>
                  </a:moveTo>
                  <a:lnTo>
                    <a:pt x="9484233" y="2925445"/>
                  </a:lnTo>
                  <a:lnTo>
                    <a:pt x="9484233" y="2944495"/>
                  </a:lnTo>
                  <a:lnTo>
                    <a:pt x="9489440" y="2944495"/>
                  </a:lnTo>
                  <a:lnTo>
                    <a:pt x="9493758" y="2940227"/>
                  </a:lnTo>
                  <a:lnTo>
                    <a:pt x="9493758" y="2929712"/>
                  </a:lnTo>
                  <a:lnTo>
                    <a:pt x="9489440" y="2925445"/>
                  </a:lnTo>
                  <a:close/>
                </a:path>
                <a:path w="10424160" h="2944495">
                  <a:moveTo>
                    <a:pt x="9446006" y="2925445"/>
                  </a:moveTo>
                  <a:lnTo>
                    <a:pt x="9440799" y="2925445"/>
                  </a:lnTo>
                  <a:lnTo>
                    <a:pt x="9436481" y="2929712"/>
                  </a:lnTo>
                  <a:lnTo>
                    <a:pt x="9436481" y="2940227"/>
                  </a:lnTo>
                  <a:lnTo>
                    <a:pt x="9440799" y="2944495"/>
                  </a:lnTo>
                  <a:lnTo>
                    <a:pt x="9446006" y="2944495"/>
                  </a:lnTo>
                  <a:lnTo>
                    <a:pt x="9446006" y="2925445"/>
                  </a:lnTo>
                  <a:close/>
                </a:path>
                <a:path w="10424160" h="2944495">
                  <a:moveTo>
                    <a:pt x="9451340" y="2925445"/>
                  </a:moveTo>
                  <a:lnTo>
                    <a:pt x="9446133" y="2925445"/>
                  </a:lnTo>
                  <a:lnTo>
                    <a:pt x="9446133" y="2944495"/>
                  </a:lnTo>
                  <a:lnTo>
                    <a:pt x="9451340" y="2944495"/>
                  </a:lnTo>
                  <a:lnTo>
                    <a:pt x="9455658" y="2940227"/>
                  </a:lnTo>
                  <a:lnTo>
                    <a:pt x="9455658" y="2929712"/>
                  </a:lnTo>
                  <a:lnTo>
                    <a:pt x="9451340" y="2925445"/>
                  </a:lnTo>
                  <a:close/>
                </a:path>
                <a:path w="10424160" h="2944495">
                  <a:moveTo>
                    <a:pt x="9407906" y="2925445"/>
                  </a:moveTo>
                  <a:lnTo>
                    <a:pt x="9402699" y="2925445"/>
                  </a:lnTo>
                  <a:lnTo>
                    <a:pt x="9398381" y="2929712"/>
                  </a:lnTo>
                  <a:lnTo>
                    <a:pt x="9398381" y="2940227"/>
                  </a:lnTo>
                  <a:lnTo>
                    <a:pt x="9402699" y="2944495"/>
                  </a:lnTo>
                  <a:lnTo>
                    <a:pt x="9407906" y="2944495"/>
                  </a:lnTo>
                  <a:lnTo>
                    <a:pt x="9407906" y="2925445"/>
                  </a:lnTo>
                  <a:close/>
                </a:path>
                <a:path w="10424160" h="2944495">
                  <a:moveTo>
                    <a:pt x="9413240" y="2925445"/>
                  </a:moveTo>
                  <a:lnTo>
                    <a:pt x="9407906" y="2925445"/>
                  </a:lnTo>
                  <a:lnTo>
                    <a:pt x="9407906" y="2944495"/>
                  </a:lnTo>
                  <a:lnTo>
                    <a:pt x="9413240" y="2944495"/>
                  </a:lnTo>
                  <a:lnTo>
                    <a:pt x="9417431" y="2940227"/>
                  </a:lnTo>
                  <a:lnTo>
                    <a:pt x="9417431" y="2929712"/>
                  </a:lnTo>
                  <a:lnTo>
                    <a:pt x="9413240" y="2925445"/>
                  </a:lnTo>
                  <a:close/>
                </a:path>
                <a:path w="10424160" h="2944495">
                  <a:moveTo>
                    <a:pt x="9369806" y="2925445"/>
                  </a:moveTo>
                  <a:lnTo>
                    <a:pt x="9364599" y="2925445"/>
                  </a:lnTo>
                  <a:lnTo>
                    <a:pt x="9360281" y="2929712"/>
                  </a:lnTo>
                  <a:lnTo>
                    <a:pt x="9360281" y="2940227"/>
                  </a:lnTo>
                  <a:lnTo>
                    <a:pt x="9364599" y="2944495"/>
                  </a:lnTo>
                  <a:lnTo>
                    <a:pt x="9369806" y="2944495"/>
                  </a:lnTo>
                  <a:lnTo>
                    <a:pt x="9369806" y="2925445"/>
                  </a:lnTo>
                  <a:close/>
                </a:path>
                <a:path w="10424160" h="2944495">
                  <a:moveTo>
                    <a:pt x="9375140" y="2925445"/>
                  </a:moveTo>
                  <a:lnTo>
                    <a:pt x="9369806" y="2925445"/>
                  </a:lnTo>
                  <a:lnTo>
                    <a:pt x="9369806" y="2944495"/>
                  </a:lnTo>
                  <a:lnTo>
                    <a:pt x="9375140" y="2944495"/>
                  </a:lnTo>
                  <a:lnTo>
                    <a:pt x="9379331" y="2940227"/>
                  </a:lnTo>
                  <a:lnTo>
                    <a:pt x="9379331" y="2929712"/>
                  </a:lnTo>
                  <a:lnTo>
                    <a:pt x="9375140" y="2925445"/>
                  </a:lnTo>
                  <a:close/>
                </a:path>
                <a:path w="10424160" h="2944495">
                  <a:moveTo>
                    <a:pt x="9331706" y="2925445"/>
                  </a:moveTo>
                  <a:lnTo>
                    <a:pt x="9326372" y="2925445"/>
                  </a:lnTo>
                  <a:lnTo>
                    <a:pt x="9322181" y="2929712"/>
                  </a:lnTo>
                  <a:lnTo>
                    <a:pt x="9322181" y="2940227"/>
                  </a:lnTo>
                  <a:lnTo>
                    <a:pt x="9326372" y="2944495"/>
                  </a:lnTo>
                  <a:lnTo>
                    <a:pt x="9331706" y="2944495"/>
                  </a:lnTo>
                  <a:lnTo>
                    <a:pt x="9331706" y="2925445"/>
                  </a:lnTo>
                  <a:close/>
                </a:path>
                <a:path w="10424160" h="2944495">
                  <a:moveTo>
                    <a:pt x="9336913" y="2925445"/>
                  </a:moveTo>
                  <a:lnTo>
                    <a:pt x="9331706" y="2925445"/>
                  </a:lnTo>
                  <a:lnTo>
                    <a:pt x="9331706" y="2944495"/>
                  </a:lnTo>
                  <a:lnTo>
                    <a:pt x="9336913" y="2944495"/>
                  </a:lnTo>
                  <a:lnTo>
                    <a:pt x="9341231" y="2940227"/>
                  </a:lnTo>
                  <a:lnTo>
                    <a:pt x="9341231" y="2929712"/>
                  </a:lnTo>
                  <a:lnTo>
                    <a:pt x="9336913" y="2925445"/>
                  </a:lnTo>
                  <a:close/>
                </a:path>
                <a:path w="10424160" h="2944495">
                  <a:moveTo>
                    <a:pt x="9293606" y="2925445"/>
                  </a:moveTo>
                  <a:lnTo>
                    <a:pt x="9288272" y="2925445"/>
                  </a:lnTo>
                  <a:lnTo>
                    <a:pt x="9284081" y="2929712"/>
                  </a:lnTo>
                  <a:lnTo>
                    <a:pt x="9284081" y="2940227"/>
                  </a:lnTo>
                  <a:lnTo>
                    <a:pt x="9288272" y="2944495"/>
                  </a:lnTo>
                  <a:lnTo>
                    <a:pt x="9293606" y="2944495"/>
                  </a:lnTo>
                  <a:lnTo>
                    <a:pt x="9293606" y="2925445"/>
                  </a:lnTo>
                  <a:close/>
                </a:path>
                <a:path w="10424160" h="2944495">
                  <a:moveTo>
                    <a:pt x="9298813" y="2925445"/>
                  </a:moveTo>
                  <a:lnTo>
                    <a:pt x="9293606" y="2925445"/>
                  </a:lnTo>
                  <a:lnTo>
                    <a:pt x="9293606" y="2944495"/>
                  </a:lnTo>
                  <a:lnTo>
                    <a:pt x="9298813" y="2944495"/>
                  </a:lnTo>
                  <a:lnTo>
                    <a:pt x="9303131" y="2940227"/>
                  </a:lnTo>
                  <a:lnTo>
                    <a:pt x="9303131" y="2929712"/>
                  </a:lnTo>
                  <a:lnTo>
                    <a:pt x="9298813" y="2925445"/>
                  </a:lnTo>
                  <a:close/>
                </a:path>
                <a:path w="10424160" h="2944495">
                  <a:moveTo>
                    <a:pt x="9255506" y="2925445"/>
                  </a:moveTo>
                  <a:lnTo>
                    <a:pt x="9250172" y="2925445"/>
                  </a:lnTo>
                  <a:lnTo>
                    <a:pt x="9245981" y="2929712"/>
                  </a:lnTo>
                  <a:lnTo>
                    <a:pt x="9245981" y="2940227"/>
                  </a:lnTo>
                  <a:lnTo>
                    <a:pt x="9250172" y="2944495"/>
                  </a:lnTo>
                  <a:lnTo>
                    <a:pt x="9255506" y="2944495"/>
                  </a:lnTo>
                  <a:lnTo>
                    <a:pt x="9255506" y="2925445"/>
                  </a:lnTo>
                  <a:close/>
                </a:path>
                <a:path w="10424160" h="2944495">
                  <a:moveTo>
                    <a:pt x="9260713" y="2925445"/>
                  </a:moveTo>
                  <a:lnTo>
                    <a:pt x="9255506" y="2925445"/>
                  </a:lnTo>
                  <a:lnTo>
                    <a:pt x="9255506" y="2944495"/>
                  </a:lnTo>
                  <a:lnTo>
                    <a:pt x="9260713" y="2944495"/>
                  </a:lnTo>
                  <a:lnTo>
                    <a:pt x="9265031" y="2940227"/>
                  </a:lnTo>
                  <a:lnTo>
                    <a:pt x="9265031" y="2929712"/>
                  </a:lnTo>
                  <a:lnTo>
                    <a:pt x="9260713" y="2925445"/>
                  </a:lnTo>
                  <a:close/>
                </a:path>
                <a:path w="10424160" h="2944495">
                  <a:moveTo>
                    <a:pt x="9217279" y="2925445"/>
                  </a:moveTo>
                  <a:lnTo>
                    <a:pt x="9212072" y="2925445"/>
                  </a:lnTo>
                  <a:lnTo>
                    <a:pt x="9207754" y="2929712"/>
                  </a:lnTo>
                  <a:lnTo>
                    <a:pt x="9207754" y="2940227"/>
                  </a:lnTo>
                  <a:lnTo>
                    <a:pt x="9212072" y="2944495"/>
                  </a:lnTo>
                  <a:lnTo>
                    <a:pt x="9217279" y="2944495"/>
                  </a:lnTo>
                  <a:lnTo>
                    <a:pt x="9217279" y="2925445"/>
                  </a:lnTo>
                  <a:close/>
                </a:path>
                <a:path w="10424160" h="2944495">
                  <a:moveTo>
                    <a:pt x="9222613" y="2925445"/>
                  </a:moveTo>
                  <a:lnTo>
                    <a:pt x="9217406" y="2925445"/>
                  </a:lnTo>
                  <a:lnTo>
                    <a:pt x="9217406" y="2944495"/>
                  </a:lnTo>
                  <a:lnTo>
                    <a:pt x="9222613" y="2944495"/>
                  </a:lnTo>
                  <a:lnTo>
                    <a:pt x="9226931" y="2940227"/>
                  </a:lnTo>
                  <a:lnTo>
                    <a:pt x="9226931" y="2929712"/>
                  </a:lnTo>
                  <a:lnTo>
                    <a:pt x="9222613" y="2925445"/>
                  </a:lnTo>
                  <a:close/>
                </a:path>
                <a:path w="10424160" h="2944495">
                  <a:moveTo>
                    <a:pt x="9179179" y="2925445"/>
                  </a:moveTo>
                  <a:lnTo>
                    <a:pt x="9173972" y="2925445"/>
                  </a:lnTo>
                  <a:lnTo>
                    <a:pt x="9169654" y="2929712"/>
                  </a:lnTo>
                  <a:lnTo>
                    <a:pt x="9169654" y="2940227"/>
                  </a:lnTo>
                  <a:lnTo>
                    <a:pt x="9173972" y="2944495"/>
                  </a:lnTo>
                  <a:lnTo>
                    <a:pt x="9179179" y="2944495"/>
                  </a:lnTo>
                  <a:lnTo>
                    <a:pt x="9179179" y="2925445"/>
                  </a:lnTo>
                  <a:close/>
                </a:path>
                <a:path w="10424160" h="2944495">
                  <a:moveTo>
                    <a:pt x="9184513" y="2925445"/>
                  </a:moveTo>
                  <a:lnTo>
                    <a:pt x="9179179" y="2925445"/>
                  </a:lnTo>
                  <a:lnTo>
                    <a:pt x="9179179" y="2944495"/>
                  </a:lnTo>
                  <a:lnTo>
                    <a:pt x="9184513" y="2944495"/>
                  </a:lnTo>
                  <a:lnTo>
                    <a:pt x="9188704" y="2940227"/>
                  </a:lnTo>
                  <a:lnTo>
                    <a:pt x="9188704" y="2929712"/>
                  </a:lnTo>
                  <a:lnTo>
                    <a:pt x="9184513" y="2925445"/>
                  </a:lnTo>
                  <a:close/>
                </a:path>
                <a:path w="10424160" h="2944495">
                  <a:moveTo>
                    <a:pt x="9141079" y="2925445"/>
                  </a:moveTo>
                  <a:lnTo>
                    <a:pt x="9135872" y="2925445"/>
                  </a:lnTo>
                  <a:lnTo>
                    <a:pt x="9131554" y="2929712"/>
                  </a:lnTo>
                  <a:lnTo>
                    <a:pt x="9131554" y="2940227"/>
                  </a:lnTo>
                  <a:lnTo>
                    <a:pt x="9135872" y="2944495"/>
                  </a:lnTo>
                  <a:lnTo>
                    <a:pt x="9141079" y="2944495"/>
                  </a:lnTo>
                  <a:lnTo>
                    <a:pt x="9141079" y="2925445"/>
                  </a:lnTo>
                  <a:close/>
                </a:path>
                <a:path w="10424160" h="2944495">
                  <a:moveTo>
                    <a:pt x="9146413" y="2925445"/>
                  </a:moveTo>
                  <a:lnTo>
                    <a:pt x="9141079" y="2925445"/>
                  </a:lnTo>
                  <a:lnTo>
                    <a:pt x="9141079" y="2944495"/>
                  </a:lnTo>
                  <a:lnTo>
                    <a:pt x="9146413" y="2944495"/>
                  </a:lnTo>
                  <a:lnTo>
                    <a:pt x="9150604" y="2940227"/>
                  </a:lnTo>
                  <a:lnTo>
                    <a:pt x="9150604" y="2929712"/>
                  </a:lnTo>
                  <a:lnTo>
                    <a:pt x="9146413" y="2925445"/>
                  </a:lnTo>
                  <a:close/>
                </a:path>
                <a:path w="10424160" h="2944495">
                  <a:moveTo>
                    <a:pt x="9102979" y="2925445"/>
                  </a:moveTo>
                  <a:lnTo>
                    <a:pt x="9097772" y="2925445"/>
                  </a:lnTo>
                  <a:lnTo>
                    <a:pt x="9093454" y="2929712"/>
                  </a:lnTo>
                  <a:lnTo>
                    <a:pt x="9093454" y="2940227"/>
                  </a:lnTo>
                  <a:lnTo>
                    <a:pt x="9097772" y="2944495"/>
                  </a:lnTo>
                  <a:lnTo>
                    <a:pt x="9102979" y="2944495"/>
                  </a:lnTo>
                  <a:lnTo>
                    <a:pt x="9102979" y="2925445"/>
                  </a:lnTo>
                  <a:close/>
                </a:path>
                <a:path w="10424160" h="2944495">
                  <a:moveTo>
                    <a:pt x="9108313" y="2925445"/>
                  </a:moveTo>
                  <a:lnTo>
                    <a:pt x="9102979" y="2925445"/>
                  </a:lnTo>
                  <a:lnTo>
                    <a:pt x="9102979" y="2944495"/>
                  </a:lnTo>
                  <a:lnTo>
                    <a:pt x="9108313" y="2944495"/>
                  </a:lnTo>
                  <a:lnTo>
                    <a:pt x="9112504" y="2940227"/>
                  </a:lnTo>
                  <a:lnTo>
                    <a:pt x="9112504" y="2929712"/>
                  </a:lnTo>
                  <a:lnTo>
                    <a:pt x="9108313" y="2925445"/>
                  </a:lnTo>
                  <a:close/>
                </a:path>
                <a:path w="10424160" h="2944495">
                  <a:moveTo>
                    <a:pt x="9064879" y="2925445"/>
                  </a:moveTo>
                  <a:lnTo>
                    <a:pt x="9059544" y="2925445"/>
                  </a:lnTo>
                  <a:lnTo>
                    <a:pt x="9055354" y="2929712"/>
                  </a:lnTo>
                  <a:lnTo>
                    <a:pt x="9055354" y="2940227"/>
                  </a:lnTo>
                  <a:lnTo>
                    <a:pt x="9059544" y="2944495"/>
                  </a:lnTo>
                  <a:lnTo>
                    <a:pt x="9064879" y="2944495"/>
                  </a:lnTo>
                  <a:lnTo>
                    <a:pt x="9064879" y="2925445"/>
                  </a:lnTo>
                  <a:close/>
                </a:path>
                <a:path w="10424160" h="2944495">
                  <a:moveTo>
                    <a:pt x="9070086" y="2925445"/>
                  </a:moveTo>
                  <a:lnTo>
                    <a:pt x="9064879" y="2925445"/>
                  </a:lnTo>
                  <a:lnTo>
                    <a:pt x="9064879" y="2944495"/>
                  </a:lnTo>
                  <a:lnTo>
                    <a:pt x="9070086" y="2944495"/>
                  </a:lnTo>
                  <a:lnTo>
                    <a:pt x="9074404" y="2940227"/>
                  </a:lnTo>
                  <a:lnTo>
                    <a:pt x="9074404" y="2929712"/>
                  </a:lnTo>
                  <a:lnTo>
                    <a:pt x="9070086" y="2925445"/>
                  </a:lnTo>
                  <a:close/>
                </a:path>
                <a:path w="10424160" h="2944495">
                  <a:moveTo>
                    <a:pt x="9026779" y="2925445"/>
                  </a:moveTo>
                  <a:lnTo>
                    <a:pt x="9021444" y="2925445"/>
                  </a:lnTo>
                  <a:lnTo>
                    <a:pt x="9017254" y="2929712"/>
                  </a:lnTo>
                  <a:lnTo>
                    <a:pt x="9017254" y="2940227"/>
                  </a:lnTo>
                  <a:lnTo>
                    <a:pt x="9021444" y="2944495"/>
                  </a:lnTo>
                  <a:lnTo>
                    <a:pt x="9026779" y="2944495"/>
                  </a:lnTo>
                  <a:lnTo>
                    <a:pt x="9026779" y="2925445"/>
                  </a:lnTo>
                  <a:close/>
                </a:path>
                <a:path w="10424160" h="2944495">
                  <a:moveTo>
                    <a:pt x="9031986" y="2925445"/>
                  </a:moveTo>
                  <a:lnTo>
                    <a:pt x="9026779" y="2925445"/>
                  </a:lnTo>
                  <a:lnTo>
                    <a:pt x="9026779" y="2944495"/>
                  </a:lnTo>
                  <a:lnTo>
                    <a:pt x="9031986" y="2944495"/>
                  </a:lnTo>
                  <a:lnTo>
                    <a:pt x="9036304" y="2940227"/>
                  </a:lnTo>
                  <a:lnTo>
                    <a:pt x="9036304" y="2929712"/>
                  </a:lnTo>
                  <a:lnTo>
                    <a:pt x="9031986" y="2925445"/>
                  </a:lnTo>
                  <a:close/>
                </a:path>
                <a:path w="10424160" h="2944495">
                  <a:moveTo>
                    <a:pt x="8988552" y="2925445"/>
                  </a:moveTo>
                  <a:lnTo>
                    <a:pt x="8983344" y="2925445"/>
                  </a:lnTo>
                  <a:lnTo>
                    <a:pt x="8979027" y="2929712"/>
                  </a:lnTo>
                  <a:lnTo>
                    <a:pt x="8979027" y="2940227"/>
                  </a:lnTo>
                  <a:lnTo>
                    <a:pt x="8983344" y="2944495"/>
                  </a:lnTo>
                  <a:lnTo>
                    <a:pt x="8988552" y="2944495"/>
                  </a:lnTo>
                  <a:lnTo>
                    <a:pt x="8988552" y="2925445"/>
                  </a:lnTo>
                  <a:close/>
                </a:path>
                <a:path w="10424160" h="2944495">
                  <a:moveTo>
                    <a:pt x="8993886" y="2925445"/>
                  </a:moveTo>
                  <a:lnTo>
                    <a:pt x="8988679" y="2925445"/>
                  </a:lnTo>
                  <a:lnTo>
                    <a:pt x="8988679" y="2944495"/>
                  </a:lnTo>
                  <a:lnTo>
                    <a:pt x="8993886" y="2944495"/>
                  </a:lnTo>
                  <a:lnTo>
                    <a:pt x="8998204" y="2940227"/>
                  </a:lnTo>
                  <a:lnTo>
                    <a:pt x="8998204" y="2929712"/>
                  </a:lnTo>
                  <a:lnTo>
                    <a:pt x="8993886" y="2925445"/>
                  </a:lnTo>
                  <a:close/>
                </a:path>
                <a:path w="10424160" h="2944495">
                  <a:moveTo>
                    <a:pt x="8950452" y="2925445"/>
                  </a:moveTo>
                  <a:lnTo>
                    <a:pt x="8945244" y="2925445"/>
                  </a:lnTo>
                  <a:lnTo>
                    <a:pt x="8940927" y="2929712"/>
                  </a:lnTo>
                  <a:lnTo>
                    <a:pt x="8940927" y="2940227"/>
                  </a:lnTo>
                  <a:lnTo>
                    <a:pt x="8945244" y="2944495"/>
                  </a:lnTo>
                  <a:lnTo>
                    <a:pt x="8950452" y="2944495"/>
                  </a:lnTo>
                  <a:lnTo>
                    <a:pt x="8950452" y="2925445"/>
                  </a:lnTo>
                  <a:close/>
                </a:path>
                <a:path w="10424160" h="2944495">
                  <a:moveTo>
                    <a:pt x="8955786" y="2925445"/>
                  </a:moveTo>
                  <a:lnTo>
                    <a:pt x="8950452" y="2925445"/>
                  </a:lnTo>
                  <a:lnTo>
                    <a:pt x="8950452" y="2944495"/>
                  </a:lnTo>
                  <a:lnTo>
                    <a:pt x="8955786" y="2944495"/>
                  </a:lnTo>
                  <a:lnTo>
                    <a:pt x="8959977" y="2940227"/>
                  </a:lnTo>
                  <a:lnTo>
                    <a:pt x="8959977" y="2929712"/>
                  </a:lnTo>
                  <a:lnTo>
                    <a:pt x="8955786" y="2925445"/>
                  </a:lnTo>
                  <a:close/>
                </a:path>
                <a:path w="10424160" h="2944495">
                  <a:moveTo>
                    <a:pt x="8912352" y="2925445"/>
                  </a:moveTo>
                  <a:lnTo>
                    <a:pt x="8907144" y="2925445"/>
                  </a:lnTo>
                  <a:lnTo>
                    <a:pt x="8902827" y="2929712"/>
                  </a:lnTo>
                  <a:lnTo>
                    <a:pt x="8902827" y="2940227"/>
                  </a:lnTo>
                  <a:lnTo>
                    <a:pt x="8907144" y="2944495"/>
                  </a:lnTo>
                  <a:lnTo>
                    <a:pt x="8912352" y="2944495"/>
                  </a:lnTo>
                  <a:lnTo>
                    <a:pt x="8912352" y="2925445"/>
                  </a:lnTo>
                  <a:close/>
                </a:path>
                <a:path w="10424160" h="2944495">
                  <a:moveTo>
                    <a:pt x="8917686" y="2925445"/>
                  </a:moveTo>
                  <a:lnTo>
                    <a:pt x="8912352" y="2925445"/>
                  </a:lnTo>
                  <a:lnTo>
                    <a:pt x="8912352" y="2944495"/>
                  </a:lnTo>
                  <a:lnTo>
                    <a:pt x="8917686" y="2944495"/>
                  </a:lnTo>
                  <a:lnTo>
                    <a:pt x="8921877" y="2940227"/>
                  </a:lnTo>
                  <a:lnTo>
                    <a:pt x="8921877" y="2929712"/>
                  </a:lnTo>
                  <a:lnTo>
                    <a:pt x="8917686" y="2925445"/>
                  </a:lnTo>
                  <a:close/>
                </a:path>
                <a:path w="10424160" h="2944495">
                  <a:moveTo>
                    <a:pt x="8874252" y="2925445"/>
                  </a:moveTo>
                  <a:lnTo>
                    <a:pt x="8869044" y="2925445"/>
                  </a:lnTo>
                  <a:lnTo>
                    <a:pt x="8864727" y="2929712"/>
                  </a:lnTo>
                  <a:lnTo>
                    <a:pt x="8864727" y="2940227"/>
                  </a:lnTo>
                  <a:lnTo>
                    <a:pt x="8869044" y="2944495"/>
                  </a:lnTo>
                  <a:lnTo>
                    <a:pt x="8874252" y="2944495"/>
                  </a:lnTo>
                  <a:lnTo>
                    <a:pt x="8874252" y="2925445"/>
                  </a:lnTo>
                  <a:close/>
                </a:path>
                <a:path w="10424160" h="2944495">
                  <a:moveTo>
                    <a:pt x="8879586" y="2925445"/>
                  </a:moveTo>
                  <a:lnTo>
                    <a:pt x="8874252" y="2925445"/>
                  </a:lnTo>
                  <a:lnTo>
                    <a:pt x="8874252" y="2944495"/>
                  </a:lnTo>
                  <a:lnTo>
                    <a:pt x="8879586" y="2944495"/>
                  </a:lnTo>
                  <a:lnTo>
                    <a:pt x="8883777" y="2940227"/>
                  </a:lnTo>
                  <a:lnTo>
                    <a:pt x="8883777" y="2929712"/>
                  </a:lnTo>
                  <a:lnTo>
                    <a:pt x="8879586" y="2925445"/>
                  </a:lnTo>
                  <a:close/>
                </a:path>
                <a:path w="10424160" h="2944495">
                  <a:moveTo>
                    <a:pt x="8836152" y="2925445"/>
                  </a:moveTo>
                  <a:lnTo>
                    <a:pt x="8830817" y="2925445"/>
                  </a:lnTo>
                  <a:lnTo>
                    <a:pt x="8826627" y="2929712"/>
                  </a:lnTo>
                  <a:lnTo>
                    <a:pt x="8826627" y="2940227"/>
                  </a:lnTo>
                  <a:lnTo>
                    <a:pt x="8830817" y="2944495"/>
                  </a:lnTo>
                  <a:lnTo>
                    <a:pt x="8836152" y="2944495"/>
                  </a:lnTo>
                  <a:lnTo>
                    <a:pt x="8836152" y="2925445"/>
                  </a:lnTo>
                  <a:close/>
                </a:path>
                <a:path w="10424160" h="2944495">
                  <a:moveTo>
                    <a:pt x="8841359" y="2925445"/>
                  </a:moveTo>
                  <a:lnTo>
                    <a:pt x="8836152" y="2925445"/>
                  </a:lnTo>
                  <a:lnTo>
                    <a:pt x="8836152" y="2944495"/>
                  </a:lnTo>
                  <a:lnTo>
                    <a:pt x="8841359" y="2944495"/>
                  </a:lnTo>
                  <a:lnTo>
                    <a:pt x="8845677" y="2940227"/>
                  </a:lnTo>
                  <a:lnTo>
                    <a:pt x="8845677" y="2929712"/>
                  </a:lnTo>
                  <a:lnTo>
                    <a:pt x="8841359" y="2925445"/>
                  </a:lnTo>
                  <a:close/>
                </a:path>
                <a:path w="10424160" h="2944495">
                  <a:moveTo>
                    <a:pt x="8798052" y="2925445"/>
                  </a:moveTo>
                  <a:lnTo>
                    <a:pt x="8792717" y="2925445"/>
                  </a:lnTo>
                  <a:lnTo>
                    <a:pt x="8788527" y="2929712"/>
                  </a:lnTo>
                  <a:lnTo>
                    <a:pt x="8788527" y="2940227"/>
                  </a:lnTo>
                  <a:lnTo>
                    <a:pt x="8792717" y="2944495"/>
                  </a:lnTo>
                  <a:lnTo>
                    <a:pt x="8798052" y="2944495"/>
                  </a:lnTo>
                  <a:lnTo>
                    <a:pt x="8798052" y="2925445"/>
                  </a:lnTo>
                  <a:close/>
                </a:path>
                <a:path w="10424160" h="2944495">
                  <a:moveTo>
                    <a:pt x="8803259" y="2925445"/>
                  </a:moveTo>
                  <a:lnTo>
                    <a:pt x="8798052" y="2925445"/>
                  </a:lnTo>
                  <a:lnTo>
                    <a:pt x="8798052" y="2944495"/>
                  </a:lnTo>
                  <a:lnTo>
                    <a:pt x="8803259" y="2944495"/>
                  </a:lnTo>
                  <a:lnTo>
                    <a:pt x="8807577" y="2940227"/>
                  </a:lnTo>
                  <a:lnTo>
                    <a:pt x="8807577" y="2929712"/>
                  </a:lnTo>
                  <a:lnTo>
                    <a:pt x="8803259" y="2925445"/>
                  </a:lnTo>
                  <a:close/>
                </a:path>
                <a:path w="10424160" h="2944495">
                  <a:moveTo>
                    <a:pt x="8759952" y="2925445"/>
                  </a:moveTo>
                  <a:lnTo>
                    <a:pt x="8754617" y="2925445"/>
                  </a:lnTo>
                  <a:lnTo>
                    <a:pt x="8750427" y="2929712"/>
                  </a:lnTo>
                  <a:lnTo>
                    <a:pt x="8750427" y="2940227"/>
                  </a:lnTo>
                  <a:lnTo>
                    <a:pt x="8754617" y="2944495"/>
                  </a:lnTo>
                  <a:lnTo>
                    <a:pt x="8759952" y="2944495"/>
                  </a:lnTo>
                  <a:lnTo>
                    <a:pt x="8759952" y="2925445"/>
                  </a:lnTo>
                  <a:close/>
                </a:path>
                <a:path w="10424160" h="2944495">
                  <a:moveTo>
                    <a:pt x="8765159" y="2925445"/>
                  </a:moveTo>
                  <a:lnTo>
                    <a:pt x="8759952" y="2925445"/>
                  </a:lnTo>
                  <a:lnTo>
                    <a:pt x="8759952" y="2944495"/>
                  </a:lnTo>
                  <a:lnTo>
                    <a:pt x="8765159" y="2944495"/>
                  </a:lnTo>
                  <a:lnTo>
                    <a:pt x="8769477" y="2940227"/>
                  </a:lnTo>
                  <a:lnTo>
                    <a:pt x="8769477" y="2929712"/>
                  </a:lnTo>
                  <a:lnTo>
                    <a:pt x="8765159" y="2925445"/>
                  </a:lnTo>
                  <a:close/>
                </a:path>
                <a:path w="10424160" h="2944495">
                  <a:moveTo>
                    <a:pt x="8721725" y="2925445"/>
                  </a:moveTo>
                  <a:lnTo>
                    <a:pt x="8716517" y="2925445"/>
                  </a:lnTo>
                  <a:lnTo>
                    <a:pt x="8712200" y="2929712"/>
                  </a:lnTo>
                  <a:lnTo>
                    <a:pt x="8712200" y="2940227"/>
                  </a:lnTo>
                  <a:lnTo>
                    <a:pt x="8716517" y="2944495"/>
                  </a:lnTo>
                  <a:lnTo>
                    <a:pt x="8721725" y="2944495"/>
                  </a:lnTo>
                  <a:lnTo>
                    <a:pt x="8721725" y="2925445"/>
                  </a:lnTo>
                  <a:close/>
                </a:path>
                <a:path w="10424160" h="2944495">
                  <a:moveTo>
                    <a:pt x="8727059" y="2925445"/>
                  </a:moveTo>
                  <a:lnTo>
                    <a:pt x="8721852" y="2925445"/>
                  </a:lnTo>
                  <a:lnTo>
                    <a:pt x="8721852" y="2944495"/>
                  </a:lnTo>
                  <a:lnTo>
                    <a:pt x="8727059" y="2944495"/>
                  </a:lnTo>
                  <a:lnTo>
                    <a:pt x="8731377" y="2940227"/>
                  </a:lnTo>
                  <a:lnTo>
                    <a:pt x="8731377" y="2929712"/>
                  </a:lnTo>
                  <a:lnTo>
                    <a:pt x="8727059" y="2925445"/>
                  </a:lnTo>
                  <a:close/>
                </a:path>
                <a:path w="10424160" h="2944495">
                  <a:moveTo>
                    <a:pt x="8683625" y="2925445"/>
                  </a:moveTo>
                  <a:lnTo>
                    <a:pt x="8678417" y="2925445"/>
                  </a:lnTo>
                  <a:lnTo>
                    <a:pt x="8674100" y="2929712"/>
                  </a:lnTo>
                  <a:lnTo>
                    <a:pt x="8674100" y="2940227"/>
                  </a:lnTo>
                  <a:lnTo>
                    <a:pt x="8678417" y="2944495"/>
                  </a:lnTo>
                  <a:lnTo>
                    <a:pt x="8683625" y="2944495"/>
                  </a:lnTo>
                  <a:lnTo>
                    <a:pt x="8683625" y="2925445"/>
                  </a:lnTo>
                  <a:close/>
                </a:path>
                <a:path w="10424160" h="2944495">
                  <a:moveTo>
                    <a:pt x="8688959" y="2925445"/>
                  </a:moveTo>
                  <a:lnTo>
                    <a:pt x="8683625" y="2925445"/>
                  </a:lnTo>
                  <a:lnTo>
                    <a:pt x="8683625" y="2944495"/>
                  </a:lnTo>
                  <a:lnTo>
                    <a:pt x="8688959" y="2944495"/>
                  </a:lnTo>
                  <a:lnTo>
                    <a:pt x="8693150" y="2940227"/>
                  </a:lnTo>
                  <a:lnTo>
                    <a:pt x="8693150" y="2929712"/>
                  </a:lnTo>
                  <a:lnTo>
                    <a:pt x="8688959" y="2925445"/>
                  </a:lnTo>
                  <a:close/>
                </a:path>
                <a:path w="10424160" h="2944495">
                  <a:moveTo>
                    <a:pt x="8645525" y="2925445"/>
                  </a:moveTo>
                  <a:lnTo>
                    <a:pt x="8640317" y="2925445"/>
                  </a:lnTo>
                  <a:lnTo>
                    <a:pt x="8636000" y="2929712"/>
                  </a:lnTo>
                  <a:lnTo>
                    <a:pt x="8636000" y="2940227"/>
                  </a:lnTo>
                  <a:lnTo>
                    <a:pt x="8640317" y="2944495"/>
                  </a:lnTo>
                  <a:lnTo>
                    <a:pt x="8645525" y="2944495"/>
                  </a:lnTo>
                  <a:lnTo>
                    <a:pt x="8645525" y="2925445"/>
                  </a:lnTo>
                  <a:close/>
                </a:path>
                <a:path w="10424160" h="2944495">
                  <a:moveTo>
                    <a:pt x="8650859" y="2925445"/>
                  </a:moveTo>
                  <a:lnTo>
                    <a:pt x="8645525" y="2925445"/>
                  </a:lnTo>
                  <a:lnTo>
                    <a:pt x="8645525" y="2944495"/>
                  </a:lnTo>
                  <a:lnTo>
                    <a:pt x="8650859" y="2944495"/>
                  </a:lnTo>
                  <a:lnTo>
                    <a:pt x="8655050" y="2940227"/>
                  </a:lnTo>
                  <a:lnTo>
                    <a:pt x="8655050" y="2929712"/>
                  </a:lnTo>
                  <a:lnTo>
                    <a:pt x="8650859" y="2925445"/>
                  </a:lnTo>
                  <a:close/>
                </a:path>
                <a:path w="10424160" h="2944495">
                  <a:moveTo>
                    <a:pt x="8607425" y="2925445"/>
                  </a:moveTo>
                  <a:lnTo>
                    <a:pt x="8602091" y="2925445"/>
                  </a:lnTo>
                  <a:lnTo>
                    <a:pt x="8597900" y="2929712"/>
                  </a:lnTo>
                  <a:lnTo>
                    <a:pt x="8597900" y="2940227"/>
                  </a:lnTo>
                  <a:lnTo>
                    <a:pt x="8602091" y="2944495"/>
                  </a:lnTo>
                  <a:lnTo>
                    <a:pt x="8607425" y="2944495"/>
                  </a:lnTo>
                  <a:lnTo>
                    <a:pt x="8607425" y="2925445"/>
                  </a:lnTo>
                  <a:close/>
                </a:path>
                <a:path w="10424160" h="2944495">
                  <a:moveTo>
                    <a:pt x="8612632" y="2925445"/>
                  </a:moveTo>
                  <a:lnTo>
                    <a:pt x="8607425" y="2925445"/>
                  </a:lnTo>
                  <a:lnTo>
                    <a:pt x="8607425" y="2944495"/>
                  </a:lnTo>
                  <a:lnTo>
                    <a:pt x="8612632" y="2944495"/>
                  </a:lnTo>
                  <a:lnTo>
                    <a:pt x="8616950" y="2940227"/>
                  </a:lnTo>
                  <a:lnTo>
                    <a:pt x="8616950" y="2929712"/>
                  </a:lnTo>
                  <a:lnTo>
                    <a:pt x="8612632" y="2925445"/>
                  </a:lnTo>
                  <a:close/>
                </a:path>
                <a:path w="10424160" h="2944495">
                  <a:moveTo>
                    <a:pt x="8569325" y="2925445"/>
                  </a:moveTo>
                  <a:lnTo>
                    <a:pt x="8563991" y="2925445"/>
                  </a:lnTo>
                  <a:lnTo>
                    <a:pt x="8559800" y="2929712"/>
                  </a:lnTo>
                  <a:lnTo>
                    <a:pt x="8559800" y="2940227"/>
                  </a:lnTo>
                  <a:lnTo>
                    <a:pt x="8563991" y="2944495"/>
                  </a:lnTo>
                  <a:lnTo>
                    <a:pt x="8569325" y="2944495"/>
                  </a:lnTo>
                  <a:lnTo>
                    <a:pt x="8569325" y="2925445"/>
                  </a:lnTo>
                  <a:close/>
                </a:path>
                <a:path w="10424160" h="2944495">
                  <a:moveTo>
                    <a:pt x="8574532" y="2925445"/>
                  </a:moveTo>
                  <a:lnTo>
                    <a:pt x="8569325" y="2925445"/>
                  </a:lnTo>
                  <a:lnTo>
                    <a:pt x="8569325" y="2944495"/>
                  </a:lnTo>
                  <a:lnTo>
                    <a:pt x="8574532" y="2944495"/>
                  </a:lnTo>
                  <a:lnTo>
                    <a:pt x="8578850" y="2940227"/>
                  </a:lnTo>
                  <a:lnTo>
                    <a:pt x="8578850" y="2929712"/>
                  </a:lnTo>
                  <a:lnTo>
                    <a:pt x="8574532" y="2925445"/>
                  </a:lnTo>
                  <a:close/>
                </a:path>
                <a:path w="10424160" h="2944495">
                  <a:moveTo>
                    <a:pt x="8531225" y="2925445"/>
                  </a:moveTo>
                  <a:lnTo>
                    <a:pt x="8525891" y="2925445"/>
                  </a:lnTo>
                  <a:lnTo>
                    <a:pt x="8521700" y="2929712"/>
                  </a:lnTo>
                  <a:lnTo>
                    <a:pt x="8521700" y="2940227"/>
                  </a:lnTo>
                  <a:lnTo>
                    <a:pt x="8525891" y="2944495"/>
                  </a:lnTo>
                  <a:lnTo>
                    <a:pt x="8531225" y="2944495"/>
                  </a:lnTo>
                  <a:lnTo>
                    <a:pt x="8531225" y="2925445"/>
                  </a:lnTo>
                  <a:close/>
                </a:path>
                <a:path w="10424160" h="2944495">
                  <a:moveTo>
                    <a:pt x="8536432" y="2925445"/>
                  </a:moveTo>
                  <a:lnTo>
                    <a:pt x="8531225" y="2925445"/>
                  </a:lnTo>
                  <a:lnTo>
                    <a:pt x="8531225" y="2944495"/>
                  </a:lnTo>
                  <a:lnTo>
                    <a:pt x="8536432" y="2944495"/>
                  </a:lnTo>
                  <a:lnTo>
                    <a:pt x="8540750" y="2940227"/>
                  </a:lnTo>
                  <a:lnTo>
                    <a:pt x="8540750" y="2929712"/>
                  </a:lnTo>
                  <a:lnTo>
                    <a:pt x="8536432" y="2925445"/>
                  </a:lnTo>
                  <a:close/>
                </a:path>
                <a:path w="10424160" h="2944495">
                  <a:moveTo>
                    <a:pt x="8492998" y="2925445"/>
                  </a:moveTo>
                  <a:lnTo>
                    <a:pt x="8487791" y="2925445"/>
                  </a:lnTo>
                  <a:lnTo>
                    <a:pt x="8483473" y="2929712"/>
                  </a:lnTo>
                  <a:lnTo>
                    <a:pt x="8483473" y="2940227"/>
                  </a:lnTo>
                  <a:lnTo>
                    <a:pt x="8487791" y="2944495"/>
                  </a:lnTo>
                  <a:lnTo>
                    <a:pt x="8492998" y="2944495"/>
                  </a:lnTo>
                  <a:lnTo>
                    <a:pt x="8492998" y="2925445"/>
                  </a:lnTo>
                  <a:close/>
                </a:path>
                <a:path w="10424160" h="2944495">
                  <a:moveTo>
                    <a:pt x="8498332" y="2925445"/>
                  </a:moveTo>
                  <a:lnTo>
                    <a:pt x="8493125" y="2925445"/>
                  </a:lnTo>
                  <a:lnTo>
                    <a:pt x="8493125" y="2944495"/>
                  </a:lnTo>
                  <a:lnTo>
                    <a:pt x="8498332" y="2944495"/>
                  </a:lnTo>
                  <a:lnTo>
                    <a:pt x="8502650" y="2940227"/>
                  </a:lnTo>
                  <a:lnTo>
                    <a:pt x="8502650" y="2929712"/>
                  </a:lnTo>
                  <a:lnTo>
                    <a:pt x="8498332" y="2925445"/>
                  </a:lnTo>
                  <a:close/>
                </a:path>
                <a:path w="10424160" h="2944495">
                  <a:moveTo>
                    <a:pt x="8454898" y="2925445"/>
                  </a:moveTo>
                  <a:lnTo>
                    <a:pt x="8449691" y="2925445"/>
                  </a:lnTo>
                  <a:lnTo>
                    <a:pt x="8445373" y="2929712"/>
                  </a:lnTo>
                  <a:lnTo>
                    <a:pt x="8445373" y="2940227"/>
                  </a:lnTo>
                  <a:lnTo>
                    <a:pt x="8449691" y="2944495"/>
                  </a:lnTo>
                  <a:lnTo>
                    <a:pt x="8454898" y="2944495"/>
                  </a:lnTo>
                  <a:lnTo>
                    <a:pt x="8454898" y="2925445"/>
                  </a:lnTo>
                  <a:close/>
                </a:path>
                <a:path w="10424160" h="2944495">
                  <a:moveTo>
                    <a:pt x="8460232" y="2925445"/>
                  </a:moveTo>
                  <a:lnTo>
                    <a:pt x="8454898" y="2925445"/>
                  </a:lnTo>
                  <a:lnTo>
                    <a:pt x="8454898" y="2944495"/>
                  </a:lnTo>
                  <a:lnTo>
                    <a:pt x="8460232" y="2944495"/>
                  </a:lnTo>
                  <a:lnTo>
                    <a:pt x="8464423" y="2940227"/>
                  </a:lnTo>
                  <a:lnTo>
                    <a:pt x="8464423" y="2929712"/>
                  </a:lnTo>
                  <a:lnTo>
                    <a:pt x="8460232" y="2925445"/>
                  </a:lnTo>
                  <a:close/>
                </a:path>
                <a:path w="10424160" h="2944495">
                  <a:moveTo>
                    <a:pt x="8416798" y="2925445"/>
                  </a:moveTo>
                  <a:lnTo>
                    <a:pt x="8411591" y="2925445"/>
                  </a:lnTo>
                  <a:lnTo>
                    <a:pt x="8407273" y="2929712"/>
                  </a:lnTo>
                  <a:lnTo>
                    <a:pt x="8407273" y="2940227"/>
                  </a:lnTo>
                  <a:lnTo>
                    <a:pt x="8411591" y="2944495"/>
                  </a:lnTo>
                  <a:lnTo>
                    <a:pt x="8416798" y="2944495"/>
                  </a:lnTo>
                  <a:lnTo>
                    <a:pt x="8416798" y="2925445"/>
                  </a:lnTo>
                  <a:close/>
                </a:path>
                <a:path w="10424160" h="2944495">
                  <a:moveTo>
                    <a:pt x="8422132" y="2925445"/>
                  </a:moveTo>
                  <a:lnTo>
                    <a:pt x="8416798" y="2925445"/>
                  </a:lnTo>
                  <a:lnTo>
                    <a:pt x="8416798" y="2944495"/>
                  </a:lnTo>
                  <a:lnTo>
                    <a:pt x="8422132" y="2944495"/>
                  </a:lnTo>
                  <a:lnTo>
                    <a:pt x="8426323" y="2940227"/>
                  </a:lnTo>
                  <a:lnTo>
                    <a:pt x="8426323" y="2929712"/>
                  </a:lnTo>
                  <a:lnTo>
                    <a:pt x="8422132" y="2925445"/>
                  </a:lnTo>
                  <a:close/>
                </a:path>
                <a:path w="10424160" h="2944495">
                  <a:moveTo>
                    <a:pt x="8378698" y="2925445"/>
                  </a:moveTo>
                  <a:lnTo>
                    <a:pt x="8373490" y="2925445"/>
                  </a:lnTo>
                  <a:lnTo>
                    <a:pt x="8369173" y="2929712"/>
                  </a:lnTo>
                  <a:lnTo>
                    <a:pt x="8369173" y="2940227"/>
                  </a:lnTo>
                  <a:lnTo>
                    <a:pt x="8373490" y="2944495"/>
                  </a:lnTo>
                  <a:lnTo>
                    <a:pt x="8378698" y="2944495"/>
                  </a:lnTo>
                  <a:lnTo>
                    <a:pt x="8378698" y="2925445"/>
                  </a:lnTo>
                  <a:close/>
                </a:path>
                <a:path w="10424160" h="2944495">
                  <a:moveTo>
                    <a:pt x="8384032" y="2925445"/>
                  </a:moveTo>
                  <a:lnTo>
                    <a:pt x="8378698" y="2925445"/>
                  </a:lnTo>
                  <a:lnTo>
                    <a:pt x="8378698" y="2944495"/>
                  </a:lnTo>
                  <a:lnTo>
                    <a:pt x="8384032" y="2944495"/>
                  </a:lnTo>
                  <a:lnTo>
                    <a:pt x="8388223" y="2940227"/>
                  </a:lnTo>
                  <a:lnTo>
                    <a:pt x="8388223" y="2929712"/>
                  </a:lnTo>
                  <a:lnTo>
                    <a:pt x="8384032" y="2925445"/>
                  </a:lnTo>
                  <a:close/>
                </a:path>
                <a:path w="10424160" h="2944495">
                  <a:moveTo>
                    <a:pt x="8340598" y="2925445"/>
                  </a:moveTo>
                  <a:lnTo>
                    <a:pt x="8335263" y="2925445"/>
                  </a:lnTo>
                  <a:lnTo>
                    <a:pt x="8331073" y="2929712"/>
                  </a:lnTo>
                  <a:lnTo>
                    <a:pt x="8331073" y="2940227"/>
                  </a:lnTo>
                  <a:lnTo>
                    <a:pt x="8335263" y="2944495"/>
                  </a:lnTo>
                  <a:lnTo>
                    <a:pt x="8340598" y="2944495"/>
                  </a:lnTo>
                  <a:lnTo>
                    <a:pt x="8340598" y="2925445"/>
                  </a:lnTo>
                  <a:close/>
                </a:path>
                <a:path w="10424160" h="2944495">
                  <a:moveTo>
                    <a:pt x="8345805" y="2925445"/>
                  </a:moveTo>
                  <a:lnTo>
                    <a:pt x="8340598" y="2925445"/>
                  </a:lnTo>
                  <a:lnTo>
                    <a:pt x="8340598" y="2944495"/>
                  </a:lnTo>
                  <a:lnTo>
                    <a:pt x="8345805" y="2944495"/>
                  </a:lnTo>
                  <a:lnTo>
                    <a:pt x="8350123" y="2940227"/>
                  </a:lnTo>
                  <a:lnTo>
                    <a:pt x="8350123" y="2929712"/>
                  </a:lnTo>
                  <a:lnTo>
                    <a:pt x="8345805" y="2925445"/>
                  </a:lnTo>
                  <a:close/>
                </a:path>
                <a:path w="10424160" h="2944495">
                  <a:moveTo>
                    <a:pt x="8302498" y="2925445"/>
                  </a:moveTo>
                  <a:lnTo>
                    <a:pt x="8297163" y="2925445"/>
                  </a:lnTo>
                  <a:lnTo>
                    <a:pt x="8292973" y="2929712"/>
                  </a:lnTo>
                  <a:lnTo>
                    <a:pt x="8292973" y="2940227"/>
                  </a:lnTo>
                  <a:lnTo>
                    <a:pt x="8297163" y="2944495"/>
                  </a:lnTo>
                  <a:lnTo>
                    <a:pt x="8302498" y="2944495"/>
                  </a:lnTo>
                  <a:lnTo>
                    <a:pt x="8302498" y="2925445"/>
                  </a:lnTo>
                  <a:close/>
                </a:path>
                <a:path w="10424160" h="2944495">
                  <a:moveTo>
                    <a:pt x="8307705" y="2925445"/>
                  </a:moveTo>
                  <a:lnTo>
                    <a:pt x="8302498" y="2925445"/>
                  </a:lnTo>
                  <a:lnTo>
                    <a:pt x="8302498" y="2944495"/>
                  </a:lnTo>
                  <a:lnTo>
                    <a:pt x="8307705" y="2944495"/>
                  </a:lnTo>
                  <a:lnTo>
                    <a:pt x="8312023" y="2940227"/>
                  </a:lnTo>
                  <a:lnTo>
                    <a:pt x="8312023" y="2929712"/>
                  </a:lnTo>
                  <a:lnTo>
                    <a:pt x="8307705" y="2925445"/>
                  </a:lnTo>
                  <a:close/>
                </a:path>
                <a:path w="10424160" h="2944495">
                  <a:moveTo>
                    <a:pt x="8264271" y="2925445"/>
                  </a:moveTo>
                  <a:lnTo>
                    <a:pt x="8259063" y="2925445"/>
                  </a:lnTo>
                  <a:lnTo>
                    <a:pt x="8254746" y="2929712"/>
                  </a:lnTo>
                  <a:lnTo>
                    <a:pt x="8254746" y="2940227"/>
                  </a:lnTo>
                  <a:lnTo>
                    <a:pt x="8259063" y="2944495"/>
                  </a:lnTo>
                  <a:lnTo>
                    <a:pt x="8264271" y="2944495"/>
                  </a:lnTo>
                  <a:lnTo>
                    <a:pt x="8264271" y="2925445"/>
                  </a:lnTo>
                  <a:close/>
                </a:path>
                <a:path w="10424160" h="2944495">
                  <a:moveTo>
                    <a:pt x="8269605" y="2925445"/>
                  </a:moveTo>
                  <a:lnTo>
                    <a:pt x="8264398" y="2925445"/>
                  </a:lnTo>
                  <a:lnTo>
                    <a:pt x="8264398" y="2944495"/>
                  </a:lnTo>
                  <a:lnTo>
                    <a:pt x="8269605" y="2944495"/>
                  </a:lnTo>
                  <a:lnTo>
                    <a:pt x="8273923" y="2940227"/>
                  </a:lnTo>
                  <a:lnTo>
                    <a:pt x="8273923" y="2929712"/>
                  </a:lnTo>
                  <a:lnTo>
                    <a:pt x="8269605" y="2925445"/>
                  </a:lnTo>
                  <a:close/>
                </a:path>
                <a:path w="10424160" h="2944495">
                  <a:moveTo>
                    <a:pt x="8226171" y="2925445"/>
                  </a:moveTo>
                  <a:lnTo>
                    <a:pt x="8220963" y="2925445"/>
                  </a:lnTo>
                  <a:lnTo>
                    <a:pt x="8216646" y="2929712"/>
                  </a:lnTo>
                  <a:lnTo>
                    <a:pt x="8216646" y="2940227"/>
                  </a:lnTo>
                  <a:lnTo>
                    <a:pt x="8220963" y="2944495"/>
                  </a:lnTo>
                  <a:lnTo>
                    <a:pt x="8226171" y="2944495"/>
                  </a:lnTo>
                  <a:lnTo>
                    <a:pt x="8226171" y="2925445"/>
                  </a:lnTo>
                  <a:close/>
                </a:path>
                <a:path w="10424160" h="2944495">
                  <a:moveTo>
                    <a:pt x="8231505" y="2925445"/>
                  </a:moveTo>
                  <a:lnTo>
                    <a:pt x="8226171" y="2925445"/>
                  </a:lnTo>
                  <a:lnTo>
                    <a:pt x="8226171" y="2944495"/>
                  </a:lnTo>
                  <a:lnTo>
                    <a:pt x="8231505" y="2944495"/>
                  </a:lnTo>
                  <a:lnTo>
                    <a:pt x="8235696" y="2940227"/>
                  </a:lnTo>
                  <a:lnTo>
                    <a:pt x="8235696" y="2929712"/>
                  </a:lnTo>
                  <a:lnTo>
                    <a:pt x="8231505" y="2925445"/>
                  </a:lnTo>
                  <a:close/>
                </a:path>
                <a:path w="10424160" h="2944495">
                  <a:moveTo>
                    <a:pt x="8188071" y="2925445"/>
                  </a:moveTo>
                  <a:lnTo>
                    <a:pt x="8182863" y="2925445"/>
                  </a:lnTo>
                  <a:lnTo>
                    <a:pt x="8178546" y="2929712"/>
                  </a:lnTo>
                  <a:lnTo>
                    <a:pt x="8178546" y="2940227"/>
                  </a:lnTo>
                  <a:lnTo>
                    <a:pt x="8182863" y="2944495"/>
                  </a:lnTo>
                  <a:lnTo>
                    <a:pt x="8188071" y="2944495"/>
                  </a:lnTo>
                  <a:lnTo>
                    <a:pt x="8188071" y="2925445"/>
                  </a:lnTo>
                  <a:close/>
                </a:path>
                <a:path w="10424160" h="2944495">
                  <a:moveTo>
                    <a:pt x="8193405" y="2925445"/>
                  </a:moveTo>
                  <a:lnTo>
                    <a:pt x="8188071" y="2925445"/>
                  </a:lnTo>
                  <a:lnTo>
                    <a:pt x="8188071" y="2944495"/>
                  </a:lnTo>
                  <a:lnTo>
                    <a:pt x="8193405" y="2944495"/>
                  </a:lnTo>
                  <a:lnTo>
                    <a:pt x="8197596" y="2940227"/>
                  </a:lnTo>
                  <a:lnTo>
                    <a:pt x="8197596" y="2929712"/>
                  </a:lnTo>
                  <a:lnTo>
                    <a:pt x="8193405" y="2925445"/>
                  </a:lnTo>
                  <a:close/>
                </a:path>
                <a:path w="10424160" h="2944495">
                  <a:moveTo>
                    <a:pt x="8149971" y="2925445"/>
                  </a:moveTo>
                  <a:lnTo>
                    <a:pt x="8144763" y="2925445"/>
                  </a:lnTo>
                  <a:lnTo>
                    <a:pt x="8140446" y="2929712"/>
                  </a:lnTo>
                  <a:lnTo>
                    <a:pt x="8140446" y="2940227"/>
                  </a:lnTo>
                  <a:lnTo>
                    <a:pt x="8144763" y="2944495"/>
                  </a:lnTo>
                  <a:lnTo>
                    <a:pt x="8149971" y="2944495"/>
                  </a:lnTo>
                  <a:lnTo>
                    <a:pt x="8149971" y="2925445"/>
                  </a:lnTo>
                  <a:close/>
                </a:path>
                <a:path w="10424160" h="2944495">
                  <a:moveTo>
                    <a:pt x="8155305" y="2925445"/>
                  </a:moveTo>
                  <a:lnTo>
                    <a:pt x="8149971" y="2925445"/>
                  </a:lnTo>
                  <a:lnTo>
                    <a:pt x="8149971" y="2944495"/>
                  </a:lnTo>
                  <a:lnTo>
                    <a:pt x="8155305" y="2944495"/>
                  </a:lnTo>
                  <a:lnTo>
                    <a:pt x="8159496" y="2940227"/>
                  </a:lnTo>
                  <a:lnTo>
                    <a:pt x="8159496" y="2929712"/>
                  </a:lnTo>
                  <a:lnTo>
                    <a:pt x="8155305" y="2925445"/>
                  </a:lnTo>
                  <a:close/>
                </a:path>
                <a:path w="10424160" h="2944495">
                  <a:moveTo>
                    <a:pt x="8111871" y="2925445"/>
                  </a:moveTo>
                  <a:lnTo>
                    <a:pt x="8106536" y="2925445"/>
                  </a:lnTo>
                  <a:lnTo>
                    <a:pt x="8102346" y="2929712"/>
                  </a:lnTo>
                  <a:lnTo>
                    <a:pt x="8102346" y="2940227"/>
                  </a:lnTo>
                  <a:lnTo>
                    <a:pt x="8106536" y="2944495"/>
                  </a:lnTo>
                  <a:lnTo>
                    <a:pt x="8111871" y="2944495"/>
                  </a:lnTo>
                  <a:lnTo>
                    <a:pt x="8111871" y="2925445"/>
                  </a:lnTo>
                  <a:close/>
                </a:path>
                <a:path w="10424160" h="2944495">
                  <a:moveTo>
                    <a:pt x="8117078" y="2925445"/>
                  </a:moveTo>
                  <a:lnTo>
                    <a:pt x="8111871" y="2925445"/>
                  </a:lnTo>
                  <a:lnTo>
                    <a:pt x="8111871" y="2944495"/>
                  </a:lnTo>
                  <a:lnTo>
                    <a:pt x="8117078" y="2944495"/>
                  </a:lnTo>
                  <a:lnTo>
                    <a:pt x="8121396" y="2940227"/>
                  </a:lnTo>
                  <a:lnTo>
                    <a:pt x="8121396" y="2929712"/>
                  </a:lnTo>
                  <a:lnTo>
                    <a:pt x="8117078" y="2925445"/>
                  </a:lnTo>
                  <a:close/>
                </a:path>
                <a:path w="10424160" h="2944495">
                  <a:moveTo>
                    <a:pt x="8073771" y="2925445"/>
                  </a:moveTo>
                  <a:lnTo>
                    <a:pt x="8068436" y="2925445"/>
                  </a:lnTo>
                  <a:lnTo>
                    <a:pt x="8064246" y="2929712"/>
                  </a:lnTo>
                  <a:lnTo>
                    <a:pt x="8064246" y="2940227"/>
                  </a:lnTo>
                  <a:lnTo>
                    <a:pt x="8068436" y="2944495"/>
                  </a:lnTo>
                  <a:lnTo>
                    <a:pt x="8073771" y="2944495"/>
                  </a:lnTo>
                  <a:lnTo>
                    <a:pt x="8073771" y="2925445"/>
                  </a:lnTo>
                  <a:close/>
                </a:path>
                <a:path w="10424160" h="2944495">
                  <a:moveTo>
                    <a:pt x="8078978" y="2925445"/>
                  </a:moveTo>
                  <a:lnTo>
                    <a:pt x="8073771" y="2925445"/>
                  </a:lnTo>
                  <a:lnTo>
                    <a:pt x="8073771" y="2944495"/>
                  </a:lnTo>
                  <a:lnTo>
                    <a:pt x="8078978" y="2944495"/>
                  </a:lnTo>
                  <a:lnTo>
                    <a:pt x="8083296" y="2940227"/>
                  </a:lnTo>
                  <a:lnTo>
                    <a:pt x="8083296" y="2929712"/>
                  </a:lnTo>
                  <a:lnTo>
                    <a:pt x="8078978" y="2925445"/>
                  </a:lnTo>
                  <a:close/>
                </a:path>
                <a:path w="10424160" h="2944495">
                  <a:moveTo>
                    <a:pt x="8035671" y="2925445"/>
                  </a:moveTo>
                  <a:lnTo>
                    <a:pt x="8030336" y="2925445"/>
                  </a:lnTo>
                  <a:lnTo>
                    <a:pt x="8026146" y="2929712"/>
                  </a:lnTo>
                  <a:lnTo>
                    <a:pt x="8026146" y="2940227"/>
                  </a:lnTo>
                  <a:lnTo>
                    <a:pt x="8030336" y="2944495"/>
                  </a:lnTo>
                  <a:lnTo>
                    <a:pt x="8035671" y="2944495"/>
                  </a:lnTo>
                  <a:lnTo>
                    <a:pt x="8035671" y="2925445"/>
                  </a:lnTo>
                  <a:close/>
                </a:path>
                <a:path w="10424160" h="2944495">
                  <a:moveTo>
                    <a:pt x="8040878" y="2925445"/>
                  </a:moveTo>
                  <a:lnTo>
                    <a:pt x="8035671" y="2925445"/>
                  </a:lnTo>
                  <a:lnTo>
                    <a:pt x="8035671" y="2944495"/>
                  </a:lnTo>
                  <a:lnTo>
                    <a:pt x="8040878" y="2944495"/>
                  </a:lnTo>
                  <a:lnTo>
                    <a:pt x="8045196" y="2940227"/>
                  </a:lnTo>
                  <a:lnTo>
                    <a:pt x="8045196" y="2929712"/>
                  </a:lnTo>
                  <a:lnTo>
                    <a:pt x="8040878" y="2925445"/>
                  </a:lnTo>
                  <a:close/>
                </a:path>
                <a:path w="10424160" h="2944495">
                  <a:moveTo>
                    <a:pt x="7997443" y="2925445"/>
                  </a:moveTo>
                  <a:lnTo>
                    <a:pt x="7992236" y="2925445"/>
                  </a:lnTo>
                  <a:lnTo>
                    <a:pt x="7987918" y="2929712"/>
                  </a:lnTo>
                  <a:lnTo>
                    <a:pt x="7987918" y="2940227"/>
                  </a:lnTo>
                  <a:lnTo>
                    <a:pt x="7992236" y="2944495"/>
                  </a:lnTo>
                  <a:lnTo>
                    <a:pt x="7997443" y="2944495"/>
                  </a:lnTo>
                  <a:lnTo>
                    <a:pt x="7997443" y="2925445"/>
                  </a:lnTo>
                  <a:close/>
                </a:path>
                <a:path w="10424160" h="2944495">
                  <a:moveTo>
                    <a:pt x="7997571" y="2938145"/>
                  </a:moveTo>
                  <a:lnTo>
                    <a:pt x="7997443" y="2938145"/>
                  </a:lnTo>
                  <a:lnTo>
                    <a:pt x="7997443" y="2944495"/>
                  </a:lnTo>
                  <a:lnTo>
                    <a:pt x="7997571" y="2944495"/>
                  </a:lnTo>
                  <a:lnTo>
                    <a:pt x="7997571" y="2938145"/>
                  </a:lnTo>
                  <a:close/>
                </a:path>
                <a:path w="10424160" h="2944495">
                  <a:moveTo>
                    <a:pt x="8002778" y="2925445"/>
                  </a:moveTo>
                  <a:lnTo>
                    <a:pt x="7997571" y="2925445"/>
                  </a:lnTo>
                  <a:lnTo>
                    <a:pt x="7997571" y="2944495"/>
                  </a:lnTo>
                  <a:lnTo>
                    <a:pt x="8002778" y="2944495"/>
                  </a:lnTo>
                  <a:lnTo>
                    <a:pt x="8007096" y="2940227"/>
                  </a:lnTo>
                  <a:lnTo>
                    <a:pt x="8007096" y="2929712"/>
                  </a:lnTo>
                  <a:lnTo>
                    <a:pt x="8002778" y="2925445"/>
                  </a:lnTo>
                  <a:close/>
                </a:path>
                <a:path w="10424160" h="2944495">
                  <a:moveTo>
                    <a:pt x="7997571" y="2925445"/>
                  </a:moveTo>
                  <a:lnTo>
                    <a:pt x="7997443" y="2925445"/>
                  </a:lnTo>
                  <a:lnTo>
                    <a:pt x="7997443" y="2931795"/>
                  </a:lnTo>
                  <a:lnTo>
                    <a:pt x="7997571" y="2931795"/>
                  </a:lnTo>
                  <a:lnTo>
                    <a:pt x="7997571" y="2925445"/>
                  </a:lnTo>
                  <a:close/>
                </a:path>
                <a:path w="10424160" h="2944495">
                  <a:moveTo>
                    <a:pt x="7959343" y="2925445"/>
                  </a:moveTo>
                  <a:lnTo>
                    <a:pt x="7954136" y="2925445"/>
                  </a:lnTo>
                  <a:lnTo>
                    <a:pt x="7949818" y="2929712"/>
                  </a:lnTo>
                  <a:lnTo>
                    <a:pt x="7949818" y="2940227"/>
                  </a:lnTo>
                  <a:lnTo>
                    <a:pt x="7954136" y="2944495"/>
                  </a:lnTo>
                  <a:lnTo>
                    <a:pt x="7959343" y="2944495"/>
                  </a:lnTo>
                  <a:lnTo>
                    <a:pt x="7959343" y="2925445"/>
                  </a:lnTo>
                  <a:close/>
                </a:path>
                <a:path w="10424160" h="2944495">
                  <a:moveTo>
                    <a:pt x="7964678" y="2925445"/>
                  </a:moveTo>
                  <a:lnTo>
                    <a:pt x="7959343" y="2925445"/>
                  </a:lnTo>
                  <a:lnTo>
                    <a:pt x="7959343" y="2944495"/>
                  </a:lnTo>
                  <a:lnTo>
                    <a:pt x="7964678" y="2944495"/>
                  </a:lnTo>
                  <a:lnTo>
                    <a:pt x="7968868" y="2940227"/>
                  </a:lnTo>
                  <a:lnTo>
                    <a:pt x="7968868" y="2929712"/>
                  </a:lnTo>
                  <a:lnTo>
                    <a:pt x="7964678" y="2925445"/>
                  </a:lnTo>
                  <a:close/>
                </a:path>
                <a:path w="10424160" h="2944495">
                  <a:moveTo>
                    <a:pt x="7921243" y="2925445"/>
                  </a:moveTo>
                  <a:lnTo>
                    <a:pt x="7916036" y="2925445"/>
                  </a:lnTo>
                  <a:lnTo>
                    <a:pt x="7911718" y="2929712"/>
                  </a:lnTo>
                  <a:lnTo>
                    <a:pt x="7911718" y="2940227"/>
                  </a:lnTo>
                  <a:lnTo>
                    <a:pt x="7916036" y="2944495"/>
                  </a:lnTo>
                  <a:lnTo>
                    <a:pt x="7921243" y="2944495"/>
                  </a:lnTo>
                  <a:lnTo>
                    <a:pt x="7921243" y="2925445"/>
                  </a:lnTo>
                  <a:close/>
                </a:path>
                <a:path w="10424160" h="2944495">
                  <a:moveTo>
                    <a:pt x="7926578" y="2925445"/>
                  </a:moveTo>
                  <a:lnTo>
                    <a:pt x="7921243" y="2925445"/>
                  </a:lnTo>
                  <a:lnTo>
                    <a:pt x="7921243" y="2944495"/>
                  </a:lnTo>
                  <a:lnTo>
                    <a:pt x="7926578" y="2944495"/>
                  </a:lnTo>
                  <a:lnTo>
                    <a:pt x="7930768" y="2940227"/>
                  </a:lnTo>
                  <a:lnTo>
                    <a:pt x="7930768" y="2929712"/>
                  </a:lnTo>
                  <a:lnTo>
                    <a:pt x="7926578" y="2925445"/>
                  </a:lnTo>
                  <a:close/>
                </a:path>
                <a:path w="10424160" h="2944495">
                  <a:moveTo>
                    <a:pt x="7883143" y="2925445"/>
                  </a:moveTo>
                  <a:lnTo>
                    <a:pt x="7877936" y="2925445"/>
                  </a:lnTo>
                  <a:lnTo>
                    <a:pt x="7873618" y="2929712"/>
                  </a:lnTo>
                  <a:lnTo>
                    <a:pt x="7873618" y="2940227"/>
                  </a:lnTo>
                  <a:lnTo>
                    <a:pt x="7877936" y="2944495"/>
                  </a:lnTo>
                  <a:lnTo>
                    <a:pt x="7883143" y="2944495"/>
                  </a:lnTo>
                  <a:lnTo>
                    <a:pt x="7883143" y="2925445"/>
                  </a:lnTo>
                  <a:close/>
                </a:path>
                <a:path w="10424160" h="2944495">
                  <a:moveTo>
                    <a:pt x="7888478" y="2925445"/>
                  </a:moveTo>
                  <a:lnTo>
                    <a:pt x="7883143" y="2925445"/>
                  </a:lnTo>
                  <a:lnTo>
                    <a:pt x="7883143" y="2944495"/>
                  </a:lnTo>
                  <a:lnTo>
                    <a:pt x="7888478" y="2944495"/>
                  </a:lnTo>
                  <a:lnTo>
                    <a:pt x="7892668" y="2940227"/>
                  </a:lnTo>
                  <a:lnTo>
                    <a:pt x="7892668" y="2929712"/>
                  </a:lnTo>
                  <a:lnTo>
                    <a:pt x="7888478" y="2925445"/>
                  </a:lnTo>
                  <a:close/>
                </a:path>
                <a:path w="10424160" h="2944495">
                  <a:moveTo>
                    <a:pt x="7845043" y="2925445"/>
                  </a:moveTo>
                  <a:lnTo>
                    <a:pt x="7839709" y="2925445"/>
                  </a:lnTo>
                  <a:lnTo>
                    <a:pt x="7835518" y="2929712"/>
                  </a:lnTo>
                  <a:lnTo>
                    <a:pt x="7835518" y="2940227"/>
                  </a:lnTo>
                  <a:lnTo>
                    <a:pt x="7839709" y="2944495"/>
                  </a:lnTo>
                  <a:lnTo>
                    <a:pt x="7845043" y="2944495"/>
                  </a:lnTo>
                  <a:lnTo>
                    <a:pt x="7845043" y="2925445"/>
                  </a:lnTo>
                  <a:close/>
                </a:path>
                <a:path w="10424160" h="2944495">
                  <a:moveTo>
                    <a:pt x="7850251" y="2925445"/>
                  </a:moveTo>
                  <a:lnTo>
                    <a:pt x="7845043" y="2925445"/>
                  </a:lnTo>
                  <a:lnTo>
                    <a:pt x="7845043" y="2944495"/>
                  </a:lnTo>
                  <a:lnTo>
                    <a:pt x="7850251" y="2944495"/>
                  </a:lnTo>
                  <a:lnTo>
                    <a:pt x="7854568" y="2940227"/>
                  </a:lnTo>
                  <a:lnTo>
                    <a:pt x="7854568" y="2929712"/>
                  </a:lnTo>
                  <a:lnTo>
                    <a:pt x="7850251" y="2925445"/>
                  </a:lnTo>
                  <a:close/>
                </a:path>
                <a:path w="10424160" h="2944495">
                  <a:moveTo>
                    <a:pt x="7806943" y="2925445"/>
                  </a:moveTo>
                  <a:lnTo>
                    <a:pt x="7801609" y="2925445"/>
                  </a:lnTo>
                  <a:lnTo>
                    <a:pt x="7797418" y="2929712"/>
                  </a:lnTo>
                  <a:lnTo>
                    <a:pt x="7797418" y="2940227"/>
                  </a:lnTo>
                  <a:lnTo>
                    <a:pt x="7801609" y="2944495"/>
                  </a:lnTo>
                  <a:lnTo>
                    <a:pt x="7806943" y="2944495"/>
                  </a:lnTo>
                  <a:lnTo>
                    <a:pt x="7806943" y="2925445"/>
                  </a:lnTo>
                  <a:close/>
                </a:path>
                <a:path w="10424160" h="2944495">
                  <a:moveTo>
                    <a:pt x="7812151" y="2925445"/>
                  </a:moveTo>
                  <a:lnTo>
                    <a:pt x="7806943" y="2925445"/>
                  </a:lnTo>
                  <a:lnTo>
                    <a:pt x="7806943" y="2944495"/>
                  </a:lnTo>
                  <a:lnTo>
                    <a:pt x="7812151" y="2944495"/>
                  </a:lnTo>
                  <a:lnTo>
                    <a:pt x="7816468" y="2940227"/>
                  </a:lnTo>
                  <a:lnTo>
                    <a:pt x="7816468" y="2929712"/>
                  </a:lnTo>
                  <a:lnTo>
                    <a:pt x="7812151" y="2925445"/>
                  </a:lnTo>
                  <a:close/>
                </a:path>
                <a:path w="10424160" h="2944495">
                  <a:moveTo>
                    <a:pt x="7768716" y="2925445"/>
                  </a:moveTo>
                  <a:lnTo>
                    <a:pt x="7763509" y="2925445"/>
                  </a:lnTo>
                  <a:lnTo>
                    <a:pt x="7759191" y="2929712"/>
                  </a:lnTo>
                  <a:lnTo>
                    <a:pt x="7759191" y="2940227"/>
                  </a:lnTo>
                  <a:lnTo>
                    <a:pt x="7763509" y="2944495"/>
                  </a:lnTo>
                  <a:lnTo>
                    <a:pt x="7768716" y="2944495"/>
                  </a:lnTo>
                  <a:lnTo>
                    <a:pt x="7768716" y="2925445"/>
                  </a:lnTo>
                  <a:close/>
                </a:path>
                <a:path w="10424160" h="2944495">
                  <a:moveTo>
                    <a:pt x="7774051" y="2925445"/>
                  </a:moveTo>
                  <a:lnTo>
                    <a:pt x="7768843" y="2925445"/>
                  </a:lnTo>
                  <a:lnTo>
                    <a:pt x="7768843" y="2944495"/>
                  </a:lnTo>
                  <a:lnTo>
                    <a:pt x="7774051" y="2944495"/>
                  </a:lnTo>
                  <a:lnTo>
                    <a:pt x="7778368" y="2940227"/>
                  </a:lnTo>
                  <a:lnTo>
                    <a:pt x="7778368" y="2929712"/>
                  </a:lnTo>
                  <a:lnTo>
                    <a:pt x="7774051" y="2925445"/>
                  </a:lnTo>
                  <a:close/>
                </a:path>
                <a:path w="10424160" h="2944495">
                  <a:moveTo>
                    <a:pt x="7730616" y="2925445"/>
                  </a:moveTo>
                  <a:lnTo>
                    <a:pt x="7725409" y="2925445"/>
                  </a:lnTo>
                  <a:lnTo>
                    <a:pt x="7721091" y="2929712"/>
                  </a:lnTo>
                  <a:lnTo>
                    <a:pt x="7721091" y="2940227"/>
                  </a:lnTo>
                  <a:lnTo>
                    <a:pt x="7725409" y="2944495"/>
                  </a:lnTo>
                  <a:lnTo>
                    <a:pt x="7730616" y="2944495"/>
                  </a:lnTo>
                  <a:lnTo>
                    <a:pt x="7730616" y="2925445"/>
                  </a:lnTo>
                  <a:close/>
                </a:path>
                <a:path w="10424160" h="2944495">
                  <a:moveTo>
                    <a:pt x="7735951" y="2925445"/>
                  </a:moveTo>
                  <a:lnTo>
                    <a:pt x="7730616" y="2925445"/>
                  </a:lnTo>
                  <a:lnTo>
                    <a:pt x="7730616" y="2944495"/>
                  </a:lnTo>
                  <a:lnTo>
                    <a:pt x="7735951" y="2944495"/>
                  </a:lnTo>
                  <a:lnTo>
                    <a:pt x="7740141" y="2940227"/>
                  </a:lnTo>
                  <a:lnTo>
                    <a:pt x="7740141" y="2929712"/>
                  </a:lnTo>
                  <a:lnTo>
                    <a:pt x="7735951" y="2925445"/>
                  </a:lnTo>
                  <a:close/>
                </a:path>
                <a:path w="10424160" h="2944495">
                  <a:moveTo>
                    <a:pt x="7692516" y="2925445"/>
                  </a:moveTo>
                  <a:lnTo>
                    <a:pt x="7687309" y="2925445"/>
                  </a:lnTo>
                  <a:lnTo>
                    <a:pt x="7682991" y="2929712"/>
                  </a:lnTo>
                  <a:lnTo>
                    <a:pt x="7682991" y="2940227"/>
                  </a:lnTo>
                  <a:lnTo>
                    <a:pt x="7687309" y="2944495"/>
                  </a:lnTo>
                  <a:lnTo>
                    <a:pt x="7692516" y="2944495"/>
                  </a:lnTo>
                  <a:lnTo>
                    <a:pt x="7692516" y="2925445"/>
                  </a:lnTo>
                  <a:close/>
                </a:path>
                <a:path w="10424160" h="2944495">
                  <a:moveTo>
                    <a:pt x="7697851" y="2925445"/>
                  </a:moveTo>
                  <a:lnTo>
                    <a:pt x="7692516" y="2925445"/>
                  </a:lnTo>
                  <a:lnTo>
                    <a:pt x="7692516" y="2944495"/>
                  </a:lnTo>
                  <a:lnTo>
                    <a:pt x="7697851" y="2944495"/>
                  </a:lnTo>
                  <a:lnTo>
                    <a:pt x="7702041" y="2940227"/>
                  </a:lnTo>
                  <a:lnTo>
                    <a:pt x="7702041" y="2929712"/>
                  </a:lnTo>
                  <a:lnTo>
                    <a:pt x="7697851" y="2925445"/>
                  </a:lnTo>
                  <a:close/>
                </a:path>
                <a:path w="10424160" h="2944495">
                  <a:moveTo>
                    <a:pt x="7654416" y="2925445"/>
                  </a:moveTo>
                  <a:lnTo>
                    <a:pt x="7649209" y="2925445"/>
                  </a:lnTo>
                  <a:lnTo>
                    <a:pt x="7644891" y="2929712"/>
                  </a:lnTo>
                  <a:lnTo>
                    <a:pt x="7644891" y="2940227"/>
                  </a:lnTo>
                  <a:lnTo>
                    <a:pt x="7649209" y="2944495"/>
                  </a:lnTo>
                  <a:lnTo>
                    <a:pt x="7654416" y="2944495"/>
                  </a:lnTo>
                  <a:lnTo>
                    <a:pt x="7654416" y="2925445"/>
                  </a:lnTo>
                  <a:close/>
                </a:path>
                <a:path w="10424160" h="2944495">
                  <a:moveTo>
                    <a:pt x="7659751" y="2925445"/>
                  </a:moveTo>
                  <a:lnTo>
                    <a:pt x="7654416" y="2925445"/>
                  </a:lnTo>
                  <a:lnTo>
                    <a:pt x="7654416" y="2944495"/>
                  </a:lnTo>
                  <a:lnTo>
                    <a:pt x="7659751" y="2944495"/>
                  </a:lnTo>
                  <a:lnTo>
                    <a:pt x="7663941" y="2940227"/>
                  </a:lnTo>
                  <a:lnTo>
                    <a:pt x="7663941" y="2929712"/>
                  </a:lnTo>
                  <a:lnTo>
                    <a:pt x="7659751" y="2925445"/>
                  </a:lnTo>
                  <a:close/>
                </a:path>
                <a:path w="10424160" h="2944495">
                  <a:moveTo>
                    <a:pt x="7616316" y="2925445"/>
                  </a:moveTo>
                  <a:lnTo>
                    <a:pt x="7610983" y="2925445"/>
                  </a:lnTo>
                  <a:lnTo>
                    <a:pt x="7606791" y="2929712"/>
                  </a:lnTo>
                  <a:lnTo>
                    <a:pt x="7606791" y="2940227"/>
                  </a:lnTo>
                  <a:lnTo>
                    <a:pt x="7610983" y="2944495"/>
                  </a:lnTo>
                  <a:lnTo>
                    <a:pt x="7616316" y="2944495"/>
                  </a:lnTo>
                  <a:lnTo>
                    <a:pt x="7616316" y="2925445"/>
                  </a:lnTo>
                  <a:close/>
                </a:path>
                <a:path w="10424160" h="2944495">
                  <a:moveTo>
                    <a:pt x="7621524" y="2925445"/>
                  </a:moveTo>
                  <a:lnTo>
                    <a:pt x="7616316" y="2925445"/>
                  </a:lnTo>
                  <a:lnTo>
                    <a:pt x="7616316" y="2944495"/>
                  </a:lnTo>
                  <a:lnTo>
                    <a:pt x="7621524" y="2944495"/>
                  </a:lnTo>
                  <a:lnTo>
                    <a:pt x="7625841" y="2940227"/>
                  </a:lnTo>
                  <a:lnTo>
                    <a:pt x="7625841" y="2929712"/>
                  </a:lnTo>
                  <a:lnTo>
                    <a:pt x="7621524" y="2925445"/>
                  </a:lnTo>
                  <a:close/>
                </a:path>
                <a:path w="10424160" h="2944495">
                  <a:moveTo>
                    <a:pt x="7578216" y="2925445"/>
                  </a:moveTo>
                  <a:lnTo>
                    <a:pt x="7572883" y="2925445"/>
                  </a:lnTo>
                  <a:lnTo>
                    <a:pt x="7568691" y="2929712"/>
                  </a:lnTo>
                  <a:lnTo>
                    <a:pt x="7568691" y="2940227"/>
                  </a:lnTo>
                  <a:lnTo>
                    <a:pt x="7572883" y="2944495"/>
                  </a:lnTo>
                  <a:lnTo>
                    <a:pt x="7578216" y="2944495"/>
                  </a:lnTo>
                  <a:lnTo>
                    <a:pt x="7578216" y="2925445"/>
                  </a:lnTo>
                  <a:close/>
                </a:path>
                <a:path w="10424160" h="2944495">
                  <a:moveTo>
                    <a:pt x="7583424" y="2925445"/>
                  </a:moveTo>
                  <a:lnTo>
                    <a:pt x="7578216" y="2925445"/>
                  </a:lnTo>
                  <a:lnTo>
                    <a:pt x="7578216" y="2944495"/>
                  </a:lnTo>
                  <a:lnTo>
                    <a:pt x="7583424" y="2944495"/>
                  </a:lnTo>
                  <a:lnTo>
                    <a:pt x="7587741" y="2940227"/>
                  </a:lnTo>
                  <a:lnTo>
                    <a:pt x="7587741" y="2929712"/>
                  </a:lnTo>
                  <a:lnTo>
                    <a:pt x="7583424" y="2925445"/>
                  </a:lnTo>
                  <a:close/>
                </a:path>
                <a:path w="10424160" h="2944495">
                  <a:moveTo>
                    <a:pt x="7540116" y="2925445"/>
                  </a:moveTo>
                  <a:lnTo>
                    <a:pt x="7534783" y="2925445"/>
                  </a:lnTo>
                  <a:lnTo>
                    <a:pt x="7530591" y="2929712"/>
                  </a:lnTo>
                  <a:lnTo>
                    <a:pt x="7530591" y="2940227"/>
                  </a:lnTo>
                  <a:lnTo>
                    <a:pt x="7534783" y="2944495"/>
                  </a:lnTo>
                  <a:lnTo>
                    <a:pt x="7540116" y="2944495"/>
                  </a:lnTo>
                  <a:lnTo>
                    <a:pt x="7540116" y="2925445"/>
                  </a:lnTo>
                  <a:close/>
                </a:path>
                <a:path w="10424160" h="2944495">
                  <a:moveTo>
                    <a:pt x="7545324" y="2925445"/>
                  </a:moveTo>
                  <a:lnTo>
                    <a:pt x="7540116" y="2925445"/>
                  </a:lnTo>
                  <a:lnTo>
                    <a:pt x="7540116" y="2944495"/>
                  </a:lnTo>
                  <a:lnTo>
                    <a:pt x="7545324" y="2944495"/>
                  </a:lnTo>
                  <a:lnTo>
                    <a:pt x="7549641" y="2940227"/>
                  </a:lnTo>
                  <a:lnTo>
                    <a:pt x="7549641" y="2929712"/>
                  </a:lnTo>
                  <a:lnTo>
                    <a:pt x="7545324" y="2925445"/>
                  </a:lnTo>
                  <a:close/>
                </a:path>
                <a:path w="10424160" h="2944495">
                  <a:moveTo>
                    <a:pt x="7501889" y="2925445"/>
                  </a:moveTo>
                  <a:lnTo>
                    <a:pt x="7496683" y="2925445"/>
                  </a:lnTo>
                  <a:lnTo>
                    <a:pt x="7492364" y="2929712"/>
                  </a:lnTo>
                  <a:lnTo>
                    <a:pt x="7492364" y="2940227"/>
                  </a:lnTo>
                  <a:lnTo>
                    <a:pt x="7496683" y="2944495"/>
                  </a:lnTo>
                  <a:lnTo>
                    <a:pt x="7501889" y="2944495"/>
                  </a:lnTo>
                  <a:lnTo>
                    <a:pt x="7501889" y="2925445"/>
                  </a:lnTo>
                  <a:close/>
                </a:path>
                <a:path w="10424160" h="2944495">
                  <a:moveTo>
                    <a:pt x="7507224" y="2925445"/>
                  </a:moveTo>
                  <a:lnTo>
                    <a:pt x="7502016" y="2925445"/>
                  </a:lnTo>
                  <a:lnTo>
                    <a:pt x="7502016" y="2944495"/>
                  </a:lnTo>
                  <a:lnTo>
                    <a:pt x="7507224" y="2944495"/>
                  </a:lnTo>
                  <a:lnTo>
                    <a:pt x="7511541" y="2940227"/>
                  </a:lnTo>
                  <a:lnTo>
                    <a:pt x="7511541" y="2929712"/>
                  </a:lnTo>
                  <a:lnTo>
                    <a:pt x="7507224" y="2925445"/>
                  </a:lnTo>
                  <a:close/>
                </a:path>
                <a:path w="10424160" h="2944495">
                  <a:moveTo>
                    <a:pt x="7463789" y="2925445"/>
                  </a:moveTo>
                  <a:lnTo>
                    <a:pt x="7458583" y="2925445"/>
                  </a:lnTo>
                  <a:lnTo>
                    <a:pt x="7454264" y="2929712"/>
                  </a:lnTo>
                  <a:lnTo>
                    <a:pt x="7454264" y="2940227"/>
                  </a:lnTo>
                  <a:lnTo>
                    <a:pt x="7458583" y="2944495"/>
                  </a:lnTo>
                  <a:lnTo>
                    <a:pt x="7463789" y="2944495"/>
                  </a:lnTo>
                  <a:lnTo>
                    <a:pt x="7463789" y="2925445"/>
                  </a:lnTo>
                  <a:close/>
                </a:path>
                <a:path w="10424160" h="2944495">
                  <a:moveTo>
                    <a:pt x="7469124" y="2925445"/>
                  </a:moveTo>
                  <a:lnTo>
                    <a:pt x="7463789" y="2925445"/>
                  </a:lnTo>
                  <a:lnTo>
                    <a:pt x="7463789" y="2944495"/>
                  </a:lnTo>
                  <a:lnTo>
                    <a:pt x="7469124" y="2944495"/>
                  </a:lnTo>
                  <a:lnTo>
                    <a:pt x="7473314" y="2940227"/>
                  </a:lnTo>
                  <a:lnTo>
                    <a:pt x="7473314" y="2929712"/>
                  </a:lnTo>
                  <a:lnTo>
                    <a:pt x="7469124" y="2925445"/>
                  </a:lnTo>
                  <a:close/>
                </a:path>
                <a:path w="10424160" h="2944495">
                  <a:moveTo>
                    <a:pt x="7425689" y="2925445"/>
                  </a:moveTo>
                  <a:lnTo>
                    <a:pt x="7420483" y="2925445"/>
                  </a:lnTo>
                  <a:lnTo>
                    <a:pt x="7416164" y="2929712"/>
                  </a:lnTo>
                  <a:lnTo>
                    <a:pt x="7416164" y="2940227"/>
                  </a:lnTo>
                  <a:lnTo>
                    <a:pt x="7420483" y="2944495"/>
                  </a:lnTo>
                  <a:lnTo>
                    <a:pt x="7425689" y="2944495"/>
                  </a:lnTo>
                  <a:lnTo>
                    <a:pt x="7425689" y="2925445"/>
                  </a:lnTo>
                  <a:close/>
                </a:path>
                <a:path w="10424160" h="2944495">
                  <a:moveTo>
                    <a:pt x="7431024" y="2925445"/>
                  </a:moveTo>
                  <a:lnTo>
                    <a:pt x="7425689" y="2925445"/>
                  </a:lnTo>
                  <a:lnTo>
                    <a:pt x="7425689" y="2944495"/>
                  </a:lnTo>
                  <a:lnTo>
                    <a:pt x="7431024" y="2944495"/>
                  </a:lnTo>
                  <a:lnTo>
                    <a:pt x="7435214" y="2940227"/>
                  </a:lnTo>
                  <a:lnTo>
                    <a:pt x="7435214" y="2929712"/>
                  </a:lnTo>
                  <a:lnTo>
                    <a:pt x="7431024" y="2925445"/>
                  </a:lnTo>
                  <a:close/>
                </a:path>
                <a:path w="10424160" h="2944495">
                  <a:moveTo>
                    <a:pt x="7387589" y="2925445"/>
                  </a:moveTo>
                  <a:lnTo>
                    <a:pt x="7382383" y="2925445"/>
                  </a:lnTo>
                  <a:lnTo>
                    <a:pt x="7378064" y="2929712"/>
                  </a:lnTo>
                  <a:lnTo>
                    <a:pt x="7378064" y="2940227"/>
                  </a:lnTo>
                  <a:lnTo>
                    <a:pt x="7382383" y="2944495"/>
                  </a:lnTo>
                  <a:lnTo>
                    <a:pt x="7387589" y="2944495"/>
                  </a:lnTo>
                  <a:lnTo>
                    <a:pt x="7387589" y="2925445"/>
                  </a:lnTo>
                  <a:close/>
                </a:path>
                <a:path w="10424160" h="2944495">
                  <a:moveTo>
                    <a:pt x="7392924" y="2925445"/>
                  </a:moveTo>
                  <a:lnTo>
                    <a:pt x="7387589" y="2925445"/>
                  </a:lnTo>
                  <a:lnTo>
                    <a:pt x="7387589" y="2944495"/>
                  </a:lnTo>
                  <a:lnTo>
                    <a:pt x="7392924" y="2944495"/>
                  </a:lnTo>
                  <a:lnTo>
                    <a:pt x="7397114" y="2940227"/>
                  </a:lnTo>
                  <a:lnTo>
                    <a:pt x="7397114" y="2929712"/>
                  </a:lnTo>
                  <a:lnTo>
                    <a:pt x="7392924" y="2925445"/>
                  </a:lnTo>
                  <a:close/>
                </a:path>
                <a:path w="10424160" h="2944495">
                  <a:moveTo>
                    <a:pt x="7349489" y="2925445"/>
                  </a:moveTo>
                  <a:lnTo>
                    <a:pt x="7344156" y="2925445"/>
                  </a:lnTo>
                  <a:lnTo>
                    <a:pt x="7339964" y="2929712"/>
                  </a:lnTo>
                  <a:lnTo>
                    <a:pt x="7339964" y="2940227"/>
                  </a:lnTo>
                  <a:lnTo>
                    <a:pt x="7344156" y="2944495"/>
                  </a:lnTo>
                  <a:lnTo>
                    <a:pt x="7349489" y="2944495"/>
                  </a:lnTo>
                  <a:lnTo>
                    <a:pt x="7349489" y="2925445"/>
                  </a:lnTo>
                  <a:close/>
                </a:path>
                <a:path w="10424160" h="2944495">
                  <a:moveTo>
                    <a:pt x="7354697" y="2925445"/>
                  </a:moveTo>
                  <a:lnTo>
                    <a:pt x="7349489" y="2925445"/>
                  </a:lnTo>
                  <a:lnTo>
                    <a:pt x="7349489" y="2944495"/>
                  </a:lnTo>
                  <a:lnTo>
                    <a:pt x="7354697" y="2944495"/>
                  </a:lnTo>
                  <a:lnTo>
                    <a:pt x="7359014" y="2940227"/>
                  </a:lnTo>
                  <a:lnTo>
                    <a:pt x="7359014" y="2929712"/>
                  </a:lnTo>
                  <a:lnTo>
                    <a:pt x="7354697" y="2925445"/>
                  </a:lnTo>
                  <a:close/>
                </a:path>
                <a:path w="10424160" h="2944495">
                  <a:moveTo>
                    <a:pt x="7311389" y="2925445"/>
                  </a:moveTo>
                  <a:lnTo>
                    <a:pt x="7306056" y="2925445"/>
                  </a:lnTo>
                  <a:lnTo>
                    <a:pt x="7301864" y="2929712"/>
                  </a:lnTo>
                  <a:lnTo>
                    <a:pt x="7301864" y="2940227"/>
                  </a:lnTo>
                  <a:lnTo>
                    <a:pt x="7306056" y="2944495"/>
                  </a:lnTo>
                  <a:lnTo>
                    <a:pt x="7311389" y="2944495"/>
                  </a:lnTo>
                  <a:lnTo>
                    <a:pt x="7311389" y="2925445"/>
                  </a:lnTo>
                  <a:close/>
                </a:path>
                <a:path w="10424160" h="2944495">
                  <a:moveTo>
                    <a:pt x="7316597" y="2925445"/>
                  </a:moveTo>
                  <a:lnTo>
                    <a:pt x="7311389" y="2925445"/>
                  </a:lnTo>
                  <a:lnTo>
                    <a:pt x="7311389" y="2944495"/>
                  </a:lnTo>
                  <a:lnTo>
                    <a:pt x="7316597" y="2944495"/>
                  </a:lnTo>
                  <a:lnTo>
                    <a:pt x="7320914" y="2940227"/>
                  </a:lnTo>
                  <a:lnTo>
                    <a:pt x="7320914" y="2929712"/>
                  </a:lnTo>
                  <a:lnTo>
                    <a:pt x="7316597" y="2925445"/>
                  </a:lnTo>
                  <a:close/>
                </a:path>
                <a:path w="10424160" h="2944495">
                  <a:moveTo>
                    <a:pt x="7273162" y="2925445"/>
                  </a:moveTo>
                  <a:lnTo>
                    <a:pt x="7267956" y="2925445"/>
                  </a:lnTo>
                  <a:lnTo>
                    <a:pt x="7263637" y="2929712"/>
                  </a:lnTo>
                  <a:lnTo>
                    <a:pt x="7263637" y="2940227"/>
                  </a:lnTo>
                  <a:lnTo>
                    <a:pt x="7267956" y="2944495"/>
                  </a:lnTo>
                  <a:lnTo>
                    <a:pt x="7273162" y="2944495"/>
                  </a:lnTo>
                  <a:lnTo>
                    <a:pt x="7273162" y="2925445"/>
                  </a:lnTo>
                  <a:close/>
                </a:path>
                <a:path w="10424160" h="2944495">
                  <a:moveTo>
                    <a:pt x="7278497" y="2925445"/>
                  </a:moveTo>
                  <a:lnTo>
                    <a:pt x="7273289" y="2925445"/>
                  </a:lnTo>
                  <a:lnTo>
                    <a:pt x="7273289" y="2944495"/>
                  </a:lnTo>
                  <a:lnTo>
                    <a:pt x="7278497" y="2944495"/>
                  </a:lnTo>
                  <a:lnTo>
                    <a:pt x="7282814" y="2940227"/>
                  </a:lnTo>
                  <a:lnTo>
                    <a:pt x="7282814" y="2929712"/>
                  </a:lnTo>
                  <a:lnTo>
                    <a:pt x="7278497" y="2925445"/>
                  </a:lnTo>
                  <a:close/>
                </a:path>
                <a:path w="10424160" h="2944495">
                  <a:moveTo>
                    <a:pt x="7235062" y="2925445"/>
                  </a:moveTo>
                  <a:lnTo>
                    <a:pt x="7229856" y="2925445"/>
                  </a:lnTo>
                  <a:lnTo>
                    <a:pt x="7225537" y="2929712"/>
                  </a:lnTo>
                  <a:lnTo>
                    <a:pt x="7225537" y="2940227"/>
                  </a:lnTo>
                  <a:lnTo>
                    <a:pt x="7229856" y="2944495"/>
                  </a:lnTo>
                  <a:lnTo>
                    <a:pt x="7235062" y="2944495"/>
                  </a:lnTo>
                  <a:lnTo>
                    <a:pt x="7235062" y="2925445"/>
                  </a:lnTo>
                  <a:close/>
                </a:path>
                <a:path w="10424160" h="2944495">
                  <a:moveTo>
                    <a:pt x="7240397" y="2925445"/>
                  </a:moveTo>
                  <a:lnTo>
                    <a:pt x="7235062" y="2925445"/>
                  </a:lnTo>
                  <a:lnTo>
                    <a:pt x="7235062" y="2944495"/>
                  </a:lnTo>
                  <a:lnTo>
                    <a:pt x="7240397" y="2944495"/>
                  </a:lnTo>
                  <a:lnTo>
                    <a:pt x="7244587" y="2940227"/>
                  </a:lnTo>
                  <a:lnTo>
                    <a:pt x="7244587" y="2929712"/>
                  </a:lnTo>
                  <a:lnTo>
                    <a:pt x="7240397" y="2925445"/>
                  </a:lnTo>
                  <a:close/>
                </a:path>
                <a:path w="10424160" h="2944495">
                  <a:moveTo>
                    <a:pt x="7196962" y="2925445"/>
                  </a:moveTo>
                  <a:lnTo>
                    <a:pt x="7191756" y="2925445"/>
                  </a:lnTo>
                  <a:lnTo>
                    <a:pt x="7187437" y="2929712"/>
                  </a:lnTo>
                  <a:lnTo>
                    <a:pt x="7187437" y="2940227"/>
                  </a:lnTo>
                  <a:lnTo>
                    <a:pt x="7191756" y="2944495"/>
                  </a:lnTo>
                  <a:lnTo>
                    <a:pt x="7196962" y="2944495"/>
                  </a:lnTo>
                  <a:lnTo>
                    <a:pt x="7196962" y="2925445"/>
                  </a:lnTo>
                  <a:close/>
                </a:path>
                <a:path w="10424160" h="2944495">
                  <a:moveTo>
                    <a:pt x="7202297" y="2925445"/>
                  </a:moveTo>
                  <a:lnTo>
                    <a:pt x="7196962" y="2925445"/>
                  </a:lnTo>
                  <a:lnTo>
                    <a:pt x="7196962" y="2944495"/>
                  </a:lnTo>
                  <a:lnTo>
                    <a:pt x="7202297" y="2944495"/>
                  </a:lnTo>
                  <a:lnTo>
                    <a:pt x="7206487" y="2940227"/>
                  </a:lnTo>
                  <a:lnTo>
                    <a:pt x="7206487" y="2929712"/>
                  </a:lnTo>
                  <a:lnTo>
                    <a:pt x="7202297" y="2925445"/>
                  </a:lnTo>
                  <a:close/>
                </a:path>
                <a:path w="10424160" h="2944495">
                  <a:moveTo>
                    <a:pt x="7158862" y="2925445"/>
                  </a:moveTo>
                  <a:lnTo>
                    <a:pt x="7153656" y="2925445"/>
                  </a:lnTo>
                  <a:lnTo>
                    <a:pt x="7149337" y="2929712"/>
                  </a:lnTo>
                  <a:lnTo>
                    <a:pt x="7149337" y="2940227"/>
                  </a:lnTo>
                  <a:lnTo>
                    <a:pt x="7153656" y="2944495"/>
                  </a:lnTo>
                  <a:lnTo>
                    <a:pt x="7158862" y="2944495"/>
                  </a:lnTo>
                  <a:lnTo>
                    <a:pt x="7158862" y="2925445"/>
                  </a:lnTo>
                  <a:close/>
                </a:path>
                <a:path w="10424160" h="2944495">
                  <a:moveTo>
                    <a:pt x="7164197" y="2925445"/>
                  </a:moveTo>
                  <a:lnTo>
                    <a:pt x="7158862" y="2925445"/>
                  </a:lnTo>
                  <a:lnTo>
                    <a:pt x="7158862" y="2944495"/>
                  </a:lnTo>
                  <a:lnTo>
                    <a:pt x="7164197" y="2944495"/>
                  </a:lnTo>
                  <a:lnTo>
                    <a:pt x="7168387" y="2940227"/>
                  </a:lnTo>
                  <a:lnTo>
                    <a:pt x="7168387" y="2929712"/>
                  </a:lnTo>
                  <a:lnTo>
                    <a:pt x="7164197" y="2925445"/>
                  </a:lnTo>
                  <a:close/>
                </a:path>
                <a:path w="10424160" h="2944495">
                  <a:moveTo>
                    <a:pt x="7120762" y="2925445"/>
                  </a:moveTo>
                  <a:lnTo>
                    <a:pt x="7115429" y="2925445"/>
                  </a:lnTo>
                  <a:lnTo>
                    <a:pt x="7111237" y="2929712"/>
                  </a:lnTo>
                  <a:lnTo>
                    <a:pt x="7111237" y="2940227"/>
                  </a:lnTo>
                  <a:lnTo>
                    <a:pt x="7115429" y="2944495"/>
                  </a:lnTo>
                  <a:lnTo>
                    <a:pt x="7120762" y="2944495"/>
                  </a:lnTo>
                  <a:lnTo>
                    <a:pt x="7120762" y="2925445"/>
                  </a:lnTo>
                  <a:close/>
                </a:path>
                <a:path w="10424160" h="2944495">
                  <a:moveTo>
                    <a:pt x="7125969" y="2925445"/>
                  </a:moveTo>
                  <a:lnTo>
                    <a:pt x="7120762" y="2925445"/>
                  </a:lnTo>
                  <a:lnTo>
                    <a:pt x="7120762" y="2944495"/>
                  </a:lnTo>
                  <a:lnTo>
                    <a:pt x="7125969" y="2944495"/>
                  </a:lnTo>
                  <a:lnTo>
                    <a:pt x="7130287" y="2940227"/>
                  </a:lnTo>
                  <a:lnTo>
                    <a:pt x="7130287" y="2929712"/>
                  </a:lnTo>
                  <a:lnTo>
                    <a:pt x="7125969" y="2925445"/>
                  </a:lnTo>
                  <a:close/>
                </a:path>
                <a:path w="10424160" h="2944495">
                  <a:moveTo>
                    <a:pt x="7082662" y="2925445"/>
                  </a:moveTo>
                  <a:lnTo>
                    <a:pt x="7077329" y="2925445"/>
                  </a:lnTo>
                  <a:lnTo>
                    <a:pt x="7073137" y="2929712"/>
                  </a:lnTo>
                  <a:lnTo>
                    <a:pt x="7073137" y="2940227"/>
                  </a:lnTo>
                  <a:lnTo>
                    <a:pt x="7077329" y="2944495"/>
                  </a:lnTo>
                  <a:lnTo>
                    <a:pt x="7082662" y="2944495"/>
                  </a:lnTo>
                  <a:lnTo>
                    <a:pt x="7082662" y="2925445"/>
                  </a:lnTo>
                  <a:close/>
                </a:path>
                <a:path w="10424160" h="2944495">
                  <a:moveTo>
                    <a:pt x="7087869" y="2925445"/>
                  </a:moveTo>
                  <a:lnTo>
                    <a:pt x="7082662" y="2925445"/>
                  </a:lnTo>
                  <a:lnTo>
                    <a:pt x="7082662" y="2944495"/>
                  </a:lnTo>
                  <a:lnTo>
                    <a:pt x="7087869" y="2944495"/>
                  </a:lnTo>
                  <a:lnTo>
                    <a:pt x="7092187" y="2940227"/>
                  </a:lnTo>
                  <a:lnTo>
                    <a:pt x="7092187" y="2929712"/>
                  </a:lnTo>
                  <a:lnTo>
                    <a:pt x="7087869" y="2925445"/>
                  </a:lnTo>
                  <a:close/>
                </a:path>
                <a:path w="10424160" h="2944495">
                  <a:moveTo>
                    <a:pt x="7044562" y="2925445"/>
                  </a:moveTo>
                  <a:lnTo>
                    <a:pt x="7039229" y="2925445"/>
                  </a:lnTo>
                  <a:lnTo>
                    <a:pt x="7035037" y="2929712"/>
                  </a:lnTo>
                  <a:lnTo>
                    <a:pt x="7035037" y="2940227"/>
                  </a:lnTo>
                  <a:lnTo>
                    <a:pt x="7039229" y="2944495"/>
                  </a:lnTo>
                  <a:lnTo>
                    <a:pt x="7044562" y="2944495"/>
                  </a:lnTo>
                  <a:lnTo>
                    <a:pt x="7044562" y="2925445"/>
                  </a:lnTo>
                  <a:close/>
                </a:path>
                <a:path w="10424160" h="2944495">
                  <a:moveTo>
                    <a:pt x="7049769" y="2925445"/>
                  </a:moveTo>
                  <a:lnTo>
                    <a:pt x="7044562" y="2925445"/>
                  </a:lnTo>
                  <a:lnTo>
                    <a:pt x="7044562" y="2944495"/>
                  </a:lnTo>
                  <a:lnTo>
                    <a:pt x="7049769" y="2944495"/>
                  </a:lnTo>
                  <a:lnTo>
                    <a:pt x="7054087" y="2940227"/>
                  </a:lnTo>
                  <a:lnTo>
                    <a:pt x="7054087" y="2929712"/>
                  </a:lnTo>
                  <a:lnTo>
                    <a:pt x="7049769" y="2925445"/>
                  </a:lnTo>
                  <a:close/>
                </a:path>
                <a:path w="10424160" h="2944495">
                  <a:moveTo>
                    <a:pt x="7006335" y="2925445"/>
                  </a:moveTo>
                  <a:lnTo>
                    <a:pt x="7001129" y="2925445"/>
                  </a:lnTo>
                  <a:lnTo>
                    <a:pt x="6996810" y="2929712"/>
                  </a:lnTo>
                  <a:lnTo>
                    <a:pt x="6996810" y="2940227"/>
                  </a:lnTo>
                  <a:lnTo>
                    <a:pt x="7001129" y="2944495"/>
                  </a:lnTo>
                  <a:lnTo>
                    <a:pt x="7006335" y="2944495"/>
                  </a:lnTo>
                  <a:lnTo>
                    <a:pt x="7006335" y="2925445"/>
                  </a:lnTo>
                  <a:close/>
                </a:path>
                <a:path w="10424160" h="2944495">
                  <a:moveTo>
                    <a:pt x="7011669" y="2925445"/>
                  </a:moveTo>
                  <a:lnTo>
                    <a:pt x="7006462" y="2925445"/>
                  </a:lnTo>
                  <a:lnTo>
                    <a:pt x="7006462" y="2944495"/>
                  </a:lnTo>
                  <a:lnTo>
                    <a:pt x="7011669" y="2944495"/>
                  </a:lnTo>
                  <a:lnTo>
                    <a:pt x="7015987" y="2940227"/>
                  </a:lnTo>
                  <a:lnTo>
                    <a:pt x="7015987" y="2929712"/>
                  </a:lnTo>
                  <a:lnTo>
                    <a:pt x="7011669" y="2925445"/>
                  </a:lnTo>
                  <a:close/>
                </a:path>
                <a:path w="10424160" h="2944495">
                  <a:moveTo>
                    <a:pt x="6968235" y="2925445"/>
                  </a:moveTo>
                  <a:lnTo>
                    <a:pt x="6963029" y="2925445"/>
                  </a:lnTo>
                  <a:lnTo>
                    <a:pt x="6958710" y="2929712"/>
                  </a:lnTo>
                  <a:lnTo>
                    <a:pt x="6958710" y="2940227"/>
                  </a:lnTo>
                  <a:lnTo>
                    <a:pt x="6963029" y="2944495"/>
                  </a:lnTo>
                  <a:lnTo>
                    <a:pt x="6968235" y="2944495"/>
                  </a:lnTo>
                  <a:lnTo>
                    <a:pt x="6968235" y="2925445"/>
                  </a:lnTo>
                  <a:close/>
                </a:path>
                <a:path w="10424160" h="2944495">
                  <a:moveTo>
                    <a:pt x="6973569" y="2925445"/>
                  </a:moveTo>
                  <a:lnTo>
                    <a:pt x="6968235" y="2925445"/>
                  </a:lnTo>
                  <a:lnTo>
                    <a:pt x="6968235" y="2944495"/>
                  </a:lnTo>
                  <a:lnTo>
                    <a:pt x="6973569" y="2944495"/>
                  </a:lnTo>
                  <a:lnTo>
                    <a:pt x="6977760" y="2940227"/>
                  </a:lnTo>
                  <a:lnTo>
                    <a:pt x="6977760" y="2929712"/>
                  </a:lnTo>
                  <a:lnTo>
                    <a:pt x="6973569" y="2925445"/>
                  </a:lnTo>
                  <a:close/>
                </a:path>
                <a:path w="10424160" h="2944495">
                  <a:moveTo>
                    <a:pt x="6930135" y="2925445"/>
                  </a:moveTo>
                  <a:lnTo>
                    <a:pt x="6924929" y="2925445"/>
                  </a:lnTo>
                  <a:lnTo>
                    <a:pt x="6920610" y="2929712"/>
                  </a:lnTo>
                  <a:lnTo>
                    <a:pt x="6920610" y="2940227"/>
                  </a:lnTo>
                  <a:lnTo>
                    <a:pt x="6924929" y="2944495"/>
                  </a:lnTo>
                  <a:lnTo>
                    <a:pt x="6930135" y="2944495"/>
                  </a:lnTo>
                  <a:lnTo>
                    <a:pt x="6930135" y="2925445"/>
                  </a:lnTo>
                  <a:close/>
                </a:path>
                <a:path w="10424160" h="2944495">
                  <a:moveTo>
                    <a:pt x="6935469" y="2925445"/>
                  </a:moveTo>
                  <a:lnTo>
                    <a:pt x="6930135" y="2925445"/>
                  </a:lnTo>
                  <a:lnTo>
                    <a:pt x="6930135" y="2944495"/>
                  </a:lnTo>
                  <a:lnTo>
                    <a:pt x="6935469" y="2944495"/>
                  </a:lnTo>
                  <a:lnTo>
                    <a:pt x="6939660" y="2940227"/>
                  </a:lnTo>
                  <a:lnTo>
                    <a:pt x="6939660" y="2929712"/>
                  </a:lnTo>
                  <a:lnTo>
                    <a:pt x="6935469" y="2925445"/>
                  </a:lnTo>
                  <a:close/>
                </a:path>
                <a:path w="10424160" h="2944495">
                  <a:moveTo>
                    <a:pt x="6892035" y="2925445"/>
                  </a:moveTo>
                  <a:lnTo>
                    <a:pt x="6886829" y="2925445"/>
                  </a:lnTo>
                  <a:lnTo>
                    <a:pt x="6882510" y="2929712"/>
                  </a:lnTo>
                  <a:lnTo>
                    <a:pt x="6882510" y="2940227"/>
                  </a:lnTo>
                  <a:lnTo>
                    <a:pt x="6886829" y="2944495"/>
                  </a:lnTo>
                  <a:lnTo>
                    <a:pt x="6892035" y="2944495"/>
                  </a:lnTo>
                  <a:lnTo>
                    <a:pt x="6892035" y="2925445"/>
                  </a:lnTo>
                  <a:close/>
                </a:path>
                <a:path w="10424160" h="2944495">
                  <a:moveTo>
                    <a:pt x="6897369" y="2925445"/>
                  </a:moveTo>
                  <a:lnTo>
                    <a:pt x="6892035" y="2925445"/>
                  </a:lnTo>
                  <a:lnTo>
                    <a:pt x="6892035" y="2944495"/>
                  </a:lnTo>
                  <a:lnTo>
                    <a:pt x="6897369" y="2944495"/>
                  </a:lnTo>
                  <a:lnTo>
                    <a:pt x="6901560" y="2940227"/>
                  </a:lnTo>
                  <a:lnTo>
                    <a:pt x="6901560" y="2929712"/>
                  </a:lnTo>
                  <a:lnTo>
                    <a:pt x="6897369" y="2925445"/>
                  </a:lnTo>
                  <a:close/>
                </a:path>
                <a:path w="10424160" h="2944495">
                  <a:moveTo>
                    <a:pt x="6853935" y="2925445"/>
                  </a:moveTo>
                  <a:lnTo>
                    <a:pt x="6848602" y="2925445"/>
                  </a:lnTo>
                  <a:lnTo>
                    <a:pt x="6844410" y="2929712"/>
                  </a:lnTo>
                  <a:lnTo>
                    <a:pt x="6844410" y="2940227"/>
                  </a:lnTo>
                  <a:lnTo>
                    <a:pt x="6848602" y="2944495"/>
                  </a:lnTo>
                  <a:lnTo>
                    <a:pt x="6853935" y="2944495"/>
                  </a:lnTo>
                  <a:lnTo>
                    <a:pt x="6853935" y="2925445"/>
                  </a:lnTo>
                  <a:close/>
                </a:path>
                <a:path w="10424160" h="2944495">
                  <a:moveTo>
                    <a:pt x="6859142" y="2925445"/>
                  </a:moveTo>
                  <a:lnTo>
                    <a:pt x="6853935" y="2925445"/>
                  </a:lnTo>
                  <a:lnTo>
                    <a:pt x="6853935" y="2944495"/>
                  </a:lnTo>
                  <a:lnTo>
                    <a:pt x="6859142" y="2944495"/>
                  </a:lnTo>
                  <a:lnTo>
                    <a:pt x="6863460" y="2940227"/>
                  </a:lnTo>
                  <a:lnTo>
                    <a:pt x="6863460" y="2929712"/>
                  </a:lnTo>
                  <a:lnTo>
                    <a:pt x="6859142" y="2925445"/>
                  </a:lnTo>
                  <a:close/>
                </a:path>
                <a:path w="10424160" h="2944495">
                  <a:moveTo>
                    <a:pt x="6815835" y="2925445"/>
                  </a:moveTo>
                  <a:lnTo>
                    <a:pt x="6810502" y="2925445"/>
                  </a:lnTo>
                  <a:lnTo>
                    <a:pt x="6806310" y="2929712"/>
                  </a:lnTo>
                  <a:lnTo>
                    <a:pt x="6806310" y="2940227"/>
                  </a:lnTo>
                  <a:lnTo>
                    <a:pt x="6810502" y="2944495"/>
                  </a:lnTo>
                  <a:lnTo>
                    <a:pt x="6815835" y="2944495"/>
                  </a:lnTo>
                  <a:lnTo>
                    <a:pt x="6815835" y="2925445"/>
                  </a:lnTo>
                  <a:close/>
                </a:path>
                <a:path w="10424160" h="2944495">
                  <a:moveTo>
                    <a:pt x="6821042" y="2925445"/>
                  </a:moveTo>
                  <a:lnTo>
                    <a:pt x="6815835" y="2925445"/>
                  </a:lnTo>
                  <a:lnTo>
                    <a:pt x="6815835" y="2944495"/>
                  </a:lnTo>
                  <a:lnTo>
                    <a:pt x="6821042" y="2944495"/>
                  </a:lnTo>
                  <a:lnTo>
                    <a:pt x="6825360" y="2940227"/>
                  </a:lnTo>
                  <a:lnTo>
                    <a:pt x="6825360" y="2929712"/>
                  </a:lnTo>
                  <a:lnTo>
                    <a:pt x="6821042" y="2925445"/>
                  </a:lnTo>
                  <a:close/>
                </a:path>
                <a:path w="10424160" h="2944495">
                  <a:moveTo>
                    <a:pt x="6777735" y="2925445"/>
                  </a:moveTo>
                  <a:lnTo>
                    <a:pt x="6772402" y="2925445"/>
                  </a:lnTo>
                  <a:lnTo>
                    <a:pt x="6768210" y="2929712"/>
                  </a:lnTo>
                  <a:lnTo>
                    <a:pt x="6768210" y="2940227"/>
                  </a:lnTo>
                  <a:lnTo>
                    <a:pt x="6772402" y="2944495"/>
                  </a:lnTo>
                  <a:lnTo>
                    <a:pt x="6777735" y="2944495"/>
                  </a:lnTo>
                  <a:lnTo>
                    <a:pt x="6777735" y="2925445"/>
                  </a:lnTo>
                  <a:close/>
                </a:path>
                <a:path w="10424160" h="2944495">
                  <a:moveTo>
                    <a:pt x="6782942" y="2925445"/>
                  </a:moveTo>
                  <a:lnTo>
                    <a:pt x="6777735" y="2925445"/>
                  </a:lnTo>
                  <a:lnTo>
                    <a:pt x="6777735" y="2944495"/>
                  </a:lnTo>
                  <a:lnTo>
                    <a:pt x="6782942" y="2944495"/>
                  </a:lnTo>
                  <a:lnTo>
                    <a:pt x="6787260" y="2940227"/>
                  </a:lnTo>
                  <a:lnTo>
                    <a:pt x="6787260" y="2929712"/>
                  </a:lnTo>
                  <a:lnTo>
                    <a:pt x="6782942" y="2925445"/>
                  </a:lnTo>
                  <a:close/>
                </a:path>
                <a:path w="10424160" h="2944495">
                  <a:moveTo>
                    <a:pt x="6739508" y="2925445"/>
                  </a:moveTo>
                  <a:lnTo>
                    <a:pt x="6734302" y="2925445"/>
                  </a:lnTo>
                  <a:lnTo>
                    <a:pt x="6729983" y="2929712"/>
                  </a:lnTo>
                  <a:lnTo>
                    <a:pt x="6729983" y="2940227"/>
                  </a:lnTo>
                  <a:lnTo>
                    <a:pt x="6734302" y="2944495"/>
                  </a:lnTo>
                  <a:lnTo>
                    <a:pt x="6739508" y="2944495"/>
                  </a:lnTo>
                  <a:lnTo>
                    <a:pt x="6739508" y="2925445"/>
                  </a:lnTo>
                  <a:close/>
                </a:path>
                <a:path w="10424160" h="2944495">
                  <a:moveTo>
                    <a:pt x="6744842" y="2925445"/>
                  </a:moveTo>
                  <a:lnTo>
                    <a:pt x="6739635" y="2925445"/>
                  </a:lnTo>
                  <a:lnTo>
                    <a:pt x="6739635" y="2944495"/>
                  </a:lnTo>
                  <a:lnTo>
                    <a:pt x="6744842" y="2944495"/>
                  </a:lnTo>
                  <a:lnTo>
                    <a:pt x="6749160" y="2940227"/>
                  </a:lnTo>
                  <a:lnTo>
                    <a:pt x="6749160" y="2929712"/>
                  </a:lnTo>
                  <a:lnTo>
                    <a:pt x="6744842" y="2925445"/>
                  </a:lnTo>
                  <a:close/>
                </a:path>
                <a:path w="10424160" h="2944495">
                  <a:moveTo>
                    <a:pt x="6701408" y="2925445"/>
                  </a:moveTo>
                  <a:lnTo>
                    <a:pt x="6696202" y="2925445"/>
                  </a:lnTo>
                  <a:lnTo>
                    <a:pt x="6691883" y="2929712"/>
                  </a:lnTo>
                  <a:lnTo>
                    <a:pt x="6691883" y="2940227"/>
                  </a:lnTo>
                  <a:lnTo>
                    <a:pt x="6696202" y="2944495"/>
                  </a:lnTo>
                  <a:lnTo>
                    <a:pt x="6701408" y="2944495"/>
                  </a:lnTo>
                  <a:lnTo>
                    <a:pt x="6701408" y="2925445"/>
                  </a:lnTo>
                  <a:close/>
                </a:path>
                <a:path w="10424160" h="2944495">
                  <a:moveTo>
                    <a:pt x="6706742" y="2925445"/>
                  </a:moveTo>
                  <a:lnTo>
                    <a:pt x="6701408" y="2925445"/>
                  </a:lnTo>
                  <a:lnTo>
                    <a:pt x="6701408" y="2944495"/>
                  </a:lnTo>
                  <a:lnTo>
                    <a:pt x="6706742" y="2944495"/>
                  </a:lnTo>
                  <a:lnTo>
                    <a:pt x="6710933" y="2940227"/>
                  </a:lnTo>
                  <a:lnTo>
                    <a:pt x="6710933" y="2929712"/>
                  </a:lnTo>
                  <a:lnTo>
                    <a:pt x="6706742" y="2925445"/>
                  </a:lnTo>
                  <a:close/>
                </a:path>
                <a:path w="10424160" h="2944495">
                  <a:moveTo>
                    <a:pt x="6663308" y="2925445"/>
                  </a:moveTo>
                  <a:lnTo>
                    <a:pt x="6658102" y="2925445"/>
                  </a:lnTo>
                  <a:lnTo>
                    <a:pt x="6653783" y="2929712"/>
                  </a:lnTo>
                  <a:lnTo>
                    <a:pt x="6653783" y="2940227"/>
                  </a:lnTo>
                  <a:lnTo>
                    <a:pt x="6658102" y="2944495"/>
                  </a:lnTo>
                  <a:lnTo>
                    <a:pt x="6663308" y="2944495"/>
                  </a:lnTo>
                  <a:lnTo>
                    <a:pt x="6663308" y="2925445"/>
                  </a:lnTo>
                  <a:close/>
                </a:path>
                <a:path w="10424160" h="2944495">
                  <a:moveTo>
                    <a:pt x="6668642" y="2925445"/>
                  </a:moveTo>
                  <a:lnTo>
                    <a:pt x="6663308" y="2925445"/>
                  </a:lnTo>
                  <a:lnTo>
                    <a:pt x="6663308" y="2944495"/>
                  </a:lnTo>
                  <a:lnTo>
                    <a:pt x="6668642" y="2944495"/>
                  </a:lnTo>
                  <a:lnTo>
                    <a:pt x="6672833" y="2940227"/>
                  </a:lnTo>
                  <a:lnTo>
                    <a:pt x="6672833" y="2929712"/>
                  </a:lnTo>
                  <a:lnTo>
                    <a:pt x="6668642" y="2925445"/>
                  </a:lnTo>
                  <a:close/>
                </a:path>
                <a:path w="10424160" h="2944495">
                  <a:moveTo>
                    <a:pt x="6625208" y="2925445"/>
                  </a:moveTo>
                  <a:lnTo>
                    <a:pt x="6619875" y="2925445"/>
                  </a:lnTo>
                  <a:lnTo>
                    <a:pt x="6615683" y="2929712"/>
                  </a:lnTo>
                  <a:lnTo>
                    <a:pt x="6615683" y="2940227"/>
                  </a:lnTo>
                  <a:lnTo>
                    <a:pt x="6619875" y="2944495"/>
                  </a:lnTo>
                  <a:lnTo>
                    <a:pt x="6625208" y="2944495"/>
                  </a:lnTo>
                  <a:lnTo>
                    <a:pt x="6625208" y="2925445"/>
                  </a:lnTo>
                  <a:close/>
                </a:path>
                <a:path w="10424160" h="2944495">
                  <a:moveTo>
                    <a:pt x="6630415" y="2925445"/>
                  </a:moveTo>
                  <a:lnTo>
                    <a:pt x="6625208" y="2925445"/>
                  </a:lnTo>
                  <a:lnTo>
                    <a:pt x="6625208" y="2944495"/>
                  </a:lnTo>
                  <a:lnTo>
                    <a:pt x="6630415" y="2944495"/>
                  </a:lnTo>
                  <a:lnTo>
                    <a:pt x="6634733" y="2940227"/>
                  </a:lnTo>
                  <a:lnTo>
                    <a:pt x="6634733" y="2929712"/>
                  </a:lnTo>
                  <a:lnTo>
                    <a:pt x="6630415" y="2925445"/>
                  </a:lnTo>
                  <a:close/>
                </a:path>
                <a:path w="10424160" h="2944495">
                  <a:moveTo>
                    <a:pt x="6587108" y="2925445"/>
                  </a:moveTo>
                  <a:lnTo>
                    <a:pt x="6581775" y="2925445"/>
                  </a:lnTo>
                  <a:lnTo>
                    <a:pt x="6577583" y="2929712"/>
                  </a:lnTo>
                  <a:lnTo>
                    <a:pt x="6577583" y="2940227"/>
                  </a:lnTo>
                  <a:lnTo>
                    <a:pt x="6581775" y="2944495"/>
                  </a:lnTo>
                  <a:lnTo>
                    <a:pt x="6587108" y="2944495"/>
                  </a:lnTo>
                  <a:lnTo>
                    <a:pt x="6587108" y="2925445"/>
                  </a:lnTo>
                  <a:close/>
                </a:path>
                <a:path w="10424160" h="2944495">
                  <a:moveTo>
                    <a:pt x="6592315" y="2925445"/>
                  </a:moveTo>
                  <a:lnTo>
                    <a:pt x="6587108" y="2925445"/>
                  </a:lnTo>
                  <a:lnTo>
                    <a:pt x="6587108" y="2944495"/>
                  </a:lnTo>
                  <a:lnTo>
                    <a:pt x="6592315" y="2944495"/>
                  </a:lnTo>
                  <a:lnTo>
                    <a:pt x="6596633" y="2940227"/>
                  </a:lnTo>
                  <a:lnTo>
                    <a:pt x="6596633" y="2929712"/>
                  </a:lnTo>
                  <a:lnTo>
                    <a:pt x="6592315" y="2925445"/>
                  </a:lnTo>
                  <a:close/>
                </a:path>
                <a:path w="10424160" h="2944495">
                  <a:moveTo>
                    <a:pt x="6549008" y="2925445"/>
                  </a:moveTo>
                  <a:lnTo>
                    <a:pt x="6543675" y="2925445"/>
                  </a:lnTo>
                  <a:lnTo>
                    <a:pt x="6539483" y="2929712"/>
                  </a:lnTo>
                  <a:lnTo>
                    <a:pt x="6539483" y="2940227"/>
                  </a:lnTo>
                  <a:lnTo>
                    <a:pt x="6543675" y="2944495"/>
                  </a:lnTo>
                  <a:lnTo>
                    <a:pt x="6549008" y="2944495"/>
                  </a:lnTo>
                  <a:lnTo>
                    <a:pt x="6549008" y="2925445"/>
                  </a:lnTo>
                  <a:close/>
                </a:path>
                <a:path w="10424160" h="2944495">
                  <a:moveTo>
                    <a:pt x="6554215" y="2925445"/>
                  </a:moveTo>
                  <a:lnTo>
                    <a:pt x="6549008" y="2925445"/>
                  </a:lnTo>
                  <a:lnTo>
                    <a:pt x="6549008" y="2944495"/>
                  </a:lnTo>
                  <a:lnTo>
                    <a:pt x="6554215" y="2944495"/>
                  </a:lnTo>
                  <a:lnTo>
                    <a:pt x="6558533" y="2940227"/>
                  </a:lnTo>
                  <a:lnTo>
                    <a:pt x="6558533" y="2929712"/>
                  </a:lnTo>
                  <a:lnTo>
                    <a:pt x="6554215" y="2925445"/>
                  </a:lnTo>
                  <a:close/>
                </a:path>
                <a:path w="10424160" h="2944495">
                  <a:moveTo>
                    <a:pt x="6510782" y="2925445"/>
                  </a:moveTo>
                  <a:lnTo>
                    <a:pt x="6505575" y="2925445"/>
                  </a:lnTo>
                  <a:lnTo>
                    <a:pt x="6501257" y="2929712"/>
                  </a:lnTo>
                  <a:lnTo>
                    <a:pt x="6501257" y="2940227"/>
                  </a:lnTo>
                  <a:lnTo>
                    <a:pt x="6505575" y="2944495"/>
                  </a:lnTo>
                  <a:lnTo>
                    <a:pt x="6510782" y="2944495"/>
                  </a:lnTo>
                  <a:lnTo>
                    <a:pt x="6510782" y="2925445"/>
                  </a:lnTo>
                  <a:close/>
                </a:path>
                <a:path w="10424160" h="2944495">
                  <a:moveTo>
                    <a:pt x="6516115" y="2925445"/>
                  </a:moveTo>
                  <a:lnTo>
                    <a:pt x="6510908" y="2925445"/>
                  </a:lnTo>
                  <a:lnTo>
                    <a:pt x="6510908" y="2944495"/>
                  </a:lnTo>
                  <a:lnTo>
                    <a:pt x="6516115" y="2944495"/>
                  </a:lnTo>
                  <a:lnTo>
                    <a:pt x="6520433" y="2940227"/>
                  </a:lnTo>
                  <a:lnTo>
                    <a:pt x="6520433" y="2929712"/>
                  </a:lnTo>
                  <a:lnTo>
                    <a:pt x="6516115" y="2925445"/>
                  </a:lnTo>
                  <a:close/>
                </a:path>
                <a:path w="10424160" h="2944495">
                  <a:moveTo>
                    <a:pt x="6472682" y="2925445"/>
                  </a:moveTo>
                  <a:lnTo>
                    <a:pt x="6467475" y="2925445"/>
                  </a:lnTo>
                  <a:lnTo>
                    <a:pt x="6463157" y="2929712"/>
                  </a:lnTo>
                  <a:lnTo>
                    <a:pt x="6463157" y="2940227"/>
                  </a:lnTo>
                  <a:lnTo>
                    <a:pt x="6467475" y="2944495"/>
                  </a:lnTo>
                  <a:lnTo>
                    <a:pt x="6472682" y="2944495"/>
                  </a:lnTo>
                  <a:lnTo>
                    <a:pt x="6472682" y="2925445"/>
                  </a:lnTo>
                  <a:close/>
                </a:path>
                <a:path w="10424160" h="2944495">
                  <a:moveTo>
                    <a:pt x="6478016" y="2925445"/>
                  </a:moveTo>
                  <a:lnTo>
                    <a:pt x="6472682" y="2925445"/>
                  </a:lnTo>
                  <a:lnTo>
                    <a:pt x="6472682" y="2944495"/>
                  </a:lnTo>
                  <a:lnTo>
                    <a:pt x="6478016" y="2944495"/>
                  </a:lnTo>
                  <a:lnTo>
                    <a:pt x="6482207" y="2940227"/>
                  </a:lnTo>
                  <a:lnTo>
                    <a:pt x="6482207" y="2929712"/>
                  </a:lnTo>
                  <a:lnTo>
                    <a:pt x="6478016" y="2925445"/>
                  </a:lnTo>
                  <a:close/>
                </a:path>
                <a:path w="10424160" h="2944495">
                  <a:moveTo>
                    <a:pt x="6434582" y="2925445"/>
                  </a:moveTo>
                  <a:lnTo>
                    <a:pt x="6429375" y="2925445"/>
                  </a:lnTo>
                  <a:lnTo>
                    <a:pt x="6425057" y="2929712"/>
                  </a:lnTo>
                  <a:lnTo>
                    <a:pt x="6425057" y="2940227"/>
                  </a:lnTo>
                  <a:lnTo>
                    <a:pt x="6429375" y="2944495"/>
                  </a:lnTo>
                  <a:lnTo>
                    <a:pt x="6434582" y="2944495"/>
                  </a:lnTo>
                  <a:lnTo>
                    <a:pt x="6434582" y="2925445"/>
                  </a:lnTo>
                  <a:close/>
                </a:path>
                <a:path w="10424160" h="2944495">
                  <a:moveTo>
                    <a:pt x="6439916" y="2925445"/>
                  </a:moveTo>
                  <a:lnTo>
                    <a:pt x="6434582" y="2925445"/>
                  </a:lnTo>
                  <a:lnTo>
                    <a:pt x="6434582" y="2944495"/>
                  </a:lnTo>
                  <a:lnTo>
                    <a:pt x="6439916" y="2944495"/>
                  </a:lnTo>
                  <a:lnTo>
                    <a:pt x="6444107" y="2940227"/>
                  </a:lnTo>
                  <a:lnTo>
                    <a:pt x="6444107" y="2929712"/>
                  </a:lnTo>
                  <a:lnTo>
                    <a:pt x="6439916" y="2925445"/>
                  </a:lnTo>
                  <a:close/>
                </a:path>
                <a:path w="10424160" h="2944495">
                  <a:moveTo>
                    <a:pt x="6396482" y="2925445"/>
                  </a:moveTo>
                  <a:lnTo>
                    <a:pt x="6391275" y="2925445"/>
                  </a:lnTo>
                  <a:lnTo>
                    <a:pt x="6386957" y="2929712"/>
                  </a:lnTo>
                  <a:lnTo>
                    <a:pt x="6386957" y="2940227"/>
                  </a:lnTo>
                  <a:lnTo>
                    <a:pt x="6391275" y="2944495"/>
                  </a:lnTo>
                  <a:lnTo>
                    <a:pt x="6396482" y="2944495"/>
                  </a:lnTo>
                  <a:lnTo>
                    <a:pt x="6396482" y="2925445"/>
                  </a:lnTo>
                  <a:close/>
                </a:path>
                <a:path w="10424160" h="2944495">
                  <a:moveTo>
                    <a:pt x="6401816" y="2925445"/>
                  </a:moveTo>
                  <a:lnTo>
                    <a:pt x="6396482" y="2925445"/>
                  </a:lnTo>
                  <a:lnTo>
                    <a:pt x="6396482" y="2944495"/>
                  </a:lnTo>
                  <a:lnTo>
                    <a:pt x="6401816" y="2944495"/>
                  </a:lnTo>
                  <a:lnTo>
                    <a:pt x="6406007" y="2940227"/>
                  </a:lnTo>
                  <a:lnTo>
                    <a:pt x="6406007" y="2929712"/>
                  </a:lnTo>
                  <a:lnTo>
                    <a:pt x="6401816" y="2925445"/>
                  </a:lnTo>
                  <a:close/>
                </a:path>
                <a:path w="10424160" h="2944495">
                  <a:moveTo>
                    <a:pt x="6358382" y="2925445"/>
                  </a:moveTo>
                  <a:lnTo>
                    <a:pt x="6353048" y="2925445"/>
                  </a:lnTo>
                  <a:lnTo>
                    <a:pt x="6348857" y="2929712"/>
                  </a:lnTo>
                  <a:lnTo>
                    <a:pt x="6348857" y="2940227"/>
                  </a:lnTo>
                  <a:lnTo>
                    <a:pt x="6353048" y="2944495"/>
                  </a:lnTo>
                  <a:lnTo>
                    <a:pt x="6358382" y="2944495"/>
                  </a:lnTo>
                  <a:lnTo>
                    <a:pt x="6358382" y="2925445"/>
                  </a:lnTo>
                  <a:close/>
                </a:path>
                <a:path w="10424160" h="2944495">
                  <a:moveTo>
                    <a:pt x="6363589" y="2925445"/>
                  </a:moveTo>
                  <a:lnTo>
                    <a:pt x="6358382" y="2925445"/>
                  </a:lnTo>
                  <a:lnTo>
                    <a:pt x="6358382" y="2944495"/>
                  </a:lnTo>
                  <a:lnTo>
                    <a:pt x="6363589" y="2944495"/>
                  </a:lnTo>
                  <a:lnTo>
                    <a:pt x="6367907" y="2940227"/>
                  </a:lnTo>
                  <a:lnTo>
                    <a:pt x="6367907" y="2929712"/>
                  </a:lnTo>
                  <a:lnTo>
                    <a:pt x="6363589" y="2925445"/>
                  </a:lnTo>
                  <a:close/>
                </a:path>
                <a:path w="10424160" h="2944495">
                  <a:moveTo>
                    <a:pt x="6320282" y="2925445"/>
                  </a:moveTo>
                  <a:lnTo>
                    <a:pt x="6314948" y="2925445"/>
                  </a:lnTo>
                  <a:lnTo>
                    <a:pt x="6310757" y="2929712"/>
                  </a:lnTo>
                  <a:lnTo>
                    <a:pt x="6310757" y="2940227"/>
                  </a:lnTo>
                  <a:lnTo>
                    <a:pt x="6314948" y="2944495"/>
                  </a:lnTo>
                  <a:lnTo>
                    <a:pt x="6320282" y="2944495"/>
                  </a:lnTo>
                  <a:lnTo>
                    <a:pt x="6320282" y="2925445"/>
                  </a:lnTo>
                  <a:close/>
                </a:path>
                <a:path w="10424160" h="2944495">
                  <a:moveTo>
                    <a:pt x="6325489" y="2925445"/>
                  </a:moveTo>
                  <a:lnTo>
                    <a:pt x="6320282" y="2925445"/>
                  </a:lnTo>
                  <a:lnTo>
                    <a:pt x="6320282" y="2944495"/>
                  </a:lnTo>
                  <a:lnTo>
                    <a:pt x="6325489" y="2944495"/>
                  </a:lnTo>
                  <a:lnTo>
                    <a:pt x="6329807" y="2940227"/>
                  </a:lnTo>
                  <a:lnTo>
                    <a:pt x="6329807" y="2929712"/>
                  </a:lnTo>
                  <a:lnTo>
                    <a:pt x="6325489" y="2925445"/>
                  </a:lnTo>
                  <a:close/>
                </a:path>
                <a:path w="10424160" h="2944495">
                  <a:moveTo>
                    <a:pt x="6282182" y="2925445"/>
                  </a:moveTo>
                  <a:lnTo>
                    <a:pt x="6276848" y="2925445"/>
                  </a:lnTo>
                  <a:lnTo>
                    <a:pt x="6272657" y="2929712"/>
                  </a:lnTo>
                  <a:lnTo>
                    <a:pt x="6272657" y="2940227"/>
                  </a:lnTo>
                  <a:lnTo>
                    <a:pt x="6276848" y="2944495"/>
                  </a:lnTo>
                  <a:lnTo>
                    <a:pt x="6282182" y="2944495"/>
                  </a:lnTo>
                  <a:lnTo>
                    <a:pt x="6282182" y="2925445"/>
                  </a:lnTo>
                  <a:close/>
                </a:path>
                <a:path w="10424160" h="2944495">
                  <a:moveTo>
                    <a:pt x="6287389" y="2925445"/>
                  </a:moveTo>
                  <a:lnTo>
                    <a:pt x="6282182" y="2925445"/>
                  </a:lnTo>
                  <a:lnTo>
                    <a:pt x="6282182" y="2944495"/>
                  </a:lnTo>
                  <a:lnTo>
                    <a:pt x="6287389" y="2944495"/>
                  </a:lnTo>
                  <a:lnTo>
                    <a:pt x="6291707" y="2940227"/>
                  </a:lnTo>
                  <a:lnTo>
                    <a:pt x="6291707" y="2929712"/>
                  </a:lnTo>
                  <a:lnTo>
                    <a:pt x="6287389" y="2925445"/>
                  </a:lnTo>
                  <a:close/>
                </a:path>
                <a:path w="10424160" h="2944495">
                  <a:moveTo>
                    <a:pt x="6243955" y="2925445"/>
                  </a:moveTo>
                  <a:lnTo>
                    <a:pt x="6238748" y="2925445"/>
                  </a:lnTo>
                  <a:lnTo>
                    <a:pt x="6234430" y="2929712"/>
                  </a:lnTo>
                  <a:lnTo>
                    <a:pt x="6234430" y="2940227"/>
                  </a:lnTo>
                  <a:lnTo>
                    <a:pt x="6238748" y="2944495"/>
                  </a:lnTo>
                  <a:lnTo>
                    <a:pt x="6243955" y="2944495"/>
                  </a:lnTo>
                  <a:lnTo>
                    <a:pt x="6243955" y="2925445"/>
                  </a:lnTo>
                  <a:close/>
                </a:path>
                <a:path w="10424160" h="2944495">
                  <a:moveTo>
                    <a:pt x="6249289" y="2925445"/>
                  </a:moveTo>
                  <a:lnTo>
                    <a:pt x="6244082" y="2925445"/>
                  </a:lnTo>
                  <a:lnTo>
                    <a:pt x="6244082" y="2944495"/>
                  </a:lnTo>
                  <a:lnTo>
                    <a:pt x="6249289" y="2944495"/>
                  </a:lnTo>
                  <a:lnTo>
                    <a:pt x="6253607" y="2940227"/>
                  </a:lnTo>
                  <a:lnTo>
                    <a:pt x="6253607" y="2929712"/>
                  </a:lnTo>
                  <a:lnTo>
                    <a:pt x="6249289" y="2925445"/>
                  </a:lnTo>
                  <a:close/>
                </a:path>
                <a:path w="10424160" h="2944495">
                  <a:moveTo>
                    <a:pt x="6205855" y="2925445"/>
                  </a:moveTo>
                  <a:lnTo>
                    <a:pt x="6200648" y="2925445"/>
                  </a:lnTo>
                  <a:lnTo>
                    <a:pt x="6196330" y="2929712"/>
                  </a:lnTo>
                  <a:lnTo>
                    <a:pt x="6196330" y="2940227"/>
                  </a:lnTo>
                  <a:lnTo>
                    <a:pt x="6200648" y="2944495"/>
                  </a:lnTo>
                  <a:lnTo>
                    <a:pt x="6205855" y="2944495"/>
                  </a:lnTo>
                  <a:lnTo>
                    <a:pt x="6205855" y="2925445"/>
                  </a:lnTo>
                  <a:close/>
                </a:path>
                <a:path w="10424160" h="2944495">
                  <a:moveTo>
                    <a:pt x="6211189" y="2925445"/>
                  </a:moveTo>
                  <a:lnTo>
                    <a:pt x="6205855" y="2925445"/>
                  </a:lnTo>
                  <a:lnTo>
                    <a:pt x="6205855" y="2944495"/>
                  </a:lnTo>
                  <a:lnTo>
                    <a:pt x="6211189" y="2944495"/>
                  </a:lnTo>
                  <a:lnTo>
                    <a:pt x="6215380" y="2940227"/>
                  </a:lnTo>
                  <a:lnTo>
                    <a:pt x="6215380" y="2929712"/>
                  </a:lnTo>
                  <a:lnTo>
                    <a:pt x="6211189" y="2925445"/>
                  </a:lnTo>
                  <a:close/>
                </a:path>
                <a:path w="10424160" h="2944495">
                  <a:moveTo>
                    <a:pt x="6167755" y="2925445"/>
                  </a:moveTo>
                  <a:lnTo>
                    <a:pt x="6162548" y="2925445"/>
                  </a:lnTo>
                  <a:lnTo>
                    <a:pt x="6158230" y="2929712"/>
                  </a:lnTo>
                  <a:lnTo>
                    <a:pt x="6158230" y="2940227"/>
                  </a:lnTo>
                  <a:lnTo>
                    <a:pt x="6162548" y="2944495"/>
                  </a:lnTo>
                  <a:lnTo>
                    <a:pt x="6167755" y="2944495"/>
                  </a:lnTo>
                  <a:lnTo>
                    <a:pt x="6167755" y="2925445"/>
                  </a:lnTo>
                  <a:close/>
                </a:path>
                <a:path w="10424160" h="2944495">
                  <a:moveTo>
                    <a:pt x="6173089" y="2925445"/>
                  </a:moveTo>
                  <a:lnTo>
                    <a:pt x="6167755" y="2925445"/>
                  </a:lnTo>
                  <a:lnTo>
                    <a:pt x="6167755" y="2944495"/>
                  </a:lnTo>
                  <a:lnTo>
                    <a:pt x="6173089" y="2944495"/>
                  </a:lnTo>
                  <a:lnTo>
                    <a:pt x="6177280" y="2940227"/>
                  </a:lnTo>
                  <a:lnTo>
                    <a:pt x="6177280" y="2929712"/>
                  </a:lnTo>
                  <a:lnTo>
                    <a:pt x="6173089" y="2925445"/>
                  </a:lnTo>
                  <a:close/>
                </a:path>
                <a:path w="10424160" h="2944495">
                  <a:moveTo>
                    <a:pt x="6129655" y="2925445"/>
                  </a:moveTo>
                  <a:lnTo>
                    <a:pt x="6124321" y="2925445"/>
                  </a:lnTo>
                  <a:lnTo>
                    <a:pt x="6120130" y="2929712"/>
                  </a:lnTo>
                  <a:lnTo>
                    <a:pt x="6120130" y="2940227"/>
                  </a:lnTo>
                  <a:lnTo>
                    <a:pt x="6124321" y="2944495"/>
                  </a:lnTo>
                  <a:lnTo>
                    <a:pt x="6129655" y="2944495"/>
                  </a:lnTo>
                  <a:lnTo>
                    <a:pt x="6129655" y="2925445"/>
                  </a:lnTo>
                  <a:close/>
                </a:path>
                <a:path w="10424160" h="2944495">
                  <a:moveTo>
                    <a:pt x="6134862" y="2925445"/>
                  </a:moveTo>
                  <a:lnTo>
                    <a:pt x="6129655" y="2925445"/>
                  </a:lnTo>
                  <a:lnTo>
                    <a:pt x="6129655" y="2944495"/>
                  </a:lnTo>
                  <a:lnTo>
                    <a:pt x="6134862" y="2944495"/>
                  </a:lnTo>
                  <a:lnTo>
                    <a:pt x="6139180" y="2940227"/>
                  </a:lnTo>
                  <a:lnTo>
                    <a:pt x="6139180" y="2929712"/>
                  </a:lnTo>
                  <a:lnTo>
                    <a:pt x="6134862" y="2925445"/>
                  </a:lnTo>
                  <a:close/>
                </a:path>
                <a:path w="10424160" h="2944495">
                  <a:moveTo>
                    <a:pt x="6091555" y="2925445"/>
                  </a:moveTo>
                  <a:lnTo>
                    <a:pt x="6086221" y="2925445"/>
                  </a:lnTo>
                  <a:lnTo>
                    <a:pt x="6082030" y="2929712"/>
                  </a:lnTo>
                  <a:lnTo>
                    <a:pt x="6082030" y="2940227"/>
                  </a:lnTo>
                  <a:lnTo>
                    <a:pt x="6086221" y="2944495"/>
                  </a:lnTo>
                  <a:lnTo>
                    <a:pt x="6091555" y="2944495"/>
                  </a:lnTo>
                  <a:lnTo>
                    <a:pt x="6091555" y="2925445"/>
                  </a:lnTo>
                  <a:close/>
                </a:path>
                <a:path w="10424160" h="2944495">
                  <a:moveTo>
                    <a:pt x="6096762" y="2925445"/>
                  </a:moveTo>
                  <a:lnTo>
                    <a:pt x="6091555" y="2925445"/>
                  </a:lnTo>
                  <a:lnTo>
                    <a:pt x="6091555" y="2944495"/>
                  </a:lnTo>
                  <a:lnTo>
                    <a:pt x="6096762" y="2944495"/>
                  </a:lnTo>
                  <a:lnTo>
                    <a:pt x="6101080" y="2940227"/>
                  </a:lnTo>
                  <a:lnTo>
                    <a:pt x="6101080" y="2929712"/>
                  </a:lnTo>
                  <a:lnTo>
                    <a:pt x="6096762" y="2925445"/>
                  </a:lnTo>
                  <a:close/>
                </a:path>
                <a:path w="10424160" h="2944495">
                  <a:moveTo>
                    <a:pt x="6053455" y="2925445"/>
                  </a:moveTo>
                  <a:lnTo>
                    <a:pt x="6048121" y="2925445"/>
                  </a:lnTo>
                  <a:lnTo>
                    <a:pt x="6043930" y="2929712"/>
                  </a:lnTo>
                  <a:lnTo>
                    <a:pt x="6043930" y="2940227"/>
                  </a:lnTo>
                  <a:lnTo>
                    <a:pt x="6048121" y="2944495"/>
                  </a:lnTo>
                  <a:lnTo>
                    <a:pt x="6053455" y="2944495"/>
                  </a:lnTo>
                  <a:lnTo>
                    <a:pt x="6053455" y="2925445"/>
                  </a:lnTo>
                  <a:close/>
                </a:path>
                <a:path w="10424160" h="2944495">
                  <a:moveTo>
                    <a:pt x="6058662" y="2925445"/>
                  </a:moveTo>
                  <a:lnTo>
                    <a:pt x="6053455" y="2925445"/>
                  </a:lnTo>
                  <a:lnTo>
                    <a:pt x="6053455" y="2944495"/>
                  </a:lnTo>
                  <a:lnTo>
                    <a:pt x="6058662" y="2944495"/>
                  </a:lnTo>
                  <a:lnTo>
                    <a:pt x="6062980" y="2940227"/>
                  </a:lnTo>
                  <a:lnTo>
                    <a:pt x="6062980" y="2929712"/>
                  </a:lnTo>
                  <a:lnTo>
                    <a:pt x="6058662" y="2925445"/>
                  </a:lnTo>
                  <a:close/>
                </a:path>
                <a:path w="10424160" h="2944495">
                  <a:moveTo>
                    <a:pt x="6015228" y="2925445"/>
                  </a:moveTo>
                  <a:lnTo>
                    <a:pt x="6010021" y="2925445"/>
                  </a:lnTo>
                  <a:lnTo>
                    <a:pt x="6005703" y="2929712"/>
                  </a:lnTo>
                  <a:lnTo>
                    <a:pt x="6005703" y="2940227"/>
                  </a:lnTo>
                  <a:lnTo>
                    <a:pt x="6010021" y="2944495"/>
                  </a:lnTo>
                  <a:lnTo>
                    <a:pt x="6015228" y="2944495"/>
                  </a:lnTo>
                  <a:lnTo>
                    <a:pt x="6015228" y="2925445"/>
                  </a:lnTo>
                  <a:close/>
                </a:path>
                <a:path w="10424160" h="2944495">
                  <a:moveTo>
                    <a:pt x="6020562" y="2925445"/>
                  </a:moveTo>
                  <a:lnTo>
                    <a:pt x="6015355" y="2925445"/>
                  </a:lnTo>
                  <a:lnTo>
                    <a:pt x="6015355" y="2944495"/>
                  </a:lnTo>
                  <a:lnTo>
                    <a:pt x="6020562" y="2944495"/>
                  </a:lnTo>
                  <a:lnTo>
                    <a:pt x="6024880" y="2940227"/>
                  </a:lnTo>
                  <a:lnTo>
                    <a:pt x="6024880" y="2929712"/>
                  </a:lnTo>
                  <a:lnTo>
                    <a:pt x="6020562" y="2925445"/>
                  </a:lnTo>
                  <a:close/>
                </a:path>
                <a:path w="10424160" h="2944495">
                  <a:moveTo>
                    <a:pt x="5977128" y="2925445"/>
                  </a:moveTo>
                  <a:lnTo>
                    <a:pt x="5971921" y="2925445"/>
                  </a:lnTo>
                  <a:lnTo>
                    <a:pt x="5967603" y="2929712"/>
                  </a:lnTo>
                  <a:lnTo>
                    <a:pt x="5967603" y="2940227"/>
                  </a:lnTo>
                  <a:lnTo>
                    <a:pt x="5971921" y="2944495"/>
                  </a:lnTo>
                  <a:lnTo>
                    <a:pt x="5977128" y="2944495"/>
                  </a:lnTo>
                  <a:lnTo>
                    <a:pt x="5977128" y="2925445"/>
                  </a:lnTo>
                  <a:close/>
                </a:path>
                <a:path w="10424160" h="2944495">
                  <a:moveTo>
                    <a:pt x="5982462" y="2925445"/>
                  </a:moveTo>
                  <a:lnTo>
                    <a:pt x="5977128" y="2925445"/>
                  </a:lnTo>
                  <a:lnTo>
                    <a:pt x="5977128" y="2944495"/>
                  </a:lnTo>
                  <a:lnTo>
                    <a:pt x="5982462" y="2944495"/>
                  </a:lnTo>
                  <a:lnTo>
                    <a:pt x="5986653" y="2940227"/>
                  </a:lnTo>
                  <a:lnTo>
                    <a:pt x="5986653" y="2929712"/>
                  </a:lnTo>
                  <a:lnTo>
                    <a:pt x="5982462" y="2925445"/>
                  </a:lnTo>
                  <a:close/>
                </a:path>
                <a:path w="10424160" h="2944495">
                  <a:moveTo>
                    <a:pt x="5939028" y="2925445"/>
                  </a:moveTo>
                  <a:lnTo>
                    <a:pt x="5933821" y="2925445"/>
                  </a:lnTo>
                  <a:lnTo>
                    <a:pt x="5929503" y="2929712"/>
                  </a:lnTo>
                  <a:lnTo>
                    <a:pt x="5929503" y="2940227"/>
                  </a:lnTo>
                  <a:lnTo>
                    <a:pt x="5933821" y="2944495"/>
                  </a:lnTo>
                  <a:lnTo>
                    <a:pt x="5939028" y="2944495"/>
                  </a:lnTo>
                  <a:lnTo>
                    <a:pt x="5939028" y="2925445"/>
                  </a:lnTo>
                  <a:close/>
                </a:path>
                <a:path w="10424160" h="2944495">
                  <a:moveTo>
                    <a:pt x="5944362" y="2925445"/>
                  </a:moveTo>
                  <a:lnTo>
                    <a:pt x="5939028" y="2925445"/>
                  </a:lnTo>
                  <a:lnTo>
                    <a:pt x="5939028" y="2944495"/>
                  </a:lnTo>
                  <a:lnTo>
                    <a:pt x="5944362" y="2944495"/>
                  </a:lnTo>
                  <a:lnTo>
                    <a:pt x="5948553" y="2940227"/>
                  </a:lnTo>
                  <a:lnTo>
                    <a:pt x="5948553" y="2929712"/>
                  </a:lnTo>
                  <a:lnTo>
                    <a:pt x="5944362" y="2925445"/>
                  </a:lnTo>
                  <a:close/>
                </a:path>
                <a:path w="10424160" h="2944495">
                  <a:moveTo>
                    <a:pt x="5900928" y="2925445"/>
                  </a:moveTo>
                  <a:lnTo>
                    <a:pt x="5895721" y="2925445"/>
                  </a:lnTo>
                  <a:lnTo>
                    <a:pt x="5891403" y="2929712"/>
                  </a:lnTo>
                  <a:lnTo>
                    <a:pt x="5891403" y="2940227"/>
                  </a:lnTo>
                  <a:lnTo>
                    <a:pt x="5895721" y="2944495"/>
                  </a:lnTo>
                  <a:lnTo>
                    <a:pt x="5900928" y="2944495"/>
                  </a:lnTo>
                  <a:lnTo>
                    <a:pt x="5900928" y="2925445"/>
                  </a:lnTo>
                  <a:close/>
                </a:path>
                <a:path w="10424160" h="2944495">
                  <a:moveTo>
                    <a:pt x="5906262" y="2925445"/>
                  </a:moveTo>
                  <a:lnTo>
                    <a:pt x="5900928" y="2925445"/>
                  </a:lnTo>
                  <a:lnTo>
                    <a:pt x="5900928" y="2944495"/>
                  </a:lnTo>
                  <a:lnTo>
                    <a:pt x="5906262" y="2944495"/>
                  </a:lnTo>
                  <a:lnTo>
                    <a:pt x="5910453" y="2940227"/>
                  </a:lnTo>
                  <a:lnTo>
                    <a:pt x="5910453" y="2929712"/>
                  </a:lnTo>
                  <a:lnTo>
                    <a:pt x="5906262" y="2925445"/>
                  </a:lnTo>
                  <a:close/>
                </a:path>
                <a:path w="10424160" h="2944495">
                  <a:moveTo>
                    <a:pt x="5862828" y="2925445"/>
                  </a:moveTo>
                  <a:lnTo>
                    <a:pt x="5857494" y="2925445"/>
                  </a:lnTo>
                  <a:lnTo>
                    <a:pt x="5853303" y="2929712"/>
                  </a:lnTo>
                  <a:lnTo>
                    <a:pt x="5853303" y="2940227"/>
                  </a:lnTo>
                  <a:lnTo>
                    <a:pt x="5857494" y="2944495"/>
                  </a:lnTo>
                  <a:lnTo>
                    <a:pt x="5862828" y="2944495"/>
                  </a:lnTo>
                  <a:lnTo>
                    <a:pt x="5862828" y="2925445"/>
                  </a:lnTo>
                  <a:close/>
                </a:path>
                <a:path w="10424160" h="2944495">
                  <a:moveTo>
                    <a:pt x="5868035" y="2925445"/>
                  </a:moveTo>
                  <a:lnTo>
                    <a:pt x="5862828" y="2925445"/>
                  </a:lnTo>
                  <a:lnTo>
                    <a:pt x="5862828" y="2944495"/>
                  </a:lnTo>
                  <a:lnTo>
                    <a:pt x="5868035" y="2944495"/>
                  </a:lnTo>
                  <a:lnTo>
                    <a:pt x="5872353" y="2940227"/>
                  </a:lnTo>
                  <a:lnTo>
                    <a:pt x="5872353" y="2929712"/>
                  </a:lnTo>
                  <a:lnTo>
                    <a:pt x="5868035" y="2925445"/>
                  </a:lnTo>
                  <a:close/>
                </a:path>
                <a:path w="10424160" h="2944495">
                  <a:moveTo>
                    <a:pt x="5824728" y="2925445"/>
                  </a:moveTo>
                  <a:lnTo>
                    <a:pt x="5819394" y="2925445"/>
                  </a:lnTo>
                  <a:lnTo>
                    <a:pt x="5815203" y="2929712"/>
                  </a:lnTo>
                  <a:lnTo>
                    <a:pt x="5815203" y="2940227"/>
                  </a:lnTo>
                  <a:lnTo>
                    <a:pt x="5819394" y="2944495"/>
                  </a:lnTo>
                  <a:lnTo>
                    <a:pt x="5824728" y="2944495"/>
                  </a:lnTo>
                  <a:lnTo>
                    <a:pt x="5824728" y="2925445"/>
                  </a:lnTo>
                  <a:close/>
                </a:path>
                <a:path w="10424160" h="2944495">
                  <a:moveTo>
                    <a:pt x="5829935" y="2925445"/>
                  </a:moveTo>
                  <a:lnTo>
                    <a:pt x="5824728" y="2925445"/>
                  </a:lnTo>
                  <a:lnTo>
                    <a:pt x="5824728" y="2944495"/>
                  </a:lnTo>
                  <a:lnTo>
                    <a:pt x="5829935" y="2944495"/>
                  </a:lnTo>
                  <a:lnTo>
                    <a:pt x="5834253" y="2940227"/>
                  </a:lnTo>
                  <a:lnTo>
                    <a:pt x="5834253" y="2929712"/>
                  </a:lnTo>
                  <a:lnTo>
                    <a:pt x="5829935" y="2925445"/>
                  </a:lnTo>
                  <a:close/>
                </a:path>
                <a:path w="10424160" h="2944495">
                  <a:moveTo>
                    <a:pt x="5786628" y="2925445"/>
                  </a:moveTo>
                  <a:lnTo>
                    <a:pt x="5781294" y="2925445"/>
                  </a:lnTo>
                  <a:lnTo>
                    <a:pt x="5777103" y="2929712"/>
                  </a:lnTo>
                  <a:lnTo>
                    <a:pt x="5777103" y="2940227"/>
                  </a:lnTo>
                  <a:lnTo>
                    <a:pt x="5781294" y="2944495"/>
                  </a:lnTo>
                  <a:lnTo>
                    <a:pt x="5786628" y="2944495"/>
                  </a:lnTo>
                  <a:lnTo>
                    <a:pt x="5786628" y="2925445"/>
                  </a:lnTo>
                  <a:close/>
                </a:path>
                <a:path w="10424160" h="2944495">
                  <a:moveTo>
                    <a:pt x="5791835" y="2925445"/>
                  </a:moveTo>
                  <a:lnTo>
                    <a:pt x="5786628" y="2925445"/>
                  </a:lnTo>
                  <a:lnTo>
                    <a:pt x="5786628" y="2944495"/>
                  </a:lnTo>
                  <a:lnTo>
                    <a:pt x="5791835" y="2944495"/>
                  </a:lnTo>
                  <a:lnTo>
                    <a:pt x="5796153" y="2940227"/>
                  </a:lnTo>
                  <a:lnTo>
                    <a:pt x="5796153" y="2929712"/>
                  </a:lnTo>
                  <a:lnTo>
                    <a:pt x="5791835" y="2925445"/>
                  </a:lnTo>
                  <a:close/>
                </a:path>
                <a:path w="10424160" h="2944495">
                  <a:moveTo>
                    <a:pt x="5748401" y="2925445"/>
                  </a:moveTo>
                  <a:lnTo>
                    <a:pt x="5743194" y="2925445"/>
                  </a:lnTo>
                  <a:lnTo>
                    <a:pt x="5738876" y="2929712"/>
                  </a:lnTo>
                  <a:lnTo>
                    <a:pt x="5738876" y="2940227"/>
                  </a:lnTo>
                  <a:lnTo>
                    <a:pt x="5743194" y="2944495"/>
                  </a:lnTo>
                  <a:lnTo>
                    <a:pt x="5748401" y="2944495"/>
                  </a:lnTo>
                  <a:lnTo>
                    <a:pt x="5748401" y="2925445"/>
                  </a:lnTo>
                  <a:close/>
                </a:path>
                <a:path w="10424160" h="2944495">
                  <a:moveTo>
                    <a:pt x="5748528" y="2938145"/>
                  </a:moveTo>
                  <a:lnTo>
                    <a:pt x="5748401" y="2938145"/>
                  </a:lnTo>
                  <a:lnTo>
                    <a:pt x="5748401" y="2944495"/>
                  </a:lnTo>
                  <a:lnTo>
                    <a:pt x="5748528" y="2944495"/>
                  </a:lnTo>
                  <a:lnTo>
                    <a:pt x="5748528" y="2938145"/>
                  </a:lnTo>
                  <a:close/>
                </a:path>
                <a:path w="10424160" h="2944495">
                  <a:moveTo>
                    <a:pt x="5753735" y="2925445"/>
                  </a:moveTo>
                  <a:lnTo>
                    <a:pt x="5748528" y="2925445"/>
                  </a:lnTo>
                  <a:lnTo>
                    <a:pt x="5748528" y="2944495"/>
                  </a:lnTo>
                  <a:lnTo>
                    <a:pt x="5753735" y="2944495"/>
                  </a:lnTo>
                  <a:lnTo>
                    <a:pt x="5758053" y="2940227"/>
                  </a:lnTo>
                  <a:lnTo>
                    <a:pt x="5758053" y="2929712"/>
                  </a:lnTo>
                  <a:lnTo>
                    <a:pt x="5753735" y="2925445"/>
                  </a:lnTo>
                  <a:close/>
                </a:path>
                <a:path w="10424160" h="2944495">
                  <a:moveTo>
                    <a:pt x="5748528" y="2925445"/>
                  </a:moveTo>
                  <a:lnTo>
                    <a:pt x="5748401" y="2925445"/>
                  </a:lnTo>
                  <a:lnTo>
                    <a:pt x="5748401" y="2931795"/>
                  </a:lnTo>
                  <a:lnTo>
                    <a:pt x="5748528" y="2931795"/>
                  </a:lnTo>
                  <a:lnTo>
                    <a:pt x="5748528" y="2925445"/>
                  </a:lnTo>
                  <a:close/>
                </a:path>
                <a:path w="10424160" h="2944495">
                  <a:moveTo>
                    <a:pt x="5710301" y="2925445"/>
                  </a:moveTo>
                  <a:lnTo>
                    <a:pt x="5705094" y="2925445"/>
                  </a:lnTo>
                  <a:lnTo>
                    <a:pt x="5700776" y="2929712"/>
                  </a:lnTo>
                  <a:lnTo>
                    <a:pt x="5700776" y="2940227"/>
                  </a:lnTo>
                  <a:lnTo>
                    <a:pt x="5705094" y="2944495"/>
                  </a:lnTo>
                  <a:lnTo>
                    <a:pt x="5710301" y="2944495"/>
                  </a:lnTo>
                  <a:lnTo>
                    <a:pt x="5710301" y="2925445"/>
                  </a:lnTo>
                  <a:close/>
                </a:path>
                <a:path w="10424160" h="2944495">
                  <a:moveTo>
                    <a:pt x="5715635" y="2925445"/>
                  </a:moveTo>
                  <a:lnTo>
                    <a:pt x="5710301" y="2925445"/>
                  </a:lnTo>
                  <a:lnTo>
                    <a:pt x="5710301" y="2944495"/>
                  </a:lnTo>
                  <a:lnTo>
                    <a:pt x="5715635" y="2944495"/>
                  </a:lnTo>
                  <a:lnTo>
                    <a:pt x="5719826" y="2940227"/>
                  </a:lnTo>
                  <a:lnTo>
                    <a:pt x="5719826" y="2929712"/>
                  </a:lnTo>
                  <a:lnTo>
                    <a:pt x="5715635" y="2925445"/>
                  </a:lnTo>
                  <a:close/>
                </a:path>
                <a:path w="10424160" h="2944495">
                  <a:moveTo>
                    <a:pt x="5672201" y="2925445"/>
                  </a:moveTo>
                  <a:lnTo>
                    <a:pt x="5666994" y="2925445"/>
                  </a:lnTo>
                  <a:lnTo>
                    <a:pt x="5662676" y="2929712"/>
                  </a:lnTo>
                  <a:lnTo>
                    <a:pt x="5662676" y="2940227"/>
                  </a:lnTo>
                  <a:lnTo>
                    <a:pt x="5666994" y="2944495"/>
                  </a:lnTo>
                  <a:lnTo>
                    <a:pt x="5672201" y="2944495"/>
                  </a:lnTo>
                  <a:lnTo>
                    <a:pt x="5672201" y="2925445"/>
                  </a:lnTo>
                  <a:close/>
                </a:path>
                <a:path w="10424160" h="2944495">
                  <a:moveTo>
                    <a:pt x="5677535" y="2925445"/>
                  </a:moveTo>
                  <a:lnTo>
                    <a:pt x="5672201" y="2925445"/>
                  </a:lnTo>
                  <a:lnTo>
                    <a:pt x="5672201" y="2944495"/>
                  </a:lnTo>
                  <a:lnTo>
                    <a:pt x="5677535" y="2944495"/>
                  </a:lnTo>
                  <a:lnTo>
                    <a:pt x="5681726" y="2940227"/>
                  </a:lnTo>
                  <a:lnTo>
                    <a:pt x="5681726" y="2929712"/>
                  </a:lnTo>
                  <a:lnTo>
                    <a:pt x="5677535" y="2925445"/>
                  </a:lnTo>
                  <a:close/>
                </a:path>
                <a:path w="10424160" h="2944495">
                  <a:moveTo>
                    <a:pt x="5634101" y="2925445"/>
                  </a:moveTo>
                  <a:lnTo>
                    <a:pt x="5628767" y="2925445"/>
                  </a:lnTo>
                  <a:lnTo>
                    <a:pt x="5624576" y="2929712"/>
                  </a:lnTo>
                  <a:lnTo>
                    <a:pt x="5624576" y="2940227"/>
                  </a:lnTo>
                  <a:lnTo>
                    <a:pt x="5628767" y="2944495"/>
                  </a:lnTo>
                  <a:lnTo>
                    <a:pt x="5634101" y="2944495"/>
                  </a:lnTo>
                  <a:lnTo>
                    <a:pt x="5634101" y="2925445"/>
                  </a:lnTo>
                  <a:close/>
                </a:path>
                <a:path w="10424160" h="2944495">
                  <a:moveTo>
                    <a:pt x="5639308" y="2925445"/>
                  </a:moveTo>
                  <a:lnTo>
                    <a:pt x="5634101" y="2925445"/>
                  </a:lnTo>
                  <a:lnTo>
                    <a:pt x="5634101" y="2944495"/>
                  </a:lnTo>
                  <a:lnTo>
                    <a:pt x="5639308" y="2944495"/>
                  </a:lnTo>
                  <a:lnTo>
                    <a:pt x="5643626" y="2940227"/>
                  </a:lnTo>
                  <a:lnTo>
                    <a:pt x="5643626" y="2929712"/>
                  </a:lnTo>
                  <a:lnTo>
                    <a:pt x="5639308" y="2925445"/>
                  </a:lnTo>
                  <a:close/>
                </a:path>
                <a:path w="10424160" h="2944495">
                  <a:moveTo>
                    <a:pt x="5596001" y="2925445"/>
                  </a:moveTo>
                  <a:lnTo>
                    <a:pt x="5590667" y="2925445"/>
                  </a:lnTo>
                  <a:lnTo>
                    <a:pt x="5586476" y="2929712"/>
                  </a:lnTo>
                  <a:lnTo>
                    <a:pt x="5586476" y="2940227"/>
                  </a:lnTo>
                  <a:lnTo>
                    <a:pt x="5590667" y="2944495"/>
                  </a:lnTo>
                  <a:lnTo>
                    <a:pt x="5596001" y="2944495"/>
                  </a:lnTo>
                  <a:lnTo>
                    <a:pt x="5596001" y="2925445"/>
                  </a:lnTo>
                  <a:close/>
                </a:path>
                <a:path w="10424160" h="2944495">
                  <a:moveTo>
                    <a:pt x="5601208" y="2925445"/>
                  </a:moveTo>
                  <a:lnTo>
                    <a:pt x="5596001" y="2925445"/>
                  </a:lnTo>
                  <a:lnTo>
                    <a:pt x="5596001" y="2944495"/>
                  </a:lnTo>
                  <a:lnTo>
                    <a:pt x="5601208" y="2944495"/>
                  </a:lnTo>
                  <a:lnTo>
                    <a:pt x="5605526" y="2940227"/>
                  </a:lnTo>
                  <a:lnTo>
                    <a:pt x="5605526" y="2929712"/>
                  </a:lnTo>
                  <a:lnTo>
                    <a:pt x="5601208" y="2925445"/>
                  </a:lnTo>
                  <a:close/>
                </a:path>
                <a:path w="10424160" h="2944495">
                  <a:moveTo>
                    <a:pt x="5557901" y="2925445"/>
                  </a:moveTo>
                  <a:lnTo>
                    <a:pt x="5552567" y="2925445"/>
                  </a:lnTo>
                  <a:lnTo>
                    <a:pt x="5548376" y="2929712"/>
                  </a:lnTo>
                  <a:lnTo>
                    <a:pt x="5548376" y="2940227"/>
                  </a:lnTo>
                  <a:lnTo>
                    <a:pt x="5552567" y="2944495"/>
                  </a:lnTo>
                  <a:lnTo>
                    <a:pt x="5557901" y="2944495"/>
                  </a:lnTo>
                  <a:lnTo>
                    <a:pt x="5557901" y="2925445"/>
                  </a:lnTo>
                  <a:close/>
                </a:path>
                <a:path w="10424160" h="2944495">
                  <a:moveTo>
                    <a:pt x="5563108" y="2925445"/>
                  </a:moveTo>
                  <a:lnTo>
                    <a:pt x="5557901" y="2925445"/>
                  </a:lnTo>
                  <a:lnTo>
                    <a:pt x="5557901" y="2944495"/>
                  </a:lnTo>
                  <a:lnTo>
                    <a:pt x="5563108" y="2944495"/>
                  </a:lnTo>
                  <a:lnTo>
                    <a:pt x="5567426" y="2940227"/>
                  </a:lnTo>
                  <a:lnTo>
                    <a:pt x="5567426" y="2929712"/>
                  </a:lnTo>
                  <a:lnTo>
                    <a:pt x="5563108" y="2925445"/>
                  </a:lnTo>
                  <a:close/>
                </a:path>
                <a:path w="10424160" h="2944495">
                  <a:moveTo>
                    <a:pt x="5519674" y="2925445"/>
                  </a:moveTo>
                  <a:lnTo>
                    <a:pt x="5514467" y="2925445"/>
                  </a:lnTo>
                  <a:lnTo>
                    <a:pt x="5510149" y="2929712"/>
                  </a:lnTo>
                  <a:lnTo>
                    <a:pt x="5510149" y="2940227"/>
                  </a:lnTo>
                  <a:lnTo>
                    <a:pt x="5514467" y="2944495"/>
                  </a:lnTo>
                  <a:lnTo>
                    <a:pt x="5519674" y="2944495"/>
                  </a:lnTo>
                  <a:lnTo>
                    <a:pt x="5519674" y="2925445"/>
                  </a:lnTo>
                  <a:close/>
                </a:path>
                <a:path w="10424160" h="2944495">
                  <a:moveTo>
                    <a:pt x="5525008" y="2925445"/>
                  </a:moveTo>
                  <a:lnTo>
                    <a:pt x="5519801" y="2925445"/>
                  </a:lnTo>
                  <a:lnTo>
                    <a:pt x="5519801" y="2944495"/>
                  </a:lnTo>
                  <a:lnTo>
                    <a:pt x="5525008" y="2944495"/>
                  </a:lnTo>
                  <a:lnTo>
                    <a:pt x="5529326" y="2940227"/>
                  </a:lnTo>
                  <a:lnTo>
                    <a:pt x="5529326" y="2929712"/>
                  </a:lnTo>
                  <a:lnTo>
                    <a:pt x="5525008" y="2925445"/>
                  </a:lnTo>
                  <a:close/>
                </a:path>
                <a:path w="10424160" h="2944495">
                  <a:moveTo>
                    <a:pt x="5481574" y="2925445"/>
                  </a:moveTo>
                  <a:lnTo>
                    <a:pt x="5476367" y="2925445"/>
                  </a:lnTo>
                  <a:lnTo>
                    <a:pt x="5472049" y="2929712"/>
                  </a:lnTo>
                  <a:lnTo>
                    <a:pt x="5472049" y="2940227"/>
                  </a:lnTo>
                  <a:lnTo>
                    <a:pt x="5476367" y="2944495"/>
                  </a:lnTo>
                  <a:lnTo>
                    <a:pt x="5481574" y="2944495"/>
                  </a:lnTo>
                  <a:lnTo>
                    <a:pt x="5481574" y="2925445"/>
                  </a:lnTo>
                  <a:close/>
                </a:path>
                <a:path w="10424160" h="2944495">
                  <a:moveTo>
                    <a:pt x="5486908" y="2925445"/>
                  </a:moveTo>
                  <a:lnTo>
                    <a:pt x="5481574" y="2925445"/>
                  </a:lnTo>
                  <a:lnTo>
                    <a:pt x="5481574" y="2944495"/>
                  </a:lnTo>
                  <a:lnTo>
                    <a:pt x="5486908" y="2944495"/>
                  </a:lnTo>
                  <a:lnTo>
                    <a:pt x="5491099" y="2940227"/>
                  </a:lnTo>
                  <a:lnTo>
                    <a:pt x="5491099" y="2929712"/>
                  </a:lnTo>
                  <a:lnTo>
                    <a:pt x="5486908" y="2925445"/>
                  </a:lnTo>
                  <a:close/>
                </a:path>
                <a:path w="10424160" h="2944495">
                  <a:moveTo>
                    <a:pt x="5443474" y="2925445"/>
                  </a:moveTo>
                  <a:lnTo>
                    <a:pt x="5438267" y="2925445"/>
                  </a:lnTo>
                  <a:lnTo>
                    <a:pt x="5433949" y="2929712"/>
                  </a:lnTo>
                  <a:lnTo>
                    <a:pt x="5433949" y="2940227"/>
                  </a:lnTo>
                  <a:lnTo>
                    <a:pt x="5438267" y="2944495"/>
                  </a:lnTo>
                  <a:lnTo>
                    <a:pt x="5443474" y="2944495"/>
                  </a:lnTo>
                  <a:lnTo>
                    <a:pt x="5443474" y="2925445"/>
                  </a:lnTo>
                  <a:close/>
                </a:path>
                <a:path w="10424160" h="2944495">
                  <a:moveTo>
                    <a:pt x="5448808" y="2925445"/>
                  </a:moveTo>
                  <a:lnTo>
                    <a:pt x="5443474" y="2925445"/>
                  </a:lnTo>
                  <a:lnTo>
                    <a:pt x="5443474" y="2944495"/>
                  </a:lnTo>
                  <a:lnTo>
                    <a:pt x="5448808" y="2944495"/>
                  </a:lnTo>
                  <a:lnTo>
                    <a:pt x="5452999" y="2940227"/>
                  </a:lnTo>
                  <a:lnTo>
                    <a:pt x="5452999" y="2929712"/>
                  </a:lnTo>
                  <a:lnTo>
                    <a:pt x="5448808" y="2925445"/>
                  </a:lnTo>
                  <a:close/>
                </a:path>
                <a:path w="10424160" h="2944495">
                  <a:moveTo>
                    <a:pt x="5405374" y="2925445"/>
                  </a:moveTo>
                  <a:lnTo>
                    <a:pt x="5400167" y="2925445"/>
                  </a:lnTo>
                  <a:lnTo>
                    <a:pt x="5395849" y="2929712"/>
                  </a:lnTo>
                  <a:lnTo>
                    <a:pt x="5395849" y="2940227"/>
                  </a:lnTo>
                  <a:lnTo>
                    <a:pt x="5400167" y="2944495"/>
                  </a:lnTo>
                  <a:lnTo>
                    <a:pt x="5405374" y="2944495"/>
                  </a:lnTo>
                  <a:lnTo>
                    <a:pt x="5405374" y="2925445"/>
                  </a:lnTo>
                  <a:close/>
                </a:path>
                <a:path w="10424160" h="2944495">
                  <a:moveTo>
                    <a:pt x="5410708" y="2925445"/>
                  </a:moveTo>
                  <a:lnTo>
                    <a:pt x="5405374" y="2925445"/>
                  </a:lnTo>
                  <a:lnTo>
                    <a:pt x="5405374" y="2944495"/>
                  </a:lnTo>
                  <a:lnTo>
                    <a:pt x="5410708" y="2944495"/>
                  </a:lnTo>
                  <a:lnTo>
                    <a:pt x="5414899" y="2940227"/>
                  </a:lnTo>
                  <a:lnTo>
                    <a:pt x="5414899" y="2929712"/>
                  </a:lnTo>
                  <a:lnTo>
                    <a:pt x="5410708" y="2925445"/>
                  </a:lnTo>
                  <a:close/>
                </a:path>
                <a:path w="10424160" h="2944495">
                  <a:moveTo>
                    <a:pt x="5367274" y="2925445"/>
                  </a:moveTo>
                  <a:lnTo>
                    <a:pt x="5361940" y="2925445"/>
                  </a:lnTo>
                  <a:lnTo>
                    <a:pt x="5357749" y="2929712"/>
                  </a:lnTo>
                  <a:lnTo>
                    <a:pt x="5357749" y="2940227"/>
                  </a:lnTo>
                  <a:lnTo>
                    <a:pt x="5361940" y="2944495"/>
                  </a:lnTo>
                  <a:lnTo>
                    <a:pt x="5367274" y="2944495"/>
                  </a:lnTo>
                  <a:lnTo>
                    <a:pt x="5367274" y="2925445"/>
                  </a:lnTo>
                  <a:close/>
                </a:path>
                <a:path w="10424160" h="2944495">
                  <a:moveTo>
                    <a:pt x="5372481" y="2925445"/>
                  </a:moveTo>
                  <a:lnTo>
                    <a:pt x="5367274" y="2925445"/>
                  </a:lnTo>
                  <a:lnTo>
                    <a:pt x="5367274" y="2944495"/>
                  </a:lnTo>
                  <a:lnTo>
                    <a:pt x="5372481" y="2944495"/>
                  </a:lnTo>
                  <a:lnTo>
                    <a:pt x="5376799" y="2940227"/>
                  </a:lnTo>
                  <a:lnTo>
                    <a:pt x="5376799" y="2929712"/>
                  </a:lnTo>
                  <a:lnTo>
                    <a:pt x="5372481" y="2925445"/>
                  </a:lnTo>
                  <a:close/>
                </a:path>
                <a:path w="10424160" h="2944495">
                  <a:moveTo>
                    <a:pt x="5329174" y="2925445"/>
                  </a:moveTo>
                  <a:lnTo>
                    <a:pt x="5323840" y="2925445"/>
                  </a:lnTo>
                  <a:lnTo>
                    <a:pt x="5319649" y="2929712"/>
                  </a:lnTo>
                  <a:lnTo>
                    <a:pt x="5319649" y="2940227"/>
                  </a:lnTo>
                  <a:lnTo>
                    <a:pt x="5323840" y="2944495"/>
                  </a:lnTo>
                  <a:lnTo>
                    <a:pt x="5329174" y="2944495"/>
                  </a:lnTo>
                  <a:lnTo>
                    <a:pt x="5329174" y="2925445"/>
                  </a:lnTo>
                  <a:close/>
                </a:path>
                <a:path w="10424160" h="2944495">
                  <a:moveTo>
                    <a:pt x="5334381" y="2925445"/>
                  </a:moveTo>
                  <a:lnTo>
                    <a:pt x="5329174" y="2925445"/>
                  </a:lnTo>
                  <a:lnTo>
                    <a:pt x="5329174" y="2944495"/>
                  </a:lnTo>
                  <a:lnTo>
                    <a:pt x="5334381" y="2944495"/>
                  </a:lnTo>
                  <a:lnTo>
                    <a:pt x="5338699" y="2940227"/>
                  </a:lnTo>
                  <a:lnTo>
                    <a:pt x="5338699" y="2929712"/>
                  </a:lnTo>
                  <a:lnTo>
                    <a:pt x="5334381" y="2925445"/>
                  </a:lnTo>
                  <a:close/>
                </a:path>
                <a:path w="10424160" h="2944495">
                  <a:moveTo>
                    <a:pt x="5291074" y="2925445"/>
                  </a:moveTo>
                  <a:lnTo>
                    <a:pt x="5285740" y="2925445"/>
                  </a:lnTo>
                  <a:lnTo>
                    <a:pt x="5281549" y="2929712"/>
                  </a:lnTo>
                  <a:lnTo>
                    <a:pt x="5281549" y="2940227"/>
                  </a:lnTo>
                  <a:lnTo>
                    <a:pt x="5285740" y="2944495"/>
                  </a:lnTo>
                  <a:lnTo>
                    <a:pt x="5291074" y="2944495"/>
                  </a:lnTo>
                  <a:lnTo>
                    <a:pt x="5291074" y="2925445"/>
                  </a:lnTo>
                  <a:close/>
                </a:path>
                <a:path w="10424160" h="2944495">
                  <a:moveTo>
                    <a:pt x="5296281" y="2925445"/>
                  </a:moveTo>
                  <a:lnTo>
                    <a:pt x="5291074" y="2925445"/>
                  </a:lnTo>
                  <a:lnTo>
                    <a:pt x="5291074" y="2944495"/>
                  </a:lnTo>
                  <a:lnTo>
                    <a:pt x="5296281" y="2944495"/>
                  </a:lnTo>
                  <a:lnTo>
                    <a:pt x="5300599" y="2940227"/>
                  </a:lnTo>
                  <a:lnTo>
                    <a:pt x="5300599" y="2929712"/>
                  </a:lnTo>
                  <a:lnTo>
                    <a:pt x="5296281" y="2925445"/>
                  </a:lnTo>
                  <a:close/>
                </a:path>
                <a:path w="10424160" h="2944495">
                  <a:moveTo>
                    <a:pt x="5252847" y="2925445"/>
                  </a:moveTo>
                  <a:lnTo>
                    <a:pt x="5247640" y="2925445"/>
                  </a:lnTo>
                  <a:lnTo>
                    <a:pt x="5243322" y="2929712"/>
                  </a:lnTo>
                  <a:lnTo>
                    <a:pt x="5243322" y="2940227"/>
                  </a:lnTo>
                  <a:lnTo>
                    <a:pt x="5247640" y="2944495"/>
                  </a:lnTo>
                  <a:lnTo>
                    <a:pt x="5252847" y="2944495"/>
                  </a:lnTo>
                  <a:lnTo>
                    <a:pt x="5252847" y="2925445"/>
                  </a:lnTo>
                  <a:close/>
                </a:path>
                <a:path w="10424160" h="2944495">
                  <a:moveTo>
                    <a:pt x="5258181" y="2925445"/>
                  </a:moveTo>
                  <a:lnTo>
                    <a:pt x="5252974" y="2925445"/>
                  </a:lnTo>
                  <a:lnTo>
                    <a:pt x="5252974" y="2944495"/>
                  </a:lnTo>
                  <a:lnTo>
                    <a:pt x="5258181" y="2944495"/>
                  </a:lnTo>
                  <a:lnTo>
                    <a:pt x="5262499" y="2940227"/>
                  </a:lnTo>
                  <a:lnTo>
                    <a:pt x="5262499" y="2929712"/>
                  </a:lnTo>
                  <a:lnTo>
                    <a:pt x="5258181" y="2925445"/>
                  </a:lnTo>
                  <a:close/>
                </a:path>
                <a:path w="10424160" h="2944495">
                  <a:moveTo>
                    <a:pt x="5214747" y="2925445"/>
                  </a:moveTo>
                  <a:lnTo>
                    <a:pt x="5209540" y="2925445"/>
                  </a:lnTo>
                  <a:lnTo>
                    <a:pt x="5205222" y="2929712"/>
                  </a:lnTo>
                  <a:lnTo>
                    <a:pt x="5205222" y="2940227"/>
                  </a:lnTo>
                  <a:lnTo>
                    <a:pt x="5209540" y="2944495"/>
                  </a:lnTo>
                  <a:lnTo>
                    <a:pt x="5214747" y="2944495"/>
                  </a:lnTo>
                  <a:lnTo>
                    <a:pt x="5214747" y="2925445"/>
                  </a:lnTo>
                  <a:close/>
                </a:path>
                <a:path w="10424160" h="2944495">
                  <a:moveTo>
                    <a:pt x="5220081" y="2925445"/>
                  </a:moveTo>
                  <a:lnTo>
                    <a:pt x="5214747" y="2925445"/>
                  </a:lnTo>
                  <a:lnTo>
                    <a:pt x="5214747" y="2944495"/>
                  </a:lnTo>
                  <a:lnTo>
                    <a:pt x="5220081" y="2944495"/>
                  </a:lnTo>
                  <a:lnTo>
                    <a:pt x="5224272" y="2940227"/>
                  </a:lnTo>
                  <a:lnTo>
                    <a:pt x="5224272" y="2929712"/>
                  </a:lnTo>
                  <a:lnTo>
                    <a:pt x="5220081" y="2925445"/>
                  </a:lnTo>
                  <a:close/>
                </a:path>
                <a:path w="10424160" h="2944495">
                  <a:moveTo>
                    <a:pt x="5176647" y="2925445"/>
                  </a:moveTo>
                  <a:lnTo>
                    <a:pt x="5171440" y="2925445"/>
                  </a:lnTo>
                  <a:lnTo>
                    <a:pt x="5167122" y="2929712"/>
                  </a:lnTo>
                  <a:lnTo>
                    <a:pt x="5167122" y="2940227"/>
                  </a:lnTo>
                  <a:lnTo>
                    <a:pt x="5171440" y="2944495"/>
                  </a:lnTo>
                  <a:lnTo>
                    <a:pt x="5176647" y="2944495"/>
                  </a:lnTo>
                  <a:lnTo>
                    <a:pt x="5176647" y="2925445"/>
                  </a:lnTo>
                  <a:close/>
                </a:path>
                <a:path w="10424160" h="2944495">
                  <a:moveTo>
                    <a:pt x="5181981" y="2925445"/>
                  </a:moveTo>
                  <a:lnTo>
                    <a:pt x="5176647" y="2925445"/>
                  </a:lnTo>
                  <a:lnTo>
                    <a:pt x="5176647" y="2944495"/>
                  </a:lnTo>
                  <a:lnTo>
                    <a:pt x="5181981" y="2944495"/>
                  </a:lnTo>
                  <a:lnTo>
                    <a:pt x="5186172" y="2940227"/>
                  </a:lnTo>
                  <a:lnTo>
                    <a:pt x="5186172" y="2929712"/>
                  </a:lnTo>
                  <a:lnTo>
                    <a:pt x="5181981" y="2925445"/>
                  </a:lnTo>
                  <a:close/>
                </a:path>
                <a:path w="10424160" h="2944495">
                  <a:moveTo>
                    <a:pt x="5138547" y="2925445"/>
                  </a:moveTo>
                  <a:lnTo>
                    <a:pt x="5133213" y="2925445"/>
                  </a:lnTo>
                  <a:lnTo>
                    <a:pt x="5129022" y="2929712"/>
                  </a:lnTo>
                  <a:lnTo>
                    <a:pt x="5129022" y="2940227"/>
                  </a:lnTo>
                  <a:lnTo>
                    <a:pt x="5133213" y="2944495"/>
                  </a:lnTo>
                  <a:lnTo>
                    <a:pt x="5138547" y="2944495"/>
                  </a:lnTo>
                  <a:lnTo>
                    <a:pt x="5138547" y="2925445"/>
                  </a:lnTo>
                  <a:close/>
                </a:path>
                <a:path w="10424160" h="2944495">
                  <a:moveTo>
                    <a:pt x="5143754" y="2925445"/>
                  </a:moveTo>
                  <a:lnTo>
                    <a:pt x="5138547" y="2925445"/>
                  </a:lnTo>
                  <a:lnTo>
                    <a:pt x="5138547" y="2944495"/>
                  </a:lnTo>
                  <a:lnTo>
                    <a:pt x="5143754" y="2944495"/>
                  </a:lnTo>
                  <a:lnTo>
                    <a:pt x="5148072" y="2940227"/>
                  </a:lnTo>
                  <a:lnTo>
                    <a:pt x="5148072" y="2929712"/>
                  </a:lnTo>
                  <a:lnTo>
                    <a:pt x="5143754" y="2925445"/>
                  </a:lnTo>
                  <a:close/>
                </a:path>
                <a:path w="10424160" h="2944495">
                  <a:moveTo>
                    <a:pt x="5100447" y="2925445"/>
                  </a:moveTo>
                  <a:lnTo>
                    <a:pt x="5095113" y="2925445"/>
                  </a:lnTo>
                  <a:lnTo>
                    <a:pt x="5090922" y="2929712"/>
                  </a:lnTo>
                  <a:lnTo>
                    <a:pt x="5090922" y="2940227"/>
                  </a:lnTo>
                  <a:lnTo>
                    <a:pt x="5095113" y="2944495"/>
                  </a:lnTo>
                  <a:lnTo>
                    <a:pt x="5100447" y="2944495"/>
                  </a:lnTo>
                  <a:lnTo>
                    <a:pt x="5100447" y="2925445"/>
                  </a:lnTo>
                  <a:close/>
                </a:path>
                <a:path w="10424160" h="2944495">
                  <a:moveTo>
                    <a:pt x="5105654" y="2925445"/>
                  </a:moveTo>
                  <a:lnTo>
                    <a:pt x="5100447" y="2925445"/>
                  </a:lnTo>
                  <a:lnTo>
                    <a:pt x="5100447" y="2944495"/>
                  </a:lnTo>
                  <a:lnTo>
                    <a:pt x="5105654" y="2944495"/>
                  </a:lnTo>
                  <a:lnTo>
                    <a:pt x="5109972" y="2940227"/>
                  </a:lnTo>
                  <a:lnTo>
                    <a:pt x="5109972" y="2929712"/>
                  </a:lnTo>
                  <a:lnTo>
                    <a:pt x="5105654" y="2925445"/>
                  </a:lnTo>
                  <a:close/>
                </a:path>
                <a:path w="10424160" h="2944495">
                  <a:moveTo>
                    <a:pt x="5062347" y="2925445"/>
                  </a:moveTo>
                  <a:lnTo>
                    <a:pt x="5057013" y="2925445"/>
                  </a:lnTo>
                  <a:lnTo>
                    <a:pt x="5052822" y="2929712"/>
                  </a:lnTo>
                  <a:lnTo>
                    <a:pt x="5052822" y="2940227"/>
                  </a:lnTo>
                  <a:lnTo>
                    <a:pt x="5057013" y="2944495"/>
                  </a:lnTo>
                  <a:lnTo>
                    <a:pt x="5062347" y="2944495"/>
                  </a:lnTo>
                  <a:lnTo>
                    <a:pt x="5062347" y="2925445"/>
                  </a:lnTo>
                  <a:close/>
                </a:path>
                <a:path w="10424160" h="2944495">
                  <a:moveTo>
                    <a:pt x="5067554" y="2925445"/>
                  </a:moveTo>
                  <a:lnTo>
                    <a:pt x="5062347" y="2925445"/>
                  </a:lnTo>
                  <a:lnTo>
                    <a:pt x="5062347" y="2944495"/>
                  </a:lnTo>
                  <a:lnTo>
                    <a:pt x="5067554" y="2944495"/>
                  </a:lnTo>
                  <a:lnTo>
                    <a:pt x="5071872" y="2940227"/>
                  </a:lnTo>
                  <a:lnTo>
                    <a:pt x="5071872" y="2929712"/>
                  </a:lnTo>
                  <a:lnTo>
                    <a:pt x="5067554" y="2925445"/>
                  </a:lnTo>
                  <a:close/>
                </a:path>
                <a:path w="10424160" h="2944495">
                  <a:moveTo>
                    <a:pt x="5024120" y="2925445"/>
                  </a:moveTo>
                  <a:lnTo>
                    <a:pt x="5018913" y="2925445"/>
                  </a:lnTo>
                  <a:lnTo>
                    <a:pt x="5014595" y="2929712"/>
                  </a:lnTo>
                  <a:lnTo>
                    <a:pt x="5014595" y="2940227"/>
                  </a:lnTo>
                  <a:lnTo>
                    <a:pt x="5018913" y="2944495"/>
                  </a:lnTo>
                  <a:lnTo>
                    <a:pt x="5024120" y="2944495"/>
                  </a:lnTo>
                  <a:lnTo>
                    <a:pt x="5024120" y="2925445"/>
                  </a:lnTo>
                  <a:close/>
                </a:path>
                <a:path w="10424160" h="2944495">
                  <a:moveTo>
                    <a:pt x="5029454" y="2925445"/>
                  </a:moveTo>
                  <a:lnTo>
                    <a:pt x="5024247" y="2925445"/>
                  </a:lnTo>
                  <a:lnTo>
                    <a:pt x="5024247" y="2944495"/>
                  </a:lnTo>
                  <a:lnTo>
                    <a:pt x="5029454" y="2944495"/>
                  </a:lnTo>
                  <a:lnTo>
                    <a:pt x="5033772" y="2940227"/>
                  </a:lnTo>
                  <a:lnTo>
                    <a:pt x="5033772" y="2929712"/>
                  </a:lnTo>
                  <a:lnTo>
                    <a:pt x="5029454" y="2925445"/>
                  </a:lnTo>
                  <a:close/>
                </a:path>
                <a:path w="10424160" h="2944495">
                  <a:moveTo>
                    <a:pt x="4986020" y="2925445"/>
                  </a:moveTo>
                  <a:lnTo>
                    <a:pt x="4980813" y="2925445"/>
                  </a:lnTo>
                  <a:lnTo>
                    <a:pt x="4976495" y="2929712"/>
                  </a:lnTo>
                  <a:lnTo>
                    <a:pt x="4976495" y="2940227"/>
                  </a:lnTo>
                  <a:lnTo>
                    <a:pt x="4980813" y="2944495"/>
                  </a:lnTo>
                  <a:lnTo>
                    <a:pt x="4986020" y="2944495"/>
                  </a:lnTo>
                  <a:lnTo>
                    <a:pt x="4986020" y="2925445"/>
                  </a:lnTo>
                  <a:close/>
                </a:path>
                <a:path w="10424160" h="2944495">
                  <a:moveTo>
                    <a:pt x="4991354" y="2925445"/>
                  </a:moveTo>
                  <a:lnTo>
                    <a:pt x="4986020" y="2925445"/>
                  </a:lnTo>
                  <a:lnTo>
                    <a:pt x="4986020" y="2944495"/>
                  </a:lnTo>
                  <a:lnTo>
                    <a:pt x="4991354" y="2944495"/>
                  </a:lnTo>
                  <a:lnTo>
                    <a:pt x="4995545" y="2940227"/>
                  </a:lnTo>
                  <a:lnTo>
                    <a:pt x="4995545" y="2929712"/>
                  </a:lnTo>
                  <a:lnTo>
                    <a:pt x="4991354" y="2925445"/>
                  </a:lnTo>
                  <a:close/>
                </a:path>
                <a:path w="10424160" h="2944495">
                  <a:moveTo>
                    <a:pt x="4947920" y="2925445"/>
                  </a:moveTo>
                  <a:lnTo>
                    <a:pt x="4942713" y="2925445"/>
                  </a:lnTo>
                  <a:lnTo>
                    <a:pt x="4938395" y="2929712"/>
                  </a:lnTo>
                  <a:lnTo>
                    <a:pt x="4938395" y="2940227"/>
                  </a:lnTo>
                  <a:lnTo>
                    <a:pt x="4942713" y="2944495"/>
                  </a:lnTo>
                  <a:lnTo>
                    <a:pt x="4947920" y="2944495"/>
                  </a:lnTo>
                  <a:lnTo>
                    <a:pt x="4947920" y="2925445"/>
                  </a:lnTo>
                  <a:close/>
                </a:path>
                <a:path w="10424160" h="2944495">
                  <a:moveTo>
                    <a:pt x="4953254" y="2925445"/>
                  </a:moveTo>
                  <a:lnTo>
                    <a:pt x="4947920" y="2925445"/>
                  </a:lnTo>
                  <a:lnTo>
                    <a:pt x="4947920" y="2944495"/>
                  </a:lnTo>
                  <a:lnTo>
                    <a:pt x="4953254" y="2944495"/>
                  </a:lnTo>
                  <a:lnTo>
                    <a:pt x="4957445" y="2940227"/>
                  </a:lnTo>
                  <a:lnTo>
                    <a:pt x="4957445" y="2929712"/>
                  </a:lnTo>
                  <a:lnTo>
                    <a:pt x="4953254" y="2925445"/>
                  </a:lnTo>
                  <a:close/>
                </a:path>
                <a:path w="10424160" h="2944495">
                  <a:moveTo>
                    <a:pt x="4909820" y="2925445"/>
                  </a:moveTo>
                  <a:lnTo>
                    <a:pt x="4904613" y="2925445"/>
                  </a:lnTo>
                  <a:lnTo>
                    <a:pt x="4900295" y="2929712"/>
                  </a:lnTo>
                  <a:lnTo>
                    <a:pt x="4900295" y="2940227"/>
                  </a:lnTo>
                  <a:lnTo>
                    <a:pt x="4904613" y="2944495"/>
                  </a:lnTo>
                  <a:lnTo>
                    <a:pt x="4909820" y="2944495"/>
                  </a:lnTo>
                  <a:lnTo>
                    <a:pt x="4909820" y="2925445"/>
                  </a:lnTo>
                  <a:close/>
                </a:path>
                <a:path w="10424160" h="2944495">
                  <a:moveTo>
                    <a:pt x="4915154" y="2925445"/>
                  </a:moveTo>
                  <a:lnTo>
                    <a:pt x="4909820" y="2925445"/>
                  </a:lnTo>
                  <a:lnTo>
                    <a:pt x="4909820" y="2944495"/>
                  </a:lnTo>
                  <a:lnTo>
                    <a:pt x="4915154" y="2944495"/>
                  </a:lnTo>
                  <a:lnTo>
                    <a:pt x="4919345" y="2940227"/>
                  </a:lnTo>
                  <a:lnTo>
                    <a:pt x="4919345" y="2929712"/>
                  </a:lnTo>
                  <a:lnTo>
                    <a:pt x="4915154" y="2925445"/>
                  </a:lnTo>
                  <a:close/>
                </a:path>
                <a:path w="10424160" h="2944495">
                  <a:moveTo>
                    <a:pt x="4871720" y="2925445"/>
                  </a:moveTo>
                  <a:lnTo>
                    <a:pt x="4866386" y="2925445"/>
                  </a:lnTo>
                  <a:lnTo>
                    <a:pt x="4862195" y="2929712"/>
                  </a:lnTo>
                  <a:lnTo>
                    <a:pt x="4862195" y="2940227"/>
                  </a:lnTo>
                  <a:lnTo>
                    <a:pt x="4866386" y="2944495"/>
                  </a:lnTo>
                  <a:lnTo>
                    <a:pt x="4871720" y="2944495"/>
                  </a:lnTo>
                  <a:lnTo>
                    <a:pt x="4871720" y="2925445"/>
                  </a:lnTo>
                  <a:close/>
                </a:path>
                <a:path w="10424160" h="2944495">
                  <a:moveTo>
                    <a:pt x="4876927" y="2925445"/>
                  </a:moveTo>
                  <a:lnTo>
                    <a:pt x="4871720" y="2925445"/>
                  </a:lnTo>
                  <a:lnTo>
                    <a:pt x="4871720" y="2944495"/>
                  </a:lnTo>
                  <a:lnTo>
                    <a:pt x="4876927" y="2944495"/>
                  </a:lnTo>
                  <a:lnTo>
                    <a:pt x="4881245" y="2940227"/>
                  </a:lnTo>
                  <a:lnTo>
                    <a:pt x="4881245" y="2929712"/>
                  </a:lnTo>
                  <a:lnTo>
                    <a:pt x="4876927" y="2925445"/>
                  </a:lnTo>
                  <a:close/>
                </a:path>
                <a:path w="10424160" h="2944495">
                  <a:moveTo>
                    <a:pt x="4833620" y="2925445"/>
                  </a:moveTo>
                  <a:lnTo>
                    <a:pt x="4828286" y="2925445"/>
                  </a:lnTo>
                  <a:lnTo>
                    <a:pt x="4824095" y="2929712"/>
                  </a:lnTo>
                  <a:lnTo>
                    <a:pt x="4824095" y="2940227"/>
                  </a:lnTo>
                  <a:lnTo>
                    <a:pt x="4828286" y="2944495"/>
                  </a:lnTo>
                  <a:lnTo>
                    <a:pt x="4833620" y="2944495"/>
                  </a:lnTo>
                  <a:lnTo>
                    <a:pt x="4833620" y="2925445"/>
                  </a:lnTo>
                  <a:close/>
                </a:path>
                <a:path w="10424160" h="2944495">
                  <a:moveTo>
                    <a:pt x="4838827" y="2925445"/>
                  </a:moveTo>
                  <a:lnTo>
                    <a:pt x="4833620" y="2925445"/>
                  </a:lnTo>
                  <a:lnTo>
                    <a:pt x="4833620" y="2944495"/>
                  </a:lnTo>
                  <a:lnTo>
                    <a:pt x="4838827" y="2944495"/>
                  </a:lnTo>
                  <a:lnTo>
                    <a:pt x="4843145" y="2940227"/>
                  </a:lnTo>
                  <a:lnTo>
                    <a:pt x="4843145" y="2929712"/>
                  </a:lnTo>
                  <a:lnTo>
                    <a:pt x="4838827" y="2925445"/>
                  </a:lnTo>
                  <a:close/>
                </a:path>
                <a:path w="10424160" h="2944495">
                  <a:moveTo>
                    <a:pt x="4795520" y="2925445"/>
                  </a:moveTo>
                  <a:lnTo>
                    <a:pt x="4790186" y="2925445"/>
                  </a:lnTo>
                  <a:lnTo>
                    <a:pt x="4785995" y="2929712"/>
                  </a:lnTo>
                  <a:lnTo>
                    <a:pt x="4785995" y="2940227"/>
                  </a:lnTo>
                  <a:lnTo>
                    <a:pt x="4790186" y="2944495"/>
                  </a:lnTo>
                  <a:lnTo>
                    <a:pt x="4795520" y="2944495"/>
                  </a:lnTo>
                  <a:lnTo>
                    <a:pt x="4795520" y="2925445"/>
                  </a:lnTo>
                  <a:close/>
                </a:path>
                <a:path w="10424160" h="2944495">
                  <a:moveTo>
                    <a:pt x="4800727" y="2925445"/>
                  </a:moveTo>
                  <a:lnTo>
                    <a:pt x="4795520" y="2925445"/>
                  </a:lnTo>
                  <a:lnTo>
                    <a:pt x="4795520" y="2944495"/>
                  </a:lnTo>
                  <a:lnTo>
                    <a:pt x="4800727" y="2944495"/>
                  </a:lnTo>
                  <a:lnTo>
                    <a:pt x="4805045" y="2940227"/>
                  </a:lnTo>
                  <a:lnTo>
                    <a:pt x="4805045" y="2929712"/>
                  </a:lnTo>
                  <a:lnTo>
                    <a:pt x="4800727" y="2925445"/>
                  </a:lnTo>
                  <a:close/>
                </a:path>
                <a:path w="10424160" h="2944495">
                  <a:moveTo>
                    <a:pt x="4757293" y="2925445"/>
                  </a:moveTo>
                  <a:lnTo>
                    <a:pt x="4752086" y="2925445"/>
                  </a:lnTo>
                  <a:lnTo>
                    <a:pt x="4747768" y="2929712"/>
                  </a:lnTo>
                  <a:lnTo>
                    <a:pt x="4747768" y="2940227"/>
                  </a:lnTo>
                  <a:lnTo>
                    <a:pt x="4752086" y="2944495"/>
                  </a:lnTo>
                  <a:lnTo>
                    <a:pt x="4757293" y="2944495"/>
                  </a:lnTo>
                  <a:lnTo>
                    <a:pt x="4757293" y="2925445"/>
                  </a:lnTo>
                  <a:close/>
                </a:path>
                <a:path w="10424160" h="2944495">
                  <a:moveTo>
                    <a:pt x="4762627" y="2925445"/>
                  </a:moveTo>
                  <a:lnTo>
                    <a:pt x="4757420" y="2925445"/>
                  </a:lnTo>
                  <a:lnTo>
                    <a:pt x="4757420" y="2944495"/>
                  </a:lnTo>
                  <a:lnTo>
                    <a:pt x="4762627" y="2944495"/>
                  </a:lnTo>
                  <a:lnTo>
                    <a:pt x="4766945" y="2940227"/>
                  </a:lnTo>
                  <a:lnTo>
                    <a:pt x="4766945" y="2929712"/>
                  </a:lnTo>
                  <a:lnTo>
                    <a:pt x="4762627" y="2925445"/>
                  </a:lnTo>
                  <a:close/>
                </a:path>
                <a:path w="10424160" h="2944495">
                  <a:moveTo>
                    <a:pt x="4719193" y="2925445"/>
                  </a:moveTo>
                  <a:lnTo>
                    <a:pt x="4713986" y="2925445"/>
                  </a:lnTo>
                  <a:lnTo>
                    <a:pt x="4709668" y="2929712"/>
                  </a:lnTo>
                  <a:lnTo>
                    <a:pt x="4709668" y="2940227"/>
                  </a:lnTo>
                  <a:lnTo>
                    <a:pt x="4713986" y="2944495"/>
                  </a:lnTo>
                  <a:lnTo>
                    <a:pt x="4719193" y="2944495"/>
                  </a:lnTo>
                  <a:lnTo>
                    <a:pt x="4719193" y="2925445"/>
                  </a:lnTo>
                  <a:close/>
                </a:path>
                <a:path w="10424160" h="2944495">
                  <a:moveTo>
                    <a:pt x="4724527" y="2925445"/>
                  </a:moveTo>
                  <a:lnTo>
                    <a:pt x="4719193" y="2925445"/>
                  </a:lnTo>
                  <a:lnTo>
                    <a:pt x="4719193" y="2944495"/>
                  </a:lnTo>
                  <a:lnTo>
                    <a:pt x="4724527" y="2944495"/>
                  </a:lnTo>
                  <a:lnTo>
                    <a:pt x="4728718" y="2940227"/>
                  </a:lnTo>
                  <a:lnTo>
                    <a:pt x="4728718" y="2929712"/>
                  </a:lnTo>
                  <a:lnTo>
                    <a:pt x="4724527" y="2925445"/>
                  </a:lnTo>
                  <a:close/>
                </a:path>
                <a:path w="10424160" h="2944495">
                  <a:moveTo>
                    <a:pt x="4681093" y="2925445"/>
                  </a:moveTo>
                  <a:lnTo>
                    <a:pt x="4675886" y="2925445"/>
                  </a:lnTo>
                  <a:lnTo>
                    <a:pt x="4671568" y="2929712"/>
                  </a:lnTo>
                  <a:lnTo>
                    <a:pt x="4671568" y="2940227"/>
                  </a:lnTo>
                  <a:lnTo>
                    <a:pt x="4675886" y="2944495"/>
                  </a:lnTo>
                  <a:lnTo>
                    <a:pt x="4681093" y="2944495"/>
                  </a:lnTo>
                  <a:lnTo>
                    <a:pt x="4681093" y="2925445"/>
                  </a:lnTo>
                  <a:close/>
                </a:path>
                <a:path w="10424160" h="2944495">
                  <a:moveTo>
                    <a:pt x="4686427" y="2925445"/>
                  </a:moveTo>
                  <a:lnTo>
                    <a:pt x="4681093" y="2925445"/>
                  </a:lnTo>
                  <a:lnTo>
                    <a:pt x="4681093" y="2944495"/>
                  </a:lnTo>
                  <a:lnTo>
                    <a:pt x="4686427" y="2944495"/>
                  </a:lnTo>
                  <a:lnTo>
                    <a:pt x="4690618" y="2940227"/>
                  </a:lnTo>
                  <a:lnTo>
                    <a:pt x="4690618" y="2929712"/>
                  </a:lnTo>
                  <a:lnTo>
                    <a:pt x="4686427" y="2925445"/>
                  </a:lnTo>
                  <a:close/>
                </a:path>
                <a:path w="10424160" h="2944495">
                  <a:moveTo>
                    <a:pt x="4642993" y="2925445"/>
                  </a:moveTo>
                  <a:lnTo>
                    <a:pt x="4637659" y="2925445"/>
                  </a:lnTo>
                  <a:lnTo>
                    <a:pt x="4633468" y="2929712"/>
                  </a:lnTo>
                  <a:lnTo>
                    <a:pt x="4633468" y="2940227"/>
                  </a:lnTo>
                  <a:lnTo>
                    <a:pt x="4637659" y="2944495"/>
                  </a:lnTo>
                  <a:lnTo>
                    <a:pt x="4642993" y="2944495"/>
                  </a:lnTo>
                  <a:lnTo>
                    <a:pt x="4642993" y="2925445"/>
                  </a:lnTo>
                  <a:close/>
                </a:path>
                <a:path w="10424160" h="2944495">
                  <a:moveTo>
                    <a:pt x="4648200" y="2925445"/>
                  </a:moveTo>
                  <a:lnTo>
                    <a:pt x="4642993" y="2925445"/>
                  </a:lnTo>
                  <a:lnTo>
                    <a:pt x="4642993" y="2944495"/>
                  </a:lnTo>
                  <a:lnTo>
                    <a:pt x="4648200" y="2944495"/>
                  </a:lnTo>
                  <a:lnTo>
                    <a:pt x="4652518" y="2940227"/>
                  </a:lnTo>
                  <a:lnTo>
                    <a:pt x="4652518" y="2929712"/>
                  </a:lnTo>
                  <a:lnTo>
                    <a:pt x="4648200" y="2925445"/>
                  </a:lnTo>
                  <a:close/>
                </a:path>
                <a:path w="10424160" h="2944495">
                  <a:moveTo>
                    <a:pt x="4604893" y="2925445"/>
                  </a:moveTo>
                  <a:lnTo>
                    <a:pt x="4599559" y="2925445"/>
                  </a:lnTo>
                  <a:lnTo>
                    <a:pt x="4595368" y="2929712"/>
                  </a:lnTo>
                  <a:lnTo>
                    <a:pt x="4595368" y="2940227"/>
                  </a:lnTo>
                  <a:lnTo>
                    <a:pt x="4599559" y="2944495"/>
                  </a:lnTo>
                  <a:lnTo>
                    <a:pt x="4604893" y="2944495"/>
                  </a:lnTo>
                  <a:lnTo>
                    <a:pt x="4604893" y="2925445"/>
                  </a:lnTo>
                  <a:close/>
                </a:path>
                <a:path w="10424160" h="2944495">
                  <a:moveTo>
                    <a:pt x="4610100" y="2925445"/>
                  </a:moveTo>
                  <a:lnTo>
                    <a:pt x="4604893" y="2925445"/>
                  </a:lnTo>
                  <a:lnTo>
                    <a:pt x="4604893" y="2944495"/>
                  </a:lnTo>
                  <a:lnTo>
                    <a:pt x="4610100" y="2944495"/>
                  </a:lnTo>
                  <a:lnTo>
                    <a:pt x="4614418" y="2940227"/>
                  </a:lnTo>
                  <a:lnTo>
                    <a:pt x="4614418" y="2929712"/>
                  </a:lnTo>
                  <a:lnTo>
                    <a:pt x="4610100" y="2925445"/>
                  </a:lnTo>
                  <a:close/>
                </a:path>
                <a:path w="10424160" h="2944495">
                  <a:moveTo>
                    <a:pt x="4566793" y="2925445"/>
                  </a:moveTo>
                  <a:lnTo>
                    <a:pt x="4561459" y="2925445"/>
                  </a:lnTo>
                  <a:lnTo>
                    <a:pt x="4557268" y="2929712"/>
                  </a:lnTo>
                  <a:lnTo>
                    <a:pt x="4557268" y="2940227"/>
                  </a:lnTo>
                  <a:lnTo>
                    <a:pt x="4561459" y="2944495"/>
                  </a:lnTo>
                  <a:lnTo>
                    <a:pt x="4566793" y="2944495"/>
                  </a:lnTo>
                  <a:lnTo>
                    <a:pt x="4566793" y="2925445"/>
                  </a:lnTo>
                  <a:close/>
                </a:path>
                <a:path w="10424160" h="2944495">
                  <a:moveTo>
                    <a:pt x="4572000" y="2925445"/>
                  </a:moveTo>
                  <a:lnTo>
                    <a:pt x="4566793" y="2925445"/>
                  </a:lnTo>
                  <a:lnTo>
                    <a:pt x="4566793" y="2944495"/>
                  </a:lnTo>
                  <a:lnTo>
                    <a:pt x="4572000" y="2944495"/>
                  </a:lnTo>
                  <a:lnTo>
                    <a:pt x="4576318" y="2940227"/>
                  </a:lnTo>
                  <a:lnTo>
                    <a:pt x="4576318" y="2929712"/>
                  </a:lnTo>
                  <a:lnTo>
                    <a:pt x="4572000" y="2925445"/>
                  </a:lnTo>
                  <a:close/>
                </a:path>
                <a:path w="10424160" h="2944495">
                  <a:moveTo>
                    <a:pt x="4528566" y="2925445"/>
                  </a:moveTo>
                  <a:lnTo>
                    <a:pt x="4523359" y="2925445"/>
                  </a:lnTo>
                  <a:lnTo>
                    <a:pt x="4519041" y="2929712"/>
                  </a:lnTo>
                  <a:lnTo>
                    <a:pt x="4519041" y="2940227"/>
                  </a:lnTo>
                  <a:lnTo>
                    <a:pt x="4523359" y="2944495"/>
                  </a:lnTo>
                  <a:lnTo>
                    <a:pt x="4528566" y="2944495"/>
                  </a:lnTo>
                  <a:lnTo>
                    <a:pt x="4528566" y="2925445"/>
                  </a:lnTo>
                  <a:close/>
                </a:path>
                <a:path w="10424160" h="2944495">
                  <a:moveTo>
                    <a:pt x="4533900" y="2925445"/>
                  </a:moveTo>
                  <a:lnTo>
                    <a:pt x="4528693" y="2925445"/>
                  </a:lnTo>
                  <a:lnTo>
                    <a:pt x="4528693" y="2944495"/>
                  </a:lnTo>
                  <a:lnTo>
                    <a:pt x="4533900" y="2944495"/>
                  </a:lnTo>
                  <a:lnTo>
                    <a:pt x="4538218" y="2940227"/>
                  </a:lnTo>
                  <a:lnTo>
                    <a:pt x="4538218" y="2929712"/>
                  </a:lnTo>
                  <a:lnTo>
                    <a:pt x="4533900" y="2925445"/>
                  </a:lnTo>
                  <a:close/>
                </a:path>
                <a:path w="10424160" h="2944495">
                  <a:moveTo>
                    <a:pt x="4490466" y="2925445"/>
                  </a:moveTo>
                  <a:lnTo>
                    <a:pt x="4485259" y="2925445"/>
                  </a:lnTo>
                  <a:lnTo>
                    <a:pt x="4480941" y="2929712"/>
                  </a:lnTo>
                  <a:lnTo>
                    <a:pt x="4480941" y="2940227"/>
                  </a:lnTo>
                  <a:lnTo>
                    <a:pt x="4485259" y="2944495"/>
                  </a:lnTo>
                  <a:lnTo>
                    <a:pt x="4490466" y="2944495"/>
                  </a:lnTo>
                  <a:lnTo>
                    <a:pt x="4490466" y="2925445"/>
                  </a:lnTo>
                  <a:close/>
                </a:path>
                <a:path w="10424160" h="2944495">
                  <a:moveTo>
                    <a:pt x="4495800" y="2925445"/>
                  </a:moveTo>
                  <a:lnTo>
                    <a:pt x="4490466" y="2925445"/>
                  </a:lnTo>
                  <a:lnTo>
                    <a:pt x="4490466" y="2944495"/>
                  </a:lnTo>
                  <a:lnTo>
                    <a:pt x="4495800" y="2944495"/>
                  </a:lnTo>
                  <a:lnTo>
                    <a:pt x="4499991" y="2940227"/>
                  </a:lnTo>
                  <a:lnTo>
                    <a:pt x="4499991" y="2929712"/>
                  </a:lnTo>
                  <a:lnTo>
                    <a:pt x="4495800" y="2925445"/>
                  </a:lnTo>
                  <a:close/>
                </a:path>
                <a:path w="10424160" h="2944495">
                  <a:moveTo>
                    <a:pt x="4452366" y="2925445"/>
                  </a:moveTo>
                  <a:lnTo>
                    <a:pt x="4447159" y="2925445"/>
                  </a:lnTo>
                  <a:lnTo>
                    <a:pt x="4442841" y="2929712"/>
                  </a:lnTo>
                  <a:lnTo>
                    <a:pt x="4442841" y="2940227"/>
                  </a:lnTo>
                  <a:lnTo>
                    <a:pt x="4447159" y="2944495"/>
                  </a:lnTo>
                  <a:lnTo>
                    <a:pt x="4452366" y="2944495"/>
                  </a:lnTo>
                  <a:lnTo>
                    <a:pt x="4452366" y="2925445"/>
                  </a:lnTo>
                  <a:close/>
                </a:path>
                <a:path w="10424160" h="2944495">
                  <a:moveTo>
                    <a:pt x="4457700" y="2925445"/>
                  </a:moveTo>
                  <a:lnTo>
                    <a:pt x="4452366" y="2925445"/>
                  </a:lnTo>
                  <a:lnTo>
                    <a:pt x="4452366" y="2944495"/>
                  </a:lnTo>
                  <a:lnTo>
                    <a:pt x="4457700" y="2944495"/>
                  </a:lnTo>
                  <a:lnTo>
                    <a:pt x="4461891" y="2940227"/>
                  </a:lnTo>
                  <a:lnTo>
                    <a:pt x="4461891" y="2929712"/>
                  </a:lnTo>
                  <a:lnTo>
                    <a:pt x="4457700" y="2925445"/>
                  </a:lnTo>
                  <a:close/>
                </a:path>
                <a:path w="10424160" h="2944495">
                  <a:moveTo>
                    <a:pt x="4414266" y="2925445"/>
                  </a:moveTo>
                  <a:lnTo>
                    <a:pt x="4409059" y="2925445"/>
                  </a:lnTo>
                  <a:lnTo>
                    <a:pt x="4404741" y="2929712"/>
                  </a:lnTo>
                  <a:lnTo>
                    <a:pt x="4404741" y="2940227"/>
                  </a:lnTo>
                  <a:lnTo>
                    <a:pt x="4409059" y="2944495"/>
                  </a:lnTo>
                  <a:lnTo>
                    <a:pt x="4414266" y="2944495"/>
                  </a:lnTo>
                  <a:lnTo>
                    <a:pt x="4414266" y="2925445"/>
                  </a:lnTo>
                  <a:close/>
                </a:path>
                <a:path w="10424160" h="2944495">
                  <a:moveTo>
                    <a:pt x="4419600" y="2925445"/>
                  </a:moveTo>
                  <a:lnTo>
                    <a:pt x="4414266" y="2925445"/>
                  </a:lnTo>
                  <a:lnTo>
                    <a:pt x="4414266" y="2944495"/>
                  </a:lnTo>
                  <a:lnTo>
                    <a:pt x="4419600" y="2944495"/>
                  </a:lnTo>
                  <a:lnTo>
                    <a:pt x="4423791" y="2940227"/>
                  </a:lnTo>
                  <a:lnTo>
                    <a:pt x="4423791" y="2929712"/>
                  </a:lnTo>
                  <a:lnTo>
                    <a:pt x="4419600" y="2925445"/>
                  </a:lnTo>
                  <a:close/>
                </a:path>
                <a:path w="10424160" h="2944495">
                  <a:moveTo>
                    <a:pt x="4376166" y="2925445"/>
                  </a:moveTo>
                  <a:lnTo>
                    <a:pt x="4370832" y="2925445"/>
                  </a:lnTo>
                  <a:lnTo>
                    <a:pt x="4366641" y="2929712"/>
                  </a:lnTo>
                  <a:lnTo>
                    <a:pt x="4366641" y="2940227"/>
                  </a:lnTo>
                  <a:lnTo>
                    <a:pt x="4370832" y="2944495"/>
                  </a:lnTo>
                  <a:lnTo>
                    <a:pt x="4376166" y="2944495"/>
                  </a:lnTo>
                  <a:lnTo>
                    <a:pt x="4376166" y="2925445"/>
                  </a:lnTo>
                  <a:close/>
                </a:path>
                <a:path w="10424160" h="2944495">
                  <a:moveTo>
                    <a:pt x="4381373" y="2925445"/>
                  </a:moveTo>
                  <a:lnTo>
                    <a:pt x="4376166" y="2925445"/>
                  </a:lnTo>
                  <a:lnTo>
                    <a:pt x="4376166" y="2944495"/>
                  </a:lnTo>
                  <a:lnTo>
                    <a:pt x="4381373" y="2944495"/>
                  </a:lnTo>
                  <a:lnTo>
                    <a:pt x="4385691" y="2940227"/>
                  </a:lnTo>
                  <a:lnTo>
                    <a:pt x="4385691" y="2929712"/>
                  </a:lnTo>
                  <a:lnTo>
                    <a:pt x="4381373" y="2925445"/>
                  </a:lnTo>
                  <a:close/>
                </a:path>
                <a:path w="10424160" h="2944495">
                  <a:moveTo>
                    <a:pt x="4338066" y="2925445"/>
                  </a:moveTo>
                  <a:lnTo>
                    <a:pt x="4332732" y="2925445"/>
                  </a:lnTo>
                  <a:lnTo>
                    <a:pt x="4328541" y="2929712"/>
                  </a:lnTo>
                  <a:lnTo>
                    <a:pt x="4328541" y="2940227"/>
                  </a:lnTo>
                  <a:lnTo>
                    <a:pt x="4332732" y="2944495"/>
                  </a:lnTo>
                  <a:lnTo>
                    <a:pt x="4338066" y="2944495"/>
                  </a:lnTo>
                  <a:lnTo>
                    <a:pt x="4338066" y="2925445"/>
                  </a:lnTo>
                  <a:close/>
                </a:path>
                <a:path w="10424160" h="2944495">
                  <a:moveTo>
                    <a:pt x="4343273" y="2925445"/>
                  </a:moveTo>
                  <a:lnTo>
                    <a:pt x="4338066" y="2925445"/>
                  </a:lnTo>
                  <a:lnTo>
                    <a:pt x="4338066" y="2944495"/>
                  </a:lnTo>
                  <a:lnTo>
                    <a:pt x="4343273" y="2944495"/>
                  </a:lnTo>
                  <a:lnTo>
                    <a:pt x="4347591" y="2940227"/>
                  </a:lnTo>
                  <a:lnTo>
                    <a:pt x="4347591" y="2929712"/>
                  </a:lnTo>
                  <a:lnTo>
                    <a:pt x="4343273" y="2925445"/>
                  </a:lnTo>
                  <a:close/>
                </a:path>
                <a:path w="10424160" h="2944495">
                  <a:moveTo>
                    <a:pt x="4299966" y="2925445"/>
                  </a:moveTo>
                  <a:lnTo>
                    <a:pt x="4294632" y="2925445"/>
                  </a:lnTo>
                  <a:lnTo>
                    <a:pt x="4290441" y="2929712"/>
                  </a:lnTo>
                  <a:lnTo>
                    <a:pt x="4290441" y="2940227"/>
                  </a:lnTo>
                  <a:lnTo>
                    <a:pt x="4294632" y="2944495"/>
                  </a:lnTo>
                  <a:lnTo>
                    <a:pt x="4299966" y="2944495"/>
                  </a:lnTo>
                  <a:lnTo>
                    <a:pt x="4299966" y="2925445"/>
                  </a:lnTo>
                  <a:close/>
                </a:path>
                <a:path w="10424160" h="2944495">
                  <a:moveTo>
                    <a:pt x="4305173" y="2925445"/>
                  </a:moveTo>
                  <a:lnTo>
                    <a:pt x="4299966" y="2925445"/>
                  </a:lnTo>
                  <a:lnTo>
                    <a:pt x="4299966" y="2944495"/>
                  </a:lnTo>
                  <a:lnTo>
                    <a:pt x="4305173" y="2944495"/>
                  </a:lnTo>
                  <a:lnTo>
                    <a:pt x="4309491" y="2940227"/>
                  </a:lnTo>
                  <a:lnTo>
                    <a:pt x="4309491" y="2929712"/>
                  </a:lnTo>
                  <a:lnTo>
                    <a:pt x="4305173" y="2925445"/>
                  </a:lnTo>
                  <a:close/>
                </a:path>
                <a:path w="10424160" h="2944495">
                  <a:moveTo>
                    <a:pt x="4261739" y="2925445"/>
                  </a:moveTo>
                  <a:lnTo>
                    <a:pt x="4256532" y="2925445"/>
                  </a:lnTo>
                  <a:lnTo>
                    <a:pt x="4252214" y="2929712"/>
                  </a:lnTo>
                  <a:lnTo>
                    <a:pt x="4252214" y="2940227"/>
                  </a:lnTo>
                  <a:lnTo>
                    <a:pt x="4256532" y="2944495"/>
                  </a:lnTo>
                  <a:lnTo>
                    <a:pt x="4261739" y="2944495"/>
                  </a:lnTo>
                  <a:lnTo>
                    <a:pt x="4261739" y="2925445"/>
                  </a:lnTo>
                  <a:close/>
                </a:path>
                <a:path w="10424160" h="2944495">
                  <a:moveTo>
                    <a:pt x="4261866" y="2938145"/>
                  </a:moveTo>
                  <a:lnTo>
                    <a:pt x="4261739" y="2938145"/>
                  </a:lnTo>
                  <a:lnTo>
                    <a:pt x="4261739" y="2944495"/>
                  </a:lnTo>
                  <a:lnTo>
                    <a:pt x="4261866" y="2944495"/>
                  </a:lnTo>
                  <a:lnTo>
                    <a:pt x="4261866" y="2938145"/>
                  </a:lnTo>
                  <a:close/>
                </a:path>
                <a:path w="10424160" h="2944495">
                  <a:moveTo>
                    <a:pt x="4267073" y="2925445"/>
                  </a:moveTo>
                  <a:lnTo>
                    <a:pt x="4261866" y="2925445"/>
                  </a:lnTo>
                  <a:lnTo>
                    <a:pt x="4261866" y="2944495"/>
                  </a:lnTo>
                  <a:lnTo>
                    <a:pt x="4267073" y="2944495"/>
                  </a:lnTo>
                  <a:lnTo>
                    <a:pt x="4271391" y="2940227"/>
                  </a:lnTo>
                  <a:lnTo>
                    <a:pt x="4271391" y="2929712"/>
                  </a:lnTo>
                  <a:lnTo>
                    <a:pt x="4267073" y="2925445"/>
                  </a:lnTo>
                  <a:close/>
                </a:path>
                <a:path w="10424160" h="2944495">
                  <a:moveTo>
                    <a:pt x="4261866" y="2925445"/>
                  </a:moveTo>
                  <a:lnTo>
                    <a:pt x="4261739" y="2925445"/>
                  </a:lnTo>
                  <a:lnTo>
                    <a:pt x="4261739" y="2931795"/>
                  </a:lnTo>
                  <a:lnTo>
                    <a:pt x="4261866" y="2931795"/>
                  </a:lnTo>
                  <a:lnTo>
                    <a:pt x="4261866" y="2925445"/>
                  </a:lnTo>
                  <a:close/>
                </a:path>
                <a:path w="10424160" h="2944495">
                  <a:moveTo>
                    <a:pt x="4223639" y="2925445"/>
                  </a:moveTo>
                  <a:lnTo>
                    <a:pt x="4218432" y="2925445"/>
                  </a:lnTo>
                  <a:lnTo>
                    <a:pt x="4214114" y="2929712"/>
                  </a:lnTo>
                  <a:lnTo>
                    <a:pt x="4214114" y="2940227"/>
                  </a:lnTo>
                  <a:lnTo>
                    <a:pt x="4218432" y="2944495"/>
                  </a:lnTo>
                  <a:lnTo>
                    <a:pt x="4223639" y="2944495"/>
                  </a:lnTo>
                  <a:lnTo>
                    <a:pt x="4223639" y="2925445"/>
                  </a:lnTo>
                  <a:close/>
                </a:path>
                <a:path w="10424160" h="2944495">
                  <a:moveTo>
                    <a:pt x="4228973" y="2925445"/>
                  </a:moveTo>
                  <a:lnTo>
                    <a:pt x="4223639" y="2925445"/>
                  </a:lnTo>
                  <a:lnTo>
                    <a:pt x="4223639" y="2944495"/>
                  </a:lnTo>
                  <a:lnTo>
                    <a:pt x="4228973" y="2944495"/>
                  </a:lnTo>
                  <a:lnTo>
                    <a:pt x="4233164" y="2940227"/>
                  </a:lnTo>
                  <a:lnTo>
                    <a:pt x="4233164" y="2929712"/>
                  </a:lnTo>
                  <a:lnTo>
                    <a:pt x="4228973" y="2925445"/>
                  </a:lnTo>
                  <a:close/>
                </a:path>
                <a:path w="10424160" h="2944495">
                  <a:moveTo>
                    <a:pt x="4185539" y="2925445"/>
                  </a:moveTo>
                  <a:lnTo>
                    <a:pt x="4180332" y="2925445"/>
                  </a:lnTo>
                  <a:lnTo>
                    <a:pt x="4176014" y="2929712"/>
                  </a:lnTo>
                  <a:lnTo>
                    <a:pt x="4176014" y="2940227"/>
                  </a:lnTo>
                  <a:lnTo>
                    <a:pt x="4180332" y="2944495"/>
                  </a:lnTo>
                  <a:lnTo>
                    <a:pt x="4185539" y="2944495"/>
                  </a:lnTo>
                  <a:lnTo>
                    <a:pt x="4185539" y="2925445"/>
                  </a:lnTo>
                  <a:close/>
                </a:path>
                <a:path w="10424160" h="2944495">
                  <a:moveTo>
                    <a:pt x="4190873" y="2925445"/>
                  </a:moveTo>
                  <a:lnTo>
                    <a:pt x="4185539" y="2925445"/>
                  </a:lnTo>
                  <a:lnTo>
                    <a:pt x="4185539" y="2944495"/>
                  </a:lnTo>
                  <a:lnTo>
                    <a:pt x="4190873" y="2944495"/>
                  </a:lnTo>
                  <a:lnTo>
                    <a:pt x="4195064" y="2940227"/>
                  </a:lnTo>
                  <a:lnTo>
                    <a:pt x="4195064" y="2929712"/>
                  </a:lnTo>
                  <a:lnTo>
                    <a:pt x="4190873" y="2925445"/>
                  </a:lnTo>
                  <a:close/>
                </a:path>
                <a:path w="10424160" h="2944495">
                  <a:moveTo>
                    <a:pt x="4147439" y="2925445"/>
                  </a:moveTo>
                  <a:lnTo>
                    <a:pt x="4142105" y="2925445"/>
                  </a:lnTo>
                  <a:lnTo>
                    <a:pt x="4137914" y="2929712"/>
                  </a:lnTo>
                  <a:lnTo>
                    <a:pt x="4137914" y="2940227"/>
                  </a:lnTo>
                  <a:lnTo>
                    <a:pt x="4142105" y="2944495"/>
                  </a:lnTo>
                  <a:lnTo>
                    <a:pt x="4147439" y="2944495"/>
                  </a:lnTo>
                  <a:lnTo>
                    <a:pt x="4147439" y="2925445"/>
                  </a:lnTo>
                  <a:close/>
                </a:path>
                <a:path w="10424160" h="2944495">
                  <a:moveTo>
                    <a:pt x="4152646" y="2925445"/>
                  </a:moveTo>
                  <a:lnTo>
                    <a:pt x="4147439" y="2925445"/>
                  </a:lnTo>
                  <a:lnTo>
                    <a:pt x="4147439" y="2944495"/>
                  </a:lnTo>
                  <a:lnTo>
                    <a:pt x="4152646" y="2944495"/>
                  </a:lnTo>
                  <a:lnTo>
                    <a:pt x="4156964" y="2940227"/>
                  </a:lnTo>
                  <a:lnTo>
                    <a:pt x="4156964" y="2929712"/>
                  </a:lnTo>
                  <a:lnTo>
                    <a:pt x="4152646" y="2925445"/>
                  </a:lnTo>
                  <a:close/>
                </a:path>
                <a:path w="10424160" h="2944495">
                  <a:moveTo>
                    <a:pt x="4109339" y="2925445"/>
                  </a:moveTo>
                  <a:lnTo>
                    <a:pt x="4104005" y="2925445"/>
                  </a:lnTo>
                  <a:lnTo>
                    <a:pt x="4099814" y="2929712"/>
                  </a:lnTo>
                  <a:lnTo>
                    <a:pt x="4099814" y="2940227"/>
                  </a:lnTo>
                  <a:lnTo>
                    <a:pt x="4104005" y="2944495"/>
                  </a:lnTo>
                  <a:lnTo>
                    <a:pt x="4109339" y="2944495"/>
                  </a:lnTo>
                  <a:lnTo>
                    <a:pt x="4109339" y="2925445"/>
                  </a:lnTo>
                  <a:close/>
                </a:path>
                <a:path w="10424160" h="2944495">
                  <a:moveTo>
                    <a:pt x="4114546" y="2925445"/>
                  </a:moveTo>
                  <a:lnTo>
                    <a:pt x="4109339" y="2925445"/>
                  </a:lnTo>
                  <a:lnTo>
                    <a:pt x="4109339" y="2944495"/>
                  </a:lnTo>
                  <a:lnTo>
                    <a:pt x="4114546" y="2944495"/>
                  </a:lnTo>
                  <a:lnTo>
                    <a:pt x="4118864" y="2940227"/>
                  </a:lnTo>
                  <a:lnTo>
                    <a:pt x="4118864" y="2929712"/>
                  </a:lnTo>
                  <a:lnTo>
                    <a:pt x="4114546" y="2925445"/>
                  </a:lnTo>
                  <a:close/>
                </a:path>
                <a:path w="10424160" h="2944495">
                  <a:moveTo>
                    <a:pt x="4071239" y="2925445"/>
                  </a:moveTo>
                  <a:lnTo>
                    <a:pt x="4065905" y="2925445"/>
                  </a:lnTo>
                  <a:lnTo>
                    <a:pt x="4061714" y="2929712"/>
                  </a:lnTo>
                  <a:lnTo>
                    <a:pt x="4061714" y="2940227"/>
                  </a:lnTo>
                  <a:lnTo>
                    <a:pt x="4065905" y="2944495"/>
                  </a:lnTo>
                  <a:lnTo>
                    <a:pt x="4071239" y="2944495"/>
                  </a:lnTo>
                  <a:lnTo>
                    <a:pt x="4071239" y="2925445"/>
                  </a:lnTo>
                  <a:close/>
                </a:path>
                <a:path w="10424160" h="2944495">
                  <a:moveTo>
                    <a:pt x="4076446" y="2925445"/>
                  </a:moveTo>
                  <a:lnTo>
                    <a:pt x="4071239" y="2925445"/>
                  </a:lnTo>
                  <a:lnTo>
                    <a:pt x="4071239" y="2944495"/>
                  </a:lnTo>
                  <a:lnTo>
                    <a:pt x="4076446" y="2944495"/>
                  </a:lnTo>
                  <a:lnTo>
                    <a:pt x="4080764" y="2940227"/>
                  </a:lnTo>
                  <a:lnTo>
                    <a:pt x="4080764" y="2929712"/>
                  </a:lnTo>
                  <a:lnTo>
                    <a:pt x="4076446" y="2925445"/>
                  </a:lnTo>
                  <a:close/>
                </a:path>
                <a:path w="10424160" h="2944495">
                  <a:moveTo>
                    <a:pt x="4033012" y="2925445"/>
                  </a:moveTo>
                  <a:lnTo>
                    <a:pt x="4027805" y="2925445"/>
                  </a:lnTo>
                  <a:lnTo>
                    <a:pt x="4023487" y="2929712"/>
                  </a:lnTo>
                  <a:lnTo>
                    <a:pt x="4023487" y="2940227"/>
                  </a:lnTo>
                  <a:lnTo>
                    <a:pt x="4027805" y="2944495"/>
                  </a:lnTo>
                  <a:lnTo>
                    <a:pt x="4033012" y="2944495"/>
                  </a:lnTo>
                  <a:lnTo>
                    <a:pt x="4033012" y="2925445"/>
                  </a:lnTo>
                  <a:close/>
                </a:path>
                <a:path w="10424160" h="2944495">
                  <a:moveTo>
                    <a:pt x="4038346" y="2925445"/>
                  </a:moveTo>
                  <a:lnTo>
                    <a:pt x="4033139" y="2925445"/>
                  </a:lnTo>
                  <a:lnTo>
                    <a:pt x="4033139" y="2944495"/>
                  </a:lnTo>
                  <a:lnTo>
                    <a:pt x="4038346" y="2944495"/>
                  </a:lnTo>
                  <a:lnTo>
                    <a:pt x="4042664" y="2940227"/>
                  </a:lnTo>
                  <a:lnTo>
                    <a:pt x="4042664" y="2929712"/>
                  </a:lnTo>
                  <a:lnTo>
                    <a:pt x="4038346" y="2925445"/>
                  </a:lnTo>
                  <a:close/>
                </a:path>
                <a:path w="10424160" h="2944495">
                  <a:moveTo>
                    <a:pt x="3994912" y="2925445"/>
                  </a:moveTo>
                  <a:lnTo>
                    <a:pt x="3989705" y="2925445"/>
                  </a:lnTo>
                  <a:lnTo>
                    <a:pt x="3985387" y="2929712"/>
                  </a:lnTo>
                  <a:lnTo>
                    <a:pt x="3985387" y="2940227"/>
                  </a:lnTo>
                  <a:lnTo>
                    <a:pt x="3989705" y="2944495"/>
                  </a:lnTo>
                  <a:lnTo>
                    <a:pt x="3994912" y="2944495"/>
                  </a:lnTo>
                  <a:lnTo>
                    <a:pt x="3994912" y="2925445"/>
                  </a:lnTo>
                  <a:close/>
                </a:path>
                <a:path w="10424160" h="2944495">
                  <a:moveTo>
                    <a:pt x="4000246" y="2925445"/>
                  </a:moveTo>
                  <a:lnTo>
                    <a:pt x="3994912" y="2925445"/>
                  </a:lnTo>
                  <a:lnTo>
                    <a:pt x="3994912" y="2944495"/>
                  </a:lnTo>
                  <a:lnTo>
                    <a:pt x="4000246" y="2944495"/>
                  </a:lnTo>
                  <a:lnTo>
                    <a:pt x="4004437" y="2940227"/>
                  </a:lnTo>
                  <a:lnTo>
                    <a:pt x="4004437" y="2929712"/>
                  </a:lnTo>
                  <a:lnTo>
                    <a:pt x="4000246" y="2925445"/>
                  </a:lnTo>
                  <a:close/>
                </a:path>
                <a:path w="10424160" h="2944495">
                  <a:moveTo>
                    <a:pt x="3956812" y="2925445"/>
                  </a:moveTo>
                  <a:lnTo>
                    <a:pt x="3951605" y="2925445"/>
                  </a:lnTo>
                  <a:lnTo>
                    <a:pt x="3947287" y="2929712"/>
                  </a:lnTo>
                  <a:lnTo>
                    <a:pt x="3947287" y="2940227"/>
                  </a:lnTo>
                  <a:lnTo>
                    <a:pt x="3951605" y="2944495"/>
                  </a:lnTo>
                  <a:lnTo>
                    <a:pt x="3956812" y="2944495"/>
                  </a:lnTo>
                  <a:lnTo>
                    <a:pt x="3956812" y="2925445"/>
                  </a:lnTo>
                  <a:close/>
                </a:path>
                <a:path w="10424160" h="2944495">
                  <a:moveTo>
                    <a:pt x="3962146" y="2925445"/>
                  </a:moveTo>
                  <a:lnTo>
                    <a:pt x="3956812" y="2925445"/>
                  </a:lnTo>
                  <a:lnTo>
                    <a:pt x="3956812" y="2944495"/>
                  </a:lnTo>
                  <a:lnTo>
                    <a:pt x="3962146" y="2944495"/>
                  </a:lnTo>
                  <a:lnTo>
                    <a:pt x="3966337" y="2940227"/>
                  </a:lnTo>
                  <a:lnTo>
                    <a:pt x="3966337" y="2929712"/>
                  </a:lnTo>
                  <a:lnTo>
                    <a:pt x="3962146" y="2925445"/>
                  </a:lnTo>
                  <a:close/>
                </a:path>
                <a:path w="10424160" h="2944495">
                  <a:moveTo>
                    <a:pt x="3918712" y="2925445"/>
                  </a:moveTo>
                  <a:lnTo>
                    <a:pt x="3913505" y="2925445"/>
                  </a:lnTo>
                  <a:lnTo>
                    <a:pt x="3909187" y="2929712"/>
                  </a:lnTo>
                  <a:lnTo>
                    <a:pt x="3909187" y="2940227"/>
                  </a:lnTo>
                  <a:lnTo>
                    <a:pt x="3913505" y="2944495"/>
                  </a:lnTo>
                  <a:lnTo>
                    <a:pt x="3918712" y="2944495"/>
                  </a:lnTo>
                  <a:lnTo>
                    <a:pt x="3918712" y="2925445"/>
                  </a:lnTo>
                  <a:close/>
                </a:path>
                <a:path w="10424160" h="2944495">
                  <a:moveTo>
                    <a:pt x="3924046" y="2925445"/>
                  </a:moveTo>
                  <a:lnTo>
                    <a:pt x="3918712" y="2925445"/>
                  </a:lnTo>
                  <a:lnTo>
                    <a:pt x="3918712" y="2944495"/>
                  </a:lnTo>
                  <a:lnTo>
                    <a:pt x="3924046" y="2944495"/>
                  </a:lnTo>
                  <a:lnTo>
                    <a:pt x="3928237" y="2940227"/>
                  </a:lnTo>
                  <a:lnTo>
                    <a:pt x="3928237" y="2929712"/>
                  </a:lnTo>
                  <a:lnTo>
                    <a:pt x="3924046" y="2925445"/>
                  </a:lnTo>
                  <a:close/>
                </a:path>
                <a:path w="10424160" h="2944495">
                  <a:moveTo>
                    <a:pt x="3880612" y="2925445"/>
                  </a:moveTo>
                  <a:lnTo>
                    <a:pt x="3875278" y="2925445"/>
                  </a:lnTo>
                  <a:lnTo>
                    <a:pt x="3871087" y="2929712"/>
                  </a:lnTo>
                  <a:lnTo>
                    <a:pt x="3871087" y="2940227"/>
                  </a:lnTo>
                  <a:lnTo>
                    <a:pt x="3875278" y="2944495"/>
                  </a:lnTo>
                  <a:lnTo>
                    <a:pt x="3880612" y="2944495"/>
                  </a:lnTo>
                  <a:lnTo>
                    <a:pt x="3880612" y="2925445"/>
                  </a:lnTo>
                  <a:close/>
                </a:path>
                <a:path w="10424160" h="2944495">
                  <a:moveTo>
                    <a:pt x="3885819" y="2925445"/>
                  </a:moveTo>
                  <a:lnTo>
                    <a:pt x="3880612" y="2925445"/>
                  </a:lnTo>
                  <a:lnTo>
                    <a:pt x="3880612" y="2944495"/>
                  </a:lnTo>
                  <a:lnTo>
                    <a:pt x="3885819" y="2944495"/>
                  </a:lnTo>
                  <a:lnTo>
                    <a:pt x="3890137" y="2940227"/>
                  </a:lnTo>
                  <a:lnTo>
                    <a:pt x="3890137" y="2929712"/>
                  </a:lnTo>
                  <a:lnTo>
                    <a:pt x="3885819" y="2925445"/>
                  </a:lnTo>
                  <a:close/>
                </a:path>
                <a:path w="10424160" h="2944495">
                  <a:moveTo>
                    <a:pt x="3842512" y="2925445"/>
                  </a:moveTo>
                  <a:lnTo>
                    <a:pt x="3837178" y="2925445"/>
                  </a:lnTo>
                  <a:lnTo>
                    <a:pt x="3832987" y="2929712"/>
                  </a:lnTo>
                  <a:lnTo>
                    <a:pt x="3832987" y="2940227"/>
                  </a:lnTo>
                  <a:lnTo>
                    <a:pt x="3837178" y="2944495"/>
                  </a:lnTo>
                  <a:lnTo>
                    <a:pt x="3842512" y="2944495"/>
                  </a:lnTo>
                  <a:lnTo>
                    <a:pt x="3842512" y="2925445"/>
                  </a:lnTo>
                  <a:close/>
                </a:path>
                <a:path w="10424160" h="2944495">
                  <a:moveTo>
                    <a:pt x="3847719" y="2925445"/>
                  </a:moveTo>
                  <a:lnTo>
                    <a:pt x="3842512" y="2925445"/>
                  </a:lnTo>
                  <a:lnTo>
                    <a:pt x="3842512" y="2944495"/>
                  </a:lnTo>
                  <a:lnTo>
                    <a:pt x="3847719" y="2944495"/>
                  </a:lnTo>
                  <a:lnTo>
                    <a:pt x="3852037" y="2940227"/>
                  </a:lnTo>
                  <a:lnTo>
                    <a:pt x="3852037" y="2929712"/>
                  </a:lnTo>
                  <a:lnTo>
                    <a:pt x="3847719" y="2925445"/>
                  </a:lnTo>
                  <a:close/>
                </a:path>
                <a:path w="10424160" h="2944495">
                  <a:moveTo>
                    <a:pt x="3804412" y="2925445"/>
                  </a:moveTo>
                  <a:lnTo>
                    <a:pt x="3799078" y="2925445"/>
                  </a:lnTo>
                  <a:lnTo>
                    <a:pt x="3794887" y="2929712"/>
                  </a:lnTo>
                  <a:lnTo>
                    <a:pt x="3794887" y="2940227"/>
                  </a:lnTo>
                  <a:lnTo>
                    <a:pt x="3799078" y="2944495"/>
                  </a:lnTo>
                  <a:lnTo>
                    <a:pt x="3804412" y="2944495"/>
                  </a:lnTo>
                  <a:lnTo>
                    <a:pt x="3804412" y="2925445"/>
                  </a:lnTo>
                  <a:close/>
                </a:path>
                <a:path w="10424160" h="2944495">
                  <a:moveTo>
                    <a:pt x="3809619" y="2925445"/>
                  </a:moveTo>
                  <a:lnTo>
                    <a:pt x="3804412" y="2925445"/>
                  </a:lnTo>
                  <a:lnTo>
                    <a:pt x="3804412" y="2944495"/>
                  </a:lnTo>
                  <a:lnTo>
                    <a:pt x="3809619" y="2944495"/>
                  </a:lnTo>
                  <a:lnTo>
                    <a:pt x="3813937" y="2940227"/>
                  </a:lnTo>
                  <a:lnTo>
                    <a:pt x="3813937" y="2929712"/>
                  </a:lnTo>
                  <a:lnTo>
                    <a:pt x="3809619" y="2925445"/>
                  </a:lnTo>
                  <a:close/>
                </a:path>
                <a:path w="10424160" h="2944495">
                  <a:moveTo>
                    <a:pt x="3766185" y="2925445"/>
                  </a:moveTo>
                  <a:lnTo>
                    <a:pt x="3760978" y="2925445"/>
                  </a:lnTo>
                  <a:lnTo>
                    <a:pt x="3756660" y="2929712"/>
                  </a:lnTo>
                  <a:lnTo>
                    <a:pt x="3756660" y="2940227"/>
                  </a:lnTo>
                  <a:lnTo>
                    <a:pt x="3760978" y="2944495"/>
                  </a:lnTo>
                  <a:lnTo>
                    <a:pt x="3766185" y="2944495"/>
                  </a:lnTo>
                  <a:lnTo>
                    <a:pt x="3766185" y="2925445"/>
                  </a:lnTo>
                  <a:close/>
                </a:path>
                <a:path w="10424160" h="2944495">
                  <a:moveTo>
                    <a:pt x="3771519" y="2925445"/>
                  </a:moveTo>
                  <a:lnTo>
                    <a:pt x="3766312" y="2925445"/>
                  </a:lnTo>
                  <a:lnTo>
                    <a:pt x="3766312" y="2944495"/>
                  </a:lnTo>
                  <a:lnTo>
                    <a:pt x="3771519" y="2944495"/>
                  </a:lnTo>
                  <a:lnTo>
                    <a:pt x="3775837" y="2940227"/>
                  </a:lnTo>
                  <a:lnTo>
                    <a:pt x="3775837" y="2929712"/>
                  </a:lnTo>
                  <a:lnTo>
                    <a:pt x="3771519" y="2925445"/>
                  </a:lnTo>
                  <a:close/>
                </a:path>
                <a:path w="10424160" h="2944495">
                  <a:moveTo>
                    <a:pt x="3728085" y="2925445"/>
                  </a:moveTo>
                  <a:lnTo>
                    <a:pt x="3722878" y="2925445"/>
                  </a:lnTo>
                  <a:lnTo>
                    <a:pt x="3718560" y="2929712"/>
                  </a:lnTo>
                  <a:lnTo>
                    <a:pt x="3718560" y="2940227"/>
                  </a:lnTo>
                  <a:lnTo>
                    <a:pt x="3722878" y="2944495"/>
                  </a:lnTo>
                  <a:lnTo>
                    <a:pt x="3728085" y="2944495"/>
                  </a:lnTo>
                  <a:lnTo>
                    <a:pt x="3728085" y="2925445"/>
                  </a:lnTo>
                  <a:close/>
                </a:path>
                <a:path w="10424160" h="2944495">
                  <a:moveTo>
                    <a:pt x="3733419" y="2925445"/>
                  </a:moveTo>
                  <a:lnTo>
                    <a:pt x="3728085" y="2925445"/>
                  </a:lnTo>
                  <a:lnTo>
                    <a:pt x="3728085" y="2944495"/>
                  </a:lnTo>
                  <a:lnTo>
                    <a:pt x="3733419" y="2944495"/>
                  </a:lnTo>
                  <a:lnTo>
                    <a:pt x="3737610" y="2940227"/>
                  </a:lnTo>
                  <a:lnTo>
                    <a:pt x="3737610" y="2929712"/>
                  </a:lnTo>
                  <a:lnTo>
                    <a:pt x="3733419" y="2925445"/>
                  </a:lnTo>
                  <a:close/>
                </a:path>
                <a:path w="10424160" h="2944495">
                  <a:moveTo>
                    <a:pt x="3689985" y="2925445"/>
                  </a:moveTo>
                  <a:lnTo>
                    <a:pt x="3684778" y="2925445"/>
                  </a:lnTo>
                  <a:lnTo>
                    <a:pt x="3680460" y="2929712"/>
                  </a:lnTo>
                  <a:lnTo>
                    <a:pt x="3680460" y="2940227"/>
                  </a:lnTo>
                  <a:lnTo>
                    <a:pt x="3684778" y="2944495"/>
                  </a:lnTo>
                  <a:lnTo>
                    <a:pt x="3689985" y="2944495"/>
                  </a:lnTo>
                  <a:lnTo>
                    <a:pt x="3689985" y="2925445"/>
                  </a:lnTo>
                  <a:close/>
                </a:path>
                <a:path w="10424160" h="2944495">
                  <a:moveTo>
                    <a:pt x="3695319" y="2925445"/>
                  </a:moveTo>
                  <a:lnTo>
                    <a:pt x="3689985" y="2925445"/>
                  </a:lnTo>
                  <a:lnTo>
                    <a:pt x="3689985" y="2944495"/>
                  </a:lnTo>
                  <a:lnTo>
                    <a:pt x="3695319" y="2944495"/>
                  </a:lnTo>
                  <a:lnTo>
                    <a:pt x="3699510" y="2940227"/>
                  </a:lnTo>
                  <a:lnTo>
                    <a:pt x="3699510" y="2929712"/>
                  </a:lnTo>
                  <a:lnTo>
                    <a:pt x="3695319" y="2925445"/>
                  </a:lnTo>
                  <a:close/>
                </a:path>
                <a:path w="10424160" h="2944495">
                  <a:moveTo>
                    <a:pt x="3651885" y="2925445"/>
                  </a:moveTo>
                  <a:lnTo>
                    <a:pt x="3646678" y="2925445"/>
                  </a:lnTo>
                  <a:lnTo>
                    <a:pt x="3642360" y="2929712"/>
                  </a:lnTo>
                  <a:lnTo>
                    <a:pt x="3642360" y="2940227"/>
                  </a:lnTo>
                  <a:lnTo>
                    <a:pt x="3646678" y="2944495"/>
                  </a:lnTo>
                  <a:lnTo>
                    <a:pt x="3651885" y="2944495"/>
                  </a:lnTo>
                  <a:lnTo>
                    <a:pt x="3651885" y="2925445"/>
                  </a:lnTo>
                  <a:close/>
                </a:path>
                <a:path w="10424160" h="2944495">
                  <a:moveTo>
                    <a:pt x="3657219" y="2925445"/>
                  </a:moveTo>
                  <a:lnTo>
                    <a:pt x="3651885" y="2925445"/>
                  </a:lnTo>
                  <a:lnTo>
                    <a:pt x="3651885" y="2944495"/>
                  </a:lnTo>
                  <a:lnTo>
                    <a:pt x="3657219" y="2944495"/>
                  </a:lnTo>
                  <a:lnTo>
                    <a:pt x="3661410" y="2940227"/>
                  </a:lnTo>
                  <a:lnTo>
                    <a:pt x="3661410" y="2929712"/>
                  </a:lnTo>
                  <a:lnTo>
                    <a:pt x="3657219" y="2925445"/>
                  </a:lnTo>
                  <a:close/>
                </a:path>
                <a:path w="10424160" h="2944495">
                  <a:moveTo>
                    <a:pt x="3613785" y="2925445"/>
                  </a:moveTo>
                  <a:lnTo>
                    <a:pt x="3608451" y="2925445"/>
                  </a:lnTo>
                  <a:lnTo>
                    <a:pt x="3604260" y="2929712"/>
                  </a:lnTo>
                  <a:lnTo>
                    <a:pt x="3604260" y="2940227"/>
                  </a:lnTo>
                  <a:lnTo>
                    <a:pt x="3608451" y="2944495"/>
                  </a:lnTo>
                  <a:lnTo>
                    <a:pt x="3613785" y="2944495"/>
                  </a:lnTo>
                  <a:lnTo>
                    <a:pt x="3613785" y="2925445"/>
                  </a:lnTo>
                  <a:close/>
                </a:path>
                <a:path w="10424160" h="2944495">
                  <a:moveTo>
                    <a:pt x="3618992" y="2925445"/>
                  </a:moveTo>
                  <a:lnTo>
                    <a:pt x="3613785" y="2925445"/>
                  </a:lnTo>
                  <a:lnTo>
                    <a:pt x="3613785" y="2944495"/>
                  </a:lnTo>
                  <a:lnTo>
                    <a:pt x="3618992" y="2944495"/>
                  </a:lnTo>
                  <a:lnTo>
                    <a:pt x="3623310" y="2940227"/>
                  </a:lnTo>
                  <a:lnTo>
                    <a:pt x="3623310" y="2929712"/>
                  </a:lnTo>
                  <a:lnTo>
                    <a:pt x="3618992" y="2925445"/>
                  </a:lnTo>
                  <a:close/>
                </a:path>
                <a:path w="10424160" h="2944495">
                  <a:moveTo>
                    <a:pt x="3575685" y="2925445"/>
                  </a:moveTo>
                  <a:lnTo>
                    <a:pt x="3570351" y="2925445"/>
                  </a:lnTo>
                  <a:lnTo>
                    <a:pt x="3566160" y="2929712"/>
                  </a:lnTo>
                  <a:lnTo>
                    <a:pt x="3566160" y="2940227"/>
                  </a:lnTo>
                  <a:lnTo>
                    <a:pt x="3570351" y="2944495"/>
                  </a:lnTo>
                  <a:lnTo>
                    <a:pt x="3575685" y="2944495"/>
                  </a:lnTo>
                  <a:lnTo>
                    <a:pt x="3575685" y="2925445"/>
                  </a:lnTo>
                  <a:close/>
                </a:path>
                <a:path w="10424160" h="2944495">
                  <a:moveTo>
                    <a:pt x="3580892" y="2925445"/>
                  </a:moveTo>
                  <a:lnTo>
                    <a:pt x="3575685" y="2925445"/>
                  </a:lnTo>
                  <a:lnTo>
                    <a:pt x="3575685" y="2944495"/>
                  </a:lnTo>
                  <a:lnTo>
                    <a:pt x="3580892" y="2944495"/>
                  </a:lnTo>
                  <a:lnTo>
                    <a:pt x="3585210" y="2940227"/>
                  </a:lnTo>
                  <a:lnTo>
                    <a:pt x="3585210" y="2929712"/>
                  </a:lnTo>
                  <a:lnTo>
                    <a:pt x="3580892" y="2925445"/>
                  </a:lnTo>
                  <a:close/>
                </a:path>
                <a:path w="10424160" h="2944495">
                  <a:moveTo>
                    <a:pt x="3537458" y="2925445"/>
                  </a:moveTo>
                  <a:lnTo>
                    <a:pt x="3532251" y="2925445"/>
                  </a:lnTo>
                  <a:lnTo>
                    <a:pt x="3527933" y="2929712"/>
                  </a:lnTo>
                  <a:lnTo>
                    <a:pt x="3527933" y="2940227"/>
                  </a:lnTo>
                  <a:lnTo>
                    <a:pt x="3532251" y="2944495"/>
                  </a:lnTo>
                  <a:lnTo>
                    <a:pt x="3537458" y="2944495"/>
                  </a:lnTo>
                  <a:lnTo>
                    <a:pt x="3537458" y="2925445"/>
                  </a:lnTo>
                  <a:close/>
                </a:path>
                <a:path w="10424160" h="2944495">
                  <a:moveTo>
                    <a:pt x="3542792" y="2925445"/>
                  </a:moveTo>
                  <a:lnTo>
                    <a:pt x="3537585" y="2925445"/>
                  </a:lnTo>
                  <a:lnTo>
                    <a:pt x="3537585" y="2944495"/>
                  </a:lnTo>
                  <a:lnTo>
                    <a:pt x="3542792" y="2944495"/>
                  </a:lnTo>
                  <a:lnTo>
                    <a:pt x="3547110" y="2940227"/>
                  </a:lnTo>
                  <a:lnTo>
                    <a:pt x="3547110" y="2929712"/>
                  </a:lnTo>
                  <a:lnTo>
                    <a:pt x="3542792" y="2925445"/>
                  </a:lnTo>
                  <a:close/>
                </a:path>
                <a:path w="10424160" h="2944495">
                  <a:moveTo>
                    <a:pt x="3499358" y="2925445"/>
                  </a:moveTo>
                  <a:lnTo>
                    <a:pt x="3494151" y="2925445"/>
                  </a:lnTo>
                  <a:lnTo>
                    <a:pt x="3489833" y="2929712"/>
                  </a:lnTo>
                  <a:lnTo>
                    <a:pt x="3489833" y="2940227"/>
                  </a:lnTo>
                  <a:lnTo>
                    <a:pt x="3494151" y="2944495"/>
                  </a:lnTo>
                  <a:lnTo>
                    <a:pt x="3499358" y="2944495"/>
                  </a:lnTo>
                  <a:lnTo>
                    <a:pt x="3499358" y="2925445"/>
                  </a:lnTo>
                  <a:close/>
                </a:path>
                <a:path w="10424160" h="2944495">
                  <a:moveTo>
                    <a:pt x="3504692" y="2925445"/>
                  </a:moveTo>
                  <a:lnTo>
                    <a:pt x="3499358" y="2925445"/>
                  </a:lnTo>
                  <a:lnTo>
                    <a:pt x="3499358" y="2944495"/>
                  </a:lnTo>
                  <a:lnTo>
                    <a:pt x="3504692" y="2944495"/>
                  </a:lnTo>
                  <a:lnTo>
                    <a:pt x="3508883" y="2940227"/>
                  </a:lnTo>
                  <a:lnTo>
                    <a:pt x="3508883" y="2929712"/>
                  </a:lnTo>
                  <a:lnTo>
                    <a:pt x="3504692" y="2925445"/>
                  </a:lnTo>
                  <a:close/>
                </a:path>
                <a:path w="10424160" h="2944495">
                  <a:moveTo>
                    <a:pt x="3461258" y="2925445"/>
                  </a:moveTo>
                  <a:lnTo>
                    <a:pt x="3456051" y="2925445"/>
                  </a:lnTo>
                  <a:lnTo>
                    <a:pt x="3451733" y="2929712"/>
                  </a:lnTo>
                  <a:lnTo>
                    <a:pt x="3451733" y="2940227"/>
                  </a:lnTo>
                  <a:lnTo>
                    <a:pt x="3456051" y="2944495"/>
                  </a:lnTo>
                  <a:lnTo>
                    <a:pt x="3461258" y="2944495"/>
                  </a:lnTo>
                  <a:lnTo>
                    <a:pt x="3461258" y="2925445"/>
                  </a:lnTo>
                  <a:close/>
                </a:path>
                <a:path w="10424160" h="2944495">
                  <a:moveTo>
                    <a:pt x="3466592" y="2925445"/>
                  </a:moveTo>
                  <a:lnTo>
                    <a:pt x="3461258" y="2925445"/>
                  </a:lnTo>
                  <a:lnTo>
                    <a:pt x="3461258" y="2944495"/>
                  </a:lnTo>
                  <a:lnTo>
                    <a:pt x="3466592" y="2944495"/>
                  </a:lnTo>
                  <a:lnTo>
                    <a:pt x="3470783" y="2940227"/>
                  </a:lnTo>
                  <a:lnTo>
                    <a:pt x="3470783" y="2929712"/>
                  </a:lnTo>
                  <a:lnTo>
                    <a:pt x="3466592" y="2925445"/>
                  </a:lnTo>
                  <a:close/>
                </a:path>
                <a:path w="10424160" h="2944495">
                  <a:moveTo>
                    <a:pt x="3423158" y="2925445"/>
                  </a:moveTo>
                  <a:lnTo>
                    <a:pt x="3417951" y="2925445"/>
                  </a:lnTo>
                  <a:lnTo>
                    <a:pt x="3413633" y="2929712"/>
                  </a:lnTo>
                  <a:lnTo>
                    <a:pt x="3413633" y="2940227"/>
                  </a:lnTo>
                  <a:lnTo>
                    <a:pt x="3417951" y="2944495"/>
                  </a:lnTo>
                  <a:lnTo>
                    <a:pt x="3423158" y="2944495"/>
                  </a:lnTo>
                  <a:lnTo>
                    <a:pt x="3423158" y="2925445"/>
                  </a:lnTo>
                  <a:close/>
                </a:path>
                <a:path w="10424160" h="2944495">
                  <a:moveTo>
                    <a:pt x="3428492" y="2925445"/>
                  </a:moveTo>
                  <a:lnTo>
                    <a:pt x="3423158" y="2925445"/>
                  </a:lnTo>
                  <a:lnTo>
                    <a:pt x="3423158" y="2944495"/>
                  </a:lnTo>
                  <a:lnTo>
                    <a:pt x="3428492" y="2944495"/>
                  </a:lnTo>
                  <a:lnTo>
                    <a:pt x="3432683" y="2940227"/>
                  </a:lnTo>
                  <a:lnTo>
                    <a:pt x="3432683" y="2929712"/>
                  </a:lnTo>
                  <a:lnTo>
                    <a:pt x="3428492" y="2925445"/>
                  </a:lnTo>
                  <a:close/>
                </a:path>
                <a:path w="10424160" h="2944495">
                  <a:moveTo>
                    <a:pt x="3385058" y="2925445"/>
                  </a:moveTo>
                  <a:lnTo>
                    <a:pt x="3379724" y="2925445"/>
                  </a:lnTo>
                  <a:lnTo>
                    <a:pt x="3375533" y="2929712"/>
                  </a:lnTo>
                  <a:lnTo>
                    <a:pt x="3375533" y="2940227"/>
                  </a:lnTo>
                  <a:lnTo>
                    <a:pt x="3379724" y="2944495"/>
                  </a:lnTo>
                  <a:lnTo>
                    <a:pt x="3385058" y="2944495"/>
                  </a:lnTo>
                  <a:lnTo>
                    <a:pt x="3385058" y="2925445"/>
                  </a:lnTo>
                  <a:close/>
                </a:path>
                <a:path w="10424160" h="2944495">
                  <a:moveTo>
                    <a:pt x="3390265" y="2925445"/>
                  </a:moveTo>
                  <a:lnTo>
                    <a:pt x="3385058" y="2925445"/>
                  </a:lnTo>
                  <a:lnTo>
                    <a:pt x="3385058" y="2944495"/>
                  </a:lnTo>
                  <a:lnTo>
                    <a:pt x="3390265" y="2944495"/>
                  </a:lnTo>
                  <a:lnTo>
                    <a:pt x="3394583" y="2940227"/>
                  </a:lnTo>
                  <a:lnTo>
                    <a:pt x="3394583" y="2929712"/>
                  </a:lnTo>
                  <a:lnTo>
                    <a:pt x="3390265" y="2925445"/>
                  </a:lnTo>
                  <a:close/>
                </a:path>
                <a:path w="10424160" h="2944495">
                  <a:moveTo>
                    <a:pt x="3346958" y="2925445"/>
                  </a:moveTo>
                  <a:lnTo>
                    <a:pt x="3341624" y="2925445"/>
                  </a:lnTo>
                  <a:lnTo>
                    <a:pt x="3337433" y="2929712"/>
                  </a:lnTo>
                  <a:lnTo>
                    <a:pt x="3337433" y="2940227"/>
                  </a:lnTo>
                  <a:lnTo>
                    <a:pt x="3341624" y="2944495"/>
                  </a:lnTo>
                  <a:lnTo>
                    <a:pt x="3346958" y="2944495"/>
                  </a:lnTo>
                  <a:lnTo>
                    <a:pt x="3346958" y="2925445"/>
                  </a:lnTo>
                  <a:close/>
                </a:path>
                <a:path w="10424160" h="2944495">
                  <a:moveTo>
                    <a:pt x="3352165" y="2925445"/>
                  </a:moveTo>
                  <a:lnTo>
                    <a:pt x="3346958" y="2925445"/>
                  </a:lnTo>
                  <a:lnTo>
                    <a:pt x="3346958" y="2944495"/>
                  </a:lnTo>
                  <a:lnTo>
                    <a:pt x="3352165" y="2944495"/>
                  </a:lnTo>
                  <a:lnTo>
                    <a:pt x="3356483" y="2940227"/>
                  </a:lnTo>
                  <a:lnTo>
                    <a:pt x="3356483" y="2929712"/>
                  </a:lnTo>
                  <a:lnTo>
                    <a:pt x="3352165" y="2925445"/>
                  </a:lnTo>
                  <a:close/>
                </a:path>
                <a:path w="10424160" h="2944495">
                  <a:moveTo>
                    <a:pt x="3308858" y="2925445"/>
                  </a:moveTo>
                  <a:lnTo>
                    <a:pt x="3303524" y="2925445"/>
                  </a:lnTo>
                  <a:lnTo>
                    <a:pt x="3299333" y="2929712"/>
                  </a:lnTo>
                  <a:lnTo>
                    <a:pt x="3299333" y="2940227"/>
                  </a:lnTo>
                  <a:lnTo>
                    <a:pt x="3303524" y="2944495"/>
                  </a:lnTo>
                  <a:lnTo>
                    <a:pt x="3308858" y="2944495"/>
                  </a:lnTo>
                  <a:lnTo>
                    <a:pt x="3308858" y="2925445"/>
                  </a:lnTo>
                  <a:close/>
                </a:path>
                <a:path w="10424160" h="2944495">
                  <a:moveTo>
                    <a:pt x="3314065" y="2925445"/>
                  </a:moveTo>
                  <a:lnTo>
                    <a:pt x="3308858" y="2925445"/>
                  </a:lnTo>
                  <a:lnTo>
                    <a:pt x="3308858" y="2944495"/>
                  </a:lnTo>
                  <a:lnTo>
                    <a:pt x="3314065" y="2944495"/>
                  </a:lnTo>
                  <a:lnTo>
                    <a:pt x="3318383" y="2940227"/>
                  </a:lnTo>
                  <a:lnTo>
                    <a:pt x="3318383" y="2929712"/>
                  </a:lnTo>
                  <a:lnTo>
                    <a:pt x="3314065" y="2925445"/>
                  </a:lnTo>
                  <a:close/>
                </a:path>
                <a:path w="10424160" h="2944495">
                  <a:moveTo>
                    <a:pt x="3270631" y="2925445"/>
                  </a:moveTo>
                  <a:lnTo>
                    <a:pt x="3265424" y="2925445"/>
                  </a:lnTo>
                  <a:lnTo>
                    <a:pt x="3261106" y="2929712"/>
                  </a:lnTo>
                  <a:lnTo>
                    <a:pt x="3261106" y="2940227"/>
                  </a:lnTo>
                  <a:lnTo>
                    <a:pt x="3265424" y="2944495"/>
                  </a:lnTo>
                  <a:lnTo>
                    <a:pt x="3270631" y="2944495"/>
                  </a:lnTo>
                  <a:lnTo>
                    <a:pt x="3270631" y="2925445"/>
                  </a:lnTo>
                  <a:close/>
                </a:path>
                <a:path w="10424160" h="2944495">
                  <a:moveTo>
                    <a:pt x="3275965" y="2925445"/>
                  </a:moveTo>
                  <a:lnTo>
                    <a:pt x="3270758" y="2925445"/>
                  </a:lnTo>
                  <a:lnTo>
                    <a:pt x="3270758" y="2944495"/>
                  </a:lnTo>
                  <a:lnTo>
                    <a:pt x="3275965" y="2944495"/>
                  </a:lnTo>
                  <a:lnTo>
                    <a:pt x="3280283" y="2940227"/>
                  </a:lnTo>
                  <a:lnTo>
                    <a:pt x="3280283" y="2929712"/>
                  </a:lnTo>
                  <a:lnTo>
                    <a:pt x="3275965" y="2925445"/>
                  </a:lnTo>
                  <a:close/>
                </a:path>
                <a:path w="10424160" h="2944495">
                  <a:moveTo>
                    <a:pt x="3232531" y="2925445"/>
                  </a:moveTo>
                  <a:lnTo>
                    <a:pt x="3227323" y="2925445"/>
                  </a:lnTo>
                  <a:lnTo>
                    <a:pt x="3223006" y="2929712"/>
                  </a:lnTo>
                  <a:lnTo>
                    <a:pt x="3223006" y="2940227"/>
                  </a:lnTo>
                  <a:lnTo>
                    <a:pt x="3227323" y="2944495"/>
                  </a:lnTo>
                  <a:lnTo>
                    <a:pt x="3232531" y="2944495"/>
                  </a:lnTo>
                  <a:lnTo>
                    <a:pt x="3232531" y="2925445"/>
                  </a:lnTo>
                  <a:close/>
                </a:path>
                <a:path w="10424160" h="2944495">
                  <a:moveTo>
                    <a:pt x="3237865" y="2925445"/>
                  </a:moveTo>
                  <a:lnTo>
                    <a:pt x="3232531" y="2925445"/>
                  </a:lnTo>
                  <a:lnTo>
                    <a:pt x="3232531" y="2944495"/>
                  </a:lnTo>
                  <a:lnTo>
                    <a:pt x="3237865" y="2944495"/>
                  </a:lnTo>
                  <a:lnTo>
                    <a:pt x="3242056" y="2940227"/>
                  </a:lnTo>
                  <a:lnTo>
                    <a:pt x="3242056" y="2929712"/>
                  </a:lnTo>
                  <a:lnTo>
                    <a:pt x="3237865" y="2925445"/>
                  </a:lnTo>
                  <a:close/>
                </a:path>
                <a:path w="10424160" h="2944495">
                  <a:moveTo>
                    <a:pt x="3194431" y="2925445"/>
                  </a:moveTo>
                  <a:lnTo>
                    <a:pt x="3189223" y="2925445"/>
                  </a:lnTo>
                  <a:lnTo>
                    <a:pt x="3184906" y="2929712"/>
                  </a:lnTo>
                  <a:lnTo>
                    <a:pt x="3184906" y="2940227"/>
                  </a:lnTo>
                  <a:lnTo>
                    <a:pt x="3189223" y="2944495"/>
                  </a:lnTo>
                  <a:lnTo>
                    <a:pt x="3194431" y="2944495"/>
                  </a:lnTo>
                  <a:lnTo>
                    <a:pt x="3194431" y="2925445"/>
                  </a:lnTo>
                  <a:close/>
                </a:path>
                <a:path w="10424160" h="2944495">
                  <a:moveTo>
                    <a:pt x="3199765" y="2925445"/>
                  </a:moveTo>
                  <a:lnTo>
                    <a:pt x="3194431" y="2925445"/>
                  </a:lnTo>
                  <a:lnTo>
                    <a:pt x="3194431" y="2944495"/>
                  </a:lnTo>
                  <a:lnTo>
                    <a:pt x="3199765" y="2944495"/>
                  </a:lnTo>
                  <a:lnTo>
                    <a:pt x="3203956" y="2940227"/>
                  </a:lnTo>
                  <a:lnTo>
                    <a:pt x="3203956" y="2929712"/>
                  </a:lnTo>
                  <a:lnTo>
                    <a:pt x="3199765" y="2925445"/>
                  </a:lnTo>
                  <a:close/>
                </a:path>
                <a:path w="10424160" h="2944495">
                  <a:moveTo>
                    <a:pt x="3156331" y="2925445"/>
                  </a:moveTo>
                  <a:lnTo>
                    <a:pt x="3151123" y="2925445"/>
                  </a:lnTo>
                  <a:lnTo>
                    <a:pt x="3146806" y="2929712"/>
                  </a:lnTo>
                  <a:lnTo>
                    <a:pt x="3146806" y="2940227"/>
                  </a:lnTo>
                  <a:lnTo>
                    <a:pt x="3151123" y="2944495"/>
                  </a:lnTo>
                  <a:lnTo>
                    <a:pt x="3156331" y="2944495"/>
                  </a:lnTo>
                  <a:lnTo>
                    <a:pt x="3156331" y="2925445"/>
                  </a:lnTo>
                  <a:close/>
                </a:path>
                <a:path w="10424160" h="2944495">
                  <a:moveTo>
                    <a:pt x="3161665" y="2925445"/>
                  </a:moveTo>
                  <a:lnTo>
                    <a:pt x="3156331" y="2925445"/>
                  </a:lnTo>
                  <a:lnTo>
                    <a:pt x="3156331" y="2944495"/>
                  </a:lnTo>
                  <a:lnTo>
                    <a:pt x="3161665" y="2944495"/>
                  </a:lnTo>
                  <a:lnTo>
                    <a:pt x="3165856" y="2940227"/>
                  </a:lnTo>
                  <a:lnTo>
                    <a:pt x="3165856" y="2929712"/>
                  </a:lnTo>
                  <a:lnTo>
                    <a:pt x="3161665" y="2925445"/>
                  </a:lnTo>
                  <a:close/>
                </a:path>
                <a:path w="10424160" h="2944495">
                  <a:moveTo>
                    <a:pt x="3118231" y="2925445"/>
                  </a:moveTo>
                  <a:lnTo>
                    <a:pt x="3112897" y="2925445"/>
                  </a:lnTo>
                  <a:lnTo>
                    <a:pt x="3108706" y="2929712"/>
                  </a:lnTo>
                  <a:lnTo>
                    <a:pt x="3108706" y="2940227"/>
                  </a:lnTo>
                  <a:lnTo>
                    <a:pt x="3112897" y="2944495"/>
                  </a:lnTo>
                  <a:lnTo>
                    <a:pt x="3118231" y="2944495"/>
                  </a:lnTo>
                  <a:lnTo>
                    <a:pt x="3118231" y="2925445"/>
                  </a:lnTo>
                  <a:close/>
                </a:path>
                <a:path w="10424160" h="2944495">
                  <a:moveTo>
                    <a:pt x="3123437" y="2925445"/>
                  </a:moveTo>
                  <a:lnTo>
                    <a:pt x="3118231" y="2925445"/>
                  </a:lnTo>
                  <a:lnTo>
                    <a:pt x="3118231" y="2944495"/>
                  </a:lnTo>
                  <a:lnTo>
                    <a:pt x="3123437" y="2944495"/>
                  </a:lnTo>
                  <a:lnTo>
                    <a:pt x="3127756" y="2940227"/>
                  </a:lnTo>
                  <a:lnTo>
                    <a:pt x="3127756" y="2929712"/>
                  </a:lnTo>
                  <a:lnTo>
                    <a:pt x="3123437" y="2925445"/>
                  </a:lnTo>
                  <a:close/>
                </a:path>
                <a:path w="10424160" h="2944495">
                  <a:moveTo>
                    <a:pt x="3080131" y="2925445"/>
                  </a:moveTo>
                  <a:lnTo>
                    <a:pt x="3074797" y="2925445"/>
                  </a:lnTo>
                  <a:lnTo>
                    <a:pt x="3070606" y="2929712"/>
                  </a:lnTo>
                  <a:lnTo>
                    <a:pt x="3070606" y="2940227"/>
                  </a:lnTo>
                  <a:lnTo>
                    <a:pt x="3074797" y="2944495"/>
                  </a:lnTo>
                  <a:lnTo>
                    <a:pt x="3080131" y="2944495"/>
                  </a:lnTo>
                  <a:lnTo>
                    <a:pt x="3080131" y="2925445"/>
                  </a:lnTo>
                  <a:close/>
                </a:path>
                <a:path w="10424160" h="2944495">
                  <a:moveTo>
                    <a:pt x="3085337" y="2925445"/>
                  </a:moveTo>
                  <a:lnTo>
                    <a:pt x="3080131" y="2925445"/>
                  </a:lnTo>
                  <a:lnTo>
                    <a:pt x="3080131" y="2944495"/>
                  </a:lnTo>
                  <a:lnTo>
                    <a:pt x="3085337" y="2944495"/>
                  </a:lnTo>
                  <a:lnTo>
                    <a:pt x="3089656" y="2940227"/>
                  </a:lnTo>
                  <a:lnTo>
                    <a:pt x="3089656" y="2929712"/>
                  </a:lnTo>
                  <a:lnTo>
                    <a:pt x="3085337" y="2925445"/>
                  </a:lnTo>
                  <a:close/>
                </a:path>
                <a:path w="10424160" h="2944495">
                  <a:moveTo>
                    <a:pt x="3042031" y="2925445"/>
                  </a:moveTo>
                  <a:lnTo>
                    <a:pt x="3036697" y="2925445"/>
                  </a:lnTo>
                  <a:lnTo>
                    <a:pt x="3032506" y="2929712"/>
                  </a:lnTo>
                  <a:lnTo>
                    <a:pt x="3032506" y="2940227"/>
                  </a:lnTo>
                  <a:lnTo>
                    <a:pt x="3036697" y="2944495"/>
                  </a:lnTo>
                  <a:lnTo>
                    <a:pt x="3042031" y="2944495"/>
                  </a:lnTo>
                  <a:lnTo>
                    <a:pt x="3042031" y="2925445"/>
                  </a:lnTo>
                  <a:close/>
                </a:path>
                <a:path w="10424160" h="2944495">
                  <a:moveTo>
                    <a:pt x="3047237" y="2925445"/>
                  </a:moveTo>
                  <a:lnTo>
                    <a:pt x="3042031" y="2925445"/>
                  </a:lnTo>
                  <a:lnTo>
                    <a:pt x="3042031" y="2944495"/>
                  </a:lnTo>
                  <a:lnTo>
                    <a:pt x="3047237" y="2944495"/>
                  </a:lnTo>
                  <a:lnTo>
                    <a:pt x="3051556" y="2940227"/>
                  </a:lnTo>
                  <a:lnTo>
                    <a:pt x="3051556" y="2929712"/>
                  </a:lnTo>
                  <a:lnTo>
                    <a:pt x="3047237" y="2925445"/>
                  </a:lnTo>
                  <a:close/>
                </a:path>
                <a:path w="10424160" h="2944495">
                  <a:moveTo>
                    <a:pt x="3003804" y="2925445"/>
                  </a:moveTo>
                  <a:lnTo>
                    <a:pt x="2998597" y="2925445"/>
                  </a:lnTo>
                  <a:lnTo>
                    <a:pt x="2994279" y="2929712"/>
                  </a:lnTo>
                  <a:lnTo>
                    <a:pt x="2994279" y="2940227"/>
                  </a:lnTo>
                  <a:lnTo>
                    <a:pt x="2998597" y="2944495"/>
                  </a:lnTo>
                  <a:lnTo>
                    <a:pt x="3003804" y="2944495"/>
                  </a:lnTo>
                  <a:lnTo>
                    <a:pt x="3003804" y="2925445"/>
                  </a:lnTo>
                  <a:close/>
                </a:path>
                <a:path w="10424160" h="2944495">
                  <a:moveTo>
                    <a:pt x="3009137" y="2925445"/>
                  </a:moveTo>
                  <a:lnTo>
                    <a:pt x="3003931" y="2925445"/>
                  </a:lnTo>
                  <a:lnTo>
                    <a:pt x="3003931" y="2944495"/>
                  </a:lnTo>
                  <a:lnTo>
                    <a:pt x="3009137" y="2944495"/>
                  </a:lnTo>
                  <a:lnTo>
                    <a:pt x="3013456" y="2940227"/>
                  </a:lnTo>
                  <a:lnTo>
                    <a:pt x="3013456" y="2929712"/>
                  </a:lnTo>
                  <a:lnTo>
                    <a:pt x="3009137" y="2925445"/>
                  </a:lnTo>
                  <a:close/>
                </a:path>
                <a:path w="10424160" h="2944495">
                  <a:moveTo>
                    <a:pt x="2965704" y="2925445"/>
                  </a:moveTo>
                  <a:lnTo>
                    <a:pt x="2960497" y="2925445"/>
                  </a:lnTo>
                  <a:lnTo>
                    <a:pt x="2956179" y="2929712"/>
                  </a:lnTo>
                  <a:lnTo>
                    <a:pt x="2956179" y="2940227"/>
                  </a:lnTo>
                  <a:lnTo>
                    <a:pt x="2960497" y="2944495"/>
                  </a:lnTo>
                  <a:lnTo>
                    <a:pt x="2965704" y="2944495"/>
                  </a:lnTo>
                  <a:lnTo>
                    <a:pt x="2965704" y="2925445"/>
                  </a:lnTo>
                  <a:close/>
                </a:path>
                <a:path w="10424160" h="2944495">
                  <a:moveTo>
                    <a:pt x="2971037" y="2925445"/>
                  </a:moveTo>
                  <a:lnTo>
                    <a:pt x="2965704" y="2925445"/>
                  </a:lnTo>
                  <a:lnTo>
                    <a:pt x="2965704" y="2944495"/>
                  </a:lnTo>
                  <a:lnTo>
                    <a:pt x="2971037" y="2944495"/>
                  </a:lnTo>
                  <a:lnTo>
                    <a:pt x="2975229" y="2940227"/>
                  </a:lnTo>
                  <a:lnTo>
                    <a:pt x="2975229" y="2929712"/>
                  </a:lnTo>
                  <a:lnTo>
                    <a:pt x="2971037" y="2925445"/>
                  </a:lnTo>
                  <a:close/>
                </a:path>
                <a:path w="10424160" h="2944495">
                  <a:moveTo>
                    <a:pt x="2927604" y="2925445"/>
                  </a:moveTo>
                  <a:lnTo>
                    <a:pt x="2922397" y="2925445"/>
                  </a:lnTo>
                  <a:lnTo>
                    <a:pt x="2918079" y="2929712"/>
                  </a:lnTo>
                  <a:lnTo>
                    <a:pt x="2918079" y="2940227"/>
                  </a:lnTo>
                  <a:lnTo>
                    <a:pt x="2922397" y="2944495"/>
                  </a:lnTo>
                  <a:lnTo>
                    <a:pt x="2927604" y="2944495"/>
                  </a:lnTo>
                  <a:lnTo>
                    <a:pt x="2927604" y="2925445"/>
                  </a:lnTo>
                  <a:close/>
                </a:path>
                <a:path w="10424160" h="2944495">
                  <a:moveTo>
                    <a:pt x="2932937" y="2925445"/>
                  </a:moveTo>
                  <a:lnTo>
                    <a:pt x="2927604" y="2925445"/>
                  </a:lnTo>
                  <a:lnTo>
                    <a:pt x="2927604" y="2944495"/>
                  </a:lnTo>
                  <a:lnTo>
                    <a:pt x="2932937" y="2944495"/>
                  </a:lnTo>
                  <a:lnTo>
                    <a:pt x="2937129" y="2940227"/>
                  </a:lnTo>
                  <a:lnTo>
                    <a:pt x="2937129" y="2929712"/>
                  </a:lnTo>
                  <a:lnTo>
                    <a:pt x="2932937" y="2925445"/>
                  </a:lnTo>
                  <a:close/>
                </a:path>
                <a:path w="10424160" h="2944495">
                  <a:moveTo>
                    <a:pt x="2889504" y="2925445"/>
                  </a:moveTo>
                  <a:lnTo>
                    <a:pt x="2884170" y="2925445"/>
                  </a:lnTo>
                  <a:lnTo>
                    <a:pt x="2879979" y="2929712"/>
                  </a:lnTo>
                  <a:lnTo>
                    <a:pt x="2879979" y="2940227"/>
                  </a:lnTo>
                  <a:lnTo>
                    <a:pt x="2884170" y="2944495"/>
                  </a:lnTo>
                  <a:lnTo>
                    <a:pt x="2889504" y="2944495"/>
                  </a:lnTo>
                  <a:lnTo>
                    <a:pt x="2889504" y="2925445"/>
                  </a:lnTo>
                  <a:close/>
                </a:path>
                <a:path w="10424160" h="2944495">
                  <a:moveTo>
                    <a:pt x="2894710" y="2925445"/>
                  </a:moveTo>
                  <a:lnTo>
                    <a:pt x="2889504" y="2925445"/>
                  </a:lnTo>
                  <a:lnTo>
                    <a:pt x="2889504" y="2944495"/>
                  </a:lnTo>
                  <a:lnTo>
                    <a:pt x="2894710" y="2944495"/>
                  </a:lnTo>
                  <a:lnTo>
                    <a:pt x="2899029" y="2940227"/>
                  </a:lnTo>
                  <a:lnTo>
                    <a:pt x="2899029" y="2929712"/>
                  </a:lnTo>
                  <a:lnTo>
                    <a:pt x="2894710" y="2925445"/>
                  </a:lnTo>
                  <a:close/>
                </a:path>
                <a:path w="10424160" h="2944495">
                  <a:moveTo>
                    <a:pt x="2851404" y="2925445"/>
                  </a:moveTo>
                  <a:lnTo>
                    <a:pt x="2846070" y="2925445"/>
                  </a:lnTo>
                  <a:lnTo>
                    <a:pt x="2841879" y="2929712"/>
                  </a:lnTo>
                  <a:lnTo>
                    <a:pt x="2841879" y="2940227"/>
                  </a:lnTo>
                  <a:lnTo>
                    <a:pt x="2846070" y="2944495"/>
                  </a:lnTo>
                  <a:lnTo>
                    <a:pt x="2851404" y="2944495"/>
                  </a:lnTo>
                  <a:lnTo>
                    <a:pt x="2851404" y="2925445"/>
                  </a:lnTo>
                  <a:close/>
                </a:path>
                <a:path w="10424160" h="2944495">
                  <a:moveTo>
                    <a:pt x="2856610" y="2925445"/>
                  </a:moveTo>
                  <a:lnTo>
                    <a:pt x="2851404" y="2925445"/>
                  </a:lnTo>
                  <a:lnTo>
                    <a:pt x="2851404" y="2944495"/>
                  </a:lnTo>
                  <a:lnTo>
                    <a:pt x="2856610" y="2944495"/>
                  </a:lnTo>
                  <a:lnTo>
                    <a:pt x="2860929" y="2940227"/>
                  </a:lnTo>
                  <a:lnTo>
                    <a:pt x="2860929" y="2929712"/>
                  </a:lnTo>
                  <a:lnTo>
                    <a:pt x="2856610" y="2925445"/>
                  </a:lnTo>
                  <a:close/>
                </a:path>
                <a:path w="10424160" h="2944495">
                  <a:moveTo>
                    <a:pt x="2813304" y="2925445"/>
                  </a:moveTo>
                  <a:lnTo>
                    <a:pt x="2807970" y="2925445"/>
                  </a:lnTo>
                  <a:lnTo>
                    <a:pt x="2803779" y="2929712"/>
                  </a:lnTo>
                  <a:lnTo>
                    <a:pt x="2803779" y="2940227"/>
                  </a:lnTo>
                  <a:lnTo>
                    <a:pt x="2807970" y="2944495"/>
                  </a:lnTo>
                  <a:lnTo>
                    <a:pt x="2813304" y="2944495"/>
                  </a:lnTo>
                  <a:lnTo>
                    <a:pt x="2813304" y="2925445"/>
                  </a:lnTo>
                  <a:close/>
                </a:path>
                <a:path w="10424160" h="2944495">
                  <a:moveTo>
                    <a:pt x="2818510" y="2925445"/>
                  </a:moveTo>
                  <a:lnTo>
                    <a:pt x="2813304" y="2925445"/>
                  </a:lnTo>
                  <a:lnTo>
                    <a:pt x="2813304" y="2944495"/>
                  </a:lnTo>
                  <a:lnTo>
                    <a:pt x="2818510" y="2944495"/>
                  </a:lnTo>
                  <a:lnTo>
                    <a:pt x="2822829" y="2940227"/>
                  </a:lnTo>
                  <a:lnTo>
                    <a:pt x="2822829" y="2929712"/>
                  </a:lnTo>
                  <a:lnTo>
                    <a:pt x="2818510" y="2925445"/>
                  </a:lnTo>
                  <a:close/>
                </a:path>
                <a:path w="10424160" h="2944495">
                  <a:moveTo>
                    <a:pt x="2775077" y="2925445"/>
                  </a:moveTo>
                  <a:lnTo>
                    <a:pt x="2769870" y="2925445"/>
                  </a:lnTo>
                  <a:lnTo>
                    <a:pt x="2765552" y="2929712"/>
                  </a:lnTo>
                  <a:lnTo>
                    <a:pt x="2765552" y="2940227"/>
                  </a:lnTo>
                  <a:lnTo>
                    <a:pt x="2769870" y="2944495"/>
                  </a:lnTo>
                  <a:lnTo>
                    <a:pt x="2775077" y="2944495"/>
                  </a:lnTo>
                  <a:lnTo>
                    <a:pt x="2775077" y="2925445"/>
                  </a:lnTo>
                  <a:close/>
                </a:path>
                <a:path w="10424160" h="2944495">
                  <a:moveTo>
                    <a:pt x="2780410" y="2925445"/>
                  </a:moveTo>
                  <a:lnTo>
                    <a:pt x="2775204" y="2925445"/>
                  </a:lnTo>
                  <a:lnTo>
                    <a:pt x="2775204" y="2944495"/>
                  </a:lnTo>
                  <a:lnTo>
                    <a:pt x="2780410" y="2944495"/>
                  </a:lnTo>
                  <a:lnTo>
                    <a:pt x="2784729" y="2940227"/>
                  </a:lnTo>
                  <a:lnTo>
                    <a:pt x="2784729" y="2929712"/>
                  </a:lnTo>
                  <a:lnTo>
                    <a:pt x="2780410" y="2925445"/>
                  </a:lnTo>
                  <a:close/>
                </a:path>
                <a:path w="10424160" h="2944495">
                  <a:moveTo>
                    <a:pt x="2736977" y="2925445"/>
                  </a:moveTo>
                  <a:lnTo>
                    <a:pt x="2731770" y="2925445"/>
                  </a:lnTo>
                  <a:lnTo>
                    <a:pt x="2727452" y="2929712"/>
                  </a:lnTo>
                  <a:lnTo>
                    <a:pt x="2727452" y="2940227"/>
                  </a:lnTo>
                  <a:lnTo>
                    <a:pt x="2731770" y="2944495"/>
                  </a:lnTo>
                  <a:lnTo>
                    <a:pt x="2736977" y="2944495"/>
                  </a:lnTo>
                  <a:lnTo>
                    <a:pt x="2736977" y="2925445"/>
                  </a:lnTo>
                  <a:close/>
                </a:path>
                <a:path w="10424160" h="2944495">
                  <a:moveTo>
                    <a:pt x="2742310" y="2925445"/>
                  </a:moveTo>
                  <a:lnTo>
                    <a:pt x="2736977" y="2925445"/>
                  </a:lnTo>
                  <a:lnTo>
                    <a:pt x="2736977" y="2944495"/>
                  </a:lnTo>
                  <a:lnTo>
                    <a:pt x="2742310" y="2944495"/>
                  </a:lnTo>
                  <a:lnTo>
                    <a:pt x="2746502" y="2940227"/>
                  </a:lnTo>
                  <a:lnTo>
                    <a:pt x="2746502" y="2929712"/>
                  </a:lnTo>
                  <a:lnTo>
                    <a:pt x="2742310" y="2925445"/>
                  </a:lnTo>
                  <a:close/>
                </a:path>
                <a:path w="10424160" h="2944495">
                  <a:moveTo>
                    <a:pt x="2698877" y="2925445"/>
                  </a:moveTo>
                  <a:lnTo>
                    <a:pt x="2693670" y="2925445"/>
                  </a:lnTo>
                  <a:lnTo>
                    <a:pt x="2689352" y="2929712"/>
                  </a:lnTo>
                  <a:lnTo>
                    <a:pt x="2689352" y="2940227"/>
                  </a:lnTo>
                  <a:lnTo>
                    <a:pt x="2693670" y="2944495"/>
                  </a:lnTo>
                  <a:lnTo>
                    <a:pt x="2698877" y="2944495"/>
                  </a:lnTo>
                  <a:lnTo>
                    <a:pt x="2698877" y="2925445"/>
                  </a:lnTo>
                  <a:close/>
                </a:path>
                <a:path w="10424160" h="2944495">
                  <a:moveTo>
                    <a:pt x="2704210" y="2925445"/>
                  </a:moveTo>
                  <a:lnTo>
                    <a:pt x="2698877" y="2925445"/>
                  </a:lnTo>
                  <a:lnTo>
                    <a:pt x="2698877" y="2944495"/>
                  </a:lnTo>
                  <a:lnTo>
                    <a:pt x="2704210" y="2944495"/>
                  </a:lnTo>
                  <a:lnTo>
                    <a:pt x="2708402" y="2940227"/>
                  </a:lnTo>
                  <a:lnTo>
                    <a:pt x="2708402" y="2929712"/>
                  </a:lnTo>
                  <a:lnTo>
                    <a:pt x="2704210" y="2925445"/>
                  </a:lnTo>
                  <a:close/>
                </a:path>
                <a:path w="10424160" h="2944495">
                  <a:moveTo>
                    <a:pt x="2660777" y="2925445"/>
                  </a:moveTo>
                  <a:lnTo>
                    <a:pt x="2655570" y="2925445"/>
                  </a:lnTo>
                  <a:lnTo>
                    <a:pt x="2651252" y="2929712"/>
                  </a:lnTo>
                  <a:lnTo>
                    <a:pt x="2651252" y="2940227"/>
                  </a:lnTo>
                  <a:lnTo>
                    <a:pt x="2655570" y="2944495"/>
                  </a:lnTo>
                  <a:lnTo>
                    <a:pt x="2660777" y="2944495"/>
                  </a:lnTo>
                  <a:lnTo>
                    <a:pt x="2660777" y="2925445"/>
                  </a:lnTo>
                  <a:close/>
                </a:path>
                <a:path w="10424160" h="2944495">
                  <a:moveTo>
                    <a:pt x="2666110" y="2925445"/>
                  </a:moveTo>
                  <a:lnTo>
                    <a:pt x="2660777" y="2925445"/>
                  </a:lnTo>
                  <a:lnTo>
                    <a:pt x="2660777" y="2944495"/>
                  </a:lnTo>
                  <a:lnTo>
                    <a:pt x="2666110" y="2944495"/>
                  </a:lnTo>
                  <a:lnTo>
                    <a:pt x="2670302" y="2940227"/>
                  </a:lnTo>
                  <a:lnTo>
                    <a:pt x="2670302" y="2929712"/>
                  </a:lnTo>
                  <a:lnTo>
                    <a:pt x="2666110" y="2925445"/>
                  </a:lnTo>
                  <a:close/>
                </a:path>
                <a:path w="10424160" h="2944495">
                  <a:moveTo>
                    <a:pt x="2622677" y="2925445"/>
                  </a:moveTo>
                  <a:lnTo>
                    <a:pt x="2617343" y="2925445"/>
                  </a:lnTo>
                  <a:lnTo>
                    <a:pt x="2613152" y="2929712"/>
                  </a:lnTo>
                  <a:lnTo>
                    <a:pt x="2613152" y="2940227"/>
                  </a:lnTo>
                  <a:lnTo>
                    <a:pt x="2617343" y="2944495"/>
                  </a:lnTo>
                  <a:lnTo>
                    <a:pt x="2622677" y="2944495"/>
                  </a:lnTo>
                  <a:lnTo>
                    <a:pt x="2622677" y="2925445"/>
                  </a:lnTo>
                  <a:close/>
                </a:path>
                <a:path w="10424160" h="2944495">
                  <a:moveTo>
                    <a:pt x="2627884" y="2925445"/>
                  </a:moveTo>
                  <a:lnTo>
                    <a:pt x="2622677" y="2925445"/>
                  </a:lnTo>
                  <a:lnTo>
                    <a:pt x="2622677" y="2944495"/>
                  </a:lnTo>
                  <a:lnTo>
                    <a:pt x="2627884" y="2944495"/>
                  </a:lnTo>
                  <a:lnTo>
                    <a:pt x="2632202" y="2940227"/>
                  </a:lnTo>
                  <a:lnTo>
                    <a:pt x="2632202" y="2929712"/>
                  </a:lnTo>
                  <a:lnTo>
                    <a:pt x="2627884" y="2925445"/>
                  </a:lnTo>
                  <a:close/>
                </a:path>
                <a:path w="10424160" h="2944495">
                  <a:moveTo>
                    <a:pt x="2584577" y="2925445"/>
                  </a:moveTo>
                  <a:lnTo>
                    <a:pt x="2579243" y="2925445"/>
                  </a:lnTo>
                  <a:lnTo>
                    <a:pt x="2575052" y="2929712"/>
                  </a:lnTo>
                  <a:lnTo>
                    <a:pt x="2575052" y="2940227"/>
                  </a:lnTo>
                  <a:lnTo>
                    <a:pt x="2579243" y="2944495"/>
                  </a:lnTo>
                  <a:lnTo>
                    <a:pt x="2584577" y="2944495"/>
                  </a:lnTo>
                  <a:lnTo>
                    <a:pt x="2584577" y="2925445"/>
                  </a:lnTo>
                  <a:close/>
                </a:path>
                <a:path w="10424160" h="2944495">
                  <a:moveTo>
                    <a:pt x="2589784" y="2925445"/>
                  </a:moveTo>
                  <a:lnTo>
                    <a:pt x="2584577" y="2925445"/>
                  </a:lnTo>
                  <a:lnTo>
                    <a:pt x="2584577" y="2944495"/>
                  </a:lnTo>
                  <a:lnTo>
                    <a:pt x="2589784" y="2944495"/>
                  </a:lnTo>
                  <a:lnTo>
                    <a:pt x="2594102" y="2940227"/>
                  </a:lnTo>
                  <a:lnTo>
                    <a:pt x="2594102" y="2929712"/>
                  </a:lnTo>
                  <a:lnTo>
                    <a:pt x="2589784" y="2925445"/>
                  </a:lnTo>
                  <a:close/>
                </a:path>
                <a:path w="10424160" h="2944495">
                  <a:moveTo>
                    <a:pt x="2546477" y="2925445"/>
                  </a:moveTo>
                  <a:lnTo>
                    <a:pt x="2541143" y="2925445"/>
                  </a:lnTo>
                  <a:lnTo>
                    <a:pt x="2536952" y="2929712"/>
                  </a:lnTo>
                  <a:lnTo>
                    <a:pt x="2536952" y="2940227"/>
                  </a:lnTo>
                  <a:lnTo>
                    <a:pt x="2541143" y="2944495"/>
                  </a:lnTo>
                  <a:lnTo>
                    <a:pt x="2546477" y="2944495"/>
                  </a:lnTo>
                  <a:lnTo>
                    <a:pt x="2546477" y="2925445"/>
                  </a:lnTo>
                  <a:close/>
                </a:path>
                <a:path w="10424160" h="2944495">
                  <a:moveTo>
                    <a:pt x="2551684" y="2925445"/>
                  </a:moveTo>
                  <a:lnTo>
                    <a:pt x="2546477" y="2925445"/>
                  </a:lnTo>
                  <a:lnTo>
                    <a:pt x="2546477" y="2944495"/>
                  </a:lnTo>
                  <a:lnTo>
                    <a:pt x="2551684" y="2944495"/>
                  </a:lnTo>
                  <a:lnTo>
                    <a:pt x="2556002" y="2940227"/>
                  </a:lnTo>
                  <a:lnTo>
                    <a:pt x="2556002" y="2929712"/>
                  </a:lnTo>
                  <a:lnTo>
                    <a:pt x="2551684" y="2925445"/>
                  </a:lnTo>
                  <a:close/>
                </a:path>
                <a:path w="10424160" h="2944495">
                  <a:moveTo>
                    <a:pt x="2508250" y="2925445"/>
                  </a:moveTo>
                  <a:lnTo>
                    <a:pt x="2503043" y="2925445"/>
                  </a:lnTo>
                  <a:lnTo>
                    <a:pt x="2498725" y="2929712"/>
                  </a:lnTo>
                  <a:lnTo>
                    <a:pt x="2498725" y="2940227"/>
                  </a:lnTo>
                  <a:lnTo>
                    <a:pt x="2503043" y="2944495"/>
                  </a:lnTo>
                  <a:lnTo>
                    <a:pt x="2508250" y="2944495"/>
                  </a:lnTo>
                  <a:lnTo>
                    <a:pt x="2508250" y="2925445"/>
                  </a:lnTo>
                  <a:close/>
                </a:path>
                <a:path w="10424160" h="2944495">
                  <a:moveTo>
                    <a:pt x="2513584" y="2925445"/>
                  </a:moveTo>
                  <a:lnTo>
                    <a:pt x="2508377" y="2925445"/>
                  </a:lnTo>
                  <a:lnTo>
                    <a:pt x="2508377" y="2944495"/>
                  </a:lnTo>
                  <a:lnTo>
                    <a:pt x="2513584" y="2944495"/>
                  </a:lnTo>
                  <a:lnTo>
                    <a:pt x="2517902" y="2940227"/>
                  </a:lnTo>
                  <a:lnTo>
                    <a:pt x="2517902" y="2929712"/>
                  </a:lnTo>
                  <a:lnTo>
                    <a:pt x="2513584" y="2925445"/>
                  </a:lnTo>
                  <a:close/>
                </a:path>
                <a:path w="10424160" h="2944495">
                  <a:moveTo>
                    <a:pt x="2470150" y="2925445"/>
                  </a:moveTo>
                  <a:lnTo>
                    <a:pt x="2464943" y="2925445"/>
                  </a:lnTo>
                  <a:lnTo>
                    <a:pt x="2460625" y="2929712"/>
                  </a:lnTo>
                  <a:lnTo>
                    <a:pt x="2460625" y="2940227"/>
                  </a:lnTo>
                  <a:lnTo>
                    <a:pt x="2464943" y="2944495"/>
                  </a:lnTo>
                  <a:lnTo>
                    <a:pt x="2470150" y="2944495"/>
                  </a:lnTo>
                  <a:lnTo>
                    <a:pt x="2470150" y="2925445"/>
                  </a:lnTo>
                  <a:close/>
                </a:path>
                <a:path w="10424160" h="2944495">
                  <a:moveTo>
                    <a:pt x="2475484" y="2925445"/>
                  </a:moveTo>
                  <a:lnTo>
                    <a:pt x="2470150" y="2925445"/>
                  </a:lnTo>
                  <a:lnTo>
                    <a:pt x="2470150" y="2944495"/>
                  </a:lnTo>
                  <a:lnTo>
                    <a:pt x="2475484" y="2944495"/>
                  </a:lnTo>
                  <a:lnTo>
                    <a:pt x="2479675" y="2940227"/>
                  </a:lnTo>
                  <a:lnTo>
                    <a:pt x="2479675" y="2929712"/>
                  </a:lnTo>
                  <a:lnTo>
                    <a:pt x="2475484" y="2925445"/>
                  </a:lnTo>
                  <a:close/>
                </a:path>
                <a:path w="10424160" h="2944495">
                  <a:moveTo>
                    <a:pt x="2432050" y="2925445"/>
                  </a:moveTo>
                  <a:lnTo>
                    <a:pt x="2426843" y="2925445"/>
                  </a:lnTo>
                  <a:lnTo>
                    <a:pt x="2422525" y="2929712"/>
                  </a:lnTo>
                  <a:lnTo>
                    <a:pt x="2422525" y="2940227"/>
                  </a:lnTo>
                  <a:lnTo>
                    <a:pt x="2426843" y="2944495"/>
                  </a:lnTo>
                  <a:lnTo>
                    <a:pt x="2432050" y="2944495"/>
                  </a:lnTo>
                  <a:lnTo>
                    <a:pt x="2432050" y="2925445"/>
                  </a:lnTo>
                  <a:close/>
                </a:path>
                <a:path w="10424160" h="2944495">
                  <a:moveTo>
                    <a:pt x="2437384" y="2925445"/>
                  </a:moveTo>
                  <a:lnTo>
                    <a:pt x="2432050" y="2925445"/>
                  </a:lnTo>
                  <a:lnTo>
                    <a:pt x="2432050" y="2944495"/>
                  </a:lnTo>
                  <a:lnTo>
                    <a:pt x="2437384" y="2944495"/>
                  </a:lnTo>
                  <a:lnTo>
                    <a:pt x="2441575" y="2940227"/>
                  </a:lnTo>
                  <a:lnTo>
                    <a:pt x="2441575" y="2929712"/>
                  </a:lnTo>
                  <a:lnTo>
                    <a:pt x="2437384" y="2925445"/>
                  </a:lnTo>
                  <a:close/>
                </a:path>
                <a:path w="10424160" h="2944495">
                  <a:moveTo>
                    <a:pt x="2393950" y="2925445"/>
                  </a:moveTo>
                  <a:lnTo>
                    <a:pt x="2388743" y="2925445"/>
                  </a:lnTo>
                  <a:lnTo>
                    <a:pt x="2384425" y="2929712"/>
                  </a:lnTo>
                  <a:lnTo>
                    <a:pt x="2384425" y="2940227"/>
                  </a:lnTo>
                  <a:lnTo>
                    <a:pt x="2388743" y="2944495"/>
                  </a:lnTo>
                  <a:lnTo>
                    <a:pt x="2393950" y="2944495"/>
                  </a:lnTo>
                  <a:lnTo>
                    <a:pt x="2393950" y="2925445"/>
                  </a:lnTo>
                  <a:close/>
                </a:path>
                <a:path w="10424160" h="2944495">
                  <a:moveTo>
                    <a:pt x="2399284" y="2925445"/>
                  </a:moveTo>
                  <a:lnTo>
                    <a:pt x="2393950" y="2925445"/>
                  </a:lnTo>
                  <a:lnTo>
                    <a:pt x="2393950" y="2944495"/>
                  </a:lnTo>
                  <a:lnTo>
                    <a:pt x="2399284" y="2944495"/>
                  </a:lnTo>
                  <a:lnTo>
                    <a:pt x="2403475" y="2940227"/>
                  </a:lnTo>
                  <a:lnTo>
                    <a:pt x="2403475" y="2929712"/>
                  </a:lnTo>
                  <a:lnTo>
                    <a:pt x="2399284" y="2925445"/>
                  </a:lnTo>
                  <a:close/>
                </a:path>
                <a:path w="10424160" h="2944495">
                  <a:moveTo>
                    <a:pt x="2355850" y="2925445"/>
                  </a:moveTo>
                  <a:lnTo>
                    <a:pt x="2350516" y="2925445"/>
                  </a:lnTo>
                  <a:lnTo>
                    <a:pt x="2346325" y="2929712"/>
                  </a:lnTo>
                  <a:lnTo>
                    <a:pt x="2346325" y="2940227"/>
                  </a:lnTo>
                  <a:lnTo>
                    <a:pt x="2350516" y="2944495"/>
                  </a:lnTo>
                  <a:lnTo>
                    <a:pt x="2355850" y="2944495"/>
                  </a:lnTo>
                  <a:lnTo>
                    <a:pt x="2355850" y="2925445"/>
                  </a:lnTo>
                  <a:close/>
                </a:path>
                <a:path w="10424160" h="2944495">
                  <a:moveTo>
                    <a:pt x="2361057" y="2925445"/>
                  </a:moveTo>
                  <a:lnTo>
                    <a:pt x="2355850" y="2925445"/>
                  </a:lnTo>
                  <a:lnTo>
                    <a:pt x="2355850" y="2944495"/>
                  </a:lnTo>
                  <a:lnTo>
                    <a:pt x="2361057" y="2944495"/>
                  </a:lnTo>
                  <a:lnTo>
                    <a:pt x="2365375" y="2940227"/>
                  </a:lnTo>
                  <a:lnTo>
                    <a:pt x="2365375" y="2929712"/>
                  </a:lnTo>
                  <a:lnTo>
                    <a:pt x="2361057" y="2925445"/>
                  </a:lnTo>
                  <a:close/>
                </a:path>
                <a:path w="10424160" h="2944495">
                  <a:moveTo>
                    <a:pt x="2317750" y="2925445"/>
                  </a:moveTo>
                  <a:lnTo>
                    <a:pt x="2312416" y="2925445"/>
                  </a:lnTo>
                  <a:lnTo>
                    <a:pt x="2308225" y="2929712"/>
                  </a:lnTo>
                  <a:lnTo>
                    <a:pt x="2308225" y="2940227"/>
                  </a:lnTo>
                  <a:lnTo>
                    <a:pt x="2312416" y="2944495"/>
                  </a:lnTo>
                  <a:lnTo>
                    <a:pt x="2317750" y="2944495"/>
                  </a:lnTo>
                  <a:lnTo>
                    <a:pt x="2317750" y="2925445"/>
                  </a:lnTo>
                  <a:close/>
                </a:path>
                <a:path w="10424160" h="2944495">
                  <a:moveTo>
                    <a:pt x="2322957" y="2925445"/>
                  </a:moveTo>
                  <a:lnTo>
                    <a:pt x="2317750" y="2925445"/>
                  </a:lnTo>
                  <a:lnTo>
                    <a:pt x="2317750" y="2944495"/>
                  </a:lnTo>
                  <a:lnTo>
                    <a:pt x="2322957" y="2944495"/>
                  </a:lnTo>
                  <a:lnTo>
                    <a:pt x="2327275" y="2940227"/>
                  </a:lnTo>
                  <a:lnTo>
                    <a:pt x="2327275" y="2929712"/>
                  </a:lnTo>
                  <a:lnTo>
                    <a:pt x="2322957" y="2925445"/>
                  </a:lnTo>
                  <a:close/>
                </a:path>
                <a:path w="10424160" h="2944495">
                  <a:moveTo>
                    <a:pt x="2279522" y="2925445"/>
                  </a:moveTo>
                  <a:lnTo>
                    <a:pt x="2274316" y="2925445"/>
                  </a:lnTo>
                  <a:lnTo>
                    <a:pt x="2269997" y="2929712"/>
                  </a:lnTo>
                  <a:lnTo>
                    <a:pt x="2269997" y="2940227"/>
                  </a:lnTo>
                  <a:lnTo>
                    <a:pt x="2274316" y="2944495"/>
                  </a:lnTo>
                  <a:lnTo>
                    <a:pt x="2279522" y="2944495"/>
                  </a:lnTo>
                  <a:lnTo>
                    <a:pt x="2279522" y="2925445"/>
                  </a:lnTo>
                  <a:close/>
                </a:path>
                <a:path w="10424160" h="2944495">
                  <a:moveTo>
                    <a:pt x="2279650" y="2938145"/>
                  </a:moveTo>
                  <a:lnTo>
                    <a:pt x="2279522" y="2938145"/>
                  </a:lnTo>
                  <a:lnTo>
                    <a:pt x="2279522" y="2944495"/>
                  </a:lnTo>
                  <a:lnTo>
                    <a:pt x="2279650" y="2944495"/>
                  </a:lnTo>
                  <a:lnTo>
                    <a:pt x="2279650" y="2938145"/>
                  </a:lnTo>
                  <a:close/>
                </a:path>
                <a:path w="10424160" h="2944495">
                  <a:moveTo>
                    <a:pt x="2284857" y="2925445"/>
                  </a:moveTo>
                  <a:lnTo>
                    <a:pt x="2279650" y="2925445"/>
                  </a:lnTo>
                  <a:lnTo>
                    <a:pt x="2279650" y="2944495"/>
                  </a:lnTo>
                  <a:lnTo>
                    <a:pt x="2284857" y="2944495"/>
                  </a:lnTo>
                  <a:lnTo>
                    <a:pt x="2289175" y="2940227"/>
                  </a:lnTo>
                  <a:lnTo>
                    <a:pt x="2289175" y="2929712"/>
                  </a:lnTo>
                  <a:lnTo>
                    <a:pt x="2284857" y="2925445"/>
                  </a:lnTo>
                  <a:close/>
                </a:path>
                <a:path w="10424160" h="2944495">
                  <a:moveTo>
                    <a:pt x="2279650" y="2925445"/>
                  </a:moveTo>
                  <a:lnTo>
                    <a:pt x="2279522" y="2925445"/>
                  </a:lnTo>
                  <a:lnTo>
                    <a:pt x="2279522" y="2931795"/>
                  </a:lnTo>
                  <a:lnTo>
                    <a:pt x="2279650" y="2931795"/>
                  </a:lnTo>
                  <a:lnTo>
                    <a:pt x="2279650" y="2925445"/>
                  </a:lnTo>
                  <a:close/>
                </a:path>
                <a:path w="10424160" h="2944495">
                  <a:moveTo>
                    <a:pt x="2241422" y="2925445"/>
                  </a:moveTo>
                  <a:lnTo>
                    <a:pt x="2236216" y="2925445"/>
                  </a:lnTo>
                  <a:lnTo>
                    <a:pt x="2231897" y="2929712"/>
                  </a:lnTo>
                  <a:lnTo>
                    <a:pt x="2231897" y="2940227"/>
                  </a:lnTo>
                  <a:lnTo>
                    <a:pt x="2236216" y="2944495"/>
                  </a:lnTo>
                  <a:lnTo>
                    <a:pt x="2241422" y="2944495"/>
                  </a:lnTo>
                  <a:lnTo>
                    <a:pt x="2241422" y="2925445"/>
                  </a:lnTo>
                  <a:close/>
                </a:path>
                <a:path w="10424160" h="2944495">
                  <a:moveTo>
                    <a:pt x="2246757" y="2925445"/>
                  </a:moveTo>
                  <a:lnTo>
                    <a:pt x="2241422" y="2925445"/>
                  </a:lnTo>
                  <a:lnTo>
                    <a:pt x="2241422" y="2944495"/>
                  </a:lnTo>
                  <a:lnTo>
                    <a:pt x="2246757" y="2944495"/>
                  </a:lnTo>
                  <a:lnTo>
                    <a:pt x="2250947" y="2940227"/>
                  </a:lnTo>
                  <a:lnTo>
                    <a:pt x="2250947" y="2929712"/>
                  </a:lnTo>
                  <a:lnTo>
                    <a:pt x="2246757" y="2925445"/>
                  </a:lnTo>
                  <a:close/>
                </a:path>
                <a:path w="10424160" h="2944495">
                  <a:moveTo>
                    <a:pt x="2203322" y="2925445"/>
                  </a:moveTo>
                  <a:lnTo>
                    <a:pt x="2198116" y="2925445"/>
                  </a:lnTo>
                  <a:lnTo>
                    <a:pt x="2193797" y="2929712"/>
                  </a:lnTo>
                  <a:lnTo>
                    <a:pt x="2193797" y="2940227"/>
                  </a:lnTo>
                  <a:lnTo>
                    <a:pt x="2198116" y="2944495"/>
                  </a:lnTo>
                  <a:lnTo>
                    <a:pt x="2203322" y="2944495"/>
                  </a:lnTo>
                  <a:lnTo>
                    <a:pt x="2203322" y="2925445"/>
                  </a:lnTo>
                  <a:close/>
                </a:path>
                <a:path w="10424160" h="2944495">
                  <a:moveTo>
                    <a:pt x="2208657" y="2925445"/>
                  </a:moveTo>
                  <a:lnTo>
                    <a:pt x="2203322" y="2925445"/>
                  </a:lnTo>
                  <a:lnTo>
                    <a:pt x="2203322" y="2944495"/>
                  </a:lnTo>
                  <a:lnTo>
                    <a:pt x="2208657" y="2944495"/>
                  </a:lnTo>
                  <a:lnTo>
                    <a:pt x="2212847" y="2940227"/>
                  </a:lnTo>
                  <a:lnTo>
                    <a:pt x="2212847" y="2929712"/>
                  </a:lnTo>
                  <a:lnTo>
                    <a:pt x="2208657" y="2925445"/>
                  </a:lnTo>
                  <a:close/>
                </a:path>
                <a:path w="10424160" h="2944495">
                  <a:moveTo>
                    <a:pt x="2165222" y="2925445"/>
                  </a:moveTo>
                  <a:lnTo>
                    <a:pt x="2160016" y="2925445"/>
                  </a:lnTo>
                  <a:lnTo>
                    <a:pt x="2155697" y="2929712"/>
                  </a:lnTo>
                  <a:lnTo>
                    <a:pt x="2155697" y="2940227"/>
                  </a:lnTo>
                  <a:lnTo>
                    <a:pt x="2160016" y="2944495"/>
                  </a:lnTo>
                  <a:lnTo>
                    <a:pt x="2165222" y="2944495"/>
                  </a:lnTo>
                  <a:lnTo>
                    <a:pt x="2165222" y="2925445"/>
                  </a:lnTo>
                  <a:close/>
                </a:path>
                <a:path w="10424160" h="2944495">
                  <a:moveTo>
                    <a:pt x="2170557" y="2925445"/>
                  </a:moveTo>
                  <a:lnTo>
                    <a:pt x="2165222" y="2925445"/>
                  </a:lnTo>
                  <a:lnTo>
                    <a:pt x="2165222" y="2944495"/>
                  </a:lnTo>
                  <a:lnTo>
                    <a:pt x="2170557" y="2944495"/>
                  </a:lnTo>
                  <a:lnTo>
                    <a:pt x="2174747" y="2940227"/>
                  </a:lnTo>
                  <a:lnTo>
                    <a:pt x="2174747" y="2929712"/>
                  </a:lnTo>
                  <a:lnTo>
                    <a:pt x="2170557" y="2925445"/>
                  </a:lnTo>
                  <a:close/>
                </a:path>
                <a:path w="10424160" h="2944495">
                  <a:moveTo>
                    <a:pt x="2127122" y="2925445"/>
                  </a:moveTo>
                  <a:lnTo>
                    <a:pt x="2121789" y="2925445"/>
                  </a:lnTo>
                  <a:lnTo>
                    <a:pt x="2117597" y="2929712"/>
                  </a:lnTo>
                  <a:lnTo>
                    <a:pt x="2117597" y="2940227"/>
                  </a:lnTo>
                  <a:lnTo>
                    <a:pt x="2121789" y="2944495"/>
                  </a:lnTo>
                  <a:lnTo>
                    <a:pt x="2127122" y="2944495"/>
                  </a:lnTo>
                  <a:lnTo>
                    <a:pt x="2127122" y="2925445"/>
                  </a:lnTo>
                  <a:close/>
                </a:path>
                <a:path w="10424160" h="2944495">
                  <a:moveTo>
                    <a:pt x="2132330" y="2925445"/>
                  </a:moveTo>
                  <a:lnTo>
                    <a:pt x="2127122" y="2925445"/>
                  </a:lnTo>
                  <a:lnTo>
                    <a:pt x="2127122" y="2944495"/>
                  </a:lnTo>
                  <a:lnTo>
                    <a:pt x="2132330" y="2944495"/>
                  </a:lnTo>
                  <a:lnTo>
                    <a:pt x="2136647" y="2940227"/>
                  </a:lnTo>
                  <a:lnTo>
                    <a:pt x="2136647" y="2929712"/>
                  </a:lnTo>
                  <a:lnTo>
                    <a:pt x="2132330" y="2925445"/>
                  </a:lnTo>
                  <a:close/>
                </a:path>
                <a:path w="10424160" h="2944495">
                  <a:moveTo>
                    <a:pt x="2089022" y="2925445"/>
                  </a:moveTo>
                  <a:lnTo>
                    <a:pt x="2083689" y="2925445"/>
                  </a:lnTo>
                  <a:lnTo>
                    <a:pt x="2079497" y="2929712"/>
                  </a:lnTo>
                  <a:lnTo>
                    <a:pt x="2079497" y="2940227"/>
                  </a:lnTo>
                  <a:lnTo>
                    <a:pt x="2083689" y="2944495"/>
                  </a:lnTo>
                  <a:lnTo>
                    <a:pt x="2089022" y="2944495"/>
                  </a:lnTo>
                  <a:lnTo>
                    <a:pt x="2089022" y="2925445"/>
                  </a:lnTo>
                  <a:close/>
                </a:path>
                <a:path w="10424160" h="2944495">
                  <a:moveTo>
                    <a:pt x="2094230" y="2925445"/>
                  </a:moveTo>
                  <a:lnTo>
                    <a:pt x="2089022" y="2925445"/>
                  </a:lnTo>
                  <a:lnTo>
                    <a:pt x="2089022" y="2944495"/>
                  </a:lnTo>
                  <a:lnTo>
                    <a:pt x="2094230" y="2944495"/>
                  </a:lnTo>
                  <a:lnTo>
                    <a:pt x="2098547" y="2940227"/>
                  </a:lnTo>
                  <a:lnTo>
                    <a:pt x="2098547" y="2929712"/>
                  </a:lnTo>
                  <a:lnTo>
                    <a:pt x="2094230" y="2925445"/>
                  </a:lnTo>
                  <a:close/>
                </a:path>
                <a:path w="10424160" h="2944495">
                  <a:moveTo>
                    <a:pt x="2050922" y="2925445"/>
                  </a:moveTo>
                  <a:lnTo>
                    <a:pt x="2045589" y="2925445"/>
                  </a:lnTo>
                  <a:lnTo>
                    <a:pt x="2041397" y="2929712"/>
                  </a:lnTo>
                  <a:lnTo>
                    <a:pt x="2041397" y="2940227"/>
                  </a:lnTo>
                  <a:lnTo>
                    <a:pt x="2045589" y="2944495"/>
                  </a:lnTo>
                  <a:lnTo>
                    <a:pt x="2050922" y="2944495"/>
                  </a:lnTo>
                  <a:lnTo>
                    <a:pt x="2050922" y="2925445"/>
                  </a:lnTo>
                  <a:close/>
                </a:path>
                <a:path w="10424160" h="2944495">
                  <a:moveTo>
                    <a:pt x="2056130" y="2925445"/>
                  </a:moveTo>
                  <a:lnTo>
                    <a:pt x="2050922" y="2925445"/>
                  </a:lnTo>
                  <a:lnTo>
                    <a:pt x="2050922" y="2944495"/>
                  </a:lnTo>
                  <a:lnTo>
                    <a:pt x="2056130" y="2944495"/>
                  </a:lnTo>
                  <a:lnTo>
                    <a:pt x="2060447" y="2940227"/>
                  </a:lnTo>
                  <a:lnTo>
                    <a:pt x="2060447" y="2929712"/>
                  </a:lnTo>
                  <a:lnTo>
                    <a:pt x="2056130" y="2925445"/>
                  </a:lnTo>
                  <a:close/>
                </a:path>
                <a:path w="10424160" h="2944495">
                  <a:moveTo>
                    <a:pt x="2012695" y="2925445"/>
                  </a:moveTo>
                  <a:lnTo>
                    <a:pt x="2007489" y="2925445"/>
                  </a:lnTo>
                  <a:lnTo>
                    <a:pt x="2003170" y="2929712"/>
                  </a:lnTo>
                  <a:lnTo>
                    <a:pt x="2003170" y="2940227"/>
                  </a:lnTo>
                  <a:lnTo>
                    <a:pt x="2007489" y="2944495"/>
                  </a:lnTo>
                  <a:lnTo>
                    <a:pt x="2012695" y="2944495"/>
                  </a:lnTo>
                  <a:lnTo>
                    <a:pt x="2012695" y="2925445"/>
                  </a:lnTo>
                  <a:close/>
                </a:path>
                <a:path w="10424160" h="2944495">
                  <a:moveTo>
                    <a:pt x="2018030" y="2925445"/>
                  </a:moveTo>
                  <a:lnTo>
                    <a:pt x="2012822" y="2925445"/>
                  </a:lnTo>
                  <a:lnTo>
                    <a:pt x="2012822" y="2944495"/>
                  </a:lnTo>
                  <a:lnTo>
                    <a:pt x="2018030" y="2944495"/>
                  </a:lnTo>
                  <a:lnTo>
                    <a:pt x="2022347" y="2940227"/>
                  </a:lnTo>
                  <a:lnTo>
                    <a:pt x="2022347" y="2929712"/>
                  </a:lnTo>
                  <a:lnTo>
                    <a:pt x="2018030" y="2925445"/>
                  </a:lnTo>
                  <a:close/>
                </a:path>
                <a:path w="10424160" h="2944495">
                  <a:moveTo>
                    <a:pt x="1974595" y="2925445"/>
                  </a:moveTo>
                  <a:lnTo>
                    <a:pt x="1969389" y="2925445"/>
                  </a:lnTo>
                  <a:lnTo>
                    <a:pt x="1965070" y="2929712"/>
                  </a:lnTo>
                  <a:lnTo>
                    <a:pt x="1965070" y="2940227"/>
                  </a:lnTo>
                  <a:lnTo>
                    <a:pt x="1969389" y="2944495"/>
                  </a:lnTo>
                  <a:lnTo>
                    <a:pt x="1974595" y="2944495"/>
                  </a:lnTo>
                  <a:lnTo>
                    <a:pt x="1974595" y="2925445"/>
                  </a:lnTo>
                  <a:close/>
                </a:path>
                <a:path w="10424160" h="2944495">
                  <a:moveTo>
                    <a:pt x="1979930" y="2925445"/>
                  </a:moveTo>
                  <a:lnTo>
                    <a:pt x="1974595" y="2925445"/>
                  </a:lnTo>
                  <a:lnTo>
                    <a:pt x="1974595" y="2944495"/>
                  </a:lnTo>
                  <a:lnTo>
                    <a:pt x="1979930" y="2944495"/>
                  </a:lnTo>
                  <a:lnTo>
                    <a:pt x="1984120" y="2940227"/>
                  </a:lnTo>
                  <a:lnTo>
                    <a:pt x="1984120" y="2929712"/>
                  </a:lnTo>
                  <a:lnTo>
                    <a:pt x="1979930" y="2925445"/>
                  </a:lnTo>
                  <a:close/>
                </a:path>
                <a:path w="10424160" h="2944495">
                  <a:moveTo>
                    <a:pt x="1936495" y="2925445"/>
                  </a:moveTo>
                  <a:lnTo>
                    <a:pt x="1931289" y="2925445"/>
                  </a:lnTo>
                  <a:lnTo>
                    <a:pt x="1926970" y="2929712"/>
                  </a:lnTo>
                  <a:lnTo>
                    <a:pt x="1926970" y="2940227"/>
                  </a:lnTo>
                  <a:lnTo>
                    <a:pt x="1931289" y="2944495"/>
                  </a:lnTo>
                  <a:lnTo>
                    <a:pt x="1936495" y="2944495"/>
                  </a:lnTo>
                  <a:lnTo>
                    <a:pt x="1936495" y="2925445"/>
                  </a:lnTo>
                  <a:close/>
                </a:path>
                <a:path w="10424160" h="2944495">
                  <a:moveTo>
                    <a:pt x="1941830" y="2925445"/>
                  </a:moveTo>
                  <a:lnTo>
                    <a:pt x="1936495" y="2925445"/>
                  </a:lnTo>
                  <a:lnTo>
                    <a:pt x="1936495" y="2944495"/>
                  </a:lnTo>
                  <a:lnTo>
                    <a:pt x="1941830" y="2944495"/>
                  </a:lnTo>
                  <a:lnTo>
                    <a:pt x="1946020" y="2940227"/>
                  </a:lnTo>
                  <a:lnTo>
                    <a:pt x="1946020" y="2929712"/>
                  </a:lnTo>
                  <a:lnTo>
                    <a:pt x="1941830" y="2925445"/>
                  </a:lnTo>
                  <a:close/>
                </a:path>
                <a:path w="10424160" h="2944495">
                  <a:moveTo>
                    <a:pt x="1898395" y="2925445"/>
                  </a:moveTo>
                  <a:lnTo>
                    <a:pt x="1893189" y="2925445"/>
                  </a:lnTo>
                  <a:lnTo>
                    <a:pt x="1888870" y="2929712"/>
                  </a:lnTo>
                  <a:lnTo>
                    <a:pt x="1888870" y="2940227"/>
                  </a:lnTo>
                  <a:lnTo>
                    <a:pt x="1893189" y="2944495"/>
                  </a:lnTo>
                  <a:lnTo>
                    <a:pt x="1898395" y="2944495"/>
                  </a:lnTo>
                  <a:lnTo>
                    <a:pt x="1898395" y="2925445"/>
                  </a:lnTo>
                  <a:close/>
                </a:path>
                <a:path w="10424160" h="2944495">
                  <a:moveTo>
                    <a:pt x="1903730" y="2925445"/>
                  </a:moveTo>
                  <a:lnTo>
                    <a:pt x="1898395" y="2925445"/>
                  </a:lnTo>
                  <a:lnTo>
                    <a:pt x="1898395" y="2944495"/>
                  </a:lnTo>
                  <a:lnTo>
                    <a:pt x="1903730" y="2944495"/>
                  </a:lnTo>
                  <a:lnTo>
                    <a:pt x="1907920" y="2940227"/>
                  </a:lnTo>
                  <a:lnTo>
                    <a:pt x="1907920" y="2929712"/>
                  </a:lnTo>
                  <a:lnTo>
                    <a:pt x="1903730" y="2925445"/>
                  </a:lnTo>
                  <a:close/>
                </a:path>
                <a:path w="10424160" h="2944495">
                  <a:moveTo>
                    <a:pt x="1860295" y="2925445"/>
                  </a:moveTo>
                  <a:lnTo>
                    <a:pt x="1854962" y="2925445"/>
                  </a:lnTo>
                  <a:lnTo>
                    <a:pt x="1850770" y="2929712"/>
                  </a:lnTo>
                  <a:lnTo>
                    <a:pt x="1850770" y="2940227"/>
                  </a:lnTo>
                  <a:lnTo>
                    <a:pt x="1854962" y="2944495"/>
                  </a:lnTo>
                  <a:lnTo>
                    <a:pt x="1860295" y="2944495"/>
                  </a:lnTo>
                  <a:lnTo>
                    <a:pt x="1860295" y="2925445"/>
                  </a:lnTo>
                  <a:close/>
                </a:path>
                <a:path w="10424160" h="2944495">
                  <a:moveTo>
                    <a:pt x="1865502" y="2925445"/>
                  </a:moveTo>
                  <a:lnTo>
                    <a:pt x="1860295" y="2925445"/>
                  </a:lnTo>
                  <a:lnTo>
                    <a:pt x="1860295" y="2944495"/>
                  </a:lnTo>
                  <a:lnTo>
                    <a:pt x="1865502" y="2944495"/>
                  </a:lnTo>
                  <a:lnTo>
                    <a:pt x="1869820" y="2940227"/>
                  </a:lnTo>
                  <a:lnTo>
                    <a:pt x="1869820" y="2929712"/>
                  </a:lnTo>
                  <a:lnTo>
                    <a:pt x="1865502" y="2925445"/>
                  </a:lnTo>
                  <a:close/>
                </a:path>
                <a:path w="10424160" h="2944495">
                  <a:moveTo>
                    <a:pt x="1822195" y="2925445"/>
                  </a:moveTo>
                  <a:lnTo>
                    <a:pt x="1816862" y="2925445"/>
                  </a:lnTo>
                  <a:lnTo>
                    <a:pt x="1812670" y="2929712"/>
                  </a:lnTo>
                  <a:lnTo>
                    <a:pt x="1812670" y="2940227"/>
                  </a:lnTo>
                  <a:lnTo>
                    <a:pt x="1816862" y="2944495"/>
                  </a:lnTo>
                  <a:lnTo>
                    <a:pt x="1822195" y="2944495"/>
                  </a:lnTo>
                  <a:lnTo>
                    <a:pt x="1822195" y="2925445"/>
                  </a:lnTo>
                  <a:close/>
                </a:path>
                <a:path w="10424160" h="2944495">
                  <a:moveTo>
                    <a:pt x="1827402" y="2925445"/>
                  </a:moveTo>
                  <a:lnTo>
                    <a:pt x="1822195" y="2925445"/>
                  </a:lnTo>
                  <a:lnTo>
                    <a:pt x="1822195" y="2944495"/>
                  </a:lnTo>
                  <a:lnTo>
                    <a:pt x="1827402" y="2944495"/>
                  </a:lnTo>
                  <a:lnTo>
                    <a:pt x="1831720" y="2940227"/>
                  </a:lnTo>
                  <a:lnTo>
                    <a:pt x="1831720" y="2929712"/>
                  </a:lnTo>
                  <a:lnTo>
                    <a:pt x="1827402" y="2925445"/>
                  </a:lnTo>
                  <a:close/>
                </a:path>
                <a:path w="10424160" h="2944495">
                  <a:moveTo>
                    <a:pt x="1784095" y="2925445"/>
                  </a:moveTo>
                  <a:lnTo>
                    <a:pt x="1778762" y="2925445"/>
                  </a:lnTo>
                  <a:lnTo>
                    <a:pt x="1774570" y="2929712"/>
                  </a:lnTo>
                  <a:lnTo>
                    <a:pt x="1774570" y="2940227"/>
                  </a:lnTo>
                  <a:lnTo>
                    <a:pt x="1778762" y="2944495"/>
                  </a:lnTo>
                  <a:lnTo>
                    <a:pt x="1784095" y="2944495"/>
                  </a:lnTo>
                  <a:lnTo>
                    <a:pt x="1784095" y="2925445"/>
                  </a:lnTo>
                  <a:close/>
                </a:path>
                <a:path w="10424160" h="2944495">
                  <a:moveTo>
                    <a:pt x="1789302" y="2925445"/>
                  </a:moveTo>
                  <a:lnTo>
                    <a:pt x="1784095" y="2925445"/>
                  </a:lnTo>
                  <a:lnTo>
                    <a:pt x="1784095" y="2944495"/>
                  </a:lnTo>
                  <a:lnTo>
                    <a:pt x="1789302" y="2944495"/>
                  </a:lnTo>
                  <a:lnTo>
                    <a:pt x="1793620" y="2940227"/>
                  </a:lnTo>
                  <a:lnTo>
                    <a:pt x="1793620" y="2929712"/>
                  </a:lnTo>
                  <a:lnTo>
                    <a:pt x="1789302" y="2925445"/>
                  </a:lnTo>
                  <a:close/>
                </a:path>
                <a:path w="10424160" h="2944495">
                  <a:moveTo>
                    <a:pt x="1745869" y="2925445"/>
                  </a:moveTo>
                  <a:lnTo>
                    <a:pt x="1740662" y="2925445"/>
                  </a:lnTo>
                  <a:lnTo>
                    <a:pt x="1736344" y="2929712"/>
                  </a:lnTo>
                  <a:lnTo>
                    <a:pt x="1736344" y="2940227"/>
                  </a:lnTo>
                  <a:lnTo>
                    <a:pt x="1740662" y="2944495"/>
                  </a:lnTo>
                  <a:lnTo>
                    <a:pt x="1745869" y="2944495"/>
                  </a:lnTo>
                  <a:lnTo>
                    <a:pt x="1745869" y="2925445"/>
                  </a:lnTo>
                  <a:close/>
                </a:path>
                <a:path w="10424160" h="2944495">
                  <a:moveTo>
                    <a:pt x="1751202" y="2925445"/>
                  </a:moveTo>
                  <a:lnTo>
                    <a:pt x="1745995" y="2925445"/>
                  </a:lnTo>
                  <a:lnTo>
                    <a:pt x="1745995" y="2944495"/>
                  </a:lnTo>
                  <a:lnTo>
                    <a:pt x="1751202" y="2944495"/>
                  </a:lnTo>
                  <a:lnTo>
                    <a:pt x="1755520" y="2940227"/>
                  </a:lnTo>
                  <a:lnTo>
                    <a:pt x="1755520" y="2929712"/>
                  </a:lnTo>
                  <a:lnTo>
                    <a:pt x="1751202" y="2925445"/>
                  </a:lnTo>
                  <a:close/>
                </a:path>
                <a:path w="10424160" h="2944495">
                  <a:moveTo>
                    <a:pt x="1707769" y="2925445"/>
                  </a:moveTo>
                  <a:lnTo>
                    <a:pt x="1702562" y="2925445"/>
                  </a:lnTo>
                  <a:lnTo>
                    <a:pt x="1698244" y="2929712"/>
                  </a:lnTo>
                  <a:lnTo>
                    <a:pt x="1698244" y="2940227"/>
                  </a:lnTo>
                  <a:lnTo>
                    <a:pt x="1702562" y="2944495"/>
                  </a:lnTo>
                  <a:lnTo>
                    <a:pt x="1707769" y="2944495"/>
                  </a:lnTo>
                  <a:lnTo>
                    <a:pt x="1707769" y="2925445"/>
                  </a:lnTo>
                  <a:close/>
                </a:path>
                <a:path w="10424160" h="2944495">
                  <a:moveTo>
                    <a:pt x="1713102" y="2925445"/>
                  </a:moveTo>
                  <a:lnTo>
                    <a:pt x="1707769" y="2925445"/>
                  </a:lnTo>
                  <a:lnTo>
                    <a:pt x="1707769" y="2944495"/>
                  </a:lnTo>
                  <a:lnTo>
                    <a:pt x="1713102" y="2944495"/>
                  </a:lnTo>
                  <a:lnTo>
                    <a:pt x="1717294" y="2940227"/>
                  </a:lnTo>
                  <a:lnTo>
                    <a:pt x="1717294" y="2929712"/>
                  </a:lnTo>
                  <a:lnTo>
                    <a:pt x="1713102" y="2925445"/>
                  </a:lnTo>
                  <a:close/>
                </a:path>
                <a:path w="10424160" h="2944495">
                  <a:moveTo>
                    <a:pt x="1669669" y="2925445"/>
                  </a:moveTo>
                  <a:lnTo>
                    <a:pt x="1664462" y="2925445"/>
                  </a:lnTo>
                  <a:lnTo>
                    <a:pt x="1660144" y="2929712"/>
                  </a:lnTo>
                  <a:lnTo>
                    <a:pt x="1660144" y="2940227"/>
                  </a:lnTo>
                  <a:lnTo>
                    <a:pt x="1664462" y="2944495"/>
                  </a:lnTo>
                  <a:lnTo>
                    <a:pt x="1669669" y="2944495"/>
                  </a:lnTo>
                  <a:lnTo>
                    <a:pt x="1669669" y="2925445"/>
                  </a:lnTo>
                  <a:close/>
                </a:path>
                <a:path w="10424160" h="2944495">
                  <a:moveTo>
                    <a:pt x="1675002" y="2925445"/>
                  </a:moveTo>
                  <a:lnTo>
                    <a:pt x="1669669" y="2925445"/>
                  </a:lnTo>
                  <a:lnTo>
                    <a:pt x="1669669" y="2944495"/>
                  </a:lnTo>
                  <a:lnTo>
                    <a:pt x="1675002" y="2944495"/>
                  </a:lnTo>
                  <a:lnTo>
                    <a:pt x="1679194" y="2940227"/>
                  </a:lnTo>
                  <a:lnTo>
                    <a:pt x="1679194" y="2929712"/>
                  </a:lnTo>
                  <a:lnTo>
                    <a:pt x="1675002" y="2925445"/>
                  </a:lnTo>
                  <a:close/>
                </a:path>
                <a:path w="10424160" h="2944495">
                  <a:moveTo>
                    <a:pt x="1631569" y="2925445"/>
                  </a:moveTo>
                  <a:lnTo>
                    <a:pt x="1626362" y="2925445"/>
                  </a:lnTo>
                  <a:lnTo>
                    <a:pt x="1622044" y="2929712"/>
                  </a:lnTo>
                  <a:lnTo>
                    <a:pt x="1622044" y="2940227"/>
                  </a:lnTo>
                  <a:lnTo>
                    <a:pt x="1626362" y="2944495"/>
                  </a:lnTo>
                  <a:lnTo>
                    <a:pt x="1631569" y="2944495"/>
                  </a:lnTo>
                  <a:lnTo>
                    <a:pt x="1631569" y="2925445"/>
                  </a:lnTo>
                  <a:close/>
                </a:path>
                <a:path w="10424160" h="2944495">
                  <a:moveTo>
                    <a:pt x="1636902" y="2925445"/>
                  </a:moveTo>
                  <a:lnTo>
                    <a:pt x="1631569" y="2925445"/>
                  </a:lnTo>
                  <a:lnTo>
                    <a:pt x="1631569" y="2944495"/>
                  </a:lnTo>
                  <a:lnTo>
                    <a:pt x="1636902" y="2944495"/>
                  </a:lnTo>
                  <a:lnTo>
                    <a:pt x="1641094" y="2940227"/>
                  </a:lnTo>
                  <a:lnTo>
                    <a:pt x="1641094" y="2929712"/>
                  </a:lnTo>
                  <a:lnTo>
                    <a:pt x="1636902" y="2925445"/>
                  </a:lnTo>
                  <a:close/>
                </a:path>
                <a:path w="10424160" h="2944495">
                  <a:moveTo>
                    <a:pt x="1593469" y="2925445"/>
                  </a:moveTo>
                  <a:lnTo>
                    <a:pt x="1588134" y="2925445"/>
                  </a:lnTo>
                  <a:lnTo>
                    <a:pt x="1583944" y="2929712"/>
                  </a:lnTo>
                  <a:lnTo>
                    <a:pt x="1583944" y="2940227"/>
                  </a:lnTo>
                  <a:lnTo>
                    <a:pt x="1588134" y="2944495"/>
                  </a:lnTo>
                  <a:lnTo>
                    <a:pt x="1593469" y="2944495"/>
                  </a:lnTo>
                  <a:lnTo>
                    <a:pt x="1593469" y="2925445"/>
                  </a:lnTo>
                  <a:close/>
                </a:path>
                <a:path w="10424160" h="2944495">
                  <a:moveTo>
                    <a:pt x="1598676" y="2925445"/>
                  </a:moveTo>
                  <a:lnTo>
                    <a:pt x="1593469" y="2925445"/>
                  </a:lnTo>
                  <a:lnTo>
                    <a:pt x="1593469" y="2944495"/>
                  </a:lnTo>
                  <a:lnTo>
                    <a:pt x="1598676" y="2944495"/>
                  </a:lnTo>
                  <a:lnTo>
                    <a:pt x="1602994" y="2940227"/>
                  </a:lnTo>
                  <a:lnTo>
                    <a:pt x="1602994" y="2929712"/>
                  </a:lnTo>
                  <a:lnTo>
                    <a:pt x="1598676" y="2925445"/>
                  </a:lnTo>
                  <a:close/>
                </a:path>
                <a:path w="10424160" h="2944495">
                  <a:moveTo>
                    <a:pt x="1555369" y="2925445"/>
                  </a:moveTo>
                  <a:lnTo>
                    <a:pt x="1550034" y="2925445"/>
                  </a:lnTo>
                  <a:lnTo>
                    <a:pt x="1545844" y="2929712"/>
                  </a:lnTo>
                  <a:lnTo>
                    <a:pt x="1545844" y="2940227"/>
                  </a:lnTo>
                  <a:lnTo>
                    <a:pt x="1550034" y="2944495"/>
                  </a:lnTo>
                  <a:lnTo>
                    <a:pt x="1555369" y="2944495"/>
                  </a:lnTo>
                  <a:lnTo>
                    <a:pt x="1555369" y="2925445"/>
                  </a:lnTo>
                  <a:close/>
                </a:path>
                <a:path w="10424160" h="2944495">
                  <a:moveTo>
                    <a:pt x="1560576" y="2925445"/>
                  </a:moveTo>
                  <a:lnTo>
                    <a:pt x="1555369" y="2925445"/>
                  </a:lnTo>
                  <a:lnTo>
                    <a:pt x="1555369" y="2944495"/>
                  </a:lnTo>
                  <a:lnTo>
                    <a:pt x="1560576" y="2944495"/>
                  </a:lnTo>
                  <a:lnTo>
                    <a:pt x="1564894" y="2940227"/>
                  </a:lnTo>
                  <a:lnTo>
                    <a:pt x="1564894" y="2929712"/>
                  </a:lnTo>
                  <a:lnTo>
                    <a:pt x="1560576" y="2925445"/>
                  </a:lnTo>
                  <a:close/>
                </a:path>
                <a:path w="10424160" h="2944495">
                  <a:moveTo>
                    <a:pt x="1517141" y="2925445"/>
                  </a:moveTo>
                  <a:lnTo>
                    <a:pt x="1511934" y="2925445"/>
                  </a:lnTo>
                  <a:lnTo>
                    <a:pt x="1507616" y="2929712"/>
                  </a:lnTo>
                  <a:lnTo>
                    <a:pt x="1507616" y="2940227"/>
                  </a:lnTo>
                  <a:lnTo>
                    <a:pt x="1511934" y="2944495"/>
                  </a:lnTo>
                  <a:lnTo>
                    <a:pt x="1517141" y="2944495"/>
                  </a:lnTo>
                  <a:lnTo>
                    <a:pt x="1517141" y="2925445"/>
                  </a:lnTo>
                  <a:close/>
                </a:path>
                <a:path w="10424160" h="2944495">
                  <a:moveTo>
                    <a:pt x="1517269" y="2938145"/>
                  </a:moveTo>
                  <a:lnTo>
                    <a:pt x="1517141" y="2938145"/>
                  </a:lnTo>
                  <a:lnTo>
                    <a:pt x="1517141" y="2944495"/>
                  </a:lnTo>
                  <a:lnTo>
                    <a:pt x="1517269" y="2944495"/>
                  </a:lnTo>
                  <a:lnTo>
                    <a:pt x="1517269" y="2938145"/>
                  </a:lnTo>
                  <a:close/>
                </a:path>
                <a:path w="10424160" h="2944495">
                  <a:moveTo>
                    <a:pt x="1522476" y="2925445"/>
                  </a:moveTo>
                  <a:lnTo>
                    <a:pt x="1517269" y="2925445"/>
                  </a:lnTo>
                  <a:lnTo>
                    <a:pt x="1517269" y="2944495"/>
                  </a:lnTo>
                  <a:lnTo>
                    <a:pt x="1522476" y="2944495"/>
                  </a:lnTo>
                  <a:lnTo>
                    <a:pt x="1526794" y="2940227"/>
                  </a:lnTo>
                  <a:lnTo>
                    <a:pt x="1526794" y="2929712"/>
                  </a:lnTo>
                  <a:lnTo>
                    <a:pt x="1522476" y="2925445"/>
                  </a:lnTo>
                  <a:close/>
                </a:path>
                <a:path w="10424160" h="2944495">
                  <a:moveTo>
                    <a:pt x="1517269" y="2925445"/>
                  </a:moveTo>
                  <a:lnTo>
                    <a:pt x="1517141" y="2925445"/>
                  </a:lnTo>
                  <a:lnTo>
                    <a:pt x="1517141" y="2931795"/>
                  </a:lnTo>
                  <a:lnTo>
                    <a:pt x="1517269" y="2931795"/>
                  </a:lnTo>
                  <a:lnTo>
                    <a:pt x="1517269" y="2925445"/>
                  </a:lnTo>
                  <a:close/>
                </a:path>
                <a:path w="10424160" h="2944495">
                  <a:moveTo>
                    <a:pt x="1479041" y="2925445"/>
                  </a:moveTo>
                  <a:lnTo>
                    <a:pt x="1473834" y="2925445"/>
                  </a:lnTo>
                  <a:lnTo>
                    <a:pt x="1469516" y="2929712"/>
                  </a:lnTo>
                  <a:lnTo>
                    <a:pt x="1469516" y="2940227"/>
                  </a:lnTo>
                  <a:lnTo>
                    <a:pt x="1473834" y="2944495"/>
                  </a:lnTo>
                  <a:lnTo>
                    <a:pt x="1479041" y="2944495"/>
                  </a:lnTo>
                  <a:lnTo>
                    <a:pt x="1479041" y="2925445"/>
                  </a:lnTo>
                  <a:close/>
                </a:path>
                <a:path w="10424160" h="2944495">
                  <a:moveTo>
                    <a:pt x="1484376" y="2925445"/>
                  </a:moveTo>
                  <a:lnTo>
                    <a:pt x="1479041" y="2925445"/>
                  </a:lnTo>
                  <a:lnTo>
                    <a:pt x="1479041" y="2944495"/>
                  </a:lnTo>
                  <a:lnTo>
                    <a:pt x="1484376" y="2944495"/>
                  </a:lnTo>
                  <a:lnTo>
                    <a:pt x="1488566" y="2940227"/>
                  </a:lnTo>
                  <a:lnTo>
                    <a:pt x="1488566" y="2929712"/>
                  </a:lnTo>
                  <a:lnTo>
                    <a:pt x="1484376" y="2925445"/>
                  </a:lnTo>
                  <a:close/>
                </a:path>
                <a:path w="10424160" h="2944495">
                  <a:moveTo>
                    <a:pt x="1440941" y="2925445"/>
                  </a:moveTo>
                  <a:lnTo>
                    <a:pt x="1435734" y="2925445"/>
                  </a:lnTo>
                  <a:lnTo>
                    <a:pt x="1431416" y="2929712"/>
                  </a:lnTo>
                  <a:lnTo>
                    <a:pt x="1431416" y="2940227"/>
                  </a:lnTo>
                  <a:lnTo>
                    <a:pt x="1435734" y="2944495"/>
                  </a:lnTo>
                  <a:lnTo>
                    <a:pt x="1440941" y="2944495"/>
                  </a:lnTo>
                  <a:lnTo>
                    <a:pt x="1440941" y="2925445"/>
                  </a:lnTo>
                  <a:close/>
                </a:path>
                <a:path w="10424160" h="2944495">
                  <a:moveTo>
                    <a:pt x="1446276" y="2925445"/>
                  </a:moveTo>
                  <a:lnTo>
                    <a:pt x="1440941" y="2925445"/>
                  </a:lnTo>
                  <a:lnTo>
                    <a:pt x="1440941" y="2944495"/>
                  </a:lnTo>
                  <a:lnTo>
                    <a:pt x="1446276" y="2944495"/>
                  </a:lnTo>
                  <a:lnTo>
                    <a:pt x="1450466" y="2940227"/>
                  </a:lnTo>
                  <a:lnTo>
                    <a:pt x="1450466" y="2929712"/>
                  </a:lnTo>
                  <a:lnTo>
                    <a:pt x="1446276" y="2925445"/>
                  </a:lnTo>
                  <a:close/>
                </a:path>
                <a:path w="10424160" h="2944495">
                  <a:moveTo>
                    <a:pt x="1402841" y="2925445"/>
                  </a:moveTo>
                  <a:lnTo>
                    <a:pt x="1397634" y="2925445"/>
                  </a:lnTo>
                  <a:lnTo>
                    <a:pt x="1393316" y="2929712"/>
                  </a:lnTo>
                  <a:lnTo>
                    <a:pt x="1393316" y="2940227"/>
                  </a:lnTo>
                  <a:lnTo>
                    <a:pt x="1397634" y="2944495"/>
                  </a:lnTo>
                  <a:lnTo>
                    <a:pt x="1402841" y="2944495"/>
                  </a:lnTo>
                  <a:lnTo>
                    <a:pt x="1402841" y="2925445"/>
                  </a:lnTo>
                  <a:close/>
                </a:path>
                <a:path w="10424160" h="2944495">
                  <a:moveTo>
                    <a:pt x="1408176" y="2925445"/>
                  </a:moveTo>
                  <a:lnTo>
                    <a:pt x="1402841" y="2925445"/>
                  </a:lnTo>
                  <a:lnTo>
                    <a:pt x="1402841" y="2944495"/>
                  </a:lnTo>
                  <a:lnTo>
                    <a:pt x="1408176" y="2944495"/>
                  </a:lnTo>
                  <a:lnTo>
                    <a:pt x="1412366" y="2940227"/>
                  </a:lnTo>
                  <a:lnTo>
                    <a:pt x="1412366" y="2929712"/>
                  </a:lnTo>
                  <a:lnTo>
                    <a:pt x="1408176" y="2925445"/>
                  </a:lnTo>
                  <a:close/>
                </a:path>
                <a:path w="10424160" h="2944495">
                  <a:moveTo>
                    <a:pt x="1364741" y="2925445"/>
                  </a:moveTo>
                  <a:lnTo>
                    <a:pt x="1359408" y="2925445"/>
                  </a:lnTo>
                  <a:lnTo>
                    <a:pt x="1355216" y="2929712"/>
                  </a:lnTo>
                  <a:lnTo>
                    <a:pt x="1355216" y="2940227"/>
                  </a:lnTo>
                  <a:lnTo>
                    <a:pt x="1359408" y="2944495"/>
                  </a:lnTo>
                  <a:lnTo>
                    <a:pt x="1364741" y="2944495"/>
                  </a:lnTo>
                  <a:lnTo>
                    <a:pt x="1364741" y="2925445"/>
                  </a:lnTo>
                  <a:close/>
                </a:path>
                <a:path w="10424160" h="2944495">
                  <a:moveTo>
                    <a:pt x="1369949" y="2925445"/>
                  </a:moveTo>
                  <a:lnTo>
                    <a:pt x="1364741" y="2925445"/>
                  </a:lnTo>
                  <a:lnTo>
                    <a:pt x="1364741" y="2944495"/>
                  </a:lnTo>
                  <a:lnTo>
                    <a:pt x="1369949" y="2944495"/>
                  </a:lnTo>
                  <a:lnTo>
                    <a:pt x="1374266" y="2940227"/>
                  </a:lnTo>
                  <a:lnTo>
                    <a:pt x="1374266" y="2929712"/>
                  </a:lnTo>
                  <a:lnTo>
                    <a:pt x="1369949" y="2925445"/>
                  </a:lnTo>
                  <a:close/>
                </a:path>
                <a:path w="10424160" h="2944495">
                  <a:moveTo>
                    <a:pt x="1326641" y="2925445"/>
                  </a:moveTo>
                  <a:lnTo>
                    <a:pt x="1321308" y="2925445"/>
                  </a:lnTo>
                  <a:lnTo>
                    <a:pt x="1317116" y="2929712"/>
                  </a:lnTo>
                  <a:lnTo>
                    <a:pt x="1317116" y="2940227"/>
                  </a:lnTo>
                  <a:lnTo>
                    <a:pt x="1321308" y="2944495"/>
                  </a:lnTo>
                  <a:lnTo>
                    <a:pt x="1326641" y="2944495"/>
                  </a:lnTo>
                  <a:lnTo>
                    <a:pt x="1326641" y="2925445"/>
                  </a:lnTo>
                  <a:close/>
                </a:path>
                <a:path w="10424160" h="2944495">
                  <a:moveTo>
                    <a:pt x="1331849" y="2925445"/>
                  </a:moveTo>
                  <a:lnTo>
                    <a:pt x="1326641" y="2925445"/>
                  </a:lnTo>
                  <a:lnTo>
                    <a:pt x="1326641" y="2944495"/>
                  </a:lnTo>
                  <a:lnTo>
                    <a:pt x="1331849" y="2944495"/>
                  </a:lnTo>
                  <a:lnTo>
                    <a:pt x="1336166" y="2940227"/>
                  </a:lnTo>
                  <a:lnTo>
                    <a:pt x="1336166" y="2929712"/>
                  </a:lnTo>
                  <a:lnTo>
                    <a:pt x="1331849" y="2925445"/>
                  </a:lnTo>
                  <a:close/>
                </a:path>
                <a:path w="10424160" h="2944495">
                  <a:moveTo>
                    <a:pt x="1288541" y="2925445"/>
                  </a:moveTo>
                  <a:lnTo>
                    <a:pt x="1283208" y="2925445"/>
                  </a:lnTo>
                  <a:lnTo>
                    <a:pt x="1279016" y="2929712"/>
                  </a:lnTo>
                  <a:lnTo>
                    <a:pt x="1279016" y="2940227"/>
                  </a:lnTo>
                  <a:lnTo>
                    <a:pt x="1283208" y="2944495"/>
                  </a:lnTo>
                  <a:lnTo>
                    <a:pt x="1288541" y="2944495"/>
                  </a:lnTo>
                  <a:lnTo>
                    <a:pt x="1288541" y="2925445"/>
                  </a:lnTo>
                  <a:close/>
                </a:path>
                <a:path w="10424160" h="2944495">
                  <a:moveTo>
                    <a:pt x="1293749" y="2925445"/>
                  </a:moveTo>
                  <a:lnTo>
                    <a:pt x="1288541" y="2925445"/>
                  </a:lnTo>
                  <a:lnTo>
                    <a:pt x="1288541" y="2944495"/>
                  </a:lnTo>
                  <a:lnTo>
                    <a:pt x="1293749" y="2944495"/>
                  </a:lnTo>
                  <a:lnTo>
                    <a:pt x="1298066" y="2940227"/>
                  </a:lnTo>
                  <a:lnTo>
                    <a:pt x="1298066" y="2929712"/>
                  </a:lnTo>
                  <a:lnTo>
                    <a:pt x="1293749" y="2925445"/>
                  </a:lnTo>
                  <a:close/>
                </a:path>
                <a:path w="10424160" h="2944495">
                  <a:moveTo>
                    <a:pt x="1250314" y="2925445"/>
                  </a:moveTo>
                  <a:lnTo>
                    <a:pt x="1245108" y="2925445"/>
                  </a:lnTo>
                  <a:lnTo>
                    <a:pt x="1240789" y="2929712"/>
                  </a:lnTo>
                  <a:lnTo>
                    <a:pt x="1240789" y="2940227"/>
                  </a:lnTo>
                  <a:lnTo>
                    <a:pt x="1245108" y="2944495"/>
                  </a:lnTo>
                  <a:lnTo>
                    <a:pt x="1250314" y="2944495"/>
                  </a:lnTo>
                  <a:lnTo>
                    <a:pt x="1250314" y="2925445"/>
                  </a:lnTo>
                  <a:close/>
                </a:path>
                <a:path w="10424160" h="2944495">
                  <a:moveTo>
                    <a:pt x="1255649" y="2925445"/>
                  </a:moveTo>
                  <a:lnTo>
                    <a:pt x="1250441" y="2925445"/>
                  </a:lnTo>
                  <a:lnTo>
                    <a:pt x="1250441" y="2944495"/>
                  </a:lnTo>
                  <a:lnTo>
                    <a:pt x="1255649" y="2944495"/>
                  </a:lnTo>
                  <a:lnTo>
                    <a:pt x="1259966" y="2940227"/>
                  </a:lnTo>
                  <a:lnTo>
                    <a:pt x="1259966" y="2929712"/>
                  </a:lnTo>
                  <a:lnTo>
                    <a:pt x="1255649" y="2925445"/>
                  </a:lnTo>
                  <a:close/>
                </a:path>
                <a:path w="10424160" h="2944495">
                  <a:moveTo>
                    <a:pt x="1212214" y="2925445"/>
                  </a:moveTo>
                  <a:lnTo>
                    <a:pt x="1207008" y="2925445"/>
                  </a:lnTo>
                  <a:lnTo>
                    <a:pt x="1202689" y="2929712"/>
                  </a:lnTo>
                  <a:lnTo>
                    <a:pt x="1202689" y="2940227"/>
                  </a:lnTo>
                  <a:lnTo>
                    <a:pt x="1207008" y="2944495"/>
                  </a:lnTo>
                  <a:lnTo>
                    <a:pt x="1212214" y="2944495"/>
                  </a:lnTo>
                  <a:lnTo>
                    <a:pt x="1212214" y="2925445"/>
                  </a:lnTo>
                  <a:close/>
                </a:path>
                <a:path w="10424160" h="2944495">
                  <a:moveTo>
                    <a:pt x="1217549" y="2925445"/>
                  </a:moveTo>
                  <a:lnTo>
                    <a:pt x="1212214" y="2925445"/>
                  </a:lnTo>
                  <a:lnTo>
                    <a:pt x="1212214" y="2944495"/>
                  </a:lnTo>
                  <a:lnTo>
                    <a:pt x="1217549" y="2944495"/>
                  </a:lnTo>
                  <a:lnTo>
                    <a:pt x="1221739" y="2940227"/>
                  </a:lnTo>
                  <a:lnTo>
                    <a:pt x="1221739" y="2929712"/>
                  </a:lnTo>
                  <a:lnTo>
                    <a:pt x="1217549" y="2925445"/>
                  </a:lnTo>
                  <a:close/>
                </a:path>
                <a:path w="10424160" h="2944495">
                  <a:moveTo>
                    <a:pt x="1174114" y="2925445"/>
                  </a:moveTo>
                  <a:lnTo>
                    <a:pt x="1168908" y="2925445"/>
                  </a:lnTo>
                  <a:lnTo>
                    <a:pt x="1164589" y="2929712"/>
                  </a:lnTo>
                  <a:lnTo>
                    <a:pt x="1164589" y="2940227"/>
                  </a:lnTo>
                  <a:lnTo>
                    <a:pt x="1168908" y="2944495"/>
                  </a:lnTo>
                  <a:lnTo>
                    <a:pt x="1174114" y="2944495"/>
                  </a:lnTo>
                  <a:lnTo>
                    <a:pt x="1174114" y="2925445"/>
                  </a:lnTo>
                  <a:close/>
                </a:path>
                <a:path w="10424160" h="2944495">
                  <a:moveTo>
                    <a:pt x="1179449" y="2925445"/>
                  </a:moveTo>
                  <a:lnTo>
                    <a:pt x="1174114" y="2925445"/>
                  </a:lnTo>
                  <a:lnTo>
                    <a:pt x="1174114" y="2944495"/>
                  </a:lnTo>
                  <a:lnTo>
                    <a:pt x="1179449" y="2944495"/>
                  </a:lnTo>
                  <a:lnTo>
                    <a:pt x="1183639" y="2940227"/>
                  </a:lnTo>
                  <a:lnTo>
                    <a:pt x="1183639" y="2929712"/>
                  </a:lnTo>
                  <a:lnTo>
                    <a:pt x="1179449" y="2925445"/>
                  </a:lnTo>
                  <a:close/>
                </a:path>
                <a:path w="10424160" h="2944495">
                  <a:moveTo>
                    <a:pt x="1136014" y="2925445"/>
                  </a:moveTo>
                  <a:lnTo>
                    <a:pt x="1130808" y="2925445"/>
                  </a:lnTo>
                  <a:lnTo>
                    <a:pt x="1126489" y="2929712"/>
                  </a:lnTo>
                  <a:lnTo>
                    <a:pt x="1126489" y="2940227"/>
                  </a:lnTo>
                  <a:lnTo>
                    <a:pt x="1130808" y="2944495"/>
                  </a:lnTo>
                  <a:lnTo>
                    <a:pt x="1136014" y="2944495"/>
                  </a:lnTo>
                  <a:lnTo>
                    <a:pt x="1136014" y="2925445"/>
                  </a:lnTo>
                  <a:close/>
                </a:path>
                <a:path w="10424160" h="2944495">
                  <a:moveTo>
                    <a:pt x="1141349" y="2925445"/>
                  </a:moveTo>
                  <a:lnTo>
                    <a:pt x="1136014" y="2925445"/>
                  </a:lnTo>
                  <a:lnTo>
                    <a:pt x="1136014" y="2944495"/>
                  </a:lnTo>
                  <a:lnTo>
                    <a:pt x="1141349" y="2944495"/>
                  </a:lnTo>
                  <a:lnTo>
                    <a:pt x="1145539" y="2940227"/>
                  </a:lnTo>
                  <a:lnTo>
                    <a:pt x="1145539" y="2929712"/>
                  </a:lnTo>
                  <a:lnTo>
                    <a:pt x="1141349" y="2925445"/>
                  </a:lnTo>
                  <a:close/>
                </a:path>
                <a:path w="10424160" h="2944495">
                  <a:moveTo>
                    <a:pt x="1097914" y="2925445"/>
                  </a:moveTo>
                  <a:lnTo>
                    <a:pt x="1092581" y="2925445"/>
                  </a:lnTo>
                  <a:lnTo>
                    <a:pt x="1088389" y="2929712"/>
                  </a:lnTo>
                  <a:lnTo>
                    <a:pt x="1088389" y="2940227"/>
                  </a:lnTo>
                  <a:lnTo>
                    <a:pt x="1092581" y="2944495"/>
                  </a:lnTo>
                  <a:lnTo>
                    <a:pt x="1097914" y="2944495"/>
                  </a:lnTo>
                  <a:lnTo>
                    <a:pt x="1097914" y="2925445"/>
                  </a:lnTo>
                  <a:close/>
                </a:path>
                <a:path w="10424160" h="2944495">
                  <a:moveTo>
                    <a:pt x="1103121" y="2925445"/>
                  </a:moveTo>
                  <a:lnTo>
                    <a:pt x="1097914" y="2925445"/>
                  </a:lnTo>
                  <a:lnTo>
                    <a:pt x="1097914" y="2944495"/>
                  </a:lnTo>
                  <a:lnTo>
                    <a:pt x="1103121" y="2944495"/>
                  </a:lnTo>
                  <a:lnTo>
                    <a:pt x="1107439" y="2940227"/>
                  </a:lnTo>
                  <a:lnTo>
                    <a:pt x="1107439" y="2929712"/>
                  </a:lnTo>
                  <a:lnTo>
                    <a:pt x="1103121" y="2925445"/>
                  </a:lnTo>
                  <a:close/>
                </a:path>
                <a:path w="10424160" h="2944495">
                  <a:moveTo>
                    <a:pt x="1059814" y="2925445"/>
                  </a:moveTo>
                  <a:lnTo>
                    <a:pt x="1054481" y="2925445"/>
                  </a:lnTo>
                  <a:lnTo>
                    <a:pt x="1050289" y="2929712"/>
                  </a:lnTo>
                  <a:lnTo>
                    <a:pt x="1050289" y="2940227"/>
                  </a:lnTo>
                  <a:lnTo>
                    <a:pt x="1054481" y="2944495"/>
                  </a:lnTo>
                  <a:lnTo>
                    <a:pt x="1059814" y="2944495"/>
                  </a:lnTo>
                  <a:lnTo>
                    <a:pt x="1059814" y="2925445"/>
                  </a:lnTo>
                  <a:close/>
                </a:path>
                <a:path w="10424160" h="2944495">
                  <a:moveTo>
                    <a:pt x="1065021" y="2925445"/>
                  </a:moveTo>
                  <a:lnTo>
                    <a:pt x="1059814" y="2925445"/>
                  </a:lnTo>
                  <a:lnTo>
                    <a:pt x="1059814" y="2944495"/>
                  </a:lnTo>
                  <a:lnTo>
                    <a:pt x="1065021" y="2944495"/>
                  </a:lnTo>
                  <a:lnTo>
                    <a:pt x="1069339" y="2940227"/>
                  </a:lnTo>
                  <a:lnTo>
                    <a:pt x="1069339" y="2929712"/>
                  </a:lnTo>
                  <a:lnTo>
                    <a:pt x="1065021" y="2925445"/>
                  </a:lnTo>
                  <a:close/>
                </a:path>
                <a:path w="10424160" h="2944495">
                  <a:moveTo>
                    <a:pt x="1021714" y="2925445"/>
                  </a:moveTo>
                  <a:lnTo>
                    <a:pt x="1016381" y="2925445"/>
                  </a:lnTo>
                  <a:lnTo>
                    <a:pt x="1012189" y="2929712"/>
                  </a:lnTo>
                  <a:lnTo>
                    <a:pt x="1012189" y="2940227"/>
                  </a:lnTo>
                  <a:lnTo>
                    <a:pt x="1016381" y="2944495"/>
                  </a:lnTo>
                  <a:lnTo>
                    <a:pt x="1021714" y="2944495"/>
                  </a:lnTo>
                  <a:lnTo>
                    <a:pt x="1021714" y="2925445"/>
                  </a:lnTo>
                  <a:close/>
                </a:path>
                <a:path w="10424160" h="2944495">
                  <a:moveTo>
                    <a:pt x="1026921" y="2925445"/>
                  </a:moveTo>
                  <a:lnTo>
                    <a:pt x="1021714" y="2925445"/>
                  </a:lnTo>
                  <a:lnTo>
                    <a:pt x="1021714" y="2944495"/>
                  </a:lnTo>
                  <a:lnTo>
                    <a:pt x="1026921" y="2944495"/>
                  </a:lnTo>
                  <a:lnTo>
                    <a:pt x="1031239" y="2940227"/>
                  </a:lnTo>
                  <a:lnTo>
                    <a:pt x="1031239" y="2929712"/>
                  </a:lnTo>
                  <a:lnTo>
                    <a:pt x="1026921" y="2925445"/>
                  </a:lnTo>
                  <a:close/>
                </a:path>
                <a:path w="10424160" h="2944495">
                  <a:moveTo>
                    <a:pt x="983488" y="2925445"/>
                  </a:moveTo>
                  <a:lnTo>
                    <a:pt x="978281" y="2925445"/>
                  </a:lnTo>
                  <a:lnTo>
                    <a:pt x="973963" y="2929712"/>
                  </a:lnTo>
                  <a:lnTo>
                    <a:pt x="973963" y="2940227"/>
                  </a:lnTo>
                  <a:lnTo>
                    <a:pt x="978281" y="2944495"/>
                  </a:lnTo>
                  <a:lnTo>
                    <a:pt x="983488" y="2944495"/>
                  </a:lnTo>
                  <a:lnTo>
                    <a:pt x="983488" y="2925445"/>
                  </a:lnTo>
                  <a:close/>
                </a:path>
                <a:path w="10424160" h="2944495">
                  <a:moveTo>
                    <a:pt x="988821" y="2925445"/>
                  </a:moveTo>
                  <a:lnTo>
                    <a:pt x="983614" y="2925445"/>
                  </a:lnTo>
                  <a:lnTo>
                    <a:pt x="983614" y="2944495"/>
                  </a:lnTo>
                  <a:lnTo>
                    <a:pt x="988821" y="2944495"/>
                  </a:lnTo>
                  <a:lnTo>
                    <a:pt x="993139" y="2940227"/>
                  </a:lnTo>
                  <a:lnTo>
                    <a:pt x="993139" y="2929712"/>
                  </a:lnTo>
                  <a:lnTo>
                    <a:pt x="988821" y="2925445"/>
                  </a:lnTo>
                  <a:close/>
                </a:path>
                <a:path w="10424160" h="2944495">
                  <a:moveTo>
                    <a:pt x="945388" y="2925445"/>
                  </a:moveTo>
                  <a:lnTo>
                    <a:pt x="940181" y="2925445"/>
                  </a:lnTo>
                  <a:lnTo>
                    <a:pt x="935863" y="2929712"/>
                  </a:lnTo>
                  <a:lnTo>
                    <a:pt x="935863" y="2940227"/>
                  </a:lnTo>
                  <a:lnTo>
                    <a:pt x="940181" y="2944495"/>
                  </a:lnTo>
                  <a:lnTo>
                    <a:pt x="945388" y="2944495"/>
                  </a:lnTo>
                  <a:lnTo>
                    <a:pt x="945388" y="2925445"/>
                  </a:lnTo>
                  <a:close/>
                </a:path>
                <a:path w="10424160" h="2944495">
                  <a:moveTo>
                    <a:pt x="950721" y="2925445"/>
                  </a:moveTo>
                  <a:lnTo>
                    <a:pt x="945388" y="2925445"/>
                  </a:lnTo>
                  <a:lnTo>
                    <a:pt x="945388" y="2944495"/>
                  </a:lnTo>
                  <a:lnTo>
                    <a:pt x="950721" y="2944495"/>
                  </a:lnTo>
                  <a:lnTo>
                    <a:pt x="954913" y="2940227"/>
                  </a:lnTo>
                  <a:lnTo>
                    <a:pt x="954913" y="2929712"/>
                  </a:lnTo>
                  <a:lnTo>
                    <a:pt x="950721" y="2925445"/>
                  </a:lnTo>
                  <a:close/>
                </a:path>
                <a:path w="10424160" h="2944495">
                  <a:moveTo>
                    <a:pt x="907288" y="2925445"/>
                  </a:moveTo>
                  <a:lnTo>
                    <a:pt x="902081" y="2925445"/>
                  </a:lnTo>
                  <a:lnTo>
                    <a:pt x="897763" y="2929712"/>
                  </a:lnTo>
                  <a:lnTo>
                    <a:pt x="897763" y="2940227"/>
                  </a:lnTo>
                  <a:lnTo>
                    <a:pt x="902081" y="2944495"/>
                  </a:lnTo>
                  <a:lnTo>
                    <a:pt x="907288" y="2944495"/>
                  </a:lnTo>
                  <a:lnTo>
                    <a:pt x="907288" y="2925445"/>
                  </a:lnTo>
                  <a:close/>
                </a:path>
                <a:path w="10424160" h="2944495">
                  <a:moveTo>
                    <a:pt x="912621" y="2925445"/>
                  </a:moveTo>
                  <a:lnTo>
                    <a:pt x="907288" y="2925445"/>
                  </a:lnTo>
                  <a:lnTo>
                    <a:pt x="907288" y="2944495"/>
                  </a:lnTo>
                  <a:lnTo>
                    <a:pt x="912621" y="2944495"/>
                  </a:lnTo>
                  <a:lnTo>
                    <a:pt x="916813" y="2940227"/>
                  </a:lnTo>
                  <a:lnTo>
                    <a:pt x="916813" y="2929712"/>
                  </a:lnTo>
                  <a:lnTo>
                    <a:pt x="912621" y="2925445"/>
                  </a:lnTo>
                  <a:close/>
                </a:path>
                <a:path w="10424160" h="2944495">
                  <a:moveTo>
                    <a:pt x="869188" y="2925445"/>
                  </a:moveTo>
                  <a:lnTo>
                    <a:pt x="863981" y="2925445"/>
                  </a:lnTo>
                  <a:lnTo>
                    <a:pt x="859663" y="2929712"/>
                  </a:lnTo>
                  <a:lnTo>
                    <a:pt x="859663" y="2940227"/>
                  </a:lnTo>
                  <a:lnTo>
                    <a:pt x="863981" y="2944495"/>
                  </a:lnTo>
                  <a:lnTo>
                    <a:pt x="869188" y="2944495"/>
                  </a:lnTo>
                  <a:lnTo>
                    <a:pt x="869188" y="2925445"/>
                  </a:lnTo>
                  <a:close/>
                </a:path>
                <a:path w="10424160" h="2944495">
                  <a:moveTo>
                    <a:pt x="874521" y="2925445"/>
                  </a:moveTo>
                  <a:lnTo>
                    <a:pt x="869188" y="2925445"/>
                  </a:lnTo>
                  <a:lnTo>
                    <a:pt x="869188" y="2944495"/>
                  </a:lnTo>
                  <a:lnTo>
                    <a:pt x="874521" y="2944495"/>
                  </a:lnTo>
                  <a:lnTo>
                    <a:pt x="878713" y="2940227"/>
                  </a:lnTo>
                  <a:lnTo>
                    <a:pt x="878713" y="2929712"/>
                  </a:lnTo>
                  <a:lnTo>
                    <a:pt x="874521" y="2925445"/>
                  </a:lnTo>
                  <a:close/>
                </a:path>
                <a:path w="10424160" h="2944495">
                  <a:moveTo>
                    <a:pt x="831088" y="2925445"/>
                  </a:moveTo>
                  <a:lnTo>
                    <a:pt x="825754" y="2925445"/>
                  </a:lnTo>
                  <a:lnTo>
                    <a:pt x="821563" y="2929712"/>
                  </a:lnTo>
                  <a:lnTo>
                    <a:pt x="821563" y="2940227"/>
                  </a:lnTo>
                  <a:lnTo>
                    <a:pt x="825754" y="2944495"/>
                  </a:lnTo>
                  <a:lnTo>
                    <a:pt x="831088" y="2944495"/>
                  </a:lnTo>
                  <a:lnTo>
                    <a:pt x="831088" y="2925445"/>
                  </a:lnTo>
                  <a:close/>
                </a:path>
                <a:path w="10424160" h="2944495">
                  <a:moveTo>
                    <a:pt x="836294" y="2925445"/>
                  </a:moveTo>
                  <a:lnTo>
                    <a:pt x="831088" y="2925445"/>
                  </a:lnTo>
                  <a:lnTo>
                    <a:pt x="831088" y="2944495"/>
                  </a:lnTo>
                  <a:lnTo>
                    <a:pt x="836294" y="2944495"/>
                  </a:lnTo>
                  <a:lnTo>
                    <a:pt x="840613" y="2940227"/>
                  </a:lnTo>
                  <a:lnTo>
                    <a:pt x="840613" y="2929712"/>
                  </a:lnTo>
                  <a:lnTo>
                    <a:pt x="836294" y="2925445"/>
                  </a:lnTo>
                  <a:close/>
                </a:path>
                <a:path w="10424160" h="2944495">
                  <a:moveTo>
                    <a:pt x="792988" y="2925445"/>
                  </a:moveTo>
                  <a:lnTo>
                    <a:pt x="787654" y="2925445"/>
                  </a:lnTo>
                  <a:lnTo>
                    <a:pt x="783463" y="2929712"/>
                  </a:lnTo>
                  <a:lnTo>
                    <a:pt x="783463" y="2940227"/>
                  </a:lnTo>
                  <a:lnTo>
                    <a:pt x="787654" y="2944495"/>
                  </a:lnTo>
                  <a:lnTo>
                    <a:pt x="792988" y="2944495"/>
                  </a:lnTo>
                  <a:lnTo>
                    <a:pt x="792988" y="2925445"/>
                  </a:lnTo>
                  <a:close/>
                </a:path>
                <a:path w="10424160" h="2944495">
                  <a:moveTo>
                    <a:pt x="798195" y="2925445"/>
                  </a:moveTo>
                  <a:lnTo>
                    <a:pt x="792988" y="2925445"/>
                  </a:lnTo>
                  <a:lnTo>
                    <a:pt x="792988" y="2944495"/>
                  </a:lnTo>
                  <a:lnTo>
                    <a:pt x="798195" y="2944495"/>
                  </a:lnTo>
                  <a:lnTo>
                    <a:pt x="802513" y="2940227"/>
                  </a:lnTo>
                  <a:lnTo>
                    <a:pt x="802513" y="2929712"/>
                  </a:lnTo>
                  <a:lnTo>
                    <a:pt x="798195" y="2925445"/>
                  </a:lnTo>
                  <a:close/>
                </a:path>
                <a:path w="10424160" h="2944495">
                  <a:moveTo>
                    <a:pt x="754761" y="2925445"/>
                  </a:moveTo>
                  <a:lnTo>
                    <a:pt x="749554" y="2925445"/>
                  </a:lnTo>
                  <a:lnTo>
                    <a:pt x="745236" y="2929712"/>
                  </a:lnTo>
                  <a:lnTo>
                    <a:pt x="745236" y="2940227"/>
                  </a:lnTo>
                  <a:lnTo>
                    <a:pt x="749554" y="2944495"/>
                  </a:lnTo>
                  <a:lnTo>
                    <a:pt x="754761" y="2944495"/>
                  </a:lnTo>
                  <a:lnTo>
                    <a:pt x="754761" y="2925445"/>
                  </a:lnTo>
                  <a:close/>
                </a:path>
                <a:path w="10424160" h="2944495">
                  <a:moveTo>
                    <a:pt x="754888" y="2938145"/>
                  </a:moveTo>
                  <a:lnTo>
                    <a:pt x="754761" y="2938145"/>
                  </a:lnTo>
                  <a:lnTo>
                    <a:pt x="754761" y="2944495"/>
                  </a:lnTo>
                  <a:lnTo>
                    <a:pt x="754888" y="2944495"/>
                  </a:lnTo>
                  <a:lnTo>
                    <a:pt x="754888" y="2938145"/>
                  </a:lnTo>
                  <a:close/>
                </a:path>
                <a:path w="10424160" h="2944495">
                  <a:moveTo>
                    <a:pt x="760095" y="2925445"/>
                  </a:moveTo>
                  <a:lnTo>
                    <a:pt x="754888" y="2925445"/>
                  </a:lnTo>
                  <a:lnTo>
                    <a:pt x="754888" y="2944495"/>
                  </a:lnTo>
                  <a:lnTo>
                    <a:pt x="760095" y="2944495"/>
                  </a:lnTo>
                  <a:lnTo>
                    <a:pt x="764413" y="2940227"/>
                  </a:lnTo>
                  <a:lnTo>
                    <a:pt x="764413" y="2929712"/>
                  </a:lnTo>
                  <a:lnTo>
                    <a:pt x="760095" y="2925445"/>
                  </a:lnTo>
                  <a:close/>
                </a:path>
                <a:path w="10424160" h="2944495">
                  <a:moveTo>
                    <a:pt x="754888" y="2925445"/>
                  </a:moveTo>
                  <a:lnTo>
                    <a:pt x="754761" y="2925445"/>
                  </a:lnTo>
                  <a:lnTo>
                    <a:pt x="754761" y="2931795"/>
                  </a:lnTo>
                  <a:lnTo>
                    <a:pt x="754888" y="2931795"/>
                  </a:lnTo>
                  <a:lnTo>
                    <a:pt x="754888" y="2925445"/>
                  </a:lnTo>
                  <a:close/>
                </a:path>
                <a:path w="10424160" h="2944495">
                  <a:moveTo>
                    <a:pt x="716661" y="2925445"/>
                  </a:moveTo>
                  <a:lnTo>
                    <a:pt x="711454" y="2925445"/>
                  </a:lnTo>
                  <a:lnTo>
                    <a:pt x="707136" y="2929712"/>
                  </a:lnTo>
                  <a:lnTo>
                    <a:pt x="707136" y="2940227"/>
                  </a:lnTo>
                  <a:lnTo>
                    <a:pt x="711454" y="2944495"/>
                  </a:lnTo>
                  <a:lnTo>
                    <a:pt x="716661" y="2944495"/>
                  </a:lnTo>
                  <a:lnTo>
                    <a:pt x="716661" y="2925445"/>
                  </a:lnTo>
                  <a:close/>
                </a:path>
                <a:path w="10424160" h="2944495">
                  <a:moveTo>
                    <a:pt x="721995" y="2925445"/>
                  </a:moveTo>
                  <a:lnTo>
                    <a:pt x="716661" y="2925445"/>
                  </a:lnTo>
                  <a:lnTo>
                    <a:pt x="716661" y="2944495"/>
                  </a:lnTo>
                  <a:lnTo>
                    <a:pt x="721995" y="2944495"/>
                  </a:lnTo>
                  <a:lnTo>
                    <a:pt x="726186" y="2940227"/>
                  </a:lnTo>
                  <a:lnTo>
                    <a:pt x="726186" y="2929712"/>
                  </a:lnTo>
                  <a:lnTo>
                    <a:pt x="721995" y="2925445"/>
                  </a:lnTo>
                  <a:close/>
                </a:path>
                <a:path w="10424160" h="2944495">
                  <a:moveTo>
                    <a:pt x="678561" y="2925445"/>
                  </a:moveTo>
                  <a:lnTo>
                    <a:pt x="673354" y="2925445"/>
                  </a:lnTo>
                  <a:lnTo>
                    <a:pt x="669036" y="2929712"/>
                  </a:lnTo>
                  <a:lnTo>
                    <a:pt x="669036" y="2940227"/>
                  </a:lnTo>
                  <a:lnTo>
                    <a:pt x="673354" y="2944495"/>
                  </a:lnTo>
                  <a:lnTo>
                    <a:pt x="678561" y="2944495"/>
                  </a:lnTo>
                  <a:lnTo>
                    <a:pt x="678561" y="2925445"/>
                  </a:lnTo>
                  <a:close/>
                </a:path>
                <a:path w="10424160" h="2944495">
                  <a:moveTo>
                    <a:pt x="683895" y="2925445"/>
                  </a:moveTo>
                  <a:lnTo>
                    <a:pt x="678561" y="2925445"/>
                  </a:lnTo>
                  <a:lnTo>
                    <a:pt x="678561" y="2944495"/>
                  </a:lnTo>
                  <a:lnTo>
                    <a:pt x="683895" y="2944495"/>
                  </a:lnTo>
                  <a:lnTo>
                    <a:pt x="688086" y="2940227"/>
                  </a:lnTo>
                  <a:lnTo>
                    <a:pt x="688086" y="2929712"/>
                  </a:lnTo>
                  <a:lnTo>
                    <a:pt x="683895" y="2925445"/>
                  </a:lnTo>
                  <a:close/>
                </a:path>
                <a:path w="10424160" h="2944495">
                  <a:moveTo>
                    <a:pt x="640461" y="2925445"/>
                  </a:moveTo>
                  <a:lnTo>
                    <a:pt x="635203" y="2925445"/>
                  </a:lnTo>
                  <a:lnTo>
                    <a:pt x="630936" y="2929712"/>
                  </a:lnTo>
                  <a:lnTo>
                    <a:pt x="630936" y="2940227"/>
                  </a:lnTo>
                  <a:lnTo>
                    <a:pt x="635203" y="2944495"/>
                  </a:lnTo>
                  <a:lnTo>
                    <a:pt x="640461" y="2944495"/>
                  </a:lnTo>
                  <a:lnTo>
                    <a:pt x="640461" y="2925445"/>
                  </a:lnTo>
                  <a:close/>
                </a:path>
                <a:path w="10424160" h="2944495">
                  <a:moveTo>
                    <a:pt x="645744" y="2925445"/>
                  </a:moveTo>
                  <a:lnTo>
                    <a:pt x="640486" y="2925445"/>
                  </a:lnTo>
                  <a:lnTo>
                    <a:pt x="640486" y="2944495"/>
                  </a:lnTo>
                  <a:lnTo>
                    <a:pt x="645744" y="2944495"/>
                  </a:lnTo>
                  <a:lnTo>
                    <a:pt x="650011" y="2940227"/>
                  </a:lnTo>
                  <a:lnTo>
                    <a:pt x="650011" y="2929712"/>
                  </a:lnTo>
                  <a:lnTo>
                    <a:pt x="645744" y="2925445"/>
                  </a:lnTo>
                  <a:close/>
                </a:path>
                <a:path w="10424160" h="2944495">
                  <a:moveTo>
                    <a:pt x="602348" y="2925445"/>
                  </a:moveTo>
                  <a:lnTo>
                    <a:pt x="597090" y="2925445"/>
                  </a:lnTo>
                  <a:lnTo>
                    <a:pt x="592823" y="2929712"/>
                  </a:lnTo>
                  <a:lnTo>
                    <a:pt x="592823" y="2940227"/>
                  </a:lnTo>
                  <a:lnTo>
                    <a:pt x="597090" y="2944495"/>
                  </a:lnTo>
                  <a:lnTo>
                    <a:pt x="602348" y="2944495"/>
                  </a:lnTo>
                  <a:lnTo>
                    <a:pt x="602348" y="2925445"/>
                  </a:lnTo>
                  <a:close/>
                </a:path>
                <a:path w="10424160" h="2944495">
                  <a:moveTo>
                    <a:pt x="607631" y="2925445"/>
                  </a:moveTo>
                  <a:lnTo>
                    <a:pt x="602361" y="2925445"/>
                  </a:lnTo>
                  <a:lnTo>
                    <a:pt x="602361" y="2944495"/>
                  </a:lnTo>
                  <a:lnTo>
                    <a:pt x="607631" y="2944495"/>
                  </a:lnTo>
                  <a:lnTo>
                    <a:pt x="611886" y="2940227"/>
                  </a:lnTo>
                  <a:lnTo>
                    <a:pt x="611886" y="2929712"/>
                  </a:lnTo>
                  <a:lnTo>
                    <a:pt x="607631" y="2925445"/>
                  </a:lnTo>
                  <a:close/>
                </a:path>
                <a:path w="10424160" h="2944495">
                  <a:moveTo>
                    <a:pt x="564222" y="2925445"/>
                  </a:moveTo>
                  <a:lnTo>
                    <a:pt x="558965" y="2925445"/>
                  </a:lnTo>
                  <a:lnTo>
                    <a:pt x="554697" y="2929712"/>
                  </a:lnTo>
                  <a:lnTo>
                    <a:pt x="554697" y="2940227"/>
                  </a:lnTo>
                  <a:lnTo>
                    <a:pt x="558965" y="2944495"/>
                  </a:lnTo>
                  <a:lnTo>
                    <a:pt x="564222" y="2944495"/>
                  </a:lnTo>
                  <a:lnTo>
                    <a:pt x="564222" y="2925445"/>
                  </a:lnTo>
                  <a:close/>
                </a:path>
                <a:path w="10424160" h="2944495">
                  <a:moveTo>
                    <a:pt x="569506" y="2925445"/>
                  </a:moveTo>
                  <a:lnTo>
                    <a:pt x="564248" y="2925445"/>
                  </a:lnTo>
                  <a:lnTo>
                    <a:pt x="564248" y="2944495"/>
                  </a:lnTo>
                  <a:lnTo>
                    <a:pt x="569506" y="2944495"/>
                  </a:lnTo>
                  <a:lnTo>
                    <a:pt x="573773" y="2940227"/>
                  </a:lnTo>
                  <a:lnTo>
                    <a:pt x="573773" y="2929712"/>
                  </a:lnTo>
                  <a:lnTo>
                    <a:pt x="569506" y="2925445"/>
                  </a:lnTo>
                  <a:close/>
                </a:path>
                <a:path w="10424160" h="2944495">
                  <a:moveTo>
                    <a:pt x="526110" y="2925445"/>
                  </a:moveTo>
                  <a:lnTo>
                    <a:pt x="520852" y="2925445"/>
                  </a:lnTo>
                  <a:lnTo>
                    <a:pt x="516585" y="2929712"/>
                  </a:lnTo>
                  <a:lnTo>
                    <a:pt x="516585" y="2940227"/>
                  </a:lnTo>
                  <a:lnTo>
                    <a:pt x="520852" y="2944495"/>
                  </a:lnTo>
                  <a:lnTo>
                    <a:pt x="526110" y="2944495"/>
                  </a:lnTo>
                  <a:lnTo>
                    <a:pt x="526110" y="2925445"/>
                  </a:lnTo>
                  <a:close/>
                </a:path>
                <a:path w="10424160" h="2944495">
                  <a:moveTo>
                    <a:pt x="531393" y="2925445"/>
                  </a:moveTo>
                  <a:lnTo>
                    <a:pt x="526122" y="2925445"/>
                  </a:lnTo>
                  <a:lnTo>
                    <a:pt x="526122" y="2944495"/>
                  </a:lnTo>
                  <a:lnTo>
                    <a:pt x="531393" y="2944495"/>
                  </a:lnTo>
                  <a:lnTo>
                    <a:pt x="535647" y="2940227"/>
                  </a:lnTo>
                  <a:lnTo>
                    <a:pt x="535647" y="2929712"/>
                  </a:lnTo>
                  <a:lnTo>
                    <a:pt x="531393" y="2925445"/>
                  </a:lnTo>
                  <a:close/>
                </a:path>
                <a:path w="10424160" h="2944495">
                  <a:moveTo>
                    <a:pt x="487984" y="2925445"/>
                  </a:moveTo>
                  <a:lnTo>
                    <a:pt x="482727" y="2925445"/>
                  </a:lnTo>
                  <a:lnTo>
                    <a:pt x="478459" y="2929712"/>
                  </a:lnTo>
                  <a:lnTo>
                    <a:pt x="478459" y="2940227"/>
                  </a:lnTo>
                  <a:lnTo>
                    <a:pt x="482727" y="2944495"/>
                  </a:lnTo>
                  <a:lnTo>
                    <a:pt x="487984" y="2944495"/>
                  </a:lnTo>
                  <a:lnTo>
                    <a:pt x="487984" y="2925445"/>
                  </a:lnTo>
                  <a:close/>
                </a:path>
                <a:path w="10424160" h="2944495">
                  <a:moveTo>
                    <a:pt x="493267" y="2925445"/>
                  </a:moveTo>
                  <a:lnTo>
                    <a:pt x="488010" y="2925445"/>
                  </a:lnTo>
                  <a:lnTo>
                    <a:pt x="488010" y="2944495"/>
                  </a:lnTo>
                  <a:lnTo>
                    <a:pt x="493267" y="2944495"/>
                  </a:lnTo>
                  <a:lnTo>
                    <a:pt x="497535" y="2940227"/>
                  </a:lnTo>
                  <a:lnTo>
                    <a:pt x="497535" y="2929712"/>
                  </a:lnTo>
                  <a:lnTo>
                    <a:pt x="493267" y="2925445"/>
                  </a:lnTo>
                  <a:close/>
                </a:path>
                <a:path w="10424160" h="2944495">
                  <a:moveTo>
                    <a:pt x="449872" y="2925445"/>
                  </a:moveTo>
                  <a:lnTo>
                    <a:pt x="444614" y="2925445"/>
                  </a:lnTo>
                  <a:lnTo>
                    <a:pt x="440347" y="2929712"/>
                  </a:lnTo>
                  <a:lnTo>
                    <a:pt x="440347" y="2940227"/>
                  </a:lnTo>
                  <a:lnTo>
                    <a:pt x="444614" y="2944495"/>
                  </a:lnTo>
                  <a:lnTo>
                    <a:pt x="449872" y="2944495"/>
                  </a:lnTo>
                  <a:lnTo>
                    <a:pt x="449872" y="2925445"/>
                  </a:lnTo>
                  <a:close/>
                </a:path>
                <a:path w="10424160" h="2944495">
                  <a:moveTo>
                    <a:pt x="455155" y="2925445"/>
                  </a:moveTo>
                  <a:lnTo>
                    <a:pt x="449884" y="2925445"/>
                  </a:lnTo>
                  <a:lnTo>
                    <a:pt x="449884" y="2944495"/>
                  </a:lnTo>
                  <a:lnTo>
                    <a:pt x="455155" y="2944495"/>
                  </a:lnTo>
                  <a:lnTo>
                    <a:pt x="459409" y="2940227"/>
                  </a:lnTo>
                  <a:lnTo>
                    <a:pt x="459409" y="2929712"/>
                  </a:lnTo>
                  <a:lnTo>
                    <a:pt x="455155" y="2925445"/>
                  </a:lnTo>
                  <a:close/>
                </a:path>
                <a:path w="10424160" h="2944495">
                  <a:moveTo>
                    <a:pt x="411746" y="2925445"/>
                  </a:moveTo>
                  <a:lnTo>
                    <a:pt x="406488" y="2925445"/>
                  </a:lnTo>
                  <a:lnTo>
                    <a:pt x="402221" y="2929712"/>
                  </a:lnTo>
                  <a:lnTo>
                    <a:pt x="402221" y="2940227"/>
                  </a:lnTo>
                  <a:lnTo>
                    <a:pt x="406488" y="2944495"/>
                  </a:lnTo>
                  <a:lnTo>
                    <a:pt x="411746" y="2944495"/>
                  </a:lnTo>
                  <a:lnTo>
                    <a:pt x="411746" y="2925445"/>
                  </a:lnTo>
                  <a:close/>
                </a:path>
                <a:path w="10424160" h="2944495">
                  <a:moveTo>
                    <a:pt x="417029" y="2925445"/>
                  </a:moveTo>
                  <a:lnTo>
                    <a:pt x="411772" y="2925445"/>
                  </a:lnTo>
                  <a:lnTo>
                    <a:pt x="411772" y="2944495"/>
                  </a:lnTo>
                  <a:lnTo>
                    <a:pt x="417029" y="2944495"/>
                  </a:lnTo>
                  <a:lnTo>
                    <a:pt x="421297" y="2940227"/>
                  </a:lnTo>
                  <a:lnTo>
                    <a:pt x="421297" y="2929712"/>
                  </a:lnTo>
                  <a:lnTo>
                    <a:pt x="417029" y="2925445"/>
                  </a:lnTo>
                  <a:close/>
                </a:path>
                <a:path w="10424160" h="2944495">
                  <a:moveTo>
                    <a:pt x="373633" y="2925445"/>
                  </a:moveTo>
                  <a:lnTo>
                    <a:pt x="368376" y="2925445"/>
                  </a:lnTo>
                  <a:lnTo>
                    <a:pt x="364108" y="2929712"/>
                  </a:lnTo>
                  <a:lnTo>
                    <a:pt x="364108" y="2940227"/>
                  </a:lnTo>
                  <a:lnTo>
                    <a:pt x="368376" y="2944495"/>
                  </a:lnTo>
                  <a:lnTo>
                    <a:pt x="373633" y="2944495"/>
                  </a:lnTo>
                  <a:lnTo>
                    <a:pt x="373633" y="2925445"/>
                  </a:lnTo>
                  <a:close/>
                </a:path>
                <a:path w="10424160" h="2944495">
                  <a:moveTo>
                    <a:pt x="378917" y="2925445"/>
                  </a:moveTo>
                  <a:lnTo>
                    <a:pt x="373646" y="2925445"/>
                  </a:lnTo>
                  <a:lnTo>
                    <a:pt x="373646" y="2944495"/>
                  </a:lnTo>
                  <a:lnTo>
                    <a:pt x="378917" y="2944495"/>
                  </a:lnTo>
                  <a:lnTo>
                    <a:pt x="383171" y="2940227"/>
                  </a:lnTo>
                  <a:lnTo>
                    <a:pt x="383171" y="2929712"/>
                  </a:lnTo>
                  <a:lnTo>
                    <a:pt x="378917" y="2925445"/>
                  </a:lnTo>
                  <a:close/>
                </a:path>
                <a:path w="10424160" h="2944495">
                  <a:moveTo>
                    <a:pt x="335508" y="2925445"/>
                  </a:moveTo>
                  <a:lnTo>
                    <a:pt x="330250" y="2925445"/>
                  </a:lnTo>
                  <a:lnTo>
                    <a:pt x="325983" y="2929712"/>
                  </a:lnTo>
                  <a:lnTo>
                    <a:pt x="325983" y="2940227"/>
                  </a:lnTo>
                  <a:lnTo>
                    <a:pt x="330250" y="2944495"/>
                  </a:lnTo>
                  <a:lnTo>
                    <a:pt x="335508" y="2944495"/>
                  </a:lnTo>
                  <a:lnTo>
                    <a:pt x="335508" y="2925445"/>
                  </a:lnTo>
                  <a:close/>
                </a:path>
                <a:path w="10424160" h="2944495">
                  <a:moveTo>
                    <a:pt x="340791" y="2925445"/>
                  </a:moveTo>
                  <a:lnTo>
                    <a:pt x="335533" y="2925445"/>
                  </a:lnTo>
                  <a:lnTo>
                    <a:pt x="335533" y="2944495"/>
                  </a:lnTo>
                  <a:lnTo>
                    <a:pt x="340791" y="2944495"/>
                  </a:lnTo>
                  <a:lnTo>
                    <a:pt x="345058" y="2940227"/>
                  </a:lnTo>
                  <a:lnTo>
                    <a:pt x="345058" y="2929712"/>
                  </a:lnTo>
                  <a:lnTo>
                    <a:pt x="340791" y="2925445"/>
                  </a:lnTo>
                  <a:close/>
                </a:path>
                <a:path w="10424160" h="2944495">
                  <a:moveTo>
                    <a:pt x="297395" y="2925445"/>
                  </a:moveTo>
                  <a:lnTo>
                    <a:pt x="292138" y="2925445"/>
                  </a:lnTo>
                  <a:lnTo>
                    <a:pt x="287870" y="2929712"/>
                  </a:lnTo>
                  <a:lnTo>
                    <a:pt x="287870" y="2940227"/>
                  </a:lnTo>
                  <a:lnTo>
                    <a:pt x="292138" y="2944495"/>
                  </a:lnTo>
                  <a:lnTo>
                    <a:pt x="297395" y="2944495"/>
                  </a:lnTo>
                  <a:lnTo>
                    <a:pt x="297395" y="2925445"/>
                  </a:lnTo>
                  <a:close/>
                </a:path>
                <a:path w="10424160" h="2944495">
                  <a:moveTo>
                    <a:pt x="302679" y="2925445"/>
                  </a:moveTo>
                  <a:lnTo>
                    <a:pt x="297408" y="2925445"/>
                  </a:lnTo>
                  <a:lnTo>
                    <a:pt x="297408" y="2944495"/>
                  </a:lnTo>
                  <a:lnTo>
                    <a:pt x="302679" y="2944495"/>
                  </a:lnTo>
                  <a:lnTo>
                    <a:pt x="306933" y="2940227"/>
                  </a:lnTo>
                  <a:lnTo>
                    <a:pt x="306933" y="2929712"/>
                  </a:lnTo>
                  <a:lnTo>
                    <a:pt x="302679" y="2925445"/>
                  </a:lnTo>
                  <a:close/>
                </a:path>
                <a:path w="10424160" h="2944495">
                  <a:moveTo>
                    <a:pt x="259270" y="2925445"/>
                  </a:moveTo>
                  <a:lnTo>
                    <a:pt x="254012" y="2925445"/>
                  </a:lnTo>
                  <a:lnTo>
                    <a:pt x="249745" y="2929712"/>
                  </a:lnTo>
                  <a:lnTo>
                    <a:pt x="249745" y="2940227"/>
                  </a:lnTo>
                  <a:lnTo>
                    <a:pt x="254012" y="2944495"/>
                  </a:lnTo>
                  <a:lnTo>
                    <a:pt x="259270" y="2944495"/>
                  </a:lnTo>
                  <a:lnTo>
                    <a:pt x="259270" y="2925445"/>
                  </a:lnTo>
                  <a:close/>
                </a:path>
                <a:path w="10424160" h="2944495">
                  <a:moveTo>
                    <a:pt x="264553" y="2925445"/>
                  </a:moveTo>
                  <a:lnTo>
                    <a:pt x="259295" y="2925445"/>
                  </a:lnTo>
                  <a:lnTo>
                    <a:pt x="259295" y="2944495"/>
                  </a:lnTo>
                  <a:lnTo>
                    <a:pt x="264553" y="2944495"/>
                  </a:lnTo>
                  <a:lnTo>
                    <a:pt x="268820" y="2940227"/>
                  </a:lnTo>
                  <a:lnTo>
                    <a:pt x="268820" y="2929712"/>
                  </a:lnTo>
                  <a:lnTo>
                    <a:pt x="264553" y="2925445"/>
                  </a:lnTo>
                  <a:close/>
                </a:path>
                <a:path w="10424160" h="2944495">
                  <a:moveTo>
                    <a:pt x="221157" y="2925445"/>
                  </a:moveTo>
                  <a:lnTo>
                    <a:pt x="215899" y="2925445"/>
                  </a:lnTo>
                  <a:lnTo>
                    <a:pt x="211632" y="2929712"/>
                  </a:lnTo>
                  <a:lnTo>
                    <a:pt x="211632" y="2940227"/>
                  </a:lnTo>
                  <a:lnTo>
                    <a:pt x="215899" y="2944495"/>
                  </a:lnTo>
                  <a:lnTo>
                    <a:pt x="221157" y="2944495"/>
                  </a:lnTo>
                  <a:lnTo>
                    <a:pt x="221157" y="2925445"/>
                  </a:lnTo>
                  <a:close/>
                </a:path>
                <a:path w="10424160" h="2944495">
                  <a:moveTo>
                    <a:pt x="226441" y="2925445"/>
                  </a:moveTo>
                  <a:lnTo>
                    <a:pt x="221170" y="2925445"/>
                  </a:lnTo>
                  <a:lnTo>
                    <a:pt x="221170" y="2944495"/>
                  </a:lnTo>
                  <a:lnTo>
                    <a:pt x="226441" y="2944495"/>
                  </a:lnTo>
                  <a:lnTo>
                    <a:pt x="230695" y="2940227"/>
                  </a:lnTo>
                  <a:lnTo>
                    <a:pt x="230695" y="2929712"/>
                  </a:lnTo>
                  <a:lnTo>
                    <a:pt x="226441" y="2925445"/>
                  </a:lnTo>
                  <a:close/>
                </a:path>
                <a:path w="10424160" h="2944495">
                  <a:moveTo>
                    <a:pt x="183032" y="2925445"/>
                  </a:moveTo>
                  <a:lnTo>
                    <a:pt x="177774" y="2925445"/>
                  </a:lnTo>
                  <a:lnTo>
                    <a:pt x="173507" y="2929712"/>
                  </a:lnTo>
                  <a:lnTo>
                    <a:pt x="173507" y="2940227"/>
                  </a:lnTo>
                  <a:lnTo>
                    <a:pt x="177774" y="2944495"/>
                  </a:lnTo>
                  <a:lnTo>
                    <a:pt x="183032" y="2944495"/>
                  </a:lnTo>
                  <a:lnTo>
                    <a:pt x="183032" y="2925445"/>
                  </a:lnTo>
                  <a:close/>
                </a:path>
                <a:path w="10424160" h="2944495">
                  <a:moveTo>
                    <a:pt x="188315" y="2925445"/>
                  </a:moveTo>
                  <a:lnTo>
                    <a:pt x="183057" y="2925445"/>
                  </a:lnTo>
                  <a:lnTo>
                    <a:pt x="183057" y="2944495"/>
                  </a:lnTo>
                  <a:lnTo>
                    <a:pt x="188315" y="2944495"/>
                  </a:lnTo>
                  <a:lnTo>
                    <a:pt x="192582" y="2940227"/>
                  </a:lnTo>
                  <a:lnTo>
                    <a:pt x="192582" y="2929712"/>
                  </a:lnTo>
                  <a:lnTo>
                    <a:pt x="188315" y="2925445"/>
                  </a:lnTo>
                  <a:close/>
                </a:path>
                <a:path w="10424160" h="2944495">
                  <a:moveTo>
                    <a:pt x="144919" y="2925445"/>
                  </a:moveTo>
                  <a:lnTo>
                    <a:pt x="139661" y="2925445"/>
                  </a:lnTo>
                  <a:lnTo>
                    <a:pt x="135394" y="2929712"/>
                  </a:lnTo>
                  <a:lnTo>
                    <a:pt x="135394" y="2940227"/>
                  </a:lnTo>
                  <a:lnTo>
                    <a:pt x="139661" y="2944495"/>
                  </a:lnTo>
                  <a:lnTo>
                    <a:pt x="144919" y="2944495"/>
                  </a:lnTo>
                  <a:lnTo>
                    <a:pt x="144919" y="2925445"/>
                  </a:lnTo>
                  <a:close/>
                </a:path>
                <a:path w="10424160" h="2944495">
                  <a:moveTo>
                    <a:pt x="150202" y="2925445"/>
                  </a:moveTo>
                  <a:lnTo>
                    <a:pt x="144932" y="2925445"/>
                  </a:lnTo>
                  <a:lnTo>
                    <a:pt x="144932" y="2944495"/>
                  </a:lnTo>
                  <a:lnTo>
                    <a:pt x="150202" y="2944495"/>
                  </a:lnTo>
                  <a:lnTo>
                    <a:pt x="154457" y="2940227"/>
                  </a:lnTo>
                  <a:lnTo>
                    <a:pt x="154457" y="2929712"/>
                  </a:lnTo>
                  <a:lnTo>
                    <a:pt x="150202" y="2925445"/>
                  </a:lnTo>
                  <a:close/>
                </a:path>
                <a:path w="10424160" h="2944495">
                  <a:moveTo>
                    <a:pt x="107454" y="2925013"/>
                  </a:moveTo>
                  <a:lnTo>
                    <a:pt x="106233" y="2943669"/>
                  </a:lnTo>
                  <a:lnTo>
                    <a:pt x="106210" y="2944025"/>
                  </a:lnTo>
                  <a:lnTo>
                    <a:pt x="111455" y="2944368"/>
                  </a:lnTo>
                  <a:lnTo>
                    <a:pt x="115989" y="2940392"/>
                  </a:lnTo>
                  <a:lnTo>
                    <a:pt x="116579" y="2931350"/>
                  </a:lnTo>
                  <a:lnTo>
                    <a:pt x="116674" y="2929890"/>
                  </a:lnTo>
                  <a:lnTo>
                    <a:pt x="112699" y="2925356"/>
                  </a:lnTo>
                  <a:lnTo>
                    <a:pt x="107454" y="2925013"/>
                  </a:lnTo>
                  <a:close/>
                </a:path>
                <a:path w="10424160" h="2944495">
                  <a:moveTo>
                    <a:pt x="102184" y="2924670"/>
                  </a:moveTo>
                  <a:lnTo>
                    <a:pt x="97650" y="2928645"/>
                  </a:lnTo>
                  <a:lnTo>
                    <a:pt x="97059" y="2937687"/>
                  </a:lnTo>
                  <a:lnTo>
                    <a:pt x="96964" y="2939135"/>
                  </a:lnTo>
                  <a:lnTo>
                    <a:pt x="100939" y="2943669"/>
                  </a:lnTo>
                  <a:lnTo>
                    <a:pt x="106184" y="2944025"/>
                  </a:lnTo>
                  <a:lnTo>
                    <a:pt x="107419" y="2925356"/>
                  </a:lnTo>
                  <a:lnTo>
                    <a:pt x="107442" y="2925013"/>
                  </a:lnTo>
                  <a:lnTo>
                    <a:pt x="102184" y="2924670"/>
                  </a:lnTo>
                  <a:close/>
                </a:path>
                <a:path w="10424160" h="2944495">
                  <a:moveTo>
                    <a:pt x="74460" y="2916224"/>
                  </a:moveTo>
                  <a:lnTo>
                    <a:pt x="65989" y="2933293"/>
                  </a:lnTo>
                  <a:lnTo>
                    <a:pt x="70700" y="2935630"/>
                  </a:lnTo>
                  <a:lnTo>
                    <a:pt x="76415" y="2933700"/>
                  </a:lnTo>
                  <a:lnTo>
                    <a:pt x="81089" y="2924276"/>
                  </a:lnTo>
                  <a:lnTo>
                    <a:pt x="79171" y="2918561"/>
                  </a:lnTo>
                  <a:lnTo>
                    <a:pt x="74460" y="2916224"/>
                  </a:lnTo>
                  <a:close/>
                </a:path>
                <a:path w="10424160" h="2944495">
                  <a:moveTo>
                    <a:pt x="69723" y="2913875"/>
                  </a:moveTo>
                  <a:lnTo>
                    <a:pt x="64007" y="2915805"/>
                  </a:lnTo>
                  <a:lnTo>
                    <a:pt x="59334" y="2925229"/>
                  </a:lnTo>
                  <a:lnTo>
                    <a:pt x="61264" y="2930944"/>
                  </a:lnTo>
                  <a:lnTo>
                    <a:pt x="66002" y="2933293"/>
                  </a:lnTo>
                  <a:lnTo>
                    <a:pt x="67134" y="2930944"/>
                  </a:lnTo>
                  <a:lnTo>
                    <a:pt x="74428" y="2916224"/>
                  </a:lnTo>
                  <a:lnTo>
                    <a:pt x="69723" y="2913875"/>
                  </a:lnTo>
                  <a:close/>
                </a:path>
                <a:path w="10424160" h="2944495">
                  <a:moveTo>
                    <a:pt x="46469" y="2896336"/>
                  </a:moveTo>
                  <a:lnTo>
                    <a:pt x="32321" y="2909087"/>
                  </a:lnTo>
                  <a:lnTo>
                    <a:pt x="35839" y="2912999"/>
                  </a:lnTo>
                  <a:lnTo>
                    <a:pt x="41859" y="2913316"/>
                  </a:lnTo>
                  <a:lnTo>
                    <a:pt x="49682" y="2906268"/>
                  </a:lnTo>
                  <a:lnTo>
                    <a:pt x="49969" y="2900591"/>
                  </a:lnTo>
                  <a:lnTo>
                    <a:pt x="49987" y="2900248"/>
                  </a:lnTo>
                  <a:lnTo>
                    <a:pt x="46469" y="2896336"/>
                  </a:lnTo>
                  <a:close/>
                </a:path>
                <a:path w="10424160" h="2944495">
                  <a:moveTo>
                    <a:pt x="36918" y="2892107"/>
                  </a:moveTo>
                  <a:lnTo>
                    <a:pt x="29095" y="2899143"/>
                  </a:lnTo>
                  <a:lnTo>
                    <a:pt x="28795" y="2904832"/>
                  </a:lnTo>
                  <a:lnTo>
                    <a:pt x="28778" y="2905163"/>
                  </a:lnTo>
                  <a:lnTo>
                    <a:pt x="32320" y="2909087"/>
                  </a:lnTo>
                  <a:lnTo>
                    <a:pt x="46442" y="2896336"/>
                  </a:lnTo>
                  <a:lnTo>
                    <a:pt x="42938" y="2892425"/>
                  </a:lnTo>
                  <a:lnTo>
                    <a:pt x="36918" y="2892107"/>
                  </a:lnTo>
                  <a:close/>
                </a:path>
                <a:path w="10424160" h="2944495">
                  <a:moveTo>
                    <a:pt x="26809" y="2867126"/>
                  </a:moveTo>
                  <a:lnTo>
                    <a:pt x="9651" y="2875394"/>
                  </a:lnTo>
                  <a:lnTo>
                    <a:pt x="11937" y="2880131"/>
                  </a:lnTo>
                  <a:lnTo>
                    <a:pt x="17627" y="2882125"/>
                  </a:lnTo>
                  <a:lnTo>
                    <a:pt x="27101" y="2877566"/>
                  </a:lnTo>
                  <a:lnTo>
                    <a:pt x="29095" y="2871863"/>
                  </a:lnTo>
                  <a:lnTo>
                    <a:pt x="26809" y="2867126"/>
                  </a:lnTo>
                  <a:close/>
                </a:path>
                <a:path w="10424160" h="2944495">
                  <a:moveTo>
                    <a:pt x="18834" y="2860382"/>
                  </a:moveTo>
                  <a:lnTo>
                    <a:pt x="9347" y="2864942"/>
                  </a:lnTo>
                  <a:lnTo>
                    <a:pt x="7365" y="2870631"/>
                  </a:lnTo>
                  <a:lnTo>
                    <a:pt x="9645" y="2875394"/>
                  </a:lnTo>
                  <a:lnTo>
                    <a:pt x="26783" y="2867126"/>
                  </a:lnTo>
                  <a:lnTo>
                    <a:pt x="25761" y="2864942"/>
                  </a:lnTo>
                  <a:lnTo>
                    <a:pt x="24523" y="2862376"/>
                  </a:lnTo>
                  <a:lnTo>
                    <a:pt x="18834" y="2860382"/>
                  </a:lnTo>
                  <a:close/>
                </a:path>
                <a:path w="10424160" h="2944495">
                  <a:moveTo>
                    <a:pt x="14541" y="2824505"/>
                  </a:moveTo>
                  <a:lnTo>
                    <a:pt x="4038" y="2825051"/>
                  </a:lnTo>
                  <a:lnTo>
                    <a:pt x="0" y="2829534"/>
                  </a:lnTo>
                  <a:lnTo>
                    <a:pt x="505" y="2839059"/>
                  </a:lnTo>
                  <a:lnTo>
                    <a:pt x="558" y="2840062"/>
                  </a:lnTo>
                  <a:lnTo>
                    <a:pt x="5041" y="2844101"/>
                  </a:lnTo>
                  <a:lnTo>
                    <a:pt x="15544" y="2843542"/>
                  </a:lnTo>
                  <a:lnTo>
                    <a:pt x="19583" y="2839059"/>
                  </a:lnTo>
                  <a:lnTo>
                    <a:pt x="19356" y="2834805"/>
                  </a:lnTo>
                  <a:lnTo>
                    <a:pt x="38" y="2834805"/>
                  </a:lnTo>
                  <a:lnTo>
                    <a:pt x="18822" y="2833814"/>
                  </a:lnTo>
                  <a:lnTo>
                    <a:pt x="19305" y="2833814"/>
                  </a:lnTo>
                  <a:lnTo>
                    <a:pt x="19077" y="2829534"/>
                  </a:lnTo>
                  <a:lnTo>
                    <a:pt x="19024" y="2828544"/>
                  </a:lnTo>
                  <a:lnTo>
                    <a:pt x="14541" y="2824505"/>
                  </a:lnTo>
                  <a:close/>
                </a:path>
                <a:path w="10424160" h="2944495">
                  <a:moveTo>
                    <a:pt x="19303" y="2833814"/>
                  </a:moveTo>
                  <a:lnTo>
                    <a:pt x="279" y="2834805"/>
                  </a:lnTo>
                  <a:lnTo>
                    <a:pt x="19356" y="2834805"/>
                  </a:lnTo>
                  <a:lnTo>
                    <a:pt x="19303" y="2833814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6651" y="4043171"/>
              <a:ext cx="8779002" cy="188366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18693" y="123054"/>
            <a:ext cx="6569843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518" dirty="0">
                <a:latin typeface="Batang"/>
                <a:cs typeface="Batang"/>
              </a:rPr>
              <a:t>프로토콜</a:t>
            </a:r>
            <a:r>
              <a:rPr sz="3597" spc="-677" dirty="0">
                <a:latin typeface="Batang"/>
                <a:cs typeface="Batang"/>
              </a:rPr>
              <a:t> </a:t>
            </a:r>
            <a:r>
              <a:rPr sz="3597" spc="-502" dirty="0">
                <a:latin typeface="Batang"/>
                <a:cs typeface="Batang"/>
              </a:rPr>
              <a:t>계층화</a:t>
            </a:r>
            <a:r>
              <a:rPr sz="3597" spc="-672" dirty="0">
                <a:latin typeface="Batang"/>
                <a:cs typeface="Batang"/>
              </a:rPr>
              <a:t> </a:t>
            </a:r>
            <a:r>
              <a:rPr sz="3597" spc="-254" dirty="0">
                <a:latin typeface="Batang"/>
                <a:cs typeface="Batang"/>
              </a:rPr>
              <a:t>(Protocol</a:t>
            </a:r>
            <a:r>
              <a:rPr sz="3597" spc="-698" dirty="0">
                <a:latin typeface="Batang"/>
                <a:cs typeface="Batang"/>
              </a:rPr>
              <a:t> </a:t>
            </a:r>
            <a:r>
              <a:rPr sz="3597" spc="-206" dirty="0">
                <a:latin typeface="Batang"/>
                <a:cs typeface="Batang"/>
              </a:rPr>
              <a:t>Layering)</a:t>
            </a:r>
            <a:endParaRPr sz="3597">
              <a:latin typeface="Batang"/>
              <a:cs typeface="Batang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9416" y="6369813"/>
            <a:ext cx="5890760" cy="240770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2013,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5판,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6" dirty="0">
                <a:solidFill>
                  <a:srgbClr val="404040"/>
                </a:solidFill>
                <a:latin typeface="Batang"/>
                <a:cs typeface="Batang"/>
              </a:rPr>
              <a:t>p33</a:t>
            </a:r>
            <a:endParaRPr sz="1481">
              <a:latin typeface="Batang"/>
              <a:cs typeface="Batang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3949" y="3798834"/>
            <a:ext cx="3449823" cy="419137"/>
          </a:xfrm>
          <a:custGeom>
            <a:avLst/>
            <a:gdLst/>
            <a:ahLst/>
            <a:cxnLst/>
            <a:rect l="l" t="t" r="r" b="b"/>
            <a:pathLst>
              <a:path w="3261360" h="396239">
                <a:moveTo>
                  <a:pt x="3261359" y="0"/>
                </a:moveTo>
                <a:lnTo>
                  <a:pt x="99060" y="0"/>
                </a:lnTo>
                <a:lnTo>
                  <a:pt x="0" y="396240"/>
                </a:lnTo>
                <a:lnTo>
                  <a:pt x="3162300" y="396240"/>
                </a:lnTo>
                <a:lnTo>
                  <a:pt x="3261359" y="0"/>
                </a:lnTo>
                <a:close/>
              </a:path>
            </a:pathLst>
          </a:custGeom>
          <a:solidFill>
            <a:srgbClr val="27446D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11" name="object 11"/>
          <p:cNvSpPr txBox="1"/>
          <p:nvPr/>
        </p:nvSpPr>
        <p:spPr>
          <a:xfrm>
            <a:off x="928520" y="3776802"/>
            <a:ext cx="2595427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148" dirty="0">
                <a:solidFill>
                  <a:srgbClr val="FFFFFF"/>
                </a:solidFill>
                <a:latin typeface="Malgun Gothic"/>
                <a:cs typeface="Malgun Gothic"/>
              </a:rPr>
              <a:t>단일-</a:t>
            </a:r>
            <a:r>
              <a:rPr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계</a:t>
            </a:r>
            <a:r>
              <a:rPr lang="ko-KR" altLang="en-US" sz="2539" b="1" spc="-238" dirty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r>
              <a:rPr sz="2539" b="1" spc="-222" dirty="0" err="1" smtClean="0">
                <a:solidFill>
                  <a:srgbClr val="FFFFFF"/>
                </a:solidFill>
                <a:latin typeface="Malgun Gothic"/>
                <a:cs typeface="Malgun Gothic"/>
              </a:rPr>
              <a:t>프로토콜</a:t>
            </a:r>
            <a:endParaRPr sz="2539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9815" y="1029875"/>
            <a:ext cx="5726195" cy="1854579"/>
          </a:xfrm>
          <a:prstGeom prst="rect">
            <a:avLst/>
          </a:prstGeom>
        </p:spPr>
        <p:txBody>
          <a:bodyPr vert="horz" wrap="square" lIns="0" tIns="112173" rIns="0" bIns="0" rtlCol="0">
            <a:spAutoFit/>
          </a:bodyPr>
          <a:lstStyle/>
          <a:p>
            <a:pPr marL="13434">
              <a:spcBef>
                <a:spcPts val="883"/>
              </a:spcBef>
            </a:pPr>
            <a:r>
              <a:rPr sz="3385" spc="-381" dirty="0">
                <a:solidFill>
                  <a:srgbClr val="0064AF"/>
                </a:solidFill>
                <a:latin typeface="Batang"/>
                <a:cs typeface="Batang"/>
              </a:rPr>
              <a:t>시나리오</a:t>
            </a:r>
            <a:r>
              <a:rPr sz="3385" spc="-360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3385" spc="-63" dirty="0">
                <a:solidFill>
                  <a:srgbClr val="0064AF"/>
                </a:solidFill>
                <a:latin typeface="Batang"/>
                <a:cs typeface="Batang"/>
              </a:rPr>
              <a:t>1</a:t>
            </a:r>
            <a:endParaRPr sz="3385">
              <a:latin typeface="Batang"/>
              <a:cs typeface="Batang"/>
            </a:endParaRPr>
          </a:p>
          <a:p>
            <a:pPr marL="317044" indent="-182703">
              <a:spcBef>
                <a:spcPts val="682"/>
              </a:spcBef>
              <a:buFont typeface="Arial"/>
              <a:buChar char="•"/>
              <a:tabLst>
                <a:tab pos="317044" algn="l"/>
              </a:tabLst>
            </a:pPr>
            <a:r>
              <a:rPr sz="2962" spc="-275" dirty="0">
                <a:solidFill>
                  <a:srgbClr val="252525"/>
                </a:solidFill>
                <a:latin typeface="Batang"/>
                <a:cs typeface="Batang"/>
              </a:rPr>
              <a:t>“마리아”와</a:t>
            </a:r>
            <a:r>
              <a:rPr sz="2962" spc="-29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69" dirty="0">
                <a:solidFill>
                  <a:srgbClr val="252525"/>
                </a:solidFill>
                <a:latin typeface="Batang"/>
                <a:cs typeface="Batang"/>
              </a:rPr>
              <a:t>“앤”간의</a:t>
            </a:r>
            <a:r>
              <a:rPr sz="2962" spc="-30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38" dirty="0">
                <a:solidFill>
                  <a:srgbClr val="252525"/>
                </a:solidFill>
                <a:latin typeface="Batang"/>
                <a:cs typeface="Batang"/>
              </a:rPr>
              <a:t>면-대-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면</a:t>
            </a:r>
            <a:r>
              <a:rPr sz="2962" spc="-28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대화</a:t>
            </a:r>
            <a:endParaRPr sz="2962">
              <a:latin typeface="Batang"/>
              <a:cs typeface="Batang"/>
            </a:endParaRPr>
          </a:p>
          <a:p>
            <a:pPr marL="13434">
              <a:spcBef>
                <a:spcPts val="1227"/>
              </a:spcBef>
            </a:pPr>
            <a:r>
              <a:rPr sz="3385" spc="-381" dirty="0">
                <a:solidFill>
                  <a:srgbClr val="0064AF"/>
                </a:solidFill>
                <a:latin typeface="Batang"/>
                <a:cs typeface="Batang"/>
              </a:rPr>
              <a:t>시나리오</a:t>
            </a:r>
            <a:r>
              <a:rPr sz="3385" spc="-365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3385" spc="-63" dirty="0">
                <a:solidFill>
                  <a:srgbClr val="0064AF"/>
                </a:solidFill>
                <a:latin typeface="Batang"/>
                <a:cs typeface="Batang"/>
              </a:rPr>
              <a:t>2</a:t>
            </a:r>
            <a:endParaRPr sz="3385">
              <a:latin typeface="Batang"/>
              <a:cs typeface="Batang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412" y="1265398"/>
            <a:ext cx="316563" cy="31246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139" y="2475988"/>
            <a:ext cx="315912" cy="3117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61257" y="2941215"/>
            <a:ext cx="7012490" cy="470074"/>
          </a:xfrm>
          <a:prstGeom prst="rect">
            <a:avLst/>
          </a:prstGeom>
        </p:spPr>
        <p:txBody>
          <a:bodyPr vert="horz" wrap="square" lIns="0" tIns="14106" rIns="0" bIns="0" rtlCol="0">
            <a:spAutoFit/>
          </a:bodyPr>
          <a:lstStyle/>
          <a:p>
            <a:pPr marL="196137" indent="-182703">
              <a:spcBef>
                <a:spcPts val="111"/>
              </a:spcBef>
              <a:buFont typeface="Arial"/>
              <a:buChar char="•"/>
              <a:tabLst>
                <a:tab pos="196137" algn="l"/>
              </a:tabLst>
            </a:pPr>
            <a:r>
              <a:rPr sz="2962" spc="-254" dirty="0">
                <a:solidFill>
                  <a:srgbClr val="252525"/>
                </a:solidFill>
                <a:latin typeface="Batang"/>
                <a:cs typeface="Batang"/>
              </a:rPr>
              <a:t>“앤”이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직장을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옮겨서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암호화된 우편으로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대화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60448" y="1688639"/>
            <a:ext cx="3040089" cy="583702"/>
          </a:xfrm>
          <a:custGeom>
            <a:avLst/>
            <a:gdLst/>
            <a:ahLst/>
            <a:cxnLst/>
            <a:rect l="l" t="t" r="r" b="b"/>
            <a:pathLst>
              <a:path w="2874009" h="551814">
                <a:moveTo>
                  <a:pt x="2781554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40"/>
                </a:lnTo>
                <a:lnTo>
                  <a:pt x="7223" y="495538"/>
                </a:lnTo>
                <a:lnTo>
                  <a:pt x="26924" y="524764"/>
                </a:lnTo>
                <a:lnTo>
                  <a:pt x="56149" y="544464"/>
                </a:lnTo>
                <a:lnTo>
                  <a:pt x="91948" y="551688"/>
                </a:lnTo>
                <a:lnTo>
                  <a:pt x="2781554" y="551688"/>
                </a:lnTo>
                <a:lnTo>
                  <a:pt x="2817352" y="544464"/>
                </a:lnTo>
                <a:lnTo>
                  <a:pt x="2846578" y="524763"/>
                </a:lnTo>
                <a:lnTo>
                  <a:pt x="2866278" y="495538"/>
                </a:lnTo>
                <a:lnTo>
                  <a:pt x="2873502" y="459740"/>
                </a:lnTo>
                <a:lnTo>
                  <a:pt x="2873502" y="91948"/>
                </a:lnTo>
                <a:lnTo>
                  <a:pt x="2866278" y="56149"/>
                </a:lnTo>
                <a:lnTo>
                  <a:pt x="2846578" y="26924"/>
                </a:lnTo>
                <a:lnTo>
                  <a:pt x="2817352" y="7223"/>
                </a:lnTo>
                <a:lnTo>
                  <a:pt x="2781554" y="0"/>
                </a:lnTo>
                <a:close/>
              </a:path>
            </a:pathLst>
          </a:custGeom>
          <a:solidFill>
            <a:srgbClr val="94B3D6">
              <a:alpha val="30195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17" name="object 17"/>
          <p:cNvSpPr txBox="1"/>
          <p:nvPr/>
        </p:nvSpPr>
        <p:spPr>
          <a:xfrm>
            <a:off x="7439658" y="1715507"/>
            <a:ext cx="2688121" cy="469396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962" spc="-407" dirty="0">
                <a:solidFill>
                  <a:srgbClr val="252525"/>
                </a:solidFill>
                <a:latin typeface="Batang"/>
                <a:cs typeface="Batang"/>
              </a:rPr>
              <a:t>단일</a:t>
            </a:r>
            <a:r>
              <a:rPr sz="2962" spc="-64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407" dirty="0">
                <a:solidFill>
                  <a:srgbClr val="252525"/>
                </a:solidFill>
                <a:latin typeface="Batang"/>
                <a:cs typeface="Batang"/>
              </a:rPr>
              <a:t>계층</a:t>
            </a:r>
            <a:r>
              <a:rPr sz="2962" spc="-645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508" dirty="0">
                <a:solidFill>
                  <a:srgbClr val="252525"/>
                </a:solidFill>
                <a:latin typeface="Batang"/>
                <a:cs typeface="Batang"/>
              </a:rPr>
              <a:t>프로토콜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22646" y="2880763"/>
            <a:ext cx="2556469" cy="583702"/>
          </a:xfrm>
          <a:custGeom>
            <a:avLst/>
            <a:gdLst/>
            <a:ahLst/>
            <a:cxnLst/>
            <a:rect l="l" t="t" r="r" b="b"/>
            <a:pathLst>
              <a:path w="2416809" h="551814">
                <a:moveTo>
                  <a:pt x="2324354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4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2324354" y="551688"/>
                </a:lnTo>
                <a:lnTo>
                  <a:pt x="2360152" y="544464"/>
                </a:lnTo>
                <a:lnTo>
                  <a:pt x="2389378" y="524764"/>
                </a:lnTo>
                <a:lnTo>
                  <a:pt x="2409078" y="495538"/>
                </a:lnTo>
                <a:lnTo>
                  <a:pt x="2416302" y="459739"/>
                </a:lnTo>
                <a:lnTo>
                  <a:pt x="2416302" y="91948"/>
                </a:lnTo>
                <a:lnTo>
                  <a:pt x="2409078" y="56149"/>
                </a:lnTo>
                <a:lnTo>
                  <a:pt x="2389378" y="26924"/>
                </a:lnTo>
                <a:lnTo>
                  <a:pt x="2360152" y="7223"/>
                </a:lnTo>
                <a:lnTo>
                  <a:pt x="2324354" y="0"/>
                </a:lnTo>
                <a:close/>
              </a:path>
            </a:pathLst>
          </a:custGeom>
          <a:solidFill>
            <a:srgbClr val="94B3D6">
              <a:alpha val="30195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19" name="object 19"/>
          <p:cNvSpPr txBox="1"/>
          <p:nvPr/>
        </p:nvSpPr>
        <p:spPr>
          <a:xfrm>
            <a:off x="8808302" y="2907361"/>
            <a:ext cx="2192410" cy="470074"/>
          </a:xfrm>
          <a:prstGeom prst="rect">
            <a:avLst/>
          </a:prstGeom>
        </p:spPr>
        <p:txBody>
          <a:bodyPr vert="horz" wrap="square" lIns="0" tIns="14106" rIns="0" bIns="0" rtlCol="0">
            <a:spAutoFit/>
          </a:bodyPr>
          <a:lstStyle/>
          <a:p>
            <a:pPr marL="13434">
              <a:spcBef>
                <a:spcPts val="111"/>
              </a:spcBef>
            </a:pPr>
            <a:r>
              <a:rPr sz="2962" spc="-338" dirty="0">
                <a:solidFill>
                  <a:srgbClr val="252525"/>
                </a:solidFill>
                <a:latin typeface="Batang"/>
                <a:cs typeface="Batang"/>
              </a:rPr>
              <a:t>3계층</a:t>
            </a:r>
            <a:r>
              <a:rPr sz="2962" spc="-640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508" dirty="0">
                <a:solidFill>
                  <a:srgbClr val="252525"/>
                </a:solidFill>
                <a:latin typeface="Batang"/>
                <a:cs typeface="Batang"/>
              </a:rPr>
              <a:t>프로토콜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3732" y="0"/>
            <a:ext cx="0" cy="908249"/>
          </a:xfrm>
          <a:prstGeom prst="rect">
            <a:avLst/>
          </a:prstGeom>
        </p:spPr>
        <p:txBody>
          <a:bodyPr vert="horz" wrap="square" lIns="0" tIns="306023" rIns="0" bIns="0" rtlCol="0">
            <a:spAutoFit/>
          </a:bodyPr>
          <a:lstStyle/>
          <a:p>
            <a:pPr marL="5747091">
              <a:lnSpc>
                <a:spcPts val="2327"/>
              </a:lnSpc>
            </a:pPr>
            <a:r>
              <a:rPr spc="63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05755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8693" y="123054"/>
            <a:ext cx="6569843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518" dirty="0">
                <a:latin typeface="Batang"/>
                <a:cs typeface="Batang"/>
              </a:rPr>
              <a:t>프로토콜</a:t>
            </a:r>
            <a:r>
              <a:rPr sz="3597" spc="-677" dirty="0">
                <a:latin typeface="Batang"/>
                <a:cs typeface="Batang"/>
              </a:rPr>
              <a:t> </a:t>
            </a:r>
            <a:r>
              <a:rPr sz="3597" spc="-502" dirty="0">
                <a:latin typeface="Batang"/>
                <a:cs typeface="Batang"/>
              </a:rPr>
              <a:t>계층화</a:t>
            </a:r>
            <a:r>
              <a:rPr sz="3597" spc="-672" dirty="0">
                <a:latin typeface="Batang"/>
                <a:cs typeface="Batang"/>
              </a:rPr>
              <a:t> </a:t>
            </a:r>
            <a:r>
              <a:rPr sz="3597" spc="-254" dirty="0">
                <a:latin typeface="Batang"/>
                <a:cs typeface="Batang"/>
              </a:rPr>
              <a:t>(Protocol</a:t>
            </a:r>
            <a:r>
              <a:rPr sz="3597" spc="-698" dirty="0">
                <a:latin typeface="Batang"/>
                <a:cs typeface="Batang"/>
              </a:rPr>
              <a:t> </a:t>
            </a:r>
            <a:r>
              <a:rPr sz="3597" spc="-206" dirty="0">
                <a:latin typeface="Batang"/>
                <a:cs typeface="Batang"/>
              </a:rPr>
              <a:t>Layering)</a:t>
            </a:r>
            <a:endParaRPr sz="3597">
              <a:latin typeface="Batang"/>
              <a:cs typeface="Batang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3950" y="1084920"/>
            <a:ext cx="11154157" cy="5514611"/>
            <a:chOff x="482345" y="1025651"/>
            <a:chExt cx="10544810" cy="5213350"/>
          </a:xfrm>
        </p:grpSpPr>
        <p:sp>
          <p:nvSpPr>
            <p:cNvPr id="6" name="object 6"/>
            <p:cNvSpPr/>
            <p:nvPr/>
          </p:nvSpPr>
          <p:spPr>
            <a:xfrm>
              <a:off x="612266" y="1035176"/>
              <a:ext cx="10405110" cy="5194300"/>
            </a:xfrm>
            <a:custGeom>
              <a:avLst/>
              <a:gdLst/>
              <a:ahLst/>
              <a:cxnLst/>
              <a:rect l="l" t="t" r="r" b="b"/>
              <a:pathLst>
                <a:path w="10405110" h="5194300">
                  <a:moveTo>
                    <a:pt x="10227310" y="0"/>
                  </a:moveTo>
                  <a:lnTo>
                    <a:pt x="177850" y="0"/>
                  </a:lnTo>
                  <a:lnTo>
                    <a:pt x="130571" y="6352"/>
                  </a:lnTo>
                  <a:lnTo>
                    <a:pt x="88087" y="24280"/>
                  </a:lnTo>
                  <a:lnTo>
                    <a:pt x="52092" y="52085"/>
                  </a:lnTo>
                  <a:lnTo>
                    <a:pt x="24282" y="88072"/>
                  </a:lnTo>
                  <a:lnTo>
                    <a:pt x="6353" y="130542"/>
                  </a:lnTo>
                  <a:lnTo>
                    <a:pt x="0" y="177800"/>
                  </a:lnTo>
                  <a:lnTo>
                    <a:pt x="0" y="5016080"/>
                  </a:lnTo>
                  <a:lnTo>
                    <a:pt x="6353" y="5063359"/>
                  </a:lnTo>
                  <a:lnTo>
                    <a:pt x="24282" y="5105844"/>
                  </a:lnTo>
                  <a:lnTo>
                    <a:pt x="52092" y="5141839"/>
                  </a:lnTo>
                  <a:lnTo>
                    <a:pt x="88087" y="5169649"/>
                  </a:lnTo>
                  <a:lnTo>
                    <a:pt x="130571" y="5187578"/>
                  </a:lnTo>
                  <a:lnTo>
                    <a:pt x="177850" y="5193931"/>
                  </a:lnTo>
                  <a:lnTo>
                    <a:pt x="10227310" y="5193931"/>
                  </a:lnTo>
                  <a:lnTo>
                    <a:pt x="10274567" y="5187578"/>
                  </a:lnTo>
                  <a:lnTo>
                    <a:pt x="10317037" y="5169649"/>
                  </a:lnTo>
                  <a:lnTo>
                    <a:pt x="10353024" y="5141839"/>
                  </a:lnTo>
                  <a:lnTo>
                    <a:pt x="10380829" y="5105844"/>
                  </a:lnTo>
                  <a:lnTo>
                    <a:pt x="10398757" y="5063359"/>
                  </a:lnTo>
                  <a:lnTo>
                    <a:pt x="10405110" y="5016080"/>
                  </a:lnTo>
                  <a:lnTo>
                    <a:pt x="10405110" y="177800"/>
                  </a:lnTo>
                  <a:lnTo>
                    <a:pt x="10398757" y="130542"/>
                  </a:lnTo>
                  <a:lnTo>
                    <a:pt x="10380829" y="88072"/>
                  </a:lnTo>
                  <a:lnTo>
                    <a:pt x="10353024" y="52085"/>
                  </a:lnTo>
                  <a:lnTo>
                    <a:pt x="10317037" y="24280"/>
                  </a:lnTo>
                  <a:lnTo>
                    <a:pt x="10274567" y="6352"/>
                  </a:lnTo>
                  <a:lnTo>
                    <a:pt x="10227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602741" y="1025651"/>
              <a:ext cx="10424160" cy="5213350"/>
            </a:xfrm>
            <a:custGeom>
              <a:avLst/>
              <a:gdLst/>
              <a:ahLst/>
              <a:cxnLst/>
              <a:rect l="l" t="t" r="r" b="b"/>
              <a:pathLst>
                <a:path w="10424160" h="5213350">
                  <a:moveTo>
                    <a:pt x="14782" y="4997081"/>
                  </a:moveTo>
                  <a:lnTo>
                    <a:pt x="4267" y="4997081"/>
                  </a:lnTo>
                  <a:lnTo>
                    <a:pt x="0" y="5001348"/>
                  </a:lnTo>
                  <a:lnTo>
                    <a:pt x="0" y="5011889"/>
                  </a:lnTo>
                  <a:lnTo>
                    <a:pt x="4267" y="5016144"/>
                  </a:lnTo>
                  <a:lnTo>
                    <a:pt x="14782" y="5016144"/>
                  </a:lnTo>
                  <a:lnTo>
                    <a:pt x="19050" y="5011889"/>
                  </a:lnTo>
                  <a:lnTo>
                    <a:pt x="19050" y="5001348"/>
                  </a:lnTo>
                  <a:lnTo>
                    <a:pt x="14782" y="4997081"/>
                  </a:lnTo>
                  <a:close/>
                </a:path>
                <a:path w="10424160" h="5213350">
                  <a:moveTo>
                    <a:pt x="14782" y="4958956"/>
                  </a:moveTo>
                  <a:lnTo>
                    <a:pt x="4267" y="4958956"/>
                  </a:lnTo>
                  <a:lnTo>
                    <a:pt x="0" y="4963223"/>
                  </a:lnTo>
                  <a:lnTo>
                    <a:pt x="0" y="4973764"/>
                  </a:lnTo>
                  <a:lnTo>
                    <a:pt x="4267" y="4978031"/>
                  </a:lnTo>
                  <a:lnTo>
                    <a:pt x="14782" y="4978031"/>
                  </a:lnTo>
                  <a:lnTo>
                    <a:pt x="19050" y="4973764"/>
                  </a:lnTo>
                  <a:lnTo>
                    <a:pt x="19050" y="4963223"/>
                  </a:lnTo>
                  <a:lnTo>
                    <a:pt x="14782" y="4958956"/>
                  </a:lnTo>
                  <a:close/>
                </a:path>
                <a:path w="10424160" h="5213350">
                  <a:moveTo>
                    <a:pt x="14782" y="4920843"/>
                  </a:moveTo>
                  <a:lnTo>
                    <a:pt x="4267" y="4920843"/>
                  </a:lnTo>
                  <a:lnTo>
                    <a:pt x="0" y="4925098"/>
                  </a:lnTo>
                  <a:lnTo>
                    <a:pt x="0" y="4935639"/>
                  </a:lnTo>
                  <a:lnTo>
                    <a:pt x="4267" y="4939906"/>
                  </a:lnTo>
                  <a:lnTo>
                    <a:pt x="14782" y="4939906"/>
                  </a:lnTo>
                  <a:lnTo>
                    <a:pt x="19050" y="4935639"/>
                  </a:lnTo>
                  <a:lnTo>
                    <a:pt x="19050" y="4925098"/>
                  </a:lnTo>
                  <a:lnTo>
                    <a:pt x="14782" y="4920843"/>
                  </a:lnTo>
                  <a:close/>
                </a:path>
                <a:path w="10424160" h="5213350">
                  <a:moveTo>
                    <a:pt x="14782" y="4882718"/>
                  </a:moveTo>
                  <a:lnTo>
                    <a:pt x="4267" y="4882718"/>
                  </a:lnTo>
                  <a:lnTo>
                    <a:pt x="0" y="4886985"/>
                  </a:lnTo>
                  <a:lnTo>
                    <a:pt x="0" y="4897526"/>
                  </a:lnTo>
                  <a:lnTo>
                    <a:pt x="4267" y="4901793"/>
                  </a:lnTo>
                  <a:lnTo>
                    <a:pt x="14782" y="4901793"/>
                  </a:lnTo>
                  <a:lnTo>
                    <a:pt x="19050" y="4897526"/>
                  </a:lnTo>
                  <a:lnTo>
                    <a:pt x="19050" y="4886985"/>
                  </a:lnTo>
                  <a:lnTo>
                    <a:pt x="14782" y="4882718"/>
                  </a:lnTo>
                  <a:close/>
                </a:path>
                <a:path w="10424160" h="5213350">
                  <a:moveTo>
                    <a:pt x="14782" y="4844605"/>
                  </a:moveTo>
                  <a:lnTo>
                    <a:pt x="4267" y="4844605"/>
                  </a:lnTo>
                  <a:lnTo>
                    <a:pt x="0" y="4848860"/>
                  </a:lnTo>
                  <a:lnTo>
                    <a:pt x="0" y="4859401"/>
                  </a:lnTo>
                  <a:lnTo>
                    <a:pt x="4267" y="4863668"/>
                  </a:lnTo>
                  <a:lnTo>
                    <a:pt x="14782" y="4863668"/>
                  </a:lnTo>
                  <a:lnTo>
                    <a:pt x="19050" y="4859401"/>
                  </a:lnTo>
                  <a:lnTo>
                    <a:pt x="19050" y="4848860"/>
                  </a:lnTo>
                  <a:lnTo>
                    <a:pt x="14782" y="4844605"/>
                  </a:lnTo>
                  <a:close/>
                </a:path>
                <a:path w="10424160" h="5213350">
                  <a:moveTo>
                    <a:pt x="14782" y="4806480"/>
                  </a:moveTo>
                  <a:lnTo>
                    <a:pt x="4267" y="4806480"/>
                  </a:lnTo>
                  <a:lnTo>
                    <a:pt x="0" y="4810747"/>
                  </a:lnTo>
                  <a:lnTo>
                    <a:pt x="0" y="4821288"/>
                  </a:lnTo>
                  <a:lnTo>
                    <a:pt x="4267" y="4825555"/>
                  </a:lnTo>
                  <a:lnTo>
                    <a:pt x="14782" y="4825555"/>
                  </a:lnTo>
                  <a:lnTo>
                    <a:pt x="19050" y="4821288"/>
                  </a:lnTo>
                  <a:lnTo>
                    <a:pt x="19050" y="4810747"/>
                  </a:lnTo>
                  <a:lnTo>
                    <a:pt x="14782" y="4806480"/>
                  </a:lnTo>
                  <a:close/>
                </a:path>
                <a:path w="10424160" h="5213350">
                  <a:moveTo>
                    <a:pt x="14782" y="4768367"/>
                  </a:moveTo>
                  <a:lnTo>
                    <a:pt x="4267" y="4768367"/>
                  </a:lnTo>
                  <a:lnTo>
                    <a:pt x="0" y="4772621"/>
                  </a:lnTo>
                  <a:lnTo>
                    <a:pt x="0" y="4783162"/>
                  </a:lnTo>
                  <a:lnTo>
                    <a:pt x="4267" y="4787430"/>
                  </a:lnTo>
                  <a:lnTo>
                    <a:pt x="14782" y="4787430"/>
                  </a:lnTo>
                  <a:lnTo>
                    <a:pt x="19050" y="4783162"/>
                  </a:lnTo>
                  <a:lnTo>
                    <a:pt x="19050" y="4772621"/>
                  </a:lnTo>
                  <a:lnTo>
                    <a:pt x="14782" y="4768367"/>
                  </a:lnTo>
                  <a:close/>
                </a:path>
                <a:path w="10424160" h="5213350">
                  <a:moveTo>
                    <a:pt x="14782" y="4730242"/>
                  </a:moveTo>
                  <a:lnTo>
                    <a:pt x="4267" y="4730242"/>
                  </a:lnTo>
                  <a:lnTo>
                    <a:pt x="0" y="4734509"/>
                  </a:lnTo>
                  <a:lnTo>
                    <a:pt x="0" y="4745050"/>
                  </a:lnTo>
                  <a:lnTo>
                    <a:pt x="4267" y="4749317"/>
                  </a:lnTo>
                  <a:lnTo>
                    <a:pt x="14782" y="4749317"/>
                  </a:lnTo>
                  <a:lnTo>
                    <a:pt x="19050" y="4745050"/>
                  </a:lnTo>
                  <a:lnTo>
                    <a:pt x="19050" y="4734509"/>
                  </a:lnTo>
                  <a:lnTo>
                    <a:pt x="14782" y="4730242"/>
                  </a:lnTo>
                  <a:close/>
                </a:path>
                <a:path w="10424160" h="5213350">
                  <a:moveTo>
                    <a:pt x="14782" y="4692116"/>
                  </a:moveTo>
                  <a:lnTo>
                    <a:pt x="4267" y="4692116"/>
                  </a:lnTo>
                  <a:lnTo>
                    <a:pt x="0" y="4696383"/>
                  </a:lnTo>
                  <a:lnTo>
                    <a:pt x="0" y="4706924"/>
                  </a:lnTo>
                  <a:lnTo>
                    <a:pt x="4267" y="4711192"/>
                  </a:lnTo>
                  <a:lnTo>
                    <a:pt x="14782" y="4711192"/>
                  </a:lnTo>
                  <a:lnTo>
                    <a:pt x="19050" y="4706924"/>
                  </a:lnTo>
                  <a:lnTo>
                    <a:pt x="19050" y="4696383"/>
                  </a:lnTo>
                  <a:lnTo>
                    <a:pt x="14782" y="4692116"/>
                  </a:lnTo>
                  <a:close/>
                </a:path>
                <a:path w="10424160" h="5213350">
                  <a:moveTo>
                    <a:pt x="14782" y="4654003"/>
                  </a:moveTo>
                  <a:lnTo>
                    <a:pt x="4267" y="4654003"/>
                  </a:lnTo>
                  <a:lnTo>
                    <a:pt x="0" y="4658271"/>
                  </a:lnTo>
                  <a:lnTo>
                    <a:pt x="0" y="4668812"/>
                  </a:lnTo>
                  <a:lnTo>
                    <a:pt x="4267" y="4673066"/>
                  </a:lnTo>
                  <a:lnTo>
                    <a:pt x="14782" y="4673066"/>
                  </a:lnTo>
                  <a:lnTo>
                    <a:pt x="19050" y="4668812"/>
                  </a:lnTo>
                  <a:lnTo>
                    <a:pt x="19050" y="4658271"/>
                  </a:lnTo>
                  <a:lnTo>
                    <a:pt x="14782" y="4654003"/>
                  </a:lnTo>
                  <a:close/>
                </a:path>
                <a:path w="10424160" h="5213350">
                  <a:moveTo>
                    <a:pt x="14782" y="4615878"/>
                  </a:moveTo>
                  <a:lnTo>
                    <a:pt x="4267" y="4615878"/>
                  </a:lnTo>
                  <a:lnTo>
                    <a:pt x="0" y="4620145"/>
                  </a:lnTo>
                  <a:lnTo>
                    <a:pt x="0" y="4630686"/>
                  </a:lnTo>
                  <a:lnTo>
                    <a:pt x="4267" y="4634953"/>
                  </a:lnTo>
                  <a:lnTo>
                    <a:pt x="14782" y="4634953"/>
                  </a:lnTo>
                  <a:lnTo>
                    <a:pt x="19050" y="4630686"/>
                  </a:lnTo>
                  <a:lnTo>
                    <a:pt x="19050" y="4620145"/>
                  </a:lnTo>
                  <a:lnTo>
                    <a:pt x="14782" y="4615878"/>
                  </a:lnTo>
                  <a:close/>
                </a:path>
                <a:path w="10424160" h="5213350">
                  <a:moveTo>
                    <a:pt x="14782" y="4577765"/>
                  </a:moveTo>
                  <a:lnTo>
                    <a:pt x="4267" y="4577765"/>
                  </a:lnTo>
                  <a:lnTo>
                    <a:pt x="0" y="4582033"/>
                  </a:lnTo>
                  <a:lnTo>
                    <a:pt x="0" y="4592574"/>
                  </a:lnTo>
                  <a:lnTo>
                    <a:pt x="4267" y="4596828"/>
                  </a:lnTo>
                  <a:lnTo>
                    <a:pt x="14782" y="4596828"/>
                  </a:lnTo>
                  <a:lnTo>
                    <a:pt x="19050" y="4592574"/>
                  </a:lnTo>
                  <a:lnTo>
                    <a:pt x="19050" y="4582033"/>
                  </a:lnTo>
                  <a:lnTo>
                    <a:pt x="14782" y="4577765"/>
                  </a:lnTo>
                  <a:close/>
                </a:path>
                <a:path w="10424160" h="5213350">
                  <a:moveTo>
                    <a:pt x="14782" y="4539640"/>
                  </a:moveTo>
                  <a:lnTo>
                    <a:pt x="4267" y="4539640"/>
                  </a:lnTo>
                  <a:lnTo>
                    <a:pt x="0" y="4543907"/>
                  </a:lnTo>
                  <a:lnTo>
                    <a:pt x="0" y="4554448"/>
                  </a:lnTo>
                  <a:lnTo>
                    <a:pt x="4267" y="4558715"/>
                  </a:lnTo>
                  <a:lnTo>
                    <a:pt x="14782" y="4558715"/>
                  </a:lnTo>
                  <a:lnTo>
                    <a:pt x="19050" y="4554448"/>
                  </a:lnTo>
                  <a:lnTo>
                    <a:pt x="19050" y="4543907"/>
                  </a:lnTo>
                  <a:lnTo>
                    <a:pt x="14782" y="4539640"/>
                  </a:lnTo>
                  <a:close/>
                </a:path>
                <a:path w="10424160" h="5213350">
                  <a:moveTo>
                    <a:pt x="14782" y="4501527"/>
                  </a:moveTo>
                  <a:lnTo>
                    <a:pt x="4267" y="4501527"/>
                  </a:lnTo>
                  <a:lnTo>
                    <a:pt x="0" y="4505794"/>
                  </a:lnTo>
                  <a:lnTo>
                    <a:pt x="0" y="4516335"/>
                  </a:lnTo>
                  <a:lnTo>
                    <a:pt x="4267" y="4520590"/>
                  </a:lnTo>
                  <a:lnTo>
                    <a:pt x="14782" y="4520590"/>
                  </a:lnTo>
                  <a:lnTo>
                    <a:pt x="19050" y="4516335"/>
                  </a:lnTo>
                  <a:lnTo>
                    <a:pt x="19050" y="4505794"/>
                  </a:lnTo>
                  <a:lnTo>
                    <a:pt x="14782" y="4501527"/>
                  </a:lnTo>
                  <a:close/>
                </a:path>
                <a:path w="10424160" h="5213350">
                  <a:moveTo>
                    <a:pt x="14782" y="4463402"/>
                  </a:moveTo>
                  <a:lnTo>
                    <a:pt x="4267" y="4463402"/>
                  </a:lnTo>
                  <a:lnTo>
                    <a:pt x="0" y="4467669"/>
                  </a:lnTo>
                  <a:lnTo>
                    <a:pt x="0" y="4478210"/>
                  </a:lnTo>
                  <a:lnTo>
                    <a:pt x="4267" y="4482477"/>
                  </a:lnTo>
                  <a:lnTo>
                    <a:pt x="14782" y="4482477"/>
                  </a:lnTo>
                  <a:lnTo>
                    <a:pt x="19050" y="4478210"/>
                  </a:lnTo>
                  <a:lnTo>
                    <a:pt x="19050" y="4467669"/>
                  </a:lnTo>
                  <a:lnTo>
                    <a:pt x="14782" y="4463402"/>
                  </a:lnTo>
                  <a:close/>
                </a:path>
                <a:path w="10424160" h="5213350">
                  <a:moveTo>
                    <a:pt x="14782" y="4425289"/>
                  </a:moveTo>
                  <a:lnTo>
                    <a:pt x="4267" y="4425289"/>
                  </a:lnTo>
                  <a:lnTo>
                    <a:pt x="0" y="4429556"/>
                  </a:lnTo>
                  <a:lnTo>
                    <a:pt x="0" y="4440085"/>
                  </a:lnTo>
                  <a:lnTo>
                    <a:pt x="4267" y="4444352"/>
                  </a:lnTo>
                  <a:lnTo>
                    <a:pt x="14782" y="4444352"/>
                  </a:lnTo>
                  <a:lnTo>
                    <a:pt x="19050" y="4440085"/>
                  </a:lnTo>
                  <a:lnTo>
                    <a:pt x="19050" y="4429556"/>
                  </a:lnTo>
                  <a:lnTo>
                    <a:pt x="14782" y="4425289"/>
                  </a:lnTo>
                  <a:close/>
                </a:path>
                <a:path w="10424160" h="5213350">
                  <a:moveTo>
                    <a:pt x="14782" y="4387164"/>
                  </a:moveTo>
                  <a:lnTo>
                    <a:pt x="4267" y="4387164"/>
                  </a:lnTo>
                  <a:lnTo>
                    <a:pt x="0" y="4391431"/>
                  </a:lnTo>
                  <a:lnTo>
                    <a:pt x="0" y="4401972"/>
                  </a:lnTo>
                  <a:lnTo>
                    <a:pt x="4267" y="4406239"/>
                  </a:lnTo>
                  <a:lnTo>
                    <a:pt x="14782" y="4406239"/>
                  </a:lnTo>
                  <a:lnTo>
                    <a:pt x="19050" y="4401972"/>
                  </a:lnTo>
                  <a:lnTo>
                    <a:pt x="19050" y="4391431"/>
                  </a:lnTo>
                  <a:lnTo>
                    <a:pt x="14782" y="4387164"/>
                  </a:lnTo>
                  <a:close/>
                </a:path>
                <a:path w="10424160" h="5213350">
                  <a:moveTo>
                    <a:pt x="14782" y="4349051"/>
                  </a:moveTo>
                  <a:lnTo>
                    <a:pt x="4267" y="4349051"/>
                  </a:lnTo>
                  <a:lnTo>
                    <a:pt x="0" y="4353306"/>
                  </a:lnTo>
                  <a:lnTo>
                    <a:pt x="0" y="4363847"/>
                  </a:lnTo>
                  <a:lnTo>
                    <a:pt x="4267" y="4368114"/>
                  </a:lnTo>
                  <a:lnTo>
                    <a:pt x="14782" y="4368114"/>
                  </a:lnTo>
                  <a:lnTo>
                    <a:pt x="19050" y="4363847"/>
                  </a:lnTo>
                  <a:lnTo>
                    <a:pt x="19050" y="4353306"/>
                  </a:lnTo>
                  <a:lnTo>
                    <a:pt x="14782" y="4349051"/>
                  </a:lnTo>
                  <a:close/>
                </a:path>
                <a:path w="10424160" h="5213350">
                  <a:moveTo>
                    <a:pt x="14782" y="4310926"/>
                  </a:moveTo>
                  <a:lnTo>
                    <a:pt x="4267" y="4310926"/>
                  </a:lnTo>
                  <a:lnTo>
                    <a:pt x="0" y="4315193"/>
                  </a:lnTo>
                  <a:lnTo>
                    <a:pt x="0" y="4325734"/>
                  </a:lnTo>
                  <a:lnTo>
                    <a:pt x="4267" y="4330001"/>
                  </a:lnTo>
                  <a:lnTo>
                    <a:pt x="14782" y="4330001"/>
                  </a:lnTo>
                  <a:lnTo>
                    <a:pt x="19050" y="4325734"/>
                  </a:lnTo>
                  <a:lnTo>
                    <a:pt x="19050" y="4315193"/>
                  </a:lnTo>
                  <a:lnTo>
                    <a:pt x="14782" y="4310926"/>
                  </a:lnTo>
                  <a:close/>
                </a:path>
                <a:path w="10424160" h="5213350">
                  <a:moveTo>
                    <a:pt x="14782" y="4272813"/>
                  </a:moveTo>
                  <a:lnTo>
                    <a:pt x="4267" y="4272813"/>
                  </a:lnTo>
                  <a:lnTo>
                    <a:pt x="0" y="4277067"/>
                  </a:lnTo>
                  <a:lnTo>
                    <a:pt x="0" y="4287608"/>
                  </a:lnTo>
                  <a:lnTo>
                    <a:pt x="4267" y="4291876"/>
                  </a:lnTo>
                  <a:lnTo>
                    <a:pt x="14782" y="4291876"/>
                  </a:lnTo>
                  <a:lnTo>
                    <a:pt x="19050" y="4287608"/>
                  </a:lnTo>
                  <a:lnTo>
                    <a:pt x="19050" y="4277067"/>
                  </a:lnTo>
                  <a:lnTo>
                    <a:pt x="14782" y="4272813"/>
                  </a:lnTo>
                  <a:close/>
                </a:path>
                <a:path w="10424160" h="5213350">
                  <a:moveTo>
                    <a:pt x="14782" y="4234688"/>
                  </a:moveTo>
                  <a:lnTo>
                    <a:pt x="4267" y="4234688"/>
                  </a:lnTo>
                  <a:lnTo>
                    <a:pt x="0" y="4238955"/>
                  </a:lnTo>
                  <a:lnTo>
                    <a:pt x="0" y="4249496"/>
                  </a:lnTo>
                  <a:lnTo>
                    <a:pt x="4267" y="4253763"/>
                  </a:lnTo>
                  <a:lnTo>
                    <a:pt x="14782" y="4253763"/>
                  </a:lnTo>
                  <a:lnTo>
                    <a:pt x="19050" y="4249496"/>
                  </a:lnTo>
                  <a:lnTo>
                    <a:pt x="19050" y="4238955"/>
                  </a:lnTo>
                  <a:lnTo>
                    <a:pt x="14782" y="4234688"/>
                  </a:lnTo>
                  <a:close/>
                </a:path>
                <a:path w="10424160" h="5213350">
                  <a:moveTo>
                    <a:pt x="14782" y="4196575"/>
                  </a:moveTo>
                  <a:lnTo>
                    <a:pt x="4267" y="4196575"/>
                  </a:lnTo>
                  <a:lnTo>
                    <a:pt x="0" y="4200829"/>
                  </a:lnTo>
                  <a:lnTo>
                    <a:pt x="0" y="4211370"/>
                  </a:lnTo>
                  <a:lnTo>
                    <a:pt x="4267" y="4215638"/>
                  </a:lnTo>
                  <a:lnTo>
                    <a:pt x="14782" y="4215638"/>
                  </a:lnTo>
                  <a:lnTo>
                    <a:pt x="19050" y="4211370"/>
                  </a:lnTo>
                  <a:lnTo>
                    <a:pt x="19050" y="4200829"/>
                  </a:lnTo>
                  <a:lnTo>
                    <a:pt x="14782" y="4196575"/>
                  </a:lnTo>
                  <a:close/>
                </a:path>
                <a:path w="10424160" h="5213350">
                  <a:moveTo>
                    <a:pt x="14782" y="4158488"/>
                  </a:moveTo>
                  <a:lnTo>
                    <a:pt x="4267" y="4158488"/>
                  </a:lnTo>
                  <a:lnTo>
                    <a:pt x="0" y="4162679"/>
                  </a:lnTo>
                  <a:lnTo>
                    <a:pt x="0" y="4173220"/>
                  </a:lnTo>
                  <a:lnTo>
                    <a:pt x="4267" y="4177538"/>
                  </a:lnTo>
                  <a:lnTo>
                    <a:pt x="14782" y="4177538"/>
                  </a:lnTo>
                  <a:lnTo>
                    <a:pt x="19050" y="4173220"/>
                  </a:lnTo>
                  <a:lnTo>
                    <a:pt x="19050" y="4162679"/>
                  </a:lnTo>
                  <a:lnTo>
                    <a:pt x="14782" y="4158488"/>
                  </a:lnTo>
                  <a:close/>
                </a:path>
                <a:path w="10424160" h="5213350">
                  <a:moveTo>
                    <a:pt x="14782" y="4120388"/>
                  </a:moveTo>
                  <a:lnTo>
                    <a:pt x="4267" y="4120388"/>
                  </a:lnTo>
                  <a:lnTo>
                    <a:pt x="0" y="4124579"/>
                  </a:lnTo>
                  <a:lnTo>
                    <a:pt x="0" y="4135120"/>
                  </a:lnTo>
                  <a:lnTo>
                    <a:pt x="4267" y="4139438"/>
                  </a:lnTo>
                  <a:lnTo>
                    <a:pt x="14782" y="4139438"/>
                  </a:lnTo>
                  <a:lnTo>
                    <a:pt x="19050" y="4135120"/>
                  </a:lnTo>
                  <a:lnTo>
                    <a:pt x="19050" y="4124579"/>
                  </a:lnTo>
                  <a:lnTo>
                    <a:pt x="14782" y="4120388"/>
                  </a:lnTo>
                  <a:close/>
                </a:path>
                <a:path w="10424160" h="5213350">
                  <a:moveTo>
                    <a:pt x="14782" y="4082161"/>
                  </a:moveTo>
                  <a:lnTo>
                    <a:pt x="4267" y="4082161"/>
                  </a:lnTo>
                  <a:lnTo>
                    <a:pt x="0" y="4086479"/>
                  </a:lnTo>
                  <a:lnTo>
                    <a:pt x="0" y="4097020"/>
                  </a:lnTo>
                  <a:lnTo>
                    <a:pt x="4267" y="4101338"/>
                  </a:lnTo>
                  <a:lnTo>
                    <a:pt x="14782" y="4101338"/>
                  </a:lnTo>
                  <a:lnTo>
                    <a:pt x="19050" y="4097020"/>
                  </a:lnTo>
                  <a:lnTo>
                    <a:pt x="19050" y="4086479"/>
                  </a:lnTo>
                  <a:lnTo>
                    <a:pt x="14782" y="4082161"/>
                  </a:lnTo>
                  <a:close/>
                </a:path>
                <a:path w="10424160" h="5213350">
                  <a:moveTo>
                    <a:pt x="14782" y="4044061"/>
                  </a:moveTo>
                  <a:lnTo>
                    <a:pt x="4267" y="4044061"/>
                  </a:lnTo>
                  <a:lnTo>
                    <a:pt x="0" y="4048379"/>
                  </a:lnTo>
                  <a:lnTo>
                    <a:pt x="0" y="4058920"/>
                  </a:lnTo>
                  <a:lnTo>
                    <a:pt x="4267" y="4063111"/>
                  </a:lnTo>
                  <a:lnTo>
                    <a:pt x="14782" y="4063111"/>
                  </a:lnTo>
                  <a:lnTo>
                    <a:pt x="19050" y="4058920"/>
                  </a:lnTo>
                  <a:lnTo>
                    <a:pt x="19050" y="4048379"/>
                  </a:lnTo>
                  <a:lnTo>
                    <a:pt x="14782" y="4044061"/>
                  </a:lnTo>
                  <a:close/>
                </a:path>
                <a:path w="10424160" h="5213350">
                  <a:moveTo>
                    <a:pt x="14782" y="4005961"/>
                  </a:moveTo>
                  <a:lnTo>
                    <a:pt x="4267" y="4005961"/>
                  </a:lnTo>
                  <a:lnTo>
                    <a:pt x="0" y="4010279"/>
                  </a:lnTo>
                  <a:lnTo>
                    <a:pt x="0" y="4020820"/>
                  </a:lnTo>
                  <a:lnTo>
                    <a:pt x="4267" y="4025011"/>
                  </a:lnTo>
                  <a:lnTo>
                    <a:pt x="14782" y="4025011"/>
                  </a:lnTo>
                  <a:lnTo>
                    <a:pt x="19050" y="4020820"/>
                  </a:lnTo>
                  <a:lnTo>
                    <a:pt x="19050" y="4010279"/>
                  </a:lnTo>
                  <a:lnTo>
                    <a:pt x="14782" y="4005961"/>
                  </a:lnTo>
                  <a:close/>
                </a:path>
                <a:path w="10424160" h="5213350">
                  <a:moveTo>
                    <a:pt x="14782" y="3967861"/>
                  </a:moveTo>
                  <a:lnTo>
                    <a:pt x="4267" y="3967861"/>
                  </a:lnTo>
                  <a:lnTo>
                    <a:pt x="0" y="3972179"/>
                  </a:lnTo>
                  <a:lnTo>
                    <a:pt x="0" y="3982720"/>
                  </a:lnTo>
                  <a:lnTo>
                    <a:pt x="4267" y="3986911"/>
                  </a:lnTo>
                  <a:lnTo>
                    <a:pt x="14782" y="3986911"/>
                  </a:lnTo>
                  <a:lnTo>
                    <a:pt x="19050" y="3982720"/>
                  </a:lnTo>
                  <a:lnTo>
                    <a:pt x="19050" y="3972179"/>
                  </a:lnTo>
                  <a:lnTo>
                    <a:pt x="14782" y="3967861"/>
                  </a:lnTo>
                  <a:close/>
                </a:path>
                <a:path w="10424160" h="5213350">
                  <a:moveTo>
                    <a:pt x="14782" y="3929761"/>
                  </a:moveTo>
                  <a:lnTo>
                    <a:pt x="4267" y="3929761"/>
                  </a:lnTo>
                  <a:lnTo>
                    <a:pt x="0" y="3933952"/>
                  </a:lnTo>
                  <a:lnTo>
                    <a:pt x="0" y="3944493"/>
                  </a:lnTo>
                  <a:lnTo>
                    <a:pt x="4267" y="3948811"/>
                  </a:lnTo>
                  <a:lnTo>
                    <a:pt x="14782" y="3948811"/>
                  </a:lnTo>
                  <a:lnTo>
                    <a:pt x="19050" y="3944493"/>
                  </a:lnTo>
                  <a:lnTo>
                    <a:pt x="19050" y="3933952"/>
                  </a:lnTo>
                  <a:lnTo>
                    <a:pt x="14782" y="3929761"/>
                  </a:lnTo>
                  <a:close/>
                </a:path>
                <a:path w="10424160" h="5213350">
                  <a:moveTo>
                    <a:pt x="14782" y="3891661"/>
                  </a:moveTo>
                  <a:lnTo>
                    <a:pt x="4267" y="3891661"/>
                  </a:lnTo>
                  <a:lnTo>
                    <a:pt x="0" y="3895852"/>
                  </a:lnTo>
                  <a:lnTo>
                    <a:pt x="0" y="3906393"/>
                  </a:lnTo>
                  <a:lnTo>
                    <a:pt x="4267" y="3910711"/>
                  </a:lnTo>
                  <a:lnTo>
                    <a:pt x="14782" y="3910711"/>
                  </a:lnTo>
                  <a:lnTo>
                    <a:pt x="19050" y="3906393"/>
                  </a:lnTo>
                  <a:lnTo>
                    <a:pt x="19050" y="3895852"/>
                  </a:lnTo>
                  <a:lnTo>
                    <a:pt x="14782" y="3891661"/>
                  </a:lnTo>
                  <a:close/>
                </a:path>
                <a:path w="10424160" h="5213350">
                  <a:moveTo>
                    <a:pt x="14782" y="3853434"/>
                  </a:moveTo>
                  <a:lnTo>
                    <a:pt x="4267" y="3853434"/>
                  </a:lnTo>
                  <a:lnTo>
                    <a:pt x="0" y="3857752"/>
                  </a:lnTo>
                  <a:lnTo>
                    <a:pt x="0" y="3868293"/>
                  </a:lnTo>
                  <a:lnTo>
                    <a:pt x="4267" y="3872611"/>
                  </a:lnTo>
                  <a:lnTo>
                    <a:pt x="14782" y="3872611"/>
                  </a:lnTo>
                  <a:lnTo>
                    <a:pt x="19050" y="3868293"/>
                  </a:lnTo>
                  <a:lnTo>
                    <a:pt x="19050" y="3863086"/>
                  </a:lnTo>
                  <a:lnTo>
                    <a:pt x="6350" y="3863086"/>
                  </a:lnTo>
                  <a:lnTo>
                    <a:pt x="19050" y="3862959"/>
                  </a:lnTo>
                  <a:lnTo>
                    <a:pt x="19050" y="3857752"/>
                  </a:lnTo>
                  <a:lnTo>
                    <a:pt x="14782" y="3853434"/>
                  </a:lnTo>
                  <a:close/>
                </a:path>
                <a:path w="10424160" h="5213350">
                  <a:moveTo>
                    <a:pt x="19050" y="3862959"/>
                  </a:moveTo>
                  <a:lnTo>
                    <a:pt x="12700" y="3862959"/>
                  </a:lnTo>
                  <a:lnTo>
                    <a:pt x="19050" y="3863086"/>
                  </a:lnTo>
                  <a:close/>
                </a:path>
                <a:path w="10424160" h="5213350">
                  <a:moveTo>
                    <a:pt x="14782" y="3815334"/>
                  </a:moveTo>
                  <a:lnTo>
                    <a:pt x="4267" y="3815334"/>
                  </a:lnTo>
                  <a:lnTo>
                    <a:pt x="0" y="3819652"/>
                  </a:lnTo>
                  <a:lnTo>
                    <a:pt x="0" y="3830193"/>
                  </a:lnTo>
                  <a:lnTo>
                    <a:pt x="4267" y="3834384"/>
                  </a:lnTo>
                  <a:lnTo>
                    <a:pt x="14782" y="3834384"/>
                  </a:lnTo>
                  <a:lnTo>
                    <a:pt x="19050" y="3830193"/>
                  </a:lnTo>
                  <a:lnTo>
                    <a:pt x="19050" y="3819652"/>
                  </a:lnTo>
                  <a:lnTo>
                    <a:pt x="14782" y="3815334"/>
                  </a:lnTo>
                  <a:close/>
                </a:path>
                <a:path w="10424160" h="5213350">
                  <a:moveTo>
                    <a:pt x="14782" y="3777234"/>
                  </a:moveTo>
                  <a:lnTo>
                    <a:pt x="4267" y="3777234"/>
                  </a:lnTo>
                  <a:lnTo>
                    <a:pt x="0" y="3781552"/>
                  </a:lnTo>
                  <a:lnTo>
                    <a:pt x="0" y="3792093"/>
                  </a:lnTo>
                  <a:lnTo>
                    <a:pt x="4267" y="3796284"/>
                  </a:lnTo>
                  <a:lnTo>
                    <a:pt x="14782" y="3796284"/>
                  </a:lnTo>
                  <a:lnTo>
                    <a:pt x="19050" y="3792093"/>
                  </a:lnTo>
                  <a:lnTo>
                    <a:pt x="19050" y="3781552"/>
                  </a:lnTo>
                  <a:lnTo>
                    <a:pt x="14782" y="3777234"/>
                  </a:lnTo>
                  <a:close/>
                </a:path>
                <a:path w="10424160" h="5213350">
                  <a:moveTo>
                    <a:pt x="14782" y="3739134"/>
                  </a:moveTo>
                  <a:lnTo>
                    <a:pt x="4267" y="3739134"/>
                  </a:lnTo>
                  <a:lnTo>
                    <a:pt x="0" y="3743452"/>
                  </a:lnTo>
                  <a:lnTo>
                    <a:pt x="0" y="3753993"/>
                  </a:lnTo>
                  <a:lnTo>
                    <a:pt x="4267" y="3758184"/>
                  </a:lnTo>
                  <a:lnTo>
                    <a:pt x="14782" y="3758184"/>
                  </a:lnTo>
                  <a:lnTo>
                    <a:pt x="19050" y="3753993"/>
                  </a:lnTo>
                  <a:lnTo>
                    <a:pt x="19050" y="3743452"/>
                  </a:lnTo>
                  <a:lnTo>
                    <a:pt x="14782" y="3739134"/>
                  </a:lnTo>
                  <a:close/>
                </a:path>
                <a:path w="10424160" h="5213350">
                  <a:moveTo>
                    <a:pt x="14782" y="3701034"/>
                  </a:moveTo>
                  <a:lnTo>
                    <a:pt x="4267" y="3701034"/>
                  </a:lnTo>
                  <a:lnTo>
                    <a:pt x="0" y="3705225"/>
                  </a:lnTo>
                  <a:lnTo>
                    <a:pt x="0" y="3715766"/>
                  </a:lnTo>
                  <a:lnTo>
                    <a:pt x="4267" y="3720084"/>
                  </a:lnTo>
                  <a:lnTo>
                    <a:pt x="14782" y="3720084"/>
                  </a:lnTo>
                  <a:lnTo>
                    <a:pt x="19050" y="3715766"/>
                  </a:lnTo>
                  <a:lnTo>
                    <a:pt x="19050" y="3705225"/>
                  </a:lnTo>
                  <a:lnTo>
                    <a:pt x="14782" y="3701034"/>
                  </a:lnTo>
                  <a:close/>
                </a:path>
                <a:path w="10424160" h="5213350">
                  <a:moveTo>
                    <a:pt x="14782" y="3662934"/>
                  </a:moveTo>
                  <a:lnTo>
                    <a:pt x="4267" y="3662934"/>
                  </a:lnTo>
                  <a:lnTo>
                    <a:pt x="0" y="3667125"/>
                  </a:lnTo>
                  <a:lnTo>
                    <a:pt x="0" y="3677666"/>
                  </a:lnTo>
                  <a:lnTo>
                    <a:pt x="4267" y="3681984"/>
                  </a:lnTo>
                  <a:lnTo>
                    <a:pt x="14782" y="3681984"/>
                  </a:lnTo>
                  <a:lnTo>
                    <a:pt x="19050" y="3677666"/>
                  </a:lnTo>
                  <a:lnTo>
                    <a:pt x="19050" y="3667125"/>
                  </a:lnTo>
                  <a:lnTo>
                    <a:pt x="14782" y="3662934"/>
                  </a:lnTo>
                  <a:close/>
                </a:path>
                <a:path w="10424160" h="5213350">
                  <a:moveTo>
                    <a:pt x="14782" y="3624834"/>
                  </a:moveTo>
                  <a:lnTo>
                    <a:pt x="4267" y="3624834"/>
                  </a:lnTo>
                  <a:lnTo>
                    <a:pt x="0" y="3629025"/>
                  </a:lnTo>
                  <a:lnTo>
                    <a:pt x="0" y="3639566"/>
                  </a:lnTo>
                  <a:lnTo>
                    <a:pt x="4267" y="3643884"/>
                  </a:lnTo>
                  <a:lnTo>
                    <a:pt x="14782" y="3643884"/>
                  </a:lnTo>
                  <a:lnTo>
                    <a:pt x="19050" y="3639566"/>
                  </a:lnTo>
                  <a:lnTo>
                    <a:pt x="19050" y="3629025"/>
                  </a:lnTo>
                  <a:lnTo>
                    <a:pt x="14782" y="3624834"/>
                  </a:lnTo>
                  <a:close/>
                </a:path>
                <a:path w="10424160" h="5213350">
                  <a:moveTo>
                    <a:pt x="14782" y="3586607"/>
                  </a:moveTo>
                  <a:lnTo>
                    <a:pt x="4267" y="3586607"/>
                  </a:lnTo>
                  <a:lnTo>
                    <a:pt x="0" y="3590925"/>
                  </a:lnTo>
                  <a:lnTo>
                    <a:pt x="0" y="3601466"/>
                  </a:lnTo>
                  <a:lnTo>
                    <a:pt x="4267" y="3605784"/>
                  </a:lnTo>
                  <a:lnTo>
                    <a:pt x="14782" y="3605784"/>
                  </a:lnTo>
                  <a:lnTo>
                    <a:pt x="19050" y="3601466"/>
                  </a:lnTo>
                  <a:lnTo>
                    <a:pt x="19050" y="3590925"/>
                  </a:lnTo>
                  <a:lnTo>
                    <a:pt x="14782" y="3586607"/>
                  </a:lnTo>
                  <a:close/>
                </a:path>
                <a:path w="10424160" h="5213350">
                  <a:moveTo>
                    <a:pt x="14782" y="3548507"/>
                  </a:moveTo>
                  <a:lnTo>
                    <a:pt x="4267" y="3548507"/>
                  </a:lnTo>
                  <a:lnTo>
                    <a:pt x="0" y="3552825"/>
                  </a:lnTo>
                  <a:lnTo>
                    <a:pt x="0" y="3563366"/>
                  </a:lnTo>
                  <a:lnTo>
                    <a:pt x="4267" y="3567557"/>
                  </a:lnTo>
                  <a:lnTo>
                    <a:pt x="14782" y="3567557"/>
                  </a:lnTo>
                  <a:lnTo>
                    <a:pt x="19050" y="3563366"/>
                  </a:lnTo>
                  <a:lnTo>
                    <a:pt x="19050" y="3552825"/>
                  </a:lnTo>
                  <a:lnTo>
                    <a:pt x="14782" y="3548507"/>
                  </a:lnTo>
                  <a:close/>
                </a:path>
                <a:path w="10424160" h="5213350">
                  <a:moveTo>
                    <a:pt x="14782" y="3510407"/>
                  </a:moveTo>
                  <a:lnTo>
                    <a:pt x="4267" y="3510407"/>
                  </a:lnTo>
                  <a:lnTo>
                    <a:pt x="0" y="3514725"/>
                  </a:lnTo>
                  <a:lnTo>
                    <a:pt x="0" y="3525266"/>
                  </a:lnTo>
                  <a:lnTo>
                    <a:pt x="4267" y="3529457"/>
                  </a:lnTo>
                  <a:lnTo>
                    <a:pt x="14782" y="3529457"/>
                  </a:lnTo>
                  <a:lnTo>
                    <a:pt x="19050" y="3525266"/>
                  </a:lnTo>
                  <a:lnTo>
                    <a:pt x="19050" y="3514725"/>
                  </a:lnTo>
                  <a:lnTo>
                    <a:pt x="14782" y="3510407"/>
                  </a:lnTo>
                  <a:close/>
                </a:path>
                <a:path w="10424160" h="5213350">
                  <a:moveTo>
                    <a:pt x="14782" y="3472307"/>
                  </a:moveTo>
                  <a:lnTo>
                    <a:pt x="4267" y="3472307"/>
                  </a:lnTo>
                  <a:lnTo>
                    <a:pt x="0" y="3476625"/>
                  </a:lnTo>
                  <a:lnTo>
                    <a:pt x="0" y="3487166"/>
                  </a:lnTo>
                  <a:lnTo>
                    <a:pt x="4267" y="3491357"/>
                  </a:lnTo>
                  <a:lnTo>
                    <a:pt x="14782" y="3491357"/>
                  </a:lnTo>
                  <a:lnTo>
                    <a:pt x="19050" y="3487166"/>
                  </a:lnTo>
                  <a:lnTo>
                    <a:pt x="19050" y="3476625"/>
                  </a:lnTo>
                  <a:lnTo>
                    <a:pt x="14782" y="3472307"/>
                  </a:lnTo>
                  <a:close/>
                </a:path>
                <a:path w="10424160" h="5213350">
                  <a:moveTo>
                    <a:pt x="14782" y="3434207"/>
                  </a:moveTo>
                  <a:lnTo>
                    <a:pt x="4267" y="3434207"/>
                  </a:lnTo>
                  <a:lnTo>
                    <a:pt x="0" y="3438398"/>
                  </a:lnTo>
                  <a:lnTo>
                    <a:pt x="0" y="3448939"/>
                  </a:lnTo>
                  <a:lnTo>
                    <a:pt x="4267" y="3453257"/>
                  </a:lnTo>
                  <a:lnTo>
                    <a:pt x="14782" y="3453257"/>
                  </a:lnTo>
                  <a:lnTo>
                    <a:pt x="19050" y="3448939"/>
                  </a:lnTo>
                  <a:lnTo>
                    <a:pt x="19050" y="3438398"/>
                  </a:lnTo>
                  <a:lnTo>
                    <a:pt x="14782" y="3434207"/>
                  </a:lnTo>
                  <a:close/>
                </a:path>
                <a:path w="10424160" h="5213350">
                  <a:moveTo>
                    <a:pt x="14782" y="3396107"/>
                  </a:moveTo>
                  <a:lnTo>
                    <a:pt x="4267" y="3396107"/>
                  </a:lnTo>
                  <a:lnTo>
                    <a:pt x="0" y="3400298"/>
                  </a:lnTo>
                  <a:lnTo>
                    <a:pt x="0" y="3410839"/>
                  </a:lnTo>
                  <a:lnTo>
                    <a:pt x="4267" y="3415157"/>
                  </a:lnTo>
                  <a:lnTo>
                    <a:pt x="14782" y="3415157"/>
                  </a:lnTo>
                  <a:lnTo>
                    <a:pt x="19050" y="3410839"/>
                  </a:lnTo>
                  <a:lnTo>
                    <a:pt x="19050" y="3400298"/>
                  </a:lnTo>
                  <a:lnTo>
                    <a:pt x="14782" y="3396107"/>
                  </a:lnTo>
                  <a:close/>
                </a:path>
                <a:path w="10424160" h="5213350">
                  <a:moveTo>
                    <a:pt x="14782" y="3358007"/>
                  </a:moveTo>
                  <a:lnTo>
                    <a:pt x="4267" y="3358007"/>
                  </a:lnTo>
                  <a:lnTo>
                    <a:pt x="0" y="3362198"/>
                  </a:lnTo>
                  <a:lnTo>
                    <a:pt x="0" y="3372739"/>
                  </a:lnTo>
                  <a:lnTo>
                    <a:pt x="4267" y="3377057"/>
                  </a:lnTo>
                  <a:lnTo>
                    <a:pt x="14782" y="3377057"/>
                  </a:lnTo>
                  <a:lnTo>
                    <a:pt x="19050" y="3372739"/>
                  </a:lnTo>
                  <a:lnTo>
                    <a:pt x="19050" y="3362198"/>
                  </a:lnTo>
                  <a:lnTo>
                    <a:pt x="14782" y="3358007"/>
                  </a:lnTo>
                  <a:close/>
                </a:path>
                <a:path w="10424160" h="5213350">
                  <a:moveTo>
                    <a:pt x="14782" y="3319779"/>
                  </a:moveTo>
                  <a:lnTo>
                    <a:pt x="4267" y="3319779"/>
                  </a:lnTo>
                  <a:lnTo>
                    <a:pt x="0" y="3324098"/>
                  </a:lnTo>
                  <a:lnTo>
                    <a:pt x="0" y="3334639"/>
                  </a:lnTo>
                  <a:lnTo>
                    <a:pt x="4267" y="3338957"/>
                  </a:lnTo>
                  <a:lnTo>
                    <a:pt x="14782" y="3338957"/>
                  </a:lnTo>
                  <a:lnTo>
                    <a:pt x="19050" y="3334639"/>
                  </a:lnTo>
                  <a:lnTo>
                    <a:pt x="19050" y="3329432"/>
                  </a:lnTo>
                  <a:lnTo>
                    <a:pt x="6350" y="3329432"/>
                  </a:lnTo>
                  <a:lnTo>
                    <a:pt x="6350" y="3329304"/>
                  </a:lnTo>
                  <a:lnTo>
                    <a:pt x="19050" y="3329304"/>
                  </a:lnTo>
                  <a:lnTo>
                    <a:pt x="19050" y="3324098"/>
                  </a:lnTo>
                  <a:lnTo>
                    <a:pt x="14782" y="3319779"/>
                  </a:lnTo>
                  <a:close/>
                </a:path>
                <a:path w="10424160" h="5213350">
                  <a:moveTo>
                    <a:pt x="19050" y="3329304"/>
                  </a:moveTo>
                  <a:lnTo>
                    <a:pt x="12700" y="3329304"/>
                  </a:lnTo>
                  <a:lnTo>
                    <a:pt x="12700" y="3329432"/>
                  </a:lnTo>
                  <a:lnTo>
                    <a:pt x="19050" y="3329432"/>
                  </a:lnTo>
                  <a:lnTo>
                    <a:pt x="19050" y="3329304"/>
                  </a:lnTo>
                  <a:close/>
                </a:path>
                <a:path w="10424160" h="5213350">
                  <a:moveTo>
                    <a:pt x="14782" y="3281679"/>
                  </a:moveTo>
                  <a:lnTo>
                    <a:pt x="4267" y="3281679"/>
                  </a:lnTo>
                  <a:lnTo>
                    <a:pt x="0" y="3285998"/>
                  </a:lnTo>
                  <a:lnTo>
                    <a:pt x="0" y="3296539"/>
                  </a:lnTo>
                  <a:lnTo>
                    <a:pt x="4267" y="3300729"/>
                  </a:lnTo>
                  <a:lnTo>
                    <a:pt x="14782" y="3300729"/>
                  </a:lnTo>
                  <a:lnTo>
                    <a:pt x="19050" y="3296539"/>
                  </a:lnTo>
                  <a:lnTo>
                    <a:pt x="19050" y="3285998"/>
                  </a:lnTo>
                  <a:lnTo>
                    <a:pt x="14782" y="3281679"/>
                  </a:lnTo>
                  <a:close/>
                </a:path>
                <a:path w="10424160" h="5213350">
                  <a:moveTo>
                    <a:pt x="14782" y="3243580"/>
                  </a:moveTo>
                  <a:lnTo>
                    <a:pt x="4267" y="3243580"/>
                  </a:lnTo>
                  <a:lnTo>
                    <a:pt x="0" y="3247898"/>
                  </a:lnTo>
                  <a:lnTo>
                    <a:pt x="0" y="3258439"/>
                  </a:lnTo>
                  <a:lnTo>
                    <a:pt x="4267" y="3262629"/>
                  </a:lnTo>
                  <a:lnTo>
                    <a:pt x="14782" y="3262629"/>
                  </a:lnTo>
                  <a:lnTo>
                    <a:pt x="19050" y="3258439"/>
                  </a:lnTo>
                  <a:lnTo>
                    <a:pt x="19050" y="3247898"/>
                  </a:lnTo>
                  <a:lnTo>
                    <a:pt x="14782" y="3243580"/>
                  </a:lnTo>
                  <a:close/>
                </a:path>
                <a:path w="10424160" h="5213350">
                  <a:moveTo>
                    <a:pt x="14782" y="3205480"/>
                  </a:moveTo>
                  <a:lnTo>
                    <a:pt x="4267" y="3205480"/>
                  </a:lnTo>
                  <a:lnTo>
                    <a:pt x="0" y="3209671"/>
                  </a:lnTo>
                  <a:lnTo>
                    <a:pt x="0" y="3220212"/>
                  </a:lnTo>
                  <a:lnTo>
                    <a:pt x="4267" y="3224530"/>
                  </a:lnTo>
                  <a:lnTo>
                    <a:pt x="14782" y="3224530"/>
                  </a:lnTo>
                  <a:lnTo>
                    <a:pt x="19050" y="3220212"/>
                  </a:lnTo>
                  <a:lnTo>
                    <a:pt x="19050" y="3209671"/>
                  </a:lnTo>
                  <a:lnTo>
                    <a:pt x="14782" y="3205480"/>
                  </a:lnTo>
                  <a:close/>
                </a:path>
                <a:path w="10424160" h="5213350">
                  <a:moveTo>
                    <a:pt x="14782" y="3167380"/>
                  </a:moveTo>
                  <a:lnTo>
                    <a:pt x="4267" y="3167380"/>
                  </a:lnTo>
                  <a:lnTo>
                    <a:pt x="0" y="3171571"/>
                  </a:lnTo>
                  <a:lnTo>
                    <a:pt x="0" y="3182112"/>
                  </a:lnTo>
                  <a:lnTo>
                    <a:pt x="4267" y="3186430"/>
                  </a:lnTo>
                  <a:lnTo>
                    <a:pt x="14782" y="3186430"/>
                  </a:lnTo>
                  <a:lnTo>
                    <a:pt x="19050" y="3182112"/>
                  </a:lnTo>
                  <a:lnTo>
                    <a:pt x="19050" y="3171571"/>
                  </a:lnTo>
                  <a:lnTo>
                    <a:pt x="14782" y="3167380"/>
                  </a:lnTo>
                  <a:close/>
                </a:path>
                <a:path w="10424160" h="5213350">
                  <a:moveTo>
                    <a:pt x="14782" y="3129280"/>
                  </a:moveTo>
                  <a:lnTo>
                    <a:pt x="4267" y="3129280"/>
                  </a:lnTo>
                  <a:lnTo>
                    <a:pt x="0" y="3133471"/>
                  </a:lnTo>
                  <a:lnTo>
                    <a:pt x="0" y="3144012"/>
                  </a:lnTo>
                  <a:lnTo>
                    <a:pt x="4267" y="3148330"/>
                  </a:lnTo>
                  <a:lnTo>
                    <a:pt x="14782" y="3148330"/>
                  </a:lnTo>
                  <a:lnTo>
                    <a:pt x="19050" y="3144012"/>
                  </a:lnTo>
                  <a:lnTo>
                    <a:pt x="19050" y="3133471"/>
                  </a:lnTo>
                  <a:lnTo>
                    <a:pt x="14782" y="3129280"/>
                  </a:lnTo>
                  <a:close/>
                </a:path>
                <a:path w="10424160" h="5213350">
                  <a:moveTo>
                    <a:pt x="14782" y="3091053"/>
                  </a:moveTo>
                  <a:lnTo>
                    <a:pt x="4267" y="3091053"/>
                  </a:lnTo>
                  <a:lnTo>
                    <a:pt x="0" y="3095371"/>
                  </a:lnTo>
                  <a:lnTo>
                    <a:pt x="0" y="3105912"/>
                  </a:lnTo>
                  <a:lnTo>
                    <a:pt x="4267" y="3110230"/>
                  </a:lnTo>
                  <a:lnTo>
                    <a:pt x="14782" y="3110230"/>
                  </a:lnTo>
                  <a:lnTo>
                    <a:pt x="19050" y="3105912"/>
                  </a:lnTo>
                  <a:lnTo>
                    <a:pt x="19050" y="3095371"/>
                  </a:lnTo>
                  <a:lnTo>
                    <a:pt x="14782" y="3091053"/>
                  </a:lnTo>
                  <a:close/>
                </a:path>
                <a:path w="10424160" h="5213350">
                  <a:moveTo>
                    <a:pt x="14782" y="3052953"/>
                  </a:moveTo>
                  <a:lnTo>
                    <a:pt x="4267" y="3052953"/>
                  </a:lnTo>
                  <a:lnTo>
                    <a:pt x="0" y="3057271"/>
                  </a:lnTo>
                  <a:lnTo>
                    <a:pt x="0" y="3067812"/>
                  </a:lnTo>
                  <a:lnTo>
                    <a:pt x="4267" y="3072003"/>
                  </a:lnTo>
                  <a:lnTo>
                    <a:pt x="14782" y="3072003"/>
                  </a:lnTo>
                  <a:lnTo>
                    <a:pt x="19050" y="3067812"/>
                  </a:lnTo>
                  <a:lnTo>
                    <a:pt x="19050" y="3057271"/>
                  </a:lnTo>
                  <a:lnTo>
                    <a:pt x="14782" y="3052953"/>
                  </a:lnTo>
                  <a:close/>
                </a:path>
                <a:path w="10424160" h="5213350">
                  <a:moveTo>
                    <a:pt x="14782" y="3014853"/>
                  </a:moveTo>
                  <a:lnTo>
                    <a:pt x="4267" y="3014853"/>
                  </a:lnTo>
                  <a:lnTo>
                    <a:pt x="0" y="3019171"/>
                  </a:lnTo>
                  <a:lnTo>
                    <a:pt x="0" y="3029712"/>
                  </a:lnTo>
                  <a:lnTo>
                    <a:pt x="4267" y="3033903"/>
                  </a:lnTo>
                  <a:lnTo>
                    <a:pt x="14782" y="3033903"/>
                  </a:lnTo>
                  <a:lnTo>
                    <a:pt x="19050" y="3029712"/>
                  </a:lnTo>
                  <a:lnTo>
                    <a:pt x="19050" y="3019171"/>
                  </a:lnTo>
                  <a:lnTo>
                    <a:pt x="14782" y="3014853"/>
                  </a:lnTo>
                  <a:close/>
                </a:path>
                <a:path w="10424160" h="5213350">
                  <a:moveTo>
                    <a:pt x="14782" y="2976753"/>
                  </a:moveTo>
                  <a:lnTo>
                    <a:pt x="4267" y="2976753"/>
                  </a:lnTo>
                  <a:lnTo>
                    <a:pt x="0" y="2981071"/>
                  </a:lnTo>
                  <a:lnTo>
                    <a:pt x="0" y="2991612"/>
                  </a:lnTo>
                  <a:lnTo>
                    <a:pt x="4267" y="2995803"/>
                  </a:lnTo>
                  <a:lnTo>
                    <a:pt x="14782" y="2995803"/>
                  </a:lnTo>
                  <a:lnTo>
                    <a:pt x="19050" y="2991612"/>
                  </a:lnTo>
                  <a:lnTo>
                    <a:pt x="19050" y="2981071"/>
                  </a:lnTo>
                  <a:lnTo>
                    <a:pt x="14782" y="2976753"/>
                  </a:lnTo>
                  <a:close/>
                </a:path>
                <a:path w="10424160" h="5213350">
                  <a:moveTo>
                    <a:pt x="14782" y="2938653"/>
                  </a:moveTo>
                  <a:lnTo>
                    <a:pt x="4267" y="2938653"/>
                  </a:lnTo>
                  <a:lnTo>
                    <a:pt x="0" y="2942844"/>
                  </a:lnTo>
                  <a:lnTo>
                    <a:pt x="0" y="2953385"/>
                  </a:lnTo>
                  <a:lnTo>
                    <a:pt x="4267" y="2957703"/>
                  </a:lnTo>
                  <a:lnTo>
                    <a:pt x="14782" y="2957703"/>
                  </a:lnTo>
                  <a:lnTo>
                    <a:pt x="19050" y="2953385"/>
                  </a:lnTo>
                  <a:lnTo>
                    <a:pt x="19050" y="2942844"/>
                  </a:lnTo>
                  <a:lnTo>
                    <a:pt x="14782" y="2938653"/>
                  </a:lnTo>
                  <a:close/>
                </a:path>
                <a:path w="10424160" h="5213350">
                  <a:moveTo>
                    <a:pt x="14782" y="2900553"/>
                  </a:moveTo>
                  <a:lnTo>
                    <a:pt x="4267" y="2900553"/>
                  </a:lnTo>
                  <a:lnTo>
                    <a:pt x="0" y="2904744"/>
                  </a:lnTo>
                  <a:lnTo>
                    <a:pt x="0" y="2915285"/>
                  </a:lnTo>
                  <a:lnTo>
                    <a:pt x="4267" y="2919603"/>
                  </a:lnTo>
                  <a:lnTo>
                    <a:pt x="14782" y="2919603"/>
                  </a:lnTo>
                  <a:lnTo>
                    <a:pt x="19050" y="2915285"/>
                  </a:lnTo>
                  <a:lnTo>
                    <a:pt x="19050" y="2904744"/>
                  </a:lnTo>
                  <a:lnTo>
                    <a:pt x="14782" y="2900553"/>
                  </a:lnTo>
                  <a:close/>
                </a:path>
                <a:path w="10424160" h="5213350">
                  <a:moveTo>
                    <a:pt x="14782" y="2862453"/>
                  </a:moveTo>
                  <a:lnTo>
                    <a:pt x="4267" y="2862453"/>
                  </a:lnTo>
                  <a:lnTo>
                    <a:pt x="0" y="2866644"/>
                  </a:lnTo>
                  <a:lnTo>
                    <a:pt x="0" y="2877185"/>
                  </a:lnTo>
                  <a:lnTo>
                    <a:pt x="4267" y="2881503"/>
                  </a:lnTo>
                  <a:lnTo>
                    <a:pt x="14782" y="2881503"/>
                  </a:lnTo>
                  <a:lnTo>
                    <a:pt x="19050" y="2877185"/>
                  </a:lnTo>
                  <a:lnTo>
                    <a:pt x="19050" y="2866644"/>
                  </a:lnTo>
                  <a:lnTo>
                    <a:pt x="14782" y="2862453"/>
                  </a:lnTo>
                  <a:close/>
                </a:path>
                <a:path w="10424160" h="5213350">
                  <a:moveTo>
                    <a:pt x="14782" y="2824226"/>
                  </a:moveTo>
                  <a:lnTo>
                    <a:pt x="4267" y="2824226"/>
                  </a:lnTo>
                  <a:lnTo>
                    <a:pt x="0" y="2828544"/>
                  </a:lnTo>
                  <a:lnTo>
                    <a:pt x="0" y="2839085"/>
                  </a:lnTo>
                  <a:lnTo>
                    <a:pt x="4267" y="2843403"/>
                  </a:lnTo>
                  <a:lnTo>
                    <a:pt x="14782" y="2843403"/>
                  </a:lnTo>
                  <a:lnTo>
                    <a:pt x="19050" y="2839085"/>
                  </a:lnTo>
                  <a:lnTo>
                    <a:pt x="19050" y="2828544"/>
                  </a:lnTo>
                  <a:lnTo>
                    <a:pt x="14782" y="2824226"/>
                  </a:lnTo>
                  <a:close/>
                </a:path>
                <a:path w="10424160" h="5213350">
                  <a:moveTo>
                    <a:pt x="14782" y="2786126"/>
                  </a:moveTo>
                  <a:lnTo>
                    <a:pt x="4267" y="2786126"/>
                  </a:lnTo>
                  <a:lnTo>
                    <a:pt x="0" y="2790444"/>
                  </a:lnTo>
                  <a:lnTo>
                    <a:pt x="0" y="2800985"/>
                  </a:lnTo>
                  <a:lnTo>
                    <a:pt x="4267" y="2805176"/>
                  </a:lnTo>
                  <a:lnTo>
                    <a:pt x="14782" y="2805176"/>
                  </a:lnTo>
                  <a:lnTo>
                    <a:pt x="19050" y="2800985"/>
                  </a:lnTo>
                  <a:lnTo>
                    <a:pt x="19050" y="2790444"/>
                  </a:lnTo>
                  <a:lnTo>
                    <a:pt x="14782" y="2786126"/>
                  </a:lnTo>
                  <a:close/>
                </a:path>
                <a:path w="10424160" h="5213350">
                  <a:moveTo>
                    <a:pt x="14782" y="2748026"/>
                  </a:moveTo>
                  <a:lnTo>
                    <a:pt x="4267" y="2748026"/>
                  </a:lnTo>
                  <a:lnTo>
                    <a:pt x="0" y="2752344"/>
                  </a:lnTo>
                  <a:lnTo>
                    <a:pt x="0" y="2762885"/>
                  </a:lnTo>
                  <a:lnTo>
                    <a:pt x="4267" y="2767076"/>
                  </a:lnTo>
                  <a:lnTo>
                    <a:pt x="14782" y="2767076"/>
                  </a:lnTo>
                  <a:lnTo>
                    <a:pt x="19050" y="2762885"/>
                  </a:lnTo>
                  <a:lnTo>
                    <a:pt x="19050" y="2752344"/>
                  </a:lnTo>
                  <a:lnTo>
                    <a:pt x="14782" y="2748026"/>
                  </a:lnTo>
                  <a:close/>
                </a:path>
                <a:path w="10424160" h="5213350">
                  <a:moveTo>
                    <a:pt x="14782" y="2709926"/>
                  </a:moveTo>
                  <a:lnTo>
                    <a:pt x="4267" y="2709926"/>
                  </a:lnTo>
                  <a:lnTo>
                    <a:pt x="0" y="2714244"/>
                  </a:lnTo>
                  <a:lnTo>
                    <a:pt x="0" y="2724785"/>
                  </a:lnTo>
                  <a:lnTo>
                    <a:pt x="4267" y="2728976"/>
                  </a:lnTo>
                  <a:lnTo>
                    <a:pt x="14782" y="2728976"/>
                  </a:lnTo>
                  <a:lnTo>
                    <a:pt x="19050" y="2724785"/>
                  </a:lnTo>
                  <a:lnTo>
                    <a:pt x="19050" y="2714244"/>
                  </a:lnTo>
                  <a:lnTo>
                    <a:pt x="14782" y="2709926"/>
                  </a:lnTo>
                  <a:close/>
                </a:path>
                <a:path w="10424160" h="5213350">
                  <a:moveTo>
                    <a:pt x="14782" y="2671826"/>
                  </a:moveTo>
                  <a:lnTo>
                    <a:pt x="4267" y="2671826"/>
                  </a:lnTo>
                  <a:lnTo>
                    <a:pt x="0" y="2676017"/>
                  </a:lnTo>
                  <a:lnTo>
                    <a:pt x="0" y="2686558"/>
                  </a:lnTo>
                  <a:lnTo>
                    <a:pt x="4267" y="2690876"/>
                  </a:lnTo>
                  <a:lnTo>
                    <a:pt x="14782" y="2690876"/>
                  </a:lnTo>
                  <a:lnTo>
                    <a:pt x="19050" y="2686558"/>
                  </a:lnTo>
                  <a:lnTo>
                    <a:pt x="19050" y="2676017"/>
                  </a:lnTo>
                  <a:lnTo>
                    <a:pt x="14782" y="2671826"/>
                  </a:lnTo>
                  <a:close/>
                </a:path>
                <a:path w="10424160" h="5213350">
                  <a:moveTo>
                    <a:pt x="14782" y="2633726"/>
                  </a:moveTo>
                  <a:lnTo>
                    <a:pt x="4267" y="2633726"/>
                  </a:lnTo>
                  <a:lnTo>
                    <a:pt x="0" y="2637917"/>
                  </a:lnTo>
                  <a:lnTo>
                    <a:pt x="0" y="2648458"/>
                  </a:lnTo>
                  <a:lnTo>
                    <a:pt x="4267" y="2652776"/>
                  </a:lnTo>
                  <a:lnTo>
                    <a:pt x="14782" y="2652776"/>
                  </a:lnTo>
                  <a:lnTo>
                    <a:pt x="19050" y="2648458"/>
                  </a:lnTo>
                  <a:lnTo>
                    <a:pt x="19050" y="2637917"/>
                  </a:lnTo>
                  <a:lnTo>
                    <a:pt x="14782" y="2633726"/>
                  </a:lnTo>
                  <a:close/>
                </a:path>
                <a:path w="10424160" h="5213350">
                  <a:moveTo>
                    <a:pt x="14782" y="2595499"/>
                  </a:moveTo>
                  <a:lnTo>
                    <a:pt x="4267" y="2595499"/>
                  </a:lnTo>
                  <a:lnTo>
                    <a:pt x="0" y="2599817"/>
                  </a:lnTo>
                  <a:lnTo>
                    <a:pt x="0" y="2610358"/>
                  </a:lnTo>
                  <a:lnTo>
                    <a:pt x="4267" y="2614676"/>
                  </a:lnTo>
                  <a:lnTo>
                    <a:pt x="14782" y="2614676"/>
                  </a:lnTo>
                  <a:lnTo>
                    <a:pt x="19050" y="2610358"/>
                  </a:lnTo>
                  <a:lnTo>
                    <a:pt x="19050" y="2605151"/>
                  </a:lnTo>
                  <a:lnTo>
                    <a:pt x="6350" y="2605151"/>
                  </a:lnTo>
                  <a:lnTo>
                    <a:pt x="6350" y="2605024"/>
                  </a:lnTo>
                  <a:lnTo>
                    <a:pt x="19050" y="2605024"/>
                  </a:lnTo>
                  <a:lnTo>
                    <a:pt x="19050" y="2599817"/>
                  </a:lnTo>
                  <a:lnTo>
                    <a:pt x="14782" y="2595499"/>
                  </a:lnTo>
                  <a:close/>
                </a:path>
                <a:path w="10424160" h="5213350">
                  <a:moveTo>
                    <a:pt x="19050" y="2605024"/>
                  </a:moveTo>
                  <a:lnTo>
                    <a:pt x="12700" y="2605024"/>
                  </a:lnTo>
                  <a:lnTo>
                    <a:pt x="12700" y="2605151"/>
                  </a:lnTo>
                  <a:lnTo>
                    <a:pt x="19050" y="2605151"/>
                  </a:lnTo>
                  <a:lnTo>
                    <a:pt x="19050" y="2605024"/>
                  </a:lnTo>
                  <a:close/>
                </a:path>
                <a:path w="10424160" h="5213350">
                  <a:moveTo>
                    <a:pt x="14782" y="2557399"/>
                  </a:moveTo>
                  <a:lnTo>
                    <a:pt x="4267" y="2557399"/>
                  </a:lnTo>
                  <a:lnTo>
                    <a:pt x="0" y="2561717"/>
                  </a:lnTo>
                  <a:lnTo>
                    <a:pt x="0" y="2572258"/>
                  </a:lnTo>
                  <a:lnTo>
                    <a:pt x="4267" y="2576449"/>
                  </a:lnTo>
                  <a:lnTo>
                    <a:pt x="14782" y="2576449"/>
                  </a:lnTo>
                  <a:lnTo>
                    <a:pt x="19050" y="2572258"/>
                  </a:lnTo>
                  <a:lnTo>
                    <a:pt x="19050" y="2561717"/>
                  </a:lnTo>
                  <a:lnTo>
                    <a:pt x="14782" y="2557399"/>
                  </a:lnTo>
                  <a:close/>
                </a:path>
                <a:path w="10424160" h="5213350">
                  <a:moveTo>
                    <a:pt x="14782" y="2519299"/>
                  </a:moveTo>
                  <a:lnTo>
                    <a:pt x="4267" y="2519299"/>
                  </a:lnTo>
                  <a:lnTo>
                    <a:pt x="0" y="2523617"/>
                  </a:lnTo>
                  <a:lnTo>
                    <a:pt x="0" y="2534158"/>
                  </a:lnTo>
                  <a:lnTo>
                    <a:pt x="4267" y="2538349"/>
                  </a:lnTo>
                  <a:lnTo>
                    <a:pt x="14782" y="2538349"/>
                  </a:lnTo>
                  <a:lnTo>
                    <a:pt x="19050" y="2534158"/>
                  </a:lnTo>
                  <a:lnTo>
                    <a:pt x="19050" y="2523617"/>
                  </a:lnTo>
                  <a:lnTo>
                    <a:pt x="14782" y="2519299"/>
                  </a:lnTo>
                  <a:close/>
                </a:path>
                <a:path w="10424160" h="5213350">
                  <a:moveTo>
                    <a:pt x="14782" y="2481199"/>
                  </a:moveTo>
                  <a:lnTo>
                    <a:pt x="4267" y="2481199"/>
                  </a:lnTo>
                  <a:lnTo>
                    <a:pt x="0" y="2485517"/>
                  </a:lnTo>
                  <a:lnTo>
                    <a:pt x="0" y="2496058"/>
                  </a:lnTo>
                  <a:lnTo>
                    <a:pt x="4267" y="2500249"/>
                  </a:lnTo>
                  <a:lnTo>
                    <a:pt x="14782" y="2500249"/>
                  </a:lnTo>
                  <a:lnTo>
                    <a:pt x="19050" y="2496058"/>
                  </a:lnTo>
                  <a:lnTo>
                    <a:pt x="19050" y="2485517"/>
                  </a:lnTo>
                  <a:lnTo>
                    <a:pt x="14782" y="2481199"/>
                  </a:lnTo>
                  <a:close/>
                </a:path>
                <a:path w="10424160" h="5213350">
                  <a:moveTo>
                    <a:pt x="14782" y="2443099"/>
                  </a:moveTo>
                  <a:lnTo>
                    <a:pt x="4267" y="2443099"/>
                  </a:lnTo>
                  <a:lnTo>
                    <a:pt x="0" y="2447290"/>
                  </a:lnTo>
                  <a:lnTo>
                    <a:pt x="0" y="2457831"/>
                  </a:lnTo>
                  <a:lnTo>
                    <a:pt x="4267" y="2462149"/>
                  </a:lnTo>
                  <a:lnTo>
                    <a:pt x="14782" y="2462149"/>
                  </a:lnTo>
                  <a:lnTo>
                    <a:pt x="19050" y="2457831"/>
                  </a:lnTo>
                  <a:lnTo>
                    <a:pt x="19050" y="2447290"/>
                  </a:lnTo>
                  <a:lnTo>
                    <a:pt x="14782" y="2443099"/>
                  </a:lnTo>
                  <a:close/>
                </a:path>
                <a:path w="10424160" h="5213350">
                  <a:moveTo>
                    <a:pt x="14782" y="2404999"/>
                  </a:moveTo>
                  <a:lnTo>
                    <a:pt x="4267" y="2404999"/>
                  </a:lnTo>
                  <a:lnTo>
                    <a:pt x="0" y="2409190"/>
                  </a:lnTo>
                  <a:lnTo>
                    <a:pt x="0" y="2419731"/>
                  </a:lnTo>
                  <a:lnTo>
                    <a:pt x="4267" y="2424049"/>
                  </a:lnTo>
                  <a:lnTo>
                    <a:pt x="14782" y="2424049"/>
                  </a:lnTo>
                  <a:lnTo>
                    <a:pt x="19050" y="2419731"/>
                  </a:lnTo>
                  <a:lnTo>
                    <a:pt x="19050" y="2409190"/>
                  </a:lnTo>
                  <a:lnTo>
                    <a:pt x="14782" y="2404999"/>
                  </a:lnTo>
                  <a:close/>
                </a:path>
                <a:path w="10424160" h="5213350">
                  <a:moveTo>
                    <a:pt x="14782" y="2366899"/>
                  </a:moveTo>
                  <a:lnTo>
                    <a:pt x="4267" y="2366899"/>
                  </a:lnTo>
                  <a:lnTo>
                    <a:pt x="0" y="2371090"/>
                  </a:lnTo>
                  <a:lnTo>
                    <a:pt x="0" y="2381631"/>
                  </a:lnTo>
                  <a:lnTo>
                    <a:pt x="4267" y="2385949"/>
                  </a:lnTo>
                  <a:lnTo>
                    <a:pt x="14782" y="2385949"/>
                  </a:lnTo>
                  <a:lnTo>
                    <a:pt x="19050" y="2381631"/>
                  </a:lnTo>
                  <a:lnTo>
                    <a:pt x="19050" y="2371090"/>
                  </a:lnTo>
                  <a:lnTo>
                    <a:pt x="14782" y="2366899"/>
                  </a:lnTo>
                  <a:close/>
                </a:path>
                <a:path w="10424160" h="5213350">
                  <a:moveTo>
                    <a:pt x="14782" y="2328672"/>
                  </a:moveTo>
                  <a:lnTo>
                    <a:pt x="4267" y="2328672"/>
                  </a:lnTo>
                  <a:lnTo>
                    <a:pt x="0" y="2332990"/>
                  </a:lnTo>
                  <a:lnTo>
                    <a:pt x="0" y="2343531"/>
                  </a:lnTo>
                  <a:lnTo>
                    <a:pt x="4267" y="2347849"/>
                  </a:lnTo>
                  <a:lnTo>
                    <a:pt x="14782" y="2347849"/>
                  </a:lnTo>
                  <a:lnTo>
                    <a:pt x="19050" y="2343531"/>
                  </a:lnTo>
                  <a:lnTo>
                    <a:pt x="19050" y="2332990"/>
                  </a:lnTo>
                  <a:lnTo>
                    <a:pt x="14782" y="2328672"/>
                  </a:lnTo>
                  <a:close/>
                </a:path>
                <a:path w="10424160" h="5213350">
                  <a:moveTo>
                    <a:pt x="14782" y="2290572"/>
                  </a:moveTo>
                  <a:lnTo>
                    <a:pt x="4267" y="2290572"/>
                  </a:lnTo>
                  <a:lnTo>
                    <a:pt x="0" y="2294890"/>
                  </a:lnTo>
                  <a:lnTo>
                    <a:pt x="0" y="2305431"/>
                  </a:lnTo>
                  <a:lnTo>
                    <a:pt x="4267" y="2309622"/>
                  </a:lnTo>
                  <a:lnTo>
                    <a:pt x="14782" y="2309622"/>
                  </a:lnTo>
                  <a:lnTo>
                    <a:pt x="19050" y="2305431"/>
                  </a:lnTo>
                  <a:lnTo>
                    <a:pt x="19050" y="2294890"/>
                  </a:lnTo>
                  <a:lnTo>
                    <a:pt x="14782" y="2290572"/>
                  </a:lnTo>
                  <a:close/>
                </a:path>
                <a:path w="10424160" h="5213350">
                  <a:moveTo>
                    <a:pt x="14782" y="2252472"/>
                  </a:moveTo>
                  <a:lnTo>
                    <a:pt x="4267" y="2252472"/>
                  </a:lnTo>
                  <a:lnTo>
                    <a:pt x="0" y="2256790"/>
                  </a:lnTo>
                  <a:lnTo>
                    <a:pt x="0" y="2267331"/>
                  </a:lnTo>
                  <a:lnTo>
                    <a:pt x="4267" y="2271522"/>
                  </a:lnTo>
                  <a:lnTo>
                    <a:pt x="14782" y="2271522"/>
                  </a:lnTo>
                  <a:lnTo>
                    <a:pt x="19050" y="2267331"/>
                  </a:lnTo>
                  <a:lnTo>
                    <a:pt x="19050" y="2256790"/>
                  </a:lnTo>
                  <a:lnTo>
                    <a:pt x="14782" y="2252472"/>
                  </a:lnTo>
                  <a:close/>
                </a:path>
                <a:path w="10424160" h="5213350">
                  <a:moveTo>
                    <a:pt x="14782" y="2214372"/>
                  </a:moveTo>
                  <a:lnTo>
                    <a:pt x="4267" y="2214372"/>
                  </a:lnTo>
                  <a:lnTo>
                    <a:pt x="0" y="2218690"/>
                  </a:lnTo>
                  <a:lnTo>
                    <a:pt x="0" y="2229231"/>
                  </a:lnTo>
                  <a:lnTo>
                    <a:pt x="4267" y="2233422"/>
                  </a:lnTo>
                  <a:lnTo>
                    <a:pt x="14782" y="2233422"/>
                  </a:lnTo>
                  <a:lnTo>
                    <a:pt x="19050" y="2229231"/>
                  </a:lnTo>
                  <a:lnTo>
                    <a:pt x="19050" y="2218690"/>
                  </a:lnTo>
                  <a:lnTo>
                    <a:pt x="14782" y="2214372"/>
                  </a:lnTo>
                  <a:close/>
                </a:path>
                <a:path w="10424160" h="5213350">
                  <a:moveTo>
                    <a:pt x="14782" y="2176272"/>
                  </a:moveTo>
                  <a:lnTo>
                    <a:pt x="4267" y="2176272"/>
                  </a:lnTo>
                  <a:lnTo>
                    <a:pt x="0" y="2180463"/>
                  </a:lnTo>
                  <a:lnTo>
                    <a:pt x="0" y="2191004"/>
                  </a:lnTo>
                  <a:lnTo>
                    <a:pt x="4267" y="2195322"/>
                  </a:lnTo>
                  <a:lnTo>
                    <a:pt x="14782" y="2195322"/>
                  </a:lnTo>
                  <a:lnTo>
                    <a:pt x="19050" y="2191004"/>
                  </a:lnTo>
                  <a:lnTo>
                    <a:pt x="19050" y="2180463"/>
                  </a:lnTo>
                  <a:lnTo>
                    <a:pt x="14782" y="2176272"/>
                  </a:lnTo>
                  <a:close/>
                </a:path>
                <a:path w="10424160" h="5213350">
                  <a:moveTo>
                    <a:pt x="14782" y="2138172"/>
                  </a:moveTo>
                  <a:lnTo>
                    <a:pt x="4267" y="2138172"/>
                  </a:lnTo>
                  <a:lnTo>
                    <a:pt x="0" y="2142363"/>
                  </a:lnTo>
                  <a:lnTo>
                    <a:pt x="0" y="2152904"/>
                  </a:lnTo>
                  <a:lnTo>
                    <a:pt x="4267" y="2157222"/>
                  </a:lnTo>
                  <a:lnTo>
                    <a:pt x="14782" y="2157222"/>
                  </a:lnTo>
                  <a:lnTo>
                    <a:pt x="19050" y="2152904"/>
                  </a:lnTo>
                  <a:lnTo>
                    <a:pt x="19050" y="2142363"/>
                  </a:lnTo>
                  <a:lnTo>
                    <a:pt x="14782" y="2138172"/>
                  </a:lnTo>
                  <a:close/>
                </a:path>
                <a:path w="10424160" h="5213350">
                  <a:moveTo>
                    <a:pt x="14782" y="2100072"/>
                  </a:moveTo>
                  <a:lnTo>
                    <a:pt x="4267" y="2100072"/>
                  </a:lnTo>
                  <a:lnTo>
                    <a:pt x="0" y="2104263"/>
                  </a:lnTo>
                  <a:lnTo>
                    <a:pt x="0" y="2114804"/>
                  </a:lnTo>
                  <a:lnTo>
                    <a:pt x="4267" y="2119122"/>
                  </a:lnTo>
                  <a:lnTo>
                    <a:pt x="14782" y="2119122"/>
                  </a:lnTo>
                  <a:lnTo>
                    <a:pt x="19050" y="2114804"/>
                  </a:lnTo>
                  <a:lnTo>
                    <a:pt x="19050" y="2104263"/>
                  </a:lnTo>
                  <a:lnTo>
                    <a:pt x="14782" y="2100072"/>
                  </a:lnTo>
                  <a:close/>
                </a:path>
                <a:path w="10424160" h="5213350">
                  <a:moveTo>
                    <a:pt x="14782" y="2061845"/>
                  </a:moveTo>
                  <a:lnTo>
                    <a:pt x="4267" y="2061845"/>
                  </a:lnTo>
                  <a:lnTo>
                    <a:pt x="0" y="2066163"/>
                  </a:lnTo>
                  <a:lnTo>
                    <a:pt x="0" y="2076704"/>
                  </a:lnTo>
                  <a:lnTo>
                    <a:pt x="4267" y="2081022"/>
                  </a:lnTo>
                  <a:lnTo>
                    <a:pt x="14782" y="2081022"/>
                  </a:lnTo>
                  <a:lnTo>
                    <a:pt x="19050" y="2076704"/>
                  </a:lnTo>
                  <a:lnTo>
                    <a:pt x="19050" y="2066163"/>
                  </a:lnTo>
                  <a:lnTo>
                    <a:pt x="14782" y="2061845"/>
                  </a:lnTo>
                  <a:close/>
                </a:path>
                <a:path w="10424160" h="5213350">
                  <a:moveTo>
                    <a:pt x="14782" y="2023745"/>
                  </a:moveTo>
                  <a:lnTo>
                    <a:pt x="4267" y="2023745"/>
                  </a:lnTo>
                  <a:lnTo>
                    <a:pt x="0" y="2028063"/>
                  </a:lnTo>
                  <a:lnTo>
                    <a:pt x="0" y="2038604"/>
                  </a:lnTo>
                  <a:lnTo>
                    <a:pt x="4267" y="2042795"/>
                  </a:lnTo>
                  <a:lnTo>
                    <a:pt x="14782" y="2042795"/>
                  </a:lnTo>
                  <a:lnTo>
                    <a:pt x="19050" y="2038604"/>
                  </a:lnTo>
                  <a:lnTo>
                    <a:pt x="19050" y="2028063"/>
                  </a:lnTo>
                  <a:lnTo>
                    <a:pt x="14782" y="2023745"/>
                  </a:lnTo>
                  <a:close/>
                </a:path>
                <a:path w="10424160" h="5213350">
                  <a:moveTo>
                    <a:pt x="14782" y="1985645"/>
                  </a:moveTo>
                  <a:lnTo>
                    <a:pt x="4267" y="1985645"/>
                  </a:lnTo>
                  <a:lnTo>
                    <a:pt x="0" y="1989963"/>
                  </a:lnTo>
                  <a:lnTo>
                    <a:pt x="0" y="2000504"/>
                  </a:lnTo>
                  <a:lnTo>
                    <a:pt x="4267" y="2004695"/>
                  </a:lnTo>
                  <a:lnTo>
                    <a:pt x="14782" y="2004695"/>
                  </a:lnTo>
                  <a:lnTo>
                    <a:pt x="19050" y="2000504"/>
                  </a:lnTo>
                  <a:lnTo>
                    <a:pt x="19050" y="1989963"/>
                  </a:lnTo>
                  <a:lnTo>
                    <a:pt x="14782" y="1985645"/>
                  </a:lnTo>
                  <a:close/>
                </a:path>
                <a:path w="10424160" h="5213350">
                  <a:moveTo>
                    <a:pt x="14782" y="1947545"/>
                  </a:moveTo>
                  <a:lnTo>
                    <a:pt x="4267" y="1947545"/>
                  </a:lnTo>
                  <a:lnTo>
                    <a:pt x="0" y="1951736"/>
                  </a:lnTo>
                  <a:lnTo>
                    <a:pt x="0" y="1962277"/>
                  </a:lnTo>
                  <a:lnTo>
                    <a:pt x="4267" y="1966595"/>
                  </a:lnTo>
                  <a:lnTo>
                    <a:pt x="14782" y="1966595"/>
                  </a:lnTo>
                  <a:lnTo>
                    <a:pt x="19050" y="1962277"/>
                  </a:lnTo>
                  <a:lnTo>
                    <a:pt x="19050" y="1951736"/>
                  </a:lnTo>
                  <a:lnTo>
                    <a:pt x="14782" y="1947545"/>
                  </a:lnTo>
                  <a:close/>
                </a:path>
                <a:path w="10424160" h="5213350">
                  <a:moveTo>
                    <a:pt x="14782" y="1909445"/>
                  </a:moveTo>
                  <a:lnTo>
                    <a:pt x="4267" y="1909445"/>
                  </a:lnTo>
                  <a:lnTo>
                    <a:pt x="0" y="1913636"/>
                  </a:lnTo>
                  <a:lnTo>
                    <a:pt x="0" y="1924177"/>
                  </a:lnTo>
                  <a:lnTo>
                    <a:pt x="4267" y="1928495"/>
                  </a:lnTo>
                  <a:lnTo>
                    <a:pt x="14782" y="1928495"/>
                  </a:lnTo>
                  <a:lnTo>
                    <a:pt x="19050" y="1924177"/>
                  </a:lnTo>
                  <a:lnTo>
                    <a:pt x="19050" y="1913636"/>
                  </a:lnTo>
                  <a:lnTo>
                    <a:pt x="14782" y="1909445"/>
                  </a:lnTo>
                  <a:close/>
                </a:path>
                <a:path w="10424160" h="5213350">
                  <a:moveTo>
                    <a:pt x="14782" y="1871345"/>
                  </a:moveTo>
                  <a:lnTo>
                    <a:pt x="4267" y="1871345"/>
                  </a:lnTo>
                  <a:lnTo>
                    <a:pt x="0" y="1875536"/>
                  </a:lnTo>
                  <a:lnTo>
                    <a:pt x="0" y="1886077"/>
                  </a:lnTo>
                  <a:lnTo>
                    <a:pt x="4267" y="1890395"/>
                  </a:lnTo>
                  <a:lnTo>
                    <a:pt x="14782" y="1890395"/>
                  </a:lnTo>
                  <a:lnTo>
                    <a:pt x="19050" y="1886077"/>
                  </a:lnTo>
                  <a:lnTo>
                    <a:pt x="19050" y="1875536"/>
                  </a:lnTo>
                  <a:lnTo>
                    <a:pt x="14782" y="1871345"/>
                  </a:lnTo>
                  <a:close/>
                </a:path>
                <a:path w="10424160" h="5213350">
                  <a:moveTo>
                    <a:pt x="14782" y="1833118"/>
                  </a:moveTo>
                  <a:lnTo>
                    <a:pt x="4267" y="1833118"/>
                  </a:lnTo>
                  <a:lnTo>
                    <a:pt x="0" y="1837436"/>
                  </a:lnTo>
                  <a:lnTo>
                    <a:pt x="0" y="1847977"/>
                  </a:lnTo>
                  <a:lnTo>
                    <a:pt x="4267" y="1852295"/>
                  </a:lnTo>
                  <a:lnTo>
                    <a:pt x="14782" y="1852295"/>
                  </a:lnTo>
                  <a:lnTo>
                    <a:pt x="19050" y="1847977"/>
                  </a:lnTo>
                  <a:lnTo>
                    <a:pt x="19050" y="1837436"/>
                  </a:lnTo>
                  <a:lnTo>
                    <a:pt x="14782" y="1833118"/>
                  </a:lnTo>
                  <a:close/>
                </a:path>
                <a:path w="10424160" h="5213350">
                  <a:moveTo>
                    <a:pt x="14782" y="1795018"/>
                  </a:moveTo>
                  <a:lnTo>
                    <a:pt x="4267" y="1795018"/>
                  </a:lnTo>
                  <a:lnTo>
                    <a:pt x="0" y="1799336"/>
                  </a:lnTo>
                  <a:lnTo>
                    <a:pt x="0" y="1809877"/>
                  </a:lnTo>
                  <a:lnTo>
                    <a:pt x="4267" y="1814068"/>
                  </a:lnTo>
                  <a:lnTo>
                    <a:pt x="14782" y="1814068"/>
                  </a:lnTo>
                  <a:lnTo>
                    <a:pt x="19050" y="1809877"/>
                  </a:lnTo>
                  <a:lnTo>
                    <a:pt x="19050" y="1799336"/>
                  </a:lnTo>
                  <a:lnTo>
                    <a:pt x="14782" y="1795018"/>
                  </a:lnTo>
                  <a:close/>
                </a:path>
                <a:path w="10424160" h="5213350">
                  <a:moveTo>
                    <a:pt x="14782" y="1756918"/>
                  </a:moveTo>
                  <a:lnTo>
                    <a:pt x="4267" y="1756918"/>
                  </a:lnTo>
                  <a:lnTo>
                    <a:pt x="0" y="1761236"/>
                  </a:lnTo>
                  <a:lnTo>
                    <a:pt x="0" y="1771777"/>
                  </a:lnTo>
                  <a:lnTo>
                    <a:pt x="4267" y="1775968"/>
                  </a:lnTo>
                  <a:lnTo>
                    <a:pt x="14782" y="1775968"/>
                  </a:lnTo>
                  <a:lnTo>
                    <a:pt x="19050" y="1771777"/>
                  </a:lnTo>
                  <a:lnTo>
                    <a:pt x="19050" y="1761236"/>
                  </a:lnTo>
                  <a:lnTo>
                    <a:pt x="14782" y="1756918"/>
                  </a:lnTo>
                  <a:close/>
                </a:path>
                <a:path w="10424160" h="5213350">
                  <a:moveTo>
                    <a:pt x="14782" y="1718818"/>
                  </a:moveTo>
                  <a:lnTo>
                    <a:pt x="4267" y="1718818"/>
                  </a:lnTo>
                  <a:lnTo>
                    <a:pt x="0" y="1723136"/>
                  </a:lnTo>
                  <a:lnTo>
                    <a:pt x="0" y="1733677"/>
                  </a:lnTo>
                  <a:lnTo>
                    <a:pt x="4267" y="1737868"/>
                  </a:lnTo>
                  <a:lnTo>
                    <a:pt x="14782" y="1737868"/>
                  </a:lnTo>
                  <a:lnTo>
                    <a:pt x="19050" y="1733677"/>
                  </a:lnTo>
                  <a:lnTo>
                    <a:pt x="19050" y="1723136"/>
                  </a:lnTo>
                  <a:lnTo>
                    <a:pt x="14782" y="1718818"/>
                  </a:lnTo>
                  <a:close/>
                </a:path>
                <a:path w="10424160" h="5213350">
                  <a:moveTo>
                    <a:pt x="14782" y="1680718"/>
                  </a:moveTo>
                  <a:lnTo>
                    <a:pt x="4267" y="1680718"/>
                  </a:lnTo>
                  <a:lnTo>
                    <a:pt x="0" y="1684909"/>
                  </a:lnTo>
                  <a:lnTo>
                    <a:pt x="0" y="1695450"/>
                  </a:lnTo>
                  <a:lnTo>
                    <a:pt x="4267" y="1699768"/>
                  </a:lnTo>
                  <a:lnTo>
                    <a:pt x="14782" y="1699768"/>
                  </a:lnTo>
                  <a:lnTo>
                    <a:pt x="19050" y="1695450"/>
                  </a:lnTo>
                  <a:lnTo>
                    <a:pt x="19050" y="1684909"/>
                  </a:lnTo>
                  <a:lnTo>
                    <a:pt x="14782" y="1680718"/>
                  </a:lnTo>
                  <a:close/>
                </a:path>
                <a:path w="10424160" h="5213350">
                  <a:moveTo>
                    <a:pt x="14782" y="1642618"/>
                  </a:moveTo>
                  <a:lnTo>
                    <a:pt x="4267" y="1642618"/>
                  </a:lnTo>
                  <a:lnTo>
                    <a:pt x="0" y="1646809"/>
                  </a:lnTo>
                  <a:lnTo>
                    <a:pt x="0" y="1657350"/>
                  </a:lnTo>
                  <a:lnTo>
                    <a:pt x="4267" y="1661668"/>
                  </a:lnTo>
                  <a:lnTo>
                    <a:pt x="14782" y="1661668"/>
                  </a:lnTo>
                  <a:lnTo>
                    <a:pt x="19050" y="1657350"/>
                  </a:lnTo>
                  <a:lnTo>
                    <a:pt x="19050" y="1646809"/>
                  </a:lnTo>
                  <a:lnTo>
                    <a:pt x="14782" y="1642618"/>
                  </a:lnTo>
                  <a:close/>
                </a:path>
                <a:path w="10424160" h="5213350">
                  <a:moveTo>
                    <a:pt x="14782" y="1604518"/>
                  </a:moveTo>
                  <a:lnTo>
                    <a:pt x="4267" y="1604518"/>
                  </a:lnTo>
                  <a:lnTo>
                    <a:pt x="0" y="1608709"/>
                  </a:lnTo>
                  <a:lnTo>
                    <a:pt x="0" y="1619250"/>
                  </a:lnTo>
                  <a:lnTo>
                    <a:pt x="4267" y="1623568"/>
                  </a:lnTo>
                  <a:lnTo>
                    <a:pt x="14782" y="1623568"/>
                  </a:lnTo>
                  <a:lnTo>
                    <a:pt x="19050" y="1619250"/>
                  </a:lnTo>
                  <a:lnTo>
                    <a:pt x="19050" y="1608709"/>
                  </a:lnTo>
                  <a:lnTo>
                    <a:pt x="14782" y="1604518"/>
                  </a:lnTo>
                  <a:close/>
                </a:path>
                <a:path w="10424160" h="5213350">
                  <a:moveTo>
                    <a:pt x="14782" y="1566291"/>
                  </a:moveTo>
                  <a:lnTo>
                    <a:pt x="4267" y="1566291"/>
                  </a:lnTo>
                  <a:lnTo>
                    <a:pt x="0" y="1570609"/>
                  </a:lnTo>
                  <a:lnTo>
                    <a:pt x="0" y="1581150"/>
                  </a:lnTo>
                  <a:lnTo>
                    <a:pt x="4267" y="1585468"/>
                  </a:lnTo>
                  <a:lnTo>
                    <a:pt x="14782" y="1585468"/>
                  </a:lnTo>
                  <a:lnTo>
                    <a:pt x="19050" y="1581150"/>
                  </a:lnTo>
                  <a:lnTo>
                    <a:pt x="19050" y="1570609"/>
                  </a:lnTo>
                  <a:lnTo>
                    <a:pt x="14782" y="1566291"/>
                  </a:lnTo>
                  <a:close/>
                </a:path>
                <a:path w="10424160" h="5213350">
                  <a:moveTo>
                    <a:pt x="14782" y="1528191"/>
                  </a:moveTo>
                  <a:lnTo>
                    <a:pt x="4267" y="1528191"/>
                  </a:lnTo>
                  <a:lnTo>
                    <a:pt x="0" y="1532509"/>
                  </a:lnTo>
                  <a:lnTo>
                    <a:pt x="0" y="1543050"/>
                  </a:lnTo>
                  <a:lnTo>
                    <a:pt x="4267" y="1547241"/>
                  </a:lnTo>
                  <a:lnTo>
                    <a:pt x="14782" y="1547241"/>
                  </a:lnTo>
                  <a:lnTo>
                    <a:pt x="19050" y="1543050"/>
                  </a:lnTo>
                  <a:lnTo>
                    <a:pt x="19050" y="1532509"/>
                  </a:lnTo>
                  <a:lnTo>
                    <a:pt x="14782" y="1528191"/>
                  </a:lnTo>
                  <a:close/>
                </a:path>
                <a:path w="10424160" h="5213350">
                  <a:moveTo>
                    <a:pt x="14782" y="1490091"/>
                  </a:moveTo>
                  <a:lnTo>
                    <a:pt x="4267" y="1490091"/>
                  </a:lnTo>
                  <a:lnTo>
                    <a:pt x="0" y="1494409"/>
                  </a:lnTo>
                  <a:lnTo>
                    <a:pt x="0" y="1504950"/>
                  </a:lnTo>
                  <a:lnTo>
                    <a:pt x="4267" y="1509141"/>
                  </a:lnTo>
                  <a:lnTo>
                    <a:pt x="14782" y="1509141"/>
                  </a:lnTo>
                  <a:lnTo>
                    <a:pt x="19050" y="1504950"/>
                  </a:lnTo>
                  <a:lnTo>
                    <a:pt x="19050" y="1494409"/>
                  </a:lnTo>
                  <a:lnTo>
                    <a:pt x="14782" y="1490091"/>
                  </a:lnTo>
                  <a:close/>
                </a:path>
                <a:path w="10424160" h="5213350">
                  <a:moveTo>
                    <a:pt x="14782" y="1451991"/>
                  </a:moveTo>
                  <a:lnTo>
                    <a:pt x="4267" y="1451991"/>
                  </a:lnTo>
                  <a:lnTo>
                    <a:pt x="0" y="1456309"/>
                  </a:lnTo>
                  <a:lnTo>
                    <a:pt x="0" y="1466850"/>
                  </a:lnTo>
                  <a:lnTo>
                    <a:pt x="4267" y="1471041"/>
                  </a:lnTo>
                  <a:lnTo>
                    <a:pt x="14782" y="1471041"/>
                  </a:lnTo>
                  <a:lnTo>
                    <a:pt x="19050" y="1466850"/>
                  </a:lnTo>
                  <a:lnTo>
                    <a:pt x="19050" y="1456309"/>
                  </a:lnTo>
                  <a:lnTo>
                    <a:pt x="14782" y="1451991"/>
                  </a:lnTo>
                  <a:close/>
                </a:path>
                <a:path w="10424160" h="5213350">
                  <a:moveTo>
                    <a:pt x="14782" y="1413891"/>
                  </a:moveTo>
                  <a:lnTo>
                    <a:pt x="4267" y="1413891"/>
                  </a:lnTo>
                  <a:lnTo>
                    <a:pt x="0" y="1418082"/>
                  </a:lnTo>
                  <a:lnTo>
                    <a:pt x="0" y="1428623"/>
                  </a:lnTo>
                  <a:lnTo>
                    <a:pt x="4267" y="1432941"/>
                  </a:lnTo>
                  <a:lnTo>
                    <a:pt x="14782" y="1432941"/>
                  </a:lnTo>
                  <a:lnTo>
                    <a:pt x="19050" y="1428623"/>
                  </a:lnTo>
                  <a:lnTo>
                    <a:pt x="19050" y="1418082"/>
                  </a:lnTo>
                  <a:lnTo>
                    <a:pt x="14782" y="1413891"/>
                  </a:lnTo>
                  <a:close/>
                </a:path>
                <a:path w="10424160" h="5213350">
                  <a:moveTo>
                    <a:pt x="14782" y="1375791"/>
                  </a:moveTo>
                  <a:lnTo>
                    <a:pt x="4267" y="1375791"/>
                  </a:lnTo>
                  <a:lnTo>
                    <a:pt x="0" y="1379982"/>
                  </a:lnTo>
                  <a:lnTo>
                    <a:pt x="0" y="1390523"/>
                  </a:lnTo>
                  <a:lnTo>
                    <a:pt x="4267" y="1394841"/>
                  </a:lnTo>
                  <a:lnTo>
                    <a:pt x="14782" y="1394841"/>
                  </a:lnTo>
                  <a:lnTo>
                    <a:pt x="19050" y="1390523"/>
                  </a:lnTo>
                  <a:lnTo>
                    <a:pt x="19050" y="1379982"/>
                  </a:lnTo>
                  <a:lnTo>
                    <a:pt x="14782" y="1375791"/>
                  </a:lnTo>
                  <a:close/>
                </a:path>
                <a:path w="10424160" h="5213350">
                  <a:moveTo>
                    <a:pt x="14782" y="1337691"/>
                  </a:moveTo>
                  <a:lnTo>
                    <a:pt x="4267" y="1337691"/>
                  </a:lnTo>
                  <a:lnTo>
                    <a:pt x="0" y="1341882"/>
                  </a:lnTo>
                  <a:lnTo>
                    <a:pt x="0" y="1352423"/>
                  </a:lnTo>
                  <a:lnTo>
                    <a:pt x="4267" y="1356741"/>
                  </a:lnTo>
                  <a:lnTo>
                    <a:pt x="14782" y="1356741"/>
                  </a:lnTo>
                  <a:lnTo>
                    <a:pt x="19050" y="1352423"/>
                  </a:lnTo>
                  <a:lnTo>
                    <a:pt x="19050" y="1341882"/>
                  </a:lnTo>
                  <a:lnTo>
                    <a:pt x="14782" y="1337691"/>
                  </a:lnTo>
                  <a:close/>
                </a:path>
                <a:path w="10424160" h="5213350">
                  <a:moveTo>
                    <a:pt x="14782" y="1299464"/>
                  </a:moveTo>
                  <a:lnTo>
                    <a:pt x="4267" y="1299464"/>
                  </a:lnTo>
                  <a:lnTo>
                    <a:pt x="0" y="1303782"/>
                  </a:lnTo>
                  <a:lnTo>
                    <a:pt x="0" y="1314323"/>
                  </a:lnTo>
                  <a:lnTo>
                    <a:pt x="4267" y="1318641"/>
                  </a:lnTo>
                  <a:lnTo>
                    <a:pt x="14782" y="1318641"/>
                  </a:lnTo>
                  <a:lnTo>
                    <a:pt x="19050" y="1314323"/>
                  </a:lnTo>
                  <a:lnTo>
                    <a:pt x="19050" y="1309116"/>
                  </a:lnTo>
                  <a:lnTo>
                    <a:pt x="6350" y="1309116"/>
                  </a:lnTo>
                  <a:lnTo>
                    <a:pt x="6350" y="1308989"/>
                  </a:lnTo>
                  <a:lnTo>
                    <a:pt x="19050" y="1308989"/>
                  </a:lnTo>
                  <a:lnTo>
                    <a:pt x="19050" y="1303782"/>
                  </a:lnTo>
                  <a:lnTo>
                    <a:pt x="14782" y="1299464"/>
                  </a:lnTo>
                  <a:close/>
                </a:path>
                <a:path w="10424160" h="5213350">
                  <a:moveTo>
                    <a:pt x="19050" y="1308989"/>
                  </a:moveTo>
                  <a:lnTo>
                    <a:pt x="12700" y="1308989"/>
                  </a:lnTo>
                  <a:lnTo>
                    <a:pt x="12700" y="1309116"/>
                  </a:lnTo>
                  <a:lnTo>
                    <a:pt x="19050" y="1309116"/>
                  </a:lnTo>
                  <a:lnTo>
                    <a:pt x="19050" y="1308989"/>
                  </a:lnTo>
                  <a:close/>
                </a:path>
                <a:path w="10424160" h="5213350">
                  <a:moveTo>
                    <a:pt x="14782" y="1261364"/>
                  </a:moveTo>
                  <a:lnTo>
                    <a:pt x="4267" y="1261364"/>
                  </a:lnTo>
                  <a:lnTo>
                    <a:pt x="0" y="1265682"/>
                  </a:lnTo>
                  <a:lnTo>
                    <a:pt x="0" y="1276223"/>
                  </a:lnTo>
                  <a:lnTo>
                    <a:pt x="4267" y="1280414"/>
                  </a:lnTo>
                  <a:lnTo>
                    <a:pt x="14782" y="1280414"/>
                  </a:lnTo>
                  <a:lnTo>
                    <a:pt x="19050" y="1276223"/>
                  </a:lnTo>
                  <a:lnTo>
                    <a:pt x="19050" y="1265682"/>
                  </a:lnTo>
                  <a:lnTo>
                    <a:pt x="14782" y="1261364"/>
                  </a:lnTo>
                  <a:close/>
                </a:path>
                <a:path w="10424160" h="5213350">
                  <a:moveTo>
                    <a:pt x="14782" y="1223264"/>
                  </a:moveTo>
                  <a:lnTo>
                    <a:pt x="4267" y="1223264"/>
                  </a:lnTo>
                  <a:lnTo>
                    <a:pt x="0" y="1227582"/>
                  </a:lnTo>
                  <a:lnTo>
                    <a:pt x="0" y="1238123"/>
                  </a:lnTo>
                  <a:lnTo>
                    <a:pt x="4267" y="1242314"/>
                  </a:lnTo>
                  <a:lnTo>
                    <a:pt x="14782" y="1242314"/>
                  </a:lnTo>
                  <a:lnTo>
                    <a:pt x="19050" y="1238123"/>
                  </a:lnTo>
                  <a:lnTo>
                    <a:pt x="19050" y="1227582"/>
                  </a:lnTo>
                  <a:lnTo>
                    <a:pt x="14782" y="1223264"/>
                  </a:lnTo>
                  <a:close/>
                </a:path>
                <a:path w="10424160" h="5213350">
                  <a:moveTo>
                    <a:pt x="14782" y="1185164"/>
                  </a:moveTo>
                  <a:lnTo>
                    <a:pt x="4267" y="1185164"/>
                  </a:lnTo>
                  <a:lnTo>
                    <a:pt x="0" y="1189355"/>
                  </a:lnTo>
                  <a:lnTo>
                    <a:pt x="0" y="1199896"/>
                  </a:lnTo>
                  <a:lnTo>
                    <a:pt x="4267" y="1204214"/>
                  </a:lnTo>
                  <a:lnTo>
                    <a:pt x="14782" y="1204214"/>
                  </a:lnTo>
                  <a:lnTo>
                    <a:pt x="19050" y="1199896"/>
                  </a:lnTo>
                  <a:lnTo>
                    <a:pt x="19050" y="1189355"/>
                  </a:lnTo>
                  <a:lnTo>
                    <a:pt x="14782" y="1185164"/>
                  </a:lnTo>
                  <a:close/>
                </a:path>
                <a:path w="10424160" h="5213350">
                  <a:moveTo>
                    <a:pt x="14782" y="1147064"/>
                  </a:moveTo>
                  <a:lnTo>
                    <a:pt x="4267" y="1147064"/>
                  </a:lnTo>
                  <a:lnTo>
                    <a:pt x="0" y="1151255"/>
                  </a:lnTo>
                  <a:lnTo>
                    <a:pt x="0" y="1161796"/>
                  </a:lnTo>
                  <a:lnTo>
                    <a:pt x="4267" y="1166114"/>
                  </a:lnTo>
                  <a:lnTo>
                    <a:pt x="14782" y="1166114"/>
                  </a:lnTo>
                  <a:lnTo>
                    <a:pt x="19050" y="1161796"/>
                  </a:lnTo>
                  <a:lnTo>
                    <a:pt x="19050" y="1151255"/>
                  </a:lnTo>
                  <a:lnTo>
                    <a:pt x="14782" y="1147064"/>
                  </a:lnTo>
                  <a:close/>
                </a:path>
                <a:path w="10424160" h="5213350">
                  <a:moveTo>
                    <a:pt x="14782" y="1108964"/>
                  </a:moveTo>
                  <a:lnTo>
                    <a:pt x="4267" y="1108964"/>
                  </a:lnTo>
                  <a:lnTo>
                    <a:pt x="0" y="1113155"/>
                  </a:lnTo>
                  <a:lnTo>
                    <a:pt x="0" y="1123696"/>
                  </a:lnTo>
                  <a:lnTo>
                    <a:pt x="4267" y="1128014"/>
                  </a:lnTo>
                  <a:lnTo>
                    <a:pt x="14782" y="1128014"/>
                  </a:lnTo>
                  <a:lnTo>
                    <a:pt x="19050" y="1123696"/>
                  </a:lnTo>
                  <a:lnTo>
                    <a:pt x="19050" y="1113155"/>
                  </a:lnTo>
                  <a:lnTo>
                    <a:pt x="14782" y="1108964"/>
                  </a:lnTo>
                  <a:close/>
                </a:path>
                <a:path w="10424160" h="5213350">
                  <a:moveTo>
                    <a:pt x="14782" y="1070737"/>
                  </a:moveTo>
                  <a:lnTo>
                    <a:pt x="4267" y="1070737"/>
                  </a:lnTo>
                  <a:lnTo>
                    <a:pt x="0" y="1075055"/>
                  </a:lnTo>
                  <a:lnTo>
                    <a:pt x="0" y="1085596"/>
                  </a:lnTo>
                  <a:lnTo>
                    <a:pt x="4267" y="1089914"/>
                  </a:lnTo>
                  <a:lnTo>
                    <a:pt x="14782" y="1089914"/>
                  </a:lnTo>
                  <a:lnTo>
                    <a:pt x="19050" y="1085596"/>
                  </a:lnTo>
                  <a:lnTo>
                    <a:pt x="19050" y="1075055"/>
                  </a:lnTo>
                  <a:lnTo>
                    <a:pt x="14782" y="1070737"/>
                  </a:lnTo>
                  <a:close/>
                </a:path>
                <a:path w="10424160" h="5213350">
                  <a:moveTo>
                    <a:pt x="14782" y="1032637"/>
                  </a:moveTo>
                  <a:lnTo>
                    <a:pt x="4267" y="1032637"/>
                  </a:lnTo>
                  <a:lnTo>
                    <a:pt x="0" y="1036955"/>
                  </a:lnTo>
                  <a:lnTo>
                    <a:pt x="0" y="1047496"/>
                  </a:lnTo>
                  <a:lnTo>
                    <a:pt x="4267" y="1051687"/>
                  </a:lnTo>
                  <a:lnTo>
                    <a:pt x="14782" y="1051687"/>
                  </a:lnTo>
                  <a:lnTo>
                    <a:pt x="19050" y="1047496"/>
                  </a:lnTo>
                  <a:lnTo>
                    <a:pt x="19050" y="1036955"/>
                  </a:lnTo>
                  <a:lnTo>
                    <a:pt x="14782" y="1032637"/>
                  </a:lnTo>
                  <a:close/>
                </a:path>
                <a:path w="10424160" h="5213350">
                  <a:moveTo>
                    <a:pt x="14782" y="994537"/>
                  </a:moveTo>
                  <a:lnTo>
                    <a:pt x="4267" y="994537"/>
                  </a:lnTo>
                  <a:lnTo>
                    <a:pt x="0" y="998855"/>
                  </a:lnTo>
                  <a:lnTo>
                    <a:pt x="0" y="1009396"/>
                  </a:lnTo>
                  <a:lnTo>
                    <a:pt x="4267" y="1013587"/>
                  </a:lnTo>
                  <a:lnTo>
                    <a:pt x="14782" y="1013587"/>
                  </a:lnTo>
                  <a:lnTo>
                    <a:pt x="19050" y="1009396"/>
                  </a:lnTo>
                  <a:lnTo>
                    <a:pt x="19050" y="998855"/>
                  </a:lnTo>
                  <a:lnTo>
                    <a:pt x="14782" y="994537"/>
                  </a:lnTo>
                  <a:close/>
                </a:path>
                <a:path w="10424160" h="5213350">
                  <a:moveTo>
                    <a:pt x="14782" y="956437"/>
                  </a:moveTo>
                  <a:lnTo>
                    <a:pt x="4267" y="956437"/>
                  </a:lnTo>
                  <a:lnTo>
                    <a:pt x="0" y="960755"/>
                  </a:lnTo>
                  <a:lnTo>
                    <a:pt x="0" y="971296"/>
                  </a:lnTo>
                  <a:lnTo>
                    <a:pt x="4267" y="975487"/>
                  </a:lnTo>
                  <a:lnTo>
                    <a:pt x="14782" y="975487"/>
                  </a:lnTo>
                  <a:lnTo>
                    <a:pt x="19050" y="971296"/>
                  </a:lnTo>
                  <a:lnTo>
                    <a:pt x="19050" y="960755"/>
                  </a:lnTo>
                  <a:lnTo>
                    <a:pt x="14782" y="956437"/>
                  </a:lnTo>
                  <a:close/>
                </a:path>
                <a:path w="10424160" h="5213350">
                  <a:moveTo>
                    <a:pt x="14782" y="918337"/>
                  </a:moveTo>
                  <a:lnTo>
                    <a:pt x="4267" y="918337"/>
                  </a:lnTo>
                  <a:lnTo>
                    <a:pt x="0" y="922528"/>
                  </a:lnTo>
                  <a:lnTo>
                    <a:pt x="0" y="933069"/>
                  </a:lnTo>
                  <a:lnTo>
                    <a:pt x="4267" y="937387"/>
                  </a:lnTo>
                  <a:lnTo>
                    <a:pt x="14782" y="937387"/>
                  </a:lnTo>
                  <a:lnTo>
                    <a:pt x="19050" y="933069"/>
                  </a:lnTo>
                  <a:lnTo>
                    <a:pt x="19050" y="922528"/>
                  </a:lnTo>
                  <a:lnTo>
                    <a:pt x="14782" y="918337"/>
                  </a:lnTo>
                  <a:close/>
                </a:path>
                <a:path w="10424160" h="5213350">
                  <a:moveTo>
                    <a:pt x="14782" y="880237"/>
                  </a:moveTo>
                  <a:lnTo>
                    <a:pt x="4267" y="880237"/>
                  </a:lnTo>
                  <a:lnTo>
                    <a:pt x="0" y="884428"/>
                  </a:lnTo>
                  <a:lnTo>
                    <a:pt x="0" y="894969"/>
                  </a:lnTo>
                  <a:lnTo>
                    <a:pt x="4267" y="899287"/>
                  </a:lnTo>
                  <a:lnTo>
                    <a:pt x="14782" y="899287"/>
                  </a:lnTo>
                  <a:lnTo>
                    <a:pt x="19050" y="894969"/>
                  </a:lnTo>
                  <a:lnTo>
                    <a:pt x="19050" y="884428"/>
                  </a:lnTo>
                  <a:lnTo>
                    <a:pt x="14782" y="880237"/>
                  </a:lnTo>
                  <a:close/>
                </a:path>
                <a:path w="10424160" h="5213350">
                  <a:moveTo>
                    <a:pt x="14782" y="842137"/>
                  </a:moveTo>
                  <a:lnTo>
                    <a:pt x="4267" y="842137"/>
                  </a:lnTo>
                  <a:lnTo>
                    <a:pt x="0" y="846328"/>
                  </a:lnTo>
                  <a:lnTo>
                    <a:pt x="0" y="856869"/>
                  </a:lnTo>
                  <a:lnTo>
                    <a:pt x="4267" y="861187"/>
                  </a:lnTo>
                  <a:lnTo>
                    <a:pt x="14782" y="861187"/>
                  </a:lnTo>
                  <a:lnTo>
                    <a:pt x="19050" y="856869"/>
                  </a:lnTo>
                  <a:lnTo>
                    <a:pt x="19050" y="846328"/>
                  </a:lnTo>
                  <a:lnTo>
                    <a:pt x="14782" y="842137"/>
                  </a:lnTo>
                  <a:close/>
                </a:path>
                <a:path w="10424160" h="5213350">
                  <a:moveTo>
                    <a:pt x="14782" y="803910"/>
                  </a:moveTo>
                  <a:lnTo>
                    <a:pt x="4267" y="803910"/>
                  </a:lnTo>
                  <a:lnTo>
                    <a:pt x="0" y="808228"/>
                  </a:lnTo>
                  <a:lnTo>
                    <a:pt x="0" y="818769"/>
                  </a:lnTo>
                  <a:lnTo>
                    <a:pt x="4267" y="823087"/>
                  </a:lnTo>
                  <a:lnTo>
                    <a:pt x="14782" y="823087"/>
                  </a:lnTo>
                  <a:lnTo>
                    <a:pt x="19050" y="818769"/>
                  </a:lnTo>
                  <a:lnTo>
                    <a:pt x="19050" y="808228"/>
                  </a:lnTo>
                  <a:lnTo>
                    <a:pt x="14782" y="803910"/>
                  </a:lnTo>
                  <a:close/>
                </a:path>
                <a:path w="10424160" h="5213350">
                  <a:moveTo>
                    <a:pt x="14782" y="765810"/>
                  </a:moveTo>
                  <a:lnTo>
                    <a:pt x="4267" y="765810"/>
                  </a:lnTo>
                  <a:lnTo>
                    <a:pt x="0" y="770128"/>
                  </a:lnTo>
                  <a:lnTo>
                    <a:pt x="0" y="780669"/>
                  </a:lnTo>
                  <a:lnTo>
                    <a:pt x="4267" y="784860"/>
                  </a:lnTo>
                  <a:lnTo>
                    <a:pt x="14782" y="784860"/>
                  </a:lnTo>
                  <a:lnTo>
                    <a:pt x="19050" y="780669"/>
                  </a:lnTo>
                  <a:lnTo>
                    <a:pt x="19050" y="770128"/>
                  </a:lnTo>
                  <a:lnTo>
                    <a:pt x="14782" y="765810"/>
                  </a:lnTo>
                  <a:close/>
                </a:path>
                <a:path w="10424160" h="5213350">
                  <a:moveTo>
                    <a:pt x="14782" y="727710"/>
                  </a:moveTo>
                  <a:lnTo>
                    <a:pt x="4267" y="727710"/>
                  </a:lnTo>
                  <a:lnTo>
                    <a:pt x="0" y="732028"/>
                  </a:lnTo>
                  <a:lnTo>
                    <a:pt x="0" y="742569"/>
                  </a:lnTo>
                  <a:lnTo>
                    <a:pt x="4267" y="746760"/>
                  </a:lnTo>
                  <a:lnTo>
                    <a:pt x="14782" y="746760"/>
                  </a:lnTo>
                  <a:lnTo>
                    <a:pt x="19050" y="742569"/>
                  </a:lnTo>
                  <a:lnTo>
                    <a:pt x="19050" y="732028"/>
                  </a:lnTo>
                  <a:lnTo>
                    <a:pt x="14782" y="727710"/>
                  </a:lnTo>
                  <a:close/>
                </a:path>
                <a:path w="10424160" h="5213350">
                  <a:moveTo>
                    <a:pt x="14782" y="689610"/>
                  </a:moveTo>
                  <a:lnTo>
                    <a:pt x="4267" y="689610"/>
                  </a:lnTo>
                  <a:lnTo>
                    <a:pt x="0" y="693928"/>
                  </a:lnTo>
                  <a:lnTo>
                    <a:pt x="0" y="704469"/>
                  </a:lnTo>
                  <a:lnTo>
                    <a:pt x="4267" y="708660"/>
                  </a:lnTo>
                  <a:lnTo>
                    <a:pt x="14782" y="708660"/>
                  </a:lnTo>
                  <a:lnTo>
                    <a:pt x="19050" y="704469"/>
                  </a:lnTo>
                  <a:lnTo>
                    <a:pt x="19050" y="693928"/>
                  </a:lnTo>
                  <a:lnTo>
                    <a:pt x="14782" y="689610"/>
                  </a:lnTo>
                  <a:close/>
                </a:path>
                <a:path w="10424160" h="5213350">
                  <a:moveTo>
                    <a:pt x="14782" y="651510"/>
                  </a:moveTo>
                  <a:lnTo>
                    <a:pt x="4267" y="651510"/>
                  </a:lnTo>
                  <a:lnTo>
                    <a:pt x="0" y="655701"/>
                  </a:lnTo>
                  <a:lnTo>
                    <a:pt x="0" y="666242"/>
                  </a:lnTo>
                  <a:lnTo>
                    <a:pt x="4267" y="670560"/>
                  </a:lnTo>
                  <a:lnTo>
                    <a:pt x="14782" y="670560"/>
                  </a:lnTo>
                  <a:lnTo>
                    <a:pt x="19050" y="666242"/>
                  </a:lnTo>
                  <a:lnTo>
                    <a:pt x="19050" y="655701"/>
                  </a:lnTo>
                  <a:lnTo>
                    <a:pt x="14782" y="651510"/>
                  </a:lnTo>
                  <a:close/>
                </a:path>
                <a:path w="10424160" h="5213350">
                  <a:moveTo>
                    <a:pt x="14782" y="613410"/>
                  </a:moveTo>
                  <a:lnTo>
                    <a:pt x="4267" y="613410"/>
                  </a:lnTo>
                  <a:lnTo>
                    <a:pt x="0" y="617601"/>
                  </a:lnTo>
                  <a:lnTo>
                    <a:pt x="0" y="628142"/>
                  </a:lnTo>
                  <a:lnTo>
                    <a:pt x="4267" y="632460"/>
                  </a:lnTo>
                  <a:lnTo>
                    <a:pt x="14782" y="632460"/>
                  </a:lnTo>
                  <a:lnTo>
                    <a:pt x="19050" y="628142"/>
                  </a:lnTo>
                  <a:lnTo>
                    <a:pt x="19050" y="617601"/>
                  </a:lnTo>
                  <a:lnTo>
                    <a:pt x="14782" y="613410"/>
                  </a:lnTo>
                  <a:close/>
                </a:path>
                <a:path w="10424160" h="5213350">
                  <a:moveTo>
                    <a:pt x="14782" y="575310"/>
                  </a:moveTo>
                  <a:lnTo>
                    <a:pt x="4267" y="575310"/>
                  </a:lnTo>
                  <a:lnTo>
                    <a:pt x="0" y="579501"/>
                  </a:lnTo>
                  <a:lnTo>
                    <a:pt x="0" y="590042"/>
                  </a:lnTo>
                  <a:lnTo>
                    <a:pt x="4267" y="594360"/>
                  </a:lnTo>
                  <a:lnTo>
                    <a:pt x="14782" y="594360"/>
                  </a:lnTo>
                  <a:lnTo>
                    <a:pt x="19050" y="590042"/>
                  </a:lnTo>
                  <a:lnTo>
                    <a:pt x="19050" y="579501"/>
                  </a:lnTo>
                  <a:lnTo>
                    <a:pt x="14782" y="575310"/>
                  </a:lnTo>
                  <a:close/>
                </a:path>
                <a:path w="10424160" h="5213350">
                  <a:moveTo>
                    <a:pt x="14782" y="537083"/>
                  </a:moveTo>
                  <a:lnTo>
                    <a:pt x="4267" y="537083"/>
                  </a:lnTo>
                  <a:lnTo>
                    <a:pt x="0" y="541401"/>
                  </a:lnTo>
                  <a:lnTo>
                    <a:pt x="0" y="551942"/>
                  </a:lnTo>
                  <a:lnTo>
                    <a:pt x="4267" y="556260"/>
                  </a:lnTo>
                  <a:lnTo>
                    <a:pt x="14782" y="556260"/>
                  </a:lnTo>
                  <a:lnTo>
                    <a:pt x="19050" y="551942"/>
                  </a:lnTo>
                  <a:lnTo>
                    <a:pt x="19050" y="541401"/>
                  </a:lnTo>
                  <a:lnTo>
                    <a:pt x="14782" y="537083"/>
                  </a:lnTo>
                  <a:close/>
                </a:path>
                <a:path w="10424160" h="5213350">
                  <a:moveTo>
                    <a:pt x="14782" y="498983"/>
                  </a:moveTo>
                  <a:lnTo>
                    <a:pt x="4267" y="498983"/>
                  </a:lnTo>
                  <a:lnTo>
                    <a:pt x="0" y="503300"/>
                  </a:lnTo>
                  <a:lnTo>
                    <a:pt x="0" y="513842"/>
                  </a:lnTo>
                  <a:lnTo>
                    <a:pt x="4267" y="518033"/>
                  </a:lnTo>
                  <a:lnTo>
                    <a:pt x="14782" y="518033"/>
                  </a:lnTo>
                  <a:lnTo>
                    <a:pt x="19050" y="513842"/>
                  </a:lnTo>
                  <a:lnTo>
                    <a:pt x="19050" y="503300"/>
                  </a:lnTo>
                  <a:lnTo>
                    <a:pt x="14782" y="498983"/>
                  </a:lnTo>
                  <a:close/>
                </a:path>
                <a:path w="10424160" h="5213350">
                  <a:moveTo>
                    <a:pt x="14782" y="460883"/>
                  </a:moveTo>
                  <a:lnTo>
                    <a:pt x="4267" y="460883"/>
                  </a:lnTo>
                  <a:lnTo>
                    <a:pt x="0" y="465200"/>
                  </a:lnTo>
                  <a:lnTo>
                    <a:pt x="0" y="475742"/>
                  </a:lnTo>
                  <a:lnTo>
                    <a:pt x="4267" y="479933"/>
                  </a:lnTo>
                  <a:lnTo>
                    <a:pt x="14782" y="479933"/>
                  </a:lnTo>
                  <a:lnTo>
                    <a:pt x="19050" y="475742"/>
                  </a:lnTo>
                  <a:lnTo>
                    <a:pt x="19050" y="465200"/>
                  </a:lnTo>
                  <a:lnTo>
                    <a:pt x="14782" y="460883"/>
                  </a:lnTo>
                  <a:close/>
                </a:path>
                <a:path w="10424160" h="5213350">
                  <a:moveTo>
                    <a:pt x="14782" y="422783"/>
                  </a:moveTo>
                  <a:lnTo>
                    <a:pt x="4267" y="422783"/>
                  </a:lnTo>
                  <a:lnTo>
                    <a:pt x="0" y="426974"/>
                  </a:lnTo>
                  <a:lnTo>
                    <a:pt x="0" y="437515"/>
                  </a:lnTo>
                  <a:lnTo>
                    <a:pt x="4267" y="441833"/>
                  </a:lnTo>
                  <a:lnTo>
                    <a:pt x="14782" y="441833"/>
                  </a:lnTo>
                  <a:lnTo>
                    <a:pt x="19050" y="437515"/>
                  </a:lnTo>
                  <a:lnTo>
                    <a:pt x="19050" y="426974"/>
                  </a:lnTo>
                  <a:lnTo>
                    <a:pt x="14782" y="422783"/>
                  </a:lnTo>
                  <a:close/>
                </a:path>
                <a:path w="10424160" h="5213350">
                  <a:moveTo>
                    <a:pt x="14782" y="384683"/>
                  </a:moveTo>
                  <a:lnTo>
                    <a:pt x="4267" y="384683"/>
                  </a:lnTo>
                  <a:lnTo>
                    <a:pt x="0" y="388874"/>
                  </a:lnTo>
                  <a:lnTo>
                    <a:pt x="0" y="399415"/>
                  </a:lnTo>
                  <a:lnTo>
                    <a:pt x="4267" y="403733"/>
                  </a:lnTo>
                  <a:lnTo>
                    <a:pt x="14782" y="403733"/>
                  </a:lnTo>
                  <a:lnTo>
                    <a:pt x="19050" y="399415"/>
                  </a:lnTo>
                  <a:lnTo>
                    <a:pt x="19050" y="388874"/>
                  </a:lnTo>
                  <a:lnTo>
                    <a:pt x="14782" y="384683"/>
                  </a:lnTo>
                  <a:close/>
                </a:path>
                <a:path w="10424160" h="5213350">
                  <a:moveTo>
                    <a:pt x="14782" y="346583"/>
                  </a:moveTo>
                  <a:lnTo>
                    <a:pt x="4267" y="346583"/>
                  </a:lnTo>
                  <a:lnTo>
                    <a:pt x="0" y="350774"/>
                  </a:lnTo>
                  <a:lnTo>
                    <a:pt x="0" y="361315"/>
                  </a:lnTo>
                  <a:lnTo>
                    <a:pt x="4267" y="365633"/>
                  </a:lnTo>
                  <a:lnTo>
                    <a:pt x="14782" y="365633"/>
                  </a:lnTo>
                  <a:lnTo>
                    <a:pt x="19050" y="361315"/>
                  </a:lnTo>
                  <a:lnTo>
                    <a:pt x="19050" y="350774"/>
                  </a:lnTo>
                  <a:lnTo>
                    <a:pt x="14782" y="346583"/>
                  </a:lnTo>
                  <a:close/>
                </a:path>
                <a:path w="10424160" h="5213350">
                  <a:moveTo>
                    <a:pt x="14782" y="308356"/>
                  </a:moveTo>
                  <a:lnTo>
                    <a:pt x="4267" y="308356"/>
                  </a:lnTo>
                  <a:lnTo>
                    <a:pt x="0" y="312674"/>
                  </a:lnTo>
                  <a:lnTo>
                    <a:pt x="0" y="323215"/>
                  </a:lnTo>
                  <a:lnTo>
                    <a:pt x="4267" y="327533"/>
                  </a:lnTo>
                  <a:lnTo>
                    <a:pt x="14782" y="327533"/>
                  </a:lnTo>
                  <a:lnTo>
                    <a:pt x="19050" y="323215"/>
                  </a:lnTo>
                  <a:lnTo>
                    <a:pt x="19050" y="312674"/>
                  </a:lnTo>
                  <a:lnTo>
                    <a:pt x="14782" y="308356"/>
                  </a:lnTo>
                  <a:close/>
                </a:path>
                <a:path w="10424160" h="5213350">
                  <a:moveTo>
                    <a:pt x="14782" y="270256"/>
                  </a:moveTo>
                  <a:lnTo>
                    <a:pt x="4267" y="270256"/>
                  </a:lnTo>
                  <a:lnTo>
                    <a:pt x="0" y="274574"/>
                  </a:lnTo>
                  <a:lnTo>
                    <a:pt x="0" y="285115"/>
                  </a:lnTo>
                  <a:lnTo>
                    <a:pt x="4267" y="289306"/>
                  </a:lnTo>
                  <a:lnTo>
                    <a:pt x="14782" y="289306"/>
                  </a:lnTo>
                  <a:lnTo>
                    <a:pt x="19050" y="285115"/>
                  </a:lnTo>
                  <a:lnTo>
                    <a:pt x="19050" y="274574"/>
                  </a:lnTo>
                  <a:lnTo>
                    <a:pt x="14782" y="270256"/>
                  </a:lnTo>
                  <a:close/>
                </a:path>
                <a:path w="10424160" h="5213350">
                  <a:moveTo>
                    <a:pt x="14782" y="232156"/>
                  </a:moveTo>
                  <a:lnTo>
                    <a:pt x="4267" y="232156"/>
                  </a:lnTo>
                  <a:lnTo>
                    <a:pt x="0" y="236474"/>
                  </a:lnTo>
                  <a:lnTo>
                    <a:pt x="0" y="247015"/>
                  </a:lnTo>
                  <a:lnTo>
                    <a:pt x="4267" y="251206"/>
                  </a:lnTo>
                  <a:lnTo>
                    <a:pt x="14782" y="251206"/>
                  </a:lnTo>
                  <a:lnTo>
                    <a:pt x="19050" y="247015"/>
                  </a:lnTo>
                  <a:lnTo>
                    <a:pt x="19050" y="236474"/>
                  </a:lnTo>
                  <a:lnTo>
                    <a:pt x="14782" y="232156"/>
                  </a:lnTo>
                  <a:close/>
                </a:path>
                <a:path w="10424160" h="5213350">
                  <a:moveTo>
                    <a:pt x="14782" y="194056"/>
                  </a:moveTo>
                  <a:lnTo>
                    <a:pt x="4267" y="194056"/>
                  </a:lnTo>
                  <a:lnTo>
                    <a:pt x="0" y="198374"/>
                  </a:lnTo>
                  <a:lnTo>
                    <a:pt x="0" y="208915"/>
                  </a:lnTo>
                  <a:lnTo>
                    <a:pt x="4267" y="213106"/>
                  </a:lnTo>
                  <a:lnTo>
                    <a:pt x="14782" y="213106"/>
                  </a:lnTo>
                  <a:lnTo>
                    <a:pt x="19050" y="208915"/>
                  </a:lnTo>
                  <a:lnTo>
                    <a:pt x="19050" y="198374"/>
                  </a:lnTo>
                  <a:lnTo>
                    <a:pt x="14782" y="194056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838" y="169291"/>
                  </a:lnTo>
                  <a:lnTo>
                    <a:pt x="4419" y="174244"/>
                  </a:lnTo>
                  <a:lnTo>
                    <a:pt x="14820" y="175768"/>
                  </a:lnTo>
                  <a:lnTo>
                    <a:pt x="19672" y="172212"/>
                  </a:lnTo>
                  <a:lnTo>
                    <a:pt x="20459" y="167005"/>
                  </a:lnTo>
                  <a:lnTo>
                    <a:pt x="8168" y="165100"/>
                  </a:lnTo>
                  <a:lnTo>
                    <a:pt x="7899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7251" y="155321"/>
                  </a:moveTo>
                  <a:lnTo>
                    <a:pt x="2400" y="158876"/>
                  </a:lnTo>
                  <a:lnTo>
                    <a:pt x="1625" y="164084"/>
                  </a:lnTo>
                  <a:lnTo>
                    <a:pt x="20459" y="167005"/>
                  </a:lnTo>
                  <a:lnTo>
                    <a:pt x="14173" y="165988"/>
                  </a:lnTo>
                  <a:lnTo>
                    <a:pt x="20610" y="165988"/>
                  </a:lnTo>
                  <a:lnTo>
                    <a:pt x="21234" y="161798"/>
                  </a:lnTo>
                  <a:lnTo>
                    <a:pt x="17653" y="156845"/>
                  </a:lnTo>
                  <a:lnTo>
                    <a:pt x="7251" y="155321"/>
                  </a:lnTo>
                  <a:close/>
                </a:path>
                <a:path w="10424160" h="5213350">
                  <a:moveTo>
                    <a:pt x="20610" y="165988"/>
                  </a:moveTo>
                  <a:lnTo>
                    <a:pt x="14173" y="165988"/>
                  </a:lnTo>
                  <a:lnTo>
                    <a:pt x="20459" y="167005"/>
                  </a:lnTo>
                  <a:lnTo>
                    <a:pt x="20610" y="165988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7899" y="165100"/>
                  </a:lnTo>
                  <a:lnTo>
                    <a:pt x="8168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10782" y="125222"/>
                  </a:moveTo>
                  <a:lnTo>
                    <a:pt x="8966" y="130175"/>
                  </a:lnTo>
                  <a:lnTo>
                    <a:pt x="11493" y="135636"/>
                  </a:lnTo>
                  <a:lnTo>
                    <a:pt x="16433" y="137413"/>
                  </a:lnTo>
                  <a:lnTo>
                    <a:pt x="21361" y="139319"/>
                  </a:lnTo>
                  <a:lnTo>
                    <a:pt x="26835" y="136779"/>
                  </a:lnTo>
                  <a:lnTo>
                    <a:pt x="28663" y="131825"/>
                  </a:lnTo>
                  <a:lnTo>
                    <a:pt x="24193" y="130175"/>
                  </a:lnTo>
                  <a:lnTo>
                    <a:pt x="22694" y="129667"/>
                  </a:lnTo>
                  <a:lnTo>
                    <a:pt x="10782" y="125222"/>
                  </a:lnTo>
                  <a:close/>
                </a:path>
                <a:path w="10424160" h="5213350">
                  <a:moveTo>
                    <a:pt x="18084" y="117729"/>
                  </a:moveTo>
                  <a:lnTo>
                    <a:pt x="12611" y="120269"/>
                  </a:lnTo>
                  <a:lnTo>
                    <a:pt x="10782" y="125222"/>
                  </a:lnTo>
                  <a:lnTo>
                    <a:pt x="15346" y="126873"/>
                  </a:lnTo>
                  <a:lnTo>
                    <a:pt x="16636" y="127381"/>
                  </a:lnTo>
                  <a:lnTo>
                    <a:pt x="28663" y="131825"/>
                  </a:lnTo>
                  <a:lnTo>
                    <a:pt x="30479" y="126873"/>
                  </a:lnTo>
                  <a:lnTo>
                    <a:pt x="27952" y="121412"/>
                  </a:lnTo>
                  <a:lnTo>
                    <a:pt x="23012" y="119634"/>
                  </a:lnTo>
                  <a:lnTo>
                    <a:pt x="18084" y="117729"/>
                  </a:lnTo>
                  <a:close/>
                </a:path>
                <a:path w="10424160" h="5213350">
                  <a:moveTo>
                    <a:pt x="27939" y="89281"/>
                  </a:moveTo>
                  <a:lnTo>
                    <a:pt x="25196" y="93725"/>
                  </a:lnTo>
                  <a:lnTo>
                    <a:pt x="26526" y="99187"/>
                  </a:lnTo>
                  <a:lnTo>
                    <a:pt x="26619" y="99568"/>
                  </a:lnTo>
                  <a:lnTo>
                    <a:pt x="31102" y="102362"/>
                  </a:lnTo>
                  <a:lnTo>
                    <a:pt x="35598" y="105029"/>
                  </a:lnTo>
                  <a:lnTo>
                    <a:pt x="41465" y="103632"/>
                  </a:lnTo>
                  <a:lnTo>
                    <a:pt x="44195" y="99187"/>
                  </a:lnTo>
                  <a:lnTo>
                    <a:pt x="27939" y="89281"/>
                  </a:lnTo>
                  <a:close/>
                </a:path>
                <a:path w="10424160" h="5213350">
                  <a:moveTo>
                    <a:pt x="36550" y="83312"/>
                  </a:moveTo>
                  <a:lnTo>
                    <a:pt x="30683" y="84709"/>
                  </a:lnTo>
                  <a:lnTo>
                    <a:pt x="27952" y="89281"/>
                  </a:lnTo>
                  <a:lnTo>
                    <a:pt x="44208" y="99187"/>
                  </a:lnTo>
                  <a:lnTo>
                    <a:pt x="46951" y="94615"/>
                  </a:lnTo>
                  <a:lnTo>
                    <a:pt x="45653" y="89281"/>
                  </a:lnTo>
                  <a:lnTo>
                    <a:pt x="45529" y="88773"/>
                  </a:lnTo>
                  <a:lnTo>
                    <a:pt x="41033" y="86106"/>
                  </a:lnTo>
                  <a:lnTo>
                    <a:pt x="36550" y="83312"/>
                  </a:lnTo>
                  <a:close/>
                </a:path>
                <a:path w="10424160" h="5213350">
                  <a:moveTo>
                    <a:pt x="52298" y="57785"/>
                  </a:moveTo>
                  <a:lnTo>
                    <a:pt x="48755" y="61595"/>
                  </a:lnTo>
                  <a:lnTo>
                    <a:pt x="48980" y="66294"/>
                  </a:lnTo>
                  <a:lnTo>
                    <a:pt x="49047" y="67691"/>
                  </a:lnTo>
                  <a:lnTo>
                    <a:pt x="52933" y="71120"/>
                  </a:lnTo>
                  <a:lnTo>
                    <a:pt x="56832" y="74675"/>
                  </a:lnTo>
                  <a:lnTo>
                    <a:pt x="62852" y="74422"/>
                  </a:lnTo>
                  <a:lnTo>
                    <a:pt x="66389" y="70491"/>
                  </a:lnTo>
                  <a:lnTo>
                    <a:pt x="63337" y="67691"/>
                  </a:lnTo>
                  <a:lnTo>
                    <a:pt x="61696" y="66294"/>
                  </a:lnTo>
                  <a:lnTo>
                    <a:pt x="57056" y="61975"/>
                  </a:lnTo>
                  <a:lnTo>
                    <a:pt x="56581" y="61595"/>
                  </a:lnTo>
                  <a:lnTo>
                    <a:pt x="52298" y="57785"/>
                  </a:lnTo>
                  <a:close/>
                </a:path>
                <a:path w="10424160" h="5213350">
                  <a:moveTo>
                    <a:pt x="66596" y="57785"/>
                  </a:moveTo>
                  <a:lnTo>
                    <a:pt x="52450" y="57785"/>
                  </a:lnTo>
                  <a:lnTo>
                    <a:pt x="62221" y="66675"/>
                  </a:lnTo>
                  <a:lnTo>
                    <a:pt x="63267" y="67691"/>
                  </a:lnTo>
                  <a:lnTo>
                    <a:pt x="66415" y="70491"/>
                  </a:lnTo>
                  <a:lnTo>
                    <a:pt x="69938" y="66675"/>
                  </a:lnTo>
                  <a:lnTo>
                    <a:pt x="69723" y="61975"/>
                  </a:lnTo>
                  <a:lnTo>
                    <a:pt x="69659" y="60579"/>
                  </a:lnTo>
                  <a:lnTo>
                    <a:pt x="66596" y="57785"/>
                  </a:lnTo>
                  <a:close/>
                </a:path>
                <a:path w="10424160" h="5213350">
                  <a:moveTo>
                    <a:pt x="61874" y="53594"/>
                  </a:moveTo>
                  <a:lnTo>
                    <a:pt x="55854" y="53848"/>
                  </a:lnTo>
                  <a:lnTo>
                    <a:pt x="52901" y="57023"/>
                  </a:lnTo>
                  <a:lnTo>
                    <a:pt x="52298" y="57785"/>
                  </a:lnTo>
                  <a:lnTo>
                    <a:pt x="55439" y="60579"/>
                  </a:lnTo>
                  <a:lnTo>
                    <a:pt x="52450" y="57785"/>
                  </a:lnTo>
                  <a:lnTo>
                    <a:pt x="66596" y="57785"/>
                  </a:lnTo>
                  <a:lnTo>
                    <a:pt x="65760" y="57023"/>
                  </a:lnTo>
                  <a:lnTo>
                    <a:pt x="61874" y="53594"/>
                  </a:lnTo>
                  <a:close/>
                </a:path>
                <a:path w="10424160" h="5213350">
                  <a:moveTo>
                    <a:pt x="83451" y="31496"/>
                  </a:moveTo>
                  <a:lnTo>
                    <a:pt x="78968" y="34162"/>
                  </a:lnTo>
                  <a:lnTo>
                    <a:pt x="77546" y="40132"/>
                  </a:lnTo>
                  <a:lnTo>
                    <a:pt x="83032" y="49022"/>
                  </a:lnTo>
                  <a:lnTo>
                    <a:pt x="88887" y="50419"/>
                  </a:lnTo>
                  <a:lnTo>
                    <a:pt x="93383" y="47751"/>
                  </a:lnTo>
                  <a:lnTo>
                    <a:pt x="83451" y="31496"/>
                  </a:lnTo>
                  <a:close/>
                </a:path>
                <a:path w="10424160" h="5213350">
                  <a:moveTo>
                    <a:pt x="87960" y="28701"/>
                  </a:moveTo>
                  <a:lnTo>
                    <a:pt x="83451" y="31496"/>
                  </a:lnTo>
                  <a:lnTo>
                    <a:pt x="85432" y="34671"/>
                  </a:lnTo>
                  <a:lnTo>
                    <a:pt x="86731" y="36830"/>
                  </a:lnTo>
                  <a:lnTo>
                    <a:pt x="93395" y="47751"/>
                  </a:lnTo>
                  <a:lnTo>
                    <a:pt x="97891" y="44958"/>
                  </a:lnTo>
                  <a:lnTo>
                    <a:pt x="99301" y="39116"/>
                  </a:lnTo>
                  <a:lnTo>
                    <a:pt x="96558" y="34671"/>
                  </a:lnTo>
                  <a:lnTo>
                    <a:pt x="93827" y="30099"/>
                  </a:lnTo>
                  <a:lnTo>
                    <a:pt x="87960" y="28701"/>
                  </a:lnTo>
                  <a:close/>
                </a:path>
                <a:path w="10424160" h="5213350">
                  <a:moveTo>
                    <a:pt x="118872" y="13081"/>
                  </a:moveTo>
                  <a:lnTo>
                    <a:pt x="113944" y="14986"/>
                  </a:lnTo>
                  <a:lnTo>
                    <a:pt x="111417" y="20447"/>
                  </a:lnTo>
                  <a:lnTo>
                    <a:pt x="115049" y="30353"/>
                  </a:lnTo>
                  <a:lnTo>
                    <a:pt x="120523" y="32766"/>
                  </a:lnTo>
                  <a:lnTo>
                    <a:pt x="125463" y="30987"/>
                  </a:lnTo>
                  <a:lnTo>
                    <a:pt x="118872" y="13081"/>
                  </a:lnTo>
                  <a:close/>
                </a:path>
                <a:path w="10424160" h="5213350">
                  <a:moveTo>
                    <a:pt x="123825" y="11303"/>
                  </a:moveTo>
                  <a:lnTo>
                    <a:pt x="118897" y="13081"/>
                  </a:lnTo>
                  <a:lnTo>
                    <a:pt x="119581" y="14986"/>
                  </a:lnTo>
                  <a:lnTo>
                    <a:pt x="125476" y="30987"/>
                  </a:lnTo>
                  <a:lnTo>
                    <a:pt x="130416" y="29210"/>
                  </a:lnTo>
                  <a:lnTo>
                    <a:pt x="132943" y="23749"/>
                  </a:lnTo>
                  <a:lnTo>
                    <a:pt x="129311" y="13843"/>
                  </a:lnTo>
                  <a:lnTo>
                    <a:pt x="123825" y="11303"/>
                  </a:lnTo>
                  <a:close/>
                </a:path>
                <a:path w="10424160" h="5213350">
                  <a:moveTo>
                    <a:pt x="157429" y="2667"/>
                  </a:moveTo>
                  <a:lnTo>
                    <a:pt x="152222" y="3429"/>
                  </a:lnTo>
                  <a:lnTo>
                    <a:pt x="148640" y="8255"/>
                  </a:lnTo>
                  <a:lnTo>
                    <a:pt x="150202" y="18669"/>
                  </a:lnTo>
                  <a:lnTo>
                    <a:pt x="155054" y="22225"/>
                  </a:lnTo>
                  <a:lnTo>
                    <a:pt x="160261" y="21462"/>
                  </a:lnTo>
                  <a:lnTo>
                    <a:pt x="157544" y="3429"/>
                  </a:lnTo>
                  <a:lnTo>
                    <a:pt x="157429" y="2667"/>
                  </a:lnTo>
                  <a:close/>
                </a:path>
                <a:path w="10424160" h="5213350">
                  <a:moveTo>
                    <a:pt x="162648" y="1778"/>
                  </a:moveTo>
                  <a:lnTo>
                    <a:pt x="157441" y="2667"/>
                  </a:lnTo>
                  <a:lnTo>
                    <a:pt x="160159" y="20700"/>
                  </a:lnTo>
                  <a:lnTo>
                    <a:pt x="160273" y="21462"/>
                  </a:lnTo>
                  <a:lnTo>
                    <a:pt x="165481" y="20700"/>
                  </a:lnTo>
                  <a:lnTo>
                    <a:pt x="169062" y="15875"/>
                  </a:lnTo>
                  <a:lnTo>
                    <a:pt x="167500" y="5461"/>
                  </a:lnTo>
                  <a:lnTo>
                    <a:pt x="162648" y="1778"/>
                  </a:lnTo>
                  <a:close/>
                </a:path>
                <a:path w="10424160" h="5213350">
                  <a:moveTo>
                    <a:pt x="196824" y="0"/>
                  </a:moveTo>
                  <a:lnTo>
                    <a:pt x="191554" y="0"/>
                  </a:lnTo>
                  <a:lnTo>
                    <a:pt x="187299" y="4318"/>
                  </a:lnTo>
                  <a:lnTo>
                    <a:pt x="187299" y="14732"/>
                  </a:lnTo>
                  <a:lnTo>
                    <a:pt x="191554" y="19050"/>
                  </a:lnTo>
                  <a:lnTo>
                    <a:pt x="196824" y="19050"/>
                  </a:lnTo>
                  <a:lnTo>
                    <a:pt x="196824" y="0"/>
                  </a:lnTo>
                  <a:close/>
                </a:path>
                <a:path w="10424160" h="5213350">
                  <a:moveTo>
                    <a:pt x="202095" y="0"/>
                  </a:moveTo>
                  <a:lnTo>
                    <a:pt x="196837" y="0"/>
                  </a:lnTo>
                  <a:lnTo>
                    <a:pt x="196837" y="19050"/>
                  </a:lnTo>
                  <a:lnTo>
                    <a:pt x="202095" y="19050"/>
                  </a:lnTo>
                  <a:lnTo>
                    <a:pt x="206362" y="14732"/>
                  </a:lnTo>
                  <a:lnTo>
                    <a:pt x="206362" y="4318"/>
                  </a:lnTo>
                  <a:lnTo>
                    <a:pt x="202095" y="0"/>
                  </a:lnTo>
                  <a:close/>
                </a:path>
                <a:path w="10424160" h="5213350">
                  <a:moveTo>
                    <a:pt x="234937" y="0"/>
                  </a:moveTo>
                  <a:lnTo>
                    <a:pt x="229679" y="0"/>
                  </a:lnTo>
                  <a:lnTo>
                    <a:pt x="225412" y="4318"/>
                  </a:lnTo>
                  <a:lnTo>
                    <a:pt x="225412" y="14732"/>
                  </a:lnTo>
                  <a:lnTo>
                    <a:pt x="229679" y="19050"/>
                  </a:lnTo>
                  <a:lnTo>
                    <a:pt x="234937" y="19050"/>
                  </a:lnTo>
                  <a:lnTo>
                    <a:pt x="234937" y="0"/>
                  </a:lnTo>
                  <a:close/>
                </a:path>
                <a:path w="10424160" h="5213350">
                  <a:moveTo>
                    <a:pt x="240220" y="0"/>
                  </a:moveTo>
                  <a:lnTo>
                    <a:pt x="234962" y="0"/>
                  </a:lnTo>
                  <a:lnTo>
                    <a:pt x="234962" y="19050"/>
                  </a:lnTo>
                  <a:lnTo>
                    <a:pt x="240220" y="19050"/>
                  </a:lnTo>
                  <a:lnTo>
                    <a:pt x="244487" y="14732"/>
                  </a:lnTo>
                  <a:lnTo>
                    <a:pt x="244487" y="4318"/>
                  </a:lnTo>
                  <a:lnTo>
                    <a:pt x="240220" y="0"/>
                  </a:lnTo>
                  <a:close/>
                </a:path>
                <a:path w="10424160" h="5213350">
                  <a:moveTo>
                    <a:pt x="273062" y="0"/>
                  </a:moveTo>
                  <a:lnTo>
                    <a:pt x="267792" y="0"/>
                  </a:lnTo>
                  <a:lnTo>
                    <a:pt x="263537" y="4318"/>
                  </a:lnTo>
                  <a:lnTo>
                    <a:pt x="263537" y="14732"/>
                  </a:lnTo>
                  <a:lnTo>
                    <a:pt x="267792" y="19050"/>
                  </a:lnTo>
                  <a:lnTo>
                    <a:pt x="273062" y="19050"/>
                  </a:lnTo>
                  <a:lnTo>
                    <a:pt x="273062" y="0"/>
                  </a:lnTo>
                  <a:close/>
                </a:path>
                <a:path w="10424160" h="5213350">
                  <a:moveTo>
                    <a:pt x="278333" y="0"/>
                  </a:moveTo>
                  <a:lnTo>
                    <a:pt x="273075" y="0"/>
                  </a:lnTo>
                  <a:lnTo>
                    <a:pt x="273075" y="19050"/>
                  </a:lnTo>
                  <a:lnTo>
                    <a:pt x="278333" y="19050"/>
                  </a:lnTo>
                  <a:lnTo>
                    <a:pt x="282600" y="14732"/>
                  </a:lnTo>
                  <a:lnTo>
                    <a:pt x="282600" y="4318"/>
                  </a:lnTo>
                  <a:lnTo>
                    <a:pt x="278333" y="0"/>
                  </a:lnTo>
                  <a:close/>
                </a:path>
                <a:path w="10424160" h="5213350">
                  <a:moveTo>
                    <a:pt x="311175" y="0"/>
                  </a:moveTo>
                  <a:lnTo>
                    <a:pt x="305917" y="0"/>
                  </a:lnTo>
                  <a:lnTo>
                    <a:pt x="301650" y="4318"/>
                  </a:lnTo>
                  <a:lnTo>
                    <a:pt x="301650" y="14732"/>
                  </a:lnTo>
                  <a:lnTo>
                    <a:pt x="305917" y="19050"/>
                  </a:lnTo>
                  <a:lnTo>
                    <a:pt x="311175" y="19050"/>
                  </a:lnTo>
                  <a:lnTo>
                    <a:pt x="311175" y="0"/>
                  </a:lnTo>
                  <a:close/>
                </a:path>
                <a:path w="10424160" h="5213350">
                  <a:moveTo>
                    <a:pt x="316458" y="0"/>
                  </a:moveTo>
                  <a:lnTo>
                    <a:pt x="311200" y="0"/>
                  </a:lnTo>
                  <a:lnTo>
                    <a:pt x="311200" y="19050"/>
                  </a:lnTo>
                  <a:lnTo>
                    <a:pt x="316458" y="19050"/>
                  </a:lnTo>
                  <a:lnTo>
                    <a:pt x="320725" y="14732"/>
                  </a:lnTo>
                  <a:lnTo>
                    <a:pt x="320725" y="4318"/>
                  </a:lnTo>
                  <a:lnTo>
                    <a:pt x="316458" y="0"/>
                  </a:lnTo>
                  <a:close/>
                </a:path>
                <a:path w="10424160" h="5213350">
                  <a:moveTo>
                    <a:pt x="349300" y="0"/>
                  </a:moveTo>
                  <a:lnTo>
                    <a:pt x="344030" y="0"/>
                  </a:lnTo>
                  <a:lnTo>
                    <a:pt x="339775" y="4318"/>
                  </a:lnTo>
                  <a:lnTo>
                    <a:pt x="339775" y="14732"/>
                  </a:lnTo>
                  <a:lnTo>
                    <a:pt x="344030" y="19050"/>
                  </a:lnTo>
                  <a:lnTo>
                    <a:pt x="349300" y="19050"/>
                  </a:lnTo>
                  <a:lnTo>
                    <a:pt x="349300" y="0"/>
                  </a:lnTo>
                  <a:close/>
                </a:path>
                <a:path w="10424160" h="5213350">
                  <a:moveTo>
                    <a:pt x="354571" y="0"/>
                  </a:moveTo>
                  <a:lnTo>
                    <a:pt x="349313" y="0"/>
                  </a:lnTo>
                  <a:lnTo>
                    <a:pt x="349313" y="19050"/>
                  </a:lnTo>
                  <a:lnTo>
                    <a:pt x="354571" y="19050"/>
                  </a:lnTo>
                  <a:lnTo>
                    <a:pt x="358838" y="14732"/>
                  </a:lnTo>
                  <a:lnTo>
                    <a:pt x="358838" y="4318"/>
                  </a:lnTo>
                  <a:lnTo>
                    <a:pt x="354571" y="0"/>
                  </a:lnTo>
                  <a:close/>
                </a:path>
                <a:path w="10424160" h="5213350">
                  <a:moveTo>
                    <a:pt x="387413" y="0"/>
                  </a:moveTo>
                  <a:lnTo>
                    <a:pt x="382155" y="0"/>
                  </a:lnTo>
                  <a:lnTo>
                    <a:pt x="377888" y="4318"/>
                  </a:lnTo>
                  <a:lnTo>
                    <a:pt x="377888" y="14732"/>
                  </a:lnTo>
                  <a:lnTo>
                    <a:pt x="382155" y="19050"/>
                  </a:lnTo>
                  <a:lnTo>
                    <a:pt x="387413" y="19050"/>
                  </a:lnTo>
                  <a:lnTo>
                    <a:pt x="387413" y="0"/>
                  </a:lnTo>
                  <a:close/>
                </a:path>
                <a:path w="10424160" h="5213350">
                  <a:moveTo>
                    <a:pt x="392696" y="0"/>
                  </a:moveTo>
                  <a:lnTo>
                    <a:pt x="387438" y="0"/>
                  </a:lnTo>
                  <a:lnTo>
                    <a:pt x="387438" y="19050"/>
                  </a:lnTo>
                  <a:lnTo>
                    <a:pt x="392696" y="19050"/>
                  </a:lnTo>
                  <a:lnTo>
                    <a:pt x="396963" y="14732"/>
                  </a:lnTo>
                  <a:lnTo>
                    <a:pt x="396963" y="4318"/>
                  </a:lnTo>
                  <a:lnTo>
                    <a:pt x="392696" y="0"/>
                  </a:lnTo>
                  <a:close/>
                </a:path>
                <a:path w="10424160" h="5213350">
                  <a:moveTo>
                    <a:pt x="425538" y="0"/>
                  </a:moveTo>
                  <a:lnTo>
                    <a:pt x="420268" y="0"/>
                  </a:lnTo>
                  <a:lnTo>
                    <a:pt x="416013" y="4318"/>
                  </a:lnTo>
                  <a:lnTo>
                    <a:pt x="416013" y="14732"/>
                  </a:lnTo>
                  <a:lnTo>
                    <a:pt x="420268" y="19050"/>
                  </a:lnTo>
                  <a:lnTo>
                    <a:pt x="425538" y="19050"/>
                  </a:lnTo>
                  <a:lnTo>
                    <a:pt x="425538" y="0"/>
                  </a:lnTo>
                  <a:close/>
                </a:path>
                <a:path w="10424160" h="5213350">
                  <a:moveTo>
                    <a:pt x="430809" y="0"/>
                  </a:moveTo>
                  <a:lnTo>
                    <a:pt x="425551" y="0"/>
                  </a:lnTo>
                  <a:lnTo>
                    <a:pt x="425551" y="19050"/>
                  </a:lnTo>
                  <a:lnTo>
                    <a:pt x="430809" y="19050"/>
                  </a:lnTo>
                  <a:lnTo>
                    <a:pt x="435076" y="14732"/>
                  </a:lnTo>
                  <a:lnTo>
                    <a:pt x="435076" y="4318"/>
                  </a:lnTo>
                  <a:lnTo>
                    <a:pt x="430809" y="0"/>
                  </a:lnTo>
                  <a:close/>
                </a:path>
                <a:path w="10424160" h="5213350">
                  <a:moveTo>
                    <a:pt x="463651" y="0"/>
                  </a:moveTo>
                  <a:lnTo>
                    <a:pt x="458393" y="0"/>
                  </a:lnTo>
                  <a:lnTo>
                    <a:pt x="454126" y="4318"/>
                  </a:lnTo>
                  <a:lnTo>
                    <a:pt x="454126" y="14732"/>
                  </a:lnTo>
                  <a:lnTo>
                    <a:pt x="458393" y="19050"/>
                  </a:lnTo>
                  <a:lnTo>
                    <a:pt x="463651" y="19050"/>
                  </a:lnTo>
                  <a:lnTo>
                    <a:pt x="463651" y="0"/>
                  </a:lnTo>
                  <a:close/>
                </a:path>
                <a:path w="10424160" h="5213350">
                  <a:moveTo>
                    <a:pt x="468934" y="0"/>
                  </a:moveTo>
                  <a:lnTo>
                    <a:pt x="463677" y="0"/>
                  </a:lnTo>
                  <a:lnTo>
                    <a:pt x="463677" y="19050"/>
                  </a:lnTo>
                  <a:lnTo>
                    <a:pt x="468934" y="19050"/>
                  </a:lnTo>
                  <a:lnTo>
                    <a:pt x="473202" y="14732"/>
                  </a:lnTo>
                  <a:lnTo>
                    <a:pt x="473202" y="4318"/>
                  </a:lnTo>
                  <a:lnTo>
                    <a:pt x="468934" y="0"/>
                  </a:lnTo>
                  <a:close/>
                </a:path>
                <a:path w="10424160" h="5213350">
                  <a:moveTo>
                    <a:pt x="501777" y="0"/>
                  </a:moveTo>
                  <a:lnTo>
                    <a:pt x="496506" y="0"/>
                  </a:lnTo>
                  <a:lnTo>
                    <a:pt x="492252" y="4318"/>
                  </a:lnTo>
                  <a:lnTo>
                    <a:pt x="492252" y="14732"/>
                  </a:lnTo>
                  <a:lnTo>
                    <a:pt x="496506" y="19050"/>
                  </a:lnTo>
                  <a:lnTo>
                    <a:pt x="501777" y="19050"/>
                  </a:lnTo>
                  <a:lnTo>
                    <a:pt x="501777" y="0"/>
                  </a:lnTo>
                  <a:close/>
                </a:path>
                <a:path w="10424160" h="5213350">
                  <a:moveTo>
                    <a:pt x="507047" y="0"/>
                  </a:moveTo>
                  <a:lnTo>
                    <a:pt x="501789" y="0"/>
                  </a:lnTo>
                  <a:lnTo>
                    <a:pt x="501789" y="19050"/>
                  </a:lnTo>
                  <a:lnTo>
                    <a:pt x="507047" y="19050"/>
                  </a:lnTo>
                  <a:lnTo>
                    <a:pt x="511314" y="14732"/>
                  </a:lnTo>
                  <a:lnTo>
                    <a:pt x="511314" y="4318"/>
                  </a:lnTo>
                  <a:lnTo>
                    <a:pt x="507047" y="0"/>
                  </a:lnTo>
                  <a:close/>
                </a:path>
                <a:path w="10424160" h="5213350">
                  <a:moveTo>
                    <a:pt x="539889" y="0"/>
                  </a:moveTo>
                  <a:lnTo>
                    <a:pt x="534631" y="0"/>
                  </a:lnTo>
                  <a:lnTo>
                    <a:pt x="530364" y="4318"/>
                  </a:lnTo>
                  <a:lnTo>
                    <a:pt x="530364" y="14732"/>
                  </a:lnTo>
                  <a:lnTo>
                    <a:pt x="534631" y="19050"/>
                  </a:lnTo>
                  <a:lnTo>
                    <a:pt x="539889" y="19050"/>
                  </a:lnTo>
                  <a:lnTo>
                    <a:pt x="539889" y="0"/>
                  </a:lnTo>
                  <a:close/>
                </a:path>
                <a:path w="10424160" h="5213350">
                  <a:moveTo>
                    <a:pt x="545172" y="0"/>
                  </a:moveTo>
                  <a:lnTo>
                    <a:pt x="539915" y="0"/>
                  </a:lnTo>
                  <a:lnTo>
                    <a:pt x="539915" y="19050"/>
                  </a:lnTo>
                  <a:lnTo>
                    <a:pt x="545172" y="19050"/>
                  </a:lnTo>
                  <a:lnTo>
                    <a:pt x="549440" y="14732"/>
                  </a:lnTo>
                  <a:lnTo>
                    <a:pt x="549440" y="4318"/>
                  </a:lnTo>
                  <a:lnTo>
                    <a:pt x="545172" y="0"/>
                  </a:lnTo>
                  <a:close/>
                </a:path>
                <a:path w="10424160" h="5213350">
                  <a:moveTo>
                    <a:pt x="578015" y="0"/>
                  </a:moveTo>
                  <a:lnTo>
                    <a:pt x="572744" y="0"/>
                  </a:lnTo>
                  <a:lnTo>
                    <a:pt x="568490" y="4318"/>
                  </a:lnTo>
                  <a:lnTo>
                    <a:pt x="568490" y="14732"/>
                  </a:lnTo>
                  <a:lnTo>
                    <a:pt x="572744" y="19050"/>
                  </a:lnTo>
                  <a:lnTo>
                    <a:pt x="578015" y="19050"/>
                  </a:lnTo>
                  <a:lnTo>
                    <a:pt x="578015" y="0"/>
                  </a:lnTo>
                  <a:close/>
                </a:path>
                <a:path w="10424160" h="5213350">
                  <a:moveTo>
                    <a:pt x="583285" y="0"/>
                  </a:moveTo>
                  <a:lnTo>
                    <a:pt x="578027" y="0"/>
                  </a:lnTo>
                  <a:lnTo>
                    <a:pt x="578027" y="19050"/>
                  </a:lnTo>
                  <a:lnTo>
                    <a:pt x="583285" y="19050"/>
                  </a:lnTo>
                  <a:lnTo>
                    <a:pt x="587552" y="14732"/>
                  </a:lnTo>
                  <a:lnTo>
                    <a:pt x="587552" y="4318"/>
                  </a:lnTo>
                  <a:lnTo>
                    <a:pt x="583285" y="0"/>
                  </a:lnTo>
                  <a:close/>
                </a:path>
                <a:path w="10424160" h="5213350">
                  <a:moveTo>
                    <a:pt x="616127" y="0"/>
                  </a:moveTo>
                  <a:lnTo>
                    <a:pt x="610870" y="0"/>
                  </a:lnTo>
                  <a:lnTo>
                    <a:pt x="606602" y="4318"/>
                  </a:lnTo>
                  <a:lnTo>
                    <a:pt x="606602" y="14732"/>
                  </a:lnTo>
                  <a:lnTo>
                    <a:pt x="610870" y="19050"/>
                  </a:lnTo>
                  <a:lnTo>
                    <a:pt x="616127" y="19050"/>
                  </a:lnTo>
                  <a:lnTo>
                    <a:pt x="616127" y="0"/>
                  </a:lnTo>
                  <a:close/>
                </a:path>
                <a:path w="10424160" h="5213350">
                  <a:moveTo>
                    <a:pt x="621411" y="0"/>
                  </a:moveTo>
                  <a:lnTo>
                    <a:pt x="616153" y="0"/>
                  </a:lnTo>
                  <a:lnTo>
                    <a:pt x="616153" y="19050"/>
                  </a:lnTo>
                  <a:lnTo>
                    <a:pt x="621411" y="19050"/>
                  </a:lnTo>
                  <a:lnTo>
                    <a:pt x="625678" y="14732"/>
                  </a:lnTo>
                  <a:lnTo>
                    <a:pt x="625678" y="4318"/>
                  </a:lnTo>
                  <a:lnTo>
                    <a:pt x="621411" y="0"/>
                  </a:lnTo>
                  <a:close/>
                </a:path>
                <a:path w="10424160" h="5213350">
                  <a:moveTo>
                    <a:pt x="654253" y="0"/>
                  </a:moveTo>
                  <a:lnTo>
                    <a:pt x="648982" y="0"/>
                  </a:lnTo>
                  <a:lnTo>
                    <a:pt x="644728" y="4318"/>
                  </a:lnTo>
                  <a:lnTo>
                    <a:pt x="644728" y="14732"/>
                  </a:lnTo>
                  <a:lnTo>
                    <a:pt x="648982" y="19050"/>
                  </a:lnTo>
                  <a:lnTo>
                    <a:pt x="654253" y="19050"/>
                  </a:lnTo>
                  <a:lnTo>
                    <a:pt x="654253" y="0"/>
                  </a:lnTo>
                  <a:close/>
                </a:path>
                <a:path w="10424160" h="5213350">
                  <a:moveTo>
                    <a:pt x="659523" y="0"/>
                  </a:moveTo>
                  <a:lnTo>
                    <a:pt x="654265" y="0"/>
                  </a:lnTo>
                  <a:lnTo>
                    <a:pt x="654265" y="19050"/>
                  </a:lnTo>
                  <a:lnTo>
                    <a:pt x="659523" y="19050"/>
                  </a:lnTo>
                  <a:lnTo>
                    <a:pt x="663790" y="14732"/>
                  </a:lnTo>
                  <a:lnTo>
                    <a:pt x="663790" y="4318"/>
                  </a:lnTo>
                  <a:lnTo>
                    <a:pt x="659523" y="0"/>
                  </a:lnTo>
                  <a:close/>
                </a:path>
                <a:path w="10424160" h="5213350">
                  <a:moveTo>
                    <a:pt x="692404" y="0"/>
                  </a:moveTo>
                  <a:lnTo>
                    <a:pt x="687070" y="0"/>
                  </a:lnTo>
                  <a:lnTo>
                    <a:pt x="682879" y="4318"/>
                  </a:lnTo>
                  <a:lnTo>
                    <a:pt x="682879" y="14732"/>
                  </a:lnTo>
                  <a:lnTo>
                    <a:pt x="687070" y="19050"/>
                  </a:lnTo>
                  <a:lnTo>
                    <a:pt x="692404" y="19050"/>
                  </a:lnTo>
                  <a:lnTo>
                    <a:pt x="692404" y="0"/>
                  </a:lnTo>
                  <a:close/>
                </a:path>
                <a:path w="10424160" h="5213350">
                  <a:moveTo>
                    <a:pt x="697611" y="0"/>
                  </a:moveTo>
                  <a:lnTo>
                    <a:pt x="692404" y="0"/>
                  </a:lnTo>
                  <a:lnTo>
                    <a:pt x="692404" y="19050"/>
                  </a:lnTo>
                  <a:lnTo>
                    <a:pt x="697611" y="19050"/>
                  </a:lnTo>
                  <a:lnTo>
                    <a:pt x="701929" y="14732"/>
                  </a:lnTo>
                  <a:lnTo>
                    <a:pt x="701929" y="4318"/>
                  </a:lnTo>
                  <a:lnTo>
                    <a:pt x="697611" y="0"/>
                  </a:lnTo>
                  <a:close/>
                </a:path>
                <a:path w="10424160" h="5213350">
                  <a:moveTo>
                    <a:pt x="730504" y="0"/>
                  </a:moveTo>
                  <a:lnTo>
                    <a:pt x="725170" y="0"/>
                  </a:lnTo>
                  <a:lnTo>
                    <a:pt x="720979" y="4318"/>
                  </a:lnTo>
                  <a:lnTo>
                    <a:pt x="720979" y="14732"/>
                  </a:lnTo>
                  <a:lnTo>
                    <a:pt x="725170" y="19050"/>
                  </a:lnTo>
                  <a:lnTo>
                    <a:pt x="730504" y="19050"/>
                  </a:lnTo>
                  <a:lnTo>
                    <a:pt x="730504" y="0"/>
                  </a:lnTo>
                  <a:close/>
                </a:path>
                <a:path w="10424160" h="5213350">
                  <a:moveTo>
                    <a:pt x="735711" y="0"/>
                  </a:moveTo>
                  <a:lnTo>
                    <a:pt x="730504" y="0"/>
                  </a:lnTo>
                  <a:lnTo>
                    <a:pt x="730504" y="19050"/>
                  </a:lnTo>
                  <a:lnTo>
                    <a:pt x="735711" y="19050"/>
                  </a:lnTo>
                  <a:lnTo>
                    <a:pt x="740029" y="14732"/>
                  </a:lnTo>
                  <a:lnTo>
                    <a:pt x="740029" y="4318"/>
                  </a:lnTo>
                  <a:lnTo>
                    <a:pt x="735711" y="0"/>
                  </a:lnTo>
                  <a:close/>
                </a:path>
                <a:path w="10424160" h="5213350">
                  <a:moveTo>
                    <a:pt x="768604" y="0"/>
                  </a:moveTo>
                  <a:lnTo>
                    <a:pt x="763396" y="0"/>
                  </a:lnTo>
                  <a:lnTo>
                    <a:pt x="759079" y="4318"/>
                  </a:lnTo>
                  <a:lnTo>
                    <a:pt x="759079" y="14732"/>
                  </a:lnTo>
                  <a:lnTo>
                    <a:pt x="763396" y="19050"/>
                  </a:lnTo>
                  <a:lnTo>
                    <a:pt x="768604" y="19050"/>
                  </a:lnTo>
                  <a:lnTo>
                    <a:pt x="768604" y="0"/>
                  </a:lnTo>
                  <a:close/>
                </a:path>
                <a:path w="10424160" h="5213350">
                  <a:moveTo>
                    <a:pt x="773938" y="0"/>
                  </a:moveTo>
                  <a:lnTo>
                    <a:pt x="768604" y="0"/>
                  </a:lnTo>
                  <a:lnTo>
                    <a:pt x="768604" y="19050"/>
                  </a:lnTo>
                  <a:lnTo>
                    <a:pt x="773938" y="19050"/>
                  </a:lnTo>
                  <a:lnTo>
                    <a:pt x="778129" y="14732"/>
                  </a:lnTo>
                  <a:lnTo>
                    <a:pt x="778129" y="4318"/>
                  </a:lnTo>
                  <a:lnTo>
                    <a:pt x="773938" y="0"/>
                  </a:lnTo>
                  <a:close/>
                </a:path>
                <a:path w="10424160" h="5213350">
                  <a:moveTo>
                    <a:pt x="806704" y="0"/>
                  </a:moveTo>
                  <a:lnTo>
                    <a:pt x="801496" y="0"/>
                  </a:lnTo>
                  <a:lnTo>
                    <a:pt x="797179" y="4318"/>
                  </a:lnTo>
                  <a:lnTo>
                    <a:pt x="797179" y="14732"/>
                  </a:lnTo>
                  <a:lnTo>
                    <a:pt x="801496" y="19050"/>
                  </a:lnTo>
                  <a:lnTo>
                    <a:pt x="806704" y="19050"/>
                  </a:lnTo>
                  <a:lnTo>
                    <a:pt x="806704" y="0"/>
                  </a:lnTo>
                  <a:close/>
                </a:path>
                <a:path w="10424160" h="5213350">
                  <a:moveTo>
                    <a:pt x="812038" y="0"/>
                  </a:moveTo>
                  <a:lnTo>
                    <a:pt x="806704" y="0"/>
                  </a:lnTo>
                  <a:lnTo>
                    <a:pt x="806704" y="19050"/>
                  </a:lnTo>
                  <a:lnTo>
                    <a:pt x="812038" y="19050"/>
                  </a:lnTo>
                  <a:lnTo>
                    <a:pt x="816229" y="14732"/>
                  </a:lnTo>
                  <a:lnTo>
                    <a:pt x="816229" y="4318"/>
                  </a:lnTo>
                  <a:lnTo>
                    <a:pt x="812038" y="0"/>
                  </a:lnTo>
                  <a:close/>
                </a:path>
                <a:path w="10424160" h="5213350">
                  <a:moveTo>
                    <a:pt x="844804" y="0"/>
                  </a:moveTo>
                  <a:lnTo>
                    <a:pt x="839596" y="0"/>
                  </a:lnTo>
                  <a:lnTo>
                    <a:pt x="835279" y="4318"/>
                  </a:lnTo>
                  <a:lnTo>
                    <a:pt x="835279" y="14732"/>
                  </a:lnTo>
                  <a:lnTo>
                    <a:pt x="839596" y="19050"/>
                  </a:lnTo>
                  <a:lnTo>
                    <a:pt x="844804" y="19050"/>
                  </a:lnTo>
                  <a:lnTo>
                    <a:pt x="844804" y="0"/>
                  </a:lnTo>
                  <a:close/>
                </a:path>
                <a:path w="10424160" h="5213350">
                  <a:moveTo>
                    <a:pt x="850138" y="0"/>
                  </a:moveTo>
                  <a:lnTo>
                    <a:pt x="844804" y="0"/>
                  </a:lnTo>
                  <a:lnTo>
                    <a:pt x="844804" y="19050"/>
                  </a:lnTo>
                  <a:lnTo>
                    <a:pt x="850138" y="19050"/>
                  </a:lnTo>
                  <a:lnTo>
                    <a:pt x="854329" y="14732"/>
                  </a:lnTo>
                  <a:lnTo>
                    <a:pt x="854329" y="4318"/>
                  </a:lnTo>
                  <a:lnTo>
                    <a:pt x="850138" y="0"/>
                  </a:lnTo>
                  <a:close/>
                </a:path>
                <a:path w="10424160" h="5213350">
                  <a:moveTo>
                    <a:pt x="882904" y="0"/>
                  </a:moveTo>
                  <a:lnTo>
                    <a:pt x="877696" y="0"/>
                  </a:lnTo>
                  <a:lnTo>
                    <a:pt x="873379" y="4318"/>
                  </a:lnTo>
                  <a:lnTo>
                    <a:pt x="873379" y="14732"/>
                  </a:lnTo>
                  <a:lnTo>
                    <a:pt x="877696" y="19050"/>
                  </a:lnTo>
                  <a:lnTo>
                    <a:pt x="882904" y="19050"/>
                  </a:lnTo>
                  <a:lnTo>
                    <a:pt x="882904" y="0"/>
                  </a:lnTo>
                  <a:close/>
                </a:path>
                <a:path w="10424160" h="5213350">
                  <a:moveTo>
                    <a:pt x="888238" y="0"/>
                  </a:moveTo>
                  <a:lnTo>
                    <a:pt x="883031" y="0"/>
                  </a:lnTo>
                  <a:lnTo>
                    <a:pt x="883031" y="19050"/>
                  </a:lnTo>
                  <a:lnTo>
                    <a:pt x="888238" y="19050"/>
                  </a:lnTo>
                  <a:lnTo>
                    <a:pt x="892556" y="14732"/>
                  </a:lnTo>
                  <a:lnTo>
                    <a:pt x="892556" y="4318"/>
                  </a:lnTo>
                  <a:lnTo>
                    <a:pt x="888238" y="0"/>
                  </a:lnTo>
                  <a:close/>
                </a:path>
                <a:path w="10424160" h="5213350">
                  <a:moveTo>
                    <a:pt x="921131" y="0"/>
                  </a:moveTo>
                  <a:lnTo>
                    <a:pt x="915796" y="0"/>
                  </a:lnTo>
                  <a:lnTo>
                    <a:pt x="911606" y="4318"/>
                  </a:lnTo>
                  <a:lnTo>
                    <a:pt x="911606" y="14732"/>
                  </a:lnTo>
                  <a:lnTo>
                    <a:pt x="915796" y="19050"/>
                  </a:lnTo>
                  <a:lnTo>
                    <a:pt x="921131" y="19050"/>
                  </a:lnTo>
                  <a:lnTo>
                    <a:pt x="921131" y="0"/>
                  </a:lnTo>
                  <a:close/>
                </a:path>
                <a:path w="10424160" h="5213350">
                  <a:moveTo>
                    <a:pt x="926338" y="0"/>
                  </a:moveTo>
                  <a:lnTo>
                    <a:pt x="921131" y="0"/>
                  </a:lnTo>
                  <a:lnTo>
                    <a:pt x="921131" y="19050"/>
                  </a:lnTo>
                  <a:lnTo>
                    <a:pt x="926338" y="19050"/>
                  </a:lnTo>
                  <a:lnTo>
                    <a:pt x="930656" y="14732"/>
                  </a:lnTo>
                  <a:lnTo>
                    <a:pt x="930656" y="4318"/>
                  </a:lnTo>
                  <a:lnTo>
                    <a:pt x="926338" y="0"/>
                  </a:lnTo>
                  <a:close/>
                </a:path>
                <a:path w="10424160" h="5213350">
                  <a:moveTo>
                    <a:pt x="959231" y="0"/>
                  </a:moveTo>
                  <a:lnTo>
                    <a:pt x="953896" y="0"/>
                  </a:lnTo>
                  <a:lnTo>
                    <a:pt x="949706" y="4318"/>
                  </a:lnTo>
                  <a:lnTo>
                    <a:pt x="949706" y="14732"/>
                  </a:lnTo>
                  <a:lnTo>
                    <a:pt x="953896" y="19050"/>
                  </a:lnTo>
                  <a:lnTo>
                    <a:pt x="959231" y="19050"/>
                  </a:lnTo>
                  <a:lnTo>
                    <a:pt x="959231" y="0"/>
                  </a:lnTo>
                  <a:close/>
                </a:path>
                <a:path w="10424160" h="5213350">
                  <a:moveTo>
                    <a:pt x="964438" y="0"/>
                  </a:moveTo>
                  <a:lnTo>
                    <a:pt x="959231" y="0"/>
                  </a:lnTo>
                  <a:lnTo>
                    <a:pt x="959231" y="19050"/>
                  </a:lnTo>
                  <a:lnTo>
                    <a:pt x="964438" y="19050"/>
                  </a:lnTo>
                  <a:lnTo>
                    <a:pt x="968756" y="14732"/>
                  </a:lnTo>
                  <a:lnTo>
                    <a:pt x="968756" y="4318"/>
                  </a:lnTo>
                  <a:lnTo>
                    <a:pt x="964438" y="0"/>
                  </a:lnTo>
                  <a:close/>
                </a:path>
                <a:path w="10424160" h="5213350">
                  <a:moveTo>
                    <a:pt x="997331" y="0"/>
                  </a:moveTo>
                  <a:lnTo>
                    <a:pt x="991996" y="0"/>
                  </a:lnTo>
                  <a:lnTo>
                    <a:pt x="987806" y="4318"/>
                  </a:lnTo>
                  <a:lnTo>
                    <a:pt x="987806" y="14732"/>
                  </a:lnTo>
                  <a:lnTo>
                    <a:pt x="991996" y="19050"/>
                  </a:lnTo>
                  <a:lnTo>
                    <a:pt x="997331" y="19050"/>
                  </a:lnTo>
                  <a:lnTo>
                    <a:pt x="997331" y="0"/>
                  </a:lnTo>
                  <a:close/>
                </a:path>
                <a:path w="10424160" h="5213350">
                  <a:moveTo>
                    <a:pt x="1002538" y="0"/>
                  </a:moveTo>
                  <a:lnTo>
                    <a:pt x="997331" y="0"/>
                  </a:lnTo>
                  <a:lnTo>
                    <a:pt x="997331" y="19050"/>
                  </a:lnTo>
                  <a:lnTo>
                    <a:pt x="1002538" y="19050"/>
                  </a:lnTo>
                  <a:lnTo>
                    <a:pt x="1006856" y="14732"/>
                  </a:lnTo>
                  <a:lnTo>
                    <a:pt x="1006856" y="4318"/>
                  </a:lnTo>
                  <a:lnTo>
                    <a:pt x="1002538" y="0"/>
                  </a:lnTo>
                  <a:close/>
                </a:path>
                <a:path w="10424160" h="5213350">
                  <a:moveTo>
                    <a:pt x="1035431" y="0"/>
                  </a:moveTo>
                  <a:lnTo>
                    <a:pt x="1030224" y="0"/>
                  </a:lnTo>
                  <a:lnTo>
                    <a:pt x="1025906" y="4318"/>
                  </a:lnTo>
                  <a:lnTo>
                    <a:pt x="1025906" y="14732"/>
                  </a:lnTo>
                  <a:lnTo>
                    <a:pt x="1030224" y="19050"/>
                  </a:lnTo>
                  <a:lnTo>
                    <a:pt x="1035431" y="19050"/>
                  </a:lnTo>
                  <a:lnTo>
                    <a:pt x="1035431" y="0"/>
                  </a:lnTo>
                  <a:close/>
                </a:path>
                <a:path w="10424160" h="5213350">
                  <a:moveTo>
                    <a:pt x="1040764" y="0"/>
                  </a:moveTo>
                  <a:lnTo>
                    <a:pt x="1035431" y="0"/>
                  </a:lnTo>
                  <a:lnTo>
                    <a:pt x="1035431" y="19050"/>
                  </a:lnTo>
                  <a:lnTo>
                    <a:pt x="1040764" y="19050"/>
                  </a:lnTo>
                  <a:lnTo>
                    <a:pt x="1044956" y="14732"/>
                  </a:lnTo>
                  <a:lnTo>
                    <a:pt x="1044956" y="4318"/>
                  </a:lnTo>
                  <a:lnTo>
                    <a:pt x="1040764" y="0"/>
                  </a:lnTo>
                  <a:close/>
                </a:path>
                <a:path w="10424160" h="5213350">
                  <a:moveTo>
                    <a:pt x="1073531" y="0"/>
                  </a:moveTo>
                  <a:lnTo>
                    <a:pt x="1068324" y="0"/>
                  </a:lnTo>
                  <a:lnTo>
                    <a:pt x="1064006" y="4318"/>
                  </a:lnTo>
                  <a:lnTo>
                    <a:pt x="1064006" y="14732"/>
                  </a:lnTo>
                  <a:lnTo>
                    <a:pt x="1068324" y="19050"/>
                  </a:lnTo>
                  <a:lnTo>
                    <a:pt x="1073531" y="19050"/>
                  </a:lnTo>
                  <a:lnTo>
                    <a:pt x="1073531" y="0"/>
                  </a:lnTo>
                  <a:close/>
                </a:path>
                <a:path w="10424160" h="5213350">
                  <a:moveTo>
                    <a:pt x="1078864" y="0"/>
                  </a:moveTo>
                  <a:lnTo>
                    <a:pt x="1073531" y="0"/>
                  </a:lnTo>
                  <a:lnTo>
                    <a:pt x="1073531" y="19050"/>
                  </a:lnTo>
                  <a:lnTo>
                    <a:pt x="1078864" y="19050"/>
                  </a:lnTo>
                  <a:lnTo>
                    <a:pt x="1083056" y="14732"/>
                  </a:lnTo>
                  <a:lnTo>
                    <a:pt x="1083056" y="4318"/>
                  </a:lnTo>
                  <a:lnTo>
                    <a:pt x="1078864" y="0"/>
                  </a:lnTo>
                  <a:close/>
                </a:path>
                <a:path w="10424160" h="5213350">
                  <a:moveTo>
                    <a:pt x="1111631" y="0"/>
                  </a:moveTo>
                  <a:lnTo>
                    <a:pt x="1106424" y="0"/>
                  </a:lnTo>
                  <a:lnTo>
                    <a:pt x="1102106" y="4318"/>
                  </a:lnTo>
                  <a:lnTo>
                    <a:pt x="1102106" y="14732"/>
                  </a:lnTo>
                  <a:lnTo>
                    <a:pt x="1106424" y="19050"/>
                  </a:lnTo>
                  <a:lnTo>
                    <a:pt x="1111631" y="19050"/>
                  </a:lnTo>
                  <a:lnTo>
                    <a:pt x="1111631" y="0"/>
                  </a:lnTo>
                  <a:close/>
                </a:path>
                <a:path w="10424160" h="5213350">
                  <a:moveTo>
                    <a:pt x="1116964" y="0"/>
                  </a:moveTo>
                  <a:lnTo>
                    <a:pt x="1111758" y="0"/>
                  </a:lnTo>
                  <a:lnTo>
                    <a:pt x="1111758" y="19050"/>
                  </a:lnTo>
                  <a:lnTo>
                    <a:pt x="1116964" y="19050"/>
                  </a:lnTo>
                  <a:lnTo>
                    <a:pt x="1121283" y="14732"/>
                  </a:lnTo>
                  <a:lnTo>
                    <a:pt x="1121283" y="4318"/>
                  </a:lnTo>
                  <a:lnTo>
                    <a:pt x="1116964" y="0"/>
                  </a:lnTo>
                  <a:close/>
                </a:path>
                <a:path w="10424160" h="5213350">
                  <a:moveTo>
                    <a:pt x="1149858" y="0"/>
                  </a:moveTo>
                  <a:lnTo>
                    <a:pt x="1144524" y="0"/>
                  </a:lnTo>
                  <a:lnTo>
                    <a:pt x="1140333" y="4318"/>
                  </a:lnTo>
                  <a:lnTo>
                    <a:pt x="1140333" y="14732"/>
                  </a:lnTo>
                  <a:lnTo>
                    <a:pt x="1144524" y="19050"/>
                  </a:lnTo>
                  <a:lnTo>
                    <a:pt x="1149858" y="19050"/>
                  </a:lnTo>
                  <a:lnTo>
                    <a:pt x="1149858" y="0"/>
                  </a:lnTo>
                  <a:close/>
                </a:path>
                <a:path w="10424160" h="5213350">
                  <a:moveTo>
                    <a:pt x="1155064" y="0"/>
                  </a:moveTo>
                  <a:lnTo>
                    <a:pt x="1149858" y="0"/>
                  </a:lnTo>
                  <a:lnTo>
                    <a:pt x="1149858" y="19050"/>
                  </a:lnTo>
                  <a:lnTo>
                    <a:pt x="1155064" y="19050"/>
                  </a:lnTo>
                  <a:lnTo>
                    <a:pt x="1159383" y="14732"/>
                  </a:lnTo>
                  <a:lnTo>
                    <a:pt x="1159383" y="4318"/>
                  </a:lnTo>
                  <a:lnTo>
                    <a:pt x="1155064" y="0"/>
                  </a:lnTo>
                  <a:close/>
                </a:path>
                <a:path w="10424160" h="5213350">
                  <a:moveTo>
                    <a:pt x="1187958" y="0"/>
                  </a:moveTo>
                  <a:lnTo>
                    <a:pt x="1182624" y="0"/>
                  </a:lnTo>
                  <a:lnTo>
                    <a:pt x="1178433" y="4318"/>
                  </a:lnTo>
                  <a:lnTo>
                    <a:pt x="1178433" y="14732"/>
                  </a:lnTo>
                  <a:lnTo>
                    <a:pt x="1182624" y="19050"/>
                  </a:lnTo>
                  <a:lnTo>
                    <a:pt x="1187958" y="19050"/>
                  </a:lnTo>
                  <a:lnTo>
                    <a:pt x="1187958" y="0"/>
                  </a:lnTo>
                  <a:close/>
                </a:path>
                <a:path w="10424160" h="5213350">
                  <a:moveTo>
                    <a:pt x="1193164" y="0"/>
                  </a:moveTo>
                  <a:lnTo>
                    <a:pt x="1187958" y="0"/>
                  </a:lnTo>
                  <a:lnTo>
                    <a:pt x="1187958" y="19050"/>
                  </a:lnTo>
                  <a:lnTo>
                    <a:pt x="1193164" y="19050"/>
                  </a:lnTo>
                  <a:lnTo>
                    <a:pt x="1197483" y="14732"/>
                  </a:lnTo>
                  <a:lnTo>
                    <a:pt x="1197483" y="4318"/>
                  </a:lnTo>
                  <a:lnTo>
                    <a:pt x="1193164" y="0"/>
                  </a:lnTo>
                  <a:close/>
                </a:path>
                <a:path w="10424160" h="5213350">
                  <a:moveTo>
                    <a:pt x="1226058" y="0"/>
                  </a:moveTo>
                  <a:lnTo>
                    <a:pt x="1220724" y="0"/>
                  </a:lnTo>
                  <a:lnTo>
                    <a:pt x="1216533" y="4318"/>
                  </a:lnTo>
                  <a:lnTo>
                    <a:pt x="1216533" y="14732"/>
                  </a:lnTo>
                  <a:lnTo>
                    <a:pt x="1220724" y="19050"/>
                  </a:lnTo>
                  <a:lnTo>
                    <a:pt x="1226058" y="19050"/>
                  </a:lnTo>
                  <a:lnTo>
                    <a:pt x="1226058" y="0"/>
                  </a:lnTo>
                  <a:close/>
                </a:path>
                <a:path w="10424160" h="5213350">
                  <a:moveTo>
                    <a:pt x="1231264" y="0"/>
                  </a:moveTo>
                  <a:lnTo>
                    <a:pt x="1226058" y="0"/>
                  </a:lnTo>
                  <a:lnTo>
                    <a:pt x="1226058" y="19050"/>
                  </a:lnTo>
                  <a:lnTo>
                    <a:pt x="1231264" y="19050"/>
                  </a:lnTo>
                  <a:lnTo>
                    <a:pt x="1235583" y="14732"/>
                  </a:lnTo>
                  <a:lnTo>
                    <a:pt x="1235583" y="4318"/>
                  </a:lnTo>
                  <a:lnTo>
                    <a:pt x="1231264" y="0"/>
                  </a:lnTo>
                  <a:close/>
                </a:path>
                <a:path w="10424160" h="5213350">
                  <a:moveTo>
                    <a:pt x="1264158" y="0"/>
                  </a:moveTo>
                  <a:lnTo>
                    <a:pt x="1258951" y="0"/>
                  </a:lnTo>
                  <a:lnTo>
                    <a:pt x="1254633" y="4318"/>
                  </a:lnTo>
                  <a:lnTo>
                    <a:pt x="1254633" y="14732"/>
                  </a:lnTo>
                  <a:lnTo>
                    <a:pt x="1258951" y="19050"/>
                  </a:lnTo>
                  <a:lnTo>
                    <a:pt x="1264158" y="19050"/>
                  </a:lnTo>
                  <a:lnTo>
                    <a:pt x="1264158" y="0"/>
                  </a:lnTo>
                  <a:close/>
                </a:path>
                <a:path w="10424160" h="5213350">
                  <a:moveTo>
                    <a:pt x="1269491" y="0"/>
                  </a:moveTo>
                  <a:lnTo>
                    <a:pt x="1264158" y="0"/>
                  </a:lnTo>
                  <a:lnTo>
                    <a:pt x="1264158" y="19050"/>
                  </a:lnTo>
                  <a:lnTo>
                    <a:pt x="1269491" y="19050"/>
                  </a:lnTo>
                  <a:lnTo>
                    <a:pt x="1273683" y="14732"/>
                  </a:lnTo>
                  <a:lnTo>
                    <a:pt x="1273683" y="4318"/>
                  </a:lnTo>
                  <a:lnTo>
                    <a:pt x="1269491" y="0"/>
                  </a:lnTo>
                  <a:close/>
                </a:path>
                <a:path w="10424160" h="5213350">
                  <a:moveTo>
                    <a:pt x="1302258" y="0"/>
                  </a:moveTo>
                  <a:lnTo>
                    <a:pt x="1297051" y="0"/>
                  </a:lnTo>
                  <a:lnTo>
                    <a:pt x="1292733" y="4318"/>
                  </a:lnTo>
                  <a:lnTo>
                    <a:pt x="1292733" y="14732"/>
                  </a:lnTo>
                  <a:lnTo>
                    <a:pt x="1297051" y="19050"/>
                  </a:lnTo>
                  <a:lnTo>
                    <a:pt x="1302258" y="19050"/>
                  </a:lnTo>
                  <a:lnTo>
                    <a:pt x="1302258" y="0"/>
                  </a:lnTo>
                  <a:close/>
                </a:path>
                <a:path w="10424160" h="5213350">
                  <a:moveTo>
                    <a:pt x="1307591" y="0"/>
                  </a:moveTo>
                  <a:lnTo>
                    <a:pt x="1302258" y="0"/>
                  </a:lnTo>
                  <a:lnTo>
                    <a:pt x="1302258" y="19050"/>
                  </a:lnTo>
                  <a:lnTo>
                    <a:pt x="1307591" y="19050"/>
                  </a:lnTo>
                  <a:lnTo>
                    <a:pt x="1311783" y="14732"/>
                  </a:lnTo>
                  <a:lnTo>
                    <a:pt x="1311783" y="4318"/>
                  </a:lnTo>
                  <a:lnTo>
                    <a:pt x="1307591" y="0"/>
                  </a:lnTo>
                  <a:close/>
                </a:path>
                <a:path w="10424160" h="5213350">
                  <a:moveTo>
                    <a:pt x="1340358" y="0"/>
                  </a:moveTo>
                  <a:lnTo>
                    <a:pt x="1335151" y="0"/>
                  </a:lnTo>
                  <a:lnTo>
                    <a:pt x="1330833" y="4318"/>
                  </a:lnTo>
                  <a:lnTo>
                    <a:pt x="1330833" y="14732"/>
                  </a:lnTo>
                  <a:lnTo>
                    <a:pt x="1335151" y="19050"/>
                  </a:lnTo>
                  <a:lnTo>
                    <a:pt x="1340358" y="19050"/>
                  </a:lnTo>
                  <a:lnTo>
                    <a:pt x="1340358" y="0"/>
                  </a:lnTo>
                  <a:close/>
                </a:path>
                <a:path w="10424160" h="5213350">
                  <a:moveTo>
                    <a:pt x="1345691" y="0"/>
                  </a:moveTo>
                  <a:lnTo>
                    <a:pt x="1340358" y="0"/>
                  </a:lnTo>
                  <a:lnTo>
                    <a:pt x="1340358" y="19050"/>
                  </a:lnTo>
                  <a:lnTo>
                    <a:pt x="1345691" y="19050"/>
                  </a:lnTo>
                  <a:lnTo>
                    <a:pt x="1349883" y="14732"/>
                  </a:lnTo>
                  <a:lnTo>
                    <a:pt x="1349883" y="4318"/>
                  </a:lnTo>
                  <a:lnTo>
                    <a:pt x="1345691" y="0"/>
                  </a:lnTo>
                  <a:close/>
                </a:path>
                <a:path w="10424160" h="5213350">
                  <a:moveTo>
                    <a:pt x="1378458" y="0"/>
                  </a:moveTo>
                  <a:lnTo>
                    <a:pt x="1373251" y="0"/>
                  </a:lnTo>
                  <a:lnTo>
                    <a:pt x="1368933" y="4318"/>
                  </a:lnTo>
                  <a:lnTo>
                    <a:pt x="1368933" y="14732"/>
                  </a:lnTo>
                  <a:lnTo>
                    <a:pt x="1373251" y="19050"/>
                  </a:lnTo>
                  <a:lnTo>
                    <a:pt x="1378458" y="19050"/>
                  </a:lnTo>
                  <a:lnTo>
                    <a:pt x="1378458" y="0"/>
                  </a:lnTo>
                  <a:close/>
                </a:path>
                <a:path w="10424160" h="5213350">
                  <a:moveTo>
                    <a:pt x="1383791" y="0"/>
                  </a:moveTo>
                  <a:lnTo>
                    <a:pt x="1378584" y="0"/>
                  </a:lnTo>
                  <a:lnTo>
                    <a:pt x="1378584" y="19050"/>
                  </a:lnTo>
                  <a:lnTo>
                    <a:pt x="1383791" y="19050"/>
                  </a:lnTo>
                  <a:lnTo>
                    <a:pt x="1388109" y="14732"/>
                  </a:lnTo>
                  <a:lnTo>
                    <a:pt x="1388109" y="4318"/>
                  </a:lnTo>
                  <a:lnTo>
                    <a:pt x="1383791" y="0"/>
                  </a:lnTo>
                  <a:close/>
                </a:path>
                <a:path w="10424160" h="5213350">
                  <a:moveTo>
                    <a:pt x="1416684" y="0"/>
                  </a:moveTo>
                  <a:lnTo>
                    <a:pt x="1411351" y="0"/>
                  </a:lnTo>
                  <a:lnTo>
                    <a:pt x="1407159" y="4318"/>
                  </a:lnTo>
                  <a:lnTo>
                    <a:pt x="1407159" y="14732"/>
                  </a:lnTo>
                  <a:lnTo>
                    <a:pt x="1411351" y="19050"/>
                  </a:lnTo>
                  <a:lnTo>
                    <a:pt x="1416684" y="19050"/>
                  </a:lnTo>
                  <a:lnTo>
                    <a:pt x="1416684" y="0"/>
                  </a:lnTo>
                  <a:close/>
                </a:path>
                <a:path w="10424160" h="5213350">
                  <a:moveTo>
                    <a:pt x="1421891" y="0"/>
                  </a:moveTo>
                  <a:lnTo>
                    <a:pt x="1416684" y="0"/>
                  </a:lnTo>
                  <a:lnTo>
                    <a:pt x="1416684" y="19050"/>
                  </a:lnTo>
                  <a:lnTo>
                    <a:pt x="1421891" y="19050"/>
                  </a:lnTo>
                  <a:lnTo>
                    <a:pt x="1426209" y="14732"/>
                  </a:lnTo>
                  <a:lnTo>
                    <a:pt x="1426209" y="4318"/>
                  </a:lnTo>
                  <a:lnTo>
                    <a:pt x="1421891" y="0"/>
                  </a:lnTo>
                  <a:close/>
                </a:path>
                <a:path w="10424160" h="5213350">
                  <a:moveTo>
                    <a:pt x="1454784" y="0"/>
                  </a:moveTo>
                  <a:lnTo>
                    <a:pt x="1449451" y="0"/>
                  </a:lnTo>
                  <a:lnTo>
                    <a:pt x="1445259" y="4318"/>
                  </a:lnTo>
                  <a:lnTo>
                    <a:pt x="1445259" y="14732"/>
                  </a:lnTo>
                  <a:lnTo>
                    <a:pt x="1449451" y="19050"/>
                  </a:lnTo>
                  <a:lnTo>
                    <a:pt x="1454784" y="19050"/>
                  </a:lnTo>
                  <a:lnTo>
                    <a:pt x="1454784" y="0"/>
                  </a:lnTo>
                  <a:close/>
                </a:path>
                <a:path w="10424160" h="5213350">
                  <a:moveTo>
                    <a:pt x="1459991" y="0"/>
                  </a:moveTo>
                  <a:lnTo>
                    <a:pt x="1454784" y="0"/>
                  </a:lnTo>
                  <a:lnTo>
                    <a:pt x="1454784" y="19050"/>
                  </a:lnTo>
                  <a:lnTo>
                    <a:pt x="1459991" y="19050"/>
                  </a:lnTo>
                  <a:lnTo>
                    <a:pt x="1464309" y="14732"/>
                  </a:lnTo>
                  <a:lnTo>
                    <a:pt x="1464309" y="4318"/>
                  </a:lnTo>
                  <a:lnTo>
                    <a:pt x="1459991" y="0"/>
                  </a:lnTo>
                  <a:close/>
                </a:path>
                <a:path w="10424160" h="5213350">
                  <a:moveTo>
                    <a:pt x="1492884" y="0"/>
                  </a:moveTo>
                  <a:lnTo>
                    <a:pt x="1487551" y="0"/>
                  </a:lnTo>
                  <a:lnTo>
                    <a:pt x="1483359" y="4318"/>
                  </a:lnTo>
                  <a:lnTo>
                    <a:pt x="1483359" y="14732"/>
                  </a:lnTo>
                  <a:lnTo>
                    <a:pt x="1487551" y="19050"/>
                  </a:lnTo>
                  <a:lnTo>
                    <a:pt x="1492884" y="19050"/>
                  </a:lnTo>
                  <a:lnTo>
                    <a:pt x="1492884" y="0"/>
                  </a:lnTo>
                  <a:close/>
                </a:path>
                <a:path w="10424160" h="5213350">
                  <a:moveTo>
                    <a:pt x="1498091" y="0"/>
                  </a:moveTo>
                  <a:lnTo>
                    <a:pt x="1492884" y="0"/>
                  </a:lnTo>
                  <a:lnTo>
                    <a:pt x="1492884" y="19050"/>
                  </a:lnTo>
                  <a:lnTo>
                    <a:pt x="1498091" y="19050"/>
                  </a:lnTo>
                  <a:lnTo>
                    <a:pt x="1502409" y="14732"/>
                  </a:lnTo>
                  <a:lnTo>
                    <a:pt x="1502409" y="4318"/>
                  </a:lnTo>
                  <a:lnTo>
                    <a:pt x="1498091" y="0"/>
                  </a:lnTo>
                  <a:close/>
                </a:path>
                <a:path w="10424160" h="5213350">
                  <a:moveTo>
                    <a:pt x="1530984" y="0"/>
                  </a:moveTo>
                  <a:lnTo>
                    <a:pt x="1525777" y="0"/>
                  </a:lnTo>
                  <a:lnTo>
                    <a:pt x="1521459" y="4318"/>
                  </a:lnTo>
                  <a:lnTo>
                    <a:pt x="1521459" y="14732"/>
                  </a:lnTo>
                  <a:lnTo>
                    <a:pt x="1525777" y="19050"/>
                  </a:lnTo>
                  <a:lnTo>
                    <a:pt x="1530984" y="19050"/>
                  </a:lnTo>
                  <a:lnTo>
                    <a:pt x="1530984" y="0"/>
                  </a:lnTo>
                  <a:close/>
                </a:path>
                <a:path w="10424160" h="5213350">
                  <a:moveTo>
                    <a:pt x="1536319" y="0"/>
                  </a:moveTo>
                  <a:lnTo>
                    <a:pt x="1530984" y="0"/>
                  </a:lnTo>
                  <a:lnTo>
                    <a:pt x="1530984" y="19050"/>
                  </a:lnTo>
                  <a:lnTo>
                    <a:pt x="1536319" y="19050"/>
                  </a:lnTo>
                  <a:lnTo>
                    <a:pt x="1540509" y="14732"/>
                  </a:lnTo>
                  <a:lnTo>
                    <a:pt x="1540509" y="4318"/>
                  </a:lnTo>
                  <a:lnTo>
                    <a:pt x="1536319" y="0"/>
                  </a:lnTo>
                  <a:close/>
                </a:path>
                <a:path w="10424160" h="5213350">
                  <a:moveTo>
                    <a:pt x="1569084" y="0"/>
                  </a:moveTo>
                  <a:lnTo>
                    <a:pt x="1563877" y="0"/>
                  </a:lnTo>
                  <a:lnTo>
                    <a:pt x="1559559" y="4318"/>
                  </a:lnTo>
                  <a:lnTo>
                    <a:pt x="1559559" y="14732"/>
                  </a:lnTo>
                  <a:lnTo>
                    <a:pt x="1563877" y="19050"/>
                  </a:lnTo>
                  <a:lnTo>
                    <a:pt x="1569084" y="19050"/>
                  </a:lnTo>
                  <a:lnTo>
                    <a:pt x="1569084" y="0"/>
                  </a:lnTo>
                  <a:close/>
                </a:path>
                <a:path w="10424160" h="5213350">
                  <a:moveTo>
                    <a:pt x="1574419" y="0"/>
                  </a:moveTo>
                  <a:lnTo>
                    <a:pt x="1569084" y="0"/>
                  </a:lnTo>
                  <a:lnTo>
                    <a:pt x="1569084" y="19050"/>
                  </a:lnTo>
                  <a:lnTo>
                    <a:pt x="1574419" y="19050"/>
                  </a:lnTo>
                  <a:lnTo>
                    <a:pt x="1578609" y="14732"/>
                  </a:lnTo>
                  <a:lnTo>
                    <a:pt x="1578609" y="4318"/>
                  </a:lnTo>
                  <a:lnTo>
                    <a:pt x="1574419" y="0"/>
                  </a:lnTo>
                  <a:close/>
                </a:path>
                <a:path w="10424160" h="5213350">
                  <a:moveTo>
                    <a:pt x="1607184" y="0"/>
                  </a:moveTo>
                  <a:lnTo>
                    <a:pt x="1601977" y="0"/>
                  </a:lnTo>
                  <a:lnTo>
                    <a:pt x="1597659" y="4318"/>
                  </a:lnTo>
                  <a:lnTo>
                    <a:pt x="1597659" y="14732"/>
                  </a:lnTo>
                  <a:lnTo>
                    <a:pt x="1601977" y="19050"/>
                  </a:lnTo>
                  <a:lnTo>
                    <a:pt x="1607184" y="19050"/>
                  </a:lnTo>
                  <a:lnTo>
                    <a:pt x="1607184" y="0"/>
                  </a:lnTo>
                  <a:close/>
                </a:path>
                <a:path w="10424160" h="5213350">
                  <a:moveTo>
                    <a:pt x="1612519" y="0"/>
                  </a:moveTo>
                  <a:lnTo>
                    <a:pt x="1607184" y="0"/>
                  </a:lnTo>
                  <a:lnTo>
                    <a:pt x="1607184" y="19050"/>
                  </a:lnTo>
                  <a:lnTo>
                    <a:pt x="1612519" y="19050"/>
                  </a:lnTo>
                  <a:lnTo>
                    <a:pt x="1616709" y="14732"/>
                  </a:lnTo>
                  <a:lnTo>
                    <a:pt x="1616709" y="4318"/>
                  </a:lnTo>
                  <a:lnTo>
                    <a:pt x="1612519" y="0"/>
                  </a:lnTo>
                  <a:close/>
                </a:path>
                <a:path w="10424160" h="5213350">
                  <a:moveTo>
                    <a:pt x="1645284" y="0"/>
                  </a:moveTo>
                  <a:lnTo>
                    <a:pt x="1640077" y="0"/>
                  </a:lnTo>
                  <a:lnTo>
                    <a:pt x="1635759" y="4318"/>
                  </a:lnTo>
                  <a:lnTo>
                    <a:pt x="1635759" y="14732"/>
                  </a:lnTo>
                  <a:lnTo>
                    <a:pt x="1640077" y="19050"/>
                  </a:lnTo>
                  <a:lnTo>
                    <a:pt x="1645284" y="19050"/>
                  </a:lnTo>
                  <a:lnTo>
                    <a:pt x="1645284" y="0"/>
                  </a:lnTo>
                  <a:close/>
                </a:path>
                <a:path w="10424160" h="5213350">
                  <a:moveTo>
                    <a:pt x="1645412" y="12700"/>
                  </a:moveTo>
                  <a:lnTo>
                    <a:pt x="1645284" y="12700"/>
                  </a:lnTo>
                  <a:lnTo>
                    <a:pt x="1645284" y="19050"/>
                  </a:lnTo>
                  <a:lnTo>
                    <a:pt x="1645412" y="19050"/>
                  </a:lnTo>
                  <a:lnTo>
                    <a:pt x="1645412" y="12700"/>
                  </a:lnTo>
                  <a:close/>
                </a:path>
                <a:path w="10424160" h="5213350">
                  <a:moveTo>
                    <a:pt x="1650619" y="0"/>
                  </a:moveTo>
                  <a:lnTo>
                    <a:pt x="1645412" y="0"/>
                  </a:lnTo>
                  <a:lnTo>
                    <a:pt x="1645412" y="19050"/>
                  </a:lnTo>
                  <a:lnTo>
                    <a:pt x="1650619" y="19050"/>
                  </a:lnTo>
                  <a:lnTo>
                    <a:pt x="1654937" y="14732"/>
                  </a:lnTo>
                  <a:lnTo>
                    <a:pt x="1654937" y="4318"/>
                  </a:lnTo>
                  <a:lnTo>
                    <a:pt x="1650619" y="0"/>
                  </a:lnTo>
                  <a:close/>
                </a:path>
                <a:path w="10424160" h="5213350">
                  <a:moveTo>
                    <a:pt x="1645412" y="0"/>
                  </a:moveTo>
                  <a:lnTo>
                    <a:pt x="1645284" y="0"/>
                  </a:lnTo>
                  <a:lnTo>
                    <a:pt x="1645284" y="6350"/>
                  </a:lnTo>
                  <a:lnTo>
                    <a:pt x="1645412" y="6350"/>
                  </a:lnTo>
                  <a:lnTo>
                    <a:pt x="1645412" y="0"/>
                  </a:lnTo>
                  <a:close/>
                </a:path>
                <a:path w="10424160" h="5213350">
                  <a:moveTo>
                    <a:pt x="1683512" y="0"/>
                  </a:moveTo>
                  <a:lnTo>
                    <a:pt x="1678177" y="0"/>
                  </a:lnTo>
                  <a:lnTo>
                    <a:pt x="1673987" y="4318"/>
                  </a:lnTo>
                  <a:lnTo>
                    <a:pt x="1673987" y="14732"/>
                  </a:lnTo>
                  <a:lnTo>
                    <a:pt x="1678177" y="19050"/>
                  </a:lnTo>
                  <a:lnTo>
                    <a:pt x="1683512" y="19050"/>
                  </a:lnTo>
                  <a:lnTo>
                    <a:pt x="1683512" y="0"/>
                  </a:lnTo>
                  <a:close/>
                </a:path>
                <a:path w="10424160" h="5213350">
                  <a:moveTo>
                    <a:pt x="1688719" y="0"/>
                  </a:moveTo>
                  <a:lnTo>
                    <a:pt x="1683512" y="0"/>
                  </a:lnTo>
                  <a:lnTo>
                    <a:pt x="1683512" y="19050"/>
                  </a:lnTo>
                  <a:lnTo>
                    <a:pt x="1688719" y="19050"/>
                  </a:lnTo>
                  <a:lnTo>
                    <a:pt x="1693037" y="14732"/>
                  </a:lnTo>
                  <a:lnTo>
                    <a:pt x="1693037" y="4318"/>
                  </a:lnTo>
                  <a:lnTo>
                    <a:pt x="1688719" y="0"/>
                  </a:lnTo>
                  <a:close/>
                </a:path>
                <a:path w="10424160" h="5213350">
                  <a:moveTo>
                    <a:pt x="1721612" y="0"/>
                  </a:moveTo>
                  <a:lnTo>
                    <a:pt x="1716277" y="0"/>
                  </a:lnTo>
                  <a:lnTo>
                    <a:pt x="1712087" y="4318"/>
                  </a:lnTo>
                  <a:lnTo>
                    <a:pt x="1712087" y="14732"/>
                  </a:lnTo>
                  <a:lnTo>
                    <a:pt x="1716277" y="19050"/>
                  </a:lnTo>
                  <a:lnTo>
                    <a:pt x="1721612" y="19050"/>
                  </a:lnTo>
                  <a:lnTo>
                    <a:pt x="1721612" y="0"/>
                  </a:lnTo>
                  <a:close/>
                </a:path>
                <a:path w="10424160" h="5213350">
                  <a:moveTo>
                    <a:pt x="1726819" y="0"/>
                  </a:moveTo>
                  <a:lnTo>
                    <a:pt x="1721612" y="0"/>
                  </a:lnTo>
                  <a:lnTo>
                    <a:pt x="1721612" y="19050"/>
                  </a:lnTo>
                  <a:lnTo>
                    <a:pt x="1726819" y="19050"/>
                  </a:lnTo>
                  <a:lnTo>
                    <a:pt x="1731137" y="14732"/>
                  </a:lnTo>
                  <a:lnTo>
                    <a:pt x="1731137" y="4318"/>
                  </a:lnTo>
                  <a:lnTo>
                    <a:pt x="1726819" y="0"/>
                  </a:lnTo>
                  <a:close/>
                </a:path>
                <a:path w="10424160" h="5213350">
                  <a:moveTo>
                    <a:pt x="1759712" y="0"/>
                  </a:moveTo>
                  <a:lnTo>
                    <a:pt x="1754377" y="0"/>
                  </a:lnTo>
                  <a:lnTo>
                    <a:pt x="1750187" y="4318"/>
                  </a:lnTo>
                  <a:lnTo>
                    <a:pt x="1750187" y="14732"/>
                  </a:lnTo>
                  <a:lnTo>
                    <a:pt x="1754377" y="19050"/>
                  </a:lnTo>
                  <a:lnTo>
                    <a:pt x="1759712" y="19050"/>
                  </a:lnTo>
                  <a:lnTo>
                    <a:pt x="1759712" y="0"/>
                  </a:lnTo>
                  <a:close/>
                </a:path>
                <a:path w="10424160" h="5213350">
                  <a:moveTo>
                    <a:pt x="1764919" y="0"/>
                  </a:moveTo>
                  <a:lnTo>
                    <a:pt x="1759712" y="0"/>
                  </a:lnTo>
                  <a:lnTo>
                    <a:pt x="1759712" y="19050"/>
                  </a:lnTo>
                  <a:lnTo>
                    <a:pt x="1764919" y="19050"/>
                  </a:lnTo>
                  <a:lnTo>
                    <a:pt x="1769237" y="14732"/>
                  </a:lnTo>
                  <a:lnTo>
                    <a:pt x="1769237" y="4318"/>
                  </a:lnTo>
                  <a:lnTo>
                    <a:pt x="1764919" y="0"/>
                  </a:lnTo>
                  <a:close/>
                </a:path>
                <a:path w="10424160" h="5213350">
                  <a:moveTo>
                    <a:pt x="1797812" y="0"/>
                  </a:moveTo>
                  <a:lnTo>
                    <a:pt x="1792605" y="0"/>
                  </a:lnTo>
                  <a:lnTo>
                    <a:pt x="1788287" y="4318"/>
                  </a:lnTo>
                  <a:lnTo>
                    <a:pt x="1788287" y="14732"/>
                  </a:lnTo>
                  <a:lnTo>
                    <a:pt x="1792605" y="19050"/>
                  </a:lnTo>
                  <a:lnTo>
                    <a:pt x="1797812" y="19050"/>
                  </a:lnTo>
                  <a:lnTo>
                    <a:pt x="1797812" y="0"/>
                  </a:lnTo>
                  <a:close/>
                </a:path>
                <a:path w="10424160" h="5213350">
                  <a:moveTo>
                    <a:pt x="1803145" y="0"/>
                  </a:moveTo>
                  <a:lnTo>
                    <a:pt x="1797812" y="0"/>
                  </a:lnTo>
                  <a:lnTo>
                    <a:pt x="1797812" y="19050"/>
                  </a:lnTo>
                  <a:lnTo>
                    <a:pt x="1803145" y="19050"/>
                  </a:lnTo>
                  <a:lnTo>
                    <a:pt x="1807337" y="14732"/>
                  </a:lnTo>
                  <a:lnTo>
                    <a:pt x="1807337" y="4318"/>
                  </a:lnTo>
                  <a:lnTo>
                    <a:pt x="1803145" y="0"/>
                  </a:lnTo>
                  <a:close/>
                </a:path>
                <a:path w="10424160" h="5213350">
                  <a:moveTo>
                    <a:pt x="1835912" y="0"/>
                  </a:moveTo>
                  <a:lnTo>
                    <a:pt x="1830705" y="0"/>
                  </a:lnTo>
                  <a:lnTo>
                    <a:pt x="1826387" y="4318"/>
                  </a:lnTo>
                  <a:lnTo>
                    <a:pt x="1826387" y="14732"/>
                  </a:lnTo>
                  <a:lnTo>
                    <a:pt x="1830705" y="19050"/>
                  </a:lnTo>
                  <a:lnTo>
                    <a:pt x="1835912" y="19050"/>
                  </a:lnTo>
                  <a:lnTo>
                    <a:pt x="1835912" y="0"/>
                  </a:lnTo>
                  <a:close/>
                </a:path>
                <a:path w="10424160" h="5213350">
                  <a:moveTo>
                    <a:pt x="1841245" y="0"/>
                  </a:moveTo>
                  <a:lnTo>
                    <a:pt x="1835912" y="0"/>
                  </a:lnTo>
                  <a:lnTo>
                    <a:pt x="1835912" y="19050"/>
                  </a:lnTo>
                  <a:lnTo>
                    <a:pt x="1841245" y="19050"/>
                  </a:lnTo>
                  <a:lnTo>
                    <a:pt x="1845437" y="14732"/>
                  </a:lnTo>
                  <a:lnTo>
                    <a:pt x="1845437" y="4318"/>
                  </a:lnTo>
                  <a:lnTo>
                    <a:pt x="1841245" y="0"/>
                  </a:lnTo>
                  <a:close/>
                </a:path>
                <a:path w="10424160" h="5213350">
                  <a:moveTo>
                    <a:pt x="1874012" y="0"/>
                  </a:moveTo>
                  <a:lnTo>
                    <a:pt x="1868805" y="0"/>
                  </a:lnTo>
                  <a:lnTo>
                    <a:pt x="1864487" y="4318"/>
                  </a:lnTo>
                  <a:lnTo>
                    <a:pt x="1864487" y="14732"/>
                  </a:lnTo>
                  <a:lnTo>
                    <a:pt x="1868805" y="19050"/>
                  </a:lnTo>
                  <a:lnTo>
                    <a:pt x="1874012" y="19050"/>
                  </a:lnTo>
                  <a:lnTo>
                    <a:pt x="1874012" y="0"/>
                  </a:lnTo>
                  <a:close/>
                </a:path>
                <a:path w="10424160" h="5213350">
                  <a:moveTo>
                    <a:pt x="1879345" y="0"/>
                  </a:moveTo>
                  <a:lnTo>
                    <a:pt x="1874139" y="0"/>
                  </a:lnTo>
                  <a:lnTo>
                    <a:pt x="1874139" y="19050"/>
                  </a:lnTo>
                  <a:lnTo>
                    <a:pt x="1879345" y="19050"/>
                  </a:lnTo>
                  <a:lnTo>
                    <a:pt x="1883664" y="14732"/>
                  </a:lnTo>
                  <a:lnTo>
                    <a:pt x="1883664" y="4318"/>
                  </a:lnTo>
                  <a:lnTo>
                    <a:pt x="1879345" y="0"/>
                  </a:lnTo>
                  <a:close/>
                </a:path>
                <a:path w="10424160" h="5213350">
                  <a:moveTo>
                    <a:pt x="1912239" y="0"/>
                  </a:moveTo>
                  <a:lnTo>
                    <a:pt x="1906905" y="0"/>
                  </a:lnTo>
                  <a:lnTo>
                    <a:pt x="1902714" y="4318"/>
                  </a:lnTo>
                  <a:lnTo>
                    <a:pt x="1902714" y="14732"/>
                  </a:lnTo>
                  <a:lnTo>
                    <a:pt x="1906905" y="19050"/>
                  </a:lnTo>
                  <a:lnTo>
                    <a:pt x="1912239" y="19050"/>
                  </a:lnTo>
                  <a:lnTo>
                    <a:pt x="1912239" y="0"/>
                  </a:lnTo>
                  <a:close/>
                </a:path>
                <a:path w="10424160" h="5213350">
                  <a:moveTo>
                    <a:pt x="1917445" y="0"/>
                  </a:moveTo>
                  <a:lnTo>
                    <a:pt x="1912239" y="0"/>
                  </a:lnTo>
                  <a:lnTo>
                    <a:pt x="1912239" y="19050"/>
                  </a:lnTo>
                  <a:lnTo>
                    <a:pt x="1917445" y="19050"/>
                  </a:lnTo>
                  <a:lnTo>
                    <a:pt x="1921764" y="14732"/>
                  </a:lnTo>
                  <a:lnTo>
                    <a:pt x="1921764" y="4318"/>
                  </a:lnTo>
                  <a:lnTo>
                    <a:pt x="1917445" y="0"/>
                  </a:lnTo>
                  <a:close/>
                </a:path>
                <a:path w="10424160" h="5213350">
                  <a:moveTo>
                    <a:pt x="1950339" y="0"/>
                  </a:moveTo>
                  <a:lnTo>
                    <a:pt x="1945005" y="0"/>
                  </a:lnTo>
                  <a:lnTo>
                    <a:pt x="1940814" y="4318"/>
                  </a:lnTo>
                  <a:lnTo>
                    <a:pt x="1940814" y="14732"/>
                  </a:lnTo>
                  <a:lnTo>
                    <a:pt x="1945005" y="19050"/>
                  </a:lnTo>
                  <a:lnTo>
                    <a:pt x="1950339" y="19050"/>
                  </a:lnTo>
                  <a:lnTo>
                    <a:pt x="1950339" y="0"/>
                  </a:lnTo>
                  <a:close/>
                </a:path>
                <a:path w="10424160" h="5213350">
                  <a:moveTo>
                    <a:pt x="1955545" y="0"/>
                  </a:moveTo>
                  <a:lnTo>
                    <a:pt x="1950339" y="0"/>
                  </a:lnTo>
                  <a:lnTo>
                    <a:pt x="1950339" y="19050"/>
                  </a:lnTo>
                  <a:lnTo>
                    <a:pt x="1955545" y="19050"/>
                  </a:lnTo>
                  <a:lnTo>
                    <a:pt x="1959864" y="14732"/>
                  </a:lnTo>
                  <a:lnTo>
                    <a:pt x="1959864" y="4318"/>
                  </a:lnTo>
                  <a:lnTo>
                    <a:pt x="1955545" y="0"/>
                  </a:lnTo>
                  <a:close/>
                </a:path>
                <a:path w="10424160" h="5213350">
                  <a:moveTo>
                    <a:pt x="1988439" y="0"/>
                  </a:moveTo>
                  <a:lnTo>
                    <a:pt x="1983105" y="0"/>
                  </a:lnTo>
                  <a:lnTo>
                    <a:pt x="1978914" y="4318"/>
                  </a:lnTo>
                  <a:lnTo>
                    <a:pt x="1978914" y="14732"/>
                  </a:lnTo>
                  <a:lnTo>
                    <a:pt x="1983105" y="19050"/>
                  </a:lnTo>
                  <a:lnTo>
                    <a:pt x="1988439" y="19050"/>
                  </a:lnTo>
                  <a:lnTo>
                    <a:pt x="1988439" y="0"/>
                  </a:lnTo>
                  <a:close/>
                </a:path>
                <a:path w="10424160" h="5213350">
                  <a:moveTo>
                    <a:pt x="1993645" y="0"/>
                  </a:moveTo>
                  <a:lnTo>
                    <a:pt x="1988439" y="0"/>
                  </a:lnTo>
                  <a:lnTo>
                    <a:pt x="1988439" y="19050"/>
                  </a:lnTo>
                  <a:lnTo>
                    <a:pt x="1993645" y="19050"/>
                  </a:lnTo>
                  <a:lnTo>
                    <a:pt x="1997964" y="14732"/>
                  </a:lnTo>
                  <a:lnTo>
                    <a:pt x="1997964" y="4318"/>
                  </a:lnTo>
                  <a:lnTo>
                    <a:pt x="1993645" y="0"/>
                  </a:lnTo>
                  <a:close/>
                </a:path>
                <a:path w="10424160" h="5213350">
                  <a:moveTo>
                    <a:pt x="2026539" y="0"/>
                  </a:moveTo>
                  <a:lnTo>
                    <a:pt x="2021332" y="0"/>
                  </a:lnTo>
                  <a:lnTo>
                    <a:pt x="2017014" y="4318"/>
                  </a:lnTo>
                  <a:lnTo>
                    <a:pt x="2017014" y="14732"/>
                  </a:lnTo>
                  <a:lnTo>
                    <a:pt x="2021332" y="19050"/>
                  </a:lnTo>
                  <a:lnTo>
                    <a:pt x="2026539" y="19050"/>
                  </a:lnTo>
                  <a:lnTo>
                    <a:pt x="2026539" y="0"/>
                  </a:lnTo>
                  <a:close/>
                </a:path>
                <a:path w="10424160" h="5213350">
                  <a:moveTo>
                    <a:pt x="2031872" y="0"/>
                  </a:moveTo>
                  <a:lnTo>
                    <a:pt x="2026539" y="0"/>
                  </a:lnTo>
                  <a:lnTo>
                    <a:pt x="2026539" y="19050"/>
                  </a:lnTo>
                  <a:lnTo>
                    <a:pt x="2031872" y="19050"/>
                  </a:lnTo>
                  <a:lnTo>
                    <a:pt x="2036064" y="14732"/>
                  </a:lnTo>
                  <a:lnTo>
                    <a:pt x="2036064" y="4318"/>
                  </a:lnTo>
                  <a:lnTo>
                    <a:pt x="2031872" y="0"/>
                  </a:lnTo>
                  <a:close/>
                </a:path>
                <a:path w="10424160" h="5213350">
                  <a:moveTo>
                    <a:pt x="2064639" y="0"/>
                  </a:moveTo>
                  <a:lnTo>
                    <a:pt x="2059432" y="0"/>
                  </a:lnTo>
                  <a:lnTo>
                    <a:pt x="2055114" y="4318"/>
                  </a:lnTo>
                  <a:lnTo>
                    <a:pt x="2055114" y="14732"/>
                  </a:lnTo>
                  <a:lnTo>
                    <a:pt x="2059432" y="19050"/>
                  </a:lnTo>
                  <a:lnTo>
                    <a:pt x="2064639" y="19050"/>
                  </a:lnTo>
                  <a:lnTo>
                    <a:pt x="2064639" y="0"/>
                  </a:lnTo>
                  <a:close/>
                </a:path>
                <a:path w="10424160" h="5213350">
                  <a:moveTo>
                    <a:pt x="2069972" y="0"/>
                  </a:moveTo>
                  <a:lnTo>
                    <a:pt x="2064639" y="0"/>
                  </a:lnTo>
                  <a:lnTo>
                    <a:pt x="2064639" y="19050"/>
                  </a:lnTo>
                  <a:lnTo>
                    <a:pt x="2069972" y="19050"/>
                  </a:lnTo>
                  <a:lnTo>
                    <a:pt x="2074164" y="14732"/>
                  </a:lnTo>
                  <a:lnTo>
                    <a:pt x="2074164" y="4318"/>
                  </a:lnTo>
                  <a:lnTo>
                    <a:pt x="2069972" y="0"/>
                  </a:lnTo>
                  <a:close/>
                </a:path>
                <a:path w="10424160" h="5213350">
                  <a:moveTo>
                    <a:pt x="2102739" y="0"/>
                  </a:moveTo>
                  <a:lnTo>
                    <a:pt x="2097532" y="0"/>
                  </a:lnTo>
                  <a:lnTo>
                    <a:pt x="2093214" y="4318"/>
                  </a:lnTo>
                  <a:lnTo>
                    <a:pt x="2093214" y="14732"/>
                  </a:lnTo>
                  <a:lnTo>
                    <a:pt x="2097532" y="19050"/>
                  </a:lnTo>
                  <a:lnTo>
                    <a:pt x="2102739" y="19050"/>
                  </a:lnTo>
                  <a:lnTo>
                    <a:pt x="2102739" y="0"/>
                  </a:lnTo>
                  <a:close/>
                </a:path>
                <a:path w="10424160" h="5213350">
                  <a:moveTo>
                    <a:pt x="2108072" y="0"/>
                  </a:moveTo>
                  <a:lnTo>
                    <a:pt x="2102739" y="0"/>
                  </a:lnTo>
                  <a:lnTo>
                    <a:pt x="2102739" y="19050"/>
                  </a:lnTo>
                  <a:lnTo>
                    <a:pt x="2108072" y="19050"/>
                  </a:lnTo>
                  <a:lnTo>
                    <a:pt x="2112264" y="14732"/>
                  </a:lnTo>
                  <a:lnTo>
                    <a:pt x="2112264" y="4318"/>
                  </a:lnTo>
                  <a:lnTo>
                    <a:pt x="2108072" y="0"/>
                  </a:lnTo>
                  <a:close/>
                </a:path>
                <a:path w="10424160" h="5213350">
                  <a:moveTo>
                    <a:pt x="2140839" y="0"/>
                  </a:moveTo>
                  <a:lnTo>
                    <a:pt x="2135632" y="0"/>
                  </a:lnTo>
                  <a:lnTo>
                    <a:pt x="2131314" y="4318"/>
                  </a:lnTo>
                  <a:lnTo>
                    <a:pt x="2131314" y="14732"/>
                  </a:lnTo>
                  <a:lnTo>
                    <a:pt x="2135632" y="19050"/>
                  </a:lnTo>
                  <a:lnTo>
                    <a:pt x="2140839" y="19050"/>
                  </a:lnTo>
                  <a:lnTo>
                    <a:pt x="2140839" y="0"/>
                  </a:lnTo>
                  <a:close/>
                </a:path>
                <a:path w="10424160" h="5213350">
                  <a:moveTo>
                    <a:pt x="2146172" y="0"/>
                  </a:moveTo>
                  <a:lnTo>
                    <a:pt x="2140966" y="0"/>
                  </a:lnTo>
                  <a:lnTo>
                    <a:pt x="2140966" y="19050"/>
                  </a:lnTo>
                  <a:lnTo>
                    <a:pt x="2146172" y="19050"/>
                  </a:lnTo>
                  <a:lnTo>
                    <a:pt x="2150491" y="14732"/>
                  </a:lnTo>
                  <a:lnTo>
                    <a:pt x="2150491" y="4318"/>
                  </a:lnTo>
                  <a:lnTo>
                    <a:pt x="2146172" y="0"/>
                  </a:lnTo>
                  <a:close/>
                </a:path>
                <a:path w="10424160" h="5213350">
                  <a:moveTo>
                    <a:pt x="2179066" y="0"/>
                  </a:moveTo>
                  <a:lnTo>
                    <a:pt x="2173732" y="0"/>
                  </a:lnTo>
                  <a:lnTo>
                    <a:pt x="2169541" y="4318"/>
                  </a:lnTo>
                  <a:lnTo>
                    <a:pt x="2169541" y="14732"/>
                  </a:lnTo>
                  <a:lnTo>
                    <a:pt x="2173732" y="19050"/>
                  </a:lnTo>
                  <a:lnTo>
                    <a:pt x="2179066" y="19050"/>
                  </a:lnTo>
                  <a:lnTo>
                    <a:pt x="2179066" y="0"/>
                  </a:lnTo>
                  <a:close/>
                </a:path>
                <a:path w="10424160" h="5213350">
                  <a:moveTo>
                    <a:pt x="2184272" y="0"/>
                  </a:moveTo>
                  <a:lnTo>
                    <a:pt x="2179066" y="0"/>
                  </a:lnTo>
                  <a:lnTo>
                    <a:pt x="2179066" y="19050"/>
                  </a:lnTo>
                  <a:lnTo>
                    <a:pt x="2184272" y="19050"/>
                  </a:lnTo>
                  <a:lnTo>
                    <a:pt x="2188591" y="14732"/>
                  </a:lnTo>
                  <a:lnTo>
                    <a:pt x="2188591" y="4318"/>
                  </a:lnTo>
                  <a:lnTo>
                    <a:pt x="2184272" y="0"/>
                  </a:lnTo>
                  <a:close/>
                </a:path>
                <a:path w="10424160" h="5213350">
                  <a:moveTo>
                    <a:pt x="2217166" y="0"/>
                  </a:moveTo>
                  <a:lnTo>
                    <a:pt x="2211832" y="0"/>
                  </a:lnTo>
                  <a:lnTo>
                    <a:pt x="2207641" y="4318"/>
                  </a:lnTo>
                  <a:lnTo>
                    <a:pt x="2207641" y="14732"/>
                  </a:lnTo>
                  <a:lnTo>
                    <a:pt x="2211832" y="19050"/>
                  </a:lnTo>
                  <a:lnTo>
                    <a:pt x="2217166" y="19050"/>
                  </a:lnTo>
                  <a:lnTo>
                    <a:pt x="2217166" y="0"/>
                  </a:lnTo>
                  <a:close/>
                </a:path>
                <a:path w="10424160" h="5213350">
                  <a:moveTo>
                    <a:pt x="2222372" y="0"/>
                  </a:moveTo>
                  <a:lnTo>
                    <a:pt x="2217166" y="0"/>
                  </a:lnTo>
                  <a:lnTo>
                    <a:pt x="2217166" y="19050"/>
                  </a:lnTo>
                  <a:lnTo>
                    <a:pt x="2222372" y="19050"/>
                  </a:lnTo>
                  <a:lnTo>
                    <a:pt x="2226691" y="14732"/>
                  </a:lnTo>
                  <a:lnTo>
                    <a:pt x="2226691" y="4318"/>
                  </a:lnTo>
                  <a:lnTo>
                    <a:pt x="2222372" y="0"/>
                  </a:lnTo>
                  <a:close/>
                </a:path>
                <a:path w="10424160" h="5213350">
                  <a:moveTo>
                    <a:pt x="2255266" y="0"/>
                  </a:moveTo>
                  <a:lnTo>
                    <a:pt x="2249932" y="0"/>
                  </a:lnTo>
                  <a:lnTo>
                    <a:pt x="2245741" y="4318"/>
                  </a:lnTo>
                  <a:lnTo>
                    <a:pt x="2245741" y="14732"/>
                  </a:lnTo>
                  <a:lnTo>
                    <a:pt x="2249932" y="19050"/>
                  </a:lnTo>
                  <a:lnTo>
                    <a:pt x="2255266" y="19050"/>
                  </a:lnTo>
                  <a:lnTo>
                    <a:pt x="2255266" y="0"/>
                  </a:lnTo>
                  <a:close/>
                </a:path>
                <a:path w="10424160" h="5213350">
                  <a:moveTo>
                    <a:pt x="2260472" y="0"/>
                  </a:moveTo>
                  <a:lnTo>
                    <a:pt x="2255266" y="0"/>
                  </a:lnTo>
                  <a:lnTo>
                    <a:pt x="2255266" y="19050"/>
                  </a:lnTo>
                  <a:lnTo>
                    <a:pt x="2260472" y="19050"/>
                  </a:lnTo>
                  <a:lnTo>
                    <a:pt x="2264791" y="14732"/>
                  </a:lnTo>
                  <a:lnTo>
                    <a:pt x="2264791" y="4318"/>
                  </a:lnTo>
                  <a:lnTo>
                    <a:pt x="2260472" y="0"/>
                  </a:lnTo>
                  <a:close/>
                </a:path>
                <a:path w="10424160" h="5213350">
                  <a:moveTo>
                    <a:pt x="2293366" y="0"/>
                  </a:moveTo>
                  <a:lnTo>
                    <a:pt x="2288159" y="0"/>
                  </a:lnTo>
                  <a:lnTo>
                    <a:pt x="2283841" y="4318"/>
                  </a:lnTo>
                  <a:lnTo>
                    <a:pt x="2283841" y="14732"/>
                  </a:lnTo>
                  <a:lnTo>
                    <a:pt x="2288159" y="19050"/>
                  </a:lnTo>
                  <a:lnTo>
                    <a:pt x="2293366" y="19050"/>
                  </a:lnTo>
                  <a:lnTo>
                    <a:pt x="2293366" y="0"/>
                  </a:lnTo>
                  <a:close/>
                </a:path>
                <a:path w="10424160" h="5213350">
                  <a:moveTo>
                    <a:pt x="2298700" y="0"/>
                  </a:moveTo>
                  <a:lnTo>
                    <a:pt x="2293366" y="0"/>
                  </a:lnTo>
                  <a:lnTo>
                    <a:pt x="2293366" y="19050"/>
                  </a:lnTo>
                  <a:lnTo>
                    <a:pt x="2298700" y="19050"/>
                  </a:lnTo>
                  <a:lnTo>
                    <a:pt x="2302891" y="14732"/>
                  </a:lnTo>
                  <a:lnTo>
                    <a:pt x="2302891" y="4318"/>
                  </a:lnTo>
                  <a:lnTo>
                    <a:pt x="2298700" y="0"/>
                  </a:lnTo>
                  <a:close/>
                </a:path>
                <a:path w="10424160" h="5213350">
                  <a:moveTo>
                    <a:pt x="2331466" y="0"/>
                  </a:moveTo>
                  <a:lnTo>
                    <a:pt x="2326259" y="0"/>
                  </a:lnTo>
                  <a:lnTo>
                    <a:pt x="2321941" y="4318"/>
                  </a:lnTo>
                  <a:lnTo>
                    <a:pt x="2321941" y="14732"/>
                  </a:lnTo>
                  <a:lnTo>
                    <a:pt x="2326259" y="19050"/>
                  </a:lnTo>
                  <a:lnTo>
                    <a:pt x="2331466" y="19050"/>
                  </a:lnTo>
                  <a:lnTo>
                    <a:pt x="2331466" y="0"/>
                  </a:lnTo>
                  <a:close/>
                </a:path>
                <a:path w="10424160" h="5213350">
                  <a:moveTo>
                    <a:pt x="2336800" y="0"/>
                  </a:moveTo>
                  <a:lnTo>
                    <a:pt x="2331466" y="0"/>
                  </a:lnTo>
                  <a:lnTo>
                    <a:pt x="2331466" y="19050"/>
                  </a:lnTo>
                  <a:lnTo>
                    <a:pt x="2336800" y="19050"/>
                  </a:lnTo>
                  <a:lnTo>
                    <a:pt x="2340991" y="14732"/>
                  </a:lnTo>
                  <a:lnTo>
                    <a:pt x="2340991" y="4318"/>
                  </a:lnTo>
                  <a:lnTo>
                    <a:pt x="2336800" y="0"/>
                  </a:lnTo>
                  <a:close/>
                </a:path>
                <a:path w="10424160" h="5213350">
                  <a:moveTo>
                    <a:pt x="2369566" y="0"/>
                  </a:moveTo>
                  <a:lnTo>
                    <a:pt x="2364359" y="0"/>
                  </a:lnTo>
                  <a:lnTo>
                    <a:pt x="2360041" y="4318"/>
                  </a:lnTo>
                  <a:lnTo>
                    <a:pt x="2360041" y="14732"/>
                  </a:lnTo>
                  <a:lnTo>
                    <a:pt x="2364359" y="19050"/>
                  </a:lnTo>
                  <a:lnTo>
                    <a:pt x="2369566" y="19050"/>
                  </a:lnTo>
                  <a:lnTo>
                    <a:pt x="2369566" y="0"/>
                  </a:lnTo>
                  <a:close/>
                </a:path>
                <a:path w="10424160" h="5213350">
                  <a:moveTo>
                    <a:pt x="2374900" y="0"/>
                  </a:moveTo>
                  <a:lnTo>
                    <a:pt x="2369566" y="0"/>
                  </a:lnTo>
                  <a:lnTo>
                    <a:pt x="2369566" y="19050"/>
                  </a:lnTo>
                  <a:lnTo>
                    <a:pt x="2374900" y="19050"/>
                  </a:lnTo>
                  <a:lnTo>
                    <a:pt x="2379091" y="14732"/>
                  </a:lnTo>
                  <a:lnTo>
                    <a:pt x="2379091" y="4318"/>
                  </a:lnTo>
                  <a:lnTo>
                    <a:pt x="2374900" y="0"/>
                  </a:lnTo>
                  <a:close/>
                </a:path>
                <a:path w="10424160" h="5213350">
                  <a:moveTo>
                    <a:pt x="2407666" y="0"/>
                  </a:moveTo>
                  <a:lnTo>
                    <a:pt x="2402459" y="0"/>
                  </a:lnTo>
                  <a:lnTo>
                    <a:pt x="2398141" y="4318"/>
                  </a:lnTo>
                  <a:lnTo>
                    <a:pt x="2398141" y="14732"/>
                  </a:lnTo>
                  <a:lnTo>
                    <a:pt x="2402459" y="19050"/>
                  </a:lnTo>
                  <a:lnTo>
                    <a:pt x="2407666" y="19050"/>
                  </a:lnTo>
                  <a:lnTo>
                    <a:pt x="2407666" y="0"/>
                  </a:lnTo>
                  <a:close/>
                </a:path>
                <a:path w="10424160" h="5213350">
                  <a:moveTo>
                    <a:pt x="2407793" y="12700"/>
                  </a:moveTo>
                  <a:lnTo>
                    <a:pt x="2407666" y="12700"/>
                  </a:lnTo>
                  <a:lnTo>
                    <a:pt x="2407666" y="19050"/>
                  </a:lnTo>
                  <a:lnTo>
                    <a:pt x="2407793" y="19050"/>
                  </a:lnTo>
                  <a:lnTo>
                    <a:pt x="2407793" y="12700"/>
                  </a:lnTo>
                  <a:close/>
                </a:path>
                <a:path w="10424160" h="5213350">
                  <a:moveTo>
                    <a:pt x="2413000" y="0"/>
                  </a:moveTo>
                  <a:lnTo>
                    <a:pt x="2407793" y="0"/>
                  </a:lnTo>
                  <a:lnTo>
                    <a:pt x="2407793" y="19050"/>
                  </a:lnTo>
                  <a:lnTo>
                    <a:pt x="2413000" y="19050"/>
                  </a:lnTo>
                  <a:lnTo>
                    <a:pt x="2417318" y="14732"/>
                  </a:lnTo>
                  <a:lnTo>
                    <a:pt x="2417318" y="4318"/>
                  </a:lnTo>
                  <a:lnTo>
                    <a:pt x="2413000" y="0"/>
                  </a:lnTo>
                  <a:close/>
                </a:path>
                <a:path w="10424160" h="5213350">
                  <a:moveTo>
                    <a:pt x="2407793" y="0"/>
                  </a:moveTo>
                  <a:lnTo>
                    <a:pt x="2407666" y="0"/>
                  </a:lnTo>
                  <a:lnTo>
                    <a:pt x="2407666" y="6350"/>
                  </a:lnTo>
                  <a:lnTo>
                    <a:pt x="2407793" y="6350"/>
                  </a:lnTo>
                  <a:lnTo>
                    <a:pt x="2407793" y="0"/>
                  </a:lnTo>
                  <a:close/>
                </a:path>
                <a:path w="10424160" h="5213350">
                  <a:moveTo>
                    <a:pt x="2445893" y="0"/>
                  </a:moveTo>
                  <a:lnTo>
                    <a:pt x="2440559" y="0"/>
                  </a:lnTo>
                  <a:lnTo>
                    <a:pt x="2436368" y="4318"/>
                  </a:lnTo>
                  <a:lnTo>
                    <a:pt x="2436368" y="14732"/>
                  </a:lnTo>
                  <a:lnTo>
                    <a:pt x="2440559" y="19050"/>
                  </a:lnTo>
                  <a:lnTo>
                    <a:pt x="2445893" y="19050"/>
                  </a:lnTo>
                  <a:lnTo>
                    <a:pt x="2445893" y="0"/>
                  </a:lnTo>
                  <a:close/>
                </a:path>
                <a:path w="10424160" h="5213350">
                  <a:moveTo>
                    <a:pt x="2451100" y="0"/>
                  </a:moveTo>
                  <a:lnTo>
                    <a:pt x="2445893" y="0"/>
                  </a:lnTo>
                  <a:lnTo>
                    <a:pt x="2445893" y="19050"/>
                  </a:lnTo>
                  <a:lnTo>
                    <a:pt x="2451100" y="19050"/>
                  </a:lnTo>
                  <a:lnTo>
                    <a:pt x="2455418" y="14732"/>
                  </a:lnTo>
                  <a:lnTo>
                    <a:pt x="2455418" y="4318"/>
                  </a:lnTo>
                  <a:lnTo>
                    <a:pt x="2451100" y="0"/>
                  </a:lnTo>
                  <a:close/>
                </a:path>
                <a:path w="10424160" h="5213350">
                  <a:moveTo>
                    <a:pt x="2483993" y="0"/>
                  </a:moveTo>
                  <a:lnTo>
                    <a:pt x="2478659" y="0"/>
                  </a:lnTo>
                  <a:lnTo>
                    <a:pt x="2474468" y="4318"/>
                  </a:lnTo>
                  <a:lnTo>
                    <a:pt x="2474468" y="14732"/>
                  </a:lnTo>
                  <a:lnTo>
                    <a:pt x="2478659" y="19050"/>
                  </a:lnTo>
                  <a:lnTo>
                    <a:pt x="2483993" y="19050"/>
                  </a:lnTo>
                  <a:lnTo>
                    <a:pt x="2483993" y="0"/>
                  </a:lnTo>
                  <a:close/>
                </a:path>
                <a:path w="10424160" h="5213350">
                  <a:moveTo>
                    <a:pt x="2489200" y="0"/>
                  </a:moveTo>
                  <a:lnTo>
                    <a:pt x="2483993" y="0"/>
                  </a:lnTo>
                  <a:lnTo>
                    <a:pt x="2483993" y="19050"/>
                  </a:lnTo>
                  <a:lnTo>
                    <a:pt x="2489200" y="19050"/>
                  </a:lnTo>
                  <a:lnTo>
                    <a:pt x="2493518" y="14732"/>
                  </a:lnTo>
                  <a:lnTo>
                    <a:pt x="2493518" y="4318"/>
                  </a:lnTo>
                  <a:lnTo>
                    <a:pt x="2489200" y="0"/>
                  </a:lnTo>
                  <a:close/>
                </a:path>
                <a:path w="10424160" h="5213350">
                  <a:moveTo>
                    <a:pt x="2522093" y="0"/>
                  </a:moveTo>
                  <a:lnTo>
                    <a:pt x="2516759" y="0"/>
                  </a:lnTo>
                  <a:lnTo>
                    <a:pt x="2512568" y="4318"/>
                  </a:lnTo>
                  <a:lnTo>
                    <a:pt x="2512568" y="14732"/>
                  </a:lnTo>
                  <a:lnTo>
                    <a:pt x="2516759" y="19050"/>
                  </a:lnTo>
                  <a:lnTo>
                    <a:pt x="2522093" y="19050"/>
                  </a:lnTo>
                  <a:lnTo>
                    <a:pt x="2522093" y="0"/>
                  </a:lnTo>
                  <a:close/>
                </a:path>
                <a:path w="10424160" h="5213350">
                  <a:moveTo>
                    <a:pt x="2527300" y="0"/>
                  </a:moveTo>
                  <a:lnTo>
                    <a:pt x="2522093" y="0"/>
                  </a:lnTo>
                  <a:lnTo>
                    <a:pt x="2522093" y="19050"/>
                  </a:lnTo>
                  <a:lnTo>
                    <a:pt x="2527300" y="19050"/>
                  </a:lnTo>
                  <a:lnTo>
                    <a:pt x="2531618" y="14732"/>
                  </a:lnTo>
                  <a:lnTo>
                    <a:pt x="2531618" y="4318"/>
                  </a:lnTo>
                  <a:lnTo>
                    <a:pt x="2527300" y="0"/>
                  </a:lnTo>
                  <a:close/>
                </a:path>
                <a:path w="10424160" h="5213350">
                  <a:moveTo>
                    <a:pt x="2560193" y="0"/>
                  </a:moveTo>
                  <a:lnTo>
                    <a:pt x="2554985" y="0"/>
                  </a:lnTo>
                  <a:lnTo>
                    <a:pt x="2550668" y="4318"/>
                  </a:lnTo>
                  <a:lnTo>
                    <a:pt x="2550668" y="14732"/>
                  </a:lnTo>
                  <a:lnTo>
                    <a:pt x="2554985" y="19050"/>
                  </a:lnTo>
                  <a:lnTo>
                    <a:pt x="2560193" y="19050"/>
                  </a:lnTo>
                  <a:lnTo>
                    <a:pt x="2560193" y="0"/>
                  </a:lnTo>
                  <a:close/>
                </a:path>
                <a:path w="10424160" h="5213350">
                  <a:moveTo>
                    <a:pt x="2565527" y="0"/>
                  </a:moveTo>
                  <a:lnTo>
                    <a:pt x="2560193" y="0"/>
                  </a:lnTo>
                  <a:lnTo>
                    <a:pt x="2560193" y="19050"/>
                  </a:lnTo>
                  <a:lnTo>
                    <a:pt x="2565527" y="19050"/>
                  </a:lnTo>
                  <a:lnTo>
                    <a:pt x="2569718" y="14732"/>
                  </a:lnTo>
                  <a:lnTo>
                    <a:pt x="2569718" y="4318"/>
                  </a:lnTo>
                  <a:lnTo>
                    <a:pt x="2565527" y="0"/>
                  </a:lnTo>
                  <a:close/>
                </a:path>
                <a:path w="10424160" h="5213350">
                  <a:moveTo>
                    <a:pt x="2598293" y="0"/>
                  </a:moveTo>
                  <a:lnTo>
                    <a:pt x="2593085" y="0"/>
                  </a:lnTo>
                  <a:lnTo>
                    <a:pt x="2588768" y="4318"/>
                  </a:lnTo>
                  <a:lnTo>
                    <a:pt x="2588768" y="14732"/>
                  </a:lnTo>
                  <a:lnTo>
                    <a:pt x="2593085" y="19050"/>
                  </a:lnTo>
                  <a:lnTo>
                    <a:pt x="2598293" y="19050"/>
                  </a:lnTo>
                  <a:lnTo>
                    <a:pt x="2598293" y="0"/>
                  </a:lnTo>
                  <a:close/>
                </a:path>
                <a:path w="10424160" h="5213350">
                  <a:moveTo>
                    <a:pt x="2603627" y="0"/>
                  </a:moveTo>
                  <a:lnTo>
                    <a:pt x="2598293" y="0"/>
                  </a:lnTo>
                  <a:lnTo>
                    <a:pt x="2598293" y="19050"/>
                  </a:lnTo>
                  <a:lnTo>
                    <a:pt x="2603627" y="19050"/>
                  </a:lnTo>
                  <a:lnTo>
                    <a:pt x="2607818" y="14732"/>
                  </a:lnTo>
                  <a:lnTo>
                    <a:pt x="2607818" y="4318"/>
                  </a:lnTo>
                  <a:lnTo>
                    <a:pt x="2603627" y="0"/>
                  </a:lnTo>
                  <a:close/>
                </a:path>
                <a:path w="10424160" h="5213350">
                  <a:moveTo>
                    <a:pt x="2636393" y="0"/>
                  </a:moveTo>
                  <a:lnTo>
                    <a:pt x="2631185" y="0"/>
                  </a:lnTo>
                  <a:lnTo>
                    <a:pt x="2626868" y="4318"/>
                  </a:lnTo>
                  <a:lnTo>
                    <a:pt x="2626868" y="14732"/>
                  </a:lnTo>
                  <a:lnTo>
                    <a:pt x="2631185" y="19050"/>
                  </a:lnTo>
                  <a:lnTo>
                    <a:pt x="2636393" y="19050"/>
                  </a:lnTo>
                  <a:lnTo>
                    <a:pt x="2636393" y="0"/>
                  </a:lnTo>
                  <a:close/>
                </a:path>
                <a:path w="10424160" h="5213350">
                  <a:moveTo>
                    <a:pt x="2641727" y="0"/>
                  </a:moveTo>
                  <a:lnTo>
                    <a:pt x="2636520" y="0"/>
                  </a:lnTo>
                  <a:lnTo>
                    <a:pt x="2636520" y="19050"/>
                  </a:lnTo>
                  <a:lnTo>
                    <a:pt x="2641727" y="19050"/>
                  </a:lnTo>
                  <a:lnTo>
                    <a:pt x="2646045" y="14732"/>
                  </a:lnTo>
                  <a:lnTo>
                    <a:pt x="2646045" y="4318"/>
                  </a:lnTo>
                  <a:lnTo>
                    <a:pt x="2641727" y="0"/>
                  </a:lnTo>
                  <a:close/>
                </a:path>
                <a:path w="10424160" h="5213350">
                  <a:moveTo>
                    <a:pt x="2674620" y="0"/>
                  </a:moveTo>
                  <a:lnTo>
                    <a:pt x="2669285" y="0"/>
                  </a:lnTo>
                  <a:lnTo>
                    <a:pt x="2665095" y="4318"/>
                  </a:lnTo>
                  <a:lnTo>
                    <a:pt x="2665095" y="14732"/>
                  </a:lnTo>
                  <a:lnTo>
                    <a:pt x="2669285" y="19050"/>
                  </a:lnTo>
                  <a:lnTo>
                    <a:pt x="2674620" y="19050"/>
                  </a:lnTo>
                  <a:lnTo>
                    <a:pt x="2674620" y="0"/>
                  </a:lnTo>
                  <a:close/>
                </a:path>
                <a:path w="10424160" h="5213350">
                  <a:moveTo>
                    <a:pt x="2679827" y="0"/>
                  </a:moveTo>
                  <a:lnTo>
                    <a:pt x="2674620" y="0"/>
                  </a:lnTo>
                  <a:lnTo>
                    <a:pt x="2674620" y="19050"/>
                  </a:lnTo>
                  <a:lnTo>
                    <a:pt x="2679827" y="19050"/>
                  </a:lnTo>
                  <a:lnTo>
                    <a:pt x="2684145" y="14732"/>
                  </a:lnTo>
                  <a:lnTo>
                    <a:pt x="2684145" y="4318"/>
                  </a:lnTo>
                  <a:lnTo>
                    <a:pt x="2679827" y="0"/>
                  </a:lnTo>
                  <a:close/>
                </a:path>
                <a:path w="10424160" h="5213350">
                  <a:moveTo>
                    <a:pt x="2712720" y="0"/>
                  </a:moveTo>
                  <a:lnTo>
                    <a:pt x="2707385" y="0"/>
                  </a:lnTo>
                  <a:lnTo>
                    <a:pt x="2703195" y="4318"/>
                  </a:lnTo>
                  <a:lnTo>
                    <a:pt x="2703195" y="14732"/>
                  </a:lnTo>
                  <a:lnTo>
                    <a:pt x="2707385" y="19050"/>
                  </a:lnTo>
                  <a:lnTo>
                    <a:pt x="2712720" y="19050"/>
                  </a:lnTo>
                  <a:lnTo>
                    <a:pt x="2712720" y="0"/>
                  </a:lnTo>
                  <a:close/>
                </a:path>
                <a:path w="10424160" h="5213350">
                  <a:moveTo>
                    <a:pt x="2717927" y="0"/>
                  </a:moveTo>
                  <a:lnTo>
                    <a:pt x="2712720" y="0"/>
                  </a:lnTo>
                  <a:lnTo>
                    <a:pt x="2712720" y="19050"/>
                  </a:lnTo>
                  <a:lnTo>
                    <a:pt x="2717927" y="19050"/>
                  </a:lnTo>
                  <a:lnTo>
                    <a:pt x="2722245" y="14732"/>
                  </a:lnTo>
                  <a:lnTo>
                    <a:pt x="2722245" y="4318"/>
                  </a:lnTo>
                  <a:lnTo>
                    <a:pt x="2717927" y="0"/>
                  </a:lnTo>
                  <a:close/>
                </a:path>
                <a:path w="10424160" h="5213350">
                  <a:moveTo>
                    <a:pt x="2750820" y="0"/>
                  </a:moveTo>
                  <a:lnTo>
                    <a:pt x="2745485" y="0"/>
                  </a:lnTo>
                  <a:lnTo>
                    <a:pt x="2741295" y="4318"/>
                  </a:lnTo>
                  <a:lnTo>
                    <a:pt x="2741295" y="14732"/>
                  </a:lnTo>
                  <a:lnTo>
                    <a:pt x="2745485" y="19050"/>
                  </a:lnTo>
                  <a:lnTo>
                    <a:pt x="2750820" y="19050"/>
                  </a:lnTo>
                  <a:lnTo>
                    <a:pt x="2750820" y="0"/>
                  </a:lnTo>
                  <a:close/>
                </a:path>
                <a:path w="10424160" h="5213350">
                  <a:moveTo>
                    <a:pt x="2756027" y="0"/>
                  </a:moveTo>
                  <a:lnTo>
                    <a:pt x="2750820" y="0"/>
                  </a:lnTo>
                  <a:lnTo>
                    <a:pt x="2750820" y="19050"/>
                  </a:lnTo>
                  <a:lnTo>
                    <a:pt x="2756027" y="19050"/>
                  </a:lnTo>
                  <a:lnTo>
                    <a:pt x="2760345" y="14732"/>
                  </a:lnTo>
                  <a:lnTo>
                    <a:pt x="2760345" y="4318"/>
                  </a:lnTo>
                  <a:lnTo>
                    <a:pt x="2756027" y="0"/>
                  </a:lnTo>
                  <a:close/>
                </a:path>
                <a:path w="10424160" h="5213350">
                  <a:moveTo>
                    <a:pt x="2788920" y="0"/>
                  </a:moveTo>
                  <a:lnTo>
                    <a:pt x="2783712" y="0"/>
                  </a:lnTo>
                  <a:lnTo>
                    <a:pt x="2779395" y="4318"/>
                  </a:lnTo>
                  <a:lnTo>
                    <a:pt x="2779395" y="14732"/>
                  </a:lnTo>
                  <a:lnTo>
                    <a:pt x="2783712" y="19050"/>
                  </a:lnTo>
                  <a:lnTo>
                    <a:pt x="2788920" y="19050"/>
                  </a:lnTo>
                  <a:lnTo>
                    <a:pt x="2788920" y="0"/>
                  </a:lnTo>
                  <a:close/>
                </a:path>
                <a:path w="10424160" h="5213350">
                  <a:moveTo>
                    <a:pt x="2794254" y="0"/>
                  </a:moveTo>
                  <a:lnTo>
                    <a:pt x="2788920" y="0"/>
                  </a:lnTo>
                  <a:lnTo>
                    <a:pt x="2788920" y="19050"/>
                  </a:lnTo>
                  <a:lnTo>
                    <a:pt x="2794254" y="19050"/>
                  </a:lnTo>
                  <a:lnTo>
                    <a:pt x="2798445" y="14732"/>
                  </a:lnTo>
                  <a:lnTo>
                    <a:pt x="2798445" y="4318"/>
                  </a:lnTo>
                  <a:lnTo>
                    <a:pt x="2794254" y="0"/>
                  </a:lnTo>
                  <a:close/>
                </a:path>
                <a:path w="10424160" h="5213350">
                  <a:moveTo>
                    <a:pt x="2827020" y="0"/>
                  </a:moveTo>
                  <a:lnTo>
                    <a:pt x="2821812" y="0"/>
                  </a:lnTo>
                  <a:lnTo>
                    <a:pt x="2817495" y="4318"/>
                  </a:lnTo>
                  <a:lnTo>
                    <a:pt x="2817495" y="14732"/>
                  </a:lnTo>
                  <a:lnTo>
                    <a:pt x="2821812" y="19050"/>
                  </a:lnTo>
                  <a:lnTo>
                    <a:pt x="2827020" y="19050"/>
                  </a:lnTo>
                  <a:lnTo>
                    <a:pt x="2827020" y="0"/>
                  </a:lnTo>
                  <a:close/>
                </a:path>
                <a:path w="10424160" h="5213350">
                  <a:moveTo>
                    <a:pt x="2832354" y="0"/>
                  </a:moveTo>
                  <a:lnTo>
                    <a:pt x="2827020" y="0"/>
                  </a:lnTo>
                  <a:lnTo>
                    <a:pt x="2827020" y="19050"/>
                  </a:lnTo>
                  <a:lnTo>
                    <a:pt x="2832354" y="19050"/>
                  </a:lnTo>
                  <a:lnTo>
                    <a:pt x="2836545" y="14732"/>
                  </a:lnTo>
                  <a:lnTo>
                    <a:pt x="2836545" y="4318"/>
                  </a:lnTo>
                  <a:lnTo>
                    <a:pt x="2832354" y="0"/>
                  </a:lnTo>
                  <a:close/>
                </a:path>
                <a:path w="10424160" h="5213350">
                  <a:moveTo>
                    <a:pt x="2865120" y="0"/>
                  </a:moveTo>
                  <a:lnTo>
                    <a:pt x="2859912" y="0"/>
                  </a:lnTo>
                  <a:lnTo>
                    <a:pt x="2855595" y="4318"/>
                  </a:lnTo>
                  <a:lnTo>
                    <a:pt x="2855595" y="14732"/>
                  </a:lnTo>
                  <a:lnTo>
                    <a:pt x="2859912" y="19050"/>
                  </a:lnTo>
                  <a:lnTo>
                    <a:pt x="2865120" y="19050"/>
                  </a:lnTo>
                  <a:lnTo>
                    <a:pt x="2865120" y="0"/>
                  </a:lnTo>
                  <a:close/>
                </a:path>
                <a:path w="10424160" h="5213350">
                  <a:moveTo>
                    <a:pt x="2870454" y="0"/>
                  </a:moveTo>
                  <a:lnTo>
                    <a:pt x="2865120" y="0"/>
                  </a:lnTo>
                  <a:lnTo>
                    <a:pt x="2865120" y="19050"/>
                  </a:lnTo>
                  <a:lnTo>
                    <a:pt x="2870454" y="19050"/>
                  </a:lnTo>
                  <a:lnTo>
                    <a:pt x="2874645" y="14732"/>
                  </a:lnTo>
                  <a:lnTo>
                    <a:pt x="2874645" y="4318"/>
                  </a:lnTo>
                  <a:lnTo>
                    <a:pt x="2870454" y="0"/>
                  </a:lnTo>
                  <a:close/>
                </a:path>
                <a:path w="10424160" h="5213350">
                  <a:moveTo>
                    <a:pt x="2903220" y="0"/>
                  </a:moveTo>
                  <a:lnTo>
                    <a:pt x="2898012" y="0"/>
                  </a:lnTo>
                  <a:lnTo>
                    <a:pt x="2893695" y="4318"/>
                  </a:lnTo>
                  <a:lnTo>
                    <a:pt x="2893695" y="14732"/>
                  </a:lnTo>
                  <a:lnTo>
                    <a:pt x="2898012" y="19050"/>
                  </a:lnTo>
                  <a:lnTo>
                    <a:pt x="2903220" y="19050"/>
                  </a:lnTo>
                  <a:lnTo>
                    <a:pt x="2903220" y="0"/>
                  </a:lnTo>
                  <a:close/>
                </a:path>
                <a:path w="10424160" h="5213350">
                  <a:moveTo>
                    <a:pt x="2908554" y="0"/>
                  </a:moveTo>
                  <a:lnTo>
                    <a:pt x="2903347" y="0"/>
                  </a:lnTo>
                  <a:lnTo>
                    <a:pt x="2903347" y="19050"/>
                  </a:lnTo>
                  <a:lnTo>
                    <a:pt x="2908554" y="19050"/>
                  </a:lnTo>
                  <a:lnTo>
                    <a:pt x="2912872" y="14732"/>
                  </a:lnTo>
                  <a:lnTo>
                    <a:pt x="2912872" y="4318"/>
                  </a:lnTo>
                  <a:lnTo>
                    <a:pt x="2908554" y="0"/>
                  </a:lnTo>
                  <a:close/>
                </a:path>
                <a:path w="10424160" h="5213350">
                  <a:moveTo>
                    <a:pt x="2941447" y="0"/>
                  </a:moveTo>
                  <a:lnTo>
                    <a:pt x="2936112" y="0"/>
                  </a:lnTo>
                  <a:lnTo>
                    <a:pt x="2931922" y="4318"/>
                  </a:lnTo>
                  <a:lnTo>
                    <a:pt x="2931922" y="14732"/>
                  </a:lnTo>
                  <a:lnTo>
                    <a:pt x="2936112" y="19050"/>
                  </a:lnTo>
                  <a:lnTo>
                    <a:pt x="2941447" y="19050"/>
                  </a:lnTo>
                  <a:lnTo>
                    <a:pt x="2941447" y="0"/>
                  </a:lnTo>
                  <a:close/>
                </a:path>
                <a:path w="10424160" h="5213350">
                  <a:moveTo>
                    <a:pt x="2946654" y="0"/>
                  </a:moveTo>
                  <a:lnTo>
                    <a:pt x="2941447" y="0"/>
                  </a:lnTo>
                  <a:lnTo>
                    <a:pt x="2941447" y="19050"/>
                  </a:lnTo>
                  <a:lnTo>
                    <a:pt x="2946654" y="19050"/>
                  </a:lnTo>
                  <a:lnTo>
                    <a:pt x="2950972" y="14732"/>
                  </a:lnTo>
                  <a:lnTo>
                    <a:pt x="2950972" y="4318"/>
                  </a:lnTo>
                  <a:lnTo>
                    <a:pt x="2946654" y="0"/>
                  </a:lnTo>
                  <a:close/>
                </a:path>
                <a:path w="10424160" h="5213350">
                  <a:moveTo>
                    <a:pt x="2979547" y="0"/>
                  </a:moveTo>
                  <a:lnTo>
                    <a:pt x="2974212" y="0"/>
                  </a:lnTo>
                  <a:lnTo>
                    <a:pt x="2970022" y="4318"/>
                  </a:lnTo>
                  <a:lnTo>
                    <a:pt x="2970022" y="14732"/>
                  </a:lnTo>
                  <a:lnTo>
                    <a:pt x="2974212" y="19050"/>
                  </a:lnTo>
                  <a:lnTo>
                    <a:pt x="2979547" y="19050"/>
                  </a:lnTo>
                  <a:lnTo>
                    <a:pt x="2979547" y="0"/>
                  </a:lnTo>
                  <a:close/>
                </a:path>
                <a:path w="10424160" h="5213350">
                  <a:moveTo>
                    <a:pt x="2984754" y="0"/>
                  </a:moveTo>
                  <a:lnTo>
                    <a:pt x="2979547" y="0"/>
                  </a:lnTo>
                  <a:lnTo>
                    <a:pt x="2979547" y="19050"/>
                  </a:lnTo>
                  <a:lnTo>
                    <a:pt x="2984754" y="19050"/>
                  </a:lnTo>
                  <a:lnTo>
                    <a:pt x="2989072" y="14732"/>
                  </a:lnTo>
                  <a:lnTo>
                    <a:pt x="2989072" y="4318"/>
                  </a:lnTo>
                  <a:lnTo>
                    <a:pt x="2984754" y="0"/>
                  </a:lnTo>
                  <a:close/>
                </a:path>
                <a:path w="10424160" h="5213350">
                  <a:moveTo>
                    <a:pt x="3017647" y="0"/>
                  </a:moveTo>
                  <a:lnTo>
                    <a:pt x="3012312" y="0"/>
                  </a:lnTo>
                  <a:lnTo>
                    <a:pt x="3008122" y="4318"/>
                  </a:lnTo>
                  <a:lnTo>
                    <a:pt x="3008122" y="14732"/>
                  </a:lnTo>
                  <a:lnTo>
                    <a:pt x="3012312" y="19050"/>
                  </a:lnTo>
                  <a:lnTo>
                    <a:pt x="3017647" y="19050"/>
                  </a:lnTo>
                  <a:lnTo>
                    <a:pt x="3017647" y="0"/>
                  </a:lnTo>
                  <a:close/>
                </a:path>
                <a:path w="10424160" h="5213350">
                  <a:moveTo>
                    <a:pt x="3022854" y="0"/>
                  </a:moveTo>
                  <a:lnTo>
                    <a:pt x="3017647" y="0"/>
                  </a:lnTo>
                  <a:lnTo>
                    <a:pt x="3017647" y="19050"/>
                  </a:lnTo>
                  <a:lnTo>
                    <a:pt x="3022854" y="19050"/>
                  </a:lnTo>
                  <a:lnTo>
                    <a:pt x="3027172" y="14732"/>
                  </a:lnTo>
                  <a:lnTo>
                    <a:pt x="3027172" y="4318"/>
                  </a:lnTo>
                  <a:lnTo>
                    <a:pt x="3022854" y="0"/>
                  </a:lnTo>
                  <a:close/>
                </a:path>
                <a:path w="10424160" h="5213350">
                  <a:moveTo>
                    <a:pt x="3055747" y="0"/>
                  </a:moveTo>
                  <a:lnTo>
                    <a:pt x="3050540" y="0"/>
                  </a:lnTo>
                  <a:lnTo>
                    <a:pt x="3046222" y="4318"/>
                  </a:lnTo>
                  <a:lnTo>
                    <a:pt x="3046222" y="14732"/>
                  </a:lnTo>
                  <a:lnTo>
                    <a:pt x="3050540" y="19050"/>
                  </a:lnTo>
                  <a:lnTo>
                    <a:pt x="3055747" y="19050"/>
                  </a:lnTo>
                  <a:lnTo>
                    <a:pt x="3055747" y="0"/>
                  </a:lnTo>
                  <a:close/>
                </a:path>
                <a:path w="10424160" h="5213350">
                  <a:moveTo>
                    <a:pt x="3061081" y="0"/>
                  </a:moveTo>
                  <a:lnTo>
                    <a:pt x="3055747" y="0"/>
                  </a:lnTo>
                  <a:lnTo>
                    <a:pt x="3055747" y="19050"/>
                  </a:lnTo>
                  <a:lnTo>
                    <a:pt x="3061081" y="19050"/>
                  </a:lnTo>
                  <a:lnTo>
                    <a:pt x="3065272" y="14732"/>
                  </a:lnTo>
                  <a:lnTo>
                    <a:pt x="3065272" y="4318"/>
                  </a:lnTo>
                  <a:lnTo>
                    <a:pt x="3061081" y="0"/>
                  </a:lnTo>
                  <a:close/>
                </a:path>
                <a:path w="10424160" h="5213350">
                  <a:moveTo>
                    <a:pt x="3093847" y="0"/>
                  </a:moveTo>
                  <a:lnTo>
                    <a:pt x="3088640" y="0"/>
                  </a:lnTo>
                  <a:lnTo>
                    <a:pt x="3084322" y="4318"/>
                  </a:lnTo>
                  <a:lnTo>
                    <a:pt x="3084322" y="14732"/>
                  </a:lnTo>
                  <a:lnTo>
                    <a:pt x="3088640" y="19050"/>
                  </a:lnTo>
                  <a:lnTo>
                    <a:pt x="3093847" y="19050"/>
                  </a:lnTo>
                  <a:lnTo>
                    <a:pt x="3093847" y="0"/>
                  </a:lnTo>
                  <a:close/>
                </a:path>
                <a:path w="10424160" h="5213350">
                  <a:moveTo>
                    <a:pt x="3099181" y="0"/>
                  </a:moveTo>
                  <a:lnTo>
                    <a:pt x="3093847" y="0"/>
                  </a:lnTo>
                  <a:lnTo>
                    <a:pt x="3093847" y="19050"/>
                  </a:lnTo>
                  <a:lnTo>
                    <a:pt x="3099181" y="19050"/>
                  </a:lnTo>
                  <a:lnTo>
                    <a:pt x="3103372" y="14732"/>
                  </a:lnTo>
                  <a:lnTo>
                    <a:pt x="3103372" y="4318"/>
                  </a:lnTo>
                  <a:lnTo>
                    <a:pt x="3099181" y="0"/>
                  </a:lnTo>
                  <a:close/>
                </a:path>
                <a:path w="10424160" h="5213350">
                  <a:moveTo>
                    <a:pt x="3131947" y="0"/>
                  </a:moveTo>
                  <a:lnTo>
                    <a:pt x="3126740" y="0"/>
                  </a:lnTo>
                  <a:lnTo>
                    <a:pt x="3122422" y="4318"/>
                  </a:lnTo>
                  <a:lnTo>
                    <a:pt x="3122422" y="14732"/>
                  </a:lnTo>
                  <a:lnTo>
                    <a:pt x="3126740" y="19050"/>
                  </a:lnTo>
                  <a:lnTo>
                    <a:pt x="3131947" y="19050"/>
                  </a:lnTo>
                  <a:lnTo>
                    <a:pt x="3131947" y="0"/>
                  </a:lnTo>
                  <a:close/>
                </a:path>
                <a:path w="10424160" h="5213350">
                  <a:moveTo>
                    <a:pt x="3137281" y="0"/>
                  </a:moveTo>
                  <a:lnTo>
                    <a:pt x="3131947" y="0"/>
                  </a:lnTo>
                  <a:lnTo>
                    <a:pt x="3131947" y="19050"/>
                  </a:lnTo>
                  <a:lnTo>
                    <a:pt x="3137281" y="19050"/>
                  </a:lnTo>
                  <a:lnTo>
                    <a:pt x="3141472" y="14732"/>
                  </a:lnTo>
                  <a:lnTo>
                    <a:pt x="3141472" y="4318"/>
                  </a:lnTo>
                  <a:lnTo>
                    <a:pt x="3137281" y="0"/>
                  </a:lnTo>
                  <a:close/>
                </a:path>
                <a:path w="10424160" h="5213350">
                  <a:moveTo>
                    <a:pt x="3170047" y="0"/>
                  </a:moveTo>
                  <a:lnTo>
                    <a:pt x="3164840" y="0"/>
                  </a:lnTo>
                  <a:lnTo>
                    <a:pt x="3160522" y="4318"/>
                  </a:lnTo>
                  <a:lnTo>
                    <a:pt x="3160522" y="14732"/>
                  </a:lnTo>
                  <a:lnTo>
                    <a:pt x="3164840" y="19050"/>
                  </a:lnTo>
                  <a:lnTo>
                    <a:pt x="3170047" y="19050"/>
                  </a:lnTo>
                  <a:lnTo>
                    <a:pt x="3170047" y="0"/>
                  </a:lnTo>
                  <a:close/>
                </a:path>
                <a:path w="10424160" h="5213350">
                  <a:moveTo>
                    <a:pt x="3175381" y="0"/>
                  </a:moveTo>
                  <a:lnTo>
                    <a:pt x="3170173" y="0"/>
                  </a:lnTo>
                  <a:lnTo>
                    <a:pt x="3170173" y="19050"/>
                  </a:lnTo>
                  <a:lnTo>
                    <a:pt x="3175381" y="19050"/>
                  </a:lnTo>
                  <a:lnTo>
                    <a:pt x="3179698" y="14732"/>
                  </a:lnTo>
                  <a:lnTo>
                    <a:pt x="3179698" y="4318"/>
                  </a:lnTo>
                  <a:lnTo>
                    <a:pt x="3175381" y="0"/>
                  </a:lnTo>
                  <a:close/>
                </a:path>
                <a:path w="10424160" h="5213350">
                  <a:moveTo>
                    <a:pt x="3208273" y="0"/>
                  </a:moveTo>
                  <a:lnTo>
                    <a:pt x="3202940" y="0"/>
                  </a:lnTo>
                  <a:lnTo>
                    <a:pt x="3198748" y="4318"/>
                  </a:lnTo>
                  <a:lnTo>
                    <a:pt x="3198748" y="14732"/>
                  </a:lnTo>
                  <a:lnTo>
                    <a:pt x="3202940" y="19050"/>
                  </a:lnTo>
                  <a:lnTo>
                    <a:pt x="3208273" y="19050"/>
                  </a:lnTo>
                  <a:lnTo>
                    <a:pt x="3208273" y="0"/>
                  </a:lnTo>
                  <a:close/>
                </a:path>
                <a:path w="10424160" h="5213350">
                  <a:moveTo>
                    <a:pt x="3213481" y="0"/>
                  </a:moveTo>
                  <a:lnTo>
                    <a:pt x="3208273" y="0"/>
                  </a:lnTo>
                  <a:lnTo>
                    <a:pt x="3208273" y="19050"/>
                  </a:lnTo>
                  <a:lnTo>
                    <a:pt x="3213481" y="19050"/>
                  </a:lnTo>
                  <a:lnTo>
                    <a:pt x="3217798" y="14732"/>
                  </a:lnTo>
                  <a:lnTo>
                    <a:pt x="3217798" y="4318"/>
                  </a:lnTo>
                  <a:lnTo>
                    <a:pt x="3213481" y="0"/>
                  </a:lnTo>
                  <a:close/>
                </a:path>
                <a:path w="10424160" h="5213350">
                  <a:moveTo>
                    <a:pt x="3246373" y="0"/>
                  </a:moveTo>
                  <a:lnTo>
                    <a:pt x="3241040" y="0"/>
                  </a:lnTo>
                  <a:lnTo>
                    <a:pt x="3236848" y="4318"/>
                  </a:lnTo>
                  <a:lnTo>
                    <a:pt x="3236848" y="14732"/>
                  </a:lnTo>
                  <a:lnTo>
                    <a:pt x="3241040" y="19050"/>
                  </a:lnTo>
                  <a:lnTo>
                    <a:pt x="3246373" y="19050"/>
                  </a:lnTo>
                  <a:lnTo>
                    <a:pt x="3246373" y="0"/>
                  </a:lnTo>
                  <a:close/>
                </a:path>
                <a:path w="10424160" h="5213350">
                  <a:moveTo>
                    <a:pt x="3251581" y="0"/>
                  </a:moveTo>
                  <a:lnTo>
                    <a:pt x="3246373" y="0"/>
                  </a:lnTo>
                  <a:lnTo>
                    <a:pt x="3246373" y="19050"/>
                  </a:lnTo>
                  <a:lnTo>
                    <a:pt x="3251581" y="19050"/>
                  </a:lnTo>
                  <a:lnTo>
                    <a:pt x="3255899" y="14732"/>
                  </a:lnTo>
                  <a:lnTo>
                    <a:pt x="3255899" y="4318"/>
                  </a:lnTo>
                  <a:lnTo>
                    <a:pt x="3251581" y="0"/>
                  </a:lnTo>
                  <a:close/>
                </a:path>
                <a:path w="10424160" h="5213350">
                  <a:moveTo>
                    <a:pt x="3284474" y="0"/>
                  </a:moveTo>
                  <a:lnTo>
                    <a:pt x="3279267" y="0"/>
                  </a:lnTo>
                  <a:lnTo>
                    <a:pt x="3274949" y="4318"/>
                  </a:lnTo>
                  <a:lnTo>
                    <a:pt x="3274949" y="14732"/>
                  </a:lnTo>
                  <a:lnTo>
                    <a:pt x="3279267" y="19050"/>
                  </a:lnTo>
                  <a:lnTo>
                    <a:pt x="3284474" y="19050"/>
                  </a:lnTo>
                  <a:lnTo>
                    <a:pt x="3284474" y="0"/>
                  </a:lnTo>
                  <a:close/>
                </a:path>
                <a:path w="10424160" h="5213350">
                  <a:moveTo>
                    <a:pt x="3289808" y="0"/>
                  </a:moveTo>
                  <a:lnTo>
                    <a:pt x="3284474" y="0"/>
                  </a:lnTo>
                  <a:lnTo>
                    <a:pt x="3284474" y="19050"/>
                  </a:lnTo>
                  <a:lnTo>
                    <a:pt x="3289808" y="19050"/>
                  </a:lnTo>
                  <a:lnTo>
                    <a:pt x="3293999" y="14732"/>
                  </a:lnTo>
                  <a:lnTo>
                    <a:pt x="3293999" y="4318"/>
                  </a:lnTo>
                  <a:lnTo>
                    <a:pt x="3289808" y="0"/>
                  </a:lnTo>
                  <a:close/>
                </a:path>
                <a:path w="10424160" h="5213350">
                  <a:moveTo>
                    <a:pt x="3322574" y="0"/>
                  </a:moveTo>
                  <a:lnTo>
                    <a:pt x="3317367" y="0"/>
                  </a:lnTo>
                  <a:lnTo>
                    <a:pt x="3313049" y="4318"/>
                  </a:lnTo>
                  <a:lnTo>
                    <a:pt x="3313049" y="14732"/>
                  </a:lnTo>
                  <a:lnTo>
                    <a:pt x="3317367" y="19050"/>
                  </a:lnTo>
                  <a:lnTo>
                    <a:pt x="3322574" y="19050"/>
                  </a:lnTo>
                  <a:lnTo>
                    <a:pt x="3322574" y="0"/>
                  </a:lnTo>
                  <a:close/>
                </a:path>
                <a:path w="10424160" h="5213350">
                  <a:moveTo>
                    <a:pt x="3327908" y="0"/>
                  </a:moveTo>
                  <a:lnTo>
                    <a:pt x="3322574" y="0"/>
                  </a:lnTo>
                  <a:lnTo>
                    <a:pt x="3322574" y="19050"/>
                  </a:lnTo>
                  <a:lnTo>
                    <a:pt x="3327908" y="19050"/>
                  </a:lnTo>
                  <a:lnTo>
                    <a:pt x="3332099" y="14732"/>
                  </a:lnTo>
                  <a:lnTo>
                    <a:pt x="3332099" y="4318"/>
                  </a:lnTo>
                  <a:lnTo>
                    <a:pt x="3327908" y="0"/>
                  </a:lnTo>
                  <a:close/>
                </a:path>
                <a:path w="10424160" h="5213350">
                  <a:moveTo>
                    <a:pt x="3360674" y="0"/>
                  </a:moveTo>
                  <a:lnTo>
                    <a:pt x="3355467" y="0"/>
                  </a:lnTo>
                  <a:lnTo>
                    <a:pt x="3351149" y="4318"/>
                  </a:lnTo>
                  <a:lnTo>
                    <a:pt x="3351149" y="14732"/>
                  </a:lnTo>
                  <a:lnTo>
                    <a:pt x="3355467" y="19050"/>
                  </a:lnTo>
                  <a:lnTo>
                    <a:pt x="3360674" y="19050"/>
                  </a:lnTo>
                  <a:lnTo>
                    <a:pt x="3360674" y="0"/>
                  </a:lnTo>
                  <a:close/>
                </a:path>
                <a:path w="10424160" h="5213350">
                  <a:moveTo>
                    <a:pt x="3366008" y="0"/>
                  </a:moveTo>
                  <a:lnTo>
                    <a:pt x="3360674" y="0"/>
                  </a:lnTo>
                  <a:lnTo>
                    <a:pt x="3360674" y="19050"/>
                  </a:lnTo>
                  <a:lnTo>
                    <a:pt x="3366008" y="19050"/>
                  </a:lnTo>
                  <a:lnTo>
                    <a:pt x="3370199" y="14732"/>
                  </a:lnTo>
                  <a:lnTo>
                    <a:pt x="3370199" y="4318"/>
                  </a:lnTo>
                  <a:lnTo>
                    <a:pt x="3366008" y="0"/>
                  </a:lnTo>
                  <a:close/>
                </a:path>
                <a:path w="10424160" h="5213350">
                  <a:moveTo>
                    <a:pt x="3398774" y="0"/>
                  </a:moveTo>
                  <a:lnTo>
                    <a:pt x="3393567" y="0"/>
                  </a:lnTo>
                  <a:lnTo>
                    <a:pt x="3389249" y="4318"/>
                  </a:lnTo>
                  <a:lnTo>
                    <a:pt x="3389249" y="14732"/>
                  </a:lnTo>
                  <a:lnTo>
                    <a:pt x="3393567" y="19050"/>
                  </a:lnTo>
                  <a:lnTo>
                    <a:pt x="3398774" y="19050"/>
                  </a:lnTo>
                  <a:lnTo>
                    <a:pt x="3398774" y="0"/>
                  </a:lnTo>
                  <a:close/>
                </a:path>
                <a:path w="10424160" h="5213350">
                  <a:moveTo>
                    <a:pt x="3404108" y="0"/>
                  </a:moveTo>
                  <a:lnTo>
                    <a:pt x="3398901" y="0"/>
                  </a:lnTo>
                  <a:lnTo>
                    <a:pt x="3398901" y="19050"/>
                  </a:lnTo>
                  <a:lnTo>
                    <a:pt x="3404108" y="19050"/>
                  </a:lnTo>
                  <a:lnTo>
                    <a:pt x="3408426" y="14732"/>
                  </a:lnTo>
                  <a:lnTo>
                    <a:pt x="3408426" y="4318"/>
                  </a:lnTo>
                  <a:lnTo>
                    <a:pt x="3404108" y="0"/>
                  </a:lnTo>
                  <a:close/>
                </a:path>
                <a:path w="10424160" h="5213350">
                  <a:moveTo>
                    <a:pt x="3437001" y="0"/>
                  </a:moveTo>
                  <a:lnTo>
                    <a:pt x="3431667" y="0"/>
                  </a:lnTo>
                  <a:lnTo>
                    <a:pt x="3427476" y="4318"/>
                  </a:lnTo>
                  <a:lnTo>
                    <a:pt x="3427476" y="14732"/>
                  </a:lnTo>
                  <a:lnTo>
                    <a:pt x="3431667" y="19050"/>
                  </a:lnTo>
                  <a:lnTo>
                    <a:pt x="3437001" y="19050"/>
                  </a:lnTo>
                  <a:lnTo>
                    <a:pt x="3437001" y="0"/>
                  </a:lnTo>
                  <a:close/>
                </a:path>
                <a:path w="10424160" h="5213350">
                  <a:moveTo>
                    <a:pt x="3442208" y="0"/>
                  </a:moveTo>
                  <a:lnTo>
                    <a:pt x="3437001" y="0"/>
                  </a:lnTo>
                  <a:lnTo>
                    <a:pt x="3437001" y="19050"/>
                  </a:lnTo>
                  <a:lnTo>
                    <a:pt x="3442208" y="19050"/>
                  </a:lnTo>
                  <a:lnTo>
                    <a:pt x="3446526" y="14732"/>
                  </a:lnTo>
                  <a:lnTo>
                    <a:pt x="3446526" y="4318"/>
                  </a:lnTo>
                  <a:lnTo>
                    <a:pt x="3442208" y="0"/>
                  </a:lnTo>
                  <a:close/>
                </a:path>
                <a:path w="10424160" h="5213350">
                  <a:moveTo>
                    <a:pt x="3475101" y="0"/>
                  </a:moveTo>
                  <a:lnTo>
                    <a:pt x="3469767" y="0"/>
                  </a:lnTo>
                  <a:lnTo>
                    <a:pt x="3465576" y="4318"/>
                  </a:lnTo>
                  <a:lnTo>
                    <a:pt x="3465576" y="14732"/>
                  </a:lnTo>
                  <a:lnTo>
                    <a:pt x="3469767" y="19050"/>
                  </a:lnTo>
                  <a:lnTo>
                    <a:pt x="3475101" y="19050"/>
                  </a:lnTo>
                  <a:lnTo>
                    <a:pt x="3475101" y="0"/>
                  </a:lnTo>
                  <a:close/>
                </a:path>
                <a:path w="10424160" h="5213350">
                  <a:moveTo>
                    <a:pt x="3480308" y="0"/>
                  </a:moveTo>
                  <a:lnTo>
                    <a:pt x="3475101" y="0"/>
                  </a:lnTo>
                  <a:lnTo>
                    <a:pt x="3475101" y="19050"/>
                  </a:lnTo>
                  <a:lnTo>
                    <a:pt x="3480308" y="19050"/>
                  </a:lnTo>
                  <a:lnTo>
                    <a:pt x="3484626" y="14732"/>
                  </a:lnTo>
                  <a:lnTo>
                    <a:pt x="3484626" y="4318"/>
                  </a:lnTo>
                  <a:lnTo>
                    <a:pt x="3480308" y="0"/>
                  </a:lnTo>
                  <a:close/>
                </a:path>
                <a:path w="10424160" h="5213350">
                  <a:moveTo>
                    <a:pt x="3513201" y="0"/>
                  </a:moveTo>
                  <a:lnTo>
                    <a:pt x="3507867" y="0"/>
                  </a:lnTo>
                  <a:lnTo>
                    <a:pt x="3503676" y="4318"/>
                  </a:lnTo>
                  <a:lnTo>
                    <a:pt x="3503676" y="14732"/>
                  </a:lnTo>
                  <a:lnTo>
                    <a:pt x="3507867" y="19050"/>
                  </a:lnTo>
                  <a:lnTo>
                    <a:pt x="3513201" y="19050"/>
                  </a:lnTo>
                  <a:lnTo>
                    <a:pt x="3513201" y="0"/>
                  </a:lnTo>
                  <a:close/>
                </a:path>
                <a:path w="10424160" h="5213350">
                  <a:moveTo>
                    <a:pt x="3518408" y="0"/>
                  </a:moveTo>
                  <a:lnTo>
                    <a:pt x="3513201" y="0"/>
                  </a:lnTo>
                  <a:lnTo>
                    <a:pt x="3513201" y="19050"/>
                  </a:lnTo>
                  <a:lnTo>
                    <a:pt x="3518408" y="19050"/>
                  </a:lnTo>
                  <a:lnTo>
                    <a:pt x="3522726" y="14732"/>
                  </a:lnTo>
                  <a:lnTo>
                    <a:pt x="3522726" y="4318"/>
                  </a:lnTo>
                  <a:lnTo>
                    <a:pt x="3518408" y="0"/>
                  </a:lnTo>
                  <a:close/>
                </a:path>
                <a:path w="10424160" h="5213350">
                  <a:moveTo>
                    <a:pt x="3551301" y="0"/>
                  </a:moveTo>
                  <a:lnTo>
                    <a:pt x="3546094" y="0"/>
                  </a:lnTo>
                  <a:lnTo>
                    <a:pt x="3541776" y="4318"/>
                  </a:lnTo>
                  <a:lnTo>
                    <a:pt x="3541776" y="14732"/>
                  </a:lnTo>
                  <a:lnTo>
                    <a:pt x="3546094" y="19050"/>
                  </a:lnTo>
                  <a:lnTo>
                    <a:pt x="3551301" y="19050"/>
                  </a:lnTo>
                  <a:lnTo>
                    <a:pt x="3551301" y="0"/>
                  </a:lnTo>
                  <a:close/>
                </a:path>
                <a:path w="10424160" h="5213350">
                  <a:moveTo>
                    <a:pt x="3556635" y="0"/>
                  </a:moveTo>
                  <a:lnTo>
                    <a:pt x="3551301" y="0"/>
                  </a:lnTo>
                  <a:lnTo>
                    <a:pt x="3551301" y="19050"/>
                  </a:lnTo>
                  <a:lnTo>
                    <a:pt x="3556635" y="19050"/>
                  </a:lnTo>
                  <a:lnTo>
                    <a:pt x="3560826" y="14732"/>
                  </a:lnTo>
                  <a:lnTo>
                    <a:pt x="3560826" y="4318"/>
                  </a:lnTo>
                  <a:lnTo>
                    <a:pt x="3556635" y="0"/>
                  </a:lnTo>
                  <a:close/>
                </a:path>
                <a:path w="10424160" h="5213350">
                  <a:moveTo>
                    <a:pt x="3589401" y="0"/>
                  </a:moveTo>
                  <a:lnTo>
                    <a:pt x="3584194" y="0"/>
                  </a:lnTo>
                  <a:lnTo>
                    <a:pt x="3579876" y="4318"/>
                  </a:lnTo>
                  <a:lnTo>
                    <a:pt x="3579876" y="14732"/>
                  </a:lnTo>
                  <a:lnTo>
                    <a:pt x="3584194" y="19050"/>
                  </a:lnTo>
                  <a:lnTo>
                    <a:pt x="3589401" y="19050"/>
                  </a:lnTo>
                  <a:lnTo>
                    <a:pt x="3589401" y="0"/>
                  </a:lnTo>
                  <a:close/>
                </a:path>
                <a:path w="10424160" h="5213350">
                  <a:moveTo>
                    <a:pt x="3594735" y="0"/>
                  </a:moveTo>
                  <a:lnTo>
                    <a:pt x="3589401" y="0"/>
                  </a:lnTo>
                  <a:lnTo>
                    <a:pt x="3589401" y="19050"/>
                  </a:lnTo>
                  <a:lnTo>
                    <a:pt x="3594735" y="19050"/>
                  </a:lnTo>
                  <a:lnTo>
                    <a:pt x="3598926" y="14732"/>
                  </a:lnTo>
                  <a:lnTo>
                    <a:pt x="3598926" y="4318"/>
                  </a:lnTo>
                  <a:lnTo>
                    <a:pt x="3594735" y="0"/>
                  </a:lnTo>
                  <a:close/>
                </a:path>
                <a:path w="10424160" h="5213350">
                  <a:moveTo>
                    <a:pt x="3627501" y="0"/>
                  </a:moveTo>
                  <a:lnTo>
                    <a:pt x="3622294" y="0"/>
                  </a:lnTo>
                  <a:lnTo>
                    <a:pt x="3617976" y="4318"/>
                  </a:lnTo>
                  <a:lnTo>
                    <a:pt x="3617976" y="14732"/>
                  </a:lnTo>
                  <a:lnTo>
                    <a:pt x="3622294" y="19050"/>
                  </a:lnTo>
                  <a:lnTo>
                    <a:pt x="3627501" y="19050"/>
                  </a:lnTo>
                  <a:lnTo>
                    <a:pt x="3627501" y="0"/>
                  </a:lnTo>
                  <a:close/>
                </a:path>
                <a:path w="10424160" h="5213350">
                  <a:moveTo>
                    <a:pt x="3632835" y="0"/>
                  </a:moveTo>
                  <a:lnTo>
                    <a:pt x="3627501" y="0"/>
                  </a:lnTo>
                  <a:lnTo>
                    <a:pt x="3627501" y="19050"/>
                  </a:lnTo>
                  <a:lnTo>
                    <a:pt x="3632835" y="19050"/>
                  </a:lnTo>
                  <a:lnTo>
                    <a:pt x="3637026" y="14732"/>
                  </a:lnTo>
                  <a:lnTo>
                    <a:pt x="3637026" y="4318"/>
                  </a:lnTo>
                  <a:lnTo>
                    <a:pt x="3632835" y="0"/>
                  </a:lnTo>
                  <a:close/>
                </a:path>
                <a:path w="10424160" h="5213350">
                  <a:moveTo>
                    <a:pt x="3665601" y="0"/>
                  </a:moveTo>
                  <a:lnTo>
                    <a:pt x="3660394" y="0"/>
                  </a:lnTo>
                  <a:lnTo>
                    <a:pt x="3656076" y="4318"/>
                  </a:lnTo>
                  <a:lnTo>
                    <a:pt x="3656076" y="14732"/>
                  </a:lnTo>
                  <a:lnTo>
                    <a:pt x="3660394" y="19050"/>
                  </a:lnTo>
                  <a:lnTo>
                    <a:pt x="3665601" y="19050"/>
                  </a:lnTo>
                  <a:lnTo>
                    <a:pt x="3665601" y="0"/>
                  </a:lnTo>
                  <a:close/>
                </a:path>
                <a:path w="10424160" h="5213350">
                  <a:moveTo>
                    <a:pt x="3665728" y="12700"/>
                  </a:moveTo>
                  <a:lnTo>
                    <a:pt x="3665601" y="12700"/>
                  </a:lnTo>
                  <a:lnTo>
                    <a:pt x="3665601" y="19050"/>
                  </a:lnTo>
                  <a:lnTo>
                    <a:pt x="3665728" y="19050"/>
                  </a:lnTo>
                  <a:lnTo>
                    <a:pt x="3665728" y="12700"/>
                  </a:lnTo>
                  <a:close/>
                </a:path>
                <a:path w="10424160" h="5213350">
                  <a:moveTo>
                    <a:pt x="3670935" y="0"/>
                  </a:moveTo>
                  <a:lnTo>
                    <a:pt x="3665728" y="0"/>
                  </a:lnTo>
                  <a:lnTo>
                    <a:pt x="3665728" y="19050"/>
                  </a:lnTo>
                  <a:lnTo>
                    <a:pt x="3670935" y="19050"/>
                  </a:lnTo>
                  <a:lnTo>
                    <a:pt x="3675253" y="14732"/>
                  </a:lnTo>
                  <a:lnTo>
                    <a:pt x="3675253" y="4318"/>
                  </a:lnTo>
                  <a:lnTo>
                    <a:pt x="3670935" y="0"/>
                  </a:lnTo>
                  <a:close/>
                </a:path>
                <a:path w="10424160" h="5213350">
                  <a:moveTo>
                    <a:pt x="3665728" y="0"/>
                  </a:moveTo>
                  <a:lnTo>
                    <a:pt x="3665601" y="0"/>
                  </a:lnTo>
                  <a:lnTo>
                    <a:pt x="3665601" y="6350"/>
                  </a:lnTo>
                  <a:lnTo>
                    <a:pt x="3665728" y="6350"/>
                  </a:lnTo>
                  <a:lnTo>
                    <a:pt x="3665728" y="0"/>
                  </a:lnTo>
                  <a:close/>
                </a:path>
                <a:path w="10424160" h="5213350">
                  <a:moveTo>
                    <a:pt x="3703828" y="0"/>
                  </a:moveTo>
                  <a:lnTo>
                    <a:pt x="3698494" y="0"/>
                  </a:lnTo>
                  <a:lnTo>
                    <a:pt x="3694303" y="4318"/>
                  </a:lnTo>
                  <a:lnTo>
                    <a:pt x="3694303" y="14732"/>
                  </a:lnTo>
                  <a:lnTo>
                    <a:pt x="3698494" y="19050"/>
                  </a:lnTo>
                  <a:lnTo>
                    <a:pt x="3703828" y="19050"/>
                  </a:lnTo>
                  <a:lnTo>
                    <a:pt x="3703828" y="0"/>
                  </a:lnTo>
                  <a:close/>
                </a:path>
                <a:path w="10424160" h="5213350">
                  <a:moveTo>
                    <a:pt x="3709035" y="0"/>
                  </a:moveTo>
                  <a:lnTo>
                    <a:pt x="3703828" y="0"/>
                  </a:lnTo>
                  <a:lnTo>
                    <a:pt x="3703828" y="19050"/>
                  </a:lnTo>
                  <a:lnTo>
                    <a:pt x="3709035" y="19050"/>
                  </a:lnTo>
                  <a:lnTo>
                    <a:pt x="3713353" y="14732"/>
                  </a:lnTo>
                  <a:lnTo>
                    <a:pt x="3713353" y="4318"/>
                  </a:lnTo>
                  <a:lnTo>
                    <a:pt x="3709035" y="0"/>
                  </a:lnTo>
                  <a:close/>
                </a:path>
                <a:path w="10424160" h="5213350">
                  <a:moveTo>
                    <a:pt x="3741928" y="0"/>
                  </a:moveTo>
                  <a:lnTo>
                    <a:pt x="3736594" y="0"/>
                  </a:lnTo>
                  <a:lnTo>
                    <a:pt x="3732403" y="4318"/>
                  </a:lnTo>
                  <a:lnTo>
                    <a:pt x="3732403" y="14732"/>
                  </a:lnTo>
                  <a:lnTo>
                    <a:pt x="3736594" y="19050"/>
                  </a:lnTo>
                  <a:lnTo>
                    <a:pt x="3741928" y="19050"/>
                  </a:lnTo>
                  <a:lnTo>
                    <a:pt x="3741928" y="0"/>
                  </a:lnTo>
                  <a:close/>
                </a:path>
                <a:path w="10424160" h="5213350">
                  <a:moveTo>
                    <a:pt x="3747135" y="0"/>
                  </a:moveTo>
                  <a:lnTo>
                    <a:pt x="3741928" y="0"/>
                  </a:lnTo>
                  <a:lnTo>
                    <a:pt x="3741928" y="19050"/>
                  </a:lnTo>
                  <a:lnTo>
                    <a:pt x="3747135" y="19050"/>
                  </a:lnTo>
                  <a:lnTo>
                    <a:pt x="3751453" y="14732"/>
                  </a:lnTo>
                  <a:lnTo>
                    <a:pt x="3751453" y="4318"/>
                  </a:lnTo>
                  <a:lnTo>
                    <a:pt x="3747135" y="0"/>
                  </a:lnTo>
                  <a:close/>
                </a:path>
                <a:path w="10424160" h="5213350">
                  <a:moveTo>
                    <a:pt x="3780028" y="0"/>
                  </a:moveTo>
                  <a:lnTo>
                    <a:pt x="3774694" y="0"/>
                  </a:lnTo>
                  <a:lnTo>
                    <a:pt x="3770503" y="4318"/>
                  </a:lnTo>
                  <a:lnTo>
                    <a:pt x="3770503" y="14732"/>
                  </a:lnTo>
                  <a:lnTo>
                    <a:pt x="3774694" y="19050"/>
                  </a:lnTo>
                  <a:lnTo>
                    <a:pt x="3780028" y="19050"/>
                  </a:lnTo>
                  <a:lnTo>
                    <a:pt x="3780028" y="0"/>
                  </a:lnTo>
                  <a:close/>
                </a:path>
                <a:path w="10424160" h="5213350">
                  <a:moveTo>
                    <a:pt x="3785235" y="0"/>
                  </a:moveTo>
                  <a:lnTo>
                    <a:pt x="3780028" y="0"/>
                  </a:lnTo>
                  <a:lnTo>
                    <a:pt x="3780028" y="19050"/>
                  </a:lnTo>
                  <a:lnTo>
                    <a:pt x="3785235" y="19050"/>
                  </a:lnTo>
                  <a:lnTo>
                    <a:pt x="3789553" y="14732"/>
                  </a:lnTo>
                  <a:lnTo>
                    <a:pt x="3789553" y="4318"/>
                  </a:lnTo>
                  <a:lnTo>
                    <a:pt x="3785235" y="0"/>
                  </a:lnTo>
                  <a:close/>
                </a:path>
                <a:path w="10424160" h="5213350">
                  <a:moveTo>
                    <a:pt x="3818128" y="0"/>
                  </a:moveTo>
                  <a:lnTo>
                    <a:pt x="3812921" y="0"/>
                  </a:lnTo>
                  <a:lnTo>
                    <a:pt x="3808603" y="4318"/>
                  </a:lnTo>
                  <a:lnTo>
                    <a:pt x="3808603" y="14732"/>
                  </a:lnTo>
                  <a:lnTo>
                    <a:pt x="3812921" y="19050"/>
                  </a:lnTo>
                  <a:lnTo>
                    <a:pt x="3818128" y="19050"/>
                  </a:lnTo>
                  <a:lnTo>
                    <a:pt x="3818128" y="0"/>
                  </a:lnTo>
                  <a:close/>
                </a:path>
                <a:path w="10424160" h="5213350">
                  <a:moveTo>
                    <a:pt x="3823462" y="0"/>
                  </a:moveTo>
                  <a:lnTo>
                    <a:pt x="3818128" y="0"/>
                  </a:lnTo>
                  <a:lnTo>
                    <a:pt x="3818128" y="19050"/>
                  </a:lnTo>
                  <a:lnTo>
                    <a:pt x="3823462" y="19050"/>
                  </a:lnTo>
                  <a:lnTo>
                    <a:pt x="3827653" y="14732"/>
                  </a:lnTo>
                  <a:lnTo>
                    <a:pt x="3827653" y="4318"/>
                  </a:lnTo>
                  <a:lnTo>
                    <a:pt x="3823462" y="0"/>
                  </a:lnTo>
                  <a:close/>
                </a:path>
                <a:path w="10424160" h="5213350">
                  <a:moveTo>
                    <a:pt x="3856228" y="0"/>
                  </a:moveTo>
                  <a:lnTo>
                    <a:pt x="3851021" y="0"/>
                  </a:lnTo>
                  <a:lnTo>
                    <a:pt x="3846703" y="4318"/>
                  </a:lnTo>
                  <a:lnTo>
                    <a:pt x="3846703" y="14732"/>
                  </a:lnTo>
                  <a:lnTo>
                    <a:pt x="3851021" y="19050"/>
                  </a:lnTo>
                  <a:lnTo>
                    <a:pt x="3856228" y="19050"/>
                  </a:lnTo>
                  <a:lnTo>
                    <a:pt x="3856228" y="0"/>
                  </a:lnTo>
                  <a:close/>
                </a:path>
                <a:path w="10424160" h="5213350">
                  <a:moveTo>
                    <a:pt x="3861562" y="0"/>
                  </a:moveTo>
                  <a:lnTo>
                    <a:pt x="3856228" y="0"/>
                  </a:lnTo>
                  <a:lnTo>
                    <a:pt x="3856228" y="19050"/>
                  </a:lnTo>
                  <a:lnTo>
                    <a:pt x="3861562" y="19050"/>
                  </a:lnTo>
                  <a:lnTo>
                    <a:pt x="3865753" y="14732"/>
                  </a:lnTo>
                  <a:lnTo>
                    <a:pt x="3865753" y="4318"/>
                  </a:lnTo>
                  <a:lnTo>
                    <a:pt x="3861562" y="0"/>
                  </a:lnTo>
                  <a:close/>
                </a:path>
                <a:path w="10424160" h="5213350">
                  <a:moveTo>
                    <a:pt x="3894328" y="0"/>
                  </a:moveTo>
                  <a:lnTo>
                    <a:pt x="3889121" y="0"/>
                  </a:lnTo>
                  <a:lnTo>
                    <a:pt x="3884803" y="4318"/>
                  </a:lnTo>
                  <a:lnTo>
                    <a:pt x="3884803" y="14732"/>
                  </a:lnTo>
                  <a:lnTo>
                    <a:pt x="3889121" y="19050"/>
                  </a:lnTo>
                  <a:lnTo>
                    <a:pt x="3894328" y="19050"/>
                  </a:lnTo>
                  <a:lnTo>
                    <a:pt x="3894328" y="0"/>
                  </a:lnTo>
                  <a:close/>
                </a:path>
                <a:path w="10424160" h="5213350">
                  <a:moveTo>
                    <a:pt x="3899662" y="0"/>
                  </a:moveTo>
                  <a:lnTo>
                    <a:pt x="3894455" y="0"/>
                  </a:lnTo>
                  <a:lnTo>
                    <a:pt x="3894455" y="19050"/>
                  </a:lnTo>
                  <a:lnTo>
                    <a:pt x="3899662" y="19050"/>
                  </a:lnTo>
                  <a:lnTo>
                    <a:pt x="3903980" y="14732"/>
                  </a:lnTo>
                  <a:lnTo>
                    <a:pt x="3903980" y="4318"/>
                  </a:lnTo>
                  <a:lnTo>
                    <a:pt x="3899662" y="0"/>
                  </a:lnTo>
                  <a:close/>
                </a:path>
                <a:path w="10424160" h="5213350">
                  <a:moveTo>
                    <a:pt x="3932555" y="0"/>
                  </a:moveTo>
                  <a:lnTo>
                    <a:pt x="3927221" y="0"/>
                  </a:lnTo>
                  <a:lnTo>
                    <a:pt x="3923030" y="4318"/>
                  </a:lnTo>
                  <a:lnTo>
                    <a:pt x="3923030" y="14732"/>
                  </a:lnTo>
                  <a:lnTo>
                    <a:pt x="3927221" y="19050"/>
                  </a:lnTo>
                  <a:lnTo>
                    <a:pt x="3932555" y="19050"/>
                  </a:lnTo>
                  <a:lnTo>
                    <a:pt x="3932555" y="0"/>
                  </a:lnTo>
                  <a:close/>
                </a:path>
                <a:path w="10424160" h="5213350">
                  <a:moveTo>
                    <a:pt x="3937762" y="0"/>
                  </a:moveTo>
                  <a:lnTo>
                    <a:pt x="3932555" y="0"/>
                  </a:lnTo>
                  <a:lnTo>
                    <a:pt x="3932555" y="19050"/>
                  </a:lnTo>
                  <a:lnTo>
                    <a:pt x="3937762" y="19050"/>
                  </a:lnTo>
                  <a:lnTo>
                    <a:pt x="3942080" y="14732"/>
                  </a:lnTo>
                  <a:lnTo>
                    <a:pt x="3942080" y="4318"/>
                  </a:lnTo>
                  <a:lnTo>
                    <a:pt x="3937762" y="0"/>
                  </a:lnTo>
                  <a:close/>
                </a:path>
                <a:path w="10424160" h="5213350">
                  <a:moveTo>
                    <a:pt x="3970655" y="0"/>
                  </a:moveTo>
                  <a:lnTo>
                    <a:pt x="3965321" y="0"/>
                  </a:lnTo>
                  <a:lnTo>
                    <a:pt x="3961130" y="4318"/>
                  </a:lnTo>
                  <a:lnTo>
                    <a:pt x="3961130" y="14732"/>
                  </a:lnTo>
                  <a:lnTo>
                    <a:pt x="3965321" y="19050"/>
                  </a:lnTo>
                  <a:lnTo>
                    <a:pt x="3970655" y="19050"/>
                  </a:lnTo>
                  <a:lnTo>
                    <a:pt x="3970655" y="0"/>
                  </a:lnTo>
                  <a:close/>
                </a:path>
                <a:path w="10424160" h="5213350">
                  <a:moveTo>
                    <a:pt x="3975862" y="0"/>
                  </a:moveTo>
                  <a:lnTo>
                    <a:pt x="3970655" y="0"/>
                  </a:lnTo>
                  <a:lnTo>
                    <a:pt x="3970655" y="19050"/>
                  </a:lnTo>
                  <a:lnTo>
                    <a:pt x="3975862" y="19050"/>
                  </a:lnTo>
                  <a:lnTo>
                    <a:pt x="3980180" y="14732"/>
                  </a:lnTo>
                  <a:lnTo>
                    <a:pt x="3980180" y="4318"/>
                  </a:lnTo>
                  <a:lnTo>
                    <a:pt x="3975862" y="0"/>
                  </a:lnTo>
                  <a:close/>
                </a:path>
                <a:path w="10424160" h="5213350">
                  <a:moveTo>
                    <a:pt x="4008755" y="0"/>
                  </a:moveTo>
                  <a:lnTo>
                    <a:pt x="4003421" y="0"/>
                  </a:lnTo>
                  <a:lnTo>
                    <a:pt x="3999230" y="4318"/>
                  </a:lnTo>
                  <a:lnTo>
                    <a:pt x="3999230" y="14732"/>
                  </a:lnTo>
                  <a:lnTo>
                    <a:pt x="4003421" y="19050"/>
                  </a:lnTo>
                  <a:lnTo>
                    <a:pt x="4008755" y="19050"/>
                  </a:lnTo>
                  <a:lnTo>
                    <a:pt x="4008755" y="0"/>
                  </a:lnTo>
                  <a:close/>
                </a:path>
                <a:path w="10424160" h="5213350">
                  <a:moveTo>
                    <a:pt x="4013962" y="0"/>
                  </a:moveTo>
                  <a:lnTo>
                    <a:pt x="4008755" y="0"/>
                  </a:lnTo>
                  <a:lnTo>
                    <a:pt x="4008755" y="19050"/>
                  </a:lnTo>
                  <a:lnTo>
                    <a:pt x="4013962" y="19050"/>
                  </a:lnTo>
                  <a:lnTo>
                    <a:pt x="4018280" y="14732"/>
                  </a:lnTo>
                  <a:lnTo>
                    <a:pt x="4018280" y="4318"/>
                  </a:lnTo>
                  <a:lnTo>
                    <a:pt x="4013962" y="0"/>
                  </a:lnTo>
                  <a:close/>
                </a:path>
                <a:path w="10424160" h="5213350">
                  <a:moveTo>
                    <a:pt x="4046855" y="0"/>
                  </a:moveTo>
                  <a:lnTo>
                    <a:pt x="4041648" y="0"/>
                  </a:lnTo>
                  <a:lnTo>
                    <a:pt x="4037330" y="4318"/>
                  </a:lnTo>
                  <a:lnTo>
                    <a:pt x="4037330" y="14732"/>
                  </a:lnTo>
                  <a:lnTo>
                    <a:pt x="4041648" y="19050"/>
                  </a:lnTo>
                  <a:lnTo>
                    <a:pt x="4046855" y="19050"/>
                  </a:lnTo>
                  <a:lnTo>
                    <a:pt x="4046855" y="0"/>
                  </a:lnTo>
                  <a:close/>
                </a:path>
                <a:path w="10424160" h="5213350">
                  <a:moveTo>
                    <a:pt x="4052189" y="0"/>
                  </a:moveTo>
                  <a:lnTo>
                    <a:pt x="4046855" y="0"/>
                  </a:lnTo>
                  <a:lnTo>
                    <a:pt x="4046855" y="19050"/>
                  </a:lnTo>
                  <a:lnTo>
                    <a:pt x="4052189" y="19050"/>
                  </a:lnTo>
                  <a:lnTo>
                    <a:pt x="4056380" y="14732"/>
                  </a:lnTo>
                  <a:lnTo>
                    <a:pt x="4056380" y="4318"/>
                  </a:lnTo>
                  <a:lnTo>
                    <a:pt x="4052189" y="0"/>
                  </a:lnTo>
                  <a:close/>
                </a:path>
                <a:path w="10424160" h="5213350">
                  <a:moveTo>
                    <a:pt x="4084955" y="0"/>
                  </a:moveTo>
                  <a:lnTo>
                    <a:pt x="4079748" y="0"/>
                  </a:lnTo>
                  <a:lnTo>
                    <a:pt x="4075430" y="4318"/>
                  </a:lnTo>
                  <a:lnTo>
                    <a:pt x="4075430" y="14732"/>
                  </a:lnTo>
                  <a:lnTo>
                    <a:pt x="4079748" y="19050"/>
                  </a:lnTo>
                  <a:lnTo>
                    <a:pt x="4084955" y="19050"/>
                  </a:lnTo>
                  <a:lnTo>
                    <a:pt x="4084955" y="0"/>
                  </a:lnTo>
                  <a:close/>
                </a:path>
                <a:path w="10424160" h="5213350">
                  <a:moveTo>
                    <a:pt x="4090289" y="0"/>
                  </a:moveTo>
                  <a:lnTo>
                    <a:pt x="4084955" y="0"/>
                  </a:lnTo>
                  <a:lnTo>
                    <a:pt x="4084955" y="19050"/>
                  </a:lnTo>
                  <a:lnTo>
                    <a:pt x="4090289" y="19050"/>
                  </a:lnTo>
                  <a:lnTo>
                    <a:pt x="4094480" y="14732"/>
                  </a:lnTo>
                  <a:lnTo>
                    <a:pt x="4094480" y="4318"/>
                  </a:lnTo>
                  <a:lnTo>
                    <a:pt x="4090289" y="0"/>
                  </a:lnTo>
                  <a:close/>
                </a:path>
                <a:path w="10424160" h="5213350">
                  <a:moveTo>
                    <a:pt x="4123055" y="0"/>
                  </a:moveTo>
                  <a:lnTo>
                    <a:pt x="4117848" y="0"/>
                  </a:lnTo>
                  <a:lnTo>
                    <a:pt x="4113530" y="4318"/>
                  </a:lnTo>
                  <a:lnTo>
                    <a:pt x="4113530" y="14732"/>
                  </a:lnTo>
                  <a:lnTo>
                    <a:pt x="4117848" y="19050"/>
                  </a:lnTo>
                  <a:lnTo>
                    <a:pt x="4123055" y="19050"/>
                  </a:lnTo>
                  <a:lnTo>
                    <a:pt x="4123055" y="0"/>
                  </a:lnTo>
                  <a:close/>
                </a:path>
                <a:path w="10424160" h="5213350">
                  <a:moveTo>
                    <a:pt x="4128389" y="0"/>
                  </a:moveTo>
                  <a:lnTo>
                    <a:pt x="4123055" y="0"/>
                  </a:lnTo>
                  <a:lnTo>
                    <a:pt x="4123055" y="19050"/>
                  </a:lnTo>
                  <a:lnTo>
                    <a:pt x="4128389" y="19050"/>
                  </a:lnTo>
                  <a:lnTo>
                    <a:pt x="4132580" y="14732"/>
                  </a:lnTo>
                  <a:lnTo>
                    <a:pt x="4132580" y="4318"/>
                  </a:lnTo>
                  <a:lnTo>
                    <a:pt x="4128389" y="0"/>
                  </a:lnTo>
                  <a:close/>
                </a:path>
                <a:path w="10424160" h="5213350">
                  <a:moveTo>
                    <a:pt x="4161155" y="0"/>
                  </a:moveTo>
                  <a:lnTo>
                    <a:pt x="4155948" y="0"/>
                  </a:lnTo>
                  <a:lnTo>
                    <a:pt x="4151630" y="4318"/>
                  </a:lnTo>
                  <a:lnTo>
                    <a:pt x="4151630" y="14732"/>
                  </a:lnTo>
                  <a:lnTo>
                    <a:pt x="4155948" y="19050"/>
                  </a:lnTo>
                  <a:lnTo>
                    <a:pt x="4161155" y="19050"/>
                  </a:lnTo>
                  <a:lnTo>
                    <a:pt x="4161155" y="0"/>
                  </a:lnTo>
                  <a:close/>
                </a:path>
                <a:path w="10424160" h="5213350">
                  <a:moveTo>
                    <a:pt x="4166489" y="0"/>
                  </a:moveTo>
                  <a:lnTo>
                    <a:pt x="4161282" y="0"/>
                  </a:lnTo>
                  <a:lnTo>
                    <a:pt x="4161282" y="19050"/>
                  </a:lnTo>
                  <a:lnTo>
                    <a:pt x="4166489" y="19050"/>
                  </a:lnTo>
                  <a:lnTo>
                    <a:pt x="4170807" y="14732"/>
                  </a:lnTo>
                  <a:lnTo>
                    <a:pt x="4170807" y="4318"/>
                  </a:lnTo>
                  <a:lnTo>
                    <a:pt x="4166489" y="0"/>
                  </a:lnTo>
                  <a:close/>
                </a:path>
                <a:path w="10424160" h="5213350">
                  <a:moveTo>
                    <a:pt x="4199382" y="0"/>
                  </a:moveTo>
                  <a:lnTo>
                    <a:pt x="4194048" y="0"/>
                  </a:lnTo>
                  <a:lnTo>
                    <a:pt x="4189857" y="4318"/>
                  </a:lnTo>
                  <a:lnTo>
                    <a:pt x="4189857" y="14732"/>
                  </a:lnTo>
                  <a:lnTo>
                    <a:pt x="4194048" y="19050"/>
                  </a:lnTo>
                  <a:lnTo>
                    <a:pt x="4199382" y="19050"/>
                  </a:lnTo>
                  <a:lnTo>
                    <a:pt x="4199382" y="0"/>
                  </a:lnTo>
                  <a:close/>
                </a:path>
                <a:path w="10424160" h="5213350">
                  <a:moveTo>
                    <a:pt x="4204589" y="0"/>
                  </a:moveTo>
                  <a:lnTo>
                    <a:pt x="4199382" y="0"/>
                  </a:lnTo>
                  <a:lnTo>
                    <a:pt x="4199382" y="19050"/>
                  </a:lnTo>
                  <a:lnTo>
                    <a:pt x="4204589" y="19050"/>
                  </a:lnTo>
                  <a:lnTo>
                    <a:pt x="4208907" y="14732"/>
                  </a:lnTo>
                  <a:lnTo>
                    <a:pt x="4208907" y="4318"/>
                  </a:lnTo>
                  <a:lnTo>
                    <a:pt x="4204589" y="0"/>
                  </a:lnTo>
                  <a:close/>
                </a:path>
                <a:path w="10424160" h="5213350">
                  <a:moveTo>
                    <a:pt x="4237482" y="0"/>
                  </a:moveTo>
                  <a:lnTo>
                    <a:pt x="4232148" y="0"/>
                  </a:lnTo>
                  <a:lnTo>
                    <a:pt x="4227957" y="4318"/>
                  </a:lnTo>
                  <a:lnTo>
                    <a:pt x="4227957" y="14732"/>
                  </a:lnTo>
                  <a:lnTo>
                    <a:pt x="4232148" y="19050"/>
                  </a:lnTo>
                  <a:lnTo>
                    <a:pt x="4237482" y="19050"/>
                  </a:lnTo>
                  <a:lnTo>
                    <a:pt x="4237482" y="0"/>
                  </a:lnTo>
                  <a:close/>
                </a:path>
                <a:path w="10424160" h="5213350">
                  <a:moveTo>
                    <a:pt x="4242689" y="0"/>
                  </a:moveTo>
                  <a:lnTo>
                    <a:pt x="4237482" y="0"/>
                  </a:lnTo>
                  <a:lnTo>
                    <a:pt x="4237482" y="19050"/>
                  </a:lnTo>
                  <a:lnTo>
                    <a:pt x="4242689" y="19050"/>
                  </a:lnTo>
                  <a:lnTo>
                    <a:pt x="4247007" y="14732"/>
                  </a:lnTo>
                  <a:lnTo>
                    <a:pt x="4247007" y="4318"/>
                  </a:lnTo>
                  <a:lnTo>
                    <a:pt x="4242689" y="0"/>
                  </a:lnTo>
                  <a:close/>
                </a:path>
                <a:path w="10424160" h="5213350">
                  <a:moveTo>
                    <a:pt x="4275582" y="0"/>
                  </a:moveTo>
                  <a:lnTo>
                    <a:pt x="4270248" y="0"/>
                  </a:lnTo>
                  <a:lnTo>
                    <a:pt x="4266057" y="4318"/>
                  </a:lnTo>
                  <a:lnTo>
                    <a:pt x="4266057" y="14732"/>
                  </a:lnTo>
                  <a:lnTo>
                    <a:pt x="4270248" y="19050"/>
                  </a:lnTo>
                  <a:lnTo>
                    <a:pt x="4275582" y="19050"/>
                  </a:lnTo>
                  <a:lnTo>
                    <a:pt x="4275582" y="0"/>
                  </a:lnTo>
                  <a:close/>
                </a:path>
                <a:path w="10424160" h="5213350">
                  <a:moveTo>
                    <a:pt x="4280789" y="0"/>
                  </a:moveTo>
                  <a:lnTo>
                    <a:pt x="4275582" y="0"/>
                  </a:lnTo>
                  <a:lnTo>
                    <a:pt x="4275582" y="19050"/>
                  </a:lnTo>
                  <a:lnTo>
                    <a:pt x="4280789" y="19050"/>
                  </a:lnTo>
                  <a:lnTo>
                    <a:pt x="4285107" y="14732"/>
                  </a:lnTo>
                  <a:lnTo>
                    <a:pt x="4285107" y="4318"/>
                  </a:lnTo>
                  <a:lnTo>
                    <a:pt x="4280789" y="0"/>
                  </a:lnTo>
                  <a:close/>
                </a:path>
                <a:path w="10424160" h="5213350">
                  <a:moveTo>
                    <a:pt x="4313682" y="0"/>
                  </a:moveTo>
                  <a:lnTo>
                    <a:pt x="4308475" y="0"/>
                  </a:lnTo>
                  <a:lnTo>
                    <a:pt x="4304157" y="4318"/>
                  </a:lnTo>
                  <a:lnTo>
                    <a:pt x="4304157" y="14732"/>
                  </a:lnTo>
                  <a:lnTo>
                    <a:pt x="4308475" y="19050"/>
                  </a:lnTo>
                  <a:lnTo>
                    <a:pt x="4313682" y="19050"/>
                  </a:lnTo>
                  <a:lnTo>
                    <a:pt x="4313682" y="0"/>
                  </a:lnTo>
                  <a:close/>
                </a:path>
                <a:path w="10424160" h="5213350">
                  <a:moveTo>
                    <a:pt x="4319016" y="0"/>
                  </a:moveTo>
                  <a:lnTo>
                    <a:pt x="4313682" y="0"/>
                  </a:lnTo>
                  <a:lnTo>
                    <a:pt x="4313682" y="19050"/>
                  </a:lnTo>
                  <a:lnTo>
                    <a:pt x="4319016" y="19050"/>
                  </a:lnTo>
                  <a:lnTo>
                    <a:pt x="4323207" y="14732"/>
                  </a:lnTo>
                  <a:lnTo>
                    <a:pt x="4323207" y="4318"/>
                  </a:lnTo>
                  <a:lnTo>
                    <a:pt x="4319016" y="0"/>
                  </a:lnTo>
                  <a:close/>
                </a:path>
                <a:path w="10424160" h="5213350">
                  <a:moveTo>
                    <a:pt x="4351782" y="0"/>
                  </a:moveTo>
                  <a:lnTo>
                    <a:pt x="4346575" y="0"/>
                  </a:lnTo>
                  <a:lnTo>
                    <a:pt x="4342257" y="4318"/>
                  </a:lnTo>
                  <a:lnTo>
                    <a:pt x="4342257" y="14732"/>
                  </a:lnTo>
                  <a:lnTo>
                    <a:pt x="4346575" y="19050"/>
                  </a:lnTo>
                  <a:lnTo>
                    <a:pt x="4351782" y="19050"/>
                  </a:lnTo>
                  <a:lnTo>
                    <a:pt x="4351782" y="0"/>
                  </a:lnTo>
                  <a:close/>
                </a:path>
                <a:path w="10424160" h="5213350">
                  <a:moveTo>
                    <a:pt x="4357116" y="0"/>
                  </a:moveTo>
                  <a:lnTo>
                    <a:pt x="4351782" y="0"/>
                  </a:lnTo>
                  <a:lnTo>
                    <a:pt x="4351782" y="19050"/>
                  </a:lnTo>
                  <a:lnTo>
                    <a:pt x="4357116" y="19050"/>
                  </a:lnTo>
                  <a:lnTo>
                    <a:pt x="4361307" y="14732"/>
                  </a:lnTo>
                  <a:lnTo>
                    <a:pt x="4361307" y="4318"/>
                  </a:lnTo>
                  <a:lnTo>
                    <a:pt x="4357116" y="0"/>
                  </a:lnTo>
                  <a:close/>
                </a:path>
                <a:path w="10424160" h="5213350">
                  <a:moveTo>
                    <a:pt x="4389882" y="0"/>
                  </a:moveTo>
                  <a:lnTo>
                    <a:pt x="4384675" y="0"/>
                  </a:lnTo>
                  <a:lnTo>
                    <a:pt x="4380357" y="4318"/>
                  </a:lnTo>
                  <a:lnTo>
                    <a:pt x="4380357" y="14732"/>
                  </a:lnTo>
                  <a:lnTo>
                    <a:pt x="4384675" y="19050"/>
                  </a:lnTo>
                  <a:lnTo>
                    <a:pt x="4389882" y="19050"/>
                  </a:lnTo>
                  <a:lnTo>
                    <a:pt x="4389882" y="0"/>
                  </a:lnTo>
                  <a:close/>
                </a:path>
                <a:path w="10424160" h="5213350">
                  <a:moveTo>
                    <a:pt x="4395216" y="0"/>
                  </a:moveTo>
                  <a:lnTo>
                    <a:pt x="4389882" y="0"/>
                  </a:lnTo>
                  <a:lnTo>
                    <a:pt x="4389882" y="19050"/>
                  </a:lnTo>
                  <a:lnTo>
                    <a:pt x="4395216" y="19050"/>
                  </a:lnTo>
                  <a:lnTo>
                    <a:pt x="4399407" y="14732"/>
                  </a:lnTo>
                  <a:lnTo>
                    <a:pt x="4399407" y="4318"/>
                  </a:lnTo>
                  <a:lnTo>
                    <a:pt x="4395216" y="0"/>
                  </a:lnTo>
                  <a:close/>
                </a:path>
                <a:path w="10424160" h="5213350">
                  <a:moveTo>
                    <a:pt x="4427982" y="0"/>
                  </a:moveTo>
                  <a:lnTo>
                    <a:pt x="4422775" y="0"/>
                  </a:lnTo>
                  <a:lnTo>
                    <a:pt x="4418457" y="4318"/>
                  </a:lnTo>
                  <a:lnTo>
                    <a:pt x="4418457" y="14732"/>
                  </a:lnTo>
                  <a:lnTo>
                    <a:pt x="4422775" y="19050"/>
                  </a:lnTo>
                  <a:lnTo>
                    <a:pt x="4427982" y="19050"/>
                  </a:lnTo>
                  <a:lnTo>
                    <a:pt x="4427982" y="0"/>
                  </a:lnTo>
                  <a:close/>
                </a:path>
                <a:path w="10424160" h="5213350">
                  <a:moveTo>
                    <a:pt x="4433316" y="0"/>
                  </a:moveTo>
                  <a:lnTo>
                    <a:pt x="4428109" y="0"/>
                  </a:lnTo>
                  <a:lnTo>
                    <a:pt x="4428109" y="19050"/>
                  </a:lnTo>
                  <a:lnTo>
                    <a:pt x="4433316" y="19050"/>
                  </a:lnTo>
                  <a:lnTo>
                    <a:pt x="4437634" y="14732"/>
                  </a:lnTo>
                  <a:lnTo>
                    <a:pt x="4437634" y="4318"/>
                  </a:lnTo>
                  <a:lnTo>
                    <a:pt x="4433316" y="0"/>
                  </a:lnTo>
                  <a:close/>
                </a:path>
                <a:path w="10424160" h="5213350">
                  <a:moveTo>
                    <a:pt x="4466209" y="0"/>
                  </a:moveTo>
                  <a:lnTo>
                    <a:pt x="4460875" y="0"/>
                  </a:lnTo>
                  <a:lnTo>
                    <a:pt x="4456684" y="4318"/>
                  </a:lnTo>
                  <a:lnTo>
                    <a:pt x="4456684" y="14732"/>
                  </a:lnTo>
                  <a:lnTo>
                    <a:pt x="4460875" y="19050"/>
                  </a:lnTo>
                  <a:lnTo>
                    <a:pt x="4466209" y="19050"/>
                  </a:lnTo>
                  <a:lnTo>
                    <a:pt x="4466209" y="0"/>
                  </a:lnTo>
                  <a:close/>
                </a:path>
                <a:path w="10424160" h="5213350">
                  <a:moveTo>
                    <a:pt x="4471416" y="0"/>
                  </a:moveTo>
                  <a:lnTo>
                    <a:pt x="4466209" y="0"/>
                  </a:lnTo>
                  <a:lnTo>
                    <a:pt x="4466209" y="19050"/>
                  </a:lnTo>
                  <a:lnTo>
                    <a:pt x="4471416" y="19050"/>
                  </a:lnTo>
                  <a:lnTo>
                    <a:pt x="4475734" y="14732"/>
                  </a:lnTo>
                  <a:lnTo>
                    <a:pt x="4475734" y="4318"/>
                  </a:lnTo>
                  <a:lnTo>
                    <a:pt x="4471416" y="0"/>
                  </a:lnTo>
                  <a:close/>
                </a:path>
                <a:path w="10424160" h="5213350">
                  <a:moveTo>
                    <a:pt x="4504309" y="0"/>
                  </a:moveTo>
                  <a:lnTo>
                    <a:pt x="4498975" y="0"/>
                  </a:lnTo>
                  <a:lnTo>
                    <a:pt x="4494784" y="4318"/>
                  </a:lnTo>
                  <a:lnTo>
                    <a:pt x="4494784" y="14732"/>
                  </a:lnTo>
                  <a:lnTo>
                    <a:pt x="4498975" y="19050"/>
                  </a:lnTo>
                  <a:lnTo>
                    <a:pt x="4504309" y="19050"/>
                  </a:lnTo>
                  <a:lnTo>
                    <a:pt x="4504309" y="0"/>
                  </a:lnTo>
                  <a:close/>
                </a:path>
                <a:path w="10424160" h="5213350">
                  <a:moveTo>
                    <a:pt x="4509516" y="0"/>
                  </a:moveTo>
                  <a:lnTo>
                    <a:pt x="4504309" y="0"/>
                  </a:lnTo>
                  <a:lnTo>
                    <a:pt x="4504309" y="19050"/>
                  </a:lnTo>
                  <a:lnTo>
                    <a:pt x="4509516" y="19050"/>
                  </a:lnTo>
                  <a:lnTo>
                    <a:pt x="4513834" y="14732"/>
                  </a:lnTo>
                  <a:lnTo>
                    <a:pt x="4513834" y="4318"/>
                  </a:lnTo>
                  <a:lnTo>
                    <a:pt x="4509516" y="0"/>
                  </a:lnTo>
                  <a:close/>
                </a:path>
                <a:path w="10424160" h="5213350">
                  <a:moveTo>
                    <a:pt x="4542409" y="0"/>
                  </a:moveTo>
                  <a:lnTo>
                    <a:pt x="4537075" y="0"/>
                  </a:lnTo>
                  <a:lnTo>
                    <a:pt x="4532884" y="4318"/>
                  </a:lnTo>
                  <a:lnTo>
                    <a:pt x="4532884" y="14732"/>
                  </a:lnTo>
                  <a:lnTo>
                    <a:pt x="4537075" y="19050"/>
                  </a:lnTo>
                  <a:lnTo>
                    <a:pt x="4542409" y="19050"/>
                  </a:lnTo>
                  <a:lnTo>
                    <a:pt x="4542409" y="0"/>
                  </a:lnTo>
                  <a:close/>
                </a:path>
                <a:path w="10424160" h="5213350">
                  <a:moveTo>
                    <a:pt x="4547616" y="0"/>
                  </a:moveTo>
                  <a:lnTo>
                    <a:pt x="4542409" y="0"/>
                  </a:lnTo>
                  <a:lnTo>
                    <a:pt x="4542409" y="19050"/>
                  </a:lnTo>
                  <a:lnTo>
                    <a:pt x="4547616" y="19050"/>
                  </a:lnTo>
                  <a:lnTo>
                    <a:pt x="4551934" y="14732"/>
                  </a:lnTo>
                  <a:lnTo>
                    <a:pt x="4551934" y="4318"/>
                  </a:lnTo>
                  <a:lnTo>
                    <a:pt x="4547616" y="0"/>
                  </a:lnTo>
                  <a:close/>
                </a:path>
                <a:path w="10424160" h="5213350">
                  <a:moveTo>
                    <a:pt x="4580509" y="0"/>
                  </a:moveTo>
                  <a:lnTo>
                    <a:pt x="4575302" y="0"/>
                  </a:lnTo>
                  <a:lnTo>
                    <a:pt x="4570984" y="4318"/>
                  </a:lnTo>
                  <a:lnTo>
                    <a:pt x="4570984" y="14732"/>
                  </a:lnTo>
                  <a:lnTo>
                    <a:pt x="4575302" y="19050"/>
                  </a:lnTo>
                  <a:lnTo>
                    <a:pt x="4580509" y="19050"/>
                  </a:lnTo>
                  <a:lnTo>
                    <a:pt x="4580509" y="0"/>
                  </a:lnTo>
                  <a:close/>
                </a:path>
                <a:path w="10424160" h="5213350">
                  <a:moveTo>
                    <a:pt x="4585843" y="0"/>
                  </a:moveTo>
                  <a:lnTo>
                    <a:pt x="4580509" y="0"/>
                  </a:lnTo>
                  <a:lnTo>
                    <a:pt x="4580509" y="19050"/>
                  </a:lnTo>
                  <a:lnTo>
                    <a:pt x="4585843" y="19050"/>
                  </a:lnTo>
                  <a:lnTo>
                    <a:pt x="4590034" y="14732"/>
                  </a:lnTo>
                  <a:lnTo>
                    <a:pt x="4590034" y="4318"/>
                  </a:lnTo>
                  <a:lnTo>
                    <a:pt x="4585843" y="0"/>
                  </a:lnTo>
                  <a:close/>
                </a:path>
                <a:path w="10424160" h="5213350">
                  <a:moveTo>
                    <a:pt x="4618609" y="0"/>
                  </a:moveTo>
                  <a:lnTo>
                    <a:pt x="4613402" y="0"/>
                  </a:lnTo>
                  <a:lnTo>
                    <a:pt x="4609084" y="4318"/>
                  </a:lnTo>
                  <a:lnTo>
                    <a:pt x="4609084" y="14732"/>
                  </a:lnTo>
                  <a:lnTo>
                    <a:pt x="4613402" y="19050"/>
                  </a:lnTo>
                  <a:lnTo>
                    <a:pt x="4618609" y="19050"/>
                  </a:lnTo>
                  <a:lnTo>
                    <a:pt x="4618609" y="0"/>
                  </a:lnTo>
                  <a:close/>
                </a:path>
                <a:path w="10424160" h="5213350">
                  <a:moveTo>
                    <a:pt x="4623943" y="0"/>
                  </a:moveTo>
                  <a:lnTo>
                    <a:pt x="4618609" y="0"/>
                  </a:lnTo>
                  <a:lnTo>
                    <a:pt x="4618609" y="19050"/>
                  </a:lnTo>
                  <a:lnTo>
                    <a:pt x="4623943" y="19050"/>
                  </a:lnTo>
                  <a:lnTo>
                    <a:pt x="4628134" y="14732"/>
                  </a:lnTo>
                  <a:lnTo>
                    <a:pt x="4628134" y="4318"/>
                  </a:lnTo>
                  <a:lnTo>
                    <a:pt x="4623943" y="0"/>
                  </a:lnTo>
                  <a:close/>
                </a:path>
                <a:path w="10424160" h="5213350">
                  <a:moveTo>
                    <a:pt x="4656709" y="0"/>
                  </a:moveTo>
                  <a:lnTo>
                    <a:pt x="4651502" y="0"/>
                  </a:lnTo>
                  <a:lnTo>
                    <a:pt x="4647184" y="4318"/>
                  </a:lnTo>
                  <a:lnTo>
                    <a:pt x="4647184" y="14732"/>
                  </a:lnTo>
                  <a:lnTo>
                    <a:pt x="4651502" y="19050"/>
                  </a:lnTo>
                  <a:lnTo>
                    <a:pt x="4656709" y="19050"/>
                  </a:lnTo>
                  <a:lnTo>
                    <a:pt x="4656709" y="0"/>
                  </a:lnTo>
                  <a:close/>
                </a:path>
                <a:path w="10424160" h="5213350">
                  <a:moveTo>
                    <a:pt x="4662043" y="0"/>
                  </a:moveTo>
                  <a:lnTo>
                    <a:pt x="4656836" y="0"/>
                  </a:lnTo>
                  <a:lnTo>
                    <a:pt x="4656836" y="19050"/>
                  </a:lnTo>
                  <a:lnTo>
                    <a:pt x="4662043" y="19050"/>
                  </a:lnTo>
                  <a:lnTo>
                    <a:pt x="4666361" y="14732"/>
                  </a:lnTo>
                  <a:lnTo>
                    <a:pt x="4666361" y="4318"/>
                  </a:lnTo>
                  <a:lnTo>
                    <a:pt x="4662043" y="0"/>
                  </a:lnTo>
                  <a:close/>
                </a:path>
                <a:path w="10424160" h="5213350">
                  <a:moveTo>
                    <a:pt x="4694936" y="0"/>
                  </a:moveTo>
                  <a:lnTo>
                    <a:pt x="4689602" y="0"/>
                  </a:lnTo>
                  <a:lnTo>
                    <a:pt x="4685411" y="4318"/>
                  </a:lnTo>
                  <a:lnTo>
                    <a:pt x="4685411" y="14732"/>
                  </a:lnTo>
                  <a:lnTo>
                    <a:pt x="4689602" y="19050"/>
                  </a:lnTo>
                  <a:lnTo>
                    <a:pt x="4694936" y="19050"/>
                  </a:lnTo>
                  <a:lnTo>
                    <a:pt x="4694936" y="0"/>
                  </a:lnTo>
                  <a:close/>
                </a:path>
                <a:path w="10424160" h="5213350">
                  <a:moveTo>
                    <a:pt x="4700143" y="0"/>
                  </a:moveTo>
                  <a:lnTo>
                    <a:pt x="4694936" y="0"/>
                  </a:lnTo>
                  <a:lnTo>
                    <a:pt x="4694936" y="19050"/>
                  </a:lnTo>
                  <a:lnTo>
                    <a:pt x="4700143" y="19050"/>
                  </a:lnTo>
                  <a:lnTo>
                    <a:pt x="4704461" y="14732"/>
                  </a:lnTo>
                  <a:lnTo>
                    <a:pt x="4704461" y="4318"/>
                  </a:lnTo>
                  <a:lnTo>
                    <a:pt x="4700143" y="0"/>
                  </a:lnTo>
                  <a:close/>
                </a:path>
                <a:path w="10424160" h="5213350">
                  <a:moveTo>
                    <a:pt x="4733036" y="0"/>
                  </a:moveTo>
                  <a:lnTo>
                    <a:pt x="4727702" y="0"/>
                  </a:lnTo>
                  <a:lnTo>
                    <a:pt x="4723511" y="4318"/>
                  </a:lnTo>
                  <a:lnTo>
                    <a:pt x="4723511" y="14732"/>
                  </a:lnTo>
                  <a:lnTo>
                    <a:pt x="4727702" y="19050"/>
                  </a:lnTo>
                  <a:lnTo>
                    <a:pt x="4733036" y="19050"/>
                  </a:lnTo>
                  <a:lnTo>
                    <a:pt x="4733036" y="0"/>
                  </a:lnTo>
                  <a:close/>
                </a:path>
                <a:path w="10424160" h="5213350">
                  <a:moveTo>
                    <a:pt x="4738243" y="0"/>
                  </a:moveTo>
                  <a:lnTo>
                    <a:pt x="4733036" y="0"/>
                  </a:lnTo>
                  <a:lnTo>
                    <a:pt x="4733036" y="19050"/>
                  </a:lnTo>
                  <a:lnTo>
                    <a:pt x="4738243" y="19050"/>
                  </a:lnTo>
                  <a:lnTo>
                    <a:pt x="4742561" y="14732"/>
                  </a:lnTo>
                  <a:lnTo>
                    <a:pt x="4742561" y="4318"/>
                  </a:lnTo>
                  <a:lnTo>
                    <a:pt x="4738243" y="0"/>
                  </a:lnTo>
                  <a:close/>
                </a:path>
                <a:path w="10424160" h="5213350">
                  <a:moveTo>
                    <a:pt x="4771136" y="0"/>
                  </a:moveTo>
                  <a:lnTo>
                    <a:pt x="4765802" y="0"/>
                  </a:lnTo>
                  <a:lnTo>
                    <a:pt x="4761611" y="4318"/>
                  </a:lnTo>
                  <a:lnTo>
                    <a:pt x="4761611" y="14732"/>
                  </a:lnTo>
                  <a:lnTo>
                    <a:pt x="4765802" y="19050"/>
                  </a:lnTo>
                  <a:lnTo>
                    <a:pt x="4771136" y="19050"/>
                  </a:lnTo>
                  <a:lnTo>
                    <a:pt x="4771136" y="0"/>
                  </a:lnTo>
                  <a:close/>
                </a:path>
                <a:path w="10424160" h="5213350">
                  <a:moveTo>
                    <a:pt x="4776343" y="0"/>
                  </a:moveTo>
                  <a:lnTo>
                    <a:pt x="4771136" y="0"/>
                  </a:lnTo>
                  <a:lnTo>
                    <a:pt x="4771136" y="19050"/>
                  </a:lnTo>
                  <a:lnTo>
                    <a:pt x="4776343" y="19050"/>
                  </a:lnTo>
                  <a:lnTo>
                    <a:pt x="4780661" y="14732"/>
                  </a:lnTo>
                  <a:lnTo>
                    <a:pt x="4780661" y="4318"/>
                  </a:lnTo>
                  <a:lnTo>
                    <a:pt x="4776343" y="0"/>
                  </a:lnTo>
                  <a:close/>
                </a:path>
                <a:path w="10424160" h="5213350">
                  <a:moveTo>
                    <a:pt x="4809236" y="0"/>
                  </a:moveTo>
                  <a:lnTo>
                    <a:pt x="4804029" y="0"/>
                  </a:lnTo>
                  <a:lnTo>
                    <a:pt x="4799711" y="4318"/>
                  </a:lnTo>
                  <a:lnTo>
                    <a:pt x="4799711" y="14732"/>
                  </a:lnTo>
                  <a:lnTo>
                    <a:pt x="4804029" y="19050"/>
                  </a:lnTo>
                  <a:lnTo>
                    <a:pt x="4809236" y="19050"/>
                  </a:lnTo>
                  <a:lnTo>
                    <a:pt x="4809236" y="0"/>
                  </a:lnTo>
                  <a:close/>
                </a:path>
                <a:path w="10424160" h="5213350">
                  <a:moveTo>
                    <a:pt x="4814570" y="0"/>
                  </a:moveTo>
                  <a:lnTo>
                    <a:pt x="4809236" y="0"/>
                  </a:lnTo>
                  <a:lnTo>
                    <a:pt x="4809236" y="19050"/>
                  </a:lnTo>
                  <a:lnTo>
                    <a:pt x="4814570" y="19050"/>
                  </a:lnTo>
                  <a:lnTo>
                    <a:pt x="4818761" y="14732"/>
                  </a:lnTo>
                  <a:lnTo>
                    <a:pt x="4818761" y="4318"/>
                  </a:lnTo>
                  <a:lnTo>
                    <a:pt x="4814570" y="0"/>
                  </a:lnTo>
                  <a:close/>
                </a:path>
                <a:path w="10424160" h="5213350">
                  <a:moveTo>
                    <a:pt x="4847336" y="0"/>
                  </a:moveTo>
                  <a:lnTo>
                    <a:pt x="4842129" y="0"/>
                  </a:lnTo>
                  <a:lnTo>
                    <a:pt x="4837811" y="4318"/>
                  </a:lnTo>
                  <a:lnTo>
                    <a:pt x="4837811" y="14732"/>
                  </a:lnTo>
                  <a:lnTo>
                    <a:pt x="4842129" y="19050"/>
                  </a:lnTo>
                  <a:lnTo>
                    <a:pt x="4847336" y="19050"/>
                  </a:lnTo>
                  <a:lnTo>
                    <a:pt x="4847336" y="0"/>
                  </a:lnTo>
                  <a:close/>
                </a:path>
                <a:path w="10424160" h="5213350">
                  <a:moveTo>
                    <a:pt x="4852670" y="0"/>
                  </a:moveTo>
                  <a:lnTo>
                    <a:pt x="4847336" y="0"/>
                  </a:lnTo>
                  <a:lnTo>
                    <a:pt x="4847336" y="19050"/>
                  </a:lnTo>
                  <a:lnTo>
                    <a:pt x="4852670" y="19050"/>
                  </a:lnTo>
                  <a:lnTo>
                    <a:pt x="4856861" y="14732"/>
                  </a:lnTo>
                  <a:lnTo>
                    <a:pt x="4856861" y="4318"/>
                  </a:lnTo>
                  <a:lnTo>
                    <a:pt x="4852670" y="0"/>
                  </a:lnTo>
                  <a:close/>
                </a:path>
                <a:path w="10424160" h="5213350">
                  <a:moveTo>
                    <a:pt x="4885436" y="0"/>
                  </a:moveTo>
                  <a:lnTo>
                    <a:pt x="4880229" y="0"/>
                  </a:lnTo>
                  <a:lnTo>
                    <a:pt x="4875911" y="4318"/>
                  </a:lnTo>
                  <a:lnTo>
                    <a:pt x="4875911" y="14732"/>
                  </a:lnTo>
                  <a:lnTo>
                    <a:pt x="4880229" y="19050"/>
                  </a:lnTo>
                  <a:lnTo>
                    <a:pt x="4885436" y="19050"/>
                  </a:lnTo>
                  <a:lnTo>
                    <a:pt x="4885436" y="0"/>
                  </a:lnTo>
                  <a:close/>
                </a:path>
                <a:path w="10424160" h="5213350">
                  <a:moveTo>
                    <a:pt x="4890770" y="0"/>
                  </a:moveTo>
                  <a:lnTo>
                    <a:pt x="4885436" y="0"/>
                  </a:lnTo>
                  <a:lnTo>
                    <a:pt x="4885436" y="19050"/>
                  </a:lnTo>
                  <a:lnTo>
                    <a:pt x="4890770" y="19050"/>
                  </a:lnTo>
                  <a:lnTo>
                    <a:pt x="4894961" y="14732"/>
                  </a:lnTo>
                  <a:lnTo>
                    <a:pt x="4894961" y="4318"/>
                  </a:lnTo>
                  <a:lnTo>
                    <a:pt x="4890770" y="0"/>
                  </a:lnTo>
                  <a:close/>
                </a:path>
                <a:path w="10424160" h="5213350">
                  <a:moveTo>
                    <a:pt x="4923536" y="0"/>
                  </a:moveTo>
                  <a:lnTo>
                    <a:pt x="4918329" y="0"/>
                  </a:lnTo>
                  <a:lnTo>
                    <a:pt x="4914011" y="4318"/>
                  </a:lnTo>
                  <a:lnTo>
                    <a:pt x="4914011" y="14732"/>
                  </a:lnTo>
                  <a:lnTo>
                    <a:pt x="4918329" y="19050"/>
                  </a:lnTo>
                  <a:lnTo>
                    <a:pt x="4923536" y="19050"/>
                  </a:lnTo>
                  <a:lnTo>
                    <a:pt x="4923536" y="0"/>
                  </a:lnTo>
                  <a:close/>
                </a:path>
                <a:path w="10424160" h="5213350">
                  <a:moveTo>
                    <a:pt x="4928870" y="0"/>
                  </a:moveTo>
                  <a:lnTo>
                    <a:pt x="4923663" y="0"/>
                  </a:lnTo>
                  <a:lnTo>
                    <a:pt x="4923663" y="19050"/>
                  </a:lnTo>
                  <a:lnTo>
                    <a:pt x="4928870" y="19050"/>
                  </a:lnTo>
                  <a:lnTo>
                    <a:pt x="4933188" y="14732"/>
                  </a:lnTo>
                  <a:lnTo>
                    <a:pt x="4933188" y="4318"/>
                  </a:lnTo>
                  <a:lnTo>
                    <a:pt x="4928870" y="0"/>
                  </a:lnTo>
                  <a:close/>
                </a:path>
                <a:path w="10424160" h="5213350">
                  <a:moveTo>
                    <a:pt x="4961763" y="0"/>
                  </a:moveTo>
                  <a:lnTo>
                    <a:pt x="4956429" y="0"/>
                  </a:lnTo>
                  <a:lnTo>
                    <a:pt x="4952238" y="4318"/>
                  </a:lnTo>
                  <a:lnTo>
                    <a:pt x="4952238" y="14732"/>
                  </a:lnTo>
                  <a:lnTo>
                    <a:pt x="4956429" y="19050"/>
                  </a:lnTo>
                  <a:lnTo>
                    <a:pt x="4961763" y="19050"/>
                  </a:lnTo>
                  <a:lnTo>
                    <a:pt x="4961763" y="0"/>
                  </a:lnTo>
                  <a:close/>
                </a:path>
                <a:path w="10424160" h="5213350">
                  <a:moveTo>
                    <a:pt x="4966970" y="0"/>
                  </a:moveTo>
                  <a:lnTo>
                    <a:pt x="4961763" y="0"/>
                  </a:lnTo>
                  <a:lnTo>
                    <a:pt x="4961763" y="19050"/>
                  </a:lnTo>
                  <a:lnTo>
                    <a:pt x="4966970" y="19050"/>
                  </a:lnTo>
                  <a:lnTo>
                    <a:pt x="4971288" y="14732"/>
                  </a:lnTo>
                  <a:lnTo>
                    <a:pt x="4971288" y="4318"/>
                  </a:lnTo>
                  <a:lnTo>
                    <a:pt x="4966970" y="0"/>
                  </a:lnTo>
                  <a:close/>
                </a:path>
                <a:path w="10424160" h="5213350">
                  <a:moveTo>
                    <a:pt x="4999863" y="0"/>
                  </a:moveTo>
                  <a:lnTo>
                    <a:pt x="4994529" y="0"/>
                  </a:lnTo>
                  <a:lnTo>
                    <a:pt x="4990338" y="4318"/>
                  </a:lnTo>
                  <a:lnTo>
                    <a:pt x="4990338" y="14732"/>
                  </a:lnTo>
                  <a:lnTo>
                    <a:pt x="4994529" y="19050"/>
                  </a:lnTo>
                  <a:lnTo>
                    <a:pt x="4999863" y="19050"/>
                  </a:lnTo>
                  <a:lnTo>
                    <a:pt x="4999863" y="0"/>
                  </a:lnTo>
                  <a:close/>
                </a:path>
                <a:path w="10424160" h="5213350">
                  <a:moveTo>
                    <a:pt x="5005070" y="0"/>
                  </a:moveTo>
                  <a:lnTo>
                    <a:pt x="4999863" y="0"/>
                  </a:lnTo>
                  <a:lnTo>
                    <a:pt x="4999863" y="19050"/>
                  </a:lnTo>
                  <a:lnTo>
                    <a:pt x="5005070" y="19050"/>
                  </a:lnTo>
                  <a:lnTo>
                    <a:pt x="5009388" y="14732"/>
                  </a:lnTo>
                  <a:lnTo>
                    <a:pt x="5009388" y="4318"/>
                  </a:lnTo>
                  <a:lnTo>
                    <a:pt x="5005070" y="0"/>
                  </a:lnTo>
                  <a:close/>
                </a:path>
                <a:path w="10424160" h="5213350">
                  <a:moveTo>
                    <a:pt x="5037963" y="0"/>
                  </a:moveTo>
                  <a:lnTo>
                    <a:pt x="5032629" y="0"/>
                  </a:lnTo>
                  <a:lnTo>
                    <a:pt x="5028438" y="4318"/>
                  </a:lnTo>
                  <a:lnTo>
                    <a:pt x="5028438" y="14732"/>
                  </a:lnTo>
                  <a:lnTo>
                    <a:pt x="5032629" y="19050"/>
                  </a:lnTo>
                  <a:lnTo>
                    <a:pt x="5037963" y="19050"/>
                  </a:lnTo>
                  <a:lnTo>
                    <a:pt x="5037963" y="0"/>
                  </a:lnTo>
                  <a:close/>
                </a:path>
                <a:path w="10424160" h="5213350">
                  <a:moveTo>
                    <a:pt x="5043170" y="0"/>
                  </a:moveTo>
                  <a:lnTo>
                    <a:pt x="5037963" y="0"/>
                  </a:lnTo>
                  <a:lnTo>
                    <a:pt x="5037963" y="19050"/>
                  </a:lnTo>
                  <a:lnTo>
                    <a:pt x="5043170" y="19050"/>
                  </a:lnTo>
                  <a:lnTo>
                    <a:pt x="5047488" y="14732"/>
                  </a:lnTo>
                  <a:lnTo>
                    <a:pt x="5047488" y="4318"/>
                  </a:lnTo>
                  <a:lnTo>
                    <a:pt x="5043170" y="0"/>
                  </a:lnTo>
                  <a:close/>
                </a:path>
                <a:path w="10424160" h="5213350">
                  <a:moveTo>
                    <a:pt x="5076063" y="0"/>
                  </a:moveTo>
                  <a:lnTo>
                    <a:pt x="5070856" y="0"/>
                  </a:lnTo>
                  <a:lnTo>
                    <a:pt x="5066538" y="4318"/>
                  </a:lnTo>
                  <a:lnTo>
                    <a:pt x="5066538" y="14732"/>
                  </a:lnTo>
                  <a:lnTo>
                    <a:pt x="5070856" y="19050"/>
                  </a:lnTo>
                  <a:lnTo>
                    <a:pt x="5076063" y="19050"/>
                  </a:lnTo>
                  <a:lnTo>
                    <a:pt x="5076063" y="0"/>
                  </a:lnTo>
                  <a:close/>
                </a:path>
                <a:path w="10424160" h="5213350">
                  <a:moveTo>
                    <a:pt x="5081397" y="0"/>
                  </a:moveTo>
                  <a:lnTo>
                    <a:pt x="5076063" y="0"/>
                  </a:lnTo>
                  <a:lnTo>
                    <a:pt x="5076063" y="19050"/>
                  </a:lnTo>
                  <a:lnTo>
                    <a:pt x="5081397" y="19050"/>
                  </a:lnTo>
                  <a:lnTo>
                    <a:pt x="5085588" y="14732"/>
                  </a:lnTo>
                  <a:lnTo>
                    <a:pt x="5085588" y="4318"/>
                  </a:lnTo>
                  <a:lnTo>
                    <a:pt x="5081397" y="0"/>
                  </a:lnTo>
                  <a:close/>
                </a:path>
                <a:path w="10424160" h="5213350">
                  <a:moveTo>
                    <a:pt x="5114163" y="0"/>
                  </a:moveTo>
                  <a:lnTo>
                    <a:pt x="5108956" y="0"/>
                  </a:lnTo>
                  <a:lnTo>
                    <a:pt x="5104638" y="4318"/>
                  </a:lnTo>
                  <a:lnTo>
                    <a:pt x="5104638" y="14732"/>
                  </a:lnTo>
                  <a:lnTo>
                    <a:pt x="5108956" y="19050"/>
                  </a:lnTo>
                  <a:lnTo>
                    <a:pt x="5114163" y="19050"/>
                  </a:lnTo>
                  <a:lnTo>
                    <a:pt x="5114163" y="0"/>
                  </a:lnTo>
                  <a:close/>
                </a:path>
                <a:path w="10424160" h="5213350">
                  <a:moveTo>
                    <a:pt x="5119497" y="0"/>
                  </a:moveTo>
                  <a:lnTo>
                    <a:pt x="5114163" y="0"/>
                  </a:lnTo>
                  <a:lnTo>
                    <a:pt x="5114163" y="19050"/>
                  </a:lnTo>
                  <a:lnTo>
                    <a:pt x="5119497" y="19050"/>
                  </a:lnTo>
                  <a:lnTo>
                    <a:pt x="5123688" y="14732"/>
                  </a:lnTo>
                  <a:lnTo>
                    <a:pt x="5123688" y="4318"/>
                  </a:lnTo>
                  <a:lnTo>
                    <a:pt x="5119497" y="0"/>
                  </a:lnTo>
                  <a:close/>
                </a:path>
                <a:path w="10424160" h="5213350">
                  <a:moveTo>
                    <a:pt x="5152263" y="0"/>
                  </a:moveTo>
                  <a:lnTo>
                    <a:pt x="5147056" y="0"/>
                  </a:lnTo>
                  <a:lnTo>
                    <a:pt x="5142738" y="4318"/>
                  </a:lnTo>
                  <a:lnTo>
                    <a:pt x="5142738" y="14732"/>
                  </a:lnTo>
                  <a:lnTo>
                    <a:pt x="5147056" y="19050"/>
                  </a:lnTo>
                  <a:lnTo>
                    <a:pt x="5152263" y="19050"/>
                  </a:lnTo>
                  <a:lnTo>
                    <a:pt x="5152263" y="0"/>
                  </a:lnTo>
                  <a:close/>
                </a:path>
                <a:path w="10424160" h="5213350">
                  <a:moveTo>
                    <a:pt x="5157597" y="0"/>
                  </a:moveTo>
                  <a:lnTo>
                    <a:pt x="5152263" y="0"/>
                  </a:lnTo>
                  <a:lnTo>
                    <a:pt x="5152263" y="19050"/>
                  </a:lnTo>
                  <a:lnTo>
                    <a:pt x="5157597" y="19050"/>
                  </a:lnTo>
                  <a:lnTo>
                    <a:pt x="5161788" y="14732"/>
                  </a:lnTo>
                  <a:lnTo>
                    <a:pt x="5161788" y="4318"/>
                  </a:lnTo>
                  <a:lnTo>
                    <a:pt x="5157597" y="0"/>
                  </a:lnTo>
                  <a:close/>
                </a:path>
                <a:path w="10424160" h="5213350">
                  <a:moveTo>
                    <a:pt x="5190363" y="0"/>
                  </a:moveTo>
                  <a:lnTo>
                    <a:pt x="5185156" y="0"/>
                  </a:lnTo>
                  <a:lnTo>
                    <a:pt x="5180838" y="4318"/>
                  </a:lnTo>
                  <a:lnTo>
                    <a:pt x="5180838" y="14732"/>
                  </a:lnTo>
                  <a:lnTo>
                    <a:pt x="5185156" y="19050"/>
                  </a:lnTo>
                  <a:lnTo>
                    <a:pt x="5190363" y="19050"/>
                  </a:lnTo>
                  <a:lnTo>
                    <a:pt x="5190363" y="0"/>
                  </a:lnTo>
                  <a:close/>
                </a:path>
                <a:path w="10424160" h="5213350">
                  <a:moveTo>
                    <a:pt x="5190490" y="12700"/>
                  </a:moveTo>
                  <a:lnTo>
                    <a:pt x="5190363" y="12700"/>
                  </a:lnTo>
                  <a:lnTo>
                    <a:pt x="5190363" y="19050"/>
                  </a:lnTo>
                  <a:lnTo>
                    <a:pt x="5190490" y="19050"/>
                  </a:lnTo>
                  <a:lnTo>
                    <a:pt x="5190490" y="12700"/>
                  </a:lnTo>
                  <a:close/>
                </a:path>
                <a:path w="10424160" h="5213350">
                  <a:moveTo>
                    <a:pt x="5195697" y="0"/>
                  </a:moveTo>
                  <a:lnTo>
                    <a:pt x="5190490" y="0"/>
                  </a:lnTo>
                  <a:lnTo>
                    <a:pt x="5190490" y="19050"/>
                  </a:lnTo>
                  <a:lnTo>
                    <a:pt x="5195697" y="19050"/>
                  </a:lnTo>
                  <a:lnTo>
                    <a:pt x="5200015" y="14732"/>
                  </a:lnTo>
                  <a:lnTo>
                    <a:pt x="5200015" y="4318"/>
                  </a:lnTo>
                  <a:lnTo>
                    <a:pt x="5195697" y="0"/>
                  </a:lnTo>
                  <a:close/>
                </a:path>
                <a:path w="10424160" h="5213350">
                  <a:moveTo>
                    <a:pt x="5190490" y="0"/>
                  </a:moveTo>
                  <a:lnTo>
                    <a:pt x="5190363" y="0"/>
                  </a:lnTo>
                  <a:lnTo>
                    <a:pt x="5190363" y="6350"/>
                  </a:lnTo>
                  <a:lnTo>
                    <a:pt x="5190490" y="6350"/>
                  </a:lnTo>
                  <a:lnTo>
                    <a:pt x="5190490" y="0"/>
                  </a:lnTo>
                  <a:close/>
                </a:path>
                <a:path w="10424160" h="5213350">
                  <a:moveTo>
                    <a:pt x="5228590" y="0"/>
                  </a:moveTo>
                  <a:lnTo>
                    <a:pt x="5223256" y="0"/>
                  </a:lnTo>
                  <a:lnTo>
                    <a:pt x="5219065" y="4318"/>
                  </a:lnTo>
                  <a:lnTo>
                    <a:pt x="5219065" y="14732"/>
                  </a:lnTo>
                  <a:lnTo>
                    <a:pt x="5223256" y="19050"/>
                  </a:lnTo>
                  <a:lnTo>
                    <a:pt x="5228590" y="19050"/>
                  </a:lnTo>
                  <a:lnTo>
                    <a:pt x="5228590" y="0"/>
                  </a:lnTo>
                  <a:close/>
                </a:path>
                <a:path w="10424160" h="5213350">
                  <a:moveTo>
                    <a:pt x="5233797" y="0"/>
                  </a:moveTo>
                  <a:lnTo>
                    <a:pt x="5228590" y="0"/>
                  </a:lnTo>
                  <a:lnTo>
                    <a:pt x="5228590" y="19050"/>
                  </a:lnTo>
                  <a:lnTo>
                    <a:pt x="5233797" y="19050"/>
                  </a:lnTo>
                  <a:lnTo>
                    <a:pt x="5238115" y="14732"/>
                  </a:lnTo>
                  <a:lnTo>
                    <a:pt x="5238115" y="4318"/>
                  </a:lnTo>
                  <a:lnTo>
                    <a:pt x="5233797" y="0"/>
                  </a:lnTo>
                  <a:close/>
                </a:path>
                <a:path w="10424160" h="5213350">
                  <a:moveTo>
                    <a:pt x="5266690" y="0"/>
                  </a:moveTo>
                  <a:lnTo>
                    <a:pt x="5261356" y="0"/>
                  </a:lnTo>
                  <a:lnTo>
                    <a:pt x="5257165" y="4318"/>
                  </a:lnTo>
                  <a:lnTo>
                    <a:pt x="5257165" y="14732"/>
                  </a:lnTo>
                  <a:lnTo>
                    <a:pt x="5261356" y="19050"/>
                  </a:lnTo>
                  <a:lnTo>
                    <a:pt x="5266690" y="19050"/>
                  </a:lnTo>
                  <a:lnTo>
                    <a:pt x="5266690" y="0"/>
                  </a:lnTo>
                  <a:close/>
                </a:path>
                <a:path w="10424160" h="5213350">
                  <a:moveTo>
                    <a:pt x="5271897" y="0"/>
                  </a:moveTo>
                  <a:lnTo>
                    <a:pt x="5266690" y="0"/>
                  </a:lnTo>
                  <a:lnTo>
                    <a:pt x="5266690" y="19050"/>
                  </a:lnTo>
                  <a:lnTo>
                    <a:pt x="5271897" y="19050"/>
                  </a:lnTo>
                  <a:lnTo>
                    <a:pt x="5276215" y="14732"/>
                  </a:lnTo>
                  <a:lnTo>
                    <a:pt x="5276215" y="4318"/>
                  </a:lnTo>
                  <a:lnTo>
                    <a:pt x="5271897" y="0"/>
                  </a:lnTo>
                  <a:close/>
                </a:path>
                <a:path w="10424160" h="5213350">
                  <a:moveTo>
                    <a:pt x="5304790" y="0"/>
                  </a:moveTo>
                  <a:lnTo>
                    <a:pt x="5299583" y="0"/>
                  </a:lnTo>
                  <a:lnTo>
                    <a:pt x="5295265" y="4318"/>
                  </a:lnTo>
                  <a:lnTo>
                    <a:pt x="5295265" y="14732"/>
                  </a:lnTo>
                  <a:lnTo>
                    <a:pt x="5299583" y="19050"/>
                  </a:lnTo>
                  <a:lnTo>
                    <a:pt x="5304790" y="19050"/>
                  </a:lnTo>
                  <a:lnTo>
                    <a:pt x="5304790" y="0"/>
                  </a:lnTo>
                  <a:close/>
                </a:path>
                <a:path w="10424160" h="5213350">
                  <a:moveTo>
                    <a:pt x="5310124" y="0"/>
                  </a:moveTo>
                  <a:lnTo>
                    <a:pt x="5304790" y="0"/>
                  </a:lnTo>
                  <a:lnTo>
                    <a:pt x="5304790" y="19050"/>
                  </a:lnTo>
                  <a:lnTo>
                    <a:pt x="5310124" y="19050"/>
                  </a:lnTo>
                  <a:lnTo>
                    <a:pt x="5314315" y="14732"/>
                  </a:lnTo>
                  <a:lnTo>
                    <a:pt x="5314315" y="4318"/>
                  </a:lnTo>
                  <a:lnTo>
                    <a:pt x="5310124" y="0"/>
                  </a:lnTo>
                  <a:close/>
                </a:path>
                <a:path w="10424160" h="5213350">
                  <a:moveTo>
                    <a:pt x="5342890" y="0"/>
                  </a:moveTo>
                  <a:lnTo>
                    <a:pt x="5337683" y="0"/>
                  </a:lnTo>
                  <a:lnTo>
                    <a:pt x="5333365" y="4318"/>
                  </a:lnTo>
                  <a:lnTo>
                    <a:pt x="5333365" y="14732"/>
                  </a:lnTo>
                  <a:lnTo>
                    <a:pt x="5337683" y="19050"/>
                  </a:lnTo>
                  <a:lnTo>
                    <a:pt x="5342890" y="19050"/>
                  </a:lnTo>
                  <a:lnTo>
                    <a:pt x="5342890" y="0"/>
                  </a:lnTo>
                  <a:close/>
                </a:path>
                <a:path w="10424160" h="5213350">
                  <a:moveTo>
                    <a:pt x="5348224" y="0"/>
                  </a:moveTo>
                  <a:lnTo>
                    <a:pt x="5342890" y="0"/>
                  </a:lnTo>
                  <a:lnTo>
                    <a:pt x="5342890" y="19050"/>
                  </a:lnTo>
                  <a:lnTo>
                    <a:pt x="5348224" y="19050"/>
                  </a:lnTo>
                  <a:lnTo>
                    <a:pt x="5352415" y="14732"/>
                  </a:lnTo>
                  <a:lnTo>
                    <a:pt x="5352415" y="4318"/>
                  </a:lnTo>
                  <a:lnTo>
                    <a:pt x="5348224" y="0"/>
                  </a:lnTo>
                  <a:close/>
                </a:path>
                <a:path w="10424160" h="5213350">
                  <a:moveTo>
                    <a:pt x="5380990" y="0"/>
                  </a:moveTo>
                  <a:lnTo>
                    <a:pt x="5375783" y="0"/>
                  </a:lnTo>
                  <a:lnTo>
                    <a:pt x="5371465" y="4318"/>
                  </a:lnTo>
                  <a:lnTo>
                    <a:pt x="5371465" y="14732"/>
                  </a:lnTo>
                  <a:lnTo>
                    <a:pt x="5375783" y="19050"/>
                  </a:lnTo>
                  <a:lnTo>
                    <a:pt x="5380990" y="19050"/>
                  </a:lnTo>
                  <a:lnTo>
                    <a:pt x="5380990" y="0"/>
                  </a:lnTo>
                  <a:close/>
                </a:path>
                <a:path w="10424160" h="5213350">
                  <a:moveTo>
                    <a:pt x="5386324" y="0"/>
                  </a:moveTo>
                  <a:lnTo>
                    <a:pt x="5380990" y="0"/>
                  </a:lnTo>
                  <a:lnTo>
                    <a:pt x="5380990" y="19050"/>
                  </a:lnTo>
                  <a:lnTo>
                    <a:pt x="5386324" y="19050"/>
                  </a:lnTo>
                  <a:lnTo>
                    <a:pt x="5390515" y="14732"/>
                  </a:lnTo>
                  <a:lnTo>
                    <a:pt x="5390515" y="4318"/>
                  </a:lnTo>
                  <a:lnTo>
                    <a:pt x="5386324" y="0"/>
                  </a:lnTo>
                  <a:close/>
                </a:path>
                <a:path w="10424160" h="5213350">
                  <a:moveTo>
                    <a:pt x="5419090" y="0"/>
                  </a:moveTo>
                  <a:lnTo>
                    <a:pt x="5413883" y="0"/>
                  </a:lnTo>
                  <a:lnTo>
                    <a:pt x="5409565" y="4318"/>
                  </a:lnTo>
                  <a:lnTo>
                    <a:pt x="5409565" y="14732"/>
                  </a:lnTo>
                  <a:lnTo>
                    <a:pt x="5413883" y="19050"/>
                  </a:lnTo>
                  <a:lnTo>
                    <a:pt x="5419090" y="19050"/>
                  </a:lnTo>
                  <a:lnTo>
                    <a:pt x="5419090" y="0"/>
                  </a:lnTo>
                  <a:close/>
                </a:path>
                <a:path w="10424160" h="5213350">
                  <a:moveTo>
                    <a:pt x="5424424" y="0"/>
                  </a:moveTo>
                  <a:lnTo>
                    <a:pt x="5419217" y="0"/>
                  </a:lnTo>
                  <a:lnTo>
                    <a:pt x="5419217" y="19050"/>
                  </a:lnTo>
                  <a:lnTo>
                    <a:pt x="5424424" y="19050"/>
                  </a:lnTo>
                  <a:lnTo>
                    <a:pt x="5428742" y="14732"/>
                  </a:lnTo>
                  <a:lnTo>
                    <a:pt x="5428742" y="4318"/>
                  </a:lnTo>
                  <a:lnTo>
                    <a:pt x="5424424" y="0"/>
                  </a:lnTo>
                  <a:close/>
                </a:path>
                <a:path w="10424160" h="5213350">
                  <a:moveTo>
                    <a:pt x="5457317" y="0"/>
                  </a:moveTo>
                  <a:lnTo>
                    <a:pt x="5451983" y="0"/>
                  </a:lnTo>
                  <a:lnTo>
                    <a:pt x="5447792" y="4318"/>
                  </a:lnTo>
                  <a:lnTo>
                    <a:pt x="5447792" y="14732"/>
                  </a:lnTo>
                  <a:lnTo>
                    <a:pt x="5451983" y="19050"/>
                  </a:lnTo>
                  <a:lnTo>
                    <a:pt x="5457317" y="19050"/>
                  </a:lnTo>
                  <a:lnTo>
                    <a:pt x="5457317" y="0"/>
                  </a:lnTo>
                  <a:close/>
                </a:path>
                <a:path w="10424160" h="5213350">
                  <a:moveTo>
                    <a:pt x="5462524" y="0"/>
                  </a:moveTo>
                  <a:lnTo>
                    <a:pt x="5457317" y="0"/>
                  </a:lnTo>
                  <a:lnTo>
                    <a:pt x="5457317" y="19050"/>
                  </a:lnTo>
                  <a:lnTo>
                    <a:pt x="5462524" y="19050"/>
                  </a:lnTo>
                  <a:lnTo>
                    <a:pt x="5466842" y="14732"/>
                  </a:lnTo>
                  <a:lnTo>
                    <a:pt x="5466842" y="4318"/>
                  </a:lnTo>
                  <a:lnTo>
                    <a:pt x="5462524" y="0"/>
                  </a:lnTo>
                  <a:close/>
                </a:path>
                <a:path w="10424160" h="5213350">
                  <a:moveTo>
                    <a:pt x="5495417" y="0"/>
                  </a:moveTo>
                  <a:lnTo>
                    <a:pt x="5490083" y="0"/>
                  </a:lnTo>
                  <a:lnTo>
                    <a:pt x="5485892" y="4318"/>
                  </a:lnTo>
                  <a:lnTo>
                    <a:pt x="5485892" y="14732"/>
                  </a:lnTo>
                  <a:lnTo>
                    <a:pt x="5490083" y="19050"/>
                  </a:lnTo>
                  <a:lnTo>
                    <a:pt x="5495417" y="19050"/>
                  </a:lnTo>
                  <a:lnTo>
                    <a:pt x="5495417" y="0"/>
                  </a:lnTo>
                  <a:close/>
                </a:path>
                <a:path w="10424160" h="5213350">
                  <a:moveTo>
                    <a:pt x="5500624" y="0"/>
                  </a:moveTo>
                  <a:lnTo>
                    <a:pt x="5495417" y="0"/>
                  </a:lnTo>
                  <a:lnTo>
                    <a:pt x="5495417" y="19050"/>
                  </a:lnTo>
                  <a:lnTo>
                    <a:pt x="5500624" y="19050"/>
                  </a:lnTo>
                  <a:lnTo>
                    <a:pt x="5504942" y="14732"/>
                  </a:lnTo>
                  <a:lnTo>
                    <a:pt x="5504942" y="4318"/>
                  </a:lnTo>
                  <a:lnTo>
                    <a:pt x="5500624" y="0"/>
                  </a:lnTo>
                  <a:close/>
                </a:path>
                <a:path w="10424160" h="5213350">
                  <a:moveTo>
                    <a:pt x="5533517" y="0"/>
                  </a:moveTo>
                  <a:lnTo>
                    <a:pt x="5528183" y="0"/>
                  </a:lnTo>
                  <a:lnTo>
                    <a:pt x="5523992" y="4318"/>
                  </a:lnTo>
                  <a:lnTo>
                    <a:pt x="5523992" y="14732"/>
                  </a:lnTo>
                  <a:lnTo>
                    <a:pt x="5528183" y="19050"/>
                  </a:lnTo>
                  <a:lnTo>
                    <a:pt x="5533517" y="19050"/>
                  </a:lnTo>
                  <a:lnTo>
                    <a:pt x="5533517" y="0"/>
                  </a:lnTo>
                  <a:close/>
                </a:path>
                <a:path w="10424160" h="5213350">
                  <a:moveTo>
                    <a:pt x="5538724" y="0"/>
                  </a:moveTo>
                  <a:lnTo>
                    <a:pt x="5533517" y="0"/>
                  </a:lnTo>
                  <a:lnTo>
                    <a:pt x="5533517" y="19050"/>
                  </a:lnTo>
                  <a:lnTo>
                    <a:pt x="5538724" y="19050"/>
                  </a:lnTo>
                  <a:lnTo>
                    <a:pt x="5543042" y="14732"/>
                  </a:lnTo>
                  <a:lnTo>
                    <a:pt x="5543042" y="4318"/>
                  </a:lnTo>
                  <a:lnTo>
                    <a:pt x="5538724" y="0"/>
                  </a:lnTo>
                  <a:close/>
                </a:path>
                <a:path w="10424160" h="5213350">
                  <a:moveTo>
                    <a:pt x="5571617" y="0"/>
                  </a:moveTo>
                  <a:lnTo>
                    <a:pt x="5566410" y="0"/>
                  </a:lnTo>
                  <a:lnTo>
                    <a:pt x="5562092" y="4318"/>
                  </a:lnTo>
                  <a:lnTo>
                    <a:pt x="5562092" y="14732"/>
                  </a:lnTo>
                  <a:lnTo>
                    <a:pt x="5566410" y="19050"/>
                  </a:lnTo>
                  <a:lnTo>
                    <a:pt x="5571617" y="19050"/>
                  </a:lnTo>
                  <a:lnTo>
                    <a:pt x="5571617" y="0"/>
                  </a:lnTo>
                  <a:close/>
                </a:path>
                <a:path w="10424160" h="5213350">
                  <a:moveTo>
                    <a:pt x="5576951" y="0"/>
                  </a:moveTo>
                  <a:lnTo>
                    <a:pt x="5571617" y="0"/>
                  </a:lnTo>
                  <a:lnTo>
                    <a:pt x="5571617" y="19050"/>
                  </a:lnTo>
                  <a:lnTo>
                    <a:pt x="5576951" y="19050"/>
                  </a:lnTo>
                  <a:lnTo>
                    <a:pt x="5581142" y="14732"/>
                  </a:lnTo>
                  <a:lnTo>
                    <a:pt x="5581142" y="4318"/>
                  </a:lnTo>
                  <a:lnTo>
                    <a:pt x="5576951" y="0"/>
                  </a:lnTo>
                  <a:close/>
                </a:path>
                <a:path w="10424160" h="5213350">
                  <a:moveTo>
                    <a:pt x="5609717" y="0"/>
                  </a:moveTo>
                  <a:lnTo>
                    <a:pt x="5604510" y="0"/>
                  </a:lnTo>
                  <a:lnTo>
                    <a:pt x="5600192" y="4318"/>
                  </a:lnTo>
                  <a:lnTo>
                    <a:pt x="5600192" y="14732"/>
                  </a:lnTo>
                  <a:lnTo>
                    <a:pt x="5604510" y="19050"/>
                  </a:lnTo>
                  <a:lnTo>
                    <a:pt x="5609717" y="19050"/>
                  </a:lnTo>
                  <a:lnTo>
                    <a:pt x="5609717" y="0"/>
                  </a:lnTo>
                  <a:close/>
                </a:path>
                <a:path w="10424160" h="5213350">
                  <a:moveTo>
                    <a:pt x="5615051" y="0"/>
                  </a:moveTo>
                  <a:lnTo>
                    <a:pt x="5609717" y="0"/>
                  </a:lnTo>
                  <a:lnTo>
                    <a:pt x="5609717" y="19050"/>
                  </a:lnTo>
                  <a:lnTo>
                    <a:pt x="5615051" y="19050"/>
                  </a:lnTo>
                  <a:lnTo>
                    <a:pt x="5619242" y="14732"/>
                  </a:lnTo>
                  <a:lnTo>
                    <a:pt x="5619242" y="4318"/>
                  </a:lnTo>
                  <a:lnTo>
                    <a:pt x="5615051" y="0"/>
                  </a:lnTo>
                  <a:close/>
                </a:path>
                <a:path w="10424160" h="5213350">
                  <a:moveTo>
                    <a:pt x="5647817" y="0"/>
                  </a:moveTo>
                  <a:lnTo>
                    <a:pt x="5642610" y="0"/>
                  </a:lnTo>
                  <a:lnTo>
                    <a:pt x="5638292" y="4318"/>
                  </a:lnTo>
                  <a:lnTo>
                    <a:pt x="5638292" y="14732"/>
                  </a:lnTo>
                  <a:lnTo>
                    <a:pt x="5642610" y="19050"/>
                  </a:lnTo>
                  <a:lnTo>
                    <a:pt x="5647817" y="19050"/>
                  </a:lnTo>
                  <a:lnTo>
                    <a:pt x="5647817" y="0"/>
                  </a:lnTo>
                  <a:close/>
                </a:path>
                <a:path w="10424160" h="5213350">
                  <a:moveTo>
                    <a:pt x="5653151" y="0"/>
                  </a:moveTo>
                  <a:lnTo>
                    <a:pt x="5647817" y="0"/>
                  </a:lnTo>
                  <a:lnTo>
                    <a:pt x="5647817" y="19050"/>
                  </a:lnTo>
                  <a:lnTo>
                    <a:pt x="5653151" y="19050"/>
                  </a:lnTo>
                  <a:lnTo>
                    <a:pt x="5657342" y="14732"/>
                  </a:lnTo>
                  <a:lnTo>
                    <a:pt x="5657342" y="4318"/>
                  </a:lnTo>
                  <a:lnTo>
                    <a:pt x="5653151" y="0"/>
                  </a:lnTo>
                  <a:close/>
                </a:path>
                <a:path w="10424160" h="5213350">
                  <a:moveTo>
                    <a:pt x="5685917" y="0"/>
                  </a:moveTo>
                  <a:lnTo>
                    <a:pt x="5680710" y="0"/>
                  </a:lnTo>
                  <a:lnTo>
                    <a:pt x="5676392" y="4318"/>
                  </a:lnTo>
                  <a:lnTo>
                    <a:pt x="5676392" y="14732"/>
                  </a:lnTo>
                  <a:lnTo>
                    <a:pt x="5680710" y="19050"/>
                  </a:lnTo>
                  <a:lnTo>
                    <a:pt x="5685917" y="19050"/>
                  </a:lnTo>
                  <a:lnTo>
                    <a:pt x="5685917" y="0"/>
                  </a:lnTo>
                  <a:close/>
                </a:path>
                <a:path w="10424160" h="5213350">
                  <a:moveTo>
                    <a:pt x="5691251" y="0"/>
                  </a:moveTo>
                  <a:lnTo>
                    <a:pt x="5686044" y="0"/>
                  </a:lnTo>
                  <a:lnTo>
                    <a:pt x="5686044" y="19050"/>
                  </a:lnTo>
                  <a:lnTo>
                    <a:pt x="5691251" y="19050"/>
                  </a:lnTo>
                  <a:lnTo>
                    <a:pt x="5695569" y="14732"/>
                  </a:lnTo>
                  <a:lnTo>
                    <a:pt x="5695569" y="4318"/>
                  </a:lnTo>
                  <a:lnTo>
                    <a:pt x="5691251" y="0"/>
                  </a:lnTo>
                  <a:close/>
                </a:path>
                <a:path w="10424160" h="5213350">
                  <a:moveTo>
                    <a:pt x="5724144" y="0"/>
                  </a:moveTo>
                  <a:lnTo>
                    <a:pt x="5718810" y="0"/>
                  </a:lnTo>
                  <a:lnTo>
                    <a:pt x="5714619" y="4318"/>
                  </a:lnTo>
                  <a:lnTo>
                    <a:pt x="5714619" y="14732"/>
                  </a:lnTo>
                  <a:lnTo>
                    <a:pt x="5718810" y="19050"/>
                  </a:lnTo>
                  <a:lnTo>
                    <a:pt x="5724144" y="19050"/>
                  </a:lnTo>
                  <a:lnTo>
                    <a:pt x="5724144" y="0"/>
                  </a:lnTo>
                  <a:close/>
                </a:path>
                <a:path w="10424160" h="5213350">
                  <a:moveTo>
                    <a:pt x="5729351" y="0"/>
                  </a:moveTo>
                  <a:lnTo>
                    <a:pt x="5724144" y="0"/>
                  </a:lnTo>
                  <a:lnTo>
                    <a:pt x="5724144" y="19050"/>
                  </a:lnTo>
                  <a:lnTo>
                    <a:pt x="5729351" y="19050"/>
                  </a:lnTo>
                  <a:lnTo>
                    <a:pt x="5733669" y="14732"/>
                  </a:lnTo>
                  <a:lnTo>
                    <a:pt x="5733669" y="4318"/>
                  </a:lnTo>
                  <a:lnTo>
                    <a:pt x="5729351" y="0"/>
                  </a:lnTo>
                  <a:close/>
                </a:path>
                <a:path w="10424160" h="5213350">
                  <a:moveTo>
                    <a:pt x="5762244" y="0"/>
                  </a:moveTo>
                  <a:lnTo>
                    <a:pt x="5756910" y="0"/>
                  </a:lnTo>
                  <a:lnTo>
                    <a:pt x="5752719" y="4318"/>
                  </a:lnTo>
                  <a:lnTo>
                    <a:pt x="5752719" y="14732"/>
                  </a:lnTo>
                  <a:lnTo>
                    <a:pt x="5756910" y="19050"/>
                  </a:lnTo>
                  <a:lnTo>
                    <a:pt x="5762244" y="19050"/>
                  </a:lnTo>
                  <a:lnTo>
                    <a:pt x="5762244" y="0"/>
                  </a:lnTo>
                  <a:close/>
                </a:path>
                <a:path w="10424160" h="5213350">
                  <a:moveTo>
                    <a:pt x="5767451" y="0"/>
                  </a:moveTo>
                  <a:lnTo>
                    <a:pt x="5762244" y="0"/>
                  </a:lnTo>
                  <a:lnTo>
                    <a:pt x="5762244" y="19050"/>
                  </a:lnTo>
                  <a:lnTo>
                    <a:pt x="5767451" y="19050"/>
                  </a:lnTo>
                  <a:lnTo>
                    <a:pt x="5771769" y="14732"/>
                  </a:lnTo>
                  <a:lnTo>
                    <a:pt x="5771769" y="4318"/>
                  </a:lnTo>
                  <a:lnTo>
                    <a:pt x="5767451" y="0"/>
                  </a:lnTo>
                  <a:close/>
                </a:path>
                <a:path w="10424160" h="5213350">
                  <a:moveTo>
                    <a:pt x="5800344" y="0"/>
                  </a:moveTo>
                  <a:lnTo>
                    <a:pt x="5795137" y="0"/>
                  </a:lnTo>
                  <a:lnTo>
                    <a:pt x="5790819" y="4318"/>
                  </a:lnTo>
                  <a:lnTo>
                    <a:pt x="5790819" y="14732"/>
                  </a:lnTo>
                  <a:lnTo>
                    <a:pt x="5795137" y="19050"/>
                  </a:lnTo>
                  <a:lnTo>
                    <a:pt x="5800344" y="19050"/>
                  </a:lnTo>
                  <a:lnTo>
                    <a:pt x="5800344" y="0"/>
                  </a:lnTo>
                  <a:close/>
                </a:path>
                <a:path w="10424160" h="5213350">
                  <a:moveTo>
                    <a:pt x="5805678" y="0"/>
                  </a:moveTo>
                  <a:lnTo>
                    <a:pt x="5800344" y="0"/>
                  </a:lnTo>
                  <a:lnTo>
                    <a:pt x="5800344" y="19050"/>
                  </a:lnTo>
                  <a:lnTo>
                    <a:pt x="5805678" y="19050"/>
                  </a:lnTo>
                  <a:lnTo>
                    <a:pt x="5809869" y="14732"/>
                  </a:lnTo>
                  <a:lnTo>
                    <a:pt x="5809869" y="4318"/>
                  </a:lnTo>
                  <a:lnTo>
                    <a:pt x="5805678" y="0"/>
                  </a:lnTo>
                  <a:close/>
                </a:path>
                <a:path w="10424160" h="5213350">
                  <a:moveTo>
                    <a:pt x="5838444" y="0"/>
                  </a:moveTo>
                  <a:lnTo>
                    <a:pt x="5833237" y="0"/>
                  </a:lnTo>
                  <a:lnTo>
                    <a:pt x="5828919" y="4318"/>
                  </a:lnTo>
                  <a:lnTo>
                    <a:pt x="5828919" y="14732"/>
                  </a:lnTo>
                  <a:lnTo>
                    <a:pt x="5833237" y="19050"/>
                  </a:lnTo>
                  <a:lnTo>
                    <a:pt x="5838444" y="19050"/>
                  </a:lnTo>
                  <a:lnTo>
                    <a:pt x="5838444" y="0"/>
                  </a:lnTo>
                  <a:close/>
                </a:path>
                <a:path w="10424160" h="5213350">
                  <a:moveTo>
                    <a:pt x="5843778" y="0"/>
                  </a:moveTo>
                  <a:lnTo>
                    <a:pt x="5838444" y="0"/>
                  </a:lnTo>
                  <a:lnTo>
                    <a:pt x="5838444" y="19050"/>
                  </a:lnTo>
                  <a:lnTo>
                    <a:pt x="5843778" y="19050"/>
                  </a:lnTo>
                  <a:lnTo>
                    <a:pt x="5847969" y="14732"/>
                  </a:lnTo>
                  <a:lnTo>
                    <a:pt x="5847969" y="4318"/>
                  </a:lnTo>
                  <a:lnTo>
                    <a:pt x="5843778" y="0"/>
                  </a:lnTo>
                  <a:close/>
                </a:path>
                <a:path w="10424160" h="5213350">
                  <a:moveTo>
                    <a:pt x="5876544" y="0"/>
                  </a:moveTo>
                  <a:lnTo>
                    <a:pt x="5871337" y="0"/>
                  </a:lnTo>
                  <a:lnTo>
                    <a:pt x="5867019" y="4318"/>
                  </a:lnTo>
                  <a:lnTo>
                    <a:pt x="5867019" y="14732"/>
                  </a:lnTo>
                  <a:lnTo>
                    <a:pt x="5871337" y="19050"/>
                  </a:lnTo>
                  <a:lnTo>
                    <a:pt x="5876544" y="19050"/>
                  </a:lnTo>
                  <a:lnTo>
                    <a:pt x="5876544" y="0"/>
                  </a:lnTo>
                  <a:close/>
                </a:path>
                <a:path w="10424160" h="5213350">
                  <a:moveTo>
                    <a:pt x="5881878" y="0"/>
                  </a:moveTo>
                  <a:lnTo>
                    <a:pt x="5876544" y="0"/>
                  </a:lnTo>
                  <a:lnTo>
                    <a:pt x="5876544" y="19050"/>
                  </a:lnTo>
                  <a:lnTo>
                    <a:pt x="5881878" y="19050"/>
                  </a:lnTo>
                  <a:lnTo>
                    <a:pt x="5886069" y="14732"/>
                  </a:lnTo>
                  <a:lnTo>
                    <a:pt x="5886069" y="4318"/>
                  </a:lnTo>
                  <a:lnTo>
                    <a:pt x="5881878" y="0"/>
                  </a:lnTo>
                  <a:close/>
                </a:path>
                <a:path w="10424160" h="5213350">
                  <a:moveTo>
                    <a:pt x="5914644" y="0"/>
                  </a:moveTo>
                  <a:lnTo>
                    <a:pt x="5909437" y="0"/>
                  </a:lnTo>
                  <a:lnTo>
                    <a:pt x="5905119" y="4318"/>
                  </a:lnTo>
                  <a:lnTo>
                    <a:pt x="5905119" y="14732"/>
                  </a:lnTo>
                  <a:lnTo>
                    <a:pt x="5909437" y="19050"/>
                  </a:lnTo>
                  <a:lnTo>
                    <a:pt x="5914644" y="19050"/>
                  </a:lnTo>
                  <a:lnTo>
                    <a:pt x="5914644" y="0"/>
                  </a:lnTo>
                  <a:close/>
                </a:path>
                <a:path w="10424160" h="5213350">
                  <a:moveTo>
                    <a:pt x="5914771" y="12700"/>
                  </a:moveTo>
                  <a:lnTo>
                    <a:pt x="5914644" y="12700"/>
                  </a:lnTo>
                  <a:lnTo>
                    <a:pt x="5914644" y="19050"/>
                  </a:lnTo>
                  <a:lnTo>
                    <a:pt x="5914771" y="19050"/>
                  </a:lnTo>
                  <a:lnTo>
                    <a:pt x="5914771" y="12700"/>
                  </a:lnTo>
                  <a:close/>
                </a:path>
                <a:path w="10424160" h="5213350">
                  <a:moveTo>
                    <a:pt x="5919978" y="0"/>
                  </a:moveTo>
                  <a:lnTo>
                    <a:pt x="5914771" y="0"/>
                  </a:lnTo>
                  <a:lnTo>
                    <a:pt x="5914771" y="19050"/>
                  </a:lnTo>
                  <a:lnTo>
                    <a:pt x="5919978" y="19050"/>
                  </a:lnTo>
                  <a:lnTo>
                    <a:pt x="5924296" y="14732"/>
                  </a:lnTo>
                  <a:lnTo>
                    <a:pt x="5924296" y="4318"/>
                  </a:lnTo>
                  <a:lnTo>
                    <a:pt x="5919978" y="0"/>
                  </a:lnTo>
                  <a:close/>
                </a:path>
                <a:path w="10424160" h="5213350">
                  <a:moveTo>
                    <a:pt x="5914771" y="0"/>
                  </a:moveTo>
                  <a:lnTo>
                    <a:pt x="5914644" y="0"/>
                  </a:lnTo>
                  <a:lnTo>
                    <a:pt x="5914644" y="6350"/>
                  </a:lnTo>
                  <a:lnTo>
                    <a:pt x="5914771" y="6350"/>
                  </a:lnTo>
                  <a:lnTo>
                    <a:pt x="5914771" y="0"/>
                  </a:lnTo>
                  <a:close/>
                </a:path>
                <a:path w="10424160" h="5213350">
                  <a:moveTo>
                    <a:pt x="5952871" y="0"/>
                  </a:moveTo>
                  <a:lnTo>
                    <a:pt x="5947537" y="0"/>
                  </a:lnTo>
                  <a:lnTo>
                    <a:pt x="5943346" y="4318"/>
                  </a:lnTo>
                  <a:lnTo>
                    <a:pt x="5943346" y="14732"/>
                  </a:lnTo>
                  <a:lnTo>
                    <a:pt x="5947537" y="19050"/>
                  </a:lnTo>
                  <a:lnTo>
                    <a:pt x="5952871" y="19050"/>
                  </a:lnTo>
                  <a:lnTo>
                    <a:pt x="5952871" y="0"/>
                  </a:lnTo>
                  <a:close/>
                </a:path>
                <a:path w="10424160" h="5213350">
                  <a:moveTo>
                    <a:pt x="5958078" y="0"/>
                  </a:moveTo>
                  <a:lnTo>
                    <a:pt x="5952871" y="0"/>
                  </a:lnTo>
                  <a:lnTo>
                    <a:pt x="5952871" y="19050"/>
                  </a:lnTo>
                  <a:lnTo>
                    <a:pt x="5958078" y="19050"/>
                  </a:lnTo>
                  <a:lnTo>
                    <a:pt x="5962396" y="14732"/>
                  </a:lnTo>
                  <a:lnTo>
                    <a:pt x="5962396" y="4318"/>
                  </a:lnTo>
                  <a:lnTo>
                    <a:pt x="5958078" y="0"/>
                  </a:lnTo>
                  <a:close/>
                </a:path>
                <a:path w="10424160" h="5213350">
                  <a:moveTo>
                    <a:pt x="5990971" y="0"/>
                  </a:moveTo>
                  <a:lnTo>
                    <a:pt x="5985637" y="0"/>
                  </a:lnTo>
                  <a:lnTo>
                    <a:pt x="5981446" y="4318"/>
                  </a:lnTo>
                  <a:lnTo>
                    <a:pt x="5981446" y="14732"/>
                  </a:lnTo>
                  <a:lnTo>
                    <a:pt x="5985637" y="19050"/>
                  </a:lnTo>
                  <a:lnTo>
                    <a:pt x="5990971" y="19050"/>
                  </a:lnTo>
                  <a:lnTo>
                    <a:pt x="5990971" y="0"/>
                  </a:lnTo>
                  <a:close/>
                </a:path>
                <a:path w="10424160" h="5213350">
                  <a:moveTo>
                    <a:pt x="5996178" y="0"/>
                  </a:moveTo>
                  <a:lnTo>
                    <a:pt x="5990971" y="0"/>
                  </a:lnTo>
                  <a:lnTo>
                    <a:pt x="5990971" y="19050"/>
                  </a:lnTo>
                  <a:lnTo>
                    <a:pt x="5996178" y="19050"/>
                  </a:lnTo>
                  <a:lnTo>
                    <a:pt x="6000496" y="14732"/>
                  </a:lnTo>
                  <a:lnTo>
                    <a:pt x="6000496" y="4318"/>
                  </a:lnTo>
                  <a:lnTo>
                    <a:pt x="5996178" y="0"/>
                  </a:lnTo>
                  <a:close/>
                </a:path>
                <a:path w="10424160" h="5213350">
                  <a:moveTo>
                    <a:pt x="6029071" y="0"/>
                  </a:moveTo>
                  <a:lnTo>
                    <a:pt x="6023737" y="0"/>
                  </a:lnTo>
                  <a:lnTo>
                    <a:pt x="6019546" y="4318"/>
                  </a:lnTo>
                  <a:lnTo>
                    <a:pt x="6019546" y="14732"/>
                  </a:lnTo>
                  <a:lnTo>
                    <a:pt x="6023737" y="19050"/>
                  </a:lnTo>
                  <a:lnTo>
                    <a:pt x="6029071" y="19050"/>
                  </a:lnTo>
                  <a:lnTo>
                    <a:pt x="6029071" y="0"/>
                  </a:lnTo>
                  <a:close/>
                </a:path>
                <a:path w="10424160" h="5213350">
                  <a:moveTo>
                    <a:pt x="6034278" y="0"/>
                  </a:moveTo>
                  <a:lnTo>
                    <a:pt x="6029071" y="0"/>
                  </a:lnTo>
                  <a:lnTo>
                    <a:pt x="6029071" y="19050"/>
                  </a:lnTo>
                  <a:lnTo>
                    <a:pt x="6034278" y="19050"/>
                  </a:lnTo>
                  <a:lnTo>
                    <a:pt x="6038596" y="14732"/>
                  </a:lnTo>
                  <a:lnTo>
                    <a:pt x="6038596" y="4318"/>
                  </a:lnTo>
                  <a:lnTo>
                    <a:pt x="6034278" y="0"/>
                  </a:lnTo>
                  <a:close/>
                </a:path>
                <a:path w="10424160" h="5213350">
                  <a:moveTo>
                    <a:pt x="6067171" y="0"/>
                  </a:moveTo>
                  <a:lnTo>
                    <a:pt x="6061964" y="0"/>
                  </a:lnTo>
                  <a:lnTo>
                    <a:pt x="6057646" y="4318"/>
                  </a:lnTo>
                  <a:lnTo>
                    <a:pt x="6057646" y="14732"/>
                  </a:lnTo>
                  <a:lnTo>
                    <a:pt x="6061964" y="19050"/>
                  </a:lnTo>
                  <a:lnTo>
                    <a:pt x="6067171" y="19050"/>
                  </a:lnTo>
                  <a:lnTo>
                    <a:pt x="6067171" y="0"/>
                  </a:lnTo>
                  <a:close/>
                </a:path>
                <a:path w="10424160" h="5213350">
                  <a:moveTo>
                    <a:pt x="6072505" y="0"/>
                  </a:moveTo>
                  <a:lnTo>
                    <a:pt x="6067171" y="0"/>
                  </a:lnTo>
                  <a:lnTo>
                    <a:pt x="6067171" y="19050"/>
                  </a:lnTo>
                  <a:lnTo>
                    <a:pt x="6072505" y="19050"/>
                  </a:lnTo>
                  <a:lnTo>
                    <a:pt x="6076696" y="14732"/>
                  </a:lnTo>
                  <a:lnTo>
                    <a:pt x="6076696" y="4318"/>
                  </a:lnTo>
                  <a:lnTo>
                    <a:pt x="6072505" y="0"/>
                  </a:lnTo>
                  <a:close/>
                </a:path>
                <a:path w="10424160" h="5213350">
                  <a:moveTo>
                    <a:pt x="6105271" y="0"/>
                  </a:moveTo>
                  <a:lnTo>
                    <a:pt x="6100064" y="0"/>
                  </a:lnTo>
                  <a:lnTo>
                    <a:pt x="6095746" y="4318"/>
                  </a:lnTo>
                  <a:lnTo>
                    <a:pt x="6095746" y="14732"/>
                  </a:lnTo>
                  <a:lnTo>
                    <a:pt x="6100064" y="19050"/>
                  </a:lnTo>
                  <a:lnTo>
                    <a:pt x="6105271" y="19050"/>
                  </a:lnTo>
                  <a:lnTo>
                    <a:pt x="6105271" y="0"/>
                  </a:lnTo>
                  <a:close/>
                </a:path>
                <a:path w="10424160" h="5213350">
                  <a:moveTo>
                    <a:pt x="6110605" y="0"/>
                  </a:moveTo>
                  <a:lnTo>
                    <a:pt x="6105271" y="0"/>
                  </a:lnTo>
                  <a:lnTo>
                    <a:pt x="6105271" y="19050"/>
                  </a:lnTo>
                  <a:lnTo>
                    <a:pt x="6110605" y="19050"/>
                  </a:lnTo>
                  <a:lnTo>
                    <a:pt x="6114796" y="14732"/>
                  </a:lnTo>
                  <a:lnTo>
                    <a:pt x="6114796" y="4318"/>
                  </a:lnTo>
                  <a:lnTo>
                    <a:pt x="6110605" y="0"/>
                  </a:lnTo>
                  <a:close/>
                </a:path>
                <a:path w="10424160" h="5213350">
                  <a:moveTo>
                    <a:pt x="6143371" y="0"/>
                  </a:moveTo>
                  <a:lnTo>
                    <a:pt x="6138164" y="0"/>
                  </a:lnTo>
                  <a:lnTo>
                    <a:pt x="6133846" y="4318"/>
                  </a:lnTo>
                  <a:lnTo>
                    <a:pt x="6133846" y="14732"/>
                  </a:lnTo>
                  <a:lnTo>
                    <a:pt x="6138164" y="19050"/>
                  </a:lnTo>
                  <a:lnTo>
                    <a:pt x="6143371" y="19050"/>
                  </a:lnTo>
                  <a:lnTo>
                    <a:pt x="6143371" y="0"/>
                  </a:lnTo>
                  <a:close/>
                </a:path>
                <a:path w="10424160" h="5213350">
                  <a:moveTo>
                    <a:pt x="6148705" y="0"/>
                  </a:moveTo>
                  <a:lnTo>
                    <a:pt x="6143371" y="0"/>
                  </a:lnTo>
                  <a:lnTo>
                    <a:pt x="6143371" y="19050"/>
                  </a:lnTo>
                  <a:lnTo>
                    <a:pt x="6148705" y="19050"/>
                  </a:lnTo>
                  <a:lnTo>
                    <a:pt x="6152896" y="14732"/>
                  </a:lnTo>
                  <a:lnTo>
                    <a:pt x="6152896" y="4318"/>
                  </a:lnTo>
                  <a:lnTo>
                    <a:pt x="6148705" y="0"/>
                  </a:lnTo>
                  <a:close/>
                </a:path>
                <a:path w="10424160" h="5213350">
                  <a:moveTo>
                    <a:pt x="6181471" y="0"/>
                  </a:moveTo>
                  <a:lnTo>
                    <a:pt x="6176264" y="0"/>
                  </a:lnTo>
                  <a:lnTo>
                    <a:pt x="6171946" y="4318"/>
                  </a:lnTo>
                  <a:lnTo>
                    <a:pt x="6171946" y="14732"/>
                  </a:lnTo>
                  <a:lnTo>
                    <a:pt x="6176264" y="19050"/>
                  </a:lnTo>
                  <a:lnTo>
                    <a:pt x="6181471" y="19050"/>
                  </a:lnTo>
                  <a:lnTo>
                    <a:pt x="6181471" y="0"/>
                  </a:lnTo>
                  <a:close/>
                </a:path>
                <a:path w="10424160" h="5213350">
                  <a:moveTo>
                    <a:pt x="6186805" y="0"/>
                  </a:moveTo>
                  <a:lnTo>
                    <a:pt x="6181598" y="0"/>
                  </a:lnTo>
                  <a:lnTo>
                    <a:pt x="6181598" y="19050"/>
                  </a:lnTo>
                  <a:lnTo>
                    <a:pt x="6186805" y="19050"/>
                  </a:lnTo>
                  <a:lnTo>
                    <a:pt x="6191123" y="14732"/>
                  </a:lnTo>
                  <a:lnTo>
                    <a:pt x="6191123" y="4318"/>
                  </a:lnTo>
                  <a:lnTo>
                    <a:pt x="6186805" y="0"/>
                  </a:lnTo>
                  <a:close/>
                </a:path>
                <a:path w="10424160" h="5213350">
                  <a:moveTo>
                    <a:pt x="6219698" y="0"/>
                  </a:moveTo>
                  <a:lnTo>
                    <a:pt x="6214364" y="0"/>
                  </a:lnTo>
                  <a:lnTo>
                    <a:pt x="6210173" y="4318"/>
                  </a:lnTo>
                  <a:lnTo>
                    <a:pt x="6210173" y="14732"/>
                  </a:lnTo>
                  <a:lnTo>
                    <a:pt x="6214364" y="19050"/>
                  </a:lnTo>
                  <a:lnTo>
                    <a:pt x="6219698" y="19050"/>
                  </a:lnTo>
                  <a:lnTo>
                    <a:pt x="6219698" y="0"/>
                  </a:lnTo>
                  <a:close/>
                </a:path>
                <a:path w="10424160" h="5213350">
                  <a:moveTo>
                    <a:pt x="6224905" y="0"/>
                  </a:moveTo>
                  <a:lnTo>
                    <a:pt x="6219698" y="0"/>
                  </a:lnTo>
                  <a:lnTo>
                    <a:pt x="6219698" y="19050"/>
                  </a:lnTo>
                  <a:lnTo>
                    <a:pt x="6224905" y="19050"/>
                  </a:lnTo>
                  <a:lnTo>
                    <a:pt x="6229223" y="14732"/>
                  </a:lnTo>
                  <a:lnTo>
                    <a:pt x="6229223" y="4318"/>
                  </a:lnTo>
                  <a:lnTo>
                    <a:pt x="6224905" y="0"/>
                  </a:lnTo>
                  <a:close/>
                </a:path>
                <a:path w="10424160" h="5213350">
                  <a:moveTo>
                    <a:pt x="6257798" y="0"/>
                  </a:moveTo>
                  <a:lnTo>
                    <a:pt x="6252464" y="0"/>
                  </a:lnTo>
                  <a:lnTo>
                    <a:pt x="6248273" y="4318"/>
                  </a:lnTo>
                  <a:lnTo>
                    <a:pt x="6248273" y="14732"/>
                  </a:lnTo>
                  <a:lnTo>
                    <a:pt x="6252464" y="19050"/>
                  </a:lnTo>
                  <a:lnTo>
                    <a:pt x="6257798" y="19050"/>
                  </a:lnTo>
                  <a:lnTo>
                    <a:pt x="6257798" y="0"/>
                  </a:lnTo>
                  <a:close/>
                </a:path>
                <a:path w="10424160" h="5213350">
                  <a:moveTo>
                    <a:pt x="6263005" y="0"/>
                  </a:moveTo>
                  <a:lnTo>
                    <a:pt x="6257798" y="0"/>
                  </a:lnTo>
                  <a:lnTo>
                    <a:pt x="6257798" y="19050"/>
                  </a:lnTo>
                  <a:lnTo>
                    <a:pt x="6263005" y="19050"/>
                  </a:lnTo>
                  <a:lnTo>
                    <a:pt x="6267323" y="14732"/>
                  </a:lnTo>
                  <a:lnTo>
                    <a:pt x="6267323" y="4318"/>
                  </a:lnTo>
                  <a:lnTo>
                    <a:pt x="6263005" y="0"/>
                  </a:lnTo>
                  <a:close/>
                </a:path>
                <a:path w="10424160" h="5213350">
                  <a:moveTo>
                    <a:pt x="6295898" y="0"/>
                  </a:moveTo>
                  <a:lnTo>
                    <a:pt x="6290691" y="0"/>
                  </a:lnTo>
                  <a:lnTo>
                    <a:pt x="6286373" y="4318"/>
                  </a:lnTo>
                  <a:lnTo>
                    <a:pt x="6286373" y="14732"/>
                  </a:lnTo>
                  <a:lnTo>
                    <a:pt x="6290691" y="19050"/>
                  </a:lnTo>
                  <a:lnTo>
                    <a:pt x="6295898" y="19050"/>
                  </a:lnTo>
                  <a:lnTo>
                    <a:pt x="6295898" y="0"/>
                  </a:lnTo>
                  <a:close/>
                </a:path>
                <a:path w="10424160" h="5213350">
                  <a:moveTo>
                    <a:pt x="6301232" y="0"/>
                  </a:moveTo>
                  <a:lnTo>
                    <a:pt x="6295898" y="0"/>
                  </a:lnTo>
                  <a:lnTo>
                    <a:pt x="6295898" y="19050"/>
                  </a:lnTo>
                  <a:lnTo>
                    <a:pt x="6301232" y="19050"/>
                  </a:lnTo>
                  <a:lnTo>
                    <a:pt x="6305423" y="14732"/>
                  </a:lnTo>
                  <a:lnTo>
                    <a:pt x="6305423" y="4318"/>
                  </a:lnTo>
                  <a:lnTo>
                    <a:pt x="6301232" y="0"/>
                  </a:lnTo>
                  <a:close/>
                </a:path>
                <a:path w="10424160" h="5213350">
                  <a:moveTo>
                    <a:pt x="6333998" y="0"/>
                  </a:moveTo>
                  <a:lnTo>
                    <a:pt x="6328791" y="0"/>
                  </a:lnTo>
                  <a:lnTo>
                    <a:pt x="6324473" y="4318"/>
                  </a:lnTo>
                  <a:lnTo>
                    <a:pt x="6324473" y="14732"/>
                  </a:lnTo>
                  <a:lnTo>
                    <a:pt x="6328791" y="19050"/>
                  </a:lnTo>
                  <a:lnTo>
                    <a:pt x="6333998" y="19050"/>
                  </a:lnTo>
                  <a:lnTo>
                    <a:pt x="6333998" y="0"/>
                  </a:lnTo>
                  <a:close/>
                </a:path>
                <a:path w="10424160" h="5213350">
                  <a:moveTo>
                    <a:pt x="6339332" y="0"/>
                  </a:moveTo>
                  <a:lnTo>
                    <a:pt x="6333998" y="0"/>
                  </a:lnTo>
                  <a:lnTo>
                    <a:pt x="6333998" y="19050"/>
                  </a:lnTo>
                  <a:lnTo>
                    <a:pt x="6339332" y="19050"/>
                  </a:lnTo>
                  <a:lnTo>
                    <a:pt x="6343523" y="14732"/>
                  </a:lnTo>
                  <a:lnTo>
                    <a:pt x="6343523" y="4318"/>
                  </a:lnTo>
                  <a:lnTo>
                    <a:pt x="6339332" y="0"/>
                  </a:lnTo>
                  <a:close/>
                </a:path>
                <a:path w="10424160" h="5213350">
                  <a:moveTo>
                    <a:pt x="6372098" y="0"/>
                  </a:moveTo>
                  <a:lnTo>
                    <a:pt x="6366891" y="0"/>
                  </a:lnTo>
                  <a:lnTo>
                    <a:pt x="6362573" y="4318"/>
                  </a:lnTo>
                  <a:lnTo>
                    <a:pt x="6362573" y="14732"/>
                  </a:lnTo>
                  <a:lnTo>
                    <a:pt x="6366891" y="19050"/>
                  </a:lnTo>
                  <a:lnTo>
                    <a:pt x="6372098" y="19050"/>
                  </a:lnTo>
                  <a:lnTo>
                    <a:pt x="6372098" y="0"/>
                  </a:lnTo>
                  <a:close/>
                </a:path>
                <a:path w="10424160" h="5213350">
                  <a:moveTo>
                    <a:pt x="6377432" y="0"/>
                  </a:moveTo>
                  <a:lnTo>
                    <a:pt x="6372098" y="0"/>
                  </a:lnTo>
                  <a:lnTo>
                    <a:pt x="6372098" y="19050"/>
                  </a:lnTo>
                  <a:lnTo>
                    <a:pt x="6377432" y="19050"/>
                  </a:lnTo>
                  <a:lnTo>
                    <a:pt x="6381623" y="14732"/>
                  </a:lnTo>
                  <a:lnTo>
                    <a:pt x="6381623" y="4318"/>
                  </a:lnTo>
                  <a:lnTo>
                    <a:pt x="6377432" y="0"/>
                  </a:lnTo>
                  <a:close/>
                </a:path>
                <a:path w="10424160" h="5213350">
                  <a:moveTo>
                    <a:pt x="6410198" y="0"/>
                  </a:moveTo>
                  <a:lnTo>
                    <a:pt x="6404991" y="0"/>
                  </a:lnTo>
                  <a:lnTo>
                    <a:pt x="6400673" y="4318"/>
                  </a:lnTo>
                  <a:lnTo>
                    <a:pt x="6400673" y="14732"/>
                  </a:lnTo>
                  <a:lnTo>
                    <a:pt x="6404991" y="19050"/>
                  </a:lnTo>
                  <a:lnTo>
                    <a:pt x="6410198" y="19050"/>
                  </a:lnTo>
                  <a:lnTo>
                    <a:pt x="6410198" y="0"/>
                  </a:lnTo>
                  <a:close/>
                </a:path>
                <a:path w="10424160" h="5213350">
                  <a:moveTo>
                    <a:pt x="6415532" y="0"/>
                  </a:moveTo>
                  <a:lnTo>
                    <a:pt x="6410325" y="0"/>
                  </a:lnTo>
                  <a:lnTo>
                    <a:pt x="6410325" y="19050"/>
                  </a:lnTo>
                  <a:lnTo>
                    <a:pt x="6415532" y="19050"/>
                  </a:lnTo>
                  <a:lnTo>
                    <a:pt x="6419850" y="14732"/>
                  </a:lnTo>
                  <a:lnTo>
                    <a:pt x="6419850" y="4318"/>
                  </a:lnTo>
                  <a:lnTo>
                    <a:pt x="6415532" y="0"/>
                  </a:lnTo>
                  <a:close/>
                </a:path>
                <a:path w="10424160" h="5213350">
                  <a:moveTo>
                    <a:pt x="6448425" y="0"/>
                  </a:moveTo>
                  <a:lnTo>
                    <a:pt x="6443091" y="0"/>
                  </a:lnTo>
                  <a:lnTo>
                    <a:pt x="6438900" y="4318"/>
                  </a:lnTo>
                  <a:lnTo>
                    <a:pt x="6438900" y="14732"/>
                  </a:lnTo>
                  <a:lnTo>
                    <a:pt x="6443091" y="19050"/>
                  </a:lnTo>
                  <a:lnTo>
                    <a:pt x="6448425" y="19050"/>
                  </a:lnTo>
                  <a:lnTo>
                    <a:pt x="6448425" y="0"/>
                  </a:lnTo>
                  <a:close/>
                </a:path>
                <a:path w="10424160" h="5213350">
                  <a:moveTo>
                    <a:pt x="6453632" y="0"/>
                  </a:moveTo>
                  <a:lnTo>
                    <a:pt x="6448425" y="0"/>
                  </a:lnTo>
                  <a:lnTo>
                    <a:pt x="6448425" y="19050"/>
                  </a:lnTo>
                  <a:lnTo>
                    <a:pt x="6453632" y="19050"/>
                  </a:lnTo>
                  <a:lnTo>
                    <a:pt x="6457950" y="14732"/>
                  </a:lnTo>
                  <a:lnTo>
                    <a:pt x="6457950" y="4318"/>
                  </a:lnTo>
                  <a:lnTo>
                    <a:pt x="6453632" y="0"/>
                  </a:lnTo>
                  <a:close/>
                </a:path>
                <a:path w="10424160" h="5213350">
                  <a:moveTo>
                    <a:pt x="6486525" y="0"/>
                  </a:moveTo>
                  <a:lnTo>
                    <a:pt x="6481191" y="0"/>
                  </a:lnTo>
                  <a:lnTo>
                    <a:pt x="6477000" y="4318"/>
                  </a:lnTo>
                  <a:lnTo>
                    <a:pt x="6477000" y="14732"/>
                  </a:lnTo>
                  <a:lnTo>
                    <a:pt x="6481191" y="19050"/>
                  </a:lnTo>
                  <a:lnTo>
                    <a:pt x="6486525" y="19050"/>
                  </a:lnTo>
                  <a:lnTo>
                    <a:pt x="6486525" y="0"/>
                  </a:lnTo>
                  <a:close/>
                </a:path>
                <a:path w="10424160" h="5213350">
                  <a:moveTo>
                    <a:pt x="6491732" y="0"/>
                  </a:moveTo>
                  <a:lnTo>
                    <a:pt x="6486525" y="0"/>
                  </a:lnTo>
                  <a:lnTo>
                    <a:pt x="6486525" y="19050"/>
                  </a:lnTo>
                  <a:lnTo>
                    <a:pt x="6491732" y="19050"/>
                  </a:lnTo>
                  <a:lnTo>
                    <a:pt x="6496050" y="14732"/>
                  </a:lnTo>
                  <a:lnTo>
                    <a:pt x="6496050" y="4318"/>
                  </a:lnTo>
                  <a:lnTo>
                    <a:pt x="6491732" y="0"/>
                  </a:lnTo>
                  <a:close/>
                </a:path>
                <a:path w="10424160" h="5213350">
                  <a:moveTo>
                    <a:pt x="6524625" y="0"/>
                  </a:moveTo>
                  <a:lnTo>
                    <a:pt x="6519290" y="0"/>
                  </a:lnTo>
                  <a:lnTo>
                    <a:pt x="6515100" y="4318"/>
                  </a:lnTo>
                  <a:lnTo>
                    <a:pt x="6515100" y="14732"/>
                  </a:lnTo>
                  <a:lnTo>
                    <a:pt x="6519290" y="19050"/>
                  </a:lnTo>
                  <a:lnTo>
                    <a:pt x="6524625" y="19050"/>
                  </a:lnTo>
                  <a:lnTo>
                    <a:pt x="6524625" y="0"/>
                  </a:lnTo>
                  <a:close/>
                </a:path>
                <a:path w="10424160" h="5213350">
                  <a:moveTo>
                    <a:pt x="6529832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6529832" y="19050"/>
                  </a:lnTo>
                  <a:lnTo>
                    <a:pt x="6534150" y="14732"/>
                  </a:lnTo>
                  <a:lnTo>
                    <a:pt x="6534150" y="4318"/>
                  </a:lnTo>
                  <a:lnTo>
                    <a:pt x="6529832" y="0"/>
                  </a:lnTo>
                  <a:close/>
                </a:path>
                <a:path w="10424160" h="5213350">
                  <a:moveTo>
                    <a:pt x="6562725" y="0"/>
                  </a:moveTo>
                  <a:lnTo>
                    <a:pt x="6557517" y="0"/>
                  </a:lnTo>
                  <a:lnTo>
                    <a:pt x="6553200" y="4318"/>
                  </a:lnTo>
                  <a:lnTo>
                    <a:pt x="6553200" y="14732"/>
                  </a:lnTo>
                  <a:lnTo>
                    <a:pt x="6557517" y="19050"/>
                  </a:lnTo>
                  <a:lnTo>
                    <a:pt x="6562725" y="19050"/>
                  </a:lnTo>
                  <a:lnTo>
                    <a:pt x="6562725" y="0"/>
                  </a:lnTo>
                  <a:close/>
                </a:path>
                <a:path w="10424160" h="5213350">
                  <a:moveTo>
                    <a:pt x="6568058" y="0"/>
                  </a:moveTo>
                  <a:lnTo>
                    <a:pt x="6562725" y="0"/>
                  </a:lnTo>
                  <a:lnTo>
                    <a:pt x="6562725" y="19050"/>
                  </a:lnTo>
                  <a:lnTo>
                    <a:pt x="6568058" y="19050"/>
                  </a:lnTo>
                  <a:lnTo>
                    <a:pt x="6572250" y="14732"/>
                  </a:lnTo>
                  <a:lnTo>
                    <a:pt x="6572250" y="4318"/>
                  </a:lnTo>
                  <a:lnTo>
                    <a:pt x="6568058" y="0"/>
                  </a:lnTo>
                  <a:close/>
                </a:path>
                <a:path w="10424160" h="5213350">
                  <a:moveTo>
                    <a:pt x="6600825" y="0"/>
                  </a:moveTo>
                  <a:lnTo>
                    <a:pt x="6595617" y="0"/>
                  </a:lnTo>
                  <a:lnTo>
                    <a:pt x="6591300" y="4318"/>
                  </a:lnTo>
                  <a:lnTo>
                    <a:pt x="6591300" y="14732"/>
                  </a:lnTo>
                  <a:lnTo>
                    <a:pt x="6595617" y="19050"/>
                  </a:lnTo>
                  <a:lnTo>
                    <a:pt x="6600825" y="19050"/>
                  </a:lnTo>
                  <a:lnTo>
                    <a:pt x="6600825" y="0"/>
                  </a:lnTo>
                  <a:close/>
                </a:path>
                <a:path w="10424160" h="5213350">
                  <a:moveTo>
                    <a:pt x="6606158" y="0"/>
                  </a:moveTo>
                  <a:lnTo>
                    <a:pt x="6600825" y="0"/>
                  </a:lnTo>
                  <a:lnTo>
                    <a:pt x="6600825" y="19050"/>
                  </a:lnTo>
                  <a:lnTo>
                    <a:pt x="6606158" y="19050"/>
                  </a:lnTo>
                  <a:lnTo>
                    <a:pt x="6610350" y="14732"/>
                  </a:lnTo>
                  <a:lnTo>
                    <a:pt x="6610350" y="4318"/>
                  </a:lnTo>
                  <a:lnTo>
                    <a:pt x="6606158" y="0"/>
                  </a:lnTo>
                  <a:close/>
                </a:path>
                <a:path w="10424160" h="5213350">
                  <a:moveTo>
                    <a:pt x="6638925" y="0"/>
                  </a:moveTo>
                  <a:lnTo>
                    <a:pt x="6633717" y="0"/>
                  </a:lnTo>
                  <a:lnTo>
                    <a:pt x="6629400" y="4318"/>
                  </a:lnTo>
                  <a:lnTo>
                    <a:pt x="6629400" y="14732"/>
                  </a:lnTo>
                  <a:lnTo>
                    <a:pt x="6633717" y="19050"/>
                  </a:lnTo>
                  <a:lnTo>
                    <a:pt x="6638925" y="19050"/>
                  </a:lnTo>
                  <a:lnTo>
                    <a:pt x="6638925" y="0"/>
                  </a:lnTo>
                  <a:close/>
                </a:path>
                <a:path w="10424160" h="5213350">
                  <a:moveTo>
                    <a:pt x="6644258" y="0"/>
                  </a:moveTo>
                  <a:lnTo>
                    <a:pt x="6638925" y="0"/>
                  </a:lnTo>
                  <a:lnTo>
                    <a:pt x="6638925" y="19050"/>
                  </a:lnTo>
                  <a:lnTo>
                    <a:pt x="6644258" y="19050"/>
                  </a:lnTo>
                  <a:lnTo>
                    <a:pt x="6648450" y="14732"/>
                  </a:lnTo>
                  <a:lnTo>
                    <a:pt x="6648450" y="4318"/>
                  </a:lnTo>
                  <a:lnTo>
                    <a:pt x="6644258" y="0"/>
                  </a:lnTo>
                  <a:close/>
                </a:path>
                <a:path w="10424160" h="5213350">
                  <a:moveTo>
                    <a:pt x="6677025" y="0"/>
                  </a:moveTo>
                  <a:lnTo>
                    <a:pt x="6671817" y="0"/>
                  </a:lnTo>
                  <a:lnTo>
                    <a:pt x="6667500" y="4318"/>
                  </a:lnTo>
                  <a:lnTo>
                    <a:pt x="6667500" y="14732"/>
                  </a:lnTo>
                  <a:lnTo>
                    <a:pt x="6671817" y="19050"/>
                  </a:lnTo>
                  <a:lnTo>
                    <a:pt x="6677025" y="19050"/>
                  </a:lnTo>
                  <a:lnTo>
                    <a:pt x="6677025" y="0"/>
                  </a:lnTo>
                  <a:close/>
                </a:path>
                <a:path w="10424160" h="5213350">
                  <a:moveTo>
                    <a:pt x="6682358" y="0"/>
                  </a:moveTo>
                  <a:lnTo>
                    <a:pt x="6677152" y="0"/>
                  </a:lnTo>
                  <a:lnTo>
                    <a:pt x="6677152" y="19050"/>
                  </a:lnTo>
                  <a:lnTo>
                    <a:pt x="6682358" y="19050"/>
                  </a:lnTo>
                  <a:lnTo>
                    <a:pt x="6686677" y="14732"/>
                  </a:lnTo>
                  <a:lnTo>
                    <a:pt x="6686677" y="4318"/>
                  </a:lnTo>
                  <a:lnTo>
                    <a:pt x="6682358" y="0"/>
                  </a:lnTo>
                  <a:close/>
                </a:path>
                <a:path w="10424160" h="5213350">
                  <a:moveTo>
                    <a:pt x="6715252" y="0"/>
                  </a:moveTo>
                  <a:lnTo>
                    <a:pt x="6709917" y="0"/>
                  </a:lnTo>
                  <a:lnTo>
                    <a:pt x="6705727" y="4318"/>
                  </a:lnTo>
                  <a:lnTo>
                    <a:pt x="6705727" y="14732"/>
                  </a:lnTo>
                  <a:lnTo>
                    <a:pt x="6709917" y="19050"/>
                  </a:lnTo>
                  <a:lnTo>
                    <a:pt x="6715252" y="19050"/>
                  </a:lnTo>
                  <a:lnTo>
                    <a:pt x="6715252" y="0"/>
                  </a:lnTo>
                  <a:close/>
                </a:path>
                <a:path w="10424160" h="5213350">
                  <a:moveTo>
                    <a:pt x="6720458" y="0"/>
                  </a:moveTo>
                  <a:lnTo>
                    <a:pt x="6715252" y="0"/>
                  </a:lnTo>
                  <a:lnTo>
                    <a:pt x="6715252" y="19050"/>
                  </a:lnTo>
                  <a:lnTo>
                    <a:pt x="6720458" y="19050"/>
                  </a:lnTo>
                  <a:lnTo>
                    <a:pt x="6724777" y="14732"/>
                  </a:lnTo>
                  <a:lnTo>
                    <a:pt x="6724777" y="4318"/>
                  </a:lnTo>
                  <a:lnTo>
                    <a:pt x="6720458" y="0"/>
                  </a:lnTo>
                  <a:close/>
                </a:path>
                <a:path w="10424160" h="5213350">
                  <a:moveTo>
                    <a:pt x="6753352" y="0"/>
                  </a:moveTo>
                  <a:lnTo>
                    <a:pt x="6748017" y="0"/>
                  </a:lnTo>
                  <a:lnTo>
                    <a:pt x="6743827" y="4318"/>
                  </a:lnTo>
                  <a:lnTo>
                    <a:pt x="6743827" y="14732"/>
                  </a:lnTo>
                  <a:lnTo>
                    <a:pt x="6748017" y="19050"/>
                  </a:lnTo>
                  <a:lnTo>
                    <a:pt x="6753352" y="19050"/>
                  </a:lnTo>
                  <a:lnTo>
                    <a:pt x="6753352" y="0"/>
                  </a:lnTo>
                  <a:close/>
                </a:path>
                <a:path w="10424160" h="5213350">
                  <a:moveTo>
                    <a:pt x="6758558" y="0"/>
                  </a:moveTo>
                  <a:lnTo>
                    <a:pt x="6753352" y="0"/>
                  </a:lnTo>
                  <a:lnTo>
                    <a:pt x="6753352" y="19050"/>
                  </a:lnTo>
                  <a:lnTo>
                    <a:pt x="6758558" y="19050"/>
                  </a:lnTo>
                  <a:lnTo>
                    <a:pt x="6762877" y="14732"/>
                  </a:lnTo>
                  <a:lnTo>
                    <a:pt x="6762877" y="4318"/>
                  </a:lnTo>
                  <a:lnTo>
                    <a:pt x="6758558" y="0"/>
                  </a:lnTo>
                  <a:close/>
                </a:path>
                <a:path w="10424160" h="5213350">
                  <a:moveTo>
                    <a:pt x="6791452" y="0"/>
                  </a:moveTo>
                  <a:lnTo>
                    <a:pt x="6786244" y="0"/>
                  </a:lnTo>
                  <a:lnTo>
                    <a:pt x="6781927" y="4318"/>
                  </a:lnTo>
                  <a:lnTo>
                    <a:pt x="6781927" y="14732"/>
                  </a:lnTo>
                  <a:lnTo>
                    <a:pt x="6786244" y="19050"/>
                  </a:lnTo>
                  <a:lnTo>
                    <a:pt x="6791452" y="19050"/>
                  </a:lnTo>
                  <a:lnTo>
                    <a:pt x="6791452" y="0"/>
                  </a:lnTo>
                  <a:close/>
                </a:path>
                <a:path w="10424160" h="5213350">
                  <a:moveTo>
                    <a:pt x="6796785" y="0"/>
                  </a:moveTo>
                  <a:lnTo>
                    <a:pt x="6791452" y="0"/>
                  </a:lnTo>
                  <a:lnTo>
                    <a:pt x="6791452" y="19050"/>
                  </a:lnTo>
                  <a:lnTo>
                    <a:pt x="6796785" y="19050"/>
                  </a:lnTo>
                  <a:lnTo>
                    <a:pt x="6800977" y="14732"/>
                  </a:lnTo>
                  <a:lnTo>
                    <a:pt x="6800977" y="4318"/>
                  </a:lnTo>
                  <a:lnTo>
                    <a:pt x="6796785" y="0"/>
                  </a:lnTo>
                  <a:close/>
                </a:path>
                <a:path w="10424160" h="5213350">
                  <a:moveTo>
                    <a:pt x="6829552" y="0"/>
                  </a:moveTo>
                  <a:lnTo>
                    <a:pt x="6824344" y="0"/>
                  </a:lnTo>
                  <a:lnTo>
                    <a:pt x="6820027" y="4318"/>
                  </a:lnTo>
                  <a:lnTo>
                    <a:pt x="6820027" y="14732"/>
                  </a:lnTo>
                  <a:lnTo>
                    <a:pt x="6824344" y="19050"/>
                  </a:lnTo>
                  <a:lnTo>
                    <a:pt x="6829552" y="19050"/>
                  </a:lnTo>
                  <a:lnTo>
                    <a:pt x="6829552" y="0"/>
                  </a:lnTo>
                  <a:close/>
                </a:path>
                <a:path w="10424160" h="5213350">
                  <a:moveTo>
                    <a:pt x="6834885" y="0"/>
                  </a:moveTo>
                  <a:lnTo>
                    <a:pt x="6829552" y="0"/>
                  </a:lnTo>
                  <a:lnTo>
                    <a:pt x="6829552" y="19050"/>
                  </a:lnTo>
                  <a:lnTo>
                    <a:pt x="6834885" y="19050"/>
                  </a:lnTo>
                  <a:lnTo>
                    <a:pt x="6839077" y="14732"/>
                  </a:lnTo>
                  <a:lnTo>
                    <a:pt x="6839077" y="4318"/>
                  </a:lnTo>
                  <a:lnTo>
                    <a:pt x="6834885" y="0"/>
                  </a:lnTo>
                  <a:close/>
                </a:path>
                <a:path w="10424160" h="5213350">
                  <a:moveTo>
                    <a:pt x="6867652" y="0"/>
                  </a:moveTo>
                  <a:lnTo>
                    <a:pt x="6862444" y="0"/>
                  </a:lnTo>
                  <a:lnTo>
                    <a:pt x="6858127" y="4318"/>
                  </a:lnTo>
                  <a:lnTo>
                    <a:pt x="6858127" y="14732"/>
                  </a:lnTo>
                  <a:lnTo>
                    <a:pt x="6862444" y="19050"/>
                  </a:lnTo>
                  <a:lnTo>
                    <a:pt x="6867652" y="19050"/>
                  </a:lnTo>
                  <a:lnTo>
                    <a:pt x="6867652" y="0"/>
                  </a:lnTo>
                  <a:close/>
                </a:path>
                <a:path w="10424160" h="5213350">
                  <a:moveTo>
                    <a:pt x="6872985" y="0"/>
                  </a:moveTo>
                  <a:lnTo>
                    <a:pt x="6867652" y="0"/>
                  </a:lnTo>
                  <a:lnTo>
                    <a:pt x="6867652" y="19050"/>
                  </a:lnTo>
                  <a:lnTo>
                    <a:pt x="6872985" y="19050"/>
                  </a:lnTo>
                  <a:lnTo>
                    <a:pt x="6877177" y="14732"/>
                  </a:lnTo>
                  <a:lnTo>
                    <a:pt x="6877177" y="4318"/>
                  </a:lnTo>
                  <a:lnTo>
                    <a:pt x="6872985" y="0"/>
                  </a:lnTo>
                  <a:close/>
                </a:path>
                <a:path w="10424160" h="5213350">
                  <a:moveTo>
                    <a:pt x="6905752" y="0"/>
                  </a:moveTo>
                  <a:lnTo>
                    <a:pt x="6900544" y="0"/>
                  </a:lnTo>
                  <a:lnTo>
                    <a:pt x="6896227" y="4318"/>
                  </a:lnTo>
                  <a:lnTo>
                    <a:pt x="6896227" y="14732"/>
                  </a:lnTo>
                  <a:lnTo>
                    <a:pt x="6900544" y="19050"/>
                  </a:lnTo>
                  <a:lnTo>
                    <a:pt x="6905752" y="19050"/>
                  </a:lnTo>
                  <a:lnTo>
                    <a:pt x="6905752" y="0"/>
                  </a:lnTo>
                  <a:close/>
                </a:path>
                <a:path w="10424160" h="5213350">
                  <a:moveTo>
                    <a:pt x="6911085" y="0"/>
                  </a:moveTo>
                  <a:lnTo>
                    <a:pt x="6905879" y="0"/>
                  </a:lnTo>
                  <a:lnTo>
                    <a:pt x="6905879" y="19050"/>
                  </a:lnTo>
                  <a:lnTo>
                    <a:pt x="6911085" y="19050"/>
                  </a:lnTo>
                  <a:lnTo>
                    <a:pt x="6915404" y="14732"/>
                  </a:lnTo>
                  <a:lnTo>
                    <a:pt x="6915404" y="4318"/>
                  </a:lnTo>
                  <a:lnTo>
                    <a:pt x="6911085" y="0"/>
                  </a:lnTo>
                  <a:close/>
                </a:path>
                <a:path w="10424160" h="5213350">
                  <a:moveTo>
                    <a:pt x="6943979" y="0"/>
                  </a:moveTo>
                  <a:lnTo>
                    <a:pt x="6938644" y="0"/>
                  </a:lnTo>
                  <a:lnTo>
                    <a:pt x="6934454" y="4318"/>
                  </a:lnTo>
                  <a:lnTo>
                    <a:pt x="6934454" y="14732"/>
                  </a:lnTo>
                  <a:lnTo>
                    <a:pt x="6938644" y="19050"/>
                  </a:lnTo>
                  <a:lnTo>
                    <a:pt x="6943979" y="19050"/>
                  </a:lnTo>
                  <a:lnTo>
                    <a:pt x="6943979" y="0"/>
                  </a:lnTo>
                  <a:close/>
                </a:path>
                <a:path w="10424160" h="5213350">
                  <a:moveTo>
                    <a:pt x="6949185" y="0"/>
                  </a:moveTo>
                  <a:lnTo>
                    <a:pt x="6943979" y="0"/>
                  </a:lnTo>
                  <a:lnTo>
                    <a:pt x="6943979" y="19050"/>
                  </a:lnTo>
                  <a:lnTo>
                    <a:pt x="6949185" y="19050"/>
                  </a:lnTo>
                  <a:lnTo>
                    <a:pt x="6953504" y="14732"/>
                  </a:lnTo>
                  <a:lnTo>
                    <a:pt x="6953504" y="4318"/>
                  </a:lnTo>
                  <a:lnTo>
                    <a:pt x="6949185" y="0"/>
                  </a:lnTo>
                  <a:close/>
                </a:path>
                <a:path w="10424160" h="5213350">
                  <a:moveTo>
                    <a:pt x="6982079" y="0"/>
                  </a:moveTo>
                  <a:lnTo>
                    <a:pt x="6976744" y="0"/>
                  </a:lnTo>
                  <a:lnTo>
                    <a:pt x="6972554" y="4318"/>
                  </a:lnTo>
                  <a:lnTo>
                    <a:pt x="6972554" y="14732"/>
                  </a:lnTo>
                  <a:lnTo>
                    <a:pt x="6976744" y="19050"/>
                  </a:lnTo>
                  <a:lnTo>
                    <a:pt x="6982079" y="19050"/>
                  </a:lnTo>
                  <a:lnTo>
                    <a:pt x="6982079" y="0"/>
                  </a:lnTo>
                  <a:close/>
                </a:path>
                <a:path w="10424160" h="5213350">
                  <a:moveTo>
                    <a:pt x="6987285" y="0"/>
                  </a:moveTo>
                  <a:lnTo>
                    <a:pt x="6982079" y="0"/>
                  </a:lnTo>
                  <a:lnTo>
                    <a:pt x="6982079" y="19050"/>
                  </a:lnTo>
                  <a:lnTo>
                    <a:pt x="6987285" y="19050"/>
                  </a:lnTo>
                  <a:lnTo>
                    <a:pt x="6991604" y="14732"/>
                  </a:lnTo>
                  <a:lnTo>
                    <a:pt x="6991604" y="4318"/>
                  </a:lnTo>
                  <a:lnTo>
                    <a:pt x="6987285" y="0"/>
                  </a:lnTo>
                  <a:close/>
                </a:path>
                <a:path w="10424160" h="5213350">
                  <a:moveTo>
                    <a:pt x="7020179" y="0"/>
                  </a:moveTo>
                  <a:lnTo>
                    <a:pt x="7014844" y="0"/>
                  </a:lnTo>
                  <a:lnTo>
                    <a:pt x="7010654" y="4318"/>
                  </a:lnTo>
                  <a:lnTo>
                    <a:pt x="7010654" y="14732"/>
                  </a:lnTo>
                  <a:lnTo>
                    <a:pt x="7014844" y="19050"/>
                  </a:lnTo>
                  <a:lnTo>
                    <a:pt x="7020179" y="19050"/>
                  </a:lnTo>
                  <a:lnTo>
                    <a:pt x="7020179" y="0"/>
                  </a:lnTo>
                  <a:close/>
                </a:path>
                <a:path w="10424160" h="5213350">
                  <a:moveTo>
                    <a:pt x="7025385" y="0"/>
                  </a:moveTo>
                  <a:lnTo>
                    <a:pt x="7020179" y="0"/>
                  </a:lnTo>
                  <a:lnTo>
                    <a:pt x="7020179" y="19050"/>
                  </a:lnTo>
                  <a:lnTo>
                    <a:pt x="7025385" y="19050"/>
                  </a:lnTo>
                  <a:lnTo>
                    <a:pt x="7029704" y="14732"/>
                  </a:lnTo>
                  <a:lnTo>
                    <a:pt x="7029704" y="4318"/>
                  </a:lnTo>
                  <a:lnTo>
                    <a:pt x="7025385" y="0"/>
                  </a:lnTo>
                  <a:close/>
                </a:path>
                <a:path w="10424160" h="5213350">
                  <a:moveTo>
                    <a:pt x="7058279" y="0"/>
                  </a:moveTo>
                  <a:lnTo>
                    <a:pt x="7053072" y="0"/>
                  </a:lnTo>
                  <a:lnTo>
                    <a:pt x="7048754" y="4318"/>
                  </a:lnTo>
                  <a:lnTo>
                    <a:pt x="7048754" y="14732"/>
                  </a:lnTo>
                  <a:lnTo>
                    <a:pt x="7053072" y="19050"/>
                  </a:lnTo>
                  <a:lnTo>
                    <a:pt x="7058279" y="19050"/>
                  </a:lnTo>
                  <a:lnTo>
                    <a:pt x="7058279" y="0"/>
                  </a:lnTo>
                  <a:close/>
                </a:path>
                <a:path w="10424160" h="5213350">
                  <a:moveTo>
                    <a:pt x="7063612" y="0"/>
                  </a:moveTo>
                  <a:lnTo>
                    <a:pt x="7058279" y="0"/>
                  </a:lnTo>
                  <a:lnTo>
                    <a:pt x="7058279" y="19050"/>
                  </a:lnTo>
                  <a:lnTo>
                    <a:pt x="7063612" y="19050"/>
                  </a:lnTo>
                  <a:lnTo>
                    <a:pt x="7067804" y="14732"/>
                  </a:lnTo>
                  <a:lnTo>
                    <a:pt x="7067804" y="4318"/>
                  </a:lnTo>
                  <a:lnTo>
                    <a:pt x="7063612" y="0"/>
                  </a:lnTo>
                  <a:close/>
                </a:path>
                <a:path w="10424160" h="5213350">
                  <a:moveTo>
                    <a:pt x="7096379" y="0"/>
                  </a:moveTo>
                  <a:lnTo>
                    <a:pt x="7091172" y="0"/>
                  </a:lnTo>
                  <a:lnTo>
                    <a:pt x="7086854" y="4318"/>
                  </a:lnTo>
                  <a:lnTo>
                    <a:pt x="7086854" y="14732"/>
                  </a:lnTo>
                  <a:lnTo>
                    <a:pt x="7091172" y="19050"/>
                  </a:lnTo>
                  <a:lnTo>
                    <a:pt x="7096379" y="19050"/>
                  </a:lnTo>
                  <a:lnTo>
                    <a:pt x="7096379" y="0"/>
                  </a:lnTo>
                  <a:close/>
                </a:path>
                <a:path w="10424160" h="5213350">
                  <a:moveTo>
                    <a:pt x="7101712" y="0"/>
                  </a:moveTo>
                  <a:lnTo>
                    <a:pt x="7096379" y="0"/>
                  </a:lnTo>
                  <a:lnTo>
                    <a:pt x="7096379" y="19050"/>
                  </a:lnTo>
                  <a:lnTo>
                    <a:pt x="7101712" y="19050"/>
                  </a:lnTo>
                  <a:lnTo>
                    <a:pt x="7105904" y="14732"/>
                  </a:lnTo>
                  <a:lnTo>
                    <a:pt x="7105904" y="4318"/>
                  </a:lnTo>
                  <a:lnTo>
                    <a:pt x="7101712" y="0"/>
                  </a:lnTo>
                  <a:close/>
                </a:path>
                <a:path w="10424160" h="5213350">
                  <a:moveTo>
                    <a:pt x="7134479" y="0"/>
                  </a:moveTo>
                  <a:lnTo>
                    <a:pt x="7129272" y="0"/>
                  </a:lnTo>
                  <a:lnTo>
                    <a:pt x="7124954" y="4318"/>
                  </a:lnTo>
                  <a:lnTo>
                    <a:pt x="7124954" y="14732"/>
                  </a:lnTo>
                  <a:lnTo>
                    <a:pt x="7129272" y="19050"/>
                  </a:lnTo>
                  <a:lnTo>
                    <a:pt x="7134479" y="19050"/>
                  </a:lnTo>
                  <a:lnTo>
                    <a:pt x="7134479" y="0"/>
                  </a:lnTo>
                  <a:close/>
                </a:path>
                <a:path w="10424160" h="5213350">
                  <a:moveTo>
                    <a:pt x="7139812" y="0"/>
                  </a:moveTo>
                  <a:lnTo>
                    <a:pt x="7134479" y="0"/>
                  </a:lnTo>
                  <a:lnTo>
                    <a:pt x="7134479" y="19050"/>
                  </a:lnTo>
                  <a:lnTo>
                    <a:pt x="7139812" y="19050"/>
                  </a:lnTo>
                  <a:lnTo>
                    <a:pt x="7144004" y="14732"/>
                  </a:lnTo>
                  <a:lnTo>
                    <a:pt x="7144004" y="4318"/>
                  </a:lnTo>
                  <a:lnTo>
                    <a:pt x="7139812" y="0"/>
                  </a:lnTo>
                  <a:close/>
                </a:path>
                <a:path w="10424160" h="5213350">
                  <a:moveTo>
                    <a:pt x="7172579" y="0"/>
                  </a:moveTo>
                  <a:lnTo>
                    <a:pt x="7167372" y="0"/>
                  </a:lnTo>
                  <a:lnTo>
                    <a:pt x="7163054" y="4318"/>
                  </a:lnTo>
                  <a:lnTo>
                    <a:pt x="7163054" y="14732"/>
                  </a:lnTo>
                  <a:lnTo>
                    <a:pt x="7167372" y="19050"/>
                  </a:lnTo>
                  <a:lnTo>
                    <a:pt x="7172579" y="19050"/>
                  </a:lnTo>
                  <a:lnTo>
                    <a:pt x="7172579" y="0"/>
                  </a:lnTo>
                  <a:close/>
                </a:path>
                <a:path w="10424160" h="5213350">
                  <a:moveTo>
                    <a:pt x="7177912" y="0"/>
                  </a:moveTo>
                  <a:lnTo>
                    <a:pt x="7172706" y="0"/>
                  </a:lnTo>
                  <a:lnTo>
                    <a:pt x="7172706" y="19050"/>
                  </a:lnTo>
                  <a:lnTo>
                    <a:pt x="7177912" y="19050"/>
                  </a:lnTo>
                  <a:lnTo>
                    <a:pt x="7182231" y="14732"/>
                  </a:lnTo>
                  <a:lnTo>
                    <a:pt x="7182231" y="4318"/>
                  </a:lnTo>
                  <a:lnTo>
                    <a:pt x="7177912" y="0"/>
                  </a:lnTo>
                  <a:close/>
                </a:path>
                <a:path w="10424160" h="5213350">
                  <a:moveTo>
                    <a:pt x="7210806" y="0"/>
                  </a:moveTo>
                  <a:lnTo>
                    <a:pt x="7205472" y="0"/>
                  </a:lnTo>
                  <a:lnTo>
                    <a:pt x="7201281" y="4318"/>
                  </a:lnTo>
                  <a:lnTo>
                    <a:pt x="7201281" y="14732"/>
                  </a:lnTo>
                  <a:lnTo>
                    <a:pt x="7205472" y="19050"/>
                  </a:lnTo>
                  <a:lnTo>
                    <a:pt x="7210806" y="19050"/>
                  </a:lnTo>
                  <a:lnTo>
                    <a:pt x="7210806" y="0"/>
                  </a:lnTo>
                  <a:close/>
                </a:path>
                <a:path w="10424160" h="5213350">
                  <a:moveTo>
                    <a:pt x="7216012" y="0"/>
                  </a:moveTo>
                  <a:lnTo>
                    <a:pt x="7210806" y="0"/>
                  </a:lnTo>
                  <a:lnTo>
                    <a:pt x="7210806" y="19050"/>
                  </a:lnTo>
                  <a:lnTo>
                    <a:pt x="7216012" y="19050"/>
                  </a:lnTo>
                  <a:lnTo>
                    <a:pt x="7220331" y="14732"/>
                  </a:lnTo>
                  <a:lnTo>
                    <a:pt x="7220331" y="4318"/>
                  </a:lnTo>
                  <a:lnTo>
                    <a:pt x="7216012" y="0"/>
                  </a:lnTo>
                  <a:close/>
                </a:path>
                <a:path w="10424160" h="5213350">
                  <a:moveTo>
                    <a:pt x="7248906" y="0"/>
                  </a:moveTo>
                  <a:lnTo>
                    <a:pt x="7243572" y="0"/>
                  </a:lnTo>
                  <a:lnTo>
                    <a:pt x="7239381" y="4318"/>
                  </a:lnTo>
                  <a:lnTo>
                    <a:pt x="7239381" y="14732"/>
                  </a:lnTo>
                  <a:lnTo>
                    <a:pt x="7243572" y="19050"/>
                  </a:lnTo>
                  <a:lnTo>
                    <a:pt x="7248906" y="19050"/>
                  </a:lnTo>
                  <a:lnTo>
                    <a:pt x="7248906" y="0"/>
                  </a:lnTo>
                  <a:close/>
                </a:path>
                <a:path w="10424160" h="5213350">
                  <a:moveTo>
                    <a:pt x="7254112" y="0"/>
                  </a:moveTo>
                  <a:lnTo>
                    <a:pt x="7248906" y="0"/>
                  </a:lnTo>
                  <a:lnTo>
                    <a:pt x="7248906" y="19050"/>
                  </a:lnTo>
                  <a:lnTo>
                    <a:pt x="7254112" y="19050"/>
                  </a:lnTo>
                  <a:lnTo>
                    <a:pt x="7258431" y="14732"/>
                  </a:lnTo>
                  <a:lnTo>
                    <a:pt x="7258431" y="4318"/>
                  </a:lnTo>
                  <a:lnTo>
                    <a:pt x="7254112" y="0"/>
                  </a:lnTo>
                  <a:close/>
                </a:path>
                <a:path w="10424160" h="5213350">
                  <a:moveTo>
                    <a:pt x="7287006" y="0"/>
                  </a:moveTo>
                  <a:lnTo>
                    <a:pt x="7281799" y="0"/>
                  </a:lnTo>
                  <a:lnTo>
                    <a:pt x="7277481" y="4318"/>
                  </a:lnTo>
                  <a:lnTo>
                    <a:pt x="7277481" y="14732"/>
                  </a:lnTo>
                  <a:lnTo>
                    <a:pt x="7281799" y="19050"/>
                  </a:lnTo>
                  <a:lnTo>
                    <a:pt x="7287006" y="19050"/>
                  </a:lnTo>
                  <a:lnTo>
                    <a:pt x="7287006" y="0"/>
                  </a:lnTo>
                  <a:close/>
                </a:path>
                <a:path w="10424160" h="5213350">
                  <a:moveTo>
                    <a:pt x="7292339" y="0"/>
                  </a:moveTo>
                  <a:lnTo>
                    <a:pt x="7287006" y="0"/>
                  </a:lnTo>
                  <a:lnTo>
                    <a:pt x="7287006" y="19050"/>
                  </a:lnTo>
                  <a:lnTo>
                    <a:pt x="7292339" y="19050"/>
                  </a:lnTo>
                  <a:lnTo>
                    <a:pt x="7296531" y="14732"/>
                  </a:lnTo>
                  <a:lnTo>
                    <a:pt x="7296531" y="4318"/>
                  </a:lnTo>
                  <a:lnTo>
                    <a:pt x="7292339" y="0"/>
                  </a:lnTo>
                  <a:close/>
                </a:path>
                <a:path w="10424160" h="5213350">
                  <a:moveTo>
                    <a:pt x="7325106" y="0"/>
                  </a:moveTo>
                  <a:lnTo>
                    <a:pt x="7319899" y="0"/>
                  </a:lnTo>
                  <a:lnTo>
                    <a:pt x="7315581" y="4318"/>
                  </a:lnTo>
                  <a:lnTo>
                    <a:pt x="7315581" y="14732"/>
                  </a:lnTo>
                  <a:lnTo>
                    <a:pt x="7319899" y="19050"/>
                  </a:lnTo>
                  <a:lnTo>
                    <a:pt x="7325106" y="19050"/>
                  </a:lnTo>
                  <a:lnTo>
                    <a:pt x="7325106" y="0"/>
                  </a:lnTo>
                  <a:close/>
                </a:path>
                <a:path w="10424160" h="5213350">
                  <a:moveTo>
                    <a:pt x="7330439" y="0"/>
                  </a:moveTo>
                  <a:lnTo>
                    <a:pt x="7325106" y="0"/>
                  </a:lnTo>
                  <a:lnTo>
                    <a:pt x="7325106" y="19050"/>
                  </a:lnTo>
                  <a:lnTo>
                    <a:pt x="7330439" y="19050"/>
                  </a:lnTo>
                  <a:lnTo>
                    <a:pt x="7334631" y="14732"/>
                  </a:lnTo>
                  <a:lnTo>
                    <a:pt x="7334631" y="4318"/>
                  </a:lnTo>
                  <a:lnTo>
                    <a:pt x="7330439" y="0"/>
                  </a:lnTo>
                  <a:close/>
                </a:path>
                <a:path w="10424160" h="5213350">
                  <a:moveTo>
                    <a:pt x="7363206" y="0"/>
                  </a:moveTo>
                  <a:lnTo>
                    <a:pt x="7357999" y="0"/>
                  </a:lnTo>
                  <a:lnTo>
                    <a:pt x="7353681" y="4318"/>
                  </a:lnTo>
                  <a:lnTo>
                    <a:pt x="7353681" y="14732"/>
                  </a:lnTo>
                  <a:lnTo>
                    <a:pt x="7357999" y="19050"/>
                  </a:lnTo>
                  <a:lnTo>
                    <a:pt x="7363206" y="19050"/>
                  </a:lnTo>
                  <a:lnTo>
                    <a:pt x="7363206" y="0"/>
                  </a:lnTo>
                  <a:close/>
                </a:path>
                <a:path w="10424160" h="5213350">
                  <a:moveTo>
                    <a:pt x="7368539" y="0"/>
                  </a:moveTo>
                  <a:lnTo>
                    <a:pt x="7363206" y="0"/>
                  </a:lnTo>
                  <a:lnTo>
                    <a:pt x="7363206" y="19050"/>
                  </a:lnTo>
                  <a:lnTo>
                    <a:pt x="7368539" y="19050"/>
                  </a:lnTo>
                  <a:lnTo>
                    <a:pt x="7372731" y="14732"/>
                  </a:lnTo>
                  <a:lnTo>
                    <a:pt x="7372731" y="4318"/>
                  </a:lnTo>
                  <a:lnTo>
                    <a:pt x="7368539" y="0"/>
                  </a:lnTo>
                  <a:close/>
                </a:path>
                <a:path w="10424160" h="5213350">
                  <a:moveTo>
                    <a:pt x="7401306" y="0"/>
                  </a:moveTo>
                  <a:lnTo>
                    <a:pt x="7396099" y="0"/>
                  </a:lnTo>
                  <a:lnTo>
                    <a:pt x="7391781" y="4318"/>
                  </a:lnTo>
                  <a:lnTo>
                    <a:pt x="7391781" y="14732"/>
                  </a:lnTo>
                  <a:lnTo>
                    <a:pt x="7396099" y="19050"/>
                  </a:lnTo>
                  <a:lnTo>
                    <a:pt x="7401306" y="19050"/>
                  </a:lnTo>
                  <a:lnTo>
                    <a:pt x="7401306" y="0"/>
                  </a:lnTo>
                  <a:close/>
                </a:path>
                <a:path w="10424160" h="5213350">
                  <a:moveTo>
                    <a:pt x="7406639" y="0"/>
                  </a:moveTo>
                  <a:lnTo>
                    <a:pt x="7401433" y="0"/>
                  </a:lnTo>
                  <a:lnTo>
                    <a:pt x="7401433" y="19050"/>
                  </a:lnTo>
                  <a:lnTo>
                    <a:pt x="7406639" y="19050"/>
                  </a:lnTo>
                  <a:lnTo>
                    <a:pt x="7410958" y="14732"/>
                  </a:lnTo>
                  <a:lnTo>
                    <a:pt x="7410958" y="4318"/>
                  </a:lnTo>
                  <a:lnTo>
                    <a:pt x="7406639" y="0"/>
                  </a:lnTo>
                  <a:close/>
                </a:path>
                <a:path w="10424160" h="5213350">
                  <a:moveTo>
                    <a:pt x="7439533" y="0"/>
                  </a:moveTo>
                  <a:lnTo>
                    <a:pt x="7434199" y="0"/>
                  </a:lnTo>
                  <a:lnTo>
                    <a:pt x="7430008" y="4318"/>
                  </a:lnTo>
                  <a:lnTo>
                    <a:pt x="7430008" y="14732"/>
                  </a:lnTo>
                  <a:lnTo>
                    <a:pt x="7434199" y="19050"/>
                  </a:lnTo>
                  <a:lnTo>
                    <a:pt x="7439533" y="19050"/>
                  </a:lnTo>
                  <a:lnTo>
                    <a:pt x="7439533" y="0"/>
                  </a:lnTo>
                  <a:close/>
                </a:path>
                <a:path w="10424160" h="5213350">
                  <a:moveTo>
                    <a:pt x="7444739" y="0"/>
                  </a:moveTo>
                  <a:lnTo>
                    <a:pt x="7439533" y="0"/>
                  </a:lnTo>
                  <a:lnTo>
                    <a:pt x="7439533" y="19050"/>
                  </a:lnTo>
                  <a:lnTo>
                    <a:pt x="7444739" y="19050"/>
                  </a:lnTo>
                  <a:lnTo>
                    <a:pt x="7449058" y="14732"/>
                  </a:lnTo>
                  <a:lnTo>
                    <a:pt x="7449058" y="4318"/>
                  </a:lnTo>
                  <a:lnTo>
                    <a:pt x="7444739" y="0"/>
                  </a:lnTo>
                  <a:close/>
                </a:path>
                <a:path w="10424160" h="5213350">
                  <a:moveTo>
                    <a:pt x="7477633" y="0"/>
                  </a:moveTo>
                  <a:lnTo>
                    <a:pt x="7472299" y="0"/>
                  </a:lnTo>
                  <a:lnTo>
                    <a:pt x="7468108" y="4318"/>
                  </a:lnTo>
                  <a:lnTo>
                    <a:pt x="7468108" y="14732"/>
                  </a:lnTo>
                  <a:lnTo>
                    <a:pt x="7472299" y="19050"/>
                  </a:lnTo>
                  <a:lnTo>
                    <a:pt x="7477633" y="19050"/>
                  </a:lnTo>
                  <a:lnTo>
                    <a:pt x="7477633" y="0"/>
                  </a:lnTo>
                  <a:close/>
                </a:path>
                <a:path w="10424160" h="5213350">
                  <a:moveTo>
                    <a:pt x="7482839" y="0"/>
                  </a:moveTo>
                  <a:lnTo>
                    <a:pt x="7477633" y="0"/>
                  </a:lnTo>
                  <a:lnTo>
                    <a:pt x="7477633" y="19050"/>
                  </a:lnTo>
                  <a:lnTo>
                    <a:pt x="7482839" y="19050"/>
                  </a:lnTo>
                  <a:lnTo>
                    <a:pt x="7487158" y="14732"/>
                  </a:lnTo>
                  <a:lnTo>
                    <a:pt x="7487158" y="4318"/>
                  </a:lnTo>
                  <a:lnTo>
                    <a:pt x="7482839" y="0"/>
                  </a:lnTo>
                  <a:close/>
                </a:path>
                <a:path w="10424160" h="5213350">
                  <a:moveTo>
                    <a:pt x="7515733" y="0"/>
                  </a:moveTo>
                  <a:lnTo>
                    <a:pt x="7510399" y="0"/>
                  </a:lnTo>
                  <a:lnTo>
                    <a:pt x="7506208" y="4318"/>
                  </a:lnTo>
                  <a:lnTo>
                    <a:pt x="7506208" y="14732"/>
                  </a:lnTo>
                  <a:lnTo>
                    <a:pt x="7510399" y="19050"/>
                  </a:lnTo>
                  <a:lnTo>
                    <a:pt x="7515733" y="19050"/>
                  </a:lnTo>
                  <a:lnTo>
                    <a:pt x="7515733" y="0"/>
                  </a:lnTo>
                  <a:close/>
                </a:path>
                <a:path w="10424160" h="5213350">
                  <a:moveTo>
                    <a:pt x="7520939" y="0"/>
                  </a:moveTo>
                  <a:lnTo>
                    <a:pt x="7515733" y="0"/>
                  </a:lnTo>
                  <a:lnTo>
                    <a:pt x="7515733" y="19050"/>
                  </a:lnTo>
                  <a:lnTo>
                    <a:pt x="7520939" y="19050"/>
                  </a:lnTo>
                  <a:lnTo>
                    <a:pt x="7525258" y="14732"/>
                  </a:lnTo>
                  <a:lnTo>
                    <a:pt x="7525258" y="4318"/>
                  </a:lnTo>
                  <a:lnTo>
                    <a:pt x="7520939" y="0"/>
                  </a:lnTo>
                  <a:close/>
                </a:path>
                <a:path w="10424160" h="5213350">
                  <a:moveTo>
                    <a:pt x="7553833" y="0"/>
                  </a:moveTo>
                  <a:lnTo>
                    <a:pt x="7548626" y="0"/>
                  </a:lnTo>
                  <a:lnTo>
                    <a:pt x="7544308" y="4318"/>
                  </a:lnTo>
                  <a:lnTo>
                    <a:pt x="7544308" y="14732"/>
                  </a:lnTo>
                  <a:lnTo>
                    <a:pt x="7548626" y="19050"/>
                  </a:lnTo>
                  <a:lnTo>
                    <a:pt x="7553833" y="19050"/>
                  </a:lnTo>
                  <a:lnTo>
                    <a:pt x="7553833" y="0"/>
                  </a:lnTo>
                  <a:close/>
                </a:path>
                <a:path w="10424160" h="5213350">
                  <a:moveTo>
                    <a:pt x="7559166" y="0"/>
                  </a:moveTo>
                  <a:lnTo>
                    <a:pt x="7553833" y="0"/>
                  </a:lnTo>
                  <a:lnTo>
                    <a:pt x="7553833" y="19050"/>
                  </a:lnTo>
                  <a:lnTo>
                    <a:pt x="7559166" y="19050"/>
                  </a:lnTo>
                  <a:lnTo>
                    <a:pt x="7563358" y="14732"/>
                  </a:lnTo>
                  <a:lnTo>
                    <a:pt x="7563358" y="4318"/>
                  </a:lnTo>
                  <a:lnTo>
                    <a:pt x="7559166" y="0"/>
                  </a:lnTo>
                  <a:close/>
                </a:path>
                <a:path w="10424160" h="5213350">
                  <a:moveTo>
                    <a:pt x="7591933" y="0"/>
                  </a:moveTo>
                  <a:lnTo>
                    <a:pt x="7586726" y="0"/>
                  </a:lnTo>
                  <a:lnTo>
                    <a:pt x="7582408" y="4318"/>
                  </a:lnTo>
                  <a:lnTo>
                    <a:pt x="7582408" y="14732"/>
                  </a:lnTo>
                  <a:lnTo>
                    <a:pt x="7586726" y="19050"/>
                  </a:lnTo>
                  <a:lnTo>
                    <a:pt x="7591933" y="19050"/>
                  </a:lnTo>
                  <a:lnTo>
                    <a:pt x="7591933" y="0"/>
                  </a:lnTo>
                  <a:close/>
                </a:path>
                <a:path w="10424160" h="5213350">
                  <a:moveTo>
                    <a:pt x="7597266" y="0"/>
                  </a:moveTo>
                  <a:lnTo>
                    <a:pt x="7591933" y="0"/>
                  </a:lnTo>
                  <a:lnTo>
                    <a:pt x="7591933" y="19050"/>
                  </a:lnTo>
                  <a:lnTo>
                    <a:pt x="7597266" y="19050"/>
                  </a:lnTo>
                  <a:lnTo>
                    <a:pt x="7601458" y="14732"/>
                  </a:lnTo>
                  <a:lnTo>
                    <a:pt x="7601458" y="4318"/>
                  </a:lnTo>
                  <a:lnTo>
                    <a:pt x="7597266" y="0"/>
                  </a:lnTo>
                  <a:close/>
                </a:path>
                <a:path w="10424160" h="5213350">
                  <a:moveTo>
                    <a:pt x="7630033" y="0"/>
                  </a:moveTo>
                  <a:lnTo>
                    <a:pt x="7624826" y="0"/>
                  </a:lnTo>
                  <a:lnTo>
                    <a:pt x="7620508" y="4318"/>
                  </a:lnTo>
                  <a:lnTo>
                    <a:pt x="7620508" y="14732"/>
                  </a:lnTo>
                  <a:lnTo>
                    <a:pt x="7624826" y="19050"/>
                  </a:lnTo>
                  <a:lnTo>
                    <a:pt x="7630033" y="19050"/>
                  </a:lnTo>
                  <a:lnTo>
                    <a:pt x="7630033" y="0"/>
                  </a:lnTo>
                  <a:close/>
                </a:path>
                <a:path w="10424160" h="5213350">
                  <a:moveTo>
                    <a:pt x="7635366" y="0"/>
                  </a:moveTo>
                  <a:lnTo>
                    <a:pt x="7630033" y="0"/>
                  </a:lnTo>
                  <a:lnTo>
                    <a:pt x="7630033" y="19050"/>
                  </a:lnTo>
                  <a:lnTo>
                    <a:pt x="7635366" y="19050"/>
                  </a:lnTo>
                  <a:lnTo>
                    <a:pt x="7639558" y="14732"/>
                  </a:lnTo>
                  <a:lnTo>
                    <a:pt x="7639558" y="4318"/>
                  </a:lnTo>
                  <a:lnTo>
                    <a:pt x="7635366" y="0"/>
                  </a:lnTo>
                  <a:close/>
                </a:path>
                <a:path w="10424160" h="5213350">
                  <a:moveTo>
                    <a:pt x="7668133" y="0"/>
                  </a:moveTo>
                  <a:lnTo>
                    <a:pt x="7662926" y="0"/>
                  </a:lnTo>
                  <a:lnTo>
                    <a:pt x="7658608" y="4318"/>
                  </a:lnTo>
                  <a:lnTo>
                    <a:pt x="7658608" y="14732"/>
                  </a:lnTo>
                  <a:lnTo>
                    <a:pt x="7662926" y="19050"/>
                  </a:lnTo>
                  <a:lnTo>
                    <a:pt x="7668133" y="19050"/>
                  </a:lnTo>
                  <a:lnTo>
                    <a:pt x="7668133" y="0"/>
                  </a:lnTo>
                  <a:close/>
                </a:path>
                <a:path w="10424160" h="5213350">
                  <a:moveTo>
                    <a:pt x="7673466" y="0"/>
                  </a:moveTo>
                  <a:lnTo>
                    <a:pt x="7668259" y="0"/>
                  </a:lnTo>
                  <a:lnTo>
                    <a:pt x="7668259" y="19050"/>
                  </a:lnTo>
                  <a:lnTo>
                    <a:pt x="7673466" y="19050"/>
                  </a:lnTo>
                  <a:lnTo>
                    <a:pt x="7677784" y="14732"/>
                  </a:lnTo>
                  <a:lnTo>
                    <a:pt x="7677784" y="4318"/>
                  </a:lnTo>
                  <a:lnTo>
                    <a:pt x="7673466" y="0"/>
                  </a:lnTo>
                  <a:close/>
                </a:path>
                <a:path w="10424160" h="5213350">
                  <a:moveTo>
                    <a:pt x="7706359" y="0"/>
                  </a:moveTo>
                  <a:lnTo>
                    <a:pt x="7701026" y="0"/>
                  </a:lnTo>
                  <a:lnTo>
                    <a:pt x="7696834" y="4318"/>
                  </a:lnTo>
                  <a:lnTo>
                    <a:pt x="7696834" y="14732"/>
                  </a:lnTo>
                  <a:lnTo>
                    <a:pt x="7701026" y="19050"/>
                  </a:lnTo>
                  <a:lnTo>
                    <a:pt x="7706359" y="19050"/>
                  </a:lnTo>
                  <a:lnTo>
                    <a:pt x="7706359" y="0"/>
                  </a:lnTo>
                  <a:close/>
                </a:path>
                <a:path w="10424160" h="5213350">
                  <a:moveTo>
                    <a:pt x="7711566" y="0"/>
                  </a:moveTo>
                  <a:lnTo>
                    <a:pt x="7706359" y="0"/>
                  </a:lnTo>
                  <a:lnTo>
                    <a:pt x="7706359" y="19050"/>
                  </a:lnTo>
                  <a:lnTo>
                    <a:pt x="7711566" y="19050"/>
                  </a:lnTo>
                  <a:lnTo>
                    <a:pt x="7715884" y="14732"/>
                  </a:lnTo>
                  <a:lnTo>
                    <a:pt x="7715884" y="4318"/>
                  </a:lnTo>
                  <a:lnTo>
                    <a:pt x="7711566" y="0"/>
                  </a:lnTo>
                  <a:close/>
                </a:path>
                <a:path w="10424160" h="5213350">
                  <a:moveTo>
                    <a:pt x="7744459" y="0"/>
                  </a:moveTo>
                  <a:lnTo>
                    <a:pt x="7739126" y="0"/>
                  </a:lnTo>
                  <a:lnTo>
                    <a:pt x="7734934" y="4318"/>
                  </a:lnTo>
                  <a:lnTo>
                    <a:pt x="7734934" y="14732"/>
                  </a:lnTo>
                  <a:lnTo>
                    <a:pt x="7739126" y="19050"/>
                  </a:lnTo>
                  <a:lnTo>
                    <a:pt x="7744459" y="19050"/>
                  </a:lnTo>
                  <a:lnTo>
                    <a:pt x="7744459" y="0"/>
                  </a:lnTo>
                  <a:close/>
                </a:path>
                <a:path w="10424160" h="5213350">
                  <a:moveTo>
                    <a:pt x="7749666" y="0"/>
                  </a:moveTo>
                  <a:lnTo>
                    <a:pt x="7744459" y="0"/>
                  </a:lnTo>
                  <a:lnTo>
                    <a:pt x="7744459" y="19050"/>
                  </a:lnTo>
                  <a:lnTo>
                    <a:pt x="7749666" y="19050"/>
                  </a:lnTo>
                  <a:lnTo>
                    <a:pt x="7753984" y="14732"/>
                  </a:lnTo>
                  <a:lnTo>
                    <a:pt x="7753984" y="4318"/>
                  </a:lnTo>
                  <a:lnTo>
                    <a:pt x="7749666" y="0"/>
                  </a:lnTo>
                  <a:close/>
                </a:path>
                <a:path w="10424160" h="5213350">
                  <a:moveTo>
                    <a:pt x="7782559" y="0"/>
                  </a:moveTo>
                  <a:lnTo>
                    <a:pt x="7777353" y="0"/>
                  </a:lnTo>
                  <a:lnTo>
                    <a:pt x="7773034" y="4318"/>
                  </a:lnTo>
                  <a:lnTo>
                    <a:pt x="7773034" y="14732"/>
                  </a:lnTo>
                  <a:lnTo>
                    <a:pt x="7777353" y="19050"/>
                  </a:lnTo>
                  <a:lnTo>
                    <a:pt x="7782559" y="19050"/>
                  </a:lnTo>
                  <a:lnTo>
                    <a:pt x="7782559" y="0"/>
                  </a:lnTo>
                  <a:close/>
                </a:path>
                <a:path w="10424160" h="5213350">
                  <a:moveTo>
                    <a:pt x="7787766" y="0"/>
                  </a:moveTo>
                  <a:lnTo>
                    <a:pt x="7782559" y="0"/>
                  </a:lnTo>
                  <a:lnTo>
                    <a:pt x="7782559" y="19050"/>
                  </a:lnTo>
                  <a:lnTo>
                    <a:pt x="7787766" y="19050"/>
                  </a:lnTo>
                  <a:lnTo>
                    <a:pt x="7792084" y="14732"/>
                  </a:lnTo>
                  <a:lnTo>
                    <a:pt x="7792084" y="4318"/>
                  </a:lnTo>
                  <a:lnTo>
                    <a:pt x="7787766" y="0"/>
                  </a:lnTo>
                  <a:close/>
                </a:path>
                <a:path w="10424160" h="5213350">
                  <a:moveTo>
                    <a:pt x="7820659" y="0"/>
                  </a:moveTo>
                  <a:lnTo>
                    <a:pt x="7815453" y="0"/>
                  </a:lnTo>
                  <a:lnTo>
                    <a:pt x="7811134" y="4318"/>
                  </a:lnTo>
                  <a:lnTo>
                    <a:pt x="7811134" y="14732"/>
                  </a:lnTo>
                  <a:lnTo>
                    <a:pt x="7815453" y="19050"/>
                  </a:lnTo>
                  <a:lnTo>
                    <a:pt x="7820659" y="19050"/>
                  </a:lnTo>
                  <a:lnTo>
                    <a:pt x="7820659" y="0"/>
                  </a:lnTo>
                  <a:close/>
                </a:path>
                <a:path w="10424160" h="5213350">
                  <a:moveTo>
                    <a:pt x="7825993" y="0"/>
                  </a:moveTo>
                  <a:lnTo>
                    <a:pt x="7820659" y="0"/>
                  </a:lnTo>
                  <a:lnTo>
                    <a:pt x="7820659" y="19050"/>
                  </a:lnTo>
                  <a:lnTo>
                    <a:pt x="7825993" y="19050"/>
                  </a:lnTo>
                  <a:lnTo>
                    <a:pt x="7830184" y="14732"/>
                  </a:lnTo>
                  <a:lnTo>
                    <a:pt x="7830184" y="4318"/>
                  </a:lnTo>
                  <a:lnTo>
                    <a:pt x="7825993" y="0"/>
                  </a:lnTo>
                  <a:close/>
                </a:path>
                <a:path w="10424160" h="5213350">
                  <a:moveTo>
                    <a:pt x="7858759" y="0"/>
                  </a:moveTo>
                  <a:lnTo>
                    <a:pt x="7853553" y="0"/>
                  </a:lnTo>
                  <a:lnTo>
                    <a:pt x="7849234" y="4318"/>
                  </a:lnTo>
                  <a:lnTo>
                    <a:pt x="7849234" y="14732"/>
                  </a:lnTo>
                  <a:lnTo>
                    <a:pt x="7853553" y="19050"/>
                  </a:lnTo>
                  <a:lnTo>
                    <a:pt x="7858759" y="19050"/>
                  </a:lnTo>
                  <a:lnTo>
                    <a:pt x="7858759" y="0"/>
                  </a:lnTo>
                  <a:close/>
                </a:path>
                <a:path w="10424160" h="5213350">
                  <a:moveTo>
                    <a:pt x="7864093" y="0"/>
                  </a:moveTo>
                  <a:lnTo>
                    <a:pt x="7858759" y="0"/>
                  </a:lnTo>
                  <a:lnTo>
                    <a:pt x="7858759" y="19050"/>
                  </a:lnTo>
                  <a:lnTo>
                    <a:pt x="7864093" y="19050"/>
                  </a:lnTo>
                  <a:lnTo>
                    <a:pt x="7868284" y="14732"/>
                  </a:lnTo>
                  <a:lnTo>
                    <a:pt x="7868284" y="4318"/>
                  </a:lnTo>
                  <a:lnTo>
                    <a:pt x="7864093" y="0"/>
                  </a:lnTo>
                  <a:close/>
                </a:path>
                <a:path w="10424160" h="5213350">
                  <a:moveTo>
                    <a:pt x="7896859" y="0"/>
                  </a:moveTo>
                  <a:lnTo>
                    <a:pt x="7891653" y="0"/>
                  </a:lnTo>
                  <a:lnTo>
                    <a:pt x="7887334" y="4318"/>
                  </a:lnTo>
                  <a:lnTo>
                    <a:pt x="7887334" y="14732"/>
                  </a:lnTo>
                  <a:lnTo>
                    <a:pt x="7891653" y="19050"/>
                  </a:lnTo>
                  <a:lnTo>
                    <a:pt x="7896859" y="19050"/>
                  </a:lnTo>
                  <a:lnTo>
                    <a:pt x="7896859" y="0"/>
                  </a:lnTo>
                  <a:close/>
                </a:path>
                <a:path w="10424160" h="5213350">
                  <a:moveTo>
                    <a:pt x="7902193" y="0"/>
                  </a:moveTo>
                  <a:lnTo>
                    <a:pt x="7896986" y="0"/>
                  </a:lnTo>
                  <a:lnTo>
                    <a:pt x="7896986" y="19050"/>
                  </a:lnTo>
                  <a:lnTo>
                    <a:pt x="7902193" y="19050"/>
                  </a:lnTo>
                  <a:lnTo>
                    <a:pt x="7906511" y="14732"/>
                  </a:lnTo>
                  <a:lnTo>
                    <a:pt x="7906511" y="4318"/>
                  </a:lnTo>
                  <a:lnTo>
                    <a:pt x="7902193" y="0"/>
                  </a:lnTo>
                  <a:close/>
                </a:path>
                <a:path w="10424160" h="5213350">
                  <a:moveTo>
                    <a:pt x="7935086" y="0"/>
                  </a:moveTo>
                  <a:lnTo>
                    <a:pt x="7929753" y="0"/>
                  </a:lnTo>
                  <a:lnTo>
                    <a:pt x="7925561" y="4318"/>
                  </a:lnTo>
                  <a:lnTo>
                    <a:pt x="7925561" y="14732"/>
                  </a:lnTo>
                  <a:lnTo>
                    <a:pt x="7929753" y="19050"/>
                  </a:lnTo>
                  <a:lnTo>
                    <a:pt x="7935086" y="19050"/>
                  </a:lnTo>
                  <a:lnTo>
                    <a:pt x="7935086" y="0"/>
                  </a:lnTo>
                  <a:close/>
                </a:path>
                <a:path w="10424160" h="5213350">
                  <a:moveTo>
                    <a:pt x="7940293" y="0"/>
                  </a:moveTo>
                  <a:lnTo>
                    <a:pt x="7935086" y="0"/>
                  </a:lnTo>
                  <a:lnTo>
                    <a:pt x="7935086" y="19050"/>
                  </a:lnTo>
                  <a:lnTo>
                    <a:pt x="7940293" y="19050"/>
                  </a:lnTo>
                  <a:lnTo>
                    <a:pt x="7944611" y="14732"/>
                  </a:lnTo>
                  <a:lnTo>
                    <a:pt x="7944611" y="4318"/>
                  </a:lnTo>
                  <a:lnTo>
                    <a:pt x="7940293" y="0"/>
                  </a:lnTo>
                  <a:close/>
                </a:path>
                <a:path w="10424160" h="5213350">
                  <a:moveTo>
                    <a:pt x="7973186" y="0"/>
                  </a:moveTo>
                  <a:lnTo>
                    <a:pt x="7967853" y="0"/>
                  </a:lnTo>
                  <a:lnTo>
                    <a:pt x="7963661" y="4318"/>
                  </a:lnTo>
                  <a:lnTo>
                    <a:pt x="7963661" y="14732"/>
                  </a:lnTo>
                  <a:lnTo>
                    <a:pt x="7967853" y="19050"/>
                  </a:lnTo>
                  <a:lnTo>
                    <a:pt x="7973186" y="19050"/>
                  </a:lnTo>
                  <a:lnTo>
                    <a:pt x="7973186" y="0"/>
                  </a:lnTo>
                  <a:close/>
                </a:path>
                <a:path w="10424160" h="5213350">
                  <a:moveTo>
                    <a:pt x="7978393" y="0"/>
                  </a:moveTo>
                  <a:lnTo>
                    <a:pt x="7973186" y="0"/>
                  </a:lnTo>
                  <a:lnTo>
                    <a:pt x="7973186" y="19050"/>
                  </a:lnTo>
                  <a:lnTo>
                    <a:pt x="7978393" y="19050"/>
                  </a:lnTo>
                  <a:lnTo>
                    <a:pt x="7982711" y="14732"/>
                  </a:lnTo>
                  <a:lnTo>
                    <a:pt x="7982711" y="4318"/>
                  </a:lnTo>
                  <a:lnTo>
                    <a:pt x="7978393" y="0"/>
                  </a:lnTo>
                  <a:close/>
                </a:path>
                <a:path w="10424160" h="5213350">
                  <a:moveTo>
                    <a:pt x="8011286" y="0"/>
                  </a:moveTo>
                  <a:lnTo>
                    <a:pt x="8005953" y="0"/>
                  </a:lnTo>
                  <a:lnTo>
                    <a:pt x="8001761" y="4318"/>
                  </a:lnTo>
                  <a:lnTo>
                    <a:pt x="8001761" y="14732"/>
                  </a:lnTo>
                  <a:lnTo>
                    <a:pt x="8005953" y="19050"/>
                  </a:lnTo>
                  <a:lnTo>
                    <a:pt x="8011286" y="19050"/>
                  </a:lnTo>
                  <a:lnTo>
                    <a:pt x="8011286" y="0"/>
                  </a:lnTo>
                  <a:close/>
                </a:path>
                <a:path w="10424160" h="5213350">
                  <a:moveTo>
                    <a:pt x="8016493" y="0"/>
                  </a:moveTo>
                  <a:lnTo>
                    <a:pt x="8011286" y="0"/>
                  </a:lnTo>
                  <a:lnTo>
                    <a:pt x="8011286" y="19050"/>
                  </a:lnTo>
                  <a:lnTo>
                    <a:pt x="8016493" y="19050"/>
                  </a:lnTo>
                  <a:lnTo>
                    <a:pt x="8020811" y="14732"/>
                  </a:lnTo>
                  <a:lnTo>
                    <a:pt x="8020811" y="4318"/>
                  </a:lnTo>
                  <a:lnTo>
                    <a:pt x="8016493" y="0"/>
                  </a:lnTo>
                  <a:close/>
                </a:path>
                <a:path w="10424160" h="5213350">
                  <a:moveTo>
                    <a:pt x="8049386" y="0"/>
                  </a:moveTo>
                  <a:lnTo>
                    <a:pt x="8044180" y="0"/>
                  </a:lnTo>
                  <a:lnTo>
                    <a:pt x="8039861" y="4318"/>
                  </a:lnTo>
                  <a:lnTo>
                    <a:pt x="8039861" y="14732"/>
                  </a:lnTo>
                  <a:lnTo>
                    <a:pt x="8044180" y="19050"/>
                  </a:lnTo>
                  <a:lnTo>
                    <a:pt x="8049386" y="19050"/>
                  </a:lnTo>
                  <a:lnTo>
                    <a:pt x="8049386" y="0"/>
                  </a:lnTo>
                  <a:close/>
                </a:path>
                <a:path w="10424160" h="5213350">
                  <a:moveTo>
                    <a:pt x="8054721" y="0"/>
                  </a:moveTo>
                  <a:lnTo>
                    <a:pt x="8049386" y="0"/>
                  </a:lnTo>
                  <a:lnTo>
                    <a:pt x="8049386" y="19050"/>
                  </a:lnTo>
                  <a:lnTo>
                    <a:pt x="8054721" y="19050"/>
                  </a:lnTo>
                  <a:lnTo>
                    <a:pt x="8058911" y="14732"/>
                  </a:lnTo>
                  <a:lnTo>
                    <a:pt x="8058911" y="4318"/>
                  </a:lnTo>
                  <a:lnTo>
                    <a:pt x="8054721" y="0"/>
                  </a:lnTo>
                  <a:close/>
                </a:path>
                <a:path w="10424160" h="5213350">
                  <a:moveTo>
                    <a:pt x="8087486" y="0"/>
                  </a:moveTo>
                  <a:lnTo>
                    <a:pt x="8082280" y="0"/>
                  </a:lnTo>
                  <a:lnTo>
                    <a:pt x="8077961" y="4318"/>
                  </a:lnTo>
                  <a:lnTo>
                    <a:pt x="8077961" y="14732"/>
                  </a:lnTo>
                  <a:lnTo>
                    <a:pt x="8082280" y="19050"/>
                  </a:lnTo>
                  <a:lnTo>
                    <a:pt x="8087486" y="19050"/>
                  </a:lnTo>
                  <a:lnTo>
                    <a:pt x="8087486" y="0"/>
                  </a:lnTo>
                  <a:close/>
                </a:path>
                <a:path w="10424160" h="5213350">
                  <a:moveTo>
                    <a:pt x="8092821" y="0"/>
                  </a:moveTo>
                  <a:lnTo>
                    <a:pt x="8087486" y="0"/>
                  </a:lnTo>
                  <a:lnTo>
                    <a:pt x="8087486" y="19050"/>
                  </a:lnTo>
                  <a:lnTo>
                    <a:pt x="8092821" y="19050"/>
                  </a:lnTo>
                  <a:lnTo>
                    <a:pt x="8097011" y="14732"/>
                  </a:lnTo>
                  <a:lnTo>
                    <a:pt x="8097011" y="4318"/>
                  </a:lnTo>
                  <a:lnTo>
                    <a:pt x="8092821" y="0"/>
                  </a:lnTo>
                  <a:close/>
                </a:path>
                <a:path w="10424160" h="5213350">
                  <a:moveTo>
                    <a:pt x="8125586" y="0"/>
                  </a:moveTo>
                  <a:lnTo>
                    <a:pt x="8120380" y="0"/>
                  </a:lnTo>
                  <a:lnTo>
                    <a:pt x="8116061" y="4318"/>
                  </a:lnTo>
                  <a:lnTo>
                    <a:pt x="8116061" y="14732"/>
                  </a:lnTo>
                  <a:lnTo>
                    <a:pt x="8120380" y="19050"/>
                  </a:lnTo>
                  <a:lnTo>
                    <a:pt x="8125586" y="19050"/>
                  </a:lnTo>
                  <a:lnTo>
                    <a:pt x="8125586" y="0"/>
                  </a:lnTo>
                  <a:close/>
                </a:path>
                <a:path w="10424160" h="5213350">
                  <a:moveTo>
                    <a:pt x="8130921" y="0"/>
                  </a:moveTo>
                  <a:lnTo>
                    <a:pt x="8125586" y="0"/>
                  </a:lnTo>
                  <a:lnTo>
                    <a:pt x="8125586" y="19050"/>
                  </a:lnTo>
                  <a:lnTo>
                    <a:pt x="8130921" y="19050"/>
                  </a:lnTo>
                  <a:lnTo>
                    <a:pt x="8135111" y="14732"/>
                  </a:lnTo>
                  <a:lnTo>
                    <a:pt x="8135111" y="4318"/>
                  </a:lnTo>
                  <a:lnTo>
                    <a:pt x="8130921" y="0"/>
                  </a:lnTo>
                  <a:close/>
                </a:path>
                <a:path w="10424160" h="5213350">
                  <a:moveTo>
                    <a:pt x="8163686" y="0"/>
                  </a:moveTo>
                  <a:lnTo>
                    <a:pt x="8158480" y="0"/>
                  </a:lnTo>
                  <a:lnTo>
                    <a:pt x="8154161" y="4318"/>
                  </a:lnTo>
                  <a:lnTo>
                    <a:pt x="8154161" y="14732"/>
                  </a:lnTo>
                  <a:lnTo>
                    <a:pt x="8158480" y="19050"/>
                  </a:lnTo>
                  <a:lnTo>
                    <a:pt x="8163686" y="19050"/>
                  </a:lnTo>
                  <a:lnTo>
                    <a:pt x="8163686" y="0"/>
                  </a:lnTo>
                  <a:close/>
                </a:path>
                <a:path w="10424160" h="5213350">
                  <a:moveTo>
                    <a:pt x="8169021" y="0"/>
                  </a:moveTo>
                  <a:lnTo>
                    <a:pt x="8163813" y="0"/>
                  </a:lnTo>
                  <a:lnTo>
                    <a:pt x="8163813" y="19050"/>
                  </a:lnTo>
                  <a:lnTo>
                    <a:pt x="8169021" y="19050"/>
                  </a:lnTo>
                  <a:lnTo>
                    <a:pt x="8173338" y="14732"/>
                  </a:lnTo>
                  <a:lnTo>
                    <a:pt x="8173338" y="4318"/>
                  </a:lnTo>
                  <a:lnTo>
                    <a:pt x="8169021" y="0"/>
                  </a:lnTo>
                  <a:close/>
                </a:path>
                <a:path w="10424160" h="5213350">
                  <a:moveTo>
                    <a:pt x="8201913" y="0"/>
                  </a:moveTo>
                  <a:lnTo>
                    <a:pt x="8196580" y="0"/>
                  </a:lnTo>
                  <a:lnTo>
                    <a:pt x="8192388" y="4318"/>
                  </a:lnTo>
                  <a:lnTo>
                    <a:pt x="8192388" y="14732"/>
                  </a:lnTo>
                  <a:lnTo>
                    <a:pt x="8196580" y="19050"/>
                  </a:lnTo>
                  <a:lnTo>
                    <a:pt x="8201913" y="19050"/>
                  </a:lnTo>
                  <a:lnTo>
                    <a:pt x="8201913" y="0"/>
                  </a:lnTo>
                  <a:close/>
                </a:path>
                <a:path w="10424160" h="5213350">
                  <a:moveTo>
                    <a:pt x="8207121" y="0"/>
                  </a:moveTo>
                  <a:lnTo>
                    <a:pt x="8201913" y="0"/>
                  </a:lnTo>
                  <a:lnTo>
                    <a:pt x="8201913" y="19050"/>
                  </a:lnTo>
                  <a:lnTo>
                    <a:pt x="8207121" y="19050"/>
                  </a:lnTo>
                  <a:lnTo>
                    <a:pt x="8211438" y="14732"/>
                  </a:lnTo>
                  <a:lnTo>
                    <a:pt x="8211438" y="4318"/>
                  </a:lnTo>
                  <a:lnTo>
                    <a:pt x="8207121" y="0"/>
                  </a:lnTo>
                  <a:close/>
                </a:path>
                <a:path w="10424160" h="5213350">
                  <a:moveTo>
                    <a:pt x="8240013" y="0"/>
                  </a:moveTo>
                  <a:lnTo>
                    <a:pt x="8234680" y="0"/>
                  </a:lnTo>
                  <a:lnTo>
                    <a:pt x="8230488" y="4318"/>
                  </a:lnTo>
                  <a:lnTo>
                    <a:pt x="8230488" y="14732"/>
                  </a:lnTo>
                  <a:lnTo>
                    <a:pt x="8234680" y="19050"/>
                  </a:lnTo>
                  <a:lnTo>
                    <a:pt x="8240013" y="19050"/>
                  </a:lnTo>
                  <a:lnTo>
                    <a:pt x="8240013" y="0"/>
                  </a:lnTo>
                  <a:close/>
                </a:path>
                <a:path w="10424160" h="5213350">
                  <a:moveTo>
                    <a:pt x="8245221" y="0"/>
                  </a:moveTo>
                  <a:lnTo>
                    <a:pt x="8240013" y="0"/>
                  </a:lnTo>
                  <a:lnTo>
                    <a:pt x="8240013" y="19050"/>
                  </a:lnTo>
                  <a:lnTo>
                    <a:pt x="8245221" y="19050"/>
                  </a:lnTo>
                  <a:lnTo>
                    <a:pt x="8249538" y="14732"/>
                  </a:lnTo>
                  <a:lnTo>
                    <a:pt x="8249538" y="4318"/>
                  </a:lnTo>
                  <a:lnTo>
                    <a:pt x="8245221" y="0"/>
                  </a:lnTo>
                  <a:close/>
                </a:path>
                <a:path w="10424160" h="5213350">
                  <a:moveTo>
                    <a:pt x="8278113" y="0"/>
                  </a:moveTo>
                  <a:lnTo>
                    <a:pt x="8272907" y="0"/>
                  </a:lnTo>
                  <a:lnTo>
                    <a:pt x="8268588" y="4318"/>
                  </a:lnTo>
                  <a:lnTo>
                    <a:pt x="8268588" y="14732"/>
                  </a:lnTo>
                  <a:lnTo>
                    <a:pt x="8272907" y="19050"/>
                  </a:lnTo>
                  <a:lnTo>
                    <a:pt x="8278113" y="19050"/>
                  </a:lnTo>
                  <a:lnTo>
                    <a:pt x="8278113" y="0"/>
                  </a:lnTo>
                  <a:close/>
                </a:path>
                <a:path w="10424160" h="5213350">
                  <a:moveTo>
                    <a:pt x="8283448" y="0"/>
                  </a:moveTo>
                  <a:lnTo>
                    <a:pt x="8278113" y="0"/>
                  </a:lnTo>
                  <a:lnTo>
                    <a:pt x="8278113" y="19050"/>
                  </a:lnTo>
                  <a:lnTo>
                    <a:pt x="8283448" y="19050"/>
                  </a:lnTo>
                  <a:lnTo>
                    <a:pt x="8287638" y="14732"/>
                  </a:lnTo>
                  <a:lnTo>
                    <a:pt x="8287638" y="4318"/>
                  </a:lnTo>
                  <a:lnTo>
                    <a:pt x="8283448" y="0"/>
                  </a:lnTo>
                  <a:close/>
                </a:path>
                <a:path w="10424160" h="5213350">
                  <a:moveTo>
                    <a:pt x="8316213" y="0"/>
                  </a:moveTo>
                  <a:lnTo>
                    <a:pt x="8311007" y="0"/>
                  </a:lnTo>
                  <a:lnTo>
                    <a:pt x="8306688" y="4318"/>
                  </a:lnTo>
                  <a:lnTo>
                    <a:pt x="8306688" y="14732"/>
                  </a:lnTo>
                  <a:lnTo>
                    <a:pt x="8311007" y="19050"/>
                  </a:lnTo>
                  <a:lnTo>
                    <a:pt x="8316213" y="19050"/>
                  </a:lnTo>
                  <a:lnTo>
                    <a:pt x="8316213" y="0"/>
                  </a:lnTo>
                  <a:close/>
                </a:path>
                <a:path w="10424160" h="5213350">
                  <a:moveTo>
                    <a:pt x="8321548" y="0"/>
                  </a:moveTo>
                  <a:lnTo>
                    <a:pt x="8316213" y="0"/>
                  </a:lnTo>
                  <a:lnTo>
                    <a:pt x="8316213" y="19050"/>
                  </a:lnTo>
                  <a:lnTo>
                    <a:pt x="8321548" y="19050"/>
                  </a:lnTo>
                  <a:lnTo>
                    <a:pt x="8325738" y="14732"/>
                  </a:lnTo>
                  <a:lnTo>
                    <a:pt x="8325738" y="4318"/>
                  </a:lnTo>
                  <a:lnTo>
                    <a:pt x="8321548" y="0"/>
                  </a:lnTo>
                  <a:close/>
                </a:path>
                <a:path w="10424160" h="5213350">
                  <a:moveTo>
                    <a:pt x="8354313" y="0"/>
                  </a:moveTo>
                  <a:lnTo>
                    <a:pt x="8349107" y="0"/>
                  </a:lnTo>
                  <a:lnTo>
                    <a:pt x="8344788" y="4318"/>
                  </a:lnTo>
                  <a:lnTo>
                    <a:pt x="8344788" y="14732"/>
                  </a:lnTo>
                  <a:lnTo>
                    <a:pt x="8349107" y="19050"/>
                  </a:lnTo>
                  <a:lnTo>
                    <a:pt x="8354313" y="19050"/>
                  </a:lnTo>
                  <a:lnTo>
                    <a:pt x="8354313" y="0"/>
                  </a:lnTo>
                  <a:close/>
                </a:path>
                <a:path w="10424160" h="5213350">
                  <a:moveTo>
                    <a:pt x="8359648" y="0"/>
                  </a:moveTo>
                  <a:lnTo>
                    <a:pt x="8354313" y="0"/>
                  </a:lnTo>
                  <a:lnTo>
                    <a:pt x="8354313" y="19050"/>
                  </a:lnTo>
                  <a:lnTo>
                    <a:pt x="8359648" y="19050"/>
                  </a:lnTo>
                  <a:lnTo>
                    <a:pt x="8363838" y="14732"/>
                  </a:lnTo>
                  <a:lnTo>
                    <a:pt x="8363838" y="4318"/>
                  </a:lnTo>
                  <a:lnTo>
                    <a:pt x="8359648" y="0"/>
                  </a:lnTo>
                  <a:close/>
                </a:path>
                <a:path w="10424160" h="5213350">
                  <a:moveTo>
                    <a:pt x="8392414" y="0"/>
                  </a:moveTo>
                  <a:lnTo>
                    <a:pt x="8387207" y="0"/>
                  </a:lnTo>
                  <a:lnTo>
                    <a:pt x="8382888" y="4318"/>
                  </a:lnTo>
                  <a:lnTo>
                    <a:pt x="8382888" y="14732"/>
                  </a:lnTo>
                  <a:lnTo>
                    <a:pt x="8387207" y="19050"/>
                  </a:lnTo>
                  <a:lnTo>
                    <a:pt x="8392414" y="19050"/>
                  </a:lnTo>
                  <a:lnTo>
                    <a:pt x="8392414" y="0"/>
                  </a:lnTo>
                  <a:close/>
                </a:path>
                <a:path w="10424160" h="5213350">
                  <a:moveTo>
                    <a:pt x="8397748" y="0"/>
                  </a:moveTo>
                  <a:lnTo>
                    <a:pt x="8392541" y="0"/>
                  </a:lnTo>
                  <a:lnTo>
                    <a:pt x="8392541" y="19050"/>
                  </a:lnTo>
                  <a:lnTo>
                    <a:pt x="8397748" y="19050"/>
                  </a:lnTo>
                  <a:lnTo>
                    <a:pt x="8402066" y="14732"/>
                  </a:lnTo>
                  <a:lnTo>
                    <a:pt x="8402066" y="4318"/>
                  </a:lnTo>
                  <a:lnTo>
                    <a:pt x="8397748" y="0"/>
                  </a:lnTo>
                  <a:close/>
                </a:path>
                <a:path w="10424160" h="5213350">
                  <a:moveTo>
                    <a:pt x="8430641" y="0"/>
                  </a:moveTo>
                  <a:lnTo>
                    <a:pt x="8425307" y="0"/>
                  </a:lnTo>
                  <a:lnTo>
                    <a:pt x="8421116" y="4318"/>
                  </a:lnTo>
                  <a:lnTo>
                    <a:pt x="8421116" y="14732"/>
                  </a:lnTo>
                  <a:lnTo>
                    <a:pt x="8425307" y="19050"/>
                  </a:lnTo>
                  <a:lnTo>
                    <a:pt x="8430641" y="19050"/>
                  </a:lnTo>
                  <a:lnTo>
                    <a:pt x="8430641" y="0"/>
                  </a:lnTo>
                  <a:close/>
                </a:path>
                <a:path w="10424160" h="5213350">
                  <a:moveTo>
                    <a:pt x="8435848" y="0"/>
                  </a:moveTo>
                  <a:lnTo>
                    <a:pt x="8430641" y="0"/>
                  </a:lnTo>
                  <a:lnTo>
                    <a:pt x="8430641" y="19050"/>
                  </a:lnTo>
                  <a:lnTo>
                    <a:pt x="8435848" y="19050"/>
                  </a:lnTo>
                  <a:lnTo>
                    <a:pt x="8440166" y="14732"/>
                  </a:lnTo>
                  <a:lnTo>
                    <a:pt x="8440166" y="4318"/>
                  </a:lnTo>
                  <a:lnTo>
                    <a:pt x="8435848" y="0"/>
                  </a:lnTo>
                  <a:close/>
                </a:path>
                <a:path w="10424160" h="5213350">
                  <a:moveTo>
                    <a:pt x="8468741" y="0"/>
                  </a:moveTo>
                  <a:lnTo>
                    <a:pt x="8463407" y="0"/>
                  </a:lnTo>
                  <a:lnTo>
                    <a:pt x="8459216" y="4318"/>
                  </a:lnTo>
                  <a:lnTo>
                    <a:pt x="8459216" y="14732"/>
                  </a:lnTo>
                  <a:lnTo>
                    <a:pt x="8463407" y="19050"/>
                  </a:lnTo>
                  <a:lnTo>
                    <a:pt x="8468741" y="19050"/>
                  </a:lnTo>
                  <a:lnTo>
                    <a:pt x="8468741" y="0"/>
                  </a:lnTo>
                  <a:close/>
                </a:path>
                <a:path w="10424160" h="5213350">
                  <a:moveTo>
                    <a:pt x="8473948" y="0"/>
                  </a:moveTo>
                  <a:lnTo>
                    <a:pt x="8468741" y="0"/>
                  </a:lnTo>
                  <a:lnTo>
                    <a:pt x="8468741" y="19050"/>
                  </a:lnTo>
                  <a:lnTo>
                    <a:pt x="8473948" y="19050"/>
                  </a:lnTo>
                  <a:lnTo>
                    <a:pt x="8478266" y="14732"/>
                  </a:lnTo>
                  <a:lnTo>
                    <a:pt x="8478266" y="4318"/>
                  </a:lnTo>
                  <a:lnTo>
                    <a:pt x="8473948" y="0"/>
                  </a:lnTo>
                  <a:close/>
                </a:path>
                <a:path w="10424160" h="5213350">
                  <a:moveTo>
                    <a:pt x="8506841" y="0"/>
                  </a:moveTo>
                  <a:lnTo>
                    <a:pt x="8501507" y="0"/>
                  </a:lnTo>
                  <a:lnTo>
                    <a:pt x="8497316" y="4318"/>
                  </a:lnTo>
                  <a:lnTo>
                    <a:pt x="8497316" y="14732"/>
                  </a:lnTo>
                  <a:lnTo>
                    <a:pt x="8501507" y="19050"/>
                  </a:lnTo>
                  <a:lnTo>
                    <a:pt x="8506841" y="19050"/>
                  </a:lnTo>
                  <a:lnTo>
                    <a:pt x="8506841" y="0"/>
                  </a:lnTo>
                  <a:close/>
                </a:path>
                <a:path w="10424160" h="5213350">
                  <a:moveTo>
                    <a:pt x="8512048" y="0"/>
                  </a:moveTo>
                  <a:lnTo>
                    <a:pt x="8506841" y="0"/>
                  </a:lnTo>
                  <a:lnTo>
                    <a:pt x="8506841" y="19050"/>
                  </a:lnTo>
                  <a:lnTo>
                    <a:pt x="8512048" y="19050"/>
                  </a:lnTo>
                  <a:lnTo>
                    <a:pt x="8516366" y="14732"/>
                  </a:lnTo>
                  <a:lnTo>
                    <a:pt x="8516366" y="4318"/>
                  </a:lnTo>
                  <a:lnTo>
                    <a:pt x="8512048" y="0"/>
                  </a:lnTo>
                  <a:close/>
                </a:path>
                <a:path w="10424160" h="5213350">
                  <a:moveTo>
                    <a:pt x="8544941" y="0"/>
                  </a:moveTo>
                  <a:lnTo>
                    <a:pt x="8539734" y="0"/>
                  </a:lnTo>
                  <a:lnTo>
                    <a:pt x="8535416" y="4318"/>
                  </a:lnTo>
                  <a:lnTo>
                    <a:pt x="8535416" y="14732"/>
                  </a:lnTo>
                  <a:lnTo>
                    <a:pt x="8539734" y="19050"/>
                  </a:lnTo>
                  <a:lnTo>
                    <a:pt x="8544941" y="19050"/>
                  </a:lnTo>
                  <a:lnTo>
                    <a:pt x="8544941" y="0"/>
                  </a:lnTo>
                  <a:close/>
                </a:path>
                <a:path w="10424160" h="5213350">
                  <a:moveTo>
                    <a:pt x="8550275" y="0"/>
                  </a:moveTo>
                  <a:lnTo>
                    <a:pt x="8544941" y="0"/>
                  </a:lnTo>
                  <a:lnTo>
                    <a:pt x="8544941" y="19050"/>
                  </a:lnTo>
                  <a:lnTo>
                    <a:pt x="8550275" y="19050"/>
                  </a:lnTo>
                  <a:lnTo>
                    <a:pt x="8554466" y="14732"/>
                  </a:lnTo>
                  <a:lnTo>
                    <a:pt x="8554466" y="4318"/>
                  </a:lnTo>
                  <a:lnTo>
                    <a:pt x="8550275" y="0"/>
                  </a:lnTo>
                  <a:close/>
                </a:path>
                <a:path w="10424160" h="5213350">
                  <a:moveTo>
                    <a:pt x="8583041" y="0"/>
                  </a:moveTo>
                  <a:lnTo>
                    <a:pt x="8577834" y="0"/>
                  </a:lnTo>
                  <a:lnTo>
                    <a:pt x="8573516" y="4318"/>
                  </a:lnTo>
                  <a:lnTo>
                    <a:pt x="8573516" y="14732"/>
                  </a:lnTo>
                  <a:lnTo>
                    <a:pt x="8577834" y="19050"/>
                  </a:lnTo>
                  <a:lnTo>
                    <a:pt x="8583041" y="19050"/>
                  </a:lnTo>
                  <a:lnTo>
                    <a:pt x="8583041" y="0"/>
                  </a:lnTo>
                  <a:close/>
                </a:path>
                <a:path w="10424160" h="5213350">
                  <a:moveTo>
                    <a:pt x="8588375" y="0"/>
                  </a:moveTo>
                  <a:lnTo>
                    <a:pt x="8583041" y="0"/>
                  </a:lnTo>
                  <a:lnTo>
                    <a:pt x="8583041" y="19050"/>
                  </a:lnTo>
                  <a:lnTo>
                    <a:pt x="8588375" y="19050"/>
                  </a:lnTo>
                  <a:lnTo>
                    <a:pt x="8592566" y="14732"/>
                  </a:lnTo>
                  <a:lnTo>
                    <a:pt x="8592566" y="4318"/>
                  </a:lnTo>
                  <a:lnTo>
                    <a:pt x="8588375" y="0"/>
                  </a:lnTo>
                  <a:close/>
                </a:path>
                <a:path w="10424160" h="5213350">
                  <a:moveTo>
                    <a:pt x="8621141" y="0"/>
                  </a:moveTo>
                  <a:lnTo>
                    <a:pt x="8615934" y="0"/>
                  </a:lnTo>
                  <a:lnTo>
                    <a:pt x="8611616" y="4318"/>
                  </a:lnTo>
                  <a:lnTo>
                    <a:pt x="8611616" y="14732"/>
                  </a:lnTo>
                  <a:lnTo>
                    <a:pt x="8615934" y="19050"/>
                  </a:lnTo>
                  <a:lnTo>
                    <a:pt x="8621141" y="19050"/>
                  </a:lnTo>
                  <a:lnTo>
                    <a:pt x="8621141" y="0"/>
                  </a:lnTo>
                  <a:close/>
                </a:path>
                <a:path w="10424160" h="5213350">
                  <a:moveTo>
                    <a:pt x="8626475" y="0"/>
                  </a:moveTo>
                  <a:lnTo>
                    <a:pt x="8621267" y="0"/>
                  </a:lnTo>
                  <a:lnTo>
                    <a:pt x="8621267" y="19050"/>
                  </a:lnTo>
                  <a:lnTo>
                    <a:pt x="8626475" y="19050"/>
                  </a:lnTo>
                  <a:lnTo>
                    <a:pt x="8630792" y="14732"/>
                  </a:lnTo>
                  <a:lnTo>
                    <a:pt x="8630792" y="4318"/>
                  </a:lnTo>
                  <a:lnTo>
                    <a:pt x="8626475" y="0"/>
                  </a:lnTo>
                  <a:close/>
                </a:path>
                <a:path w="10424160" h="5213350">
                  <a:moveTo>
                    <a:pt x="8659367" y="0"/>
                  </a:moveTo>
                  <a:lnTo>
                    <a:pt x="8654034" y="0"/>
                  </a:lnTo>
                  <a:lnTo>
                    <a:pt x="8649842" y="4318"/>
                  </a:lnTo>
                  <a:lnTo>
                    <a:pt x="8649842" y="14732"/>
                  </a:lnTo>
                  <a:lnTo>
                    <a:pt x="8654034" y="19050"/>
                  </a:lnTo>
                  <a:lnTo>
                    <a:pt x="8659367" y="19050"/>
                  </a:lnTo>
                  <a:lnTo>
                    <a:pt x="8659367" y="0"/>
                  </a:lnTo>
                  <a:close/>
                </a:path>
                <a:path w="10424160" h="5213350">
                  <a:moveTo>
                    <a:pt x="8664575" y="0"/>
                  </a:moveTo>
                  <a:lnTo>
                    <a:pt x="8659367" y="0"/>
                  </a:lnTo>
                  <a:lnTo>
                    <a:pt x="8659367" y="19050"/>
                  </a:lnTo>
                  <a:lnTo>
                    <a:pt x="8664575" y="19050"/>
                  </a:lnTo>
                  <a:lnTo>
                    <a:pt x="8668892" y="14732"/>
                  </a:lnTo>
                  <a:lnTo>
                    <a:pt x="8668892" y="4318"/>
                  </a:lnTo>
                  <a:lnTo>
                    <a:pt x="8664575" y="0"/>
                  </a:lnTo>
                  <a:close/>
                </a:path>
                <a:path w="10424160" h="5213350">
                  <a:moveTo>
                    <a:pt x="8697467" y="0"/>
                  </a:moveTo>
                  <a:lnTo>
                    <a:pt x="8692134" y="0"/>
                  </a:lnTo>
                  <a:lnTo>
                    <a:pt x="8687942" y="4318"/>
                  </a:lnTo>
                  <a:lnTo>
                    <a:pt x="8687942" y="14732"/>
                  </a:lnTo>
                  <a:lnTo>
                    <a:pt x="8692134" y="19050"/>
                  </a:lnTo>
                  <a:lnTo>
                    <a:pt x="8697467" y="19050"/>
                  </a:lnTo>
                  <a:lnTo>
                    <a:pt x="8697467" y="0"/>
                  </a:lnTo>
                  <a:close/>
                </a:path>
                <a:path w="10424160" h="5213350">
                  <a:moveTo>
                    <a:pt x="8702675" y="0"/>
                  </a:moveTo>
                  <a:lnTo>
                    <a:pt x="8697467" y="0"/>
                  </a:lnTo>
                  <a:lnTo>
                    <a:pt x="8697467" y="19050"/>
                  </a:lnTo>
                  <a:lnTo>
                    <a:pt x="8702675" y="19050"/>
                  </a:lnTo>
                  <a:lnTo>
                    <a:pt x="8706992" y="14732"/>
                  </a:lnTo>
                  <a:lnTo>
                    <a:pt x="8706992" y="4318"/>
                  </a:lnTo>
                  <a:lnTo>
                    <a:pt x="8702675" y="0"/>
                  </a:lnTo>
                  <a:close/>
                </a:path>
                <a:path w="10424160" h="5213350">
                  <a:moveTo>
                    <a:pt x="8735567" y="0"/>
                  </a:moveTo>
                  <a:lnTo>
                    <a:pt x="8730234" y="0"/>
                  </a:lnTo>
                  <a:lnTo>
                    <a:pt x="8726042" y="4318"/>
                  </a:lnTo>
                  <a:lnTo>
                    <a:pt x="8726042" y="14732"/>
                  </a:lnTo>
                  <a:lnTo>
                    <a:pt x="8730234" y="19050"/>
                  </a:lnTo>
                  <a:lnTo>
                    <a:pt x="8735567" y="19050"/>
                  </a:lnTo>
                  <a:lnTo>
                    <a:pt x="8735567" y="0"/>
                  </a:lnTo>
                  <a:close/>
                </a:path>
                <a:path w="10424160" h="5213350">
                  <a:moveTo>
                    <a:pt x="8740775" y="0"/>
                  </a:moveTo>
                  <a:lnTo>
                    <a:pt x="8735567" y="0"/>
                  </a:lnTo>
                  <a:lnTo>
                    <a:pt x="8735567" y="19050"/>
                  </a:lnTo>
                  <a:lnTo>
                    <a:pt x="8740775" y="19050"/>
                  </a:lnTo>
                  <a:lnTo>
                    <a:pt x="8745092" y="14732"/>
                  </a:lnTo>
                  <a:lnTo>
                    <a:pt x="8745092" y="4318"/>
                  </a:lnTo>
                  <a:lnTo>
                    <a:pt x="8740775" y="0"/>
                  </a:lnTo>
                  <a:close/>
                </a:path>
                <a:path w="10424160" h="5213350">
                  <a:moveTo>
                    <a:pt x="8773667" y="0"/>
                  </a:moveTo>
                  <a:lnTo>
                    <a:pt x="8768461" y="0"/>
                  </a:lnTo>
                  <a:lnTo>
                    <a:pt x="8764142" y="4318"/>
                  </a:lnTo>
                  <a:lnTo>
                    <a:pt x="8764142" y="14732"/>
                  </a:lnTo>
                  <a:lnTo>
                    <a:pt x="8768461" y="19050"/>
                  </a:lnTo>
                  <a:lnTo>
                    <a:pt x="8773667" y="19050"/>
                  </a:lnTo>
                  <a:lnTo>
                    <a:pt x="8773667" y="0"/>
                  </a:lnTo>
                  <a:close/>
                </a:path>
                <a:path w="10424160" h="5213350">
                  <a:moveTo>
                    <a:pt x="8779002" y="0"/>
                  </a:moveTo>
                  <a:lnTo>
                    <a:pt x="8773667" y="0"/>
                  </a:lnTo>
                  <a:lnTo>
                    <a:pt x="8773667" y="19050"/>
                  </a:lnTo>
                  <a:lnTo>
                    <a:pt x="8779002" y="19050"/>
                  </a:lnTo>
                  <a:lnTo>
                    <a:pt x="8783192" y="14732"/>
                  </a:lnTo>
                  <a:lnTo>
                    <a:pt x="8783192" y="4318"/>
                  </a:lnTo>
                  <a:lnTo>
                    <a:pt x="8779002" y="0"/>
                  </a:lnTo>
                  <a:close/>
                </a:path>
                <a:path w="10424160" h="5213350">
                  <a:moveTo>
                    <a:pt x="8811767" y="0"/>
                  </a:moveTo>
                  <a:lnTo>
                    <a:pt x="8806561" y="0"/>
                  </a:lnTo>
                  <a:lnTo>
                    <a:pt x="8802242" y="4318"/>
                  </a:lnTo>
                  <a:lnTo>
                    <a:pt x="8802242" y="14732"/>
                  </a:lnTo>
                  <a:lnTo>
                    <a:pt x="8806561" y="19050"/>
                  </a:lnTo>
                  <a:lnTo>
                    <a:pt x="8811767" y="19050"/>
                  </a:lnTo>
                  <a:lnTo>
                    <a:pt x="8811767" y="0"/>
                  </a:lnTo>
                  <a:close/>
                </a:path>
                <a:path w="10424160" h="5213350">
                  <a:moveTo>
                    <a:pt x="8817102" y="0"/>
                  </a:moveTo>
                  <a:lnTo>
                    <a:pt x="8811767" y="0"/>
                  </a:lnTo>
                  <a:lnTo>
                    <a:pt x="8811767" y="19050"/>
                  </a:lnTo>
                  <a:lnTo>
                    <a:pt x="8817102" y="19050"/>
                  </a:lnTo>
                  <a:lnTo>
                    <a:pt x="8821292" y="14732"/>
                  </a:lnTo>
                  <a:lnTo>
                    <a:pt x="8821292" y="4318"/>
                  </a:lnTo>
                  <a:lnTo>
                    <a:pt x="8817102" y="0"/>
                  </a:lnTo>
                  <a:close/>
                </a:path>
                <a:path w="10424160" h="5213350">
                  <a:moveTo>
                    <a:pt x="8849867" y="0"/>
                  </a:moveTo>
                  <a:lnTo>
                    <a:pt x="8844661" y="0"/>
                  </a:lnTo>
                  <a:lnTo>
                    <a:pt x="8840342" y="4318"/>
                  </a:lnTo>
                  <a:lnTo>
                    <a:pt x="8840342" y="14732"/>
                  </a:lnTo>
                  <a:lnTo>
                    <a:pt x="8844661" y="19050"/>
                  </a:lnTo>
                  <a:lnTo>
                    <a:pt x="8849867" y="19050"/>
                  </a:lnTo>
                  <a:lnTo>
                    <a:pt x="8849867" y="0"/>
                  </a:lnTo>
                  <a:close/>
                </a:path>
                <a:path w="10424160" h="5213350">
                  <a:moveTo>
                    <a:pt x="8855202" y="0"/>
                  </a:moveTo>
                  <a:lnTo>
                    <a:pt x="8849867" y="0"/>
                  </a:lnTo>
                  <a:lnTo>
                    <a:pt x="8849867" y="19050"/>
                  </a:lnTo>
                  <a:lnTo>
                    <a:pt x="8855202" y="19050"/>
                  </a:lnTo>
                  <a:lnTo>
                    <a:pt x="8859392" y="14732"/>
                  </a:lnTo>
                  <a:lnTo>
                    <a:pt x="8859392" y="4318"/>
                  </a:lnTo>
                  <a:lnTo>
                    <a:pt x="8855202" y="0"/>
                  </a:lnTo>
                  <a:close/>
                </a:path>
                <a:path w="10424160" h="5213350">
                  <a:moveTo>
                    <a:pt x="8887967" y="0"/>
                  </a:moveTo>
                  <a:lnTo>
                    <a:pt x="8882761" y="0"/>
                  </a:lnTo>
                  <a:lnTo>
                    <a:pt x="8878442" y="4318"/>
                  </a:lnTo>
                  <a:lnTo>
                    <a:pt x="8878442" y="14732"/>
                  </a:lnTo>
                  <a:lnTo>
                    <a:pt x="8882761" y="19050"/>
                  </a:lnTo>
                  <a:lnTo>
                    <a:pt x="8887967" y="19050"/>
                  </a:lnTo>
                  <a:lnTo>
                    <a:pt x="8887967" y="0"/>
                  </a:lnTo>
                  <a:close/>
                </a:path>
                <a:path w="10424160" h="5213350">
                  <a:moveTo>
                    <a:pt x="8893302" y="0"/>
                  </a:moveTo>
                  <a:lnTo>
                    <a:pt x="8888094" y="0"/>
                  </a:lnTo>
                  <a:lnTo>
                    <a:pt x="8888094" y="19050"/>
                  </a:lnTo>
                  <a:lnTo>
                    <a:pt x="8893302" y="19050"/>
                  </a:lnTo>
                  <a:lnTo>
                    <a:pt x="8897619" y="14732"/>
                  </a:lnTo>
                  <a:lnTo>
                    <a:pt x="8897619" y="4318"/>
                  </a:lnTo>
                  <a:lnTo>
                    <a:pt x="8893302" y="0"/>
                  </a:lnTo>
                  <a:close/>
                </a:path>
                <a:path w="10424160" h="5213350">
                  <a:moveTo>
                    <a:pt x="8926194" y="0"/>
                  </a:moveTo>
                  <a:lnTo>
                    <a:pt x="8920861" y="0"/>
                  </a:lnTo>
                  <a:lnTo>
                    <a:pt x="8916669" y="4318"/>
                  </a:lnTo>
                  <a:lnTo>
                    <a:pt x="8916669" y="14732"/>
                  </a:lnTo>
                  <a:lnTo>
                    <a:pt x="8920861" y="19050"/>
                  </a:lnTo>
                  <a:lnTo>
                    <a:pt x="8926194" y="19050"/>
                  </a:lnTo>
                  <a:lnTo>
                    <a:pt x="8926194" y="0"/>
                  </a:lnTo>
                  <a:close/>
                </a:path>
                <a:path w="10424160" h="5213350">
                  <a:moveTo>
                    <a:pt x="8931402" y="0"/>
                  </a:moveTo>
                  <a:lnTo>
                    <a:pt x="8926194" y="0"/>
                  </a:lnTo>
                  <a:lnTo>
                    <a:pt x="8926194" y="19050"/>
                  </a:lnTo>
                  <a:lnTo>
                    <a:pt x="8931402" y="19050"/>
                  </a:lnTo>
                  <a:lnTo>
                    <a:pt x="8935719" y="14732"/>
                  </a:lnTo>
                  <a:lnTo>
                    <a:pt x="8935719" y="4318"/>
                  </a:lnTo>
                  <a:lnTo>
                    <a:pt x="8931402" y="0"/>
                  </a:lnTo>
                  <a:close/>
                </a:path>
                <a:path w="10424160" h="5213350">
                  <a:moveTo>
                    <a:pt x="8964294" y="0"/>
                  </a:moveTo>
                  <a:lnTo>
                    <a:pt x="8958961" y="0"/>
                  </a:lnTo>
                  <a:lnTo>
                    <a:pt x="8954769" y="4318"/>
                  </a:lnTo>
                  <a:lnTo>
                    <a:pt x="8954769" y="14732"/>
                  </a:lnTo>
                  <a:lnTo>
                    <a:pt x="8958961" y="19050"/>
                  </a:lnTo>
                  <a:lnTo>
                    <a:pt x="8964294" y="19050"/>
                  </a:lnTo>
                  <a:lnTo>
                    <a:pt x="8964294" y="0"/>
                  </a:lnTo>
                  <a:close/>
                </a:path>
                <a:path w="10424160" h="5213350">
                  <a:moveTo>
                    <a:pt x="8969502" y="0"/>
                  </a:moveTo>
                  <a:lnTo>
                    <a:pt x="8964294" y="0"/>
                  </a:lnTo>
                  <a:lnTo>
                    <a:pt x="8964294" y="19050"/>
                  </a:lnTo>
                  <a:lnTo>
                    <a:pt x="8969502" y="19050"/>
                  </a:lnTo>
                  <a:lnTo>
                    <a:pt x="8973819" y="14732"/>
                  </a:lnTo>
                  <a:lnTo>
                    <a:pt x="8973819" y="4318"/>
                  </a:lnTo>
                  <a:lnTo>
                    <a:pt x="8969502" y="0"/>
                  </a:lnTo>
                  <a:close/>
                </a:path>
                <a:path w="10424160" h="5213350">
                  <a:moveTo>
                    <a:pt x="9002394" y="0"/>
                  </a:moveTo>
                  <a:lnTo>
                    <a:pt x="8997188" y="0"/>
                  </a:lnTo>
                  <a:lnTo>
                    <a:pt x="8992869" y="4318"/>
                  </a:lnTo>
                  <a:lnTo>
                    <a:pt x="8992869" y="14732"/>
                  </a:lnTo>
                  <a:lnTo>
                    <a:pt x="8997188" y="19050"/>
                  </a:lnTo>
                  <a:lnTo>
                    <a:pt x="9002394" y="19050"/>
                  </a:lnTo>
                  <a:lnTo>
                    <a:pt x="9002394" y="0"/>
                  </a:lnTo>
                  <a:close/>
                </a:path>
                <a:path w="10424160" h="5213350">
                  <a:moveTo>
                    <a:pt x="9007729" y="0"/>
                  </a:moveTo>
                  <a:lnTo>
                    <a:pt x="9002394" y="0"/>
                  </a:lnTo>
                  <a:lnTo>
                    <a:pt x="9002394" y="19050"/>
                  </a:lnTo>
                  <a:lnTo>
                    <a:pt x="9007729" y="19050"/>
                  </a:lnTo>
                  <a:lnTo>
                    <a:pt x="9011919" y="14732"/>
                  </a:lnTo>
                  <a:lnTo>
                    <a:pt x="9011919" y="4318"/>
                  </a:lnTo>
                  <a:lnTo>
                    <a:pt x="9007729" y="0"/>
                  </a:lnTo>
                  <a:close/>
                </a:path>
                <a:path w="10424160" h="5213350">
                  <a:moveTo>
                    <a:pt x="9040494" y="0"/>
                  </a:moveTo>
                  <a:lnTo>
                    <a:pt x="9035288" y="0"/>
                  </a:lnTo>
                  <a:lnTo>
                    <a:pt x="9030969" y="4318"/>
                  </a:lnTo>
                  <a:lnTo>
                    <a:pt x="9030969" y="14732"/>
                  </a:lnTo>
                  <a:lnTo>
                    <a:pt x="9035288" y="19050"/>
                  </a:lnTo>
                  <a:lnTo>
                    <a:pt x="9040494" y="19050"/>
                  </a:lnTo>
                  <a:lnTo>
                    <a:pt x="9040494" y="0"/>
                  </a:lnTo>
                  <a:close/>
                </a:path>
                <a:path w="10424160" h="5213350">
                  <a:moveTo>
                    <a:pt x="9045829" y="0"/>
                  </a:moveTo>
                  <a:lnTo>
                    <a:pt x="9040494" y="0"/>
                  </a:lnTo>
                  <a:lnTo>
                    <a:pt x="9040494" y="19050"/>
                  </a:lnTo>
                  <a:lnTo>
                    <a:pt x="9045829" y="19050"/>
                  </a:lnTo>
                  <a:lnTo>
                    <a:pt x="9050019" y="14732"/>
                  </a:lnTo>
                  <a:lnTo>
                    <a:pt x="9050019" y="4318"/>
                  </a:lnTo>
                  <a:lnTo>
                    <a:pt x="9045829" y="0"/>
                  </a:lnTo>
                  <a:close/>
                </a:path>
                <a:path w="10424160" h="5213350">
                  <a:moveTo>
                    <a:pt x="9078594" y="0"/>
                  </a:moveTo>
                  <a:lnTo>
                    <a:pt x="9073388" y="0"/>
                  </a:lnTo>
                  <a:lnTo>
                    <a:pt x="9069069" y="4318"/>
                  </a:lnTo>
                  <a:lnTo>
                    <a:pt x="9069069" y="14732"/>
                  </a:lnTo>
                  <a:lnTo>
                    <a:pt x="9073388" y="19050"/>
                  </a:lnTo>
                  <a:lnTo>
                    <a:pt x="9078594" y="19050"/>
                  </a:lnTo>
                  <a:lnTo>
                    <a:pt x="9078594" y="0"/>
                  </a:lnTo>
                  <a:close/>
                </a:path>
                <a:path w="10424160" h="5213350">
                  <a:moveTo>
                    <a:pt x="9083929" y="0"/>
                  </a:moveTo>
                  <a:lnTo>
                    <a:pt x="9078594" y="0"/>
                  </a:lnTo>
                  <a:lnTo>
                    <a:pt x="9078594" y="19050"/>
                  </a:lnTo>
                  <a:lnTo>
                    <a:pt x="9083929" y="19050"/>
                  </a:lnTo>
                  <a:lnTo>
                    <a:pt x="9088119" y="14732"/>
                  </a:lnTo>
                  <a:lnTo>
                    <a:pt x="9088119" y="4318"/>
                  </a:lnTo>
                  <a:lnTo>
                    <a:pt x="9083929" y="0"/>
                  </a:lnTo>
                  <a:close/>
                </a:path>
                <a:path w="10424160" h="5213350">
                  <a:moveTo>
                    <a:pt x="9116694" y="0"/>
                  </a:moveTo>
                  <a:lnTo>
                    <a:pt x="9111488" y="0"/>
                  </a:lnTo>
                  <a:lnTo>
                    <a:pt x="9107169" y="4318"/>
                  </a:lnTo>
                  <a:lnTo>
                    <a:pt x="9107169" y="14732"/>
                  </a:lnTo>
                  <a:lnTo>
                    <a:pt x="9111488" y="19050"/>
                  </a:lnTo>
                  <a:lnTo>
                    <a:pt x="9116694" y="19050"/>
                  </a:lnTo>
                  <a:lnTo>
                    <a:pt x="9116694" y="0"/>
                  </a:lnTo>
                  <a:close/>
                </a:path>
                <a:path w="10424160" h="5213350">
                  <a:moveTo>
                    <a:pt x="9116822" y="12700"/>
                  </a:moveTo>
                  <a:lnTo>
                    <a:pt x="9116694" y="12700"/>
                  </a:lnTo>
                  <a:lnTo>
                    <a:pt x="9116694" y="19050"/>
                  </a:lnTo>
                  <a:lnTo>
                    <a:pt x="9116822" y="19050"/>
                  </a:lnTo>
                  <a:lnTo>
                    <a:pt x="9116822" y="12700"/>
                  </a:lnTo>
                  <a:close/>
                </a:path>
                <a:path w="10424160" h="5213350">
                  <a:moveTo>
                    <a:pt x="9122029" y="0"/>
                  </a:moveTo>
                  <a:lnTo>
                    <a:pt x="9116822" y="0"/>
                  </a:lnTo>
                  <a:lnTo>
                    <a:pt x="9116822" y="19050"/>
                  </a:lnTo>
                  <a:lnTo>
                    <a:pt x="9122029" y="19050"/>
                  </a:lnTo>
                  <a:lnTo>
                    <a:pt x="9126347" y="14732"/>
                  </a:lnTo>
                  <a:lnTo>
                    <a:pt x="9126347" y="4318"/>
                  </a:lnTo>
                  <a:lnTo>
                    <a:pt x="9122029" y="0"/>
                  </a:lnTo>
                  <a:close/>
                </a:path>
                <a:path w="10424160" h="5213350">
                  <a:moveTo>
                    <a:pt x="9116822" y="0"/>
                  </a:moveTo>
                  <a:lnTo>
                    <a:pt x="9116694" y="0"/>
                  </a:lnTo>
                  <a:lnTo>
                    <a:pt x="9116694" y="6350"/>
                  </a:lnTo>
                  <a:lnTo>
                    <a:pt x="9116822" y="6350"/>
                  </a:lnTo>
                  <a:lnTo>
                    <a:pt x="9116822" y="0"/>
                  </a:lnTo>
                  <a:close/>
                </a:path>
                <a:path w="10424160" h="5213350">
                  <a:moveTo>
                    <a:pt x="9154922" y="0"/>
                  </a:moveTo>
                  <a:lnTo>
                    <a:pt x="9149588" y="0"/>
                  </a:lnTo>
                  <a:lnTo>
                    <a:pt x="9145397" y="4318"/>
                  </a:lnTo>
                  <a:lnTo>
                    <a:pt x="9145397" y="14732"/>
                  </a:lnTo>
                  <a:lnTo>
                    <a:pt x="9149588" y="19050"/>
                  </a:lnTo>
                  <a:lnTo>
                    <a:pt x="9154922" y="19050"/>
                  </a:lnTo>
                  <a:lnTo>
                    <a:pt x="9154922" y="0"/>
                  </a:lnTo>
                  <a:close/>
                </a:path>
                <a:path w="10424160" h="5213350">
                  <a:moveTo>
                    <a:pt x="9160129" y="0"/>
                  </a:moveTo>
                  <a:lnTo>
                    <a:pt x="9154922" y="0"/>
                  </a:lnTo>
                  <a:lnTo>
                    <a:pt x="9154922" y="19050"/>
                  </a:lnTo>
                  <a:lnTo>
                    <a:pt x="9160129" y="19050"/>
                  </a:lnTo>
                  <a:lnTo>
                    <a:pt x="9164447" y="14732"/>
                  </a:lnTo>
                  <a:lnTo>
                    <a:pt x="9164447" y="4318"/>
                  </a:lnTo>
                  <a:lnTo>
                    <a:pt x="9160129" y="0"/>
                  </a:lnTo>
                  <a:close/>
                </a:path>
                <a:path w="10424160" h="5213350">
                  <a:moveTo>
                    <a:pt x="9193022" y="0"/>
                  </a:moveTo>
                  <a:lnTo>
                    <a:pt x="9187688" y="0"/>
                  </a:lnTo>
                  <a:lnTo>
                    <a:pt x="9183497" y="4318"/>
                  </a:lnTo>
                  <a:lnTo>
                    <a:pt x="9183497" y="14732"/>
                  </a:lnTo>
                  <a:lnTo>
                    <a:pt x="9187688" y="19050"/>
                  </a:lnTo>
                  <a:lnTo>
                    <a:pt x="9193022" y="19050"/>
                  </a:lnTo>
                  <a:lnTo>
                    <a:pt x="9193022" y="0"/>
                  </a:lnTo>
                  <a:close/>
                </a:path>
                <a:path w="10424160" h="5213350">
                  <a:moveTo>
                    <a:pt x="9198229" y="0"/>
                  </a:moveTo>
                  <a:lnTo>
                    <a:pt x="9193022" y="0"/>
                  </a:lnTo>
                  <a:lnTo>
                    <a:pt x="9193022" y="19050"/>
                  </a:lnTo>
                  <a:lnTo>
                    <a:pt x="9198229" y="19050"/>
                  </a:lnTo>
                  <a:lnTo>
                    <a:pt x="9202547" y="14732"/>
                  </a:lnTo>
                  <a:lnTo>
                    <a:pt x="9202547" y="4318"/>
                  </a:lnTo>
                  <a:lnTo>
                    <a:pt x="9198229" y="0"/>
                  </a:lnTo>
                  <a:close/>
                </a:path>
                <a:path w="10424160" h="5213350">
                  <a:moveTo>
                    <a:pt x="9231122" y="0"/>
                  </a:moveTo>
                  <a:lnTo>
                    <a:pt x="9225788" y="0"/>
                  </a:lnTo>
                  <a:lnTo>
                    <a:pt x="9221597" y="4318"/>
                  </a:lnTo>
                  <a:lnTo>
                    <a:pt x="9221597" y="14732"/>
                  </a:lnTo>
                  <a:lnTo>
                    <a:pt x="9225788" y="19050"/>
                  </a:lnTo>
                  <a:lnTo>
                    <a:pt x="9231122" y="19050"/>
                  </a:lnTo>
                  <a:lnTo>
                    <a:pt x="9231122" y="0"/>
                  </a:lnTo>
                  <a:close/>
                </a:path>
                <a:path w="10424160" h="5213350">
                  <a:moveTo>
                    <a:pt x="9236329" y="0"/>
                  </a:moveTo>
                  <a:lnTo>
                    <a:pt x="9231122" y="0"/>
                  </a:lnTo>
                  <a:lnTo>
                    <a:pt x="9231122" y="19050"/>
                  </a:lnTo>
                  <a:lnTo>
                    <a:pt x="9236329" y="19050"/>
                  </a:lnTo>
                  <a:lnTo>
                    <a:pt x="9240647" y="14732"/>
                  </a:lnTo>
                  <a:lnTo>
                    <a:pt x="9240647" y="4318"/>
                  </a:lnTo>
                  <a:lnTo>
                    <a:pt x="9236329" y="0"/>
                  </a:lnTo>
                  <a:close/>
                </a:path>
                <a:path w="10424160" h="5213350">
                  <a:moveTo>
                    <a:pt x="9269222" y="0"/>
                  </a:moveTo>
                  <a:lnTo>
                    <a:pt x="9264015" y="0"/>
                  </a:lnTo>
                  <a:lnTo>
                    <a:pt x="9259697" y="4318"/>
                  </a:lnTo>
                  <a:lnTo>
                    <a:pt x="9259697" y="14732"/>
                  </a:lnTo>
                  <a:lnTo>
                    <a:pt x="9264015" y="19050"/>
                  </a:lnTo>
                  <a:lnTo>
                    <a:pt x="9269222" y="19050"/>
                  </a:lnTo>
                  <a:lnTo>
                    <a:pt x="9269222" y="0"/>
                  </a:lnTo>
                  <a:close/>
                </a:path>
                <a:path w="10424160" h="5213350">
                  <a:moveTo>
                    <a:pt x="9274556" y="0"/>
                  </a:moveTo>
                  <a:lnTo>
                    <a:pt x="9269222" y="0"/>
                  </a:lnTo>
                  <a:lnTo>
                    <a:pt x="9269222" y="19050"/>
                  </a:lnTo>
                  <a:lnTo>
                    <a:pt x="9274556" y="19050"/>
                  </a:lnTo>
                  <a:lnTo>
                    <a:pt x="9278747" y="14732"/>
                  </a:lnTo>
                  <a:lnTo>
                    <a:pt x="9278747" y="4318"/>
                  </a:lnTo>
                  <a:lnTo>
                    <a:pt x="9274556" y="0"/>
                  </a:lnTo>
                  <a:close/>
                </a:path>
                <a:path w="10424160" h="5213350">
                  <a:moveTo>
                    <a:pt x="9307322" y="0"/>
                  </a:moveTo>
                  <a:lnTo>
                    <a:pt x="9302115" y="0"/>
                  </a:lnTo>
                  <a:lnTo>
                    <a:pt x="9297797" y="4318"/>
                  </a:lnTo>
                  <a:lnTo>
                    <a:pt x="9297797" y="14732"/>
                  </a:lnTo>
                  <a:lnTo>
                    <a:pt x="9302115" y="19050"/>
                  </a:lnTo>
                  <a:lnTo>
                    <a:pt x="9307322" y="19050"/>
                  </a:lnTo>
                  <a:lnTo>
                    <a:pt x="9307322" y="0"/>
                  </a:lnTo>
                  <a:close/>
                </a:path>
                <a:path w="10424160" h="5213350">
                  <a:moveTo>
                    <a:pt x="9312656" y="0"/>
                  </a:moveTo>
                  <a:lnTo>
                    <a:pt x="9307322" y="0"/>
                  </a:lnTo>
                  <a:lnTo>
                    <a:pt x="9307322" y="19050"/>
                  </a:lnTo>
                  <a:lnTo>
                    <a:pt x="9312656" y="19050"/>
                  </a:lnTo>
                  <a:lnTo>
                    <a:pt x="9316847" y="14732"/>
                  </a:lnTo>
                  <a:lnTo>
                    <a:pt x="9316847" y="4318"/>
                  </a:lnTo>
                  <a:lnTo>
                    <a:pt x="9312656" y="0"/>
                  </a:lnTo>
                  <a:close/>
                </a:path>
                <a:path w="10424160" h="5213350">
                  <a:moveTo>
                    <a:pt x="9345422" y="0"/>
                  </a:moveTo>
                  <a:lnTo>
                    <a:pt x="9340215" y="0"/>
                  </a:lnTo>
                  <a:lnTo>
                    <a:pt x="9335897" y="4318"/>
                  </a:lnTo>
                  <a:lnTo>
                    <a:pt x="9335897" y="14732"/>
                  </a:lnTo>
                  <a:lnTo>
                    <a:pt x="9340215" y="19050"/>
                  </a:lnTo>
                  <a:lnTo>
                    <a:pt x="9345422" y="19050"/>
                  </a:lnTo>
                  <a:lnTo>
                    <a:pt x="9345422" y="0"/>
                  </a:lnTo>
                  <a:close/>
                </a:path>
                <a:path w="10424160" h="5213350">
                  <a:moveTo>
                    <a:pt x="9350756" y="0"/>
                  </a:moveTo>
                  <a:lnTo>
                    <a:pt x="9345549" y="0"/>
                  </a:lnTo>
                  <a:lnTo>
                    <a:pt x="9345549" y="19050"/>
                  </a:lnTo>
                  <a:lnTo>
                    <a:pt x="9350756" y="19050"/>
                  </a:lnTo>
                  <a:lnTo>
                    <a:pt x="9355074" y="14732"/>
                  </a:lnTo>
                  <a:lnTo>
                    <a:pt x="9355074" y="4318"/>
                  </a:lnTo>
                  <a:lnTo>
                    <a:pt x="9350756" y="0"/>
                  </a:lnTo>
                  <a:close/>
                </a:path>
                <a:path w="10424160" h="5213350">
                  <a:moveTo>
                    <a:pt x="9383649" y="0"/>
                  </a:moveTo>
                  <a:lnTo>
                    <a:pt x="9378315" y="0"/>
                  </a:lnTo>
                  <a:lnTo>
                    <a:pt x="9374124" y="4318"/>
                  </a:lnTo>
                  <a:lnTo>
                    <a:pt x="9374124" y="14732"/>
                  </a:lnTo>
                  <a:lnTo>
                    <a:pt x="9378315" y="19050"/>
                  </a:lnTo>
                  <a:lnTo>
                    <a:pt x="9383649" y="19050"/>
                  </a:lnTo>
                  <a:lnTo>
                    <a:pt x="9383649" y="0"/>
                  </a:lnTo>
                  <a:close/>
                </a:path>
                <a:path w="10424160" h="5213350">
                  <a:moveTo>
                    <a:pt x="9388856" y="0"/>
                  </a:moveTo>
                  <a:lnTo>
                    <a:pt x="9383649" y="0"/>
                  </a:lnTo>
                  <a:lnTo>
                    <a:pt x="9383649" y="19050"/>
                  </a:lnTo>
                  <a:lnTo>
                    <a:pt x="9388856" y="19050"/>
                  </a:lnTo>
                  <a:lnTo>
                    <a:pt x="9393174" y="14732"/>
                  </a:lnTo>
                  <a:lnTo>
                    <a:pt x="9393174" y="4318"/>
                  </a:lnTo>
                  <a:lnTo>
                    <a:pt x="9388856" y="0"/>
                  </a:lnTo>
                  <a:close/>
                </a:path>
                <a:path w="10424160" h="5213350">
                  <a:moveTo>
                    <a:pt x="9421749" y="0"/>
                  </a:moveTo>
                  <a:lnTo>
                    <a:pt x="9416415" y="0"/>
                  </a:lnTo>
                  <a:lnTo>
                    <a:pt x="9412224" y="4318"/>
                  </a:lnTo>
                  <a:lnTo>
                    <a:pt x="9412224" y="14732"/>
                  </a:lnTo>
                  <a:lnTo>
                    <a:pt x="9416415" y="19050"/>
                  </a:lnTo>
                  <a:lnTo>
                    <a:pt x="9421749" y="19050"/>
                  </a:lnTo>
                  <a:lnTo>
                    <a:pt x="9421749" y="0"/>
                  </a:lnTo>
                  <a:close/>
                </a:path>
                <a:path w="10424160" h="5213350">
                  <a:moveTo>
                    <a:pt x="9426956" y="0"/>
                  </a:moveTo>
                  <a:lnTo>
                    <a:pt x="9421749" y="0"/>
                  </a:lnTo>
                  <a:lnTo>
                    <a:pt x="9421749" y="19050"/>
                  </a:lnTo>
                  <a:lnTo>
                    <a:pt x="9426956" y="19050"/>
                  </a:lnTo>
                  <a:lnTo>
                    <a:pt x="9431274" y="14732"/>
                  </a:lnTo>
                  <a:lnTo>
                    <a:pt x="9431274" y="4318"/>
                  </a:lnTo>
                  <a:lnTo>
                    <a:pt x="9426956" y="0"/>
                  </a:lnTo>
                  <a:close/>
                </a:path>
                <a:path w="10424160" h="5213350">
                  <a:moveTo>
                    <a:pt x="9459849" y="0"/>
                  </a:moveTo>
                  <a:lnTo>
                    <a:pt x="9454515" y="0"/>
                  </a:lnTo>
                  <a:lnTo>
                    <a:pt x="9450324" y="4318"/>
                  </a:lnTo>
                  <a:lnTo>
                    <a:pt x="9450324" y="14732"/>
                  </a:lnTo>
                  <a:lnTo>
                    <a:pt x="9454515" y="19050"/>
                  </a:lnTo>
                  <a:lnTo>
                    <a:pt x="9459849" y="19050"/>
                  </a:lnTo>
                  <a:lnTo>
                    <a:pt x="9459849" y="0"/>
                  </a:lnTo>
                  <a:close/>
                </a:path>
                <a:path w="10424160" h="5213350">
                  <a:moveTo>
                    <a:pt x="9465056" y="0"/>
                  </a:moveTo>
                  <a:lnTo>
                    <a:pt x="9459849" y="0"/>
                  </a:lnTo>
                  <a:lnTo>
                    <a:pt x="9459849" y="19050"/>
                  </a:lnTo>
                  <a:lnTo>
                    <a:pt x="9465056" y="19050"/>
                  </a:lnTo>
                  <a:lnTo>
                    <a:pt x="9469374" y="14732"/>
                  </a:lnTo>
                  <a:lnTo>
                    <a:pt x="9469374" y="4318"/>
                  </a:lnTo>
                  <a:lnTo>
                    <a:pt x="9465056" y="0"/>
                  </a:lnTo>
                  <a:close/>
                </a:path>
                <a:path w="10424160" h="5213350">
                  <a:moveTo>
                    <a:pt x="9497949" y="0"/>
                  </a:moveTo>
                  <a:lnTo>
                    <a:pt x="9492741" y="0"/>
                  </a:lnTo>
                  <a:lnTo>
                    <a:pt x="9488424" y="4318"/>
                  </a:lnTo>
                  <a:lnTo>
                    <a:pt x="9488424" y="14732"/>
                  </a:lnTo>
                  <a:lnTo>
                    <a:pt x="9492741" y="19050"/>
                  </a:lnTo>
                  <a:lnTo>
                    <a:pt x="9497949" y="19050"/>
                  </a:lnTo>
                  <a:lnTo>
                    <a:pt x="9497949" y="0"/>
                  </a:lnTo>
                  <a:close/>
                </a:path>
                <a:path w="10424160" h="5213350">
                  <a:moveTo>
                    <a:pt x="9503283" y="0"/>
                  </a:moveTo>
                  <a:lnTo>
                    <a:pt x="9497949" y="0"/>
                  </a:lnTo>
                  <a:lnTo>
                    <a:pt x="9497949" y="19050"/>
                  </a:lnTo>
                  <a:lnTo>
                    <a:pt x="9503283" y="19050"/>
                  </a:lnTo>
                  <a:lnTo>
                    <a:pt x="9507474" y="14732"/>
                  </a:lnTo>
                  <a:lnTo>
                    <a:pt x="9507474" y="4318"/>
                  </a:lnTo>
                  <a:lnTo>
                    <a:pt x="9503283" y="0"/>
                  </a:lnTo>
                  <a:close/>
                </a:path>
                <a:path w="10424160" h="5213350">
                  <a:moveTo>
                    <a:pt x="9536049" y="0"/>
                  </a:moveTo>
                  <a:lnTo>
                    <a:pt x="9530841" y="0"/>
                  </a:lnTo>
                  <a:lnTo>
                    <a:pt x="9526524" y="4318"/>
                  </a:lnTo>
                  <a:lnTo>
                    <a:pt x="9526524" y="14732"/>
                  </a:lnTo>
                  <a:lnTo>
                    <a:pt x="9530841" y="19050"/>
                  </a:lnTo>
                  <a:lnTo>
                    <a:pt x="9536049" y="19050"/>
                  </a:lnTo>
                  <a:lnTo>
                    <a:pt x="9536049" y="0"/>
                  </a:lnTo>
                  <a:close/>
                </a:path>
                <a:path w="10424160" h="5213350">
                  <a:moveTo>
                    <a:pt x="9541383" y="0"/>
                  </a:moveTo>
                  <a:lnTo>
                    <a:pt x="9536049" y="0"/>
                  </a:lnTo>
                  <a:lnTo>
                    <a:pt x="9536049" y="19050"/>
                  </a:lnTo>
                  <a:lnTo>
                    <a:pt x="9541383" y="19050"/>
                  </a:lnTo>
                  <a:lnTo>
                    <a:pt x="9545574" y="14732"/>
                  </a:lnTo>
                  <a:lnTo>
                    <a:pt x="9545574" y="4318"/>
                  </a:lnTo>
                  <a:lnTo>
                    <a:pt x="9541383" y="0"/>
                  </a:lnTo>
                  <a:close/>
                </a:path>
                <a:path w="10424160" h="5213350">
                  <a:moveTo>
                    <a:pt x="9574149" y="0"/>
                  </a:moveTo>
                  <a:lnTo>
                    <a:pt x="9568941" y="0"/>
                  </a:lnTo>
                  <a:lnTo>
                    <a:pt x="9564624" y="4318"/>
                  </a:lnTo>
                  <a:lnTo>
                    <a:pt x="9564624" y="14732"/>
                  </a:lnTo>
                  <a:lnTo>
                    <a:pt x="9568941" y="19050"/>
                  </a:lnTo>
                  <a:lnTo>
                    <a:pt x="9574149" y="19050"/>
                  </a:lnTo>
                  <a:lnTo>
                    <a:pt x="9574149" y="0"/>
                  </a:lnTo>
                  <a:close/>
                </a:path>
                <a:path w="10424160" h="5213350">
                  <a:moveTo>
                    <a:pt x="9579483" y="0"/>
                  </a:moveTo>
                  <a:lnTo>
                    <a:pt x="9574149" y="0"/>
                  </a:lnTo>
                  <a:lnTo>
                    <a:pt x="9574149" y="19050"/>
                  </a:lnTo>
                  <a:lnTo>
                    <a:pt x="9579483" y="19050"/>
                  </a:lnTo>
                  <a:lnTo>
                    <a:pt x="9583674" y="14732"/>
                  </a:lnTo>
                  <a:lnTo>
                    <a:pt x="9583674" y="4318"/>
                  </a:lnTo>
                  <a:lnTo>
                    <a:pt x="9579483" y="0"/>
                  </a:lnTo>
                  <a:close/>
                </a:path>
                <a:path w="10424160" h="5213350">
                  <a:moveTo>
                    <a:pt x="9612249" y="0"/>
                  </a:moveTo>
                  <a:lnTo>
                    <a:pt x="9607041" y="0"/>
                  </a:lnTo>
                  <a:lnTo>
                    <a:pt x="9602724" y="4318"/>
                  </a:lnTo>
                  <a:lnTo>
                    <a:pt x="9602724" y="14732"/>
                  </a:lnTo>
                  <a:lnTo>
                    <a:pt x="9607041" y="19050"/>
                  </a:lnTo>
                  <a:lnTo>
                    <a:pt x="9612249" y="19050"/>
                  </a:lnTo>
                  <a:lnTo>
                    <a:pt x="9612249" y="0"/>
                  </a:lnTo>
                  <a:close/>
                </a:path>
                <a:path w="10424160" h="5213350">
                  <a:moveTo>
                    <a:pt x="9617583" y="0"/>
                  </a:moveTo>
                  <a:lnTo>
                    <a:pt x="9612376" y="0"/>
                  </a:lnTo>
                  <a:lnTo>
                    <a:pt x="9612376" y="19050"/>
                  </a:lnTo>
                  <a:lnTo>
                    <a:pt x="9617583" y="19050"/>
                  </a:lnTo>
                  <a:lnTo>
                    <a:pt x="9621901" y="14732"/>
                  </a:lnTo>
                  <a:lnTo>
                    <a:pt x="9621901" y="4318"/>
                  </a:lnTo>
                  <a:lnTo>
                    <a:pt x="9617583" y="0"/>
                  </a:lnTo>
                  <a:close/>
                </a:path>
                <a:path w="10424160" h="5213350">
                  <a:moveTo>
                    <a:pt x="9650476" y="0"/>
                  </a:moveTo>
                  <a:lnTo>
                    <a:pt x="9645141" y="0"/>
                  </a:lnTo>
                  <a:lnTo>
                    <a:pt x="9640951" y="4318"/>
                  </a:lnTo>
                  <a:lnTo>
                    <a:pt x="9640951" y="14732"/>
                  </a:lnTo>
                  <a:lnTo>
                    <a:pt x="9645141" y="19050"/>
                  </a:lnTo>
                  <a:lnTo>
                    <a:pt x="9650476" y="19050"/>
                  </a:lnTo>
                  <a:lnTo>
                    <a:pt x="9650476" y="0"/>
                  </a:lnTo>
                  <a:close/>
                </a:path>
                <a:path w="10424160" h="5213350">
                  <a:moveTo>
                    <a:pt x="9655683" y="0"/>
                  </a:moveTo>
                  <a:lnTo>
                    <a:pt x="9650476" y="0"/>
                  </a:lnTo>
                  <a:lnTo>
                    <a:pt x="9650476" y="19050"/>
                  </a:lnTo>
                  <a:lnTo>
                    <a:pt x="9655683" y="19050"/>
                  </a:lnTo>
                  <a:lnTo>
                    <a:pt x="9660001" y="14732"/>
                  </a:lnTo>
                  <a:lnTo>
                    <a:pt x="9660001" y="4318"/>
                  </a:lnTo>
                  <a:lnTo>
                    <a:pt x="9655683" y="0"/>
                  </a:lnTo>
                  <a:close/>
                </a:path>
                <a:path w="10424160" h="5213350">
                  <a:moveTo>
                    <a:pt x="9688576" y="0"/>
                  </a:moveTo>
                  <a:lnTo>
                    <a:pt x="9683241" y="0"/>
                  </a:lnTo>
                  <a:lnTo>
                    <a:pt x="9679051" y="4318"/>
                  </a:lnTo>
                  <a:lnTo>
                    <a:pt x="9679051" y="14732"/>
                  </a:lnTo>
                  <a:lnTo>
                    <a:pt x="9683241" y="19050"/>
                  </a:lnTo>
                  <a:lnTo>
                    <a:pt x="9688576" y="19050"/>
                  </a:lnTo>
                  <a:lnTo>
                    <a:pt x="9688576" y="0"/>
                  </a:lnTo>
                  <a:close/>
                </a:path>
                <a:path w="10424160" h="5213350">
                  <a:moveTo>
                    <a:pt x="9693783" y="0"/>
                  </a:moveTo>
                  <a:lnTo>
                    <a:pt x="9688576" y="0"/>
                  </a:lnTo>
                  <a:lnTo>
                    <a:pt x="9688576" y="19050"/>
                  </a:lnTo>
                  <a:lnTo>
                    <a:pt x="9693783" y="19050"/>
                  </a:lnTo>
                  <a:lnTo>
                    <a:pt x="9698101" y="14732"/>
                  </a:lnTo>
                  <a:lnTo>
                    <a:pt x="9698101" y="4318"/>
                  </a:lnTo>
                  <a:lnTo>
                    <a:pt x="9693783" y="0"/>
                  </a:lnTo>
                  <a:close/>
                </a:path>
                <a:path w="10424160" h="5213350">
                  <a:moveTo>
                    <a:pt x="9726676" y="0"/>
                  </a:moveTo>
                  <a:lnTo>
                    <a:pt x="9721341" y="0"/>
                  </a:lnTo>
                  <a:lnTo>
                    <a:pt x="9717151" y="4318"/>
                  </a:lnTo>
                  <a:lnTo>
                    <a:pt x="9717151" y="14732"/>
                  </a:lnTo>
                  <a:lnTo>
                    <a:pt x="9721341" y="19050"/>
                  </a:lnTo>
                  <a:lnTo>
                    <a:pt x="9726676" y="19050"/>
                  </a:lnTo>
                  <a:lnTo>
                    <a:pt x="9726676" y="0"/>
                  </a:lnTo>
                  <a:close/>
                </a:path>
                <a:path w="10424160" h="5213350">
                  <a:moveTo>
                    <a:pt x="9731883" y="0"/>
                  </a:moveTo>
                  <a:lnTo>
                    <a:pt x="9726676" y="0"/>
                  </a:lnTo>
                  <a:lnTo>
                    <a:pt x="9726676" y="19050"/>
                  </a:lnTo>
                  <a:lnTo>
                    <a:pt x="9731883" y="19050"/>
                  </a:lnTo>
                  <a:lnTo>
                    <a:pt x="9736201" y="14732"/>
                  </a:lnTo>
                  <a:lnTo>
                    <a:pt x="9736201" y="4318"/>
                  </a:lnTo>
                  <a:lnTo>
                    <a:pt x="9731883" y="0"/>
                  </a:lnTo>
                  <a:close/>
                </a:path>
                <a:path w="10424160" h="5213350">
                  <a:moveTo>
                    <a:pt x="9764776" y="0"/>
                  </a:moveTo>
                  <a:lnTo>
                    <a:pt x="9759568" y="0"/>
                  </a:lnTo>
                  <a:lnTo>
                    <a:pt x="9755251" y="4318"/>
                  </a:lnTo>
                  <a:lnTo>
                    <a:pt x="9755251" y="14732"/>
                  </a:lnTo>
                  <a:lnTo>
                    <a:pt x="9759568" y="19050"/>
                  </a:lnTo>
                  <a:lnTo>
                    <a:pt x="9764776" y="19050"/>
                  </a:lnTo>
                  <a:lnTo>
                    <a:pt x="9764776" y="0"/>
                  </a:lnTo>
                  <a:close/>
                </a:path>
                <a:path w="10424160" h="5213350">
                  <a:moveTo>
                    <a:pt x="9770110" y="0"/>
                  </a:moveTo>
                  <a:lnTo>
                    <a:pt x="9764776" y="0"/>
                  </a:lnTo>
                  <a:lnTo>
                    <a:pt x="9764776" y="19050"/>
                  </a:lnTo>
                  <a:lnTo>
                    <a:pt x="9770110" y="19050"/>
                  </a:lnTo>
                  <a:lnTo>
                    <a:pt x="9774301" y="14732"/>
                  </a:lnTo>
                  <a:lnTo>
                    <a:pt x="9774301" y="4318"/>
                  </a:lnTo>
                  <a:lnTo>
                    <a:pt x="9770110" y="0"/>
                  </a:lnTo>
                  <a:close/>
                </a:path>
                <a:path w="10424160" h="5213350">
                  <a:moveTo>
                    <a:pt x="9802876" y="0"/>
                  </a:moveTo>
                  <a:lnTo>
                    <a:pt x="9797668" y="0"/>
                  </a:lnTo>
                  <a:lnTo>
                    <a:pt x="9793351" y="4318"/>
                  </a:lnTo>
                  <a:lnTo>
                    <a:pt x="9793351" y="14732"/>
                  </a:lnTo>
                  <a:lnTo>
                    <a:pt x="9797668" y="19050"/>
                  </a:lnTo>
                  <a:lnTo>
                    <a:pt x="9802876" y="19050"/>
                  </a:lnTo>
                  <a:lnTo>
                    <a:pt x="9802876" y="0"/>
                  </a:lnTo>
                  <a:close/>
                </a:path>
                <a:path w="10424160" h="5213350">
                  <a:moveTo>
                    <a:pt x="9808210" y="0"/>
                  </a:moveTo>
                  <a:lnTo>
                    <a:pt x="9802876" y="0"/>
                  </a:lnTo>
                  <a:lnTo>
                    <a:pt x="9802876" y="19050"/>
                  </a:lnTo>
                  <a:lnTo>
                    <a:pt x="9808210" y="19050"/>
                  </a:lnTo>
                  <a:lnTo>
                    <a:pt x="9812401" y="14732"/>
                  </a:lnTo>
                  <a:lnTo>
                    <a:pt x="9812401" y="4318"/>
                  </a:lnTo>
                  <a:lnTo>
                    <a:pt x="9808210" y="0"/>
                  </a:lnTo>
                  <a:close/>
                </a:path>
                <a:path w="10424160" h="5213350">
                  <a:moveTo>
                    <a:pt x="9840976" y="0"/>
                  </a:moveTo>
                  <a:lnTo>
                    <a:pt x="9835768" y="0"/>
                  </a:lnTo>
                  <a:lnTo>
                    <a:pt x="9831451" y="4318"/>
                  </a:lnTo>
                  <a:lnTo>
                    <a:pt x="9831451" y="14732"/>
                  </a:lnTo>
                  <a:lnTo>
                    <a:pt x="9835768" y="19050"/>
                  </a:lnTo>
                  <a:lnTo>
                    <a:pt x="9840976" y="19050"/>
                  </a:lnTo>
                  <a:lnTo>
                    <a:pt x="9840976" y="0"/>
                  </a:lnTo>
                  <a:close/>
                </a:path>
                <a:path w="10424160" h="5213350">
                  <a:moveTo>
                    <a:pt x="9846310" y="0"/>
                  </a:moveTo>
                  <a:lnTo>
                    <a:pt x="9841103" y="0"/>
                  </a:lnTo>
                  <a:lnTo>
                    <a:pt x="9841103" y="19050"/>
                  </a:lnTo>
                  <a:lnTo>
                    <a:pt x="9846310" y="19050"/>
                  </a:lnTo>
                  <a:lnTo>
                    <a:pt x="9850628" y="14732"/>
                  </a:lnTo>
                  <a:lnTo>
                    <a:pt x="9850628" y="4318"/>
                  </a:lnTo>
                  <a:lnTo>
                    <a:pt x="9846310" y="0"/>
                  </a:lnTo>
                  <a:close/>
                </a:path>
                <a:path w="10424160" h="5213350">
                  <a:moveTo>
                    <a:pt x="9879203" y="0"/>
                  </a:moveTo>
                  <a:lnTo>
                    <a:pt x="9873868" y="0"/>
                  </a:lnTo>
                  <a:lnTo>
                    <a:pt x="9869678" y="4318"/>
                  </a:lnTo>
                  <a:lnTo>
                    <a:pt x="9869678" y="14732"/>
                  </a:lnTo>
                  <a:lnTo>
                    <a:pt x="9873868" y="19050"/>
                  </a:lnTo>
                  <a:lnTo>
                    <a:pt x="9879203" y="19050"/>
                  </a:lnTo>
                  <a:lnTo>
                    <a:pt x="9879203" y="0"/>
                  </a:lnTo>
                  <a:close/>
                </a:path>
                <a:path w="10424160" h="5213350">
                  <a:moveTo>
                    <a:pt x="9884410" y="0"/>
                  </a:moveTo>
                  <a:lnTo>
                    <a:pt x="9879203" y="0"/>
                  </a:lnTo>
                  <a:lnTo>
                    <a:pt x="9879203" y="19050"/>
                  </a:lnTo>
                  <a:lnTo>
                    <a:pt x="9884410" y="19050"/>
                  </a:lnTo>
                  <a:lnTo>
                    <a:pt x="9888728" y="14732"/>
                  </a:lnTo>
                  <a:lnTo>
                    <a:pt x="9888728" y="4318"/>
                  </a:lnTo>
                  <a:lnTo>
                    <a:pt x="9884410" y="0"/>
                  </a:lnTo>
                  <a:close/>
                </a:path>
                <a:path w="10424160" h="5213350">
                  <a:moveTo>
                    <a:pt x="9917303" y="0"/>
                  </a:moveTo>
                  <a:lnTo>
                    <a:pt x="9911968" y="0"/>
                  </a:lnTo>
                  <a:lnTo>
                    <a:pt x="9907778" y="4318"/>
                  </a:lnTo>
                  <a:lnTo>
                    <a:pt x="9907778" y="14732"/>
                  </a:lnTo>
                  <a:lnTo>
                    <a:pt x="9911968" y="19050"/>
                  </a:lnTo>
                  <a:lnTo>
                    <a:pt x="9917303" y="19050"/>
                  </a:lnTo>
                  <a:lnTo>
                    <a:pt x="9917303" y="0"/>
                  </a:lnTo>
                  <a:close/>
                </a:path>
                <a:path w="10424160" h="5213350">
                  <a:moveTo>
                    <a:pt x="9922510" y="0"/>
                  </a:moveTo>
                  <a:lnTo>
                    <a:pt x="9917303" y="0"/>
                  </a:lnTo>
                  <a:lnTo>
                    <a:pt x="9917303" y="19050"/>
                  </a:lnTo>
                  <a:lnTo>
                    <a:pt x="9922510" y="19050"/>
                  </a:lnTo>
                  <a:lnTo>
                    <a:pt x="9926828" y="14732"/>
                  </a:lnTo>
                  <a:lnTo>
                    <a:pt x="9926828" y="4318"/>
                  </a:lnTo>
                  <a:lnTo>
                    <a:pt x="9922510" y="0"/>
                  </a:lnTo>
                  <a:close/>
                </a:path>
                <a:path w="10424160" h="5213350">
                  <a:moveTo>
                    <a:pt x="9955403" y="0"/>
                  </a:moveTo>
                  <a:lnTo>
                    <a:pt x="9950068" y="0"/>
                  </a:lnTo>
                  <a:lnTo>
                    <a:pt x="9945878" y="4318"/>
                  </a:lnTo>
                  <a:lnTo>
                    <a:pt x="9945878" y="14732"/>
                  </a:lnTo>
                  <a:lnTo>
                    <a:pt x="9950068" y="19050"/>
                  </a:lnTo>
                  <a:lnTo>
                    <a:pt x="9955403" y="19050"/>
                  </a:lnTo>
                  <a:lnTo>
                    <a:pt x="9955403" y="0"/>
                  </a:lnTo>
                  <a:close/>
                </a:path>
                <a:path w="10424160" h="5213350">
                  <a:moveTo>
                    <a:pt x="9960610" y="0"/>
                  </a:moveTo>
                  <a:lnTo>
                    <a:pt x="9955403" y="0"/>
                  </a:lnTo>
                  <a:lnTo>
                    <a:pt x="9955403" y="19050"/>
                  </a:lnTo>
                  <a:lnTo>
                    <a:pt x="9960610" y="19050"/>
                  </a:lnTo>
                  <a:lnTo>
                    <a:pt x="9964928" y="14732"/>
                  </a:lnTo>
                  <a:lnTo>
                    <a:pt x="9964928" y="4318"/>
                  </a:lnTo>
                  <a:lnTo>
                    <a:pt x="9960610" y="0"/>
                  </a:lnTo>
                  <a:close/>
                </a:path>
                <a:path w="10424160" h="5213350">
                  <a:moveTo>
                    <a:pt x="9993503" y="0"/>
                  </a:moveTo>
                  <a:lnTo>
                    <a:pt x="9988296" y="0"/>
                  </a:lnTo>
                  <a:lnTo>
                    <a:pt x="9983978" y="4318"/>
                  </a:lnTo>
                  <a:lnTo>
                    <a:pt x="9983978" y="14732"/>
                  </a:lnTo>
                  <a:lnTo>
                    <a:pt x="9988296" y="19050"/>
                  </a:lnTo>
                  <a:lnTo>
                    <a:pt x="9993503" y="19050"/>
                  </a:lnTo>
                  <a:lnTo>
                    <a:pt x="9993503" y="0"/>
                  </a:lnTo>
                  <a:close/>
                </a:path>
                <a:path w="10424160" h="5213350">
                  <a:moveTo>
                    <a:pt x="9998837" y="0"/>
                  </a:moveTo>
                  <a:lnTo>
                    <a:pt x="9993503" y="0"/>
                  </a:lnTo>
                  <a:lnTo>
                    <a:pt x="9993503" y="19050"/>
                  </a:lnTo>
                  <a:lnTo>
                    <a:pt x="9998837" y="19050"/>
                  </a:lnTo>
                  <a:lnTo>
                    <a:pt x="10003028" y="14732"/>
                  </a:lnTo>
                  <a:lnTo>
                    <a:pt x="10003028" y="4318"/>
                  </a:lnTo>
                  <a:lnTo>
                    <a:pt x="9998837" y="0"/>
                  </a:lnTo>
                  <a:close/>
                </a:path>
                <a:path w="10424160" h="5213350">
                  <a:moveTo>
                    <a:pt x="10031603" y="0"/>
                  </a:moveTo>
                  <a:lnTo>
                    <a:pt x="10026396" y="0"/>
                  </a:lnTo>
                  <a:lnTo>
                    <a:pt x="10022078" y="4318"/>
                  </a:lnTo>
                  <a:lnTo>
                    <a:pt x="10022078" y="14732"/>
                  </a:lnTo>
                  <a:lnTo>
                    <a:pt x="10026396" y="19050"/>
                  </a:lnTo>
                  <a:lnTo>
                    <a:pt x="10031603" y="19050"/>
                  </a:lnTo>
                  <a:lnTo>
                    <a:pt x="10031603" y="0"/>
                  </a:lnTo>
                  <a:close/>
                </a:path>
                <a:path w="10424160" h="5213350">
                  <a:moveTo>
                    <a:pt x="10036937" y="0"/>
                  </a:moveTo>
                  <a:lnTo>
                    <a:pt x="10031603" y="0"/>
                  </a:lnTo>
                  <a:lnTo>
                    <a:pt x="10031603" y="19050"/>
                  </a:lnTo>
                  <a:lnTo>
                    <a:pt x="10036937" y="19050"/>
                  </a:lnTo>
                  <a:lnTo>
                    <a:pt x="10041128" y="14732"/>
                  </a:lnTo>
                  <a:lnTo>
                    <a:pt x="10041128" y="4318"/>
                  </a:lnTo>
                  <a:lnTo>
                    <a:pt x="10036937" y="0"/>
                  </a:lnTo>
                  <a:close/>
                </a:path>
                <a:path w="10424160" h="5213350">
                  <a:moveTo>
                    <a:pt x="10069703" y="0"/>
                  </a:moveTo>
                  <a:lnTo>
                    <a:pt x="10064496" y="0"/>
                  </a:lnTo>
                  <a:lnTo>
                    <a:pt x="10060178" y="4318"/>
                  </a:lnTo>
                  <a:lnTo>
                    <a:pt x="10060178" y="14732"/>
                  </a:lnTo>
                  <a:lnTo>
                    <a:pt x="10064496" y="19050"/>
                  </a:lnTo>
                  <a:lnTo>
                    <a:pt x="10069703" y="19050"/>
                  </a:lnTo>
                  <a:lnTo>
                    <a:pt x="10069703" y="0"/>
                  </a:lnTo>
                  <a:close/>
                </a:path>
                <a:path w="10424160" h="5213350">
                  <a:moveTo>
                    <a:pt x="10075037" y="0"/>
                  </a:moveTo>
                  <a:lnTo>
                    <a:pt x="10069703" y="0"/>
                  </a:lnTo>
                  <a:lnTo>
                    <a:pt x="10069703" y="19050"/>
                  </a:lnTo>
                  <a:lnTo>
                    <a:pt x="10075037" y="19050"/>
                  </a:lnTo>
                  <a:lnTo>
                    <a:pt x="10079228" y="14732"/>
                  </a:lnTo>
                  <a:lnTo>
                    <a:pt x="10079228" y="4318"/>
                  </a:lnTo>
                  <a:lnTo>
                    <a:pt x="10075037" y="0"/>
                  </a:lnTo>
                  <a:close/>
                </a:path>
                <a:path w="10424160" h="5213350">
                  <a:moveTo>
                    <a:pt x="10107930" y="0"/>
                  </a:moveTo>
                  <a:lnTo>
                    <a:pt x="10102596" y="0"/>
                  </a:lnTo>
                  <a:lnTo>
                    <a:pt x="10098405" y="4318"/>
                  </a:lnTo>
                  <a:lnTo>
                    <a:pt x="10098405" y="14732"/>
                  </a:lnTo>
                  <a:lnTo>
                    <a:pt x="10102596" y="19050"/>
                  </a:lnTo>
                  <a:lnTo>
                    <a:pt x="10107930" y="19050"/>
                  </a:lnTo>
                  <a:lnTo>
                    <a:pt x="10107930" y="0"/>
                  </a:lnTo>
                  <a:close/>
                </a:path>
                <a:path w="10424160" h="5213350">
                  <a:moveTo>
                    <a:pt x="10113137" y="0"/>
                  </a:moveTo>
                  <a:lnTo>
                    <a:pt x="10107930" y="0"/>
                  </a:lnTo>
                  <a:lnTo>
                    <a:pt x="10107930" y="19050"/>
                  </a:lnTo>
                  <a:lnTo>
                    <a:pt x="10113137" y="19050"/>
                  </a:lnTo>
                  <a:lnTo>
                    <a:pt x="10117455" y="14732"/>
                  </a:lnTo>
                  <a:lnTo>
                    <a:pt x="10117455" y="4318"/>
                  </a:lnTo>
                  <a:lnTo>
                    <a:pt x="10113137" y="0"/>
                  </a:lnTo>
                  <a:close/>
                </a:path>
                <a:path w="10424160" h="5213350">
                  <a:moveTo>
                    <a:pt x="10146030" y="0"/>
                  </a:moveTo>
                  <a:lnTo>
                    <a:pt x="10140696" y="0"/>
                  </a:lnTo>
                  <a:lnTo>
                    <a:pt x="10136505" y="4318"/>
                  </a:lnTo>
                  <a:lnTo>
                    <a:pt x="10136505" y="14732"/>
                  </a:lnTo>
                  <a:lnTo>
                    <a:pt x="10140696" y="19050"/>
                  </a:lnTo>
                  <a:lnTo>
                    <a:pt x="10146030" y="19050"/>
                  </a:lnTo>
                  <a:lnTo>
                    <a:pt x="10146030" y="0"/>
                  </a:lnTo>
                  <a:close/>
                </a:path>
                <a:path w="10424160" h="5213350">
                  <a:moveTo>
                    <a:pt x="10151237" y="0"/>
                  </a:moveTo>
                  <a:lnTo>
                    <a:pt x="10146030" y="0"/>
                  </a:lnTo>
                  <a:lnTo>
                    <a:pt x="10146030" y="19050"/>
                  </a:lnTo>
                  <a:lnTo>
                    <a:pt x="10151237" y="19050"/>
                  </a:lnTo>
                  <a:lnTo>
                    <a:pt x="10155555" y="14732"/>
                  </a:lnTo>
                  <a:lnTo>
                    <a:pt x="10155555" y="4318"/>
                  </a:lnTo>
                  <a:lnTo>
                    <a:pt x="10151237" y="0"/>
                  </a:lnTo>
                  <a:close/>
                </a:path>
                <a:path w="10424160" h="5213350">
                  <a:moveTo>
                    <a:pt x="10184130" y="0"/>
                  </a:moveTo>
                  <a:lnTo>
                    <a:pt x="10178796" y="0"/>
                  </a:lnTo>
                  <a:lnTo>
                    <a:pt x="10174605" y="4318"/>
                  </a:lnTo>
                  <a:lnTo>
                    <a:pt x="10174605" y="14732"/>
                  </a:lnTo>
                  <a:lnTo>
                    <a:pt x="10178796" y="19050"/>
                  </a:lnTo>
                  <a:lnTo>
                    <a:pt x="10184130" y="19050"/>
                  </a:lnTo>
                  <a:lnTo>
                    <a:pt x="10184130" y="0"/>
                  </a:lnTo>
                  <a:close/>
                </a:path>
                <a:path w="10424160" h="5213350">
                  <a:moveTo>
                    <a:pt x="10189337" y="0"/>
                  </a:moveTo>
                  <a:lnTo>
                    <a:pt x="10184130" y="0"/>
                  </a:lnTo>
                  <a:lnTo>
                    <a:pt x="10184130" y="19050"/>
                  </a:lnTo>
                  <a:lnTo>
                    <a:pt x="10189337" y="19050"/>
                  </a:lnTo>
                  <a:lnTo>
                    <a:pt x="10193655" y="14732"/>
                  </a:lnTo>
                  <a:lnTo>
                    <a:pt x="10193655" y="4318"/>
                  </a:lnTo>
                  <a:lnTo>
                    <a:pt x="10189337" y="0"/>
                  </a:lnTo>
                  <a:close/>
                </a:path>
                <a:path w="10424160" h="5213350">
                  <a:moveTo>
                    <a:pt x="10222230" y="0"/>
                  </a:moveTo>
                  <a:lnTo>
                    <a:pt x="10217023" y="0"/>
                  </a:lnTo>
                  <a:lnTo>
                    <a:pt x="10212705" y="4318"/>
                  </a:lnTo>
                  <a:lnTo>
                    <a:pt x="10212705" y="14732"/>
                  </a:lnTo>
                  <a:lnTo>
                    <a:pt x="10217023" y="19050"/>
                  </a:lnTo>
                  <a:lnTo>
                    <a:pt x="10222230" y="19050"/>
                  </a:lnTo>
                  <a:lnTo>
                    <a:pt x="10222230" y="0"/>
                  </a:lnTo>
                  <a:close/>
                </a:path>
                <a:path w="10424160" h="5213350">
                  <a:moveTo>
                    <a:pt x="10227564" y="0"/>
                  </a:moveTo>
                  <a:lnTo>
                    <a:pt x="10222230" y="0"/>
                  </a:lnTo>
                  <a:lnTo>
                    <a:pt x="10222230" y="19050"/>
                  </a:lnTo>
                  <a:lnTo>
                    <a:pt x="10227564" y="19050"/>
                  </a:lnTo>
                  <a:lnTo>
                    <a:pt x="10231755" y="14732"/>
                  </a:lnTo>
                  <a:lnTo>
                    <a:pt x="10231755" y="4318"/>
                  </a:lnTo>
                  <a:lnTo>
                    <a:pt x="10227564" y="0"/>
                  </a:lnTo>
                  <a:close/>
                </a:path>
                <a:path w="10424160" h="5213350">
                  <a:moveTo>
                    <a:pt x="10261727" y="1905"/>
                  </a:moveTo>
                  <a:lnTo>
                    <a:pt x="10260910" y="7620"/>
                  </a:lnTo>
                  <a:lnTo>
                    <a:pt x="10260759" y="8128"/>
                  </a:lnTo>
                  <a:lnTo>
                    <a:pt x="10260029" y="12826"/>
                  </a:lnTo>
                  <a:lnTo>
                    <a:pt x="10259822" y="14350"/>
                  </a:lnTo>
                  <a:lnTo>
                    <a:pt x="10259739" y="14986"/>
                  </a:lnTo>
                  <a:lnTo>
                    <a:pt x="10258806" y="20700"/>
                  </a:lnTo>
                  <a:lnTo>
                    <a:pt x="10270490" y="7620"/>
                  </a:lnTo>
                  <a:lnTo>
                    <a:pt x="10266934" y="2667"/>
                  </a:lnTo>
                  <a:lnTo>
                    <a:pt x="10261727" y="1905"/>
                  </a:lnTo>
                  <a:close/>
                </a:path>
                <a:path w="10424160" h="5213350">
                  <a:moveTo>
                    <a:pt x="10256519" y="1016"/>
                  </a:moveTo>
                  <a:lnTo>
                    <a:pt x="10251693" y="4572"/>
                  </a:lnTo>
                  <a:lnTo>
                    <a:pt x="10250805" y="9779"/>
                  </a:lnTo>
                  <a:lnTo>
                    <a:pt x="10250135" y="14350"/>
                  </a:lnTo>
                  <a:lnTo>
                    <a:pt x="10250042" y="14986"/>
                  </a:lnTo>
                  <a:lnTo>
                    <a:pt x="10253599" y="19812"/>
                  </a:lnTo>
                  <a:lnTo>
                    <a:pt x="10258806" y="20700"/>
                  </a:lnTo>
                  <a:lnTo>
                    <a:pt x="10261608" y="2667"/>
                  </a:lnTo>
                  <a:lnTo>
                    <a:pt x="10261727" y="1905"/>
                  </a:lnTo>
                  <a:lnTo>
                    <a:pt x="10256519" y="1016"/>
                  </a:lnTo>
                  <a:close/>
                </a:path>
                <a:path w="10424160" h="5213350">
                  <a:moveTo>
                    <a:pt x="10300589" y="11430"/>
                  </a:moveTo>
                  <a:lnTo>
                    <a:pt x="10293731" y="29210"/>
                  </a:lnTo>
                  <a:lnTo>
                    <a:pt x="10298684" y="31115"/>
                  </a:lnTo>
                  <a:lnTo>
                    <a:pt x="10304272" y="28575"/>
                  </a:lnTo>
                  <a:lnTo>
                    <a:pt x="10306050" y="23749"/>
                  </a:lnTo>
                  <a:lnTo>
                    <a:pt x="10307955" y="18796"/>
                  </a:lnTo>
                  <a:lnTo>
                    <a:pt x="10305541" y="13335"/>
                  </a:lnTo>
                  <a:lnTo>
                    <a:pt x="10300589" y="11430"/>
                  </a:lnTo>
                  <a:close/>
                </a:path>
                <a:path w="10424160" h="5213350">
                  <a:moveTo>
                    <a:pt x="10295763" y="9525"/>
                  </a:moveTo>
                  <a:lnTo>
                    <a:pt x="10290175" y="11937"/>
                  </a:lnTo>
                  <a:lnTo>
                    <a:pt x="10288269" y="16891"/>
                  </a:lnTo>
                  <a:lnTo>
                    <a:pt x="10286365" y="21717"/>
                  </a:lnTo>
                  <a:lnTo>
                    <a:pt x="10288905" y="27305"/>
                  </a:lnTo>
                  <a:lnTo>
                    <a:pt x="10293731" y="29210"/>
                  </a:lnTo>
                  <a:lnTo>
                    <a:pt x="10296016" y="23241"/>
                  </a:lnTo>
                  <a:lnTo>
                    <a:pt x="10298335" y="17272"/>
                  </a:lnTo>
                  <a:lnTo>
                    <a:pt x="10298452" y="16891"/>
                  </a:lnTo>
                  <a:lnTo>
                    <a:pt x="10300589" y="11430"/>
                  </a:lnTo>
                  <a:lnTo>
                    <a:pt x="10295763" y="9525"/>
                  </a:lnTo>
                  <a:close/>
                </a:path>
                <a:path w="10424160" h="5213350">
                  <a:moveTo>
                    <a:pt x="10336403" y="28829"/>
                  </a:moveTo>
                  <a:lnTo>
                    <a:pt x="10334560" y="31876"/>
                  </a:lnTo>
                  <a:lnTo>
                    <a:pt x="10333032" y="34290"/>
                  </a:lnTo>
                  <a:lnTo>
                    <a:pt x="10326369" y="45085"/>
                  </a:lnTo>
                  <a:lnTo>
                    <a:pt x="10330815" y="47879"/>
                  </a:lnTo>
                  <a:lnTo>
                    <a:pt x="10336657" y="46482"/>
                  </a:lnTo>
                  <a:lnTo>
                    <a:pt x="10339451" y="41910"/>
                  </a:lnTo>
                  <a:lnTo>
                    <a:pt x="10342244" y="37465"/>
                  </a:lnTo>
                  <a:lnTo>
                    <a:pt x="10340908" y="31876"/>
                  </a:lnTo>
                  <a:lnTo>
                    <a:pt x="10340848" y="31623"/>
                  </a:lnTo>
                  <a:lnTo>
                    <a:pt x="10336403" y="28829"/>
                  </a:lnTo>
                  <a:close/>
                </a:path>
                <a:path w="10424160" h="5213350">
                  <a:moveTo>
                    <a:pt x="10331958" y="26035"/>
                  </a:moveTo>
                  <a:lnTo>
                    <a:pt x="10326116" y="27432"/>
                  </a:lnTo>
                  <a:lnTo>
                    <a:pt x="10323322" y="31876"/>
                  </a:lnTo>
                  <a:lnTo>
                    <a:pt x="10320528" y="36449"/>
                  </a:lnTo>
                  <a:lnTo>
                    <a:pt x="10321833" y="41910"/>
                  </a:lnTo>
                  <a:lnTo>
                    <a:pt x="10321925" y="42291"/>
                  </a:lnTo>
                  <a:lnTo>
                    <a:pt x="10326369" y="45085"/>
                  </a:lnTo>
                  <a:lnTo>
                    <a:pt x="10328094" y="42291"/>
                  </a:lnTo>
                  <a:lnTo>
                    <a:pt x="10328289" y="41910"/>
                  </a:lnTo>
                  <a:lnTo>
                    <a:pt x="10329672" y="39624"/>
                  </a:lnTo>
                  <a:lnTo>
                    <a:pt x="10331072" y="37465"/>
                  </a:lnTo>
                  <a:lnTo>
                    <a:pt x="10336403" y="28829"/>
                  </a:lnTo>
                  <a:lnTo>
                    <a:pt x="10331958" y="26035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3680" y="57912"/>
                  </a:lnTo>
                  <a:lnTo>
                    <a:pt x="10363414" y="58166"/>
                  </a:lnTo>
                  <a:lnTo>
                    <a:pt x="10359016" y="62992"/>
                  </a:lnTo>
                  <a:lnTo>
                    <a:pt x="10354817" y="67437"/>
                  </a:lnTo>
                  <a:lnTo>
                    <a:pt x="10358755" y="70993"/>
                  </a:lnTo>
                  <a:lnTo>
                    <a:pt x="10364724" y="70738"/>
                  </a:lnTo>
                  <a:lnTo>
                    <a:pt x="10368280" y="66929"/>
                  </a:lnTo>
                  <a:lnTo>
                    <a:pt x="10371836" y="62992"/>
                  </a:lnTo>
                  <a:lnTo>
                    <a:pt x="10371630" y="58166"/>
                  </a:lnTo>
                  <a:lnTo>
                    <a:pt x="1037158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63835" y="49911"/>
                  </a:moveTo>
                  <a:lnTo>
                    <a:pt x="10357866" y="50165"/>
                  </a:lnTo>
                  <a:lnTo>
                    <a:pt x="10350627" y="57912"/>
                  </a:lnTo>
                  <a:lnTo>
                    <a:pt x="10350843" y="62992"/>
                  </a:lnTo>
                  <a:lnTo>
                    <a:pt x="10350881" y="63881"/>
                  </a:lnTo>
                  <a:lnTo>
                    <a:pt x="10354817" y="67437"/>
                  </a:lnTo>
                  <a:lnTo>
                    <a:pt x="10367644" y="53467"/>
                  </a:lnTo>
                  <a:lnTo>
                    <a:pt x="10363835" y="49911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7644" y="53467"/>
                  </a:lnTo>
                  <a:lnTo>
                    <a:pt x="1036444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93807" y="85217"/>
                  </a:moveTo>
                  <a:lnTo>
                    <a:pt x="10377042" y="94487"/>
                  </a:lnTo>
                  <a:lnTo>
                    <a:pt x="10379583" y="99060"/>
                  </a:lnTo>
                  <a:lnTo>
                    <a:pt x="10385425" y="100711"/>
                  </a:lnTo>
                  <a:lnTo>
                    <a:pt x="10389997" y="98171"/>
                  </a:lnTo>
                  <a:lnTo>
                    <a:pt x="10394696" y="95631"/>
                  </a:lnTo>
                  <a:lnTo>
                    <a:pt x="10396311" y="89916"/>
                  </a:lnTo>
                  <a:lnTo>
                    <a:pt x="10396347" y="89788"/>
                  </a:lnTo>
                  <a:lnTo>
                    <a:pt x="10393807" y="85217"/>
                  </a:lnTo>
                  <a:close/>
                </a:path>
                <a:path w="10424160" h="5213350">
                  <a:moveTo>
                    <a:pt x="10385425" y="78994"/>
                  </a:moveTo>
                  <a:lnTo>
                    <a:pt x="10380853" y="81534"/>
                  </a:lnTo>
                  <a:lnTo>
                    <a:pt x="10376154" y="84074"/>
                  </a:lnTo>
                  <a:lnTo>
                    <a:pt x="10374538" y="89788"/>
                  </a:lnTo>
                  <a:lnTo>
                    <a:pt x="10374503" y="89916"/>
                  </a:lnTo>
                  <a:lnTo>
                    <a:pt x="10377042" y="94487"/>
                  </a:lnTo>
                  <a:lnTo>
                    <a:pt x="10393807" y="85217"/>
                  </a:lnTo>
                  <a:lnTo>
                    <a:pt x="10391266" y="80645"/>
                  </a:lnTo>
                  <a:lnTo>
                    <a:pt x="10385425" y="78994"/>
                  </a:lnTo>
                  <a:close/>
                </a:path>
                <a:path w="10424160" h="5213350">
                  <a:moveTo>
                    <a:pt x="10411714" y="120776"/>
                  </a:moveTo>
                  <a:lnTo>
                    <a:pt x="10393680" y="126746"/>
                  </a:lnTo>
                  <a:lnTo>
                    <a:pt x="10395331" y="131825"/>
                  </a:lnTo>
                  <a:lnTo>
                    <a:pt x="10400665" y="134493"/>
                  </a:lnTo>
                  <a:lnTo>
                    <a:pt x="10405744" y="132842"/>
                  </a:lnTo>
                  <a:lnTo>
                    <a:pt x="10410698" y="131063"/>
                  </a:lnTo>
                  <a:lnTo>
                    <a:pt x="10413365" y="125730"/>
                  </a:lnTo>
                  <a:lnTo>
                    <a:pt x="10411714" y="120776"/>
                  </a:lnTo>
                  <a:close/>
                </a:path>
                <a:path w="10424160" h="5213350">
                  <a:moveTo>
                    <a:pt x="10404602" y="113030"/>
                  </a:moveTo>
                  <a:lnTo>
                    <a:pt x="10394696" y="116332"/>
                  </a:lnTo>
                  <a:lnTo>
                    <a:pt x="10391902" y="121793"/>
                  </a:lnTo>
                  <a:lnTo>
                    <a:pt x="10393680" y="126746"/>
                  </a:lnTo>
                  <a:lnTo>
                    <a:pt x="10411333" y="120776"/>
                  </a:lnTo>
                  <a:lnTo>
                    <a:pt x="10411756" y="120776"/>
                  </a:lnTo>
                  <a:lnTo>
                    <a:pt x="10410063" y="115697"/>
                  </a:lnTo>
                  <a:lnTo>
                    <a:pt x="10404602" y="113030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02951" y="161544"/>
                  </a:lnTo>
                  <a:lnTo>
                    <a:pt x="10403459" y="166750"/>
                  </a:lnTo>
                  <a:lnTo>
                    <a:pt x="10408158" y="170561"/>
                  </a:lnTo>
                  <a:lnTo>
                    <a:pt x="10413365" y="169925"/>
                  </a:lnTo>
                  <a:lnTo>
                    <a:pt x="10418572" y="169418"/>
                  </a:lnTo>
                  <a:lnTo>
                    <a:pt x="10422382" y="164719"/>
                  </a:lnTo>
                  <a:lnTo>
                    <a:pt x="10422072" y="161544"/>
                  </a:lnTo>
                  <a:lnTo>
                    <a:pt x="10421997" y="160782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6540" y="150495"/>
                  </a:moveTo>
                  <a:lnTo>
                    <a:pt x="10411333" y="151003"/>
                  </a:lnTo>
                  <a:lnTo>
                    <a:pt x="10406126" y="151637"/>
                  </a:lnTo>
                  <a:lnTo>
                    <a:pt x="10402316" y="156210"/>
                  </a:lnTo>
                  <a:lnTo>
                    <a:pt x="10402630" y="159512"/>
                  </a:lnTo>
                  <a:lnTo>
                    <a:pt x="10402751" y="160782"/>
                  </a:lnTo>
                  <a:lnTo>
                    <a:pt x="10402824" y="161544"/>
                  </a:lnTo>
                  <a:lnTo>
                    <a:pt x="10409174" y="160782"/>
                  </a:lnTo>
                  <a:lnTo>
                    <a:pt x="10409967" y="160782"/>
                  </a:lnTo>
                  <a:lnTo>
                    <a:pt x="10415920" y="160147"/>
                  </a:lnTo>
                  <a:lnTo>
                    <a:pt x="10415524" y="160147"/>
                  </a:lnTo>
                  <a:lnTo>
                    <a:pt x="10421874" y="159512"/>
                  </a:lnTo>
                  <a:lnTo>
                    <a:pt x="10421239" y="154305"/>
                  </a:lnTo>
                  <a:lnTo>
                    <a:pt x="10416540" y="150495"/>
                  </a:lnTo>
                  <a:close/>
                </a:path>
                <a:path w="10424160" h="5213350">
                  <a:moveTo>
                    <a:pt x="10409967" y="160782"/>
                  </a:moveTo>
                  <a:lnTo>
                    <a:pt x="10409174" y="160782"/>
                  </a:lnTo>
                  <a:lnTo>
                    <a:pt x="10402951" y="161544"/>
                  </a:lnTo>
                  <a:lnTo>
                    <a:pt x="10409967" y="160782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15524" y="160147"/>
                  </a:lnTo>
                  <a:lnTo>
                    <a:pt x="10415920" y="160147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9841" y="188975"/>
                  </a:moveTo>
                  <a:lnTo>
                    <a:pt x="10409428" y="188975"/>
                  </a:lnTo>
                  <a:lnTo>
                    <a:pt x="10405110" y="193167"/>
                  </a:lnTo>
                  <a:lnTo>
                    <a:pt x="10405110" y="203708"/>
                  </a:lnTo>
                  <a:lnTo>
                    <a:pt x="10409428" y="208025"/>
                  </a:lnTo>
                  <a:lnTo>
                    <a:pt x="10419841" y="208025"/>
                  </a:lnTo>
                  <a:lnTo>
                    <a:pt x="10424160" y="203708"/>
                  </a:lnTo>
                  <a:lnTo>
                    <a:pt x="10424160" y="193167"/>
                  </a:lnTo>
                  <a:lnTo>
                    <a:pt x="10419841" y="188975"/>
                  </a:lnTo>
                  <a:close/>
                </a:path>
                <a:path w="10424160" h="5213350">
                  <a:moveTo>
                    <a:pt x="10419841" y="227075"/>
                  </a:moveTo>
                  <a:lnTo>
                    <a:pt x="10409428" y="227075"/>
                  </a:lnTo>
                  <a:lnTo>
                    <a:pt x="10405110" y="231394"/>
                  </a:lnTo>
                  <a:lnTo>
                    <a:pt x="10405110" y="241935"/>
                  </a:lnTo>
                  <a:lnTo>
                    <a:pt x="10409428" y="246125"/>
                  </a:lnTo>
                  <a:lnTo>
                    <a:pt x="10419841" y="246125"/>
                  </a:lnTo>
                  <a:lnTo>
                    <a:pt x="10424160" y="241935"/>
                  </a:lnTo>
                  <a:lnTo>
                    <a:pt x="10424160" y="231394"/>
                  </a:lnTo>
                  <a:lnTo>
                    <a:pt x="10419841" y="227075"/>
                  </a:lnTo>
                  <a:close/>
                </a:path>
                <a:path w="10424160" h="5213350">
                  <a:moveTo>
                    <a:pt x="10419841" y="265175"/>
                  </a:moveTo>
                  <a:lnTo>
                    <a:pt x="10409428" y="265175"/>
                  </a:lnTo>
                  <a:lnTo>
                    <a:pt x="10405110" y="269494"/>
                  </a:lnTo>
                  <a:lnTo>
                    <a:pt x="10405110" y="280035"/>
                  </a:lnTo>
                  <a:lnTo>
                    <a:pt x="10409428" y="284225"/>
                  </a:lnTo>
                  <a:lnTo>
                    <a:pt x="10419841" y="284225"/>
                  </a:lnTo>
                  <a:lnTo>
                    <a:pt x="10424160" y="280035"/>
                  </a:lnTo>
                  <a:lnTo>
                    <a:pt x="10424160" y="269494"/>
                  </a:lnTo>
                  <a:lnTo>
                    <a:pt x="10419841" y="265175"/>
                  </a:lnTo>
                  <a:close/>
                </a:path>
                <a:path w="10424160" h="5213350">
                  <a:moveTo>
                    <a:pt x="10419841" y="303275"/>
                  </a:moveTo>
                  <a:lnTo>
                    <a:pt x="10409428" y="303275"/>
                  </a:lnTo>
                  <a:lnTo>
                    <a:pt x="10405110" y="307594"/>
                  </a:lnTo>
                  <a:lnTo>
                    <a:pt x="10405110" y="318135"/>
                  </a:lnTo>
                  <a:lnTo>
                    <a:pt x="10409428" y="322453"/>
                  </a:lnTo>
                  <a:lnTo>
                    <a:pt x="10419841" y="322453"/>
                  </a:lnTo>
                  <a:lnTo>
                    <a:pt x="10424160" y="318135"/>
                  </a:lnTo>
                  <a:lnTo>
                    <a:pt x="10424160" y="312928"/>
                  </a:lnTo>
                  <a:lnTo>
                    <a:pt x="10411460" y="312928"/>
                  </a:lnTo>
                  <a:lnTo>
                    <a:pt x="10411460" y="312800"/>
                  </a:lnTo>
                  <a:lnTo>
                    <a:pt x="10424160" y="312800"/>
                  </a:lnTo>
                  <a:lnTo>
                    <a:pt x="10424160" y="307594"/>
                  </a:lnTo>
                  <a:lnTo>
                    <a:pt x="10419841" y="303275"/>
                  </a:lnTo>
                  <a:close/>
                </a:path>
                <a:path w="10424160" h="5213350">
                  <a:moveTo>
                    <a:pt x="10424160" y="312800"/>
                  </a:moveTo>
                  <a:lnTo>
                    <a:pt x="10417810" y="312800"/>
                  </a:lnTo>
                  <a:lnTo>
                    <a:pt x="10417810" y="312928"/>
                  </a:lnTo>
                  <a:lnTo>
                    <a:pt x="10424160" y="312928"/>
                  </a:lnTo>
                  <a:lnTo>
                    <a:pt x="10424160" y="312800"/>
                  </a:lnTo>
                  <a:close/>
                </a:path>
                <a:path w="10424160" h="5213350">
                  <a:moveTo>
                    <a:pt x="10419841" y="341503"/>
                  </a:moveTo>
                  <a:lnTo>
                    <a:pt x="10409428" y="341503"/>
                  </a:lnTo>
                  <a:lnTo>
                    <a:pt x="10405110" y="345694"/>
                  </a:lnTo>
                  <a:lnTo>
                    <a:pt x="10405110" y="356235"/>
                  </a:lnTo>
                  <a:lnTo>
                    <a:pt x="10409428" y="360553"/>
                  </a:lnTo>
                  <a:lnTo>
                    <a:pt x="10419841" y="360553"/>
                  </a:lnTo>
                  <a:lnTo>
                    <a:pt x="10424160" y="356235"/>
                  </a:lnTo>
                  <a:lnTo>
                    <a:pt x="10424160" y="345694"/>
                  </a:lnTo>
                  <a:lnTo>
                    <a:pt x="10419841" y="341503"/>
                  </a:lnTo>
                  <a:close/>
                </a:path>
                <a:path w="10424160" h="5213350">
                  <a:moveTo>
                    <a:pt x="10419841" y="379603"/>
                  </a:moveTo>
                  <a:lnTo>
                    <a:pt x="10409428" y="379603"/>
                  </a:lnTo>
                  <a:lnTo>
                    <a:pt x="10405110" y="383794"/>
                  </a:lnTo>
                  <a:lnTo>
                    <a:pt x="10405110" y="394335"/>
                  </a:lnTo>
                  <a:lnTo>
                    <a:pt x="10409428" y="398653"/>
                  </a:lnTo>
                  <a:lnTo>
                    <a:pt x="10419841" y="398653"/>
                  </a:lnTo>
                  <a:lnTo>
                    <a:pt x="10424160" y="394335"/>
                  </a:lnTo>
                  <a:lnTo>
                    <a:pt x="10424160" y="383794"/>
                  </a:lnTo>
                  <a:lnTo>
                    <a:pt x="10419841" y="379603"/>
                  </a:lnTo>
                  <a:close/>
                </a:path>
                <a:path w="10424160" h="5213350">
                  <a:moveTo>
                    <a:pt x="10419841" y="417703"/>
                  </a:moveTo>
                  <a:lnTo>
                    <a:pt x="10409428" y="417703"/>
                  </a:lnTo>
                  <a:lnTo>
                    <a:pt x="10405110" y="421894"/>
                  </a:lnTo>
                  <a:lnTo>
                    <a:pt x="10405110" y="432435"/>
                  </a:lnTo>
                  <a:lnTo>
                    <a:pt x="10409428" y="436753"/>
                  </a:lnTo>
                  <a:lnTo>
                    <a:pt x="10419841" y="436753"/>
                  </a:lnTo>
                  <a:lnTo>
                    <a:pt x="10424160" y="432435"/>
                  </a:lnTo>
                  <a:lnTo>
                    <a:pt x="10424160" y="421894"/>
                  </a:lnTo>
                  <a:lnTo>
                    <a:pt x="10419841" y="417703"/>
                  </a:lnTo>
                  <a:close/>
                </a:path>
                <a:path w="10424160" h="5213350">
                  <a:moveTo>
                    <a:pt x="10419841" y="455803"/>
                  </a:moveTo>
                  <a:lnTo>
                    <a:pt x="10409428" y="455803"/>
                  </a:lnTo>
                  <a:lnTo>
                    <a:pt x="10405110" y="460121"/>
                  </a:lnTo>
                  <a:lnTo>
                    <a:pt x="10405110" y="470662"/>
                  </a:lnTo>
                  <a:lnTo>
                    <a:pt x="10409428" y="474853"/>
                  </a:lnTo>
                  <a:lnTo>
                    <a:pt x="10419841" y="474853"/>
                  </a:lnTo>
                  <a:lnTo>
                    <a:pt x="10424160" y="470662"/>
                  </a:lnTo>
                  <a:lnTo>
                    <a:pt x="10424160" y="460121"/>
                  </a:lnTo>
                  <a:lnTo>
                    <a:pt x="10419841" y="455803"/>
                  </a:lnTo>
                  <a:close/>
                </a:path>
                <a:path w="10424160" h="5213350">
                  <a:moveTo>
                    <a:pt x="10419841" y="493903"/>
                  </a:moveTo>
                  <a:lnTo>
                    <a:pt x="10409428" y="493903"/>
                  </a:lnTo>
                  <a:lnTo>
                    <a:pt x="10405110" y="498221"/>
                  </a:lnTo>
                  <a:lnTo>
                    <a:pt x="10405110" y="508762"/>
                  </a:lnTo>
                  <a:lnTo>
                    <a:pt x="10409428" y="512953"/>
                  </a:lnTo>
                  <a:lnTo>
                    <a:pt x="10419841" y="512953"/>
                  </a:lnTo>
                  <a:lnTo>
                    <a:pt x="10424160" y="508762"/>
                  </a:lnTo>
                  <a:lnTo>
                    <a:pt x="10424160" y="498221"/>
                  </a:lnTo>
                  <a:lnTo>
                    <a:pt x="10419841" y="493903"/>
                  </a:lnTo>
                  <a:close/>
                </a:path>
                <a:path w="10424160" h="5213350">
                  <a:moveTo>
                    <a:pt x="10419841" y="532003"/>
                  </a:moveTo>
                  <a:lnTo>
                    <a:pt x="10409428" y="532003"/>
                  </a:lnTo>
                  <a:lnTo>
                    <a:pt x="10405110" y="536321"/>
                  </a:lnTo>
                  <a:lnTo>
                    <a:pt x="10405110" y="546862"/>
                  </a:lnTo>
                  <a:lnTo>
                    <a:pt x="10409428" y="551053"/>
                  </a:lnTo>
                  <a:lnTo>
                    <a:pt x="10419841" y="551053"/>
                  </a:lnTo>
                  <a:lnTo>
                    <a:pt x="10424160" y="546862"/>
                  </a:lnTo>
                  <a:lnTo>
                    <a:pt x="10424160" y="536321"/>
                  </a:lnTo>
                  <a:lnTo>
                    <a:pt x="10419841" y="532003"/>
                  </a:lnTo>
                  <a:close/>
                </a:path>
                <a:path w="10424160" h="5213350">
                  <a:moveTo>
                    <a:pt x="10419841" y="570103"/>
                  </a:moveTo>
                  <a:lnTo>
                    <a:pt x="10409428" y="570103"/>
                  </a:lnTo>
                  <a:lnTo>
                    <a:pt x="10405110" y="574421"/>
                  </a:lnTo>
                  <a:lnTo>
                    <a:pt x="10405110" y="584962"/>
                  </a:lnTo>
                  <a:lnTo>
                    <a:pt x="10409428" y="589280"/>
                  </a:lnTo>
                  <a:lnTo>
                    <a:pt x="10419841" y="589280"/>
                  </a:lnTo>
                  <a:lnTo>
                    <a:pt x="10424160" y="584962"/>
                  </a:lnTo>
                  <a:lnTo>
                    <a:pt x="10424160" y="574421"/>
                  </a:lnTo>
                  <a:lnTo>
                    <a:pt x="10419841" y="570103"/>
                  </a:lnTo>
                  <a:close/>
                </a:path>
                <a:path w="10424160" h="5213350">
                  <a:moveTo>
                    <a:pt x="10419841" y="608330"/>
                  </a:moveTo>
                  <a:lnTo>
                    <a:pt x="10409428" y="608330"/>
                  </a:lnTo>
                  <a:lnTo>
                    <a:pt x="10405110" y="612521"/>
                  </a:lnTo>
                  <a:lnTo>
                    <a:pt x="10405110" y="623062"/>
                  </a:lnTo>
                  <a:lnTo>
                    <a:pt x="10409428" y="627380"/>
                  </a:lnTo>
                  <a:lnTo>
                    <a:pt x="10419841" y="627380"/>
                  </a:lnTo>
                  <a:lnTo>
                    <a:pt x="10424160" y="623062"/>
                  </a:lnTo>
                  <a:lnTo>
                    <a:pt x="10424160" y="612521"/>
                  </a:lnTo>
                  <a:lnTo>
                    <a:pt x="10419841" y="608330"/>
                  </a:lnTo>
                  <a:close/>
                </a:path>
                <a:path w="10424160" h="5213350">
                  <a:moveTo>
                    <a:pt x="10419841" y="646430"/>
                  </a:moveTo>
                  <a:lnTo>
                    <a:pt x="10409428" y="646430"/>
                  </a:lnTo>
                  <a:lnTo>
                    <a:pt x="10405110" y="650621"/>
                  </a:lnTo>
                  <a:lnTo>
                    <a:pt x="10405110" y="661162"/>
                  </a:lnTo>
                  <a:lnTo>
                    <a:pt x="10409428" y="665480"/>
                  </a:lnTo>
                  <a:lnTo>
                    <a:pt x="10419841" y="665480"/>
                  </a:lnTo>
                  <a:lnTo>
                    <a:pt x="10424160" y="661162"/>
                  </a:lnTo>
                  <a:lnTo>
                    <a:pt x="10424160" y="650621"/>
                  </a:lnTo>
                  <a:lnTo>
                    <a:pt x="10419841" y="646430"/>
                  </a:lnTo>
                  <a:close/>
                </a:path>
                <a:path w="10424160" h="5213350">
                  <a:moveTo>
                    <a:pt x="10419841" y="684530"/>
                  </a:moveTo>
                  <a:lnTo>
                    <a:pt x="10409428" y="684530"/>
                  </a:lnTo>
                  <a:lnTo>
                    <a:pt x="10405110" y="688721"/>
                  </a:lnTo>
                  <a:lnTo>
                    <a:pt x="10405110" y="699262"/>
                  </a:lnTo>
                  <a:lnTo>
                    <a:pt x="10409428" y="703580"/>
                  </a:lnTo>
                  <a:lnTo>
                    <a:pt x="10419841" y="703580"/>
                  </a:lnTo>
                  <a:lnTo>
                    <a:pt x="10424160" y="699262"/>
                  </a:lnTo>
                  <a:lnTo>
                    <a:pt x="10424160" y="688721"/>
                  </a:lnTo>
                  <a:lnTo>
                    <a:pt x="10419841" y="684530"/>
                  </a:lnTo>
                  <a:close/>
                </a:path>
                <a:path w="10424160" h="5213350">
                  <a:moveTo>
                    <a:pt x="10419841" y="722630"/>
                  </a:moveTo>
                  <a:lnTo>
                    <a:pt x="10409428" y="722630"/>
                  </a:lnTo>
                  <a:lnTo>
                    <a:pt x="10405110" y="726948"/>
                  </a:lnTo>
                  <a:lnTo>
                    <a:pt x="10405110" y="737488"/>
                  </a:lnTo>
                  <a:lnTo>
                    <a:pt x="10409428" y="741680"/>
                  </a:lnTo>
                  <a:lnTo>
                    <a:pt x="10419841" y="741680"/>
                  </a:lnTo>
                  <a:lnTo>
                    <a:pt x="10424160" y="737488"/>
                  </a:lnTo>
                  <a:lnTo>
                    <a:pt x="10424160" y="726948"/>
                  </a:lnTo>
                  <a:lnTo>
                    <a:pt x="10419841" y="722630"/>
                  </a:lnTo>
                  <a:close/>
                </a:path>
                <a:path w="10424160" h="5213350">
                  <a:moveTo>
                    <a:pt x="10419841" y="760730"/>
                  </a:moveTo>
                  <a:lnTo>
                    <a:pt x="10409428" y="760730"/>
                  </a:lnTo>
                  <a:lnTo>
                    <a:pt x="10405110" y="765048"/>
                  </a:lnTo>
                  <a:lnTo>
                    <a:pt x="10405110" y="775588"/>
                  </a:lnTo>
                  <a:lnTo>
                    <a:pt x="10409428" y="779780"/>
                  </a:lnTo>
                  <a:lnTo>
                    <a:pt x="10419841" y="779780"/>
                  </a:lnTo>
                  <a:lnTo>
                    <a:pt x="10424160" y="775588"/>
                  </a:lnTo>
                  <a:lnTo>
                    <a:pt x="10424160" y="765048"/>
                  </a:lnTo>
                  <a:lnTo>
                    <a:pt x="10419841" y="760730"/>
                  </a:lnTo>
                  <a:close/>
                </a:path>
                <a:path w="10424160" h="5213350">
                  <a:moveTo>
                    <a:pt x="10419841" y="798830"/>
                  </a:moveTo>
                  <a:lnTo>
                    <a:pt x="10409428" y="798830"/>
                  </a:lnTo>
                  <a:lnTo>
                    <a:pt x="10405110" y="803148"/>
                  </a:lnTo>
                  <a:lnTo>
                    <a:pt x="10405110" y="813688"/>
                  </a:lnTo>
                  <a:lnTo>
                    <a:pt x="10409428" y="817880"/>
                  </a:lnTo>
                  <a:lnTo>
                    <a:pt x="10419841" y="817880"/>
                  </a:lnTo>
                  <a:lnTo>
                    <a:pt x="10424160" y="813688"/>
                  </a:lnTo>
                  <a:lnTo>
                    <a:pt x="10424160" y="803148"/>
                  </a:lnTo>
                  <a:lnTo>
                    <a:pt x="10419841" y="798830"/>
                  </a:lnTo>
                  <a:close/>
                </a:path>
                <a:path w="10424160" h="5213350">
                  <a:moveTo>
                    <a:pt x="10419841" y="836930"/>
                  </a:moveTo>
                  <a:lnTo>
                    <a:pt x="10409428" y="836930"/>
                  </a:lnTo>
                  <a:lnTo>
                    <a:pt x="10405110" y="841248"/>
                  </a:lnTo>
                  <a:lnTo>
                    <a:pt x="10405110" y="851788"/>
                  </a:lnTo>
                  <a:lnTo>
                    <a:pt x="10409428" y="856107"/>
                  </a:lnTo>
                  <a:lnTo>
                    <a:pt x="10419841" y="856107"/>
                  </a:lnTo>
                  <a:lnTo>
                    <a:pt x="10424160" y="851788"/>
                  </a:lnTo>
                  <a:lnTo>
                    <a:pt x="10424160" y="841248"/>
                  </a:lnTo>
                  <a:lnTo>
                    <a:pt x="10419841" y="836930"/>
                  </a:lnTo>
                  <a:close/>
                </a:path>
                <a:path w="10424160" h="5213350">
                  <a:moveTo>
                    <a:pt x="10419841" y="875157"/>
                  </a:moveTo>
                  <a:lnTo>
                    <a:pt x="10409428" y="875157"/>
                  </a:lnTo>
                  <a:lnTo>
                    <a:pt x="10405110" y="879348"/>
                  </a:lnTo>
                  <a:lnTo>
                    <a:pt x="10405110" y="889888"/>
                  </a:lnTo>
                  <a:lnTo>
                    <a:pt x="10409428" y="894207"/>
                  </a:lnTo>
                  <a:lnTo>
                    <a:pt x="10419841" y="894207"/>
                  </a:lnTo>
                  <a:lnTo>
                    <a:pt x="10424160" y="889888"/>
                  </a:lnTo>
                  <a:lnTo>
                    <a:pt x="10424160" y="879348"/>
                  </a:lnTo>
                  <a:lnTo>
                    <a:pt x="10419841" y="875157"/>
                  </a:lnTo>
                  <a:close/>
                </a:path>
                <a:path w="10424160" h="5213350">
                  <a:moveTo>
                    <a:pt x="10419841" y="913257"/>
                  </a:moveTo>
                  <a:lnTo>
                    <a:pt x="10409428" y="913257"/>
                  </a:lnTo>
                  <a:lnTo>
                    <a:pt x="10405110" y="917448"/>
                  </a:lnTo>
                  <a:lnTo>
                    <a:pt x="10405110" y="927988"/>
                  </a:lnTo>
                  <a:lnTo>
                    <a:pt x="10409428" y="932307"/>
                  </a:lnTo>
                  <a:lnTo>
                    <a:pt x="10419841" y="932307"/>
                  </a:lnTo>
                  <a:lnTo>
                    <a:pt x="10424160" y="927988"/>
                  </a:lnTo>
                  <a:lnTo>
                    <a:pt x="10424160" y="917448"/>
                  </a:lnTo>
                  <a:lnTo>
                    <a:pt x="10419841" y="913257"/>
                  </a:lnTo>
                  <a:close/>
                </a:path>
                <a:path w="10424160" h="5213350">
                  <a:moveTo>
                    <a:pt x="10419841" y="951357"/>
                  </a:moveTo>
                  <a:lnTo>
                    <a:pt x="10409428" y="951357"/>
                  </a:lnTo>
                  <a:lnTo>
                    <a:pt x="10405110" y="955548"/>
                  </a:lnTo>
                  <a:lnTo>
                    <a:pt x="10405110" y="966088"/>
                  </a:lnTo>
                  <a:lnTo>
                    <a:pt x="10409428" y="970407"/>
                  </a:lnTo>
                  <a:lnTo>
                    <a:pt x="10419841" y="970407"/>
                  </a:lnTo>
                  <a:lnTo>
                    <a:pt x="10424160" y="966088"/>
                  </a:lnTo>
                  <a:lnTo>
                    <a:pt x="10424160" y="955548"/>
                  </a:lnTo>
                  <a:lnTo>
                    <a:pt x="10419841" y="951357"/>
                  </a:lnTo>
                  <a:close/>
                </a:path>
                <a:path w="10424160" h="5213350">
                  <a:moveTo>
                    <a:pt x="10419841" y="989457"/>
                  </a:moveTo>
                  <a:lnTo>
                    <a:pt x="10409428" y="989457"/>
                  </a:lnTo>
                  <a:lnTo>
                    <a:pt x="10405110" y="993775"/>
                  </a:lnTo>
                  <a:lnTo>
                    <a:pt x="10405110" y="1004316"/>
                  </a:lnTo>
                  <a:lnTo>
                    <a:pt x="10409428" y="1008507"/>
                  </a:lnTo>
                  <a:lnTo>
                    <a:pt x="10419841" y="1008507"/>
                  </a:lnTo>
                  <a:lnTo>
                    <a:pt x="10424160" y="1004316"/>
                  </a:lnTo>
                  <a:lnTo>
                    <a:pt x="10424160" y="993775"/>
                  </a:lnTo>
                  <a:lnTo>
                    <a:pt x="10419841" y="989457"/>
                  </a:lnTo>
                  <a:close/>
                </a:path>
                <a:path w="10424160" h="5213350">
                  <a:moveTo>
                    <a:pt x="10419841" y="1027557"/>
                  </a:moveTo>
                  <a:lnTo>
                    <a:pt x="10409428" y="1027557"/>
                  </a:lnTo>
                  <a:lnTo>
                    <a:pt x="10405110" y="1031875"/>
                  </a:lnTo>
                  <a:lnTo>
                    <a:pt x="10405110" y="1042416"/>
                  </a:lnTo>
                  <a:lnTo>
                    <a:pt x="10409428" y="1046607"/>
                  </a:lnTo>
                  <a:lnTo>
                    <a:pt x="10419841" y="1046607"/>
                  </a:lnTo>
                  <a:lnTo>
                    <a:pt x="10424160" y="1042416"/>
                  </a:lnTo>
                  <a:lnTo>
                    <a:pt x="10424160" y="1031875"/>
                  </a:lnTo>
                  <a:lnTo>
                    <a:pt x="10419841" y="1027557"/>
                  </a:lnTo>
                  <a:close/>
                </a:path>
                <a:path w="10424160" h="5213350">
                  <a:moveTo>
                    <a:pt x="10419841" y="1065657"/>
                  </a:moveTo>
                  <a:lnTo>
                    <a:pt x="10409428" y="1065657"/>
                  </a:lnTo>
                  <a:lnTo>
                    <a:pt x="10405110" y="1069975"/>
                  </a:lnTo>
                  <a:lnTo>
                    <a:pt x="10405110" y="1080516"/>
                  </a:lnTo>
                  <a:lnTo>
                    <a:pt x="10409428" y="1084834"/>
                  </a:lnTo>
                  <a:lnTo>
                    <a:pt x="10419841" y="1084834"/>
                  </a:lnTo>
                  <a:lnTo>
                    <a:pt x="10424160" y="1080516"/>
                  </a:lnTo>
                  <a:lnTo>
                    <a:pt x="10424160" y="1069975"/>
                  </a:lnTo>
                  <a:lnTo>
                    <a:pt x="10419841" y="1065657"/>
                  </a:lnTo>
                  <a:close/>
                </a:path>
                <a:path w="10424160" h="5213350">
                  <a:moveTo>
                    <a:pt x="10419841" y="1103884"/>
                  </a:moveTo>
                  <a:lnTo>
                    <a:pt x="10409428" y="1103884"/>
                  </a:lnTo>
                  <a:lnTo>
                    <a:pt x="10405110" y="1108075"/>
                  </a:lnTo>
                  <a:lnTo>
                    <a:pt x="10405110" y="1118616"/>
                  </a:lnTo>
                  <a:lnTo>
                    <a:pt x="10409428" y="1122934"/>
                  </a:lnTo>
                  <a:lnTo>
                    <a:pt x="10419841" y="1122934"/>
                  </a:lnTo>
                  <a:lnTo>
                    <a:pt x="10424160" y="1118616"/>
                  </a:lnTo>
                  <a:lnTo>
                    <a:pt x="10424160" y="1108075"/>
                  </a:lnTo>
                  <a:lnTo>
                    <a:pt x="10419841" y="1103884"/>
                  </a:lnTo>
                  <a:close/>
                </a:path>
                <a:path w="10424160" h="5213350">
                  <a:moveTo>
                    <a:pt x="10419841" y="1141984"/>
                  </a:moveTo>
                  <a:lnTo>
                    <a:pt x="10409428" y="1141984"/>
                  </a:lnTo>
                  <a:lnTo>
                    <a:pt x="10405110" y="1146175"/>
                  </a:lnTo>
                  <a:lnTo>
                    <a:pt x="10405110" y="1156716"/>
                  </a:lnTo>
                  <a:lnTo>
                    <a:pt x="10409428" y="1161034"/>
                  </a:lnTo>
                  <a:lnTo>
                    <a:pt x="10419841" y="1161034"/>
                  </a:lnTo>
                  <a:lnTo>
                    <a:pt x="10424160" y="1156716"/>
                  </a:lnTo>
                  <a:lnTo>
                    <a:pt x="10424160" y="1146175"/>
                  </a:lnTo>
                  <a:lnTo>
                    <a:pt x="10419841" y="1141984"/>
                  </a:lnTo>
                  <a:close/>
                </a:path>
                <a:path w="10424160" h="5213350">
                  <a:moveTo>
                    <a:pt x="10419841" y="1180084"/>
                  </a:moveTo>
                  <a:lnTo>
                    <a:pt x="10409428" y="1180084"/>
                  </a:lnTo>
                  <a:lnTo>
                    <a:pt x="10405110" y="1184275"/>
                  </a:lnTo>
                  <a:lnTo>
                    <a:pt x="10405110" y="1194816"/>
                  </a:lnTo>
                  <a:lnTo>
                    <a:pt x="10409428" y="1199134"/>
                  </a:lnTo>
                  <a:lnTo>
                    <a:pt x="10419841" y="1199134"/>
                  </a:lnTo>
                  <a:lnTo>
                    <a:pt x="10424160" y="1194816"/>
                  </a:lnTo>
                  <a:lnTo>
                    <a:pt x="10424160" y="1184275"/>
                  </a:lnTo>
                  <a:lnTo>
                    <a:pt x="10419841" y="1180084"/>
                  </a:lnTo>
                  <a:close/>
                </a:path>
                <a:path w="10424160" h="5213350">
                  <a:moveTo>
                    <a:pt x="10419841" y="1218184"/>
                  </a:moveTo>
                  <a:lnTo>
                    <a:pt x="10409428" y="1218184"/>
                  </a:lnTo>
                  <a:lnTo>
                    <a:pt x="10405110" y="1222502"/>
                  </a:lnTo>
                  <a:lnTo>
                    <a:pt x="10405110" y="1233043"/>
                  </a:lnTo>
                  <a:lnTo>
                    <a:pt x="10409428" y="1237234"/>
                  </a:lnTo>
                  <a:lnTo>
                    <a:pt x="10419841" y="1237234"/>
                  </a:lnTo>
                  <a:lnTo>
                    <a:pt x="10424160" y="1233043"/>
                  </a:lnTo>
                  <a:lnTo>
                    <a:pt x="10424160" y="1222502"/>
                  </a:lnTo>
                  <a:lnTo>
                    <a:pt x="10419841" y="1218184"/>
                  </a:lnTo>
                  <a:close/>
                </a:path>
                <a:path w="10424160" h="5213350">
                  <a:moveTo>
                    <a:pt x="10419841" y="1256284"/>
                  </a:moveTo>
                  <a:lnTo>
                    <a:pt x="10409428" y="1256284"/>
                  </a:lnTo>
                  <a:lnTo>
                    <a:pt x="10405110" y="1260602"/>
                  </a:lnTo>
                  <a:lnTo>
                    <a:pt x="10405110" y="1271143"/>
                  </a:lnTo>
                  <a:lnTo>
                    <a:pt x="10409428" y="1275334"/>
                  </a:lnTo>
                  <a:lnTo>
                    <a:pt x="10419841" y="1275334"/>
                  </a:lnTo>
                  <a:lnTo>
                    <a:pt x="10424160" y="1271143"/>
                  </a:lnTo>
                  <a:lnTo>
                    <a:pt x="10424160" y="1260602"/>
                  </a:lnTo>
                  <a:lnTo>
                    <a:pt x="10419841" y="1256284"/>
                  </a:lnTo>
                  <a:close/>
                </a:path>
                <a:path w="10424160" h="5213350">
                  <a:moveTo>
                    <a:pt x="10419841" y="1294384"/>
                  </a:moveTo>
                  <a:lnTo>
                    <a:pt x="10409428" y="1294384"/>
                  </a:lnTo>
                  <a:lnTo>
                    <a:pt x="10405110" y="1298702"/>
                  </a:lnTo>
                  <a:lnTo>
                    <a:pt x="10405110" y="1309243"/>
                  </a:lnTo>
                  <a:lnTo>
                    <a:pt x="10409428" y="1313434"/>
                  </a:lnTo>
                  <a:lnTo>
                    <a:pt x="10419841" y="1313434"/>
                  </a:lnTo>
                  <a:lnTo>
                    <a:pt x="10424160" y="1309243"/>
                  </a:lnTo>
                  <a:lnTo>
                    <a:pt x="10424160" y="1298702"/>
                  </a:lnTo>
                  <a:lnTo>
                    <a:pt x="10419841" y="1294384"/>
                  </a:lnTo>
                  <a:close/>
                </a:path>
                <a:path w="10424160" h="5213350">
                  <a:moveTo>
                    <a:pt x="10419841" y="1332484"/>
                  </a:moveTo>
                  <a:lnTo>
                    <a:pt x="10409428" y="1332484"/>
                  </a:lnTo>
                  <a:lnTo>
                    <a:pt x="10405110" y="1336802"/>
                  </a:lnTo>
                  <a:lnTo>
                    <a:pt x="10405110" y="1347343"/>
                  </a:lnTo>
                  <a:lnTo>
                    <a:pt x="10409428" y="1351661"/>
                  </a:lnTo>
                  <a:lnTo>
                    <a:pt x="10419841" y="1351661"/>
                  </a:lnTo>
                  <a:lnTo>
                    <a:pt x="10424160" y="1347343"/>
                  </a:lnTo>
                  <a:lnTo>
                    <a:pt x="10424160" y="1336802"/>
                  </a:lnTo>
                  <a:lnTo>
                    <a:pt x="10419841" y="1332484"/>
                  </a:lnTo>
                  <a:close/>
                </a:path>
                <a:path w="10424160" h="5213350">
                  <a:moveTo>
                    <a:pt x="10419841" y="1370711"/>
                  </a:moveTo>
                  <a:lnTo>
                    <a:pt x="10409428" y="1370711"/>
                  </a:lnTo>
                  <a:lnTo>
                    <a:pt x="10405110" y="1374902"/>
                  </a:lnTo>
                  <a:lnTo>
                    <a:pt x="10405110" y="1385443"/>
                  </a:lnTo>
                  <a:lnTo>
                    <a:pt x="10409428" y="1389761"/>
                  </a:lnTo>
                  <a:lnTo>
                    <a:pt x="10419841" y="1389761"/>
                  </a:lnTo>
                  <a:lnTo>
                    <a:pt x="10424160" y="1385443"/>
                  </a:lnTo>
                  <a:lnTo>
                    <a:pt x="10424160" y="1374902"/>
                  </a:lnTo>
                  <a:lnTo>
                    <a:pt x="10419841" y="1370711"/>
                  </a:lnTo>
                  <a:close/>
                </a:path>
                <a:path w="10424160" h="5213350">
                  <a:moveTo>
                    <a:pt x="10419841" y="1408811"/>
                  </a:moveTo>
                  <a:lnTo>
                    <a:pt x="10409428" y="1408811"/>
                  </a:lnTo>
                  <a:lnTo>
                    <a:pt x="10405110" y="1413002"/>
                  </a:lnTo>
                  <a:lnTo>
                    <a:pt x="10405110" y="1423543"/>
                  </a:lnTo>
                  <a:lnTo>
                    <a:pt x="10409428" y="1427861"/>
                  </a:lnTo>
                  <a:lnTo>
                    <a:pt x="10419841" y="1427861"/>
                  </a:lnTo>
                  <a:lnTo>
                    <a:pt x="10424160" y="1423543"/>
                  </a:lnTo>
                  <a:lnTo>
                    <a:pt x="10424160" y="1413002"/>
                  </a:lnTo>
                  <a:lnTo>
                    <a:pt x="10419841" y="1408811"/>
                  </a:lnTo>
                  <a:close/>
                </a:path>
                <a:path w="10424160" h="5213350">
                  <a:moveTo>
                    <a:pt x="10419841" y="1446911"/>
                  </a:moveTo>
                  <a:lnTo>
                    <a:pt x="10409428" y="1446911"/>
                  </a:lnTo>
                  <a:lnTo>
                    <a:pt x="10405110" y="1451102"/>
                  </a:lnTo>
                  <a:lnTo>
                    <a:pt x="10405110" y="1461643"/>
                  </a:lnTo>
                  <a:lnTo>
                    <a:pt x="10409428" y="1465961"/>
                  </a:lnTo>
                  <a:lnTo>
                    <a:pt x="10419841" y="1465961"/>
                  </a:lnTo>
                  <a:lnTo>
                    <a:pt x="10424160" y="1461643"/>
                  </a:lnTo>
                  <a:lnTo>
                    <a:pt x="10424160" y="1451102"/>
                  </a:lnTo>
                  <a:lnTo>
                    <a:pt x="10419841" y="1446911"/>
                  </a:lnTo>
                  <a:close/>
                </a:path>
                <a:path w="10424160" h="5213350">
                  <a:moveTo>
                    <a:pt x="10419841" y="1485011"/>
                  </a:moveTo>
                  <a:lnTo>
                    <a:pt x="10409428" y="1485011"/>
                  </a:lnTo>
                  <a:lnTo>
                    <a:pt x="10405110" y="1489329"/>
                  </a:lnTo>
                  <a:lnTo>
                    <a:pt x="10405110" y="1499870"/>
                  </a:lnTo>
                  <a:lnTo>
                    <a:pt x="10409428" y="1504061"/>
                  </a:lnTo>
                  <a:lnTo>
                    <a:pt x="10419841" y="1504061"/>
                  </a:lnTo>
                  <a:lnTo>
                    <a:pt x="10424160" y="1499870"/>
                  </a:lnTo>
                  <a:lnTo>
                    <a:pt x="10424160" y="1489329"/>
                  </a:lnTo>
                  <a:lnTo>
                    <a:pt x="10419841" y="1485011"/>
                  </a:lnTo>
                  <a:close/>
                </a:path>
                <a:path w="10424160" h="5213350">
                  <a:moveTo>
                    <a:pt x="10419841" y="1523111"/>
                  </a:moveTo>
                  <a:lnTo>
                    <a:pt x="10409428" y="1523111"/>
                  </a:lnTo>
                  <a:lnTo>
                    <a:pt x="10405110" y="1527429"/>
                  </a:lnTo>
                  <a:lnTo>
                    <a:pt x="10405110" y="1537970"/>
                  </a:lnTo>
                  <a:lnTo>
                    <a:pt x="10409428" y="1542161"/>
                  </a:lnTo>
                  <a:lnTo>
                    <a:pt x="10419841" y="1542161"/>
                  </a:lnTo>
                  <a:lnTo>
                    <a:pt x="10424160" y="1537970"/>
                  </a:lnTo>
                  <a:lnTo>
                    <a:pt x="10424160" y="1527429"/>
                  </a:lnTo>
                  <a:lnTo>
                    <a:pt x="10419841" y="1523111"/>
                  </a:lnTo>
                  <a:close/>
                </a:path>
                <a:path w="10424160" h="5213350">
                  <a:moveTo>
                    <a:pt x="10419841" y="1561211"/>
                  </a:moveTo>
                  <a:lnTo>
                    <a:pt x="10409428" y="1561211"/>
                  </a:lnTo>
                  <a:lnTo>
                    <a:pt x="10405110" y="1565529"/>
                  </a:lnTo>
                  <a:lnTo>
                    <a:pt x="10405110" y="1576070"/>
                  </a:lnTo>
                  <a:lnTo>
                    <a:pt x="10409428" y="1580261"/>
                  </a:lnTo>
                  <a:lnTo>
                    <a:pt x="10419841" y="1580261"/>
                  </a:lnTo>
                  <a:lnTo>
                    <a:pt x="10424160" y="1576070"/>
                  </a:lnTo>
                  <a:lnTo>
                    <a:pt x="10424160" y="1565529"/>
                  </a:lnTo>
                  <a:lnTo>
                    <a:pt x="10419841" y="1561211"/>
                  </a:lnTo>
                  <a:close/>
                </a:path>
                <a:path w="10424160" h="5213350">
                  <a:moveTo>
                    <a:pt x="10419841" y="1599311"/>
                  </a:moveTo>
                  <a:lnTo>
                    <a:pt x="10409428" y="1599311"/>
                  </a:lnTo>
                  <a:lnTo>
                    <a:pt x="10405110" y="1603629"/>
                  </a:lnTo>
                  <a:lnTo>
                    <a:pt x="10405110" y="1614170"/>
                  </a:lnTo>
                  <a:lnTo>
                    <a:pt x="10409428" y="1618488"/>
                  </a:lnTo>
                  <a:lnTo>
                    <a:pt x="10419841" y="1618488"/>
                  </a:lnTo>
                  <a:lnTo>
                    <a:pt x="10424160" y="1614170"/>
                  </a:lnTo>
                  <a:lnTo>
                    <a:pt x="10424160" y="1603629"/>
                  </a:lnTo>
                  <a:lnTo>
                    <a:pt x="10419841" y="1599311"/>
                  </a:lnTo>
                  <a:close/>
                </a:path>
                <a:path w="10424160" h="5213350">
                  <a:moveTo>
                    <a:pt x="10419841" y="1637538"/>
                  </a:moveTo>
                  <a:lnTo>
                    <a:pt x="10409428" y="1637538"/>
                  </a:lnTo>
                  <a:lnTo>
                    <a:pt x="10405110" y="1641729"/>
                  </a:lnTo>
                  <a:lnTo>
                    <a:pt x="10405110" y="1652270"/>
                  </a:lnTo>
                  <a:lnTo>
                    <a:pt x="10409428" y="1656588"/>
                  </a:lnTo>
                  <a:lnTo>
                    <a:pt x="10419841" y="1656588"/>
                  </a:lnTo>
                  <a:lnTo>
                    <a:pt x="10424160" y="1652270"/>
                  </a:lnTo>
                  <a:lnTo>
                    <a:pt x="10424160" y="1641729"/>
                  </a:lnTo>
                  <a:lnTo>
                    <a:pt x="10419841" y="1637538"/>
                  </a:lnTo>
                  <a:close/>
                </a:path>
                <a:path w="10424160" h="5213350">
                  <a:moveTo>
                    <a:pt x="10419841" y="1675638"/>
                  </a:moveTo>
                  <a:lnTo>
                    <a:pt x="10409428" y="1675638"/>
                  </a:lnTo>
                  <a:lnTo>
                    <a:pt x="10405110" y="1679829"/>
                  </a:lnTo>
                  <a:lnTo>
                    <a:pt x="10405110" y="1690370"/>
                  </a:lnTo>
                  <a:lnTo>
                    <a:pt x="10409428" y="1694688"/>
                  </a:lnTo>
                  <a:lnTo>
                    <a:pt x="10419841" y="1694688"/>
                  </a:lnTo>
                  <a:lnTo>
                    <a:pt x="10424160" y="1690370"/>
                  </a:lnTo>
                  <a:lnTo>
                    <a:pt x="10424160" y="1679829"/>
                  </a:lnTo>
                  <a:lnTo>
                    <a:pt x="10419841" y="1675638"/>
                  </a:lnTo>
                  <a:close/>
                </a:path>
                <a:path w="10424160" h="5213350">
                  <a:moveTo>
                    <a:pt x="10419841" y="1713738"/>
                  </a:moveTo>
                  <a:lnTo>
                    <a:pt x="10409428" y="1713738"/>
                  </a:lnTo>
                  <a:lnTo>
                    <a:pt x="10405110" y="1717929"/>
                  </a:lnTo>
                  <a:lnTo>
                    <a:pt x="10405110" y="1728470"/>
                  </a:lnTo>
                  <a:lnTo>
                    <a:pt x="10409428" y="1732788"/>
                  </a:lnTo>
                  <a:lnTo>
                    <a:pt x="10419841" y="1732788"/>
                  </a:lnTo>
                  <a:lnTo>
                    <a:pt x="10424160" y="1728470"/>
                  </a:lnTo>
                  <a:lnTo>
                    <a:pt x="10424160" y="1717929"/>
                  </a:lnTo>
                  <a:lnTo>
                    <a:pt x="10419841" y="1713738"/>
                  </a:lnTo>
                  <a:close/>
                </a:path>
                <a:path w="10424160" h="5213350">
                  <a:moveTo>
                    <a:pt x="10419841" y="1751838"/>
                  </a:moveTo>
                  <a:lnTo>
                    <a:pt x="10409428" y="1751838"/>
                  </a:lnTo>
                  <a:lnTo>
                    <a:pt x="10405110" y="1756156"/>
                  </a:lnTo>
                  <a:lnTo>
                    <a:pt x="10405110" y="1766697"/>
                  </a:lnTo>
                  <a:lnTo>
                    <a:pt x="10409428" y="1770888"/>
                  </a:lnTo>
                  <a:lnTo>
                    <a:pt x="10419841" y="1770888"/>
                  </a:lnTo>
                  <a:lnTo>
                    <a:pt x="10424160" y="1766697"/>
                  </a:lnTo>
                  <a:lnTo>
                    <a:pt x="10424160" y="1756156"/>
                  </a:lnTo>
                  <a:lnTo>
                    <a:pt x="10419841" y="1751838"/>
                  </a:lnTo>
                  <a:close/>
                </a:path>
                <a:path w="10424160" h="5213350">
                  <a:moveTo>
                    <a:pt x="10419841" y="1789938"/>
                  </a:moveTo>
                  <a:lnTo>
                    <a:pt x="10409428" y="1789938"/>
                  </a:lnTo>
                  <a:lnTo>
                    <a:pt x="10405110" y="1794256"/>
                  </a:lnTo>
                  <a:lnTo>
                    <a:pt x="10405110" y="1804797"/>
                  </a:lnTo>
                  <a:lnTo>
                    <a:pt x="10409428" y="1808988"/>
                  </a:lnTo>
                  <a:lnTo>
                    <a:pt x="10419841" y="1808988"/>
                  </a:lnTo>
                  <a:lnTo>
                    <a:pt x="10424160" y="1804797"/>
                  </a:lnTo>
                  <a:lnTo>
                    <a:pt x="10424160" y="1794256"/>
                  </a:lnTo>
                  <a:lnTo>
                    <a:pt x="10419841" y="1789938"/>
                  </a:lnTo>
                  <a:close/>
                </a:path>
                <a:path w="10424160" h="5213350">
                  <a:moveTo>
                    <a:pt x="10419841" y="1828038"/>
                  </a:moveTo>
                  <a:lnTo>
                    <a:pt x="10409428" y="1828038"/>
                  </a:lnTo>
                  <a:lnTo>
                    <a:pt x="10405110" y="1832356"/>
                  </a:lnTo>
                  <a:lnTo>
                    <a:pt x="10405110" y="1842897"/>
                  </a:lnTo>
                  <a:lnTo>
                    <a:pt x="10409428" y="1847215"/>
                  </a:lnTo>
                  <a:lnTo>
                    <a:pt x="10419841" y="1847215"/>
                  </a:lnTo>
                  <a:lnTo>
                    <a:pt x="10424160" y="1842897"/>
                  </a:lnTo>
                  <a:lnTo>
                    <a:pt x="10424160" y="1837690"/>
                  </a:lnTo>
                  <a:lnTo>
                    <a:pt x="10411460" y="1837690"/>
                  </a:lnTo>
                  <a:lnTo>
                    <a:pt x="10411460" y="1837563"/>
                  </a:lnTo>
                  <a:lnTo>
                    <a:pt x="10424160" y="1837563"/>
                  </a:lnTo>
                  <a:lnTo>
                    <a:pt x="10424160" y="1832356"/>
                  </a:lnTo>
                  <a:lnTo>
                    <a:pt x="10419841" y="1828038"/>
                  </a:lnTo>
                  <a:close/>
                </a:path>
                <a:path w="10424160" h="5213350">
                  <a:moveTo>
                    <a:pt x="10424160" y="1837563"/>
                  </a:moveTo>
                  <a:lnTo>
                    <a:pt x="10417810" y="1837563"/>
                  </a:lnTo>
                  <a:lnTo>
                    <a:pt x="10417810" y="1837690"/>
                  </a:lnTo>
                  <a:lnTo>
                    <a:pt x="10424160" y="1837690"/>
                  </a:lnTo>
                  <a:lnTo>
                    <a:pt x="10424160" y="1837563"/>
                  </a:lnTo>
                  <a:close/>
                </a:path>
                <a:path w="10424160" h="5213350">
                  <a:moveTo>
                    <a:pt x="10419841" y="1866265"/>
                  </a:moveTo>
                  <a:lnTo>
                    <a:pt x="10409428" y="1866265"/>
                  </a:lnTo>
                  <a:lnTo>
                    <a:pt x="10405110" y="1870456"/>
                  </a:lnTo>
                  <a:lnTo>
                    <a:pt x="10405110" y="1880997"/>
                  </a:lnTo>
                  <a:lnTo>
                    <a:pt x="10409428" y="1885315"/>
                  </a:lnTo>
                  <a:lnTo>
                    <a:pt x="10419841" y="1885315"/>
                  </a:lnTo>
                  <a:lnTo>
                    <a:pt x="10424160" y="1880997"/>
                  </a:lnTo>
                  <a:lnTo>
                    <a:pt x="10424160" y="1870456"/>
                  </a:lnTo>
                  <a:lnTo>
                    <a:pt x="10419841" y="1866265"/>
                  </a:lnTo>
                  <a:close/>
                </a:path>
                <a:path w="10424160" h="5213350">
                  <a:moveTo>
                    <a:pt x="10419841" y="1904365"/>
                  </a:moveTo>
                  <a:lnTo>
                    <a:pt x="10409428" y="1904365"/>
                  </a:lnTo>
                  <a:lnTo>
                    <a:pt x="10405110" y="1908556"/>
                  </a:lnTo>
                  <a:lnTo>
                    <a:pt x="10405110" y="1919097"/>
                  </a:lnTo>
                  <a:lnTo>
                    <a:pt x="10409428" y="1923415"/>
                  </a:lnTo>
                  <a:lnTo>
                    <a:pt x="10419841" y="1923415"/>
                  </a:lnTo>
                  <a:lnTo>
                    <a:pt x="10424160" y="1919097"/>
                  </a:lnTo>
                  <a:lnTo>
                    <a:pt x="10424160" y="1908556"/>
                  </a:lnTo>
                  <a:lnTo>
                    <a:pt x="10419841" y="1904365"/>
                  </a:lnTo>
                  <a:close/>
                </a:path>
                <a:path w="10424160" h="5213350">
                  <a:moveTo>
                    <a:pt x="10419841" y="1942465"/>
                  </a:moveTo>
                  <a:lnTo>
                    <a:pt x="10409428" y="1942465"/>
                  </a:lnTo>
                  <a:lnTo>
                    <a:pt x="10405110" y="1946656"/>
                  </a:lnTo>
                  <a:lnTo>
                    <a:pt x="10405110" y="1957197"/>
                  </a:lnTo>
                  <a:lnTo>
                    <a:pt x="10409428" y="1961515"/>
                  </a:lnTo>
                  <a:lnTo>
                    <a:pt x="10419841" y="1961515"/>
                  </a:lnTo>
                  <a:lnTo>
                    <a:pt x="10424160" y="1957197"/>
                  </a:lnTo>
                  <a:lnTo>
                    <a:pt x="10424160" y="1946656"/>
                  </a:lnTo>
                  <a:lnTo>
                    <a:pt x="10419841" y="1942465"/>
                  </a:lnTo>
                  <a:close/>
                </a:path>
                <a:path w="10424160" h="5213350">
                  <a:moveTo>
                    <a:pt x="10419841" y="1980565"/>
                  </a:moveTo>
                  <a:lnTo>
                    <a:pt x="10409428" y="1980565"/>
                  </a:lnTo>
                  <a:lnTo>
                    <a:pt x="10405110" y="1984883"/>
                  </a:lnTo>
                  <a:lnTo>
                    <a:pt x="10405110" y="1995424"/>
                  </a:lnTo>
                  <a:lnTo>
                    <a:pt x="10409428" y="1999615"/>
                  </a:lnTo>
                  <a:lnTo>
                    <a:pt x="10419841" y="1999615"/>
                  </a:lnTo>
                  <a:lnTo>
                    <a:pt x="10424160" y="1995424"/>
                  </a:lnTo>
                  <a:lnTo>
                    <a:pt x="10424160" y="1984883"/>
                  </a:lnTo>
                  <a:lnTo>
                    <a:pt x="10419841" y="1980565"/>
                  </a:lnTo>
                  <a:close/>
                </a:path>
                <a:path w="10424160" h="5213350">
                  <a:moveTo>
                    <a:pt x="10419841" y="2018665"/>
                  </a:moveTo>
                  <a:lnTo>
                    <a:pt x="10409428" y="2018665"/>
                  </a:lnTo>
                  <a:lnTo>
                    <a:pt x="10405110" y="2022983"/>
                  </a:lnTo>
                  <a:lnTo>
                    <a:pt x="10405110" y="2033524"/>
                  </a:lnTo>
                  <a:lnTo>
                    <a:pt x="10409428" y="2037715"/>
                  </a:lnTo>
                  <a:lnTo>
                    <a:pt x="10419841" y="2037715"/>
                  </a:lnTo>
                  <a:lnTo>
                    <a:pt x="10424160" y="2033524"/>
                  </a:lnTo>
                  <a:lnTo>
                    <a:pt x="10424160" y="2022983"/>
                  </a:lnTo>
                  <a:lnTo>
                    <a:pt x="10419841" y="2018665"/>
                  </a:lnTo>
                  <a:close/>
                </a:path>
                <a:path w="10424160" h="5213350">
                  <a:moveTo>
                    <a:pt x="10419841" y="2056765"/>
                  </a:moveTo>
                  <a:lnTo>
                    <a:pt x="10409428" y="2056765"/>
                  </a:lnTo>
                  <a:lnTo>
                    <a:pt x="10405110" y="2061083"/>
                  </a:lnTo>
                  <a:lnTo>
                    <a:pt x="10405110" y="2071624"/>
                  </a:lnTo>
                  <a:lnTo>
                    <a:pt x="10409428" y="2075815"/>
                  </a:lnTo>
                  <a:lnTo>
                    <a:pt x="10419841" y="2075815"/>
                  </a:lnTo>
                  <a:lnTo>
                    <a:pt x="10424160" y="2071624"/>
                  </a:lnTo>
                  <a:lnTo>
                    <a:pt x="10424160" y="2061083"/>
                  </a:lnTo>
                  <a:lnTo>
                    <a:pt x="10419841" y="2056765"/>
                  </a:lnTo>
                  <a:close/>
                </a:path>
                <a:path w="10424160" h="5213350">
                  <a:moveTo>
                    <a:pt x="10419841" y="2094865"/>
                  </a:moveTo>
                  <a:lnTo>
                    <a:pt x="10409428" y="2094865"/>
                  </a:lnTo>
                  <a:lnTo>
                    <a:pt x="10405110" y="2099183"/>
                  </a:lnTo>
                  <a:lnTo>
                    <a:pt x="10405110" y="2109724"/>
                  </a:lnTo>
                  <a:lnTo>
                    <a:pt x="10409428" y="2114042"/>
                  </a:lnTo>
                  <a:lnTo>
                    <a:pt x="10419841" y="2114042"/>
                  </a:lnTo>
                  <a:lnTo>
                    <a:pt x="10424160" y="2109724"/>
                  </a:lnTo>
                  <a:lnTo>
                    <a:pt x="10424160" y="2099183"/>
                  </a:lnTo>
                  <a:lnTo>
                    <a:pt x="10419841" y="2094865"/>
                  </a:lnTo>
                  <a:close/>
                </a:path>
                <a:path w="10424160" h="5213350">
                  <a:moveTo>
                    <a:pt x="10419841" y="2133092"/>
                  </a:moveTo>
                  <a:lnTo>
                    <a:pt x="10409428" y="2133092"/>
                  </a:lnTo>
                  <a:lnTo>
                    <a:pt x="10405110" y="2137283"/>
                  </a:lnTo>
                  <a:lnTo>
                    <a:pt x="10405110" y="2147824"/>
                  </a:lnTo>
                  <a:lnTo>
                    <a:pt x="10409428" y="2152142"/>
                  </a:lnTo>
                  <a:lnTo>
                    <a:pt x="10419841" y="2152142"/>
                  </a:lnTo>
                  <a:lnTo>
                    <a:pt x="10424160" y="2147824"/>
                  </a:lnTo>
                  <a:lnTo>
                    <a:pt x="10424160" y="2137283"/>
                  </a:lnTo>
                  <a:lnTo>
                    <a:pt x="10419841" y="2133092"/>
                  </a:lnTo>
                  <a:close/>
                </a:path>
                <a:path w="10424160" h="5213350">
                  <a:moveTo>
                    <a:pt x="10419841" y="2171192"/>
                  </a:moveTo>
                  <a:lnTo>
                    <a:pt x="10409428" y="2171192"/>
                  </a:lnTo>
                  <a:lnTo>
                    <a:pt x="10405110" y="2175383"/>
                  </a:lnTo>
                  <a:lnTo>
                    <a:pt x="10405110" y="2185924"/>
                  </a:lnTo>
                  <a:lnTo>
                    <a:pt x="10409428" y="2190242"/>
                  </a:lnTo>
                  <a:lnTo>
                    <a:pt x="10419841" y="2190242"/>
                  </a:lnTo>
                  <a:lnTo>
                    <a:pt x="10424160" y="2185924"/>
                  </a:lnTo>
                  <a:lnTo>
                    <a:pt x="10424160" y="2175383"/>
                  </a:lnTo>
                  <a:lnTo>
                    <a:pt x="10419841" y="2171192"/>
                  </a:lnTo>
                  <a:close/>
                </a:path>
                <a:path w="10424160" h="5213350">
                  <a:moveTo>
                    <a:pt x="10419841" y="2209292"/>
                  </a:moveTo>
                  <a:lnTo>
                    <a:pt x="10409428" y="2209292"/>
                  </a:lnTo>
                  <a:lnTo>
                    <a:pt x="10405110" y="2213483"/>
                  </a:lnTo>
                  <a:lnTo>
                    <a:pt x="10405110" y="2224024"/>
                  </a:lnTo>
                  <a:lnTo>
                    <a:pt x="10409428" y="2228342"/>
                  </a:lnTo>
                  <a:lnTo>
                    <a:pt x="10419841" y="2228342"/>
                  </a:lnTo>
                  <a:lnTo>
                    <a:pt x="10424160" y="2224024"/>
                  </a:lnTo>
                  <a:lnTo>
                    <a:pt x="10424160" y="2213483"/>
                  </a:lnTo>
                  <a:lnTo>
                    <a:pt x="10419841" y="2209292"/>
                  </a:lnTo>
                  <a:close/>
                </a:path>
                <a:path w="10424160" h="5213350">
                  <a:moveTo>
                    <a:pt x="10419841" y="2247392"/>
                  </a:moveTo>
                  <a:lnTo>
                    <a:pt x="10409428" y="2247392"/>
                  </a:lnTo>
                  <a:lnTo>
                    <a:pt x="10405110" y="2251710"/>
                  </a:lnTo>
                  <a:lnTo>
                    <a:pt x="10405110" y="2262251"/>
                  </a:lnTo>
                  <a:lnTo>
                    <a:pt x="10409428" y="2266442"/>
                  </a:lnTo>
                  <a:lnTo>
                    <a:pt x="10419841" y="2266442"/>
                  </a:lnTo>
                  <a:lnTo>
                    <a:pt x="10424160" y="2262251"/>
                  </a:lnTo>
                  <a:lnTo>
                    <a:pt x="10424160" y="2251710"/>
                  </a:lnTo>
                  <a:lnTo>
                    <a:pt x="10419841" y="2247392"/>
                  </a:lnTo>
                  <a:close/>
                </a:path>
                <a:path w="10424160" h="5213350">
                  <a:moveTo>
                    <a:pt x="10419841" y="2285492"/>
                  </a:moveTo>
                  <a:lnTo>
                    <a:pt x="10409428" y="2285492"/>
                  </a:lnTo>
                  <a:lnTo>
                    <a:pt x="10405110" y="2289810"/>
                  </a:lnTo>
                  <a:lnTo>
                    <a:pt x="10405110" y="2300351"/>
                  </a:lnTo>
                  <a:lnTo>
                    <a:pt x="10409428" y="2304542"/>
                  </a:lnTo>
                  <a:lnTo>
                    <a:pt x="10419841" y="2304542"/>
                  </a:lnTo>
                  <a:lnTo>
                    <a:pt x="10424160" y="2300351"/>
                  </a:lnTo>
                  <a:lnTo>
                    <a:pt x="10424160" y="2289810"/>
                  </a:lnTo>
                  <a:lnTo>
                    <a:pt x="10419841" y="2285492"/>
                  </a:lnTo>
                  <a:close/>
                </a:path>
                <a:path w="10424160" h="5213350">
                  <a:moveTo>
                    <a:pt x="10419841" y="2323592"/>
                  </a:moveTo>
                  <a:lnTo>
                    <a:pt x="10409428" y="2323592"/>
                  </a:lnTo>
                  <a:lnTo>
                    <a:pt x="10405110" y="2327910"/>
                  </a:lnTo>
                  <a:lnTo>
                    <a:pt x="10405110" y="2338451"/>
                  </a:lnTo>
                  <a:lnTo>
                    <a:pt x="10409428" y="2342642"/>
                  </a:lnTo>
                  <a:lnTo>
                    <a:pt x="10419841" y="2342642"/>
                  </a:lnTo>
                  <a:lnTo>
                    <a:pt x="10424160" y="2338451"/>
                  </a:lnTo>
                  <a:lnTo>
                    <a:pt x="10424160" y="2327910"/>
                  </a:lnTo>
                  <a:lnTo>
                    <a:pt x="10419841" y="2323592"/>
                  </a:lnTo>
                  <a:close/>
                </a:path>
                <a:path w="10424160" h="5213350">
                  <a:moveTo>
                    <a:pt x="10419841" y="2361692"/>
                  </a:moveTo>
                  <a:lnTo>
                    <a:pt x="10409428" y="2361692"/>
                  </a:lnTo>
                  <a:lnTo>
                    <a:pt x="10405110" y="2366010"/>
                  </a:lnTo>
                  <a:lnTo>
                    <a:pt x="10405110" y="2376551"/>
                  </a:lnTo>
                  <a:lnTo>
                    <a:pt x="10409428" y="2380869"/>
                  </a:lnTo>
                  <a:lnTo>
                    <a:pt x="10419841" y="2380869"/>
                  </a:lnTo>
                  <a:lnTo>
                    <a:pt x="10424160" y="2376551"/>
                  </a:lnTo>
                  <a:lnTo>
                    <a:pt x="10424160" y="2371344"/>
                  </a:lnTo>
                  <a:lnTo>
                    <a:pt x="10411460" y="2371344"/>
                  </a:lnTo>
                  <a:lnTo>
                    <a:pt x="10411460" y="2371217"/>
                  </a:lnTo>
                  <a:lnTo>
                    <a:pt x="10424160" y="2371217"/>
                  </a:lnTo>
                  <a:lnTo>
                    <a:pt x="10424160" y="2366010"/>
                  </a:lnTo>
                  <a:lnTo>
                    <a:pt x="10419841" y="2361692"/>
                  </a:lnTo>
                  <a:close/>
                </a:path>
                <a:path w="10424160" h="5213350">
                  <a:moveTo>
                    <a:pt x="10424160" y="2371217"/>
                  </a:moveTo>
                  <a:lnTo>
                    <a:pt x="10417810" y="2371217"/>
                  </a:lnTo>
                  <a:lnTo>
                    <a:pt x="10417810" y="2371344"/>
                  </a:lnTo>
                  <a:lnTo>
                    <a:pt x="10424160" y="2371344"/>
                  </a:lnTo>
                  <a:lnTo>
                    <a:pt x="10424160" y="2371217"/>
                  </a:lnTo>
                  <a:close/>
                </a:path>
                <a:path w="10424160" h="5213350">
                  <a:moveTo>
                    <a:pt x="10419841" y="2399919"/>
                  </a:moveTo>
                  <a:lnTo>
                    <a:pt x="10409428" y="2399919"/>
                  </a:lnTo>
                  <a:lnTo>
                    <a:pt x="10405110" y="2404110"/>
                  </a:lnTo>
                  <a:lnTo>
                    <a:pt x="10405110" y="2414651"/>
                  </a:lnTo>
                  <a:lnTo>
                    <a:pt x="10409428" y="2418969"/>
                  </a:lnTo>
                  <a:lnTo>
                    <a:pt x="10419841" y="2418969"/>
                  </a:lnTo>
                  <a:lnTo>
                    <a:pt x="10424160" y="2414651"/>
                  </a:lnTo>
                  <a:lnTo>
                    <a:pt x="10424160" y="2404110"/>
                  </a:lnTo>
                  <a:lnTo>
                    <a:pt x="10419841" y="2399919"/>
                  </a:lnTo>
                  <a:close/>
                </a:path>
                <a:path w="10424160" h="5213350">
                  <a:moveTo>
                    <a:pt x="10419841" y="2438019"/>
                  </a:moveTo>
                  <a:lnTo>
                    <a:pt x="10409428" y="2438019"/>
                  </a:lnTo>
                  <a:lnTo>
                    <a:pt x="10405110" y="2442210"/>
                  </a:lnTo>
                  <a:lnTo>
                    <a:pt x="10405110" y="2452751"/>
                  </a:lnTo>
                  <a:lnTo>
                    <a:pt x="10409428" y="2457069"/>
                  </a:lnTo>
                  <a:lnTo>
                    <a:pt x="10419841" y="2457069"/>
                  </a:lnTo>
                  <a:lnTo>
                    <a:pt x="10424160" y="2452751"/>
                  </a:lnTo>
                  <a:lnTo>
                    <a:pt x="10424160" y="2442210"/>
                  </a:lnTo>
                  <a:lnTo>
                    <a:pt x="10419841" y="2438019"/>
                  </a:lnTo>
                  <a:close/>
                </a:path>
                <a:path w="10424160" h="5213350">
                  <a:moveTo>
                    <a:pt x="10419841" y="2476119"/>
                  </a:moveTo>
                  <a:lnTo>
                    <a:pt x="10409428" y="2476119"/>
                  </a:lnTo>
                  <a:lnTo>
                    <a:pt x="10405110" y="2480310"/>
                  </a:lnTo>
                  <a:lnTo>
                    <a:pt x="10405110" y="2490851"/>
                  </a:lnTo>
                  <a:lnTo>
                    <a:pt x="10409428" y="2495169"/>
                  </a:lnTo>
                  <a:lnTo>
                    <a:pt x="10419841" y="2495169"/>
                  </a:lnTo>
                  <a:lnTo>
                    <a:pt x="10424160" y="2490851"/>
                  </a:lnTo>
                  <a:lnTo>
                    <a:pt x="10424160" y="2480310"/>
                  </a:lnTo>
                  <a:lnTo>
                    <a:pt x="10419841" y="2476119"/>
                  </a:lnTo>
                  <a:close/>
                </a:path>
                <a:path w="10424160" h="5213350">
                  <a:moveTo>
                    <a:pt x="10419841" y="2514219"/>
                  </a:moveTo>
                  <a:lnTo>
                    <a:pt x="10409428" y="2514219"/>
                  </a:lnTo>
                  <a:lnTo>
                    <a:pt x="10405110" y="2518537"/>
                  </a:lnTo>
                  <a:lnTo>
                    <a:pt x="10405110" y="2529078"/>
                  </a:lnTo>
                  <a:lnTo>
                    <a:pt x="10409428" y="2533269"/>
                  </a:lnTo>
                  <a:lnTo>
                    <a:pt x="10419841" y="2533269"/>
                  </a:lnTo>
                  <a:lnTo>
                    <a:pt x="10424160" y="2529078"/>
                  </a:lnTo>
                  <a:lnTo>
                    <a:pt x="10424160" y="2518537"/>
                  </a:lnTo>
                  <a:lnTo>
                    <a:pt x="10419841" y="2514219"/>
                  </a:lnTo>
                  <a:close/>
                </a:path>
                <a:path w="10424160" h="5213350">
                  <a:moveTo>
                    <a:pt x="10419841" y="2552319"/>
                  </a:moveTo>
                  <a:lnTo>
                    <a:pt x="10409428" y="2552319"/>
                  </a:lnTo>
                  <a:lnTo>
                    <a:pt x="10405110" y="2556637"/>
                  </a:lnTo>
                  <a:lnTo>
                    <a:pt x="10405110" y="2567178"/>
                  </a:lnTo>
                  <a:lnTo>
                    <a:pt x="10409428" y="2571369"/>
                  </a:lnTo>
                  <a:lnTo>
                    <a:pt x="10419841" y="2571369"/>
                  </a:lnTo>
                  <a:lnTo>
                    <a:pt x="10424160" y="2567178"/>
                  </a:lnTo>
                  <a:lnTo>
                    <a:pt x="10424160" y="2556637"/>
                  </a:lnTo>
                  <a:lnTo>
                    <a:pt x="10419841" y="2552319"/>
                  </a:lnTo>
                  <a:close/>
                </a:path>
                <a:path w="10424160" h="5213350">
                  <a:moveTo>
                    <a:pt x="10419841" y="2590419"/>
                  </a:moveTo>
                  <a:lnTo>
                    <a:pt x="10409428" y="2590419"/>
                  </a:lnTo>
                  <a:lnTo>
                    <a:pt x="10405110" y="2594737"/>
                  </a:lnTo>
                  <a:lnTo>
                    <a:pt x="10405110" y="2605278"/>
                  </a:lnTo>
                  <a:lnTo>
                    <a:pt x="10409428" y="2609596"/>
                  </a:lnTo>
                  <a:lnTo>
                    <a:pt x="10419841" y="2609596"/>
                  </a:lnTo>
                  <a:lnTo>
                    <a:pt x="10424160" y="2605278"/>
                  </a:lnTo>
                  <a:lnTo>
                    <a:pt x="10424160" y="2594737"/>
                  </a:lnTo>
                  <a:lnTo>
                    <a:pt x="10419841" y="2590419"/>
                  </a:lnTo>
                  <a:close/>
                </a:path>
                <a:path w="10424160" h="5213350">
                  <a:moveTo>
                    <a:pt x="10419841" y="2628646"/>
                  </a:moveTo>
                  <a:lnTo>
                    <a:pt x="10409428" y="2628646"/>
                  </a:lnTo>
                  <a:lnTo>
                    <a:pt x="10405110" y="2632837"/>
                  </a:lnTo>
                  <a:lnTo>
                    <a:pt x="10405110" y="2643378"/>
                  </a:lnTo>
                  <a:lnTo>
                    <a:pt x="10409428" y="2647696"/>
                  </a:lnTo>
                  <a:lnTo>
                    <a:pt x="10419841" y="2647696"/>
                  </a:lnTo>
                  <a:lnTo>
                    <a:pt x="10424160" y="2643378"/>
                  </a:lnTo>
                  <a:lnTo>
                    <a:pt x="10424160" y="2632837"/>
                  </a:lnTo>
                  <a:lnTo>
                    <a:pt x="10419841" y="2628646"/>
                  </a:lnTo>
                  <a:close/>
                </a:path>
                <a:path w="10424160" h="5213350">
                  <a:moveTo>
                    <a:pt x="10419841" y="2666746"/>
                  </a:moveTo>
                  <a:lnTo>
                    <a:pt x="10409428" y="2666746"/>
                  </a:lnTo>
                  <a:lnTo>
                    <a:pt x="10405110" y="2670937"/>
                  </a:lnTo>
                  <a:lnTo>
                    <a:pt x="10405110" y="2681478"/>
                  </a:lnTo>
                  <a:lnTo>
                    <a:pt x="10409428" y="2685796"/>
                  </a:lnTo>
                  <a:lnTo>
                    <a:pt x="10419841" y="2685796"/>
                  </a:lnTo>
                  <a:lnTo>
                    <a:pt x="10424160" y="2681478"/>
                  </a:lnTo>
                  <a:lnTo>
                    <a:pt x="10424160" y="2670937"/>
                  </a:lnTo>
                  <a:lnTo>
                    <a:pt x="10419841" y="2666746"/>
                  </a:lnTo>
                  <a:close/>
                </a:path>
                <a:path w="10424160" h="5213350">
                  <a:moveTo>
                    <a:pt x="10419841" y="2704846"/>
                  </a:moveTo>
                  <a:lnTo>
                    <a:pt x="10409428" y="2704846"/>
                  </a:lnTo>
                  <a:lnTo>
                    <a:pt x="10405110" y="2709037"/>
                  </a:lnTo>
                  <a:lnTo>
                    <a:pt x="10405110" y="2719578"/>
                  </a:lnTo>
                  <a:lnTo>
                    <a:pt x="10409428" y="2723896"/>
                  </a:lnTo>
                  <a:lnTo>
                    <a:pt x="10419841" y="2723896"/>
                  </a:lnTo>
                  <a:lnTo>
                    <a:pt x="10424160" y="2719578"/>
                  </a:lnTo>
                  <a:lnTo>
                    <a:pt x="10424160" y="2709037"/>
                  </a:lnTo>
                  <a:lnTo>
                    <a:pt x="10419841" y="2704846"/>
                  </a:lnTo>
                  <a:close/>
                </a:path>
                <a:path w="10424160" h="5213350">
                  <a:moveTo>
                    <a:pt x="10419841" y="2742946"/>
                  </a:moveTo>
                  <a:lnTo>
                    <a:pt x="10409428" y="2742946"/>
                  </a:lnTo>
                  <a:lnTo>
                    <a:pt x="10405110" y="2747264"/>
                  </a:lnTo>
                  <a:lnTo>
                    <a:pt x="10405110" y="2757805"/>
                  </a:lnTo>
                  <a:lnTo>
                    <a:pt x="10409428" y="2761996"/>
                  </a:lnTo>
                  <a:lnTo>
                    <a:pt x="10419841" y="2761996"/>
                  </a:lnTo>
                  <a:lnTo>
                    <a:pt x="10424160" y="2757805"/>
                  </a:lnTo>
                  <a:lnTo>
                    <a:pt x="10424160" y="2747264"/>
                  </a:lnTo>
                  <a:lnTo>
                    <a:pt x="10419841" y="2742946"/>
                  </a:lnTo>
                  <a:close/>
                </a:path>
                <a:path w="10424160" h="5213350">
                  <a:moveTo>
                    <a:pt x="10419841" y="2781046"/>
                  </a:moveTo>
                  <a:lnTo>
                    <a:pt x="10409428" y="2781046"/>
                  </a:lnTo>
                  <a:lnTo>
                    <a:pt x="10405110" y="2785364"/>
                  </a:lnTo>
                  <a:lnTo>
                    <a:pt x="10405110" y="2795905"/>
                  </a:lnTo>
                  <a:lnTo>
                    <a:pt x="10409428" y="2800096"/>
                  </a:lnTo>
                  <a:lnTo>
                    <a:pt x="10419841" y="2800096"/>
                  </a:lnTo>
                  <a:lnTo>
                    <a:pt x="10424160" y="2795905"/>
                  </a:lnTo>
                  <a:lnTo>
                    <a:pt x="10424160" y="2785364"/>
                  </a:lnTo>
                  <a:lnTo>
                    <a:pt x="10419841" y="2781046"/>
                  </a:lnTo>
                  <a:close/>
                </a:path>
                <a:path w="10424160" h="5213350">
                  <a:moveTo>
                    <a:pt x="10419841" y="2819146"/>
                  </a:moveTo>
                  <a:lnTo>
                    <a:pt x="10409428" y="2819146"/>
                  </a:lnTo>
                  <a:lnTo>
                    <a:pt x="10405110" y="2823464"/>
                  </a:lnTo>
                  <a:lnTo>
                    <a:pt x="10405110" y="2834005"/>
                  </a:lnTo>
                  <a:lnTo>
                    <a:pt x="10409428" y="2838196"/>
                  </a:lnTo>
                  <a:lnTo>
                    <a:pt x="10419841" y="2838196"/>
                  </a:lnTo>
                  <a:lnTo>
                    <a:pt x="10424160" y="2834005"/>
                  </a:lnTo>
                  <a:lnTo>
                    <a:pt x="10424160" y="2823464"/>
                  </a:lnTo>
                  <a:lnTo>
                    <a:pt x="10419841" y="2819146"/>
                  </a:lnTo>
                  <a:close/>
                </a:path>
                <a:path w="10424160" h="5213350">
                  <a:moveTo>
                    <a:pt x="10419841" y="2857246"/>
                  </a:moveTo>
                  <a:lnTo>
                    <a:pt x="10409428" y="2857246"/>
                  </a:lnTo>
                  <a:lnTo>
                    <a:pt x="10405110" y="2861564"/>
                  </a:lnTo>
                  <a:lnTo>
                    <a:pt x="10405110" y="2872105"/>
                  </a:lnTo>
                  <a:lnTo>
                    <a:pt x="10409428" y="2876423"/>
                  </a:lnTo>
                  <a:lnTo>
                    <a:pt x="10419841" y="2876423"/>
                  </a:lnTo>
                  <a:lnTo>
                    <a:pt x="10424160" y="2872105"/>
                  </a:lnTo>
                  <a:lnTo>
                    <a:pt x="10424160" y="2861564"/>
                  </a:lnTo>
                  <a:lnTo>
                    <a:pt x="10419841" y="2857246"/>
                  </a:lnTo>
                  <a:close/>
                </a:path>
                <a:path w="10424160" h="5213350">
                  <a:moveTo>
                    <a:pt x="10419841" y="2895473"/>
                  </a:moveTo>
                  <a:lnTo>
                    <a:pt x="10409428" y="2895473"/>
                  </a:lnTo>
                  <a:lnTo>
                    <a:pt x="10405110" y="2899664"/>
                  </a:lnTo>
                  <a:lnTo>
                    <a:pt x="10405110" y="2910205"/>
                  </a:lnTo>
                  <a:lnTo>
                    <a:pt x="10409428" y="2914523"/>
                  </a:lnTo>
                  <a:lnTo>
                    <a:pt x="10419841" y="2914523"/>
                  </a:lnTo>
                  <a:lnTo>
                    <a:pt x="10424160" y="2910205"/>
                  </a:lnTo>
                  <a:lnTo>
                    <a:pt x="10424160" y="2899664"/>
                  </a:lnTo>
                  <a:lnTo>
                    <a:pt x="10419841" y="2895473"/>
                  </a:lnTo>
                  <a:close/>
                </a:path>
                <a:path w="10424160" h="5213350">
                  <a:moveTo>
                    <a:pt x="10419841" y="2933573"/>
                  </a:moveTo>
                  <a:lnTo>
                    <a:pt x="10409428" y="2933573"/>
                  </a:lnTo>
                  <a:lnTo>
                    <a:pt x="10405110" y="2937764"/>
                  </a:lnTo>
                  <a:lnTo>
                    <a:pt x="10405110" y="2948305"/>
                  </a:lnTo>
                  <a:lnTo>
                    <a:pt x="10409428" y="2952623"/>
                  </a:lnTo>
                  <a:lnTo>
                    <a:pt x="10419841" y="2952623"/>
                  </a:lnTo>
                  <a:lnTo>
                    <a:pt x="10424160" y="2948305"/>
                  </a:lnTo>
                  <a:lnTo>
                    <a:pt x="10424160" y="2937764"/>
                  </a:lnTo>
                  <a:lnTo>
                    <a:pt x="10419841" y="2933573"/>
                  </a:lnTo>
                  <a:close/>
                </a:path>
                <a:path w="10424160" h="5213350">
                  <a:moveTo>
                    <a:pt x="10419841" y="2971673"/>
                  </a:moveTo>
                  <a:lnTo>
                    <a:pt x="10409428" y="2971673"/>
                  </a:lnTo>
                  <a:lnTo>
                    <a:pt x="10405110" y="2975864"/>
                  </a:lnTo>
                  <a:lnTo>
                    <a:pt x="10405110" y="2986405"/>
                  </a:lnTo>
                  <a:lnTo>
                    <a:pt x="10409428" y="2990723"/>
                  </a:lnTo>
                  <a:lnTo>
                    <a:pt x="10419841" y="2990723"/>
                  </a:lnTo>
                  <a:lnTo>
                    <a:pt x="10424160" y="2986405"/>
                  </a:lnTo>
                  <a:lnTo>
                    <a:pt x="10424160" y="2975864"/>
                  </a:lnTo>
                  <a:lnTo>
                    <a:pt x="10419841" y="2971673"/>
                  </a:lnTo>
                  <a:close/>
                </a:path>
                <a:path w="10424160" h="5213350">
                  <a:moveTo>
                    <a:pt x="10419841" y="3009773"/>
                  </a:moveTo>
                  <a:lnTo>
                    <a:pt x="10409428" y="3009773"/>
                  </a:lnTo>
                  <a:lnTo>
                    <a:pt x="10405110" y="3014091"/>
                  </a:lnTo>
                  <a:lnTo>
                    <a:pt x="10405110" y="3024632"/>
                  </a:lnTo>
                  <a:lnTo>
                    <a:pt x="10409428" y="3028823"/>
                  </a:lnTo>
                  <a:lnTo>
                    <a:pt x="10419841" y="3028823"/>
                  </a:lnTo>
                  <a:lnTo>
                    <a:pt x="10424160" y="3024632"/>
                  </a:lnTo>
                  <a:lnTo>
                    <a:pt x="10424160" y="3014091"/>
                  </a:lnTo>
                  <a:lnTo>
                    <a:pt x="10419841" y="3009773"/>
                  </a:lnTo>
                  <a:close/>
                </a:path>
                <a:path w="10424160" h="5213350">
                  <a:moveTo>
                    <a:pt x="10419841" y="3047873"/>
                  </a:moveTo>
                  <a:lnTo>
                    <a:pt x="10409428" y="3047873"/>
                  </a:lnTo>
                  <a:lnTo>
                    <a:pt x="10405110" y="3052191"/>
                  </a:lnTo>
                  <a:lnTo>
                    <a:pt x="10405110" y="3062732"/>
                  </a:lnTo>
                  <a:lnTo>
                    <a:pt x="10409428" y="3066923"/>
                  </a:lnTo>
                  <a:lnTo>
                    <a:pt x="10419841" y="3066923"/>
                  </a:lnTo>
                  <a:lnTo>
                    <a:pt x="10424160" y="3062732"/>
                  </a:lnTo>
                  <a:lnTo>
                    <a:pt x="10424160" y="3052191"/>
                  </a:lnTo>
                  <a:lnTo>
                    <a:pt x="10419841" y="3047873"/>
                  </a:lnTo>
                  <a:close/>
                </a:path>
                <a:path w="10424160" h="5213350">
                  <a:moveTo>
                    <a:pt x="10419841" y="3085973"/>
                  </a:moveTo>
                  <a:lnTo>
                    <a:pt x="10409428" y="3085973"/>
                  </a:lnTo>
                  <a:lnTo>
                    <a:pt x="10405110" y="3090291"/>
                  </a:lnTo>
                  <a:lnTo>
                    <a:pt x="10405110" y="3100832"/>
                  </a:lnTo>
                  <a:lnTo>
                    <a:pt x="10409428" y="3105023"/>
                  </a:lnTo>
                  <a:lnTo>
                    <a:pt x="10419841" y="3105023"/>
                  </a:lnTo>
                  <a:lnTo>
                    <a:pt x="10424160" y="3100832"/>
                  </a:lnTo>
                  <a:lnTo>
                    <a:pt x="10424160" y="3090291"/>
                  </a:lnTo>
                  <a:lnTo>
                    <a:pt x="10419841" y="3085973"/>
                  </a:lnTo>
                  <a:close/>
                </a:path>
                <a:path w="10424160" h="5213350">
                  <a:moveTo>
                    <a:pt x="10419841" y="3124073"/>
                  </a:moveTo>
                  <a:lnTo>
                    <a:pt x="10409428" y="3124073"/>
                  </a:lnTo>
                  <a:lnTo>
                    <a:pt x="10405110" y="3128391"/>
                  </a:lnTo>
                  <a:lnTo>
                    <a:pt x="10405110" y="3138932"/>
                  </a:lnTo>
                  <a:lnTo>
                    <a:pt x="10409428" y="3143250"/>
                  </a:lnTo>
                  <a:lnTo>
                    <a:pt x="10419841" y="3143250"/>
                  </a:lnTo>
                  <a:lnTo>
                    <a:pt x="10424160" y="3138932"/>
                  </a:lnTo>
                  <a:lnTo>
                    <a:pt x="10424160" y="3133725"/>
                  </a:lnTo>
                  <a:lnTo>
                    <a:pt x="10411460" y="3133725"/>
                  </a:lnTo>
                  <a:lnTo>
                    <a:pt x="10411460" y="3133598"/>
                  </a:lnTo>
                  <a:lnTo>
                    <a:pt x="10424160" y="3133598"/>
                  </a:lnTo>
                  <a:lnTo>
                    <a:pt x="10424160" y="3128391"/>
                  </a:lnTo>
                  <a:lnTo>
                    <a:pt x="10419841" y="3124073"/>
                  </a:lnTo>
                  <a:close/>
                </a:path>
                <a:path w="10424160" h="5213350">
                  <a:moveTo>
                    <a:pt x="10424160" y="3133598"/>
                  </a:moveTo>
                  <a:lnTo>
                    <a:pt x="10417810" y="3133598"/>
                  </a:lnTo>
                  <a:lnTo>
                    <a:pt x="10417810" y="3133725"/>
                  </a:lnTo>
                  <a:lnTo>
                    <a:pt x="10424160" y="3133725"/>
                  </a:lnTo>
                  <a:lnTo>
                    <a:pt x="10424160" y="3133598"/>
                  </a:lnTo>
                  <a:close/>
                </a:path>
                <a:path w="10424160" h="5213350">
                  <a:moveTo>
                    <a:pt x="10419841" y="3162300"/>
                  </a:moveTo>
                  <a:lnTo>
                    <a:pt x="10409428" y="3162300"/>
                  </a:lnTo>
                  <a:lnTo>
                    <a:pt x="10405110" y="3166491"/>
                  </a:lnTo>
                  <a:lnTo>
                    <a:pt x="10405110" y="3177032"/>
                  </a:lnTo>
                  <a:lnTo>
                    <a:pt x="10409428" y="3181350"/>
                  </a:lnTo>
                  <a:lnTo>
                    <a:pt x="10419841" y="3181350"/>
                  </a:lnTo>
                  <a:lnTo>
                    <a:pt x="10424160" y="3177032"/>
                  </a:lnTo>
                  <a:lnTo>
                    <a:pt x="10424160" y="3166491"/>
                  </a:lnTo>
                  <a:lnTo>
                    <a:pt x="10419841" y="3162300"/>
                  </a:lnTo>
                  <a:close/>
                </a:path>
                <a:path w="10424160" h="5213350">
                  <a:moveTo>
                    <a:pt x="10419841" y="3200400"/>
                  </a:moveTo>
                  <a:lnTo>
                    <a:pt x="10409428" y="3200400"/>
                  </a:lnTo>
                  <a:lnTo>
                    <a:pt x="10405110" y="3204591"/>
                  </a:lnTo>
                  <a:lnTo>
                    <a:pt x="10405110" y="3215132"/>
                  </a:lnTo>
                  <a:lnTo>
                    <a:pt x="10409428" y="3219450"/>
                  </a:lnTo>
                  <a:lnTo>
                    <a:pt x="10419841" y="3219450"/>
                  </a:lnTo>
                  <a:lnTo>
                    <a:pt x="10424160" y="3215132"/>
                  </a:lnTo>
                  <a:lnTo>
                    <a:pt x="10424160" y="3204591"/>
                  </a:lnTo>
                  <a:lnTo>
                    <a:pt x="10419841" y="3200400"/>
                  </a:lnTo>
                  <a:close/>
                </a:path>
                <a:path w="10424160" h="5213350">
                  <a:moveTo>
                    <a:pt x="10419841" y="3238500"/>
                  </a:moveTo>
                  <a:lnTo>
                    <a:pt x="10409428" y="3238500"/>
                  </a:lnTo>
                  <a:lnTo>
                    <a:pt x="10405110" y="3242818"/>
                  </a:lnTo>
                  <a:lnTo>
                    <a:pt x="10405110" y="3253359"/>
                  </a:lnTo>
                  <a:lnTo>
                    <a:pt x="10409428" y="3257550"/>
                  </a:lnTo>
                  <a:lnTo>
                    <a:pt x="10419841" y="3257550"/>
                  </a:lnTo>
                  <a:lnTo>
                    <a:pt x="10424160" y="3253359"/>
                  </a:lnTo>
                  <a:lnTo>
                    <a:pt x="10424160" y="3242818"/>
                  </a:lnTo>
                  <a:lnTo>
                    <a:pt x="10419841" y="3238500"/>
                  </a:lnTo>
                  <a:close/>
                </a:path>
                <a:path w="10424160" h="5213350">
                  <a:moveTo>
                    <a:pt x="10419841" y="3276600"/>
                  </a:moveTo>
                  <a:lnTo>
                    <a:pt x="10409428" y="3276600"/>
                  </a:lnTo>
                  <a:lnTo>
                    <a:pt x="10405110" y="3280918"/>
                  </a:lnTo>
                  <a:lnTo>
                    <a:pt x="10405110" y="3291459"/>
                  </a:lnTo>
                  <a:lnTo>
                    <a:pt x="10409428" y="3295650"/>
                  </a:lnTo>
                  <a:lnTo>
                    <a:pt x="10419841" y="3295650"/>
                  </a:lnTo>
                  <a:lnTo>
                    <a:pt x="10424160" y="3291459"/>
                  </a:lnTo>
                  <a:lnTo>
                    <a:pt x="10424160" y="3280918"/>
                  </a:lnTo>
                  <a:lnTo>
                    <a:pt x="10419841" y="3276600"/>
                  </a:lnTo>
                  <a:close/>
                </a:path>
                <a:path w="10424160" h="5213350">
                  <a:moveTo>
                    <a:pt x="10419841" y="3314700"/>
                  </a:moveTo>
                  <a:lnTo>
                    <a:pt x="10409428" y="3314700"/>
                  </a:lnTo>
                  <a:lnTo>
                    <a:pt x="10405110" y="3319018"/>
                  </a:lnTo>
                  <a:lnTo>
                    <a:pt x="10405110" y="3329559"/>
                  </a:lnTo>
                  <a:lnTo>
                    <a:pt x="10409428" y="3333750"/>
                  </a:lnTo>
                  <a:lnTo>
                    <a:pt x="10419841" y="3333750"/>
                  </a:lnTo>
                  <a:lnTo>
                    <a:pt x="10424160" y="3329559"/>
                  </a:lnTo>
                  <a:lnTo>
                    <a:pt x="10424160" y="3319018"/>
                  </a:lnTo>
                  <a:lnTo>
                    <a:pt x="10419841" y="3314700"/>
                  </a:lnTo>
                  <a:close/>
                </a:path>
                <a:path w="10424160" h="5213350">
                  <a:moveTo>
                    <a:pt x="10419841" y="3352800"/>
                  </a:moveTo>
                  <a:lnTo>
                    <a:pt x="10409428" y="3352800"/>
                  </a:lnTo>
                  <a:lnTo>
                    <a:pt x="10405110" y="3357118"/>
                  </a:lnTo>
                  <a:lnTo>
                    <a:pt x="10405110" y="3367659"/>
                  </a:lnTo>
                  <a:lnTo>
                    <a:pt x="10409428" y="3371977"/>
                  </a:lnTo>
                  <a:lnTo>
                    <a:pt x="10419841" y="3371977"/>
                  </a:lnTo>
                  <a:lnTo>
                    <a:pt x="10424160" y="3367659"/>
                  </a:lnTo>
                  <a:lnTo>
                    <a:pt x="10424160" y="3357118"/>
                  </a:lnTo>
                  <a:lnTo>
                    <a:pt x="10419841" y="3352800"/>
                  </a:lnTo>
                  <a:close/>
                </a:path>
                <a:path w="10424160" h="5213350">
                  <a:moveTo>
                    <a:pt x="10419841" y="3391027"/>
                  </a:moveTo>
                  <a:lnTo>
                    <a:pt x="10409428" y="3391027"/>
                  </a:lnTo>
                  <a:lnTo>
                    <a:pt x="10405110" y="3395218"/>
                  </a:lnTo>
                  <a:lnTo>
                    <a:pt x="10405110" y="3405759"/>
                  </a:lnTo>
                  <a:lnTo>
                    <a:pt x="10409428" y="3410077"/>
                  </a:lnTo>
                  <a:lnTo>
                    <a:pt x="10419841" y="3410077"/>
                  </a:lnTo>
                  <a:lnTo>
                    <a:pt x="10424160" y="3405759"/>
                  </a:lnTo>
                  <a:lnTo>
                    <a:pt x="10424160" y="3395218"/>
                  </a:lnTo>
                  <a:lnTo>
                    <a:pt x="10419841" y="3391027"/>
                  </a:lnTo>
                  <a:close/>
                </a:path>
                <a:path w="10424160" h="5213350">
                  <a:moveTo>
                    <a:pt x="10419841" y="3429127"/>
                  </a:moveTo>
                  <a:lnTo>
                    <a:pt x="10409428" y="3429127"/>
                  </a:lnTo>
                  <a:lnTo>
                    <a:pt x="10405110" y="3433318"/>
                  </a:lnTo>
                  <a:lnTo>
                    <a:pt x="10405110" y="3443859"/>
                  </a:lnTo>
                  <a:lnTo>
                    <a:pt x="10409428" y="3448177"/>
                  </a:lnTo>
                  <a:lnTo>
                    <a:pt x="10419841" y="3448177"/>
                  </a:lnTo>
                  <a:lnTo>
                    <a:pt x="10424160" y="3443859"/>
                  </a:lnTo>
                  <a:lnTo>
                    <a:pt x="10424160" y="3433318"/>
                  </a:lnTo>
                  <a:lnTo>
                    <a:pt x="10419841" y="3429127"/>
                  </a:lnTo>
                  <a:close/>
                </a:path>
                <a:path w="10424160" h="5213350">
                  <a:moveTo>
                    <a:pt x="10419841" y="3467227"/>
                  </a:moveTo>
                  <a:lnTo>
                    <a:pt x="10409428" y="3467227"/>
                  </a:lnTo>
                  <a:lnTo>
                    <a:pt x="10405110" y="3471418"/>
                  </a:lnTo>
                  <a:lnTo>
                    <a:pt x="10405110" y="3481959"/>
                  </a:lnTo>
                  <a:lnTo>
                    <a:pt x="10409428" y="3486277"/>
                  </a:lnTo>
                  <a:lnTo>
                    <a:pt x="10419841" y="3486277"/>
                  </a:lnTo>
                  <a:lnTo>
                    <a:pt x="10424160" y="3481959"/>
                  </a:lnTo>
                  <a:lnTo>
                    <a:pt x="10424160" y="3471418"/>
                  </a:lnTo>
                  <a:lnTo>
                    <a:pt x="10419841" y="3467227"/>
                  </a:lnTo>
                  <a:close/>
                </a:path>
                <a:path w="10424160" h="5213350">
                  <a:moveTo>
                    <a:pt x="10419841" y="3505327"/>
                  </a:moveTo>
                  <a:lnTo>
                    <a:pt x="10409428" y="3505327"/>
                  </a:lnTo>
                  <a:lnTo>
                    <a:pt x="10405110" y="3509645"/>
                  </a:lnTo>
                  <a:lnTo>
                    <a:pt x="10405110" y="3520186"/>
                  </a:lnTo>
                  <a:lnTo>
                    <a:pt x="10409428" y="3524377"/>
                  </a:lnTo>
                  <a:lnTo>
                    <a:pt x="10419841" y="3524377"/>
                  </a:lnTo>
                  <a:lnTo>
                    <a:pt x="10424160" y="3520186"/>
                  </a:lnTo>
                  <a:lnTo>
                    <a:pt x="10424160" y="3509645"/>
                  </a:lnTo>
                  <a:lnTo>
                    <a:pt x="10419841" y="3505327"/>
                  </a:lnTo>
                  <a:close/>
                </a:path>
                <a:path w="10424160" h="5213350">
                  <a:moveTo>
                    <a:pt x="10419841" y="3543427"/>
                  </a:moveTo>
                  <a:lnTo>
                    <a:pt x="10409428" y="3543427"/>
                  </a:lnTo>
                  <a:lnTo>
                    <a:pt x="10405110" y="3547745"/>
                  </a:lnTo>
                  <a:lnTo>
                    <a:pt x="10405110" y="3558286"/>
                  </a:lnTo>
                  <a:lnTo>
                    <a:pt x="10409428" y="3562477"/>
                  </a:lnTo>
                  <a:lnTo>
                    <a:pt x="10419841" y="3562477"/>
                  </a:lnTo>
                  <a:lnTo>
                    <a:pt x="10424160" y="3558286"/>
                  </a:lnTo>
                  <a:lnTo>
                    <a:pt x="10424160" y="3547745"/>
                  </a:lnTo>
                  <a:lnTo>
                    <a:pt x="10419841" y="3543427"/>
                  </a:lnTo>
                  <a:close/>
                </a:path>
                <a:path w="10424160" h="5213350">
                  <a:moveTo>
                    <a:pt x="10419841" y="3581527"/>
                  </a:moveTo>
                  <a:lnTo>
                    <a:pt x="10409428" y="3581527"/>
                  </a:lnTo>
                  <a:lnTo>
                    <a:pt x="10405110" y="3585845"/>
                  </a:lnTo>
                  <a:lnTo>
                    <a:pt x="10405110" y="3596386"/>
                  </a:lnTo>
                  <a:lnTo>
                    <a:pt x="10409428" y="3600577"/>
                  </a:lnTo>
                  <a:lnTo>
                    <a:pt x="10419841" y="3600577"/>
                  </a:lnTo>
                  <a:lnTo>
                    <a:pt x="10424160" y="3596386"/>
                  </a:lnTo>
                  <a:lnTo>
                    <a:pt x="10424160" y="3585845"/>
                  </a:lnTo>
                  <a:lnTo>
                    <a:pt x="10419841" y="3581527"/>
                  </a:lnTo>
                  <a:close/>
                </a:path>
                <a:path w="10424160" h="5213350">
                  <a:moveTo>
                    <a:pt x="10419841" y="3619627"/>
                  </a:moveTo>
                  <a:lnTo>
                    <a:pt x="10409428" y="3619627"/>
                  </a:lnTo>
                  <a:lnTo>
                    <a:pt x="10405110" y="3623945"/>
                  </a:lnTo>
                  <a:lnTo>
                    <a:pt x="10405110" y="3634486"/>
                  </a:lnTo>
                  <a:lnTo>
                    <a:pt x="10409428" y="3638804"/>
                  </a:lnTo>
                  <a:lnTo>
                    <a:pt x="10419841" y="3638804"/>
                  </a:lnTo>
                  <a:lnTo>
                    <a:pt x="10424160" y="3634486"/>
                  </a:lnTo>
                  <a:lnTo>
                    <a:pt x="10424160" y="3623945"/>
                  </a:lnTo>
                  <a:lnTo>
                    <a:pt x="10419841" y="3619627"/>
                  </a:lnTo>
                  <a:close/>
                </a:path>
                <a:path w="10424160" h="5213350">
                  <a:moveTo>
                    <a:pt x="10419841" y="3657854"/>
                  </a:moveTo>
                  <a:lnTo>
                    <a:pt x="10409428" y="3657854"/>
                  </a:lnTo>
                  <a:lnTo>
                    <a:pt x="10405110" y="3662045"/>
                  </a:lnTo>
                  <a:lnTo>
                    <a:pt x="10405110" y="3672586"/>
                  </a:lnTo>
                  <a:lnTo>
                    <a:pt x="10409428" y="3676904"/>
                  </a:lnTo>
                  <a:lnTo>
                    <a:pt x="10419841" y="3676904"/>
                  </a:lnTo>
                  <a:lnTo>
                    <a:pt x="10424160" y="3672586"/>
                  </a:lnTo>
                  <a:lnTo>
                    <a:pt x="10424160" y="3662045"/>
                  </a:lnTo>
                  <a:lnTo>
                    <a:pt x="10419841" y="3657854"/>
                  </a:lnTo>
                  <a:close/>
                </a:path>
                <a:path w="10424160" h="5213350">
                  <a:moveTo>
                    <a:pt x="10419841" y="3695954"/>
                  </a:moveTo>
                  <a:lnTo>
                    <a:pt x="10409428" y="3695954"/>
                  </a:lnTo>
                  <a:lnTo>
                    <a:pt x="10405110" y="3700145"/>
                  </a:lnTo>
                  <a:lnTo>
                    <a:pt x="10405110" y="3710686"/>
                  </a:lnTo>
                  <a:lnTo>
                    <a:pt x="10409428" y="3715004"/>
                  </a:lnTo>
                  <a:lnTo>
                    <a:pt x="10419841" y="3715004"/>
                  </a:lnTo>
                  <a:lnTo>
                    <a:pt x="10424160" y="3710686"/>
                  </a:lnTo>
                  <a:lnTo>
                    <a:pt x="10424160" y="3700145"/>
                  </a:lnTo>
                  <a:lnTo>
                    <a:pt x="10419841" y="3695954"/>
                  </a:lnTo>
                  <a:close/>
                </a:path>
                <a:path w="10424160" h="5213350">
                  <a:moveTo>
                    <a:pt x="10419841" y="3734054"/>
                  </a:moveTo>
                  <a:lnTo>
                    <a:pt x="10409428" y="3734054"/>
                  </a:lnTo>
                  <a:lnTo>
                    <a:pt x="10405110" y="3738245"/>
                  </a:lnTo>
                  <a:lnTo>
                    <a:pt x="10405110" y="3748786"/>
                  </a:lnTo>
                  <a:lnTo>
                    <a:pt x="10409428" y="3753104"/>
                  </a:lnTo>
                  <a:lnTo>
                    <a:pt x="10419841" y="3753104"/>
                  </a:lnTo>
                  <a:lnTo>
                    <a:pt x="10424160" y="3748786"/>
                  </a:lnTo>
                  <a:lnTo>
                    <a:pt x="10424160" y="3738245"/>
                  </a:lnTo>
                  <a:lnTo>
                    <a:pt x="10419841" y="3734054"/>
                  </a:lnTo>
                  <a:close/>
                </a:path>
                <a:path w="10424160" h="5213350">
                  <a:moveTo>
                    <a:pt x="10419841" y="3772154"/>
                  </a:moveTo>
                  <a:lnTo>
                    <a:pt x="10409428" y="3772154"/>
                  </a:lnTo>
                  <a:lnTo>
                    <a:pt x="10405110" y="3776472"/>
                  </a:lnTo>
                  <a:lnTo>
                    <a:pt x="10405110" y="3787013"/>
                  </a:lnTo>
                  <a:lnTo>
                    <a:pt x="10409428" y="3791204"/>
                  </a:lnTo>
                  <a:lnTo>
                    <a:pt x="10419841" y="3791204"/>
                  </a:lnTo>
                  <a:lnTo>
                    <a:pt x="10424160" y="3787013"/>
                  </a:lnTo>
                  <a:lnTo>
                    <a:pt x="10424160" y="3776472"/>
                  </a:lnTo>
                  <a:lnTo>
                    <a:pt x="10419841" y="3772154"/>
                  </a:lnTo>
                  <a:close/>
                </a:path>
                <a:path w="10424160" h="5213350">
                  <a:moveTo>
                    <a:pt x="10419841" y="3810254"/>
                  </a:moveTo>
                  <a:lnTo>
                    <a:pt x="10409428" y="3810254"/>
                  </a:lnTo>
                  <a:lnTo>
                    <a:pt x="10405110" y="3814572"/>
                  </a:lnTo>
                  <a:lnTo>
                    <a:pt x="10405110" y="3825113"/>
                  </a:lnTo>
                  <a:lnTo>
                    <a:pt x="10409428" y="3829304"/>
                  </a:lnTo>
                  <a:lnTo>
                    <a:pt x="10419841" y="3829304"/>
                  </a:lnTo>
                  <a:lnTo>
                    <a:pt x="10424160" y="3825113"/>
                  </a:lnTo>
                  <a:lnTo>
                    <a:pt x="10424160" y="3814572"/>
                  </a:lnTo>
                  <a:lnTo>
                    <a:pt x="10419841" y="3810254"/>
                  </a:lnTo>
                  <a:close/>
                </a:path>
                <a:path w="10424160" h="5213350">
                  <a:moveTo>
                    <a:pt x="10419841" y="3848354"/>
                  </a:moveTo>
                  <a:lnTo>
                    <a:pt x="10409428" y="3848354"/>
                  </a:lnTo>
                  <a:lnTo>
                    <a:pt x="10405110" y="3852672"/>
                  </a:lnTo>
                  <a:lnTo>
                    <a:pt x="10405110" y="3863213"/>
                  </a:lnTo>
                  <a:lnTo>
                    <a:pt x="10409428" y="3867531"/>
                  </a:lnTo>
                  <a:lnTo>
                    <a:pt x="10419841" y="3867531"/>
                  </a:lnTo>
                  <a:lnTo>
                    <a:pt x="10424160" y="3863213"/>
                  </a:lnTo>
                  <a:lnTo>
                    <a:pt x="10424160" y="3852672"/>
                  </a:lnTo>
                  <a:lnTo>
                    <a:pt x="10419841" y="3848354"/>
                  </a:lnTo>
                  <a:close/>
                </a:path>
                <a:path w="10424160" h="5213350">
                  <a:moveTo>
                    <a:pt x="10419841" y="3886581"/>
                  </a:moveTo>
                  <a:lnTo>
                    <a:pt x="10409428" y="3886581"/>
                  </a:lnTo>
                  <a:lnTo>
                    <a:pt x="10405110" y="3890772"/>
                  </a:lnTo>
                  <a:lnTo>
                    <a:pt x="10405110" y="3901313"/>
                  </a:lnTo>
                  <a:lnTo>
                    <a:pt x="10409428" y="3905631"/>
                  </a:lnTo>
                  <a:lnTo>
                    <a:pt x="10419841" y="3905631"/>
                  </a:lnTo>
                  <a:lnTo>
                    <a:pt x="10424160" y="3901313"/>
                  </a:lnTo>
                  <a:lnTo>
                    <a:pt x="10424160" y="3890772"/>
                  </a:lnTo>
                  <a:lnTo>
                    <a:pt x="10419841" y="3886581"/>
                  </a:lnTo>
                  <a:close/>
                </a:path>
                <a:path w="10424160" h="5213350">
                  <a:moveTo>
                    <a:pt x="10419841" y="3924681"/>
                  </a:moveTo>
                  <a:lnTo>
                    <a:pt x="10409428" y="3924681"/>
                  </a:lnTo>
                  <a:lnTo>
                    <a:pt x="10405110" y="3928872"/>
                  </a:lnTo>
                  <a:lnTo>
                    <a:pt x="10405110" y="3939413"/>
                  </a:lnTo>
                  <a:lnTo>
                    <a:pt x="10409428" y="3943731"/>
                  </a:lnTo>
                  <a:lnTo>
                    <a:pt x="10419841" y="3943731"/>
                  </a:lnTo>
                  <a:lnTo>
                    <a:pt x="10424160" y="3939413"/>
                  </a:lnTo>
                  <a:lnTo>
                    <a:pt x="10424160" y="3928872"/>
                  </a:lnTo>
                  <a:lnTo>
                    <a:pt x="10419841" y="3924681"/>
                  </a:lnTo>
                  <a:close/>
                </a:path>
                <a:path w="10424160" h="5213350">
                  <a:moveTo>
                    <a:pt x="10419841" y="3962781"/>
                  </a:moveTo>
                  <a:lnTo>
                    <a:pt x="10409428" y="3962781"/>
                  </a:lnTo>
                  <a:lnTo>
                    <a:pt x="10405110" y="3966972"/>
                  </a:lnTo>
                  <a:lnTo>
                    <a:pt x="10405110" y="3977513"/>
                  </a:lnTo>
                  <a:lnTo>
                    <a:pt x="10409428" y="3981831"/>
                  </a:lnTo>
                  <a:lnTo>
                    <a:pt x="10419841" y="3981831"/>
                  </a:lnTo>
                  <a:lnTo>
                    <a:pt x="10424160" y="3977513"/>
                  </a:lnTo>
                  <a:lnTo>
                    <a:pt x="10424160" y="3966972"/>
                  </a:lnTo>
                  <a:lnTo>
                    <a:pt x="10419841" y="3962781"/>
                  </a:lnTo>
                  <a:close/>
                </a:path>
                <a:path w="10424160" h="5213350">
                  <a:moveTo>
                    <a:pt x="10419841" y="4000881"/>
                  </a:moveTo>
                  <a:lnTo>
                    <a:pt x="10409428" y="4000881"/>
                  </a:lnTo>
                  <a:lnTo>
                    <a:pt x="10405110" y="4005199"/>
                  </a:lnTo>
                  <a:lnTo>
                    <a:pt x="10405110" y="4015740"/>
                  </a:lnTo>
                  <a:lnTo>
                    <a:pt x="10409428" y="4019931"/>
                  </a:lnTo>
                  <a:lnTo>
                    <a:pt x="10419841" y="4019931"/>
                  </a:lnTo>
                  <a:lnTo>
                    <a:pt x="10424160" y="4015740"/>
                  </a:lnTo>
                  <a:lnTo>
                    <a:pt x="10424160" y="4005199"/>
                  </a:lnTo>
                  <a:lnTo>
                    <a:pt x="10419841" y="4000881"/>
                  </a:lnTo>
                  <a:close/>
                </a:path>
                <a:path w="10424160" h="5213350">
                  <a:moveTo>
                    <a:pt x="10419841" y="4038981"/>
                  </a:moveTo>
                  <a:lnTo>
                    <a:pt x="10409428" y="4038981"/>
                  </a:lnTo>
                  <a:lnTo>
                    <a:pt x="10405110" y="4043299"/>
                  </a:lnTo>
                  <a:lnTo>
                    <a:pt x="10405110" y="4053840"/>
                  </a:lnTo>
                  <a:lnTo>
                    <a:pt x="10409428" y="4058031"/>
                  </a:lnTo>
                  <a:lnTo>
                    <a:pt x="10419841" y="4058031"/>
                  </a:lnTo>
                  <a:lnTo>
                    <a:pt x="10424160" y="4053840"/>
                  </a:lnTo>
                  <a:lnTo>
                    <a:pt x="10424160" y="4043299"/>
                  </a:lnTo>
                  <a:lnTo>
                    <a:pt x="10419841" y="4038981"/>
                  </a:lnTo>
                  <a:close/>
                </a:path>
                <a:path w="10424160" h="5213350">
                  <a:moveTo>
                    <a:pt x="10419841" y="4077081"/>
                  </a:moveTo>
                  <a:lnTo>
                    <a:pt x="10409428" y="4077081"/>
                  </a:lnTo>
                  <a:lnTo>
                    <a:pt x="10405110" y="4081399"/>
                  </a:lnTo>
                  <a:lnTo>
                    <a:pt x="10405110" y="4091940"/>
                  </a:lnTo>
                  <a:lnTo>
                    <a:pt x="10409428" y="4096131"/>
                  </a:lnTo>
                  <a:lnTo>
                    <a:pt x="10419841" y="4096131"/>
                  </a:lnTo>
                  <a:lnTo>
                    <a:pt x="10424160" y="4091940"/>
                  </a:lnTo>
                  <a:lnTo>
                    <a:pt x="10424160" y="4081399"/>
                  </a:lnTo>
                  <a:lnTo>
                    <a:pt x="10419841" y="4077081"/>
                  </a:lnTo>
                  <a:close/>
                </a:path>
                <a:path w="10424160" h="5213350">
                  <a:moveTo>
                    <a:pt x="10419841" y="4115181"/>
                  </a:moveTo>
                  <a:lnTo>
                    <a:pt x="10409428" y="4115181"/>
                  </a:lnTo>
                  <a:lnTo>
                    <a:pt x="10405110" y="4119499"/>
                  </a:lnTo>
                  <a:lnTo>
                    <a:pt x="10405110" y="4130040"/>
                  </a:lnTo>
                  <a:lnTo>
                    <a:pt x="10409428" y="4134358"/>
                  </a:lnTo>
                  <a:lnTo>
                    <a:pt x="10419841" y="4134358"/>
                  </a:lnTo>
                  <a:lnTo>
                    <a:pt x="10424160" y="4130040"/>
                  </a:lnTo>
                  <a:lnTo>
                    <a:pt x="10424160" y="4124833"/>
                  </a:lnTo>
                  <a:lnTo>
                    <a:pt x="10411460" y="4124833"/>
                  </a:lnTo>
                  <a:lnTo>
                    <a:pt x="10424160" y="4124706"/>
                  </a:lnTo>
                  <a:lnTo>
                    <a:pt x="10424160" y="4119499"/>
                  </a:lnTo>
                  <a:lnTo>
                    <a:pt x="10419841" y="4115181"/>
                  </a:lnTo>
                  <a:close/>
                </a:path>
                <a:path w="10424160" h="5213350">
                  <a:moveTo>
                    <a:pt x="10424160" y="4124706"/>
                  </a:moveTo>
                  <a:lnTo>
                    <a:pt x="10417810" y="4124706"/>
                  </a:lnTo>
                  <a:lnTo>
                    <a:pt x="10424160" y="4124833"/>
                  </a:lnTo>
                  <a:close/>
                </a:path>
                <a:path w="10424160" h="5213350">
                  <a:moveTo>
                    <a:pt x="10419841" y="4153408"/>
                  </a:moveTo>
                  <a:lnTo>
                    <a:pt x="10409428" y="4153408"/>
                  </a:lnTo>
                  <a:lnTo>
                    <a:pt x="10405110" y="4157599"/>
                  </a:lnTo>
                  <a:lnTo>
                    <a:pt x="10405110" y="4168140"/>
                  </a:lnTo>
                  <a:lnTo>
                    <a:pt x="10409428" y="4172458"/>
                  </a:lnTo>
                  <a:lnTo>
                    <a:pt x="10419841" y="4172458"/>
                  </a:lnTo>
                  <a:lnTo>
                    <a:pt x="10424160" y="4168140"/>
                  </a:lnTo>
                  <a:lnTo>
                    <a:pt x="10424160" y="4157599"/>
                  </a:lnTo>
                  <a:lnTo>
                    <a:pt x="10419841" y="4153408"/>
                  </a:lnTo>
                  <a:close/>
                </a:path>
                <a:path w="10424160" h="5213350">
                  <a:moveTo>
                    <a:pt x="10419841" y="4191469"/>
                  </a:moveTo>
                  <a:lnTo>
                    <a:pt x="10409428" y="4191469"/>
                  </a:lnTo>
                  <a:lnTo>
                    <a:pt x="10405110" y="4195737"/>
                  </a:lnTo>
                  <a:lnTo>
                    <a:pt x="10405110" y="4206278"/>
                  </a:lnTo>
                  <a:lnTo>
                    <a:pt x="10409428" y="4210545"/>
                  </a:lnTo>
                  <a:lnTo>
                    <a:pt x="10419841" y="4210545"/>
                  </a:lnTo>
                  <a:lnTo>
                    <a:pt x="10424160" y="4206278"/>
                  </a:lnTo>
                  <a:lnTo>
                    <a:pt x="10424160" y="4195737"/>
                  </a:lnTo>
                  <a:lnTo>
                    <a:pt x="10419841" y="4191469"/>
                  </a:lnTo>
                  <a:close/>
                </a:path>
                <a:path w="10424160" h="5213350">
                  <a:moveTo>
                    <a:pt x="10419841" y="4229595"/>
                  </a:moveTo>
                  <a:lnTo>
                    <a:pt x="10409428" y="4229595"/>
                  </a:lnTo>
                  <a:lnTo>
                    <a:pt x="10405110" y="4233862"/>
                  </a:lnTo>
                  <a:lnTo>
                    <a:pt x="10405110" y="4244403"/>
                  </a:lnTo>
                  <a:lnTo>
                    <a:pt x="10409428" y="4248658"/>
                  </a:lnTo>
                  <a:lnTo>
                    <a:pt x="10419841" y="4248658"/>
                  </a:lnTo>
                  <a:lnTo>
                    <a:pt x="10424160" y="4244403"/>
                  </a:lnTo>
                  <a:lnTo>
                    <a:pt x="10424160" y="4233862"/>
                  </a:lnTo>
                  <a:lnTo>
                    <a:pt x="10419841" y="4229595"/>
                  </a:lnTo>
                  <a:close/>
                </a:path>
                <a:path w="10424160" h="5213350">
                  <a:moveTo>
                    <a:pt x="10419841" y="4267708"/>
                  </a:moveTo>
                  <a:lnTo>
                    <a:pt x="10409428" y="4267708"/>
                  </a:lnTo>
                  <a:lnTo>
                    <a:pt x="10405110" y="4271975"/>
                  </a:lnTo>
                  <a:lnTo>
                    <a:pt x="10405110" y="4282516"/>
                  </a:lnTo>
                  <a:lnTo>
                    <a:pt x="10409428" y="4286783"/>
                  </a:lnTo>
                  <a:lnTo>
                    <a:pt x="10419841" y="4286783"/>
                  </a:lnTo>
                  <a:lnTo>
                    <a:pt x="10424160" y="4282516"/>
                  </a:lnTo>
                  <a:lnTo>
                    <a:pt x="10424160" y="4271975"/>
                  </a:lnTo>
                  <a:lnTo>
                    <a:pt x="10419841" y="4267708"/>
                  </a:lnTo>
                  <a:close/>
                </a:path>
                <a:path w="10424160" h="5213350">
                  <a:moveTo>
                    <a:pt x="10419841" y="4305833"/>
                  </a:moveTo>
                  <a:lnTo>
                    <a:pt x="10409428" y="4305833"/>
                  </a:lnTo>
                  <a:lnTo>
                    <a:pt x="10405110" y="4310100"/>
                  </a:lnTo>
                  <a:lnTo>
                    <a:pt x="10405110" y="4320641"/>
                  </a:lnTo>
                  <a:lnTo>
                    <a:pt x="10409428" y="4324908"/>
                  </a:lnTo>
                  <a:lnTo>
                    <a:pt x="10419841" y="4324908"/>
                  </a:lnTo>
                  <a:lnTo>
                    <a:pt x="10424160" y="4320641"/>
                  </a:lnTo>
                  <a:lnTo>
                    <a:pt x="10424160" y="4310100"/>
                  </a:lnTo>
                  <a:lnTo>
                    <a:pt x="10419841" y="4305833"/>
                  </a:lnTo>
                  <a:close/>
                </a:path>
                <a:path w="10424160" h="5213350">
                  <a:moveTo>
                    <a:pt x="10419841" y="4343958"/>
                  </a:moveTo>
                  <a:lnTo>
                    <a:pt x="10409428" y="4343958"/>
                  </a:lnTo>
                  <a:lnTo>
                    <a:pt x="10405110" y="4348213"/>
                  </a:lnTo>
                  <a:lnTo>
                    <a:pt x="10405110" y="4358754"/>
                  </a:lnTo>
                  <a:lnTo>
                    <a:pt x="10409428" y="4363021"/>
                  </a:lnTo>
                  <a:lnTo>
                    <a:pt x="10419841" y="4363021"/>
                  </a:lnTo>
                  <a:lnTo>
                    <a:pt x="10424160" y="4358754"/>
                  </a:lnTo>
                  <a:lnTo>
                    <a:pt x="10424160" y="4348213"/>
                  </a:lnTo>
                  <a:lnTo>
                    <a:pt x="10419841" y="4343958"/>
                  </a:lnTo>
                  <a:close/>
                </a:path>
                <a:path w="10424160" h="5213350">
                  <a:moveTo>
                    <a:pt x="10419841" y="4382071"/>
                  </a:moveTo>
                  <a:lnTo>
                    <a:pt x="10409428" y="4382071"/>
                  </a:lnTo>
                  <a:lnTo>
                    <a:pt x="10405110" y="4386338"/>
                  </a:lnTo>
                  <a:lnTo>
                    <a:pt x="10405110" y="4396879"/>
                  </a:lnTo>
                  <a:lnTo>
                    <a:pt x="10409428" y="4401146"/>
                  </a:lnTo>
                  <a:lnTo>
                    <a:pt x="10419841" y="4401146"/>
                  </a:lnTo>
                  <a:lnTo>
                    <a:pt x="10424160" y="4396879"/>
                  </a:lnTo>
                  <a:lnTo>
                    <a:pt x="10424160" y="4386338"/>
                  </a:lnTo>
                  <a:lnTo>
                    <a:pt x="10419841" y="4382071"/>
                  </a:lnTo>
                  <a:close/>
                </a:path>
                <a:path w="10424160" h="5213350">
                  <a:moveTo>
                    <a:pt x="10419841" y="4420196"/>
                  </a:moveTo>
                  <a:lnTo>
                    <a:pt x="10409428" y="4420196"/>
                  </a:lnTo>
                  <a:lnTo>
                    <a:pt x="10405110" y="4424451"/>
                  </a:lnTo>
                  <a:lnTo>
                    <a:pt x="10405110" y="4434992"/>
                  </a:lnTo>
                  <a:lnTo>
                    <a:pt x="10409428" y="4439259"/>
                  </a:lnTo>
                  <a:lnTo>
                    <a:pt x="10419841" y="4439259"/>
                  </a:lnTo>
                  <a:lnTo>
                    <a:pt x="10424160" y="4434992"/>
                  </a:lnTo>
                  <a:lnTo>
                    <a:pt x="10424160" y="4424451"/>
                  </a:lnTo>
                  <a:lnTo>
                    <a:pt x="10419841" y="4420196"/>
                  </a:lnTo>
                  <a:close/>
                </a:path>
                <a:path w="10424160" h="5213350">
                  <a:moveTo>
                    <a:pt x="10419841" y="4458309"/>
                  </a:moveTo>
                  <a:lnTo>
                    <a:pt x="10409428" y="4458309"/>
                  </a:lnTo>
                  <a:lnTo>
                    <a:pt x="10405110" y="4462576"/>
                  </a:lnTo>
                  <a:lnTo>
                    <a:pt x="10405110" y="4473117"/>
                  </a:lnTo>
                  <a:lnTo>
                    <a:pt x="10409428" y="4477385"/>
                  </a:lnTo>
                  <a:lnTo>
                    <a:pt x="10419841" y="4477385"/>
                  </a:lnTo>
                  <a:lnTo>
                    <a:pt x="10424160" y="4473117"/>
                  </a:lnTo>
                  <a:lnTo>
                    <a:pt x="10424160" y="4462576"/>
                  </a:lnTo>
                  <a:lnTo>
                    <a:pt x="10419841" y="4458309"/>
                  </a:lnTo>
                  <a:close/>
                </a:path>
                <a:path w="10424160" h="5213350">
                  <a:moveTo>
                    <a:pt x="10419841" y="4496435"/>
                  </a:moveTo>
                  <a:lnTo>
                    <a:pt x="10409428" y="4496435"/>
                  </a:lnTo>
                  <a:lnTo>
                    <a:pt x="10405110" y="4500689"/>
                  </a:lnTo>
                  <a:lnTo>
                    <a:pt x="10405110" y="4511230"/>
                  </a:lnTo>
                  <a:lnTo>
                    <a:pt x="10409428" y="4515497"/>
                  </a:lnTo>
                  <a:lnTo>
                    <a:pt x="10419841" y="4515497"/>
                  </a:lnTo>
                  <a:lnTo>
                    <a:pt x="10424160" y="4511230"/>
                  </a:lnTo>
                  <a:lnTo>
                    <a:pt x="10424160" y="4500689"/>
                  </a:lnTo>
                  <a:lnTo>
                    <a:pt x="10419841" y="4496435"/>
                  </a:lnTo>
                  <a:close/>
                </a:path>
                <a:path w="10424160" h="5213350">
                  <a:moveTo>
                    <a:pt x="10419841" y="4534547"/>
                  </a:moveTo>
                  <a:lnTo>
                    <a:pt x="10409428" y="4534547"/>
                  </a:lnTo>
                  <a:lnTo>
                    <a:pt x="10405110" y="4538814"/>
                  </a:lnTo>
                  <a:lnTo>
                    <a:pt x="10405110" y="4549355"/>
                  </a:lnTo>
                  <a:lnTo>
                    <a:pt x="10409428" y="4553623"/>
                  </a:lnTo>
                  <a:lnTo>
                    <a:pt x="10419841" y="4553623"/>
                  </a:lnTo>
                  <a:lnTo>
                    <a:pt x="10424160" y="4549355"/>
                  </a:lnTo>
                  <a:lnTo>
                    <a:pt x="10424160" y="4538814"/>
                  </a:lnTo>
                  <a:lnTo>
                    <a:pt x="10419841" y="4534547"/>
                  </a:lnTo>
                  <a:close/>
                </a:path>
                <a:path w="10424160" h="5213350">
                  <a:moveTo>
                    <a:pt x="10419841" y="4572673"/>
                  </a:moveTo>
                  <a:lnTo>
                    <a:pt x="10409428" y="4572673"/>
                  </a:lnTo>
                  <a:lnTo>
                    <a:pt x="10405110" y="4576940"/>
                  </a:lnTo>
                  <a:lnTo>
                    <a:pt x="10405110" y="4587468"/>
                  </a:lnTo>
                  <a:lnTo>
                    <a:pt x="10409428" y="4591735"/>
                  </a:lnTo>
                  <a:lnTo>
                    <a:pt x="10419841" y="4591735"/>
                  </a:lnTo>
                  <a:lnTo>
                    <a:pt x="10424160" y="4587468"/>
                  </a:lnTo>
                  <a:lnTo>
                    <a:pt x="10424160" y="4576940"/>
                  </a:lnTo>
                  <a:lnTo>
                    <a:pt x="10419841" y="4572673"/>
                  </a:lnTo>
                  <a:close/>
                </a:path>
                <a:path w="10424160" h="5213350">
                  <a:moveTo>
                    <a:pt x="10419841" y="4610785"/>
                  </a:moveTo>
                  <a:lnTo>
                    <a:pt x="10409428" y="4610785"/>
                  </a:lnTo>
                  <a:lnTo>
                    <a:pt x="10405110" y="4615053"/>
                  </a:lnTo>
                  <a:lnTo>
                    <a:pt x="10405110" y="4625594"/>
                  </a:lnTo>
                  <a:lnTo>
                    <a:pt x="10409428" y="4629861"/>
                  </a:lnTo>
                  <a:lnTo>
                    <a:pt x="10419841" y="4629861"/>
                  </a:lnTo>
                  <a:lnTo>
                    <a:pt x="10424160" y="4625594"/>
                  </a:lnTo>
                  <a:lnTo>
                    <a:pt x="10424160" y="4615053"/>
                  </a:lnTo>
                  <a:lnTo>
                    <a:pt x="10419841" y="4610785"/>
                  </a:lnTo>
                  <a:close/>
                </a:path>
                <a:path w="10424160" h="5213350">
                  <a:moveTo>
                    <a:pt x="10419841" y="4648911"/>
                  </a:moveTo>
                  <a:lnTo>
                    <a:pt x="10409428" y="4648911"/>
                  </a:lnTo>
                  <a:lnTo>
                    <a:pt x="10405110" y="4653178"/>
                  </a:lnTo>
                  <a:lnTo>
                    <a:pt x="10405110" y="4663719"/>
                  </a:lnTo>
                  <a:lnTo>
                    <a:pt x="10409428" y="4667973"/>
                  </a:lnTo>
                  <a:lnTo>
                    <a:pt x="10419841" y="4667973"/>
                  </a:lnTo>
                  <a:lnTo>
                    <a:pt x="10424160" y="4663719"/>
                  </a:lnTo>
                  <a:lnTo>
                    <a:pt x="10424160" y="4653178"/>
                  </a:lnTo>
                  <a:lnTo>
                    <a:pt x="10419841" y="4648911"/>
                  </a:lnTo>
                  <a:close/>
                </a:path>
                <a:path w="10424160" h="5213350">
                  <a:moveTo>
                    <a:pt x="10419841" y="4687023"/>
                  </a:moveTo>
                  <a:lnTo>
                    <a:pt x="10409428" y="4687023"/>
                  </a:lnTo>
                  <a:lnTo>
                    <a:pt x="10405110" y="4691291"/>
                  </a:lnTo>
                  <a:lnTo>
                    <a:pt x="10405110" y="4701832"/>
                  </a:lnTo>
                  <a:lnTo>
                    <a:pt x="10409428" y="4706099"/>
                  </a:lnTo>
                  <a:lnTo>
                    <a:pt x="10419841" y="4706099"/>
                  </a:lnTo>
                  <a:lnTo>
                    <a:pt x="10424160" y="4701832"/>
                  </a:lnTo>
                  <a:lnTo>
                    <a:pt x="10424160" y="4691291"/>
                  </a:lnTo>
                  <a:lnTo>
                    <a:pt x="10419841" y="4687023"/>
                  </a:lnTo>
                  <a:close/>
                </a:path>
                <a:path w="10424160" h="5213350">
                  <a:moveTo>
                    <a:pt x="10419841" y="4725149"/>
                  </a:moveTo>
                  <a:lnTo>
                    <a:pt x="10409428" y="4725149"/>
                  </a:lnTo>
                  <a:lnTo>
                    <a:pt x="10405110" y="4729416"/>
                  </a:lnTo>
                  <a:lnTo>
                    <a:pt x="10405110" y="4739957"/>
                  </a:lnTo>
                  <a:lnTo>
                    <a:pt x="10409428" y="4744212"/>
                  </a:lnTo>
                  <a:lnTo>
                    <a:pt x="10419841" y="4744212"/>
                  </a:lnTo>
                  <a:lnTo>
                    <a:pt x="10424160" y="4739957"/>
                  </a:lnTo>
                  <a:lnTo>
                    <a:pt x="10424160" y="4729416"/>
                  </a:lnTo>
                  <a:lnTo>
                    <a:pt x="10419841" y="4725149"/>
                  </a:lnTo>
                  <a:close/>
                </a:path>
                <a:path w="10424160" h="5213350">
                  <a:moveTo>
                    <a:pt x="10419841" y="4763262"/>
                  </a:moveTo>
                  <a:lnTo>
                    <a:pt x="10409428" y="4763262"/>
                  </a:lnTo>
                  <a:lnTo>
                    <a:pt x="10405110" y="4767529"/>
                  </a:lnTo>
                  <a:lnTo>
                    <a:pt x="10405110" y="4778070"/>
                  </a:lnTo>
                  <a:lnTo>
                    <a:pt x="10409428" y="4782337"/>
                  </a:lnTo>
                  <a:lnTo>
                    <a:pt x="10419841" y="4782337"/>
                  </a:lnTo>
                  <a:lnTo>
                    <a:pt x="10424160" y="4778070"/>
                  </a:lnTo>
                  <a:lnTo>
                    <a:pt x="10424160" y="4767529"/>
                  </a:lnTo>
                  <a:lnTo>
                    <a:pt x="10419841" y="4763262"/>
                  </a:lnTo>
                  <a:close/>
                </a:path>
                <a:path w="10424160" h="5213350">
                  <a:moveTo>
                    <a:pt x="10419841" y="4801387"/>
                  </a:moveTo>
                  <a:lnTo>
                    <a:pt x="10409428" y="4801387"/>
                  </a:lnTo>
                  <a:lnTo>
                    <a:pt x="10405110" y="4805654"/>
                  </a:lnTo>
                  <a:lnTo>
                    <a:pt x="10405110" y="4816195"/>
                  </a:lnTo>
                  <a:lnTo>
                    <a:pt x="10409428" y="4820450"/>
                  </a:lnTo>
                  <a:lnTo>
                    <a:pt x="10419841" y="4820450"/>
                  </a:lnTo>
                  <a:lnTo>
                    <a:pt x="10424160" y="4816195"/>
                  </a:lnTo>
                  <a:lnTo>
                    <a:pt x="10424160" y="4805654"/>
                  </a:lnTo>
                  <a:lnTo>
                    <a:pt x="10419841" y="4801387"/>
                  </a:lnTo>
                  <a:close/>
                </a:path>
                <a:path w="10424160" h="5213350">
                  <a:moveTo>
                    <a:pt x="10419841" y="4839500"/>
                  </a:moveTo>
                  <a:lnTo>
                    <a:pt x="10409428" y="4839500"/>
                  </a:lnTo>
                  <a:lnTo>
                    <a:pt x="10405110" y="4843767"/>
                  </a:lnTo>
                  <a:lnTo>
                    <a:pt x="10405110" y="4854308"/>
                  </a:lnTo>
                  <a:lnTo>
                    <a:pt x="10409428" y="4858575"/>
                  </a:lnTo>
                  <a:lnTo>
                    <a:pt x="10419841" y="4858575"/>
                  </a:lnTo>
                  <a:lnTo>
                    <a:pt x="10424160" y="4854308"/>
                  </a:lnTo>
                  <a:lnTo>
                    <a:pt x="10424160" y="4843767"/>
                  </a:lnTo>
                  <a:lnTo>
                    <a:pt x="10419841" y="4839500"/>
                  </a:lnTo>
                  <a:close/>
                </a:path>
                <a:path w="10424160" h="5213350">
                  <a:moveTo>
                    <a:pt x="10419841" y="4877625"/>
                  </a:moveTo>
                  <a:lnTo>
                    <a:pt x="10409428" y="4877625"/>
                  </a:lnTo>
                  <a:lnTo>
                    <a:pt x="10405110" y="4881892"/>
                  </a:lnTo>
                  <a:lnTo>
                    <a:pt x="10405110" y="4892433"/>
                  </a:lnTo>
                  <a:lnTo>
                    <a:pt x="10409428" y="4896700"/>
                  </a:lnTo>
                  <a:lnTo>
                    <a:pt x="10419841" y="4896700"/>
                  </a:lnTo>
                  <a:lnTo>
                    <a:pt x="10424160" y="4892433"/>
                  </a:lnTo>
                  <a:lnTo>
                    <a:pt x="10424160" y="4881892"/>
                  </a:lnTo>
                  <a:lnTo>
                    <a:pt x="10419841" y="4877625"/>
                  </a:lnTo>
                  <a:close/>
                </a:path>
                <a:path w="10424160" h="5213350">
                  <a:moveTo>
                    <a:pt x="10419841" y="4915750"/>
                  </a:moveTo>
                  <a:lnTo>
                    <a:pt x="10409428" y="4915750"/>
                  </a:lnTo>
                  <a:lnTo>
                    <a:pt x="10405110" y="4920005"/>
                  </a:lnTo>
                  <a:lnTo>
                    <a:pt x="10405110" y="4930546"/>
                  </a:lnTo>
                  <a:lnTo>
                    <a:pt x="10409428" y="4934813"/>
                  </a:lnTo>
                  <a:lnTo>
                    <a:pt x="10419841" y="4934813"/>
                  </a:lnTo>
                  <a:lnTo>
                    <a:pt x="10424160" y="4930546"/>
                  </a:lnTo>
                  <a:lnTo>
                    <a:pt x="10424160" y="4920005"/>
                  </a:lnTo>
                  <a:lnTo>
                    <a:pt x="10419841" y="4915750"/>
                  </a:lnTo>
                  <a:close/>
                </a:path>
                <a:path w="10424160" h="5213350">
                  <a:moveTo>
                    <a:pt x="10419841" y="4953863"/>
                  </a:moveTo>
                  <a:lnTo>
                    <a:pt x="10409428" y="4953863"/>
                  </a:lnTo>
                  <a:lnTo>
                    <a:pt x="10405110" y="4958130"/>
                  </a:lnTo>
                  <a:lnTo>
                    <a:pt x="10405110" y="4968671"/>
                  </a:lnTo>
                  <a:lnTo>
                    <a:pt x="10409428" y="4972939"/>
                  </a:lnTo>
                  <a:lnTo>
                    <a:pt x="10419841" y="4972939"/>
                  </a:lnTo>
                  <a:lnTo>
                    <a:pt x="10424160" y="4968671"/>
                  </a:lnTo>
                  <a:lnTo>
                    <a:pt x="10424160" y="4958130"/>
                  </a:lnTo>
                  <a:lnTo>
                    <a:pt x="10419841" y="4953863"/>
                  </a:lnTo>
                  <a:close/>
                </a:path>
                <a:path w="10424160" h="5213350">
                  <a:moveTo>
                    <a:pt x="10419841" y="4991989"/>
                  </a:moveTo>
                  <a:lnTo>
                    <a:pt x="10409428" y="4991989"/>
                  </a:lnTo>
                  <a:lnTo>
                    <a:pt x="10405110" y="4996256"/>
                  </a:lnTo>
                  <a:lnTo>
                    <a:pt x="10405110" y="5006784"/>
                  </a:lnTo>
                  <a:lnTo>
                    <a:pt x="10409428" y="5011051"/>
                  </a:lnTo>
                  <a:lnTo>
                    <a:pt x="10419841" y="5011051"/>
                  </a:lnTo>
                  <a:lnTo>
                    <a:pt x="10424160" y="5006784"/>
                  </a:lnTo>
                  <a:lnTo>
                    <a:pt x="10424160" y="4996256"/>
                  </a:lnTo>
                  <a:lnTo>
                    <a:pt x="10419841" y="4991989"/>
                  </a:lnTo>
                  <a:close/>
                </a:path>
                <a:path w="10424160" h="5213350">
                  <a:moveTo>
                    <a:pt x="10404348" y="5039131"/>
                  </a:moveTo>
                  <a:lnTo>
                    <a:pt x="10404093" y="5044389"/>
                  </a:lnTo>
                  <a:lnTo>
                    <a:pt x="10408158" y="5048859"/>
                  </a:lnTo>
                  <a:lnTo>
                    <a:pt x="10418699" y="5049418"/>
                  </a:lnTo>
                  <a:lnTo>
                    <a:pt x="10423143" y="5045379"/>
                  </a:lnTo>
                  <a:lnTo>
                    <a:pt x="10423398" y="5040134"/>
                  </a:lnTo>
                  <a:lnTo>
                    <a:pt x="10404348" y="5039131"/>
                  </a:lnTo>
                  <a:close/>
                </a:path>
                <a:path w="10424160" h="5213350">
                  <a:moveTo>
                    <a:pt x="10409174" y="5029822"/>
                  </a:moveTo>
                  <a:lnTo>
                    <a:pt x="10404602" y="5033860"/>
                  </a:lnTo>
                  <a:lnTo>
                    <a:pt x="10404346" y="5039131"/>
                  </a:lnTo>
                  <a:lnTo>
                    <a:pt x="10404830" y="5039131"/>
                  </a:lnTo>
                  <a:lnTo>
                    <a:pt x="10423880" y="5040134"/>
                  </a:lnTo>
                  <a:lnTo>
                    <a:pt x="10423396" y="5040134"/>
                  </a:lnTo>
                  <a:lnTo>
                    <a:pt x="10423652" y="5034864"/>
                  </a:lnTo>
                  <a:lnTo>
                    <a:pt x="10419715" y="5030381"/>
                  </a:lnTo>
                  <a:lnTo>
                    <a:pt x="10409174" y="5029822"/>
                  </a:lnTo>
                  <a:close/>
                </a:path>
                <a:path w="10424160" h="5213350">
                  <a:moveTo>
                    <a:pt x="10397916" y="5074500"/>
                  </a:moveTo>
                  <a:lnTo>
                    <a:pt x="10397408" y="5076164"/>
                  </a:lnTo>
                  <a:lnTo>
                    <a:pt x="10396488" y="5079580"/>
                  </a:lnTo>
                  <a:lnTo>
                    <a:pt x="10399317" y="5084660"/>
                  </a:lnTo>
                  <a:lnTo>
                    <a:pt x="10399394" y="5084800"/>
                  </a:lnTo>
                  <a:lnTo>
                    <a:pt x="10409555" y="5087620"/>
                  </a:lnTo>
                  <a:lnTo>
                    <a:pt x="10414762" y="5084660"/>
                  </a:lnTo>
                  <a:lnTo>
                    <a:pt x="10416159" y="5079580"/>
                  </a:lnTo>
                  <a:lnTo>
                    <a:pt x="10397916" y="5074500"/>
                  </a:lnTo>
                  <a:close/>
                </a:path>
                <a:path w="10424160" h="5213350">
                  <a:moveTo>
                    <a:pt x="10404475" y="5066436"/>
                  </a:moveTo>
                  <a:lnTo>
                    <a:pt x="10399267" y="5069395"/>
                  </a:lnTo>
                  <a:lnTo>
                    <a:pt x="10397917" y="5074500"/>
                  </a:lnTo>
                  <a:lnTo>
                    <a:pt x="10416205" y="5079580"/>
                  </a:lnTo>
                  <a:lnTo>
                    <a:pt x="10416621" y="5077891"/>
                  </a:lnTo>
                  <a:lnTo>
                    <a:pt x="10417556" y="5074500"/>
                  </a:lnTo>
                  <a:lnTo>
                    <a:pt x="10414719" y="5069395"/>
                  </a:lnTo>
                  <a:lnTo>
                    <a:pt x="10414635" y="5069243"/>
                  </a:lnTo>
                  <a:lnTo>
                    <a:pt x="10404475" y="5066436"/>
                  </a:lnTo>
                  <a:close/>
                </a:path>
                <a:path w="10424160" h="5213350">
                  <a:moveTo>
                    <a:pt x="10384155" y="5107025"/>
                  </a:moveTo>
                  <a:lnTo>
                    <a:pt x="10381361" y="5111496"/>
                  </a:lnTo>
                  <a:lnTo>
                    <a:pt x="10382578" y="5117122"/>
                  </a:lnTo>
                  <a:lnTo>
                    <a:pt x="10382631" y="5117363"/>
                  </a:lnTo>
                  <a:lnTo>
                    <a:pt x="10387203" y="5120157"/>
                  </a:lnTo>
                  <a:lnTo>
                    <a:pt x="10391648" y="5122938"/>
                  </a:lnTo>
                  <a:lnTo>
                    <a:pt x="10397490" y="5121592"/>
                  </a:lnTo>
                  <a:lnTo>
                    <a:pt x="10400284" y="5117122"/>
                  </a:lnTo>
                  <a:lnTo>
                    <a:pt x="10384155" y="5107025"/>
                  </a:lnTo>
                  <a:close/>
                </a:path>
                <a:path w="10424160" h="5213350">
                  <a:moveTo>
                    <a:pt x="10392791" y="5101196"/>
                  </a:moveTo>
                  <a:lnTo>
                    <a:pt x="10386949" y="5102555"/>
                  </a:lnTo>
                  <a:lnTo>
                    <a:pt x="10384306" y="5106771"/>
                  </a:lnTo>
                  <a:lnTo>
                    <a:pt x="10384175" y="5107025"/>
                  </a:lnTo>
                  <a:lnTo>
                    <a:pt x="10400304" y="5117122"/>
                  </a:lnTo>
                  <a:lnTo>
                    <a:pt x="10403078" y="5112651"/>
                  </a:lnTo>
                  <a:lnTo>
                    <a:pt x="10401741" y="5107025"/>
                  </a:lnTo>
                  <a:lnTo>
                    <a:pt x="10401681" y="5106771"/>
                  </a:lnTo>
                  <a:lnTo>
                    <a:pt x="10392791" y="5101196"/>
                  </a:lnTo>
                  <a:close/>
                </a:path>
                <a:path w="10424160" h="5213350">
                  <a:moveTo>
                    <a:pt x="10363200" y="5136591"/>
                  </a:moveTo>
                  <a:lnTo>
                    <a:pt x="10359643" y="5140452"/>
                  </a:lnTo>
                  <a:lnTo>
                    <a:pt x="10359653" y="5140896"/>
                  </a:lnTo>
                  <a:lnTo>
                    <a:pt x="10359771" y="5146471"/>
                  </a:lnTo>
                  <a:lnTo>
                    <a:pt x="10363708" y="5150053"/>
                  </a:lnTo>
                  <a:lnTo>
                    <a:pt x="10367517" y="5153634"/>
                  </a:lnTo>
                  <a:lnTo>
                    <a:pt x="10373614" y="5153406"/>
                  </a:lnTo>
                  <a:lnTo>
                    <a:pt x="10377169" y="5149557"/>
                  </a:lnTo>
                  <a:lnTo>
                    <a:pt x="10373845" y="5146471"/>
                  </a:lnTo>
                  <a:lnTo>
                    <a:pt x="10372471" y="5145239"/>
                  </a:lnTo>
                  <a:lnTo>
                    <a:pt x="10363200" y="5136591"/>
                  </a:lnTo>
                  <a:close/>
                </a:path>
                <a:path w="10424160" h="5213350">
                  <a:moveTo>
                    <a:pt x="10372852" y="5132501"/>
                  </a:moveTo>
                  <a:lnTo>
                    <a:pt x="10366756" y="5132730"/>
                  </a:lnTo>
                  <a:lnTo>
                    <a:pt x="10363200" y="5136591"/>
                  </a:lnTo>
                  <a:lnTo>
                    <a:pt x="10367413" y="5140452"/>
                  </a:lnTo>
                  <a:lnTo>
                    <a:pt x="10367852" y="5140896"/>
                  </a:lnTo>
                  <a:lnTo>
                    <a:pt x="10373010" y="5145684"/>
                  </a:lnTo>
                  <a:lnTo>
                    <a:pt x="10373815" y="5146471"/>
                  </a:lnTo>
                  <a:lnTo>
                    <a:pt x="10377183" y="5149557"/>
                  </a:lnTo>
                  <a:lnTo>
                    <a:pt x="10380726" y="5145684"/>
                  </a:lnTo>
                  <a:lnTo>
                    <a:pt x="10380523" y="5140896"/>
                  </a:lnTo>
                  <a:lnTo>
                    <a:pt x="10380472" y="5139664"/>
                  </a:lnTo>
                  <a:lnTo>
                    <a:pt x="10372852" y="5132501"/>
                  </a:lnTo>
                  <a:close/>
                </a:path>
                <a:path w="10424160" h="5213350">
                  <a:moveTo>
                    <a:pt x="10336657" y="5160899"/>
                  </a:moveTo>
                  <a:lnTo>
                    <a:pt x="10332339" y="5163883"/>
                  </a:lnTo>
                  <a:lnTo>
                    <a:pt x="10331323" y="5169814"/>
                  </a:lnTo>
                  <a:lnTo>
                    <a:pt x="10334243" y="5174145"/>
                  </a:lnTo>
                  <a:lnTo>
                    <a:pt x="10337291" y="5178488"/>
                  </a:lnTo>
                  <a:lnTo>
                    <a:pt x="10343134" y="5179580"/>
                  </a:lnTo>
                  <a:lnTo>
                    <a:pt x="10347452" y="5176596"/>
                  </a:lnTo>
                  <a:lnTo>
                    <a:pt x="10336657" y="5160899"/>
                  </a:lnTo>
                  <a:close/>
                </a:path>
                <a:path w="10424160" h="5213350">
                  <a:moveTo>
                    <a:pt x="10341102" y="5157914"/>
                  </a:moveTo>
                  <a:lnTo>
                    <a:pt x="10336792" y="5160899"/>
                  </a:lnTo>
                  <a:lnTo>
                    <a:pt x="10345535" y="5173611"/>
                  </a:lnTo>
                  <a:lnTo>
                    <a:pt x="10345858" y="5174145"/>
                  </a:lnTo>
                  <a:lnTo>
                    <a:pt x="10347587" y="5176596"/>
                  </a:lnTo>
                  <a:lnTo>
                    <a:pt x="10351897" y="5173611"/>
                  </a:lnTo>
                  <a:lnTo>
                    <a:pt x="10352913" y="5167680"/>
                  </a:lnTo>
                  <a:lnTo>
                    <a:pt x="10349991" y="5163350"/>
                  </a:lnTo>
                  <a:lnTo>
                    <a:pt x="10346943" y="5159006"/>
                  </a:lnTo>
                  <a:lnTo>
                    <a:pt x="10341102" y="5157914"/>
                  </a:lnTo>
                  <a:close/>
                </a:path>
                <a:path w="10424160" h="5213350">
                  <a:moveTo>
                    <a:pt x="10305420" y="5179263"/>
                  </a:moveTo>
                  <a:lnTo>
                    <a:pt x="10300589" y="5181384"/>
                  </a:lnTo>
                  <a:lnTo>
                    <a:pt x="10298430" y="5187010"/>
                  </a:lnTo>
                  <a:lnTo>
                    <a:pt x="10301795" y="5194503"/>
                  </a:lnTo>
                  <a:lnTo>
                    <a:pt x="10302813" y="5196649"/>
                  </a:lnTo>
                  <a:lnTo>
                    <a:pt x="10308336" y="5198783"/>
                  </a:lnTo>
                  <a:lnTo>
                    <a:pt x="10313162" y="5196649"/>
                  </a:lnTo>
                  <a:lnTo>
                    <a:pt x="10312222" y="5194503"/>
                  </a:lnTo>
                  <a:lnTo>
                    <a:pt x="10305420" y="5179263"/>
                  </a:lnTo>
                  <a:close/>
                </a:path>
                <a:path w="10424160" h="5213350">
                  <a:moveTo>
                    <a:pt x="10310241" y="5177104"/>
                  </a:moveTo>
                  <a:lnTo>
                    <a:pt x="10305420" y="5179263"/>
                  </a:lnTo>
                  <a:lnTo>
                    <a:pt x="10306397" y="5181384"/>
                  </a:lnTo>
                  <a:lnTo>
                    <a:pt x="10307997" y="5185041"/>
                  </a:lnTo>
                  <a:lnTo>
                    <a:pt x="10309703" y="5188877"/>
                  </a:lnTo>
                  <a:lnTo>
                    <a:pt x="10310622" y="5190845"/>
                  </a:lnTo>
                  <a:lnTo>
                    <a:pt x="10312206" y="5194503"/>
                  </a:lnTo>
                  <a:lnTo>
                    <a:pt x="10313162" y="5196649"/>
                  </a:lnTo>
                  <a:lnTo>
                    <a:pt x="10317988" y="5194503"/>
                  </a:lnTo>
                  <a:lnTo>
                    <a:pt x="10320147" y="5188877"/>
                  </a:lnTo>
                  <a:lnTo>
                    <a:pt x="10315829" y="5179263"/>
                  </a:lnTo>
                  <a:lnTo>
                    <a:pt x="10310241" y="5177104"/>
                  </a:lnTo>
                  <a:close/>
                </a:path>
                <a:path w="10424160" h="5213350">
                  <a:moveTo>
                    <a:pt x="10270871" y="5190477"/>
                  </a:moveTo>
                  <a:lnTo>
                    <a:pt x="10265791" y="5191696"/>
                  </a:lnTo>
                  <a:lnTo>
                    <a:pt x="10262718" y="5196662"/>
                  </a:lnTo>
                  <a:lnTo>
                    <a:pt x="10262616" y="5196827"/>
                  </a:lnTo>
                  <a:lnTo>
                    <a:pt x="10263886" y="5201945"/>
                  </a:lnTo>
                  <a:lnTo>
                    <a:pt x="10265029" y="5207063"/>
                  </a:lnTo>
                  <a:lnTo>
                    <a:pt x="10270236" y="5210238"/>
                  </a:lnTo>
                  <a:lnTo>
                    <a:pt x="10275316" y="5209019"/>
                  </a:lnTo>
                  <a:lnTo>
                    <a:pt x="10275040" y="5207800"/>
                  </a:lnTo>
                  <a:lnTo>
                    <a:pt x="10274847" y="5207063"/>
                  </a:lnTo>
                  <a:lnTo>
                    <a:pt x="10270871" y="5190477"/>
                  </a:lnTo>
                  <a:close/>
                </a:path>
                <a:path w="10424160" h="5213350">
                  <a:moveTo>
                    <a:pt x="10276078" y="5189270"/>
                  </a:moveTo>
                  <a:lnTo>
                    <a:pt x="10270998" y="5190477"/>
                  </a:lnTo>
                  <a:lnTo>
                    <a:pt x="10273837" y="5202669"/>
                  </a:lnTo>
                  <a:lnTo>
                    <a:pt x="10273918" y="5202847"/>
                  </a:lnTo>
                  <a:lnTo>
                    <a:pt x="10274873" y="5207063"/>
                  </a:lnTo>
                  <a:lnTo>
                    <a:pt x="10275023" y="5207800"/>
                  </a:lnTo>
                  <a:lnTo>
                    <a:pt x="10275316" y="5209019"/>
                  </a:lnTo>
                  <a:lnTo>
                    <a:pt x="10280523" y="5207800"/>
                  </a:lnTo>
                  <a:lnTo>
                    <a:pt x="10283465" y="5202847"/>
                  </a:lnTo>
                  <a:lnTo>
                    <a:pt x="10283571" y="5202669"/>
                  </a:lnTo>
                  <a:lnTo>
                    <a:pt x="10282428" y="5197551"/>
                  </a:lnTo>
                  <a:lnTo>
                    <a:pt x="10281158" y="5192433"/>
                  </a:lnTo>
                  <a:lnTo>
                    <a:pt x="10276078" y="5189270"/>
                  </a:lnTo>
                  <a:close/>
                </a:path>
                <a:path w="10424160" h="5213350">
                  <a:moveTo>
                    <a:pt x="10235311" y="5193982"/>
                  </a:moveTo>
                  <a:lnTo>
                    <a:pt x="10229977" y="5193982"/>
                  </a:lnTo>
                  <a:lnTo>
                    <a:pt x="10225786" y="5198249"/>
                  </a:lnTo>
                  <a:lnTo>
                    <a:pt x="10225786" y="5208765"/>
                  </a:lnTo>
                  <a:lnTo>
                    <a:pt x="10229977" y="5213032"/>
                  </a:lnTo>
                  <a:lnTo>
                    <a:pt x="10235311" y="5213032"/>
                  </a:lnTo>
                  <a:lnTo>
                    <a:pt x="10235311" y="5193982"/>
                  </a:lnTo>
                  <a:close/>
                </a:path>
                <a:path w="10424160" h="5213350">
                  <a:moveTo>
                    <a:pt x="10240517" y="5193982"/>
                  </a:moveTo>
                  <a:lnTo>
                    <a:pt x="10235311" y="5193982"/>
                  </a:lnTo>
                  <a:lnTo>
                    <a:pt x="10235311" y="5213032"/>
                  </a:lnTo>
                  <a:lnTo>
                    <a:pt x="10240517" y="5213032"/>
                  </a:lnTo>
                  <a:lnTo>
                    <a:pt x="10244836" y="5208765"/>
                  </a:lnTo>
                  <a:lnTo>
                    <a:pt x="10244836" y="5198249"/>
                  </a:lnTo>
                  <a:lnTo>
                    <a:pt x="10240517" y="5193982"/>
                  </a:lnTo>
                  <a:close/>
                </a:path>
                <a:path w="10424160" h="5213350">
                  <a:moveTo>
                    <a:pt x="10197084" y="5193982"/>
                  </a:moveTo>
                  <a:lnTo>
                    <a:pt x="10191877" y="5193982"/>
                  </a:lnTo>
                  <a:lnTo>
                    <a:pt x="10187559" y="5198249"/>
                  </a:lnTo>
                  <a:lnTo>
                    <a:pt x="10187559" y="5208765"/>
                  </a:lnTo>
                  <a:lnTo>
                    <a:pt x="10191877" y="5213032"/>
                  </a:lnTo>
                  <a:lnTo>
                    <a:pt x="10197084" y="5213032"/>
                  </a:lnTo>
                  <a:lnTo>
                    <a:pt x="10197084" y="5193982"/>
                  </a:lnTo>
                  <a:close/>
                </a:path>
                <a:path w="10424160" h="5213350">
                  <a:moveTo>
                    <a:pt x="10202417" y="5193982"/>
                  </a:moveTo>
                  <a:lnTo>
                    <a:pt x="10197211" y="5193982"/>
                  </a:lnTo>
                  <a:lnTo>
                    <a:pt x="10197211" y="5213032"/>
                  </a:lnTo>
                  <a:lnTo>
                    <a:pt x="10202417" y="5213032"/>
                  </a:lnTo>
                  <a:lnTo>
                    <a:pt x="10206736" y="5208765"/>
                  </a:lnTo>
                  <a:lnTo>
                    <a:pt x="10206736" y="5198249"/>
                  </a:lnTo>
                  <a:lnTo>
                    <a:pt x="10202417" y="5193982"/>
                  </a:lnTo>
                  <a:close/>
                </a:path>
                <a:path w="10424160" h="5213350">
                  <a:moveTo>
                    <a:pt x="10158984" y="5193982"/>
                  </a:moveTo>
                  <a:lnTo>
                    <a:pt x="10153777" y="5193982"/>
                  </a:lnTo>
                  <a:lnTo>
                    <a:pt x="10149459" y="5198249"/>
                  </a:lnTo>
                  <a:lnTo>
                    <a:pt x="10149459" y="5208765"/>
                  </a:lnTo>
                  <a:lnTo>
                    <a:pt x="10153777" y="5213032"/>
                  </a:lnTo>
                  <a:lnTo>
                    <a:pt x="10158984" y="5213032"/>
                  </a:lnTo>
                  <a:lnTo>
                    <a:pt x="10158984" y="5193982"/>
                  </a:lnTo>
                  <a:close/>
                </a:path>
                <a:path w="10424160" h="5213350">
                  <a:moveTo>
                    <a:pt x="10164317" y="5193982"/>
                  </a:moveTo>
                  <a:lnTo>
                    <a:pt x="10158984" y="5193982"/>
                  </a:lnTo>
                  <a:lnTo>
                    <a:pt x="10158984" y="5213032"/>
                  </a:lnTo>
                  <a:lnTo>
                    <a:pt x="10164317" y="5213032"/>
                  </a:lnTo>
                  <a:lnTo>
                    <a:pt x="10168509" y="5208765"/>
                  </a:lnTo>
                  <a:lnTo>
                    <a:pt x="10168509" y="5198249"/>
                  </a:lnTo>
                  <a:lnTo>
                    <a:pt x="10164317" y="5193982"/>
                  </a:lnTo>
                  <a:close/>
                </a:path>
                <a:path w="10424160" h="5213350">
                  <a:moveTo>
                    <a:pt x="10120884" y="5193982"/>
                  </a:moveTo>
                  <a:lnTo>
                    <a:pt x="10115677" y="5193982"/>
                  </a:lnTo>
                  <a:lnTo>
                    <a:pt x="10111359" y="5198249"/>
                  </a:lnTo>
                  <a:lnTo>
                    <a:pt x="10111359" y="5208765"/>
                  </a:lnTo>
                  <a:lnTo>
                    <a:pt x="10115677" y="5213032"/>
                  </a:lnTo>
                  <a:lnTo>
                    <a:pt x="10120884" y="5213032"/>
                  </a:lnTo>
                  <a:lnTo>
                    <a:pt x="10120884" y="5193982"/>
                  </a:lnTo>
                  <a:close/>
                </a:path>
                <a:path w="10424160" h="5213350">
                  <a:moveTo>
                    <a:pt x="10126217" y="5193982"/>
                  </a:moveTo>
                  <a:lnTo>
                    <a:pt x="10120884" y="5193982"/>
                  </a:lnTo>
                  <a:lnTo>
                    <a:pt x="10120884" y="5213032"/>
                  </a:lnTo>
                  <a:lnTo>
                    <a:pt x="10126217" y="5213032"/>
                  </a:lnTo>
                  <a:lnTo>
                    <a:pt x="10130409" y="5208765"/>
                  </a:lnTo>
                  <a:lnTo>
                    <a:pt x="10130409" y="5198249"/>
                  </a:lnTo>
                  <a:lnTo>
                    <a:pt x="10126217" y="5193982"/>
                  </a:lnTo>
                  <a:close/>
                </a:path>
                <a:path w="10424160" h="5213350">
                  <a:moveTo>
                    <a:pt x="10082784" y="5193982"/>
                  </a:moveTo>
                  <a:lnTo>
                    <a:pt x="10077450" y="5193982"/>
                  </a:lnTo>
                  <a:lnTo>
                    <a:pt x="10073259" y="5198249"/>
                  </a:lnTo>
                  <a:lnTo>
                    <a:pt x="10073259" y="5208765"/>
                  </a:lnTo>
                  <a:lnTo>
                    <a:pt x="10077450" y="5213032"/>
                  </a:lnTo>
                  <a:lnTo>
                    <a:pt x="10082784" y="5213032"/>
                  </a:lnTo>
                  <a:lnTo>
                    <a:pt x="10082784" y="5193982"/>
                  </a:lnTo>
                  <a:close/>
                </a:path>
                <a:path w="10424160" h="5213350">
                  <a:moveTo>
                    <a:pt x="10087991" y="5193982"/>
                  </a:moveTo>
                  <a:lnTo>
                    <a:pt x="10082784" y="5193982"/>
                  </a:lnTo>
                  <a:lnTo>
                    <a:pt x="10082784" y="5213032"/>
                  </a:lnTo>
                  <a:lnTo>
                    <a:pt x="10087991" y="5213032"/>
                  </a:lnTo>
                  <a:lnTo>
                    <a:pt x="10092309" y="5208765"/>
                  </a:lnTo>
                  <a:lnTo>
                    <a:pt x="10092309" y="5198249"/>
                  </a:lnTo>
                  <a:lnTo>
                    <a:pt x="10087991" y="5193982"/>
                  </a:lnTo>
                  <a:close/>
                </a:path>
                <a:path w="10424160" h="5213350">
                  <a:moveTo>
                    <a:pt x="10044684" y="5193982"/>
                  </a:moveTo>
                  <a:lnTo>
                    <a:pt x="10039350" y="5193982"/>
                  </a:lnTo>
                  <a:lnTo>
                    <a:pt x="10035159" y="5198249"/>
                  </a:lnTo>
                  <a:lnTo>
                    <a:pt x="10035159" y="5208765"/>
                  </a:lnTo>
                  <a:lnTo>
                    <a:pt x="10039350" y="5213032"/>
                  </a:lnTo>
                  <a:lnTo>
                    <a:pt x="10044684" y="5213032"/>
                  </a:lnTo>
                  <a:lnTo>
                    <a:pt x="10044684" y="5193982"/>
                  </a:lnTo>
                  <a:close/>
                </a:path>
                <a:path w="10424160" h="5213350">
                  <a:moveTo>
                    <a:pt x="10049891" y="5193982"/>
                  </a:moveTo>
                  <a:lnTo>
                    <a:pt x="10044684" y="5193982"/>
                  </a:lnTo>
                  <a:lnTo>
                    <a:pt x="10044684" y="5213032"/>
                  </a:lnTo>
                  <a:lnTo>
                    <a:pt x="10049891" y="5213032"/>
                  </a:lnTo>
                  <a:lnTo>
                    <a:pt x="10054209" y="5208765"/>
                  </a:lnTo>
                  <a:lnTo>
                    <a:pt x="10054209" y="5198249"/>
                  </a:lnTo>
                  <a:lnTo>
                    <a:pt x="10049891" y="5193982"/>
                  </a:lnTo>
                  <a:close/>
                </a:path>
                <a:path w="10424160" h="5213350">
                  <a:moveTo>
                    <a:pt x="10006584" y="5193982"/>
                  </a:moveTo>
                  <a:lnTo>
                    <a:pt x="10001250" y="5193982"/>
                  </a:lnTo>
                  <a:lnTo>
                    <a:pt x="9997059" y="5198249"/>
                  </a:lnTo>
                  <a:lnTo>
                    <a:pt x="9997059" y="5208765"/>
                  </a:lnTo>
                  <a:lnTo>
                    <a:pt x="10001250" y="5213032"/>
                  </a:lnTo>
                  <a:lnTo>
                    <a:pt x="10006584" y="5213032"/>
                  </a:lnTo>
                  <a:lnTo>
                    <a:pt x="10006584" y="5193982"/>
                  </a:lnTo>
                  <a:close/>
                </a:path>
                <a:path w="10424160" h="5213350">
                  <a:moveTo>
                    <a:pt x="10011791" y="5193982"/>
                  </a:moveTo>
                  <a:lnTo>
                    <a:pt x="10006584" y="5193982"/>
                  </a:lnTo>
                  <a:lnTo>
                    <a:pt x="10006584" y="5213032"/>
                  </a:lnTo>
                  <a:lnTo>
                    <a:pt x="10011791" y="5213032"/>
                  </a:lnTo>
                  <a:lnTo>
                    <a:pt x="10016109" y="5208765"/>
                  </a:lnTo>
                  <a:lnTo>
                    <a:pt x="10016109" y="5198249"/>
                  </a:lnTo>
                  <a:lnTo>
                    <a:pt x="10011791" y="5193982"/>
                  </a:lnTo>
                  <a:close/>
                </a:path>
                <a:path w="10424160" h="5213350">
                  <a:moveTo>
                    <a:pt x="9968357" y="5193982"/>
                  </a:moveTo>
                  <a:lnTo>
                    <a:pt x="9963150" y="5193982"/>
                  </a:lnTo>
                  <a:lnTo>
                    <a:pt x="9958832" y="5198249"/>
                  </a:lnTo>
                  <a:lnTo>
                    <a:pt x="9958832" y="5208765"/>
                  </a:lnTo>
                  <a:lnTo>
                    <a:pt x="9963150" y="5213032"/>
                  </a:lnTo>
                  <a:lnTo>
                    <a:pt x="9968357" y="5213032"/>
                  </a:lnTo>
                  <a:lnTo>
                    <a:pt x="9968357" y="5193982"/>
                  </a:lnTo>
                  <a:close/>
                </a:path>
                <a:path w="10424160" h="5213350">
                  <a:moveTo>
                    <a:pt x="9973691" y="5193982"/>
                  </a:moveTo>
                  <a:lnTo>
                    <a:pt x="9968484" y="5193982"/>
                  </a:lnTo>
                  <a:lnTo>
                    <a:pt x="9968484" y="5213032"/>
                  </a:lnTo>
                  <a:lnTo>
                    <a:pt x="9973691" y="5213032"/>
                  </a:lnTo>
                  <a:lnTo>
                    <a:pt x="9978009" y="5208765"/>
                  </a:lnTo>
                  <a:lnTo>
                    <a:pt x="9978009" y="5198249"/>
                  </a:lnTo>
                  <a:lnTo>
                    <a:pt x="9973691" y="5193982"/>
                  </a:lnTo>
                  <a:close/>
                </a:path>
                <a:path w="10424160" h="5213350">
                  <a:moveTo>
                    <a:pt x="9930257" y="5193982"/>
                  </a:moveTo>
                  <a:lnTo>
                    <a:pt x="9925050" y="5193982"/>
                  </a:lnTo>
                  <a:lnTo>
                    <a:pt x="9920732" y="5198249"/>
                  </a:lnTo>
                  <a:lnTo>
                    <a:pt x="9920732" y="5208765"/>
                  </a:lnTo>
                  <a:lnTo>
                    <a:pt x="9925050" y="5213032"/>
                  </a:lnTo>
                  <a:lnTo>
                    <a:pt x="9930257" y="5213032"/>
                  </a:lnTo>
                  <a:lnTo>
                    <a:pt x="9930257" y="5193982"/>
                  </a:lnTo>
                  <a:close/>
                </a:path>
                <a:path w="10424160" h="5213350">
                  <a:moveTo>
                    <a:pt x="9935591" y="5193982"/>
                  </a:moveTo>
                  <a:lnTo>
                    <a:pt x="9930257" y="5193982"/>
                  </a:lnTo>
                  <a:lnTo>
                    <a:pt x="9930257" y="5213032"/>
                  </a:lnTo>
                  <a:lnTo>
                    <a:pt x="9935591" y="5213032"/>
                  </a:lnTo>
                  <a:lnTo>
                    <a:pt x="9939782" y="5208765"/>
                  </a:lnTo>
                  <a:lnTo>
                    <a:pt x="9939782" y="5198249"/>
                  </a:lnTo>
                  <a:lnTo>
                    <a:pt x="9935591" y="5193982"/>
                  </a:lnTo>
                  <a:close/>
                </a:path>
                <a:path w="10424160" h="5213350">
                  <a:moveTo>
                    <a:pt x="9892157" y="5193982"/>
                  </a:moveTo>
                  <a:lnTo>
                    <a:pt x="9886950" y="5193982"/>
                  </a:lnTo>
                  <a:lnTo>
                    <a:pt x="9882632" y="5198249"/>
                  </a:lnTo>
                  <a:lnTo>
                    <a:pt x="9882632" y="5208765"/>
                  </a:lnTo>
                  <a:lnTo>
                    <a:pt x="9886950" y="5213032"/>
                  </a:lnTo>
                  <a:lnTo>
                    <a:pt x="9892157" y="5213032"/>
                  </a:lnTo>
                  <a:lnTo>
                    <a:pt x="9892157" y="5193982"/>
                  </a:lnTo>
                  <a:close/>
                </a:path>
                <a:path w="10424160" h="5213350">
                  <a:moveTo>
                    <a:pt x="9897491" y="5193982"/>
                  </a:moveTo>
                  <a:lnTo>
                    <a:pt x="9892157" y="5193982"/>
                  </a:lnTo>
                  <a:lnTo>
                    <a:pt x="9892157" y="5213032"/>
                  </a:lnTo>
                  <a:lnTo>
                    <a:pt x="9897491" y="5213032"/>
                  </a:lnTo>
                  <a:lnTo>
                    <a:pt x="9901682" y="5208765"/>
                  </a:lnTo>
                  <a:lnTo>
                    <a:pt x="9901682" y="5198249"/>
                  </a:lnTo>
                  <a:lnTo>
                    <a:pt x="9897491" y="5193982"/>
                  </a:lnTo>
                  <a:close/>
                </a:path>
                <a:path w="10424160" h="5213350">
                  <a:moveTo>
                    <a:pt x="9854057" y="5193982"/>
                  </a:moveTo>
                  <a:lnTo>
                    <a:pt x="9848850" y="5193982"/>
                  </a:lnTo>
                  <a:lnTo>
                    <a:pt x="9844532" y="5198249"/>
                  </a:lnTo>
                  <a:lnTo>
                    <a:pt x="9844532" y="5208765"/>
                  </a:lnTo>
                  <a:lnTo>
                    <a:pt x="9848850" y="5213032"/>
                  </a:lnTo>
                  <a:lnTo>
                    <a:pt x="9854057" y="5213032"/>
                  </a:lnTo>
                  <a:lnTo>
                    <a:pt x="9854057" y="5193982"/>
                  </a:lnTo>
                  <a:close/>
                </a:path>
                <a:path w="10424160" h="5213350">
                  <a:moveTo>
                    <a:pt x="9859391" y="5193982"/>
                  </a:moveTo>
                  <a:lnTo>
                    <a:pt x="9854057" y="5193982"/>
                  </a:lnTo>
                  <a:lnTo>
                    <a:pt x="9854057" y="5213032"/>
                  </a:lnTo>
                  <a:lnTo>
                    <a:pt x="9859391" y="5213032"/>
                  </a:lnTo>
                  <a:lnTo>
                    <a:pt x="9863582" y="5208765"/>
                  </a:lnTo>
                  <a:lnTo>
                    <a:pt x="9863582" y="5198249"/>
                  </a:lnTo>
                  <a:lnTo>
                    <a:pt x="9859391" y="5193982"/>
                  </a:lnTo>
                  <a:close/>
                </a:path>
                <a:path w="10424160" h="5213350">
                  <a:moveTo>
                    <a:pt x="9815957" y="5193982"/>
                  </a:moveTo>
                  <a:lnTo>
                    <a:pt x="9810623" y="5193982"/>
                  </a:lnTo>
                  <a:lnTo>
                    <a:pt x="9806432" y="5198249"/>
                  </a:lnTo>
                  <a:lnTo>
                    <a:pt x="9806432" y="5208765"/>
                  </a:lnTo>
                  <a:lnTo>
                    <a:pt x="9810623" y="5213032"/>
                  </a:lnTo>
                  <a:lnTo>
                    <a:pt x="9815957" y="5213032"/>
                  </a:lnTo>
                  <a:lnTo>
                    <a:pt x="9815957" y="5193982"/>
                  </a:lnTo>
                  <a:close/>
                </a:path>
                <a:path w="10424160" h="5213350">
                  <a:moveTo>
                    <a:pt x="9821164" y="5193982"/>
                  </a:moveTo>
                  <a:lnTo>
                    <a:pt x="9815957" y="5193982"/>
                  </a:lnTo>
                  <a:lnTo>
                    <a:pt x="9815957" y="5213032"/>
                  </a:lnTo>
                  <a:lnTo>
                    <a:pt x="9821164" y="5213032"/>
                  </a:lnTo>
                  <a:lnTo>
                    <a:pt x="9825482" y="5208765"/>
                  </a:lnTo>
                  <a:lnTo>
                    <a:pt x="9825482" y="5198249"/>
                  </a:lnTo>
                  <a:lnTo>
                    <a:pt x="9821164" y="5193982"/>
                  </a:lnTo>
                  <a:close/>
                </a:path>
                <a:path w="10424160" h="5213350">
                  <a:moveTo>
                    <a:pt x="9777857" y="5193982"/>
                  </a:moveTo>
                  <a:lnTo>
                    <a:pt x="9772523" y="5193982"/>
                  </a:lnTo>
                  <a:lnTo>
                    <a:pt x="9768332" y="5198249"/>
                  </a:lnTo>
                  <a:lnTo>
                    <a:pt x="9768332" y="5208765"/>
                  </a:lnTo>
                  <a:lnTo>
                    <a:pt x="9772523" y="5213032"/>
                  </a:lnTo>
                  <a:lnTo>
                    <a:pt x="9777857" y="5213032"/>
                  </a:lnTo>
                  <a:lnTo>
                    <a:pt x="9777857" y="5193982"/>
                  </a:lnTo>
                  <a:close/>
                </a:path>
                <a:path w="10424160" h="5213350">
                  <a:moveTo>
                    <a:pt x="9783064" y="5193982"/>
                  </a:moveTo>
                  <a:lnTo>
                    <a:pt x="9777857" y="5193982"/>
                  </a:lnTo>
                  <a:lnTo>
                    <a:pt x="9777857" y="5213032"/>
                  </a:lnTo>
                  <a:lnTo>
                    <a:pt x="9783064" y="5213032"/>
                  </a:lnTo>
                  <a:lnTo>
                    <a:pt x="9787382" y="5208765"/>
                  </a:lnTo>
                  <a:lnTo>
                    <a:pt x="9787382" y="5198249"/>
                  </a:lnTo>
                  <a:lnTo>
                    <a:pt x="9783064" y="5193982"/>
                  </a:lnTo>
                  <a:close/>
                </a:path>
                <a:path w="10424160" h="5213350">
                  <a:moveTo>
                    <a:pt x="9739630" y="5193982"/>
                  </a:moveTo>
                  <a:lnTo>
                    <a:pt x="9734423" y="5193982"/>
                  </a:lnTo>
                  <a:lnTo>
                    <a:pt x="9730105" y="5198249"/>
                  </a:lnTo>
                  <a:lnTo>
                    <a:pt x="9730105" y="5208765"/>
                  </a:lnTo>
                  <a:lnTo>
                    <a:pt x="9734423" y="5213032"/>
                  </a:lnTo>
                  <a:lnTo>
                    <a:pt x="9739630" y="5213032"/>
                  </a:lnTo>
                  <a:lnTo>
                    <a:pt x="9739630" y="5193982"/>
                  </a:lnTo>
                  <a:close/>
                </a:path>
                <a:path w="10424160" h="5213350">
                  <a:moveTo>
                    <a:pt x="9744964" y="5193982"/>
                  </a:moveTo>
                  <a:lnTo>
                    <a:pt x="9739757" y="5193982"/>
                  </a:lnTo>
                  <a:lnTo>
                    <a:pt x="9739757" y="5213032"/>
                  </a:lnTo>
                  <a:lnTo>
                    <a:pt x="9744964" y="5213032"/>
                  </a:lnTo>
                  <a:lnTo>
                    <a:pt x="9749282" y="5208765"/>
                  </a:lnTo>
                  <a:lnTo>
                    <a:pt x="9749282" y="5198249"/>
                  </a:lnTo>
                  <a:lnTo>
                    <a:pt x="9744964" y="5193982"/>
                  </a:lnTo>
                  <a:close/>
                </a:path>
                <a:path w="10424160" h="5213350">
                  <a:moveTo>
                    <a:pt x="9701530" y="5193982"/>
                  </a:moveTo>
                  <a:lnTo>
                    <a:pt x="9696323" y="5193982"/>
                  </a:lnTo>
                  <a:lnTo>
                    <a:pt x="9692005" y="5198249"/>
                  </a:lnTo>
                  <a:lnTo>
                    <a:pt x="9692005" y="5208765"/>
                  </a:lnTo>
                  <a:lnTo>
                    <a:pt x="9696323" y="5213032"/>
                  </a:lnTo>
                  <a:lnTo>
                    <a:pt x="9701530" y="5213032"/>
                  </a:lnTo>
                  <a:lnTo>
                    <a:pt x="9701530" y="5193982"/>
                  </a:lnTo>
                  <a:close/>
                </a:path>
                <a:path w="10424160" h="5213350">
                  <a:moveTo>
                    <a:pt x="9706864" y="5193982"/>
                  </a:moveTo>
                  <a:lnTo>
                    <a:pt x="9701530" y="5193982"/>
                  </a:lnTo>
                  <a:lnTo>
                    <a:pt x="9701530" y="5213032"/>
                  </a:lnTo>
                  <a:lnTo>
                    <a:pt x="9706864" y="5213032"/>
                  </a:lnTo>
                  <a:lnTo>
                    <a:pt x="9711055" y="5208765"/>
                  </a:lnTo>
                  <a:lnTo>
                    <a:pt x="9711055" y="5198249"/>
                  </a:lnTo>
                  <a:lnTo>
                    <a:pt x="9706864" y="5193982"/>
                  </a:lnTo>
                  <a:close/>
                </a:path>
                <a:path w="10424160" h="5213350">
                  <a:moveTo>
                    <a:pt x="9663430" y="5193982"/>
                  </a:moveTo>
                  <a:lnTo>
                    <a:pt x="9658223" y="5193982"/>
                  </a:lnTo>
                  <a:lnTo>
                    <a:pt x="9653905" y="5198249"/>
                  </a:lnTo>
                  <a:lnTo>
                    <a:pt x="9653905" y="5208765"/>
                  </a:lnTo>
                  <a:lnTo>
                    <a:pt x="9658223" y="5213032"/>
                  </a:lnTo>
                  <a:lnTo>
                    <a:pt x="9663430" y="5213032"/>
                  </a:lnTo>
                  <a:lnTo>
                    <a:pt x="9663430" y="5193982"/>
                  </a:lnTo>
                  <a:close/>
                </a:path>
                <a:path w="10424160" h="5213350">
                  <a:moveTo>
                    <a:pt x="9668764" y="5193982"/>
                  </a:moveTo>
                  <a:lnTo>
                    <a:pt x="9663430" y="5193982"/>
                  </a:lnTo>
                  <a:lnTo>
                    <a:pt x="9663430" y="5213032"/>
                  </a:lnTo>
                  <a:lnTo>
                    <a:pt x="9668764" y="5213032"/>
                  </a:lnTo>
                  <a:lnTo>
                    <a:pt x="9672955" y="5208765"/>
                  </a:lnTo>
                  <a:lnTo>
                    <a:pt x="9672955" y="5198249"/>
                  </a:lnTo>
                  <a:lnTo>
                    <a:pt x="9668764" y="5193982"/>
                  </a:lnTo>
                  <a:close/>
                </a:path>
                <a:path w="10424160" h="5213350">
                  <a:moveTo>
                    <a:pt x="9625330" y="5193982"/>
                  </a:moveTo>
                  <a:lnTo>
                    <a:pt x="9620123" y="5193982"/>
                  </a:lnTo>
                  <a:lnTo>
                    <a:pt x="9615805" y="5198249"/>
                  </a:lnTo>
                  <a:lnTo>
                    <a:pt x="9615805" y="5208765"/>
                  </a:lnTo>
                  <a:lnTo>
                    <a:pt x="9620123" y="5213032"/>
                  </a:lnTo>
                  <a:lnTo>
                    <a:pt x="9625330" y="5213032"/>
                  </a:lnTo>
                  <a:lnTo>
                    <a:pt x="9625330" y="5193982"/>
                  </a:lnTo>
                  <a:close/>
                </a:path>
                <a:path w="10424160" h="5213350">
                  <a:moveTo>
                    <a:pt x="9630664" y="5193982"/>
                  </a:moveTo>
                  <a:lnTo>
                    <a:pt x="9625330" y="5193982"/>
                  </a:lnTo>
                  <a:lnTo>
                    <a:pt x="9625330" y="5213032"/>
                  </a:lnTo>
                  <a:lnTo>
                    <a:pt x="9630664" y="5213032"/>
                  </a:lnTo>
                  <a:lnTo>
                    <a:pt x="9634855" y="5208765"/>
                  </a:lnTo>
                  <a:lnTo>
                    <a:pt x="9634855" y="5198249"/>
                  </a:lnTo>
                  <a:lnTo>
                    <a:pt x="9630664" y="5193982"/>
                  </a:lnTo>
                  <a:close/>
                </a:path>
                <a:path w="10424160" h="5213350">
                  <a:moveTo>
                    <a:pt x="9587230" y="5193982"/>
                  </a:moveTo>
                  <a:lnTo>
                    <a:pt x="9581896" y="5193982"/>
                  </a:lnTo>
                  <a:lnTo>
                    <a:pt x="9577705" y="5198249"/>
                  </a:lnTo>
                  <a:lnTo>
                    <a:pt x="9577705" y="5208765"/>
                  </a:lnTo>
                  <a:lnTo>
                    <a:pt x="9581896" y="5213032"/>
                  </a:lnTo>
                  <a:lnTo>
                    <a:pt x="9587230" y="5213032"/>
                  </a:lnTo>
                  <a:lnTo>
                    <a:pt x="9587230" y="5193982"/>
                  </a:lnTo>
                  <a:close/>
                </a:path>
                <a:path w="10424160" h="5213350">
                  <a:moveTo>
                    <a:pt x="9592437" y="5193982"/>
                  </a:moveTo>
                  <a:lnTo>
                    <a:pt x="9587230" y="5193982"/>
                  </a:lnTo>
                  <a:lnTo>
                    <a:pt x="9587230" y="5213032"/>
                  </a:lnTo>
                  <a:lnTo>
                    <a:pt x="9592437" y="5213032"/>
                  </a:lnTo>
                  <a:lnTo>
                    <a:pt x="9596755" y="5208765"/>
                  </a:lnTo>
                  <a:lnTo>
                    <a:pt x="9596755" y="5198249"/>
                  </a:lnTo>
                  <a:lnTo>
                    <a:pt x="9592437" y="5193982"/>
                  </a:lnTo>
                  <a:close/>
                </a:path>
                <a:path w="10424160" h="5213350">
                  <a:moveTo>
                    <a:pt x="9549130" y="5193982"/>
                  </a:moveTo>
                  <a:lnTo>
                    <a:pt x="9543796" y="5193982"/>
                  </a:lnTo>
                  <a:lnTo>
                    <a:pt x="9539605" y="5198249"/>
                  </a:lnTo>
                  <a:lnTo>
                    <a:pt x="9539605" y="5208765"/>
                  </a:lnTo>
                  <a:lnTo>
                    <a:pt x="9543796" y="5213032"/>
                  </a:lnTo>
                  <a:lnTo>
                    <a:pt x="9549130" y="5213032"/>
                  </a:lnTo>
                  <a:lnTo>
                    <a:pt x="9549130" y="5193982"/>
                  </a:lnTo>
                  <a:close/>
                </a:path>
                <a:path w="10424160" h="5213350">
                  <a:moveTo>
                    <a:pt x="9554337" y="5193982"/>
                  </a:moveTo>
                  <a:lnTo>
                    <a:pt x="9549130" y="5193982"/>
                  </a:lnTo>
                  <a:lnTo>
                    <a:pt x="9549130" y="5213032"/>
                  </a:lnTo>
                  <a:lnTo>
                    <a:pt x="9554337" y="5213032"/>
                  </a:lnTo>
                  <a:lnTo>
                    <a:pt x="9558655" y="5208765"/>
                  </a:lnTo>
                  <a:lnTo>
                    <a:pt x="9558655" y="5198249"/>
                  </a:lnTo>
                  <a:lnTo>
                    <a:pt x="9554337" y="5193982"/>
                  </a:lnTo>
                  <a:close/>
                </a:path>
                <a:path w="10424160" h="5213350">
                  <a:moveTo>
                    <a:pt x="9511030" y="5193982"/>
                  </a:moveTo>
                  <a:lnTo>
                    <a:pt x="9505696" y="5193982"/>
                  </a:lnTo>
                  <a:lnTo>
                    <a:pt x="9501505" y="5198249"/>
                  </a:lnTo>
                  <a:lnTo>
                    <a:pt x="9501505" y="5208765"/>
                  </a:lnTo>
                  <a:lnTo>
                    <a:pt x="9505696" y="5213032"/>
                  </a:lnTo>
                  <a:lnTo>
                    <a:pt x="9511030" y="5213032"/>
                  </a:lnTo>
                  <a:lnTo>
                    <a:pt x="9511030" y="5193982"/>
                  </a:lnTo>
                  <a:close/>
                </a:path>
                <a:path w="10424160" h="5213350">
                  <a:moveTo>
                    <a:pt x="9516237" y="5193982"/>
                  </a:moveTo>
                  <a:lnTo>
                    <a:pt x="9511030" y="5193982"/>
                  </a:lnTo>
                  <a:lnTo>
                    <a:pt x="9511030" y="5213032"/>
                  </a:lnTo>
                  <a:lnTo>
                    <a:pt x="9516237" y="5213032"/>
                  </a:lnTo>
                  <a:lnTo>
                    <a:pt x="9520555" y="5208765"/>
                  </a:lnTo>
                  <a:lnTo>
                    <a:pt x="9520555" y="5198249"/>
                  </a:lnTo>
                  <a:lnTo>
                    <a:pt x="9516237" y="5193982"/>
                  </a:lnTo>
                  <a:close/>
                </a:path>
                <a:path w="10424160" h="5213350">
                  <a:moveTo>
                    <a:pt x="9472803" y="5193982"/>
                  </a:moveTo>
                  <a:lnTo>
                    <a:pt x="9467596" y="5193982"/>
                  </a:lnTo>
                  <a:lnTo>
                    <a:pt x="9463278" y="5198249"/>
                  </a:lnTo>
                  <a:lnTo>
                    <a:pt x="9463278" y="5208765"/>
                  </a:lnTo>
                  <a:lnTo>
                    <a:pt x="9467596" y="5213032"/>
                  </a:lnTo>
                  <a:lnTo>
                    <a:pt x="9472803" y="5213032"/>
                  </a:lnTo>
                  <a:lnTo>
                    <a:pt x="9472803" y="5193982"/>
                  </a:lnTo>
                  <a:close/>
                </a:path>
                <a:path w="10424160" h="5213350">
                  <a:moveTo>
                    <a:pt x="9478137" y="5193982"/>
                  </a:moveTo>
                  <a:lnTo>
                    <a:pt x="9472930" y="5193982"/>
                  </a:lnTo>
                  <a:lnTo>
                    <a:pt x="9472930" y="5213032"/>
                  </a:lnTo>
                  <a:lnTo>
                    <a:pt x="9478137" y="5213032"/>
                  </a:lnTo>
                  <a:lnTo>
                    <a:pt x="9482455" y="5208765"/>
                  </a:lnTo>
                  <a:lnTo>
                    <a:pt x="9482455" y="5198249"/>
                  </a:lnTo>
                  <a:lnTo>
                    <a:pt x="9478137" y="5193982"/>
                  </a:lnTo>
                  <a:close/>
                </a:path>
                <a:path w="10424160" h="5213350">
                  <a:moveTo>
                    <a:pt x="9434703" y="5193982"/>
                  </a:moveTo>
                  <a:lnTo>
                    <a:pt x="9429496" y="5193982"/>
                  </a:lnTo>
                  <a:lnTo>
                    <a:pt x="9425178" y="5198249"/>
                  </a:lnTo>
                  <a:lnTo>
                    <a:pt x="9425178" y="5208765"/>
                  </a:lnTo>
                  <a:lnTo>
                    <a:pt x="9429496" y="5213032"/>
                  </a:lnTo>
                  <a:lnTo>
                    <a:pt x="9434703" y="5213032"/>
                  </a:lnTo>
                  <a:lnTo>
                    <a:pt x="9434703" y="5193982"/>
                  </a:lnTo>
                  <a:close/>
                </a:path>
                <a:path w="10424160" h="5213350">
                  <a:moveTo>
                    <a:pt x="9440037" y="5193982"/>
                  </a:moveTo>
                  <a:lnTo>
                    <a:pt x="9434703" y="5193982"/>
                  </a:lnTo>
                  <a:lnTo>
                    <a:pt x="9434703" y="5213032"/>
                  </a:lnTo>
                  <a:lnTo>
                    <a:pt x="9440037" y="5213032"/>
                  </a:lnTo>
                  <a:lnTo>
                    <a:pt x="9444228" y="5208765"/>
                  </a:lnTo>
                  <a:lnTo>
                    <a:pt x="9444228" y="5198249"/>
                  </a:lnTo>
                  <a:lnTo>
                    <a:pt x="9440037" y="5193982"/>
                  </a:lnTo>
                  <a:close/>
                </a:path>
                <a:path w="10424160" h="5213350">
                  <a:moveTo>
                    <a:pt x="9396603" y="5193982"/>
                  </a:moveTo>
                  <a:lnTo>
                    <a:pt x="9391396" y="5193982"/>
                  </a:lnTo>
                  <a:lnTo>
                    <a:pt x="9387078" y="5198249"/>
                  </a:lnTo>
                  <a:lnTo>
                    <a:pt x="9387078" y="5208765"/>
                  </a:lnTo>
                  <a:lnTo>
                    <a:pt x="9391396" y="5213032"/>
                  </a:lnTo>
                  <a:lnTo>
                    <a:pt x="9396603" y="5213032"/>
                  </a:lnTo>
                  <a:lnTo>
                    <a:pt x="9396603" y="5193982"/>
                  </a:lnTo>
                  <a:close/>
                </a:path>
                <a:path w="10424160" h="5213350">
                  <a:moveTo>
                    <a:pt x="9401937" y="5193982"/>
                  </a:moveTo>
                  <a:lnTo>
                    <a:pt x="9396603" y="5193982"/>
                  </a:lnTo>
                  <a:lnTo>
                    <a:pt x="9396603" y="5213032"/>
                  </a:lnTo>
                  <a:lnTo>
                    <a:pt x="9401937" y="5213032"/>
                  </a:lnTo>
                  <a:lnTo>
                    <a:pt x="9406128" y="5208765"/>
                  </a:lnTo>
                  <a:lnTo>
                    <a:pt x="9406128" y="5198249"/>
                  </a:lnTo>
                  <a:lnTo>
                    <a:pt x="9401937" y="5193982"/>
                  </a:lnTo>
                  <a:close/>
                </a:path>
                <a:path w="10424160" h="5213350">
                  <a:moveTo>
                    <a:pt x="9358503" y="5193982"/>
                  </a:moveTo>
                  <a:lnTo>
                    <a:pt x="9353168" y="5193982"/>
                  </a:lnTo>
                  <a:lnTo>
                    <a:pt x="9348978" y="5198249"/>
                  </a:lnTo>
                  <a:lnTo>
                    <a:pt x="9348978" y="5208765"/>
                  </a:lnTo>
                  <a:lnTo>
                    <a:pt x="9353168" y="5213032"/>
                  </a:lnTo>
                  <a:lnTo>
                    <a:pt x="9358503" y="5213032"/>
                  </a:lnTo>
                  <a:lnTo>
                    <a:pt x="9358503" y="5193982"/>
                  </a:lnTo>
                  <a:close/>
                </a:path>
                <a:path w="10424160" h="5213350">
                  <a:moveTo>
                    <a:pt x="9363710" y="5193982"/>
                  </a:moveTo>
                  <a:lnTo>
                    <a:pt x="9358503" y="5193982"/>
                  </a:lnTo>
                  <a:lnTo>
                    <a:pt x="9358503" y="5213032"/>
                  </a:lnTo>
                  <a:lnTo>
                    <a:pt x="9363710" y="5213032"/>
                  </a:lnTo>
                  <a:lnTo>
                    <a:pt x="9368028" y="5208765"/>
                  </a:lnTo>
                  <a:lnTo>
                    <a:pt x="9368028" y="5198249"/>
                  </a:lnTo>
                  <a:lnTo>
                    <a:pt x="9363710" y="5193982"/>
                  </a:lnTo>
                  <a:close/>
                </a:path>
                <a:path w="10424160" h="5213350">
                  <a:moveTo>
                    <a:pt x="9320403" y="5193982"/>
                  </a:moveTo>
                  <a:lnTo>
                    <a:pt x="9315068" y="5193982"/>
                  </a:lnTo>
                  <a:lnTo>
                    <a:pt x="9310878" y="5198249"/>
                  </a:lnTo>
                  <a:lnTo>
                    <a:pt x="9310878" y="5208765"/>
                  </a:lnTo>
                  <a:lnTo>
                    <a:pt x="9315068" y="5213032"/>
                  </a:lnTo>
                  <a:lnTo>
                    <a:pt x="9320403" y="5213032"/>
                  </a:lnTo>
                  <a:lnTo>
                    <a:pt x="9320403" y="5193982"/>
                  </a:lnTo>
                  <a:close/>
                </a:path>
                <a:path w="10424160" h="5213350">
                  <a:moveTo>
                    <a:pt x="9325610" y="5193982"/>
                  </a:moveTo>
                  <a:lnTo>
                    <a:pt x="9320403" y="5193982"/>
                  </a:lnTo>
                  <a:lnTo>
                    <a:pt x="9320403" y="5213032"/>
                  </a:lnTo>
                  <a:lnTo>
                    <a:pt x="9325610" y="5213032"/>
                  </a:lnTo>
                  <a:lnTo>
                    <a:pt x="9329928" y="5208765"/>
                  </a:lnTo>
                  <a:lnTo>
                    <a:pt x="9329928" y="5198249"/>
                  </a:lnTo>
                  <a:lnTo>
                    <a:pt x="9325610" y="5193982"/>
                  </a:lnTo>
                  <a:close/>
                </a:path>
                <a:path w="10424160" h="5213350">
                  <a:moveTo>
                    <a:pt x="9282303" y="5193982"/>
                  </a:moveTo>
                  <a:lnTo>
                    <a:pt x="9276968" y="5193982"/>
                  </a:lnTo>
                  <a:lnTo>
                    <a:pt x="9272778" y="5198249"/>
                  </a:lnTo>
                  <a:lnTo>
                    <a:pt x="9272778" y="5208765"/>
                  </a:lnTo>
                  <a:lnTo>
                    <a:pt x="9276968" y="5213032"/>
                  </a:lnTo>
                  <a:lnTo>
                    <a:pt x="9282303" y="5213032"/>
                  </a:lnTo>
                  <a:lnTo>
                    <a:pt x="9282303" y="5193982"/>
                  </a:lnTo>
                  <a:close/>
                </a:path>
                <a:path w="10424160" h="5213350">
                  <a:moveTo>
                    <a:pt x="9287510" y="5193982"/>
                  </a:moveTo>
                  <a:lnTo>
                    <a:pt x="9282303" y="5193982"/>
                  </a:lnTo>
                  <a:lnTo>
                    <a:pt x="9282303" y="5213032"/>
                  </a:lnTo>
                  <a:lnTo>
                    <a:pt x="9287510" y="5213032"/>
                  </a:lnTo>
                  <a:lnTo>
                    <a:pt x="9291828" y="5208765"/>
                  </a:lnTo>
                  <a:lnTo>
                    <a:pt x="9291828" y="5198249"/>
                  </a:lnTo>
                  <a:lnTo>
                    <a:pt x="9287510" y="5193982"/>
                  </a:lnTo>
                  <a:close/>
                </a:path>
                <a:path w="10424160" h="5213350">
                  <a:moveTo>
                    <a:pt x="9244076" y="5193982"/>
                  </a:moveTo>
                  <a:lnTo>
                    <a:pt x="9238868" y="5193982"/>
                  </a:lnTo>
                  <a:lnTo>
                    <a:pt x="9234551" y="5198249"/>
                  </a:lnTo>
                  <a:lnTo>
                    <a:pt x="9234551" y="5208765"/>
                  </a:lnTo>
                  <a:lnTo>
                    <a:pt x="9238868" y="5213032"/>
                  </a:lnTo>
                  <a:lnTo>
                    <a:pt x="9244076" y="5213032"/>
                  </a:lnTo>
                  <a:lnTo>
                    <a:pt x="9244076" y="5193982"/>
                  </a:lnTo>
                  <a:close/>
                </a:path>
                <a:path w="10424160" h="5213350">
                  <a:moveTo>
                    <a:pt x="9249410" y="5193982"/>
                  </a:moveTo>
                  <a:lnTo>
                    <a:pt x="9244203" y="5193982"/>
                  </a:lnTo>
                  <a:lnTo>
                    <a:pt x="9244203" y="5213032"/>
                  </a:lnTo>
                  <a:lnTo>
                    <a:pt x="9249410" y="5213032"/>
                  </a:lnTo>
                  <a:lnTo>
                    <a:pt x="9253728" y="5208765"/>
                  </a:lnTo>
                  <a:lnTo>
                    <a:pt x="9253728" y="5198249"/>
                  </a:lnTo>
                  <a:lnTo>
                    <a:pt x="9249410" y="5193982"/>
                  </a:lnTo>
                  <a:close/>
                </a:path>
                <a:path w="10424160" h="5213350">
                  <a:moveTo>
                    <a:pt x="9205976" y="5193982"/>
                  </a:moveTo>
                  <a:lnTo>
                    <a:pt x="9200768" y="5193982"/>
                  </a:lnTo>
                  <a:lnTo>
                    <a:pt x="9196451" y="5198249"/>
                  </a:lnTo>
                  <a:lnTo>
                    <a:pt x="9196451" y="5208765"/>
                  </a:lnTo>
                  <a:lnTo>
                    <a:pt x="9200768" y="5213032"/>
                  </a:lnTo>
                  <a:lnTo>
                    <a:pt x="9205976" y="5213032"/>
                  </a:lnTo>
                  <a:lnTo>
                    <a:pt x="9205976" y="5193982"/>
                  </a:lnTo>
                  <a:close/>
                </a:path>
                <a:path w="10424160" h="5213350">
                  <a:moveTo>
                    <a:pt x="9211310" y="5193982"/>
                  </a:moveTo>
                  <a:lnTo>
                    <a:pt x="9205976" y="5193982"/>
                  </a:lnTo>
                  <a:lnTo>
                    <a:pt x="9205976" y="5213032"/>
                  </a:lnTo>
                  <a:lnTo>
                    <a:pt x="9211310" y="5213032"/>
                  </a:lnTo>
                  <a:lnTo>
                    <a:pt x="9215501" y="5208765"/>
                  </a:lnTo>
                  <a:lnTo>
                    <a:pt x="9215501" y="5198249"/>
                  </a:lnTo>
                  <a:lnTo>
                    <a:pt x="9211310" y="5193982"/>
                  </a:lnTo>
                  <a:close/>
                </a:path>
                <a:path w="10424160" h="5213350">
                  <a:moveTo>
                    <a:pt x="9167876" y="5193982"/>
                  </a:moveTo>
                  <a:lnTo>
                    <a:pt x="9162668" y="5193982"/>
                  </a:lnTo>
                  <a:lnTo>
                    <a:pt x="9158351" y="5198249"/>
                  </a:lnTo>
                  <a:lnTo>
                    <a:pt x="9158351" y="5208765"/>
                  </a:lnTo>
                  <a:lnTo>
                    <a:pt x="9162668" y="5213032"/>
                  </a:lnTo>
                  <a:lnTo>
                    <a:pt x="9167876" y="5213032"/>
                  </a:lnTo>
                  <a:lnTo>
                    <a:pt x="9167876" y="5193982"/>
                  </a:lnTo>
                  <a:close/>
                </a:path>
                <a:path w="10424160" h="5213350">
                  <a:moveTo>
                    <a:pt x="9173210" y="5193982"/>
                  </a:moveTo>
                  <a:lnTo>
                    <a:pt x="9167876" y="5193982"/>
                  </a:lnTo>
                  <a:lnTo>
                    <a:pt x="9167876" y="5213032"/>
                  </a:lnTo>
                  <a:lnTo>
                    <a:pt x="9173210" y="5213032"/>
                  </a:lnTo>
                  <a:lnTo>
                    <a:pt x="9177401" y="5208765"/>
                  </a:lnTo>
                  <a:lnTo>
                    <a:pt x="9177401" y="5198249"/>
                  </a:lnTo>
                  <a:lnTo>
                    <a:pt x="9173210" y="5193982"/>
                  </a:lnTo>
                  <a:close/>
                </a:path>
                <a:path w="10424160" h="5213350">
                  <a:moveTo>
                    <a:pt x="9129776" y="5193982"/>
                  </a:moveTo>
                  <a:lnTo>
                    <a:pt x="9124568" y="5193982"/>
                  </a:lnTo>
                  <a:lnTo>
                    <a:pt x="9120251" y="5198249"/>
                  </a:lnTo>
                  <a:lnTo>
                    <a:pt x="9120251" y="5208765"/>
                  </a:lnTo>
                  <a:lnTo>
                    <a:pt x="9124568" y="5213032"/>
                  </a:lnTo>
                  <a:lnTo>
                    <a:pt x="9129776" y="5213032"/>
                  </a:lnTo>
                  <a:lnTo>
                    <a:pt x="9129776" y="5193982"/>
                  </a:lnTo>
                  <a:close/>
                </a:path>
                <a:path w="10424160" h="5213350">
                  <a:moveTo>
                    <a:pt x="9135110" y="5193982"/>
                  </a:moveTo>
                  <a:lnTo>
                    <a:pt x="9129776" y="5193982"/>
                  </a:lnTo>
                  <a:lnTo>
                    <a:pt x="9129776" y="5213032"/>
                  </a:lnTo>
                  <a:lnTo>
                    <a:pt x="9135110" y="5213032"/>
                  </a:lnTo>
                  <a:lnTo>
                    <a:pt x="9139301" y="5208765"/>
                  </a:lnTo>
                  <a:lnTo>
                    <a:pt x="9139301" y="5198249"/>
                  </a:lnTo>
                  <a:lnTo>
                    <a:pt x="9135110" y="5193982"/>
                  </a:lnTo>
                  <a:close/>
                </a:path>
                <a:path w="10424160" h="5213350">
                  <a:moveTo>
                    <a:pt x="9091676" y="5193982"/>
                  </a:moveTo>
                  <a:lnTo>
                    <a:pt x="9086341" y="5193982"/>
                  </a:lnTo>
                  <a:lnTo>
                    <a:pt x="9082151" y="5198249"/>
                  </a:lnTo>
                  <a:lnTo>
                    <a:pt x="9082151" y="5208765"/>
                  </a:lnTo>
                  <a:lnTo>
                    <a:pt x="9086341" y="5213032"/>
                  </a:lnTo>
                  <a:lnTo>
                    <a:pt x="9091676" y="5213032"/>
                  </a:lnTo>
                  <a:lnTo>
                    <a:pt x="9091676" y="5193982"/>
                  </a:lnTo>
                  <a:close/>
                </a:path>
                <a:path w="10424160" h="5213350">
                  <a:moveTo>
                    <a:pt x="9096883" y="5193982"/>
                  </a:moveTo>
                  <a:lnTo>
                    <a:pt x="9091676" y="5193982"/>
                  </a:lnTo>
                  <a:lnTo>
                    <a:pt x="9091676" y="5213032"/>
                  </a:lnTo>
                  <a:lnTo>
                    <a:pt x="9096883" y="5213032"/>
                  </a:lnTo>
                  <a:lnTo>
                    <a:pt x="9101201" y="5208765"/>
                  </a:lnTo>
                  <a:lnTo>
                    <a:pt x="9101201" y="5198249"/>
                  </a:lnTo>
                  <a:lnTo>
                    <a:pt x="9096883" y="5193982"/>
                  </a:lnTo>
                  <a:close/>
                </a:path>
                <a:path w="10424160" h="5213350">
                  <a:moveTo>
                    <a:pt x="9053576" y="5193982"/>
                  </a:moveTo>
                  <a:lnTo>
                    <a:pt x="9048241" y="5193982"/>
                  </a:lnTo>
                  <a:lnTo>
                    <a:pt x="9044051" y="5198249"/>
                  </a:lnTo>
                  <a:lnTo>
                    <a:pt x="9044051" y="5208765"/>
                  </a:lnTo>
                  <a:lnTo>
                    <a:pt x="9048241" y="5213032"/>
                  </a:lnTo>
                  <a:lnTo>
                    <a:pt x="9053576" y="5213032"/>
                  </a:lnTo>
                  <a:lnTo>
                    <a:pt x="9053576" y="5193982"/>
                  </a:lnTo>
                  <a:close/>
                </a:path>
                <a:path w="10424160" h="5213350">
                  <a:moveTo>
                    <a:pt x="9058783" y="5193982"/>
                  </a:moveTo>
                  <a:lnTo>
                    <a:pt x="9053576" y="5193982"/>
                  </a:lnTo>
                  <a:lnTo>
                    <a:pt x="9053576" y="5213032"/>
                  </a:lnTo>
                  <a:lnTo>
                    <a:pt x="9058783" y="5213032"/>
                  </a:lnTo>
                  <a:lnTo>
                    <a:pt x="9063101" y="5208765"/>
                  </a:lnTo>
                  <a:lnTo>
                    <a:pt x="9063101" y="5198249"/>
                  </a:lnTo>
                  <a:lnTo>
                    <a:pt x="9058783" y="5193982"/>
                  </a:lnTo>
                  <a:close/>
                </a:path>
                <a:path w="10424160" h="5213350">
                  <a:moveTo>
                    <a:pt x="9015349" y="5193982"/>
                  </a:moveTo>
                  <a:lnTo>
                    <a:pt x="9010141" y="5193982"/>
                  </a:lnTo>
                  <a:lnTo>
                    <a:pt x="9005824" y="5198249"/>
                  </a:lnTo>
                  <a:lnTo>
                    <a:pt x="9005824" y="5208765"/>
                  </a:lnTo>
                  <a:lnTo>
                    <a:pt x="9010141" y="5213032"/>
                  </a:lnTo>
                  <a:lnTo>
                    <a:pt x="9015349" y="5213032"/>
                  </a:lnTo>
                  <a:lnTo>
                    <a:pt x="9015349" y="5193982"/>
                  </a:lnTo>
                  <a:close/>
                </a:path>
                <a:path w="10424160" h="5213350">
                  <a:moveTo>
                    <a:pt x="9020683" y="5193982"/>
                  </a:moveTo>
                  <a:lnTo>
                    <a:pt x="9015476" y="5193982"/>
                  </a:lnTo>
                  <a:lnTo>
                    <a:pt x="9015476" y="5213032"/>
                  </a:lnTo>
                  <a:lnTo>
                    <a:pt x="9020683" y="5213032"/>
                  </a:lnTo>
                  <a:lnTo>
                    <a:pt x="9025001" y="5208765"/>
                  </a:lnTo>
                  <a:lnTo>
                    <a:pt x="9025001" y="5198249"/>
                  </a:lnTo>
                  <a:lnTo>
                    <a:pt x="9020683" y="5193982"/>
                  </a:lnTo>
                  <a:close/>
                </a:path>
                <a:path w="10424160" h="5213350">
                  <a:moveTo>
                    <a:pt x="8977249" y="5193982"/>
                  </a:moveTo>
                  <a:lnTo>
                    <a:pt x="8972041" y="5193982"/>
                  </a:lnTo>
                  <a:lnTo>
                    <a:pt x="8967724" y="5198249"/>
                  </a:lnTo>
                  <a:lnTo>
                    <a:pt x="8967724" y="5208765"/>
                  </a:lnTo>
                  <a:lnTo>
                    <a:pt x="8972041" y="5213032"/>
                  </a:lnTo>
                  <a:lnTo>
                    <a:pt x="8977249" y="5213032"/>
                  </a:lnTo>
                  <a:lnTo>
                    <a:pt x="8977249" y="5193982"/>
                  </a:lnTo>
                  <a:close/>
                </a:path>
                <a:path w="10424160" h="5213350">
                  <a:moveTo>
                    <a:pt x="8982583" y="5193982"/>
                  </a:moveTo>
                  <a:lnTo>
                    <a:pt x="8977249" y="5193982"/>
                  </a:lnTo>
                  <a:lnTo>
                    <a:pt x="8977249" y="5213032"/>
                  </a:lnTo>
                  <a:lnTo>
                    <a:pt x="8982583" y="5213032"/>
                  </a:lnTo>
                  <a:lnTo>
                    <a:pt x="8986774" y="5208765"/>
                  </a:lnTo>
                  <a:lnTo>
                    <a:pt x="8986774" y="5198249"/>
                  </a:lnTo>
                  <a:lnTo>
                    <a:pt x="8982583" y="5193982"/>
                  </a:lnTo>
                  <a:close/>
                </a:path>
                <a:path w="10424160" h="5213350">
                  <a:moveTo>
                    <a:pt x="8939149" y="5193982"/>
                  </a:moveTo>
                  <a:lnTo>
                    <a:pt x="8933941" y="5193982"/>
                  </a:lnTo>
                  <a:lnTo>
                    <a:pt x="8929624" y="5198249"/>
                  </a:lnTo>
                  <a:lnTo>
                    <a:pt x="8929624" y="5208765"/>
                  </a:lnTo>
                  <a:lnTo>
                    <a:pt x="8933941" y="5213032"/>
                  </a:lnTo>
                  <a:lnTo>
                    <a:pt x="8939149" y="5213032"/>
                  </a:lnTo>
                  <a:lnTo>
                    <a:pt x="8939149" y="5193982"/>
                  </a:lnTo>
                  <a:close/>
                </a:path>
                <a:path w="10424160" h="5213350">
                  <a:moveTo>
                    <a:pt x="8944483" y="5193982"/>
                  </a:moveTo>
                  <a:lnTo>
                    <a:pt x="8939149" y="5193982"/>
                  </a:lnTo>
                  <a:lnTo>
                    <a:pt x="8939149" y="5213032"/>
                  </a:lnTo>
                  <a:lnTo>
                    <a:pt x="8944483" y="5213032"/>
                  </a:lnTo>
                  <a:lnTo>
                    <a:pt x="8948674" y="5208765"/>
                  </a:lnTo>
                  <a:lnTo>
                    <a:pt x="8948674" y="5198249"/>
                  </a:lnTo>
                  <a:lnTo>
                    <a:pt x="8944483" y="5193982"/>
                  </a:lnTo>
                  <a:close/>
                </a:path>
                <a:path w="10424160" h="5213350">
                  <a:moveTo>
                    <a:pt x="8901049" y="5193982"/>
                  </a:moveTo>
                  <a:lnTo>
                    <a:pt x="8895841" y="5193982"/>
                  </a:lnTo>
                  <a:lnTo>
                    <a:pt x="8891524" y="5198249"/>
                  </a:lnTo>
                  <a:lnTo>
                    <a:pt x="8891524" y="5208765"/>
                  </a:lnTo>
                  <a:lnTo>
                    <a:pt x="8895841" y="5213032"/>
                  </a:lnTo>
                  <a:lnTo>
                    <a:pt x="8901049" y="5213032"/>
                  </a:lnTo>
                  <a:lnTo>
                    <a:pt x="8901049" y="5193982"/>
                  </a:lnTo>
                  <a:close/>
                </a:path>
                <a:path w="10424160" h="5213350">
                  <a:moveTo>
                    <a:pt x="8906383" y="5193982"/>
                  </a:moveTo>
                  <a:lnTo>
                    <a:pt x="8901049" y="5193982"/>
                  </a:lnTo>
                  <a:lnTo>
                    <a:pt x="8901049" y="5213032"/>
                  </a:lnTo>
                  <a:lnTo>
                    <a:pt x="8906383" y="5213032"/>
                  </a:lnTo>
                  <a:lnTo>
                    <a:pt x="8910574" y="5208765"/>
                  </a:lnTo>
                  <a:lnTo>
                    <a:pt x="8910574" y="5198249"/>
                  </a:lnTo>
                  <a:lnTo>
                    <a:pt x="8906383" y="5193982"/>
                  </a:lnTo>
                  <a:close/>
                </a:path>
                <a:path w="10424160" h="5213350">
                  <a:moveTo>
                    <a:pt x="8862949" y="5193982"/>
                  </a:moveTo>
                  <a:lnTo>
                    <a:pt x="8857615" y="5193982"/>
                  </a:lnTo>
                  <a:lnTo>
                    <a:pt x="8853424" y="5198249"/>
                  </a:lnTo>
                  <a:lnTo>
                    <a:pt x="8853424" y="5208765"/>
                  </a:lnTo>
                  <a:lnTo>
                    <a:pt x="8857615" y="5213032"/>
                  </a:lnTo>
                  <a:lnTo>
                    <a:pt x="8862949" y="5213032"/>
                  </a:lnTo>
                  <a:lnTo>
                    <a:pt x="8862949" y="5193982"/>
                  </a:lnTo>
                  <a:close/>
                </a:path>
                <a:path w="10424160" h="5213350">
                  <a:moveTo>
                    <a:pt x="8868156" y="5193982"/>
                  </a:moveTo>
                  <a:lnTo>
                    <a:pt x="8862949" y="5193982"/>
                  </a:lnTo>
                  <a:lnTo>
                    <a:pt x="8862949" y="5213032"/>
                  </a:lnTo>
                  <a:lnTo>
                    <a:pt x="8868156" y="5213032"/>
                  </a:lnTo>
                  <a:lnTo>
                    <a:pt x="8872474" y="5208765"/>
                  </a:lnTo>
                  <a:lnTo>
                    <a:pt x="8872474" y="5198249"/>
                  </a:lnTo>
                  <a:lnTo>
                    <a:pt x="8868156" y="5193982"/>
                  </a:lnTo>
                  <a:close/>
                </a:path>
                <a:path w="10424160" h="5213350">
                  <a:moveTo>
                    <a:pt x="8824849" y="5193982"/>
                  </a:moveTo>
                  <a:lnTo>
                    <a:pt x="8819515" y="5193982"/>
                  </a:lnTo>
                  <a:lnTo>
                    <a:pt x="8815324" y="5198249"/>
                  </a:lnTo>
                  <a:lnTo>
                    <a:pt x="8815324" y="5208765"/>
                  </a:lnTo>
                  <a:lnTo>
                    <a:pt x="8819515" y="5213032"/>
                  </a:lnTo>
                  <a:lnTo>
                    <a:pt x="8824849" y="5213032"/>
                  </a:lnTo>
                  <a:lnTo>
                    <a:pt x="8824849" y="5193982"/>
                  </a:lnTo>
                  <a:close/>
                </a:path>
                <a:path w="10424160" h="5213350">
                  <a:moveTo>
                    <a:pt x="8830056" y="5193982"/>
                  </a:moveTo>
                  <a:lnTo>
                    <a:pt x="8824849" y="5193982"/>
                  </a:lnTo>
                  <a:lnTo>
                    <a:pt x="8824849" y="5213032"/>
                  </a:lnTo>
                  <a:lnTo>
                    <a:pt x="8830056" y="5213032"/>
                  </a:lnTo>
                  <a:lnTo>
                    <a:pt x="8834374" y="5208765"/>
                  </a:lnTo>
                  <a:lnTo>
                    <a:pt x="8834374" y="5198249"/>
                  </a:lnTo>
                  <a:lnTo>
                    <a:pt x="8830056" y="5193982"/>
                  </a:lnTo>
                  <a:close/>
                </a:path>
                <a:path w="10424160" h="5213350">
                  <a:moveTo>
                    <a:pt x="8786749" y="5193982"/>
                  </a:moveTo>
                  <a:lnTo>
                    <a:pt x="8781415" y="5193982"/>
                  </a:lnTo>
                  <a:lnTo>
                    <a:pt x="8777224" y="5198249"/>
                  </a:lnTo>
                  <a:lnTo>
                    <a:pt x="8777224" y="5208765"/>
                  </a:lnTo>
                  <a:lnTo>
                    <a:pt x="8781415" y="5213032"/>
                  </a:lnTo>
                  <a:lnTo>
                    <a:pt x="8786749" y="5213032"/>
                  </a:lnTo>
                  <a:lnTo>
                    <a:pt x="8786749" y="5193982"/>
                  </a:lnTo>
                  <a:close/>
                </a:path>
                <a:path w="10424160" h="5213350">
                  <a:moveTo>
                    <a:pt x="8791956" y="5193982"/>
                  </a:moveTo>
                  <a:lnTo>
                    <a:pt x="8786749" y="5193982"/>
                  </a:lnTo>
                  <a:lnTo>
                    <a:pt x="8786749" y="5213032"/>
                  </a:lnTo>
                  <a:lnTo>
                    <a:pt x="8791956" y="5213032"/>
                  </a:lnTo>
                  <a:lnTo>
                    <a:pt x="8796274" y="5208765"/>
                  </a:lnTo>
                  <a:lnTo>
                    <a:pt x="8796274" y="5198249"/>
                  </a:lnTo>
                  <a:lnTo>
                    <a:pt x="8791956" y="5193982"/>
                  </a:lnTo>
                  <a:close/>
                </a:path>
                <a:path w="10424160" h="5213350">
                  <a:moveTo>
                    <a:pt x="8748522" y="5193982"/>
                  </a:moveTo>
                  <a:lnTo>
                    <a:pt x="8743315" y="5193982"/>
                  </a:lnTo>
                  <a:lnTo>
                    <a:pt x="8738997" y="5198249"/>
                  </a:lnTo>
                  <a:lnTo>
                    <a:pt x="8738997" y="5208765"/>
                  </a:lnTo>
                  <a:lnTo>
                    <a:pt x="8743315" y="5213032"/>
                  </a:lnTo>
                  <a:lnTo>
                    <a:pt x="8748522" y="5213032"/>
                  </a:lnTo>
                  <a:lnTo>
                    <a:pt x="8748522" y="5193982"/>
                  </a:lnTo>
                  <a:close/>
                </a:path>
                <a:path w="10424160" h="5213350">
                  <a:moveTo>
                    <a:pt x="8753856" y="5193982"/>
                  </a:moveTo>
                  <a:lnTo>
                    <a:pt x="8748649" y="5193982"/>
                  </a:lnTo>
                  <a:lnTo>
                    <a:pt x="8748649" y="5213032"/>
                  </a:lnTo>
                  <a:lnTo>
                    <a:pt x="8753856" y="5213032"/>
                  </a:lnTo>
                  <a:lnTo>
                    <a:pt x="8758174" y="5208765"/>
                  </a:lnTo>
                  <a:lnTo>
                    <a:pt x="8758174" y="5198249"/>
                  </a:lnTo>
                  <a:lnTo>
                    <a:pt x="8753856" y="5193982"/>
                  </a:lnTo>
                  <a:close/>
                </a:path>
                <a:path w="10424160" h="5213350">
                  <a:moveTo>
                    <a:pt x="8710422" y="5193982"/>
                  </a:moveTo>
                  <a:lnTo>
                    <a:pt x="8705215" y="5193982"/>
                  </a:lnTo>
                  <a:lnTo>
                    <a:pt x="8700897" y="5198249"/>
                  </a:lnTo>
                  <a:lnTo>
                    <a:pt x="8700897" y="5208765"/>
                  </a:lnTo>
                  <a:lnTo>
                    <a:pt x="8705215" y="5213032"/>
                  </a:lnTo>
                  <a:lnTo>
                    <a:pt x="8710422" y="5213032"/>
                  </a:lnTo>
                  <a:lnTo>
                    <a:pt x="8710422" y="5193982"/>
                  </a:lnTo>
                  <a:close/>
                </a:path>
                <a:path w="10424160" h="5213350">
                  <a:moveTo>
                    <a:pt x="8715756" y="5193982"/>
                  </a:moveTo>
                  <a:lnTo>
                    <a:pt x="8710422" y="5193982"/>
                  </a:lnTo>
                  <a:lnTo>
                    <a:pt x="8710422" y="5213032"/>
                  </a:lnTo>
                  <a:lnTo>
                    <a:pt x="8715756" y="5213032"/>
                  </a:lnTo>
                  <a:lnTo>
                    <a:pt x="8719947" y="5208765"/>
                  </a:lnTo>
                  <a:lnTo>
                    <a:pt x="8719947" y="5198249"/>
                  </a:lnTo>
                  <a:lnTo>
                    <a:pt x="8715756" y="5193982"/>
                  </a:lnTo>
                  <a:close/>
                </a:path>
                <a:path w="10424160" h="5213350">
                  <a:moveTo>
                    <a:pt x="8672322" y="5193982"/>
                  </a:moveTo>
                  <a:lnTo>
                    <a:pt x="8667115" y="5193982"/>
                  </a:lnTo>
                  <a:lnTo>
                    <a:pt x="8662797" y="5198249"/>
                  </a:lnTo>
                  <a:lnTo>
                    <a:pt x="8662797" y="5208765"/>
                  </a:lnTo>
                  <a:lnTo>
                    <a:pt x="8667115" y="5213032"/>
                  </a:lnTo>
                  <a:lnTo>
                    <a:pt x="8672322" y="5213032"/>
                  </a:lnTo>
                  <a:lnTo>
                    <a:pt x="8672322" y="5193982"/>
                  </a:lnTo>
                  <a:close/>
                </a:path>
                <a:path w="10424160" h="5213350">
                  <a:moveTo>
                    <a:pt x="8677656" y="5193982"/>
                  </a:moveTo>
                  <a:lnTo>
                    <a:pt x="8672322" y="5193982"/>
                  </a:lnTo>
                  <a:lnTo>
                    <a:pt x="8672322" y="5213032"/>
                  </a:lnTo>
                  <a:lnTo>
                    <a:pt x="8677656" y="5213032"/>
                  </a:lnTo>
                  <a:lnTo>
                    <a:pt x="8681847" y="5208765"/>
                  </a:lnTo>
                  <a:lnTo>
                    <a:pt x="8681847" y="5198249"/>
                  </a:lnTo>
                  <a:lnTo>
                    <a:pt x="8677656" y="5193982"/>
                  </a:lnTo>
                  <a:close/>
                </a:path>
                <a:path w="10424160" h="5213350">
                  <a:moveTo>
                    <a:pt x="8634222" y="5193982"/>
                  </a:moveTo>
                  <a:lnTo>
                    <a:pt x="8628888" y="5193982"/>
                  </a:lnTo>
                  <a:lnTo>
                    <a:pt x="8624697" y="5198249"/>
                  </a:lnTo>
                  <a:lnTo>
                    <a:pt x="8624697" y="5208765"/>
                  </a:lnTo>
                  <a:lnTo>
                    <a:pt x="8628888" y="5213032"/>
                  </a:lnTo>
                  <a:lnTo>
                    <a:pt x="8634222" y="5213032"/>
                  </a:lnTo>
                  <a:lnTo>
                    <a:pt x="8634222" y="5193982"/>
                  </a:lnTo>
                  <a:close/>
                </a:path>
                <a:path w="10424160" h="5213350">
                  <a:moveTo>
                    <a:pt x="8639429" y="5193982"/>
                  </a:moveTo>
                  <a:lnTo>
                    <a:pt x="8634222" y="5193982"/>
                  </a:lnTo>
                  <a:lnTo>
                    <a:pt x="8634222" y="5213032"/>
                  </a:lnTo>
                  <a:lnTo>
                    <a:pt x="8639429" y="5213032"/>
                  </a:lnTo>
                  <a:lnTo>
                    <a:pt x="8643747" y="5208765"/>
                  </a:lnTo>
                  <a:lnTo>
                    <a:pt x="8643747" y="5198249"/>
                  </a:lnTo>
                  <a:lnTo>
                    <a:pt x="8639429" y="5193982"/>
                  </a:lnTo>
                  <a:close/>
                </a:path>
                <a:path w="10424160" h="5213350">
                  <a:moveTo>
                    <a:pt x="8596122" y="5193982"/>
                  </a:moveTo>
                  <a:lnTo>
                    <a:pt x="8590788" y="5193982"/>
                  </a:lnTo>
                  <a:lnTo>
                    <a:pt x="8586597" y="5198249"/>
                  </a:lnTo>
                  <a:lnTo>
                    <a:pt x="8586597" y="5208765"/>
                  </a:lnTo>
                  <a:lnTo>
                    <a:pt x="8590788" y="5213032"/>
                  </a:lnTo>
                  <a:lnTo>
                    <a:pt x="8596122" y="5213032"/>
                  </a:lnTo>
                  <a:lnTo>
                    <a:pt x="8596122" y="5193982"/>
                  </a:lnTo>
                  <a:close/>
                </a:path>
                <a:path w="10424160" h="5213350">
                  <a:moveTo>
                    <a:pt x="8601329" y="5193982"/>
                  </a:moveTo>
                  <a:lnTo>
                    <a:pt x="8596122" y="5193982"/>
                  </a:lnTo>
                  <a:lnTo>
                    <a:pt x="8596122" y="5213032"/>
                  </a:lnTo>
                  <a:lnTo>
                    <a:pt x="8601329" y="5213032"/>
                  </a:lnTo>
                  <a:lnTo>
                    <a:pt x="8605647" y="5208765"/>
                  </a:lnTo>
                  <a:lnTo>
                    <a:pt x="8605647" y="5198249"/>
                  </a:lnTo>
                  <a:lnTo>
                    <a:pt x="8601329" y="5193982"/>
                  </a:lnTo>
                  <a:close/>
                </a:path>
                <a:path w="10424160" h="5213350">
                  <a:moveTo>
                    <a:pt x="8558022" y="5193982"/>
                  </a:moveTo>
                  <a:lnTo>
                    <a:pt x="8552688" y="5193982"/>
                  </a:lnTo>
                  <a:lnTo>
                    <a:pt x="8548497" y="5198249"/>
                  </a:lnTo>
                  <a:lnTo>
                    <a:pt x="8548497" y="5208765"/>
                  </a:lnTo>
                  <a:lnTo>
                    <a:pt x="8552688" y="5213032"/>
                  </a:lnTo>
                  <a:lnTo>
                    <a:pt x="8558022" y="5213032"/>
                  </a:lnTo>
                  <a:lnTo>
                    <a:pt x="8558022" y="5193982"/>
                  </a:lnTo>
                  <a:close/>
                </a:path>
                <a:path w="10424160" h="5213350">
                  <a:moveTo>
                    <a:pt x="8563229" y="5193982"/>
                  </a:moveTo>
                  <a:lnTo>
                    <a:pt x="8558022" y="5193982"/>
                  </a:lnTo>
                  <a:lnTo>
                    <a:pt x="8558022" y="5213032"/>
                  </a:lnTo>
                  <a:lnTo>
                    <a:pt x="8563229" y="5213032"/>
                  </a:lnTo>
                  <a:lnTo>
                    <a:pt x="8567547" y="5208765"/>
                  </a:lnTo>
                  <a:lnTo>
                    <a:pt x="8567547" y="5198249"/>
                  </a:lnTo>
                  <a:lnTo>
                    <a:pt x="8563229" y="5193982"/>
                  </a:lnTo>
                  <a:close/>
                </a:path>
                <a:path w="10424160" h="5213350">
                  <a:moveTo>
                    <a:pt x="8519794" y="5193982"/>
                  </a:moveTo>
                  <a:lnTo>
                    <a:pt x="8514588" y="5193982"/>
                  </a:lnTo>
                  <a:lnTo>
                    <a:pt x="8510269" y="5198249"/>
                  </a:lnTo>
                  <a:lnTo>
                    <a:pt x="8510269" y="5208765"/>
                  </a:lnTo>
                  <a:lnTo>
                    <a:pt x="8514588" y="5213032"/>
                  </a:lnTo>
                  <a:lnTo>
                    <a:pt x="8519794" y="5213032"/>
                  </a:lnTo>
                  <a:lnTo>
                    <a:pt x="8519794" y="5193982"/>
                  </a:lnTo>
                  <a:close/>
                </a:path>
                <a:path w="10424160" h="5213350">
                  <a:moveTo>
                    <a:pt x="8519922" y="5206682"/>
                  </a:moveTo>
                  <a:lnTo>
                    <a:pt x="8519794" y="5206682"/>
                  </a:lnTo>
                  <a:lnTo>
                    <a:pt x="8519794" y="5213032"/>
                  </a:lnTo>
                  <a:lnTo>
                    <a:pt x="8519922" y="5213032"/>
                  </a:lnTo>
                  <a:lnTo>
                    <a:pt x="8519922" y="5206682"/>
                  </a:lnTo>
                  <a:close/>
                </a:path>
                <a:path w="10424160" h="5213350">
                  <a:moveTo>
                    <a:pt x="8525129" y="5193982"/>
                  </a:moveTo>
                  <a:lnTo>
                    <a:pt x="8519922" y="5193982"/>
                  </a:lnTo>
                  <a:lnTo>
                    <a:pt x="8519922" y="5213032"/>
                  </a:lnTo>
                  <a:lnTo>
                    <a:pt x="8525129" y="5213032"/>
                  </a:lnTo>
                  <a:lnTo>
                    <a:pt x="8529447" y="5208765"/>
                  </a:lnTo>
                  <a:lnTo>
                    <a:pt x="8529447" y="5198249"/>
                  </a:lnTo>
                  <a:lnTo>
                    <a:pt x="8525129" y="5193982"/>
                  </a:lnTo>
                  <a:close/>
                </a:path>
                <a:path w="10424160" h="5213350">
                  <a:moveTo>
                    <a:pt x="8519922" y="5193982"/>
                  </a:moveTo>
                  <a:lnTo>
                    <a:pt x="8519794" y="5193982"/>
                  </a:lnTo>
                  <a:lnTo>
                    <a:pt x="8519794" y="5200332"/>
                  </a:lnTo>
                  <a:lnTo>
                    <a:pt x="8519922" y="5200332"/>
                  </a:lnTo>
                  <a:lnTo>
                    <a:pt x="8519922" y="5193982"/>
                  </a:lnTo>
                  <a:close/>
                </a:path>
                <a:path w="10424160" h="5213350">
                  <a:moveTo>
                    <a:pt x="8481694" y="5193982"/>
                  </a:moveTo>
                  <a:lnTo>
                    <a:pt x="8476488" y="5193982"/>
                  </a:lnTo>
                  <a:lnTo>
                    <a:pt x="8472169" y="5198249"/>
                  </a:lnTo>
                  <a:lnTo>
                    <a:pt x="8472169" y="5208765"/>
                  </a:lnTo>
                  <a:lnTo>
                    <a:pt x="8476488" y="5213032"/>
                  </a:lnTo>
                  <a:lnTo>
                    <a:pt x="8481694" y="5213032"/>
                  </a:lnTo>
                  <a:lnTo>
                    <a:pt x="8481694" y="5193982"/>
                  </a:lnTo>
                  <a:close/>
                </a:path>
                <a:path w="10424160" h="5213350">
                  <a:moveTo>
                    <a:pt x="8487029" y="5193982"/>
                  </a:moveTo>
                  <a:lnTo>
                    <a:pt x="8481694" y="5193982"/>
                  </a:lnTo>
                  <a:lnTo>
                    <a:pt x="8481694" y="5213032"/>
                  </a:lnTo>
                  <a:lnTo>
                    <a:pt x="8487029" y="5213032"/>
                  </a:lnTo>
                  <a:lnTo>
                    <a:pt x="8491219" y="5208765"/>
                  </a:lnTo>
                  <a:lnTo>
                    <a:pt x="8491219" y="5198249"/>
                  </a:lnTo>
                  <a:lnTo>
                    <a:pt x="8487029" y="5193982"/>
                  </a:lnTo>
                  <a:close/>
                </a:path>
                <a:path w="10424160" h="5213350">
                  <a:moveTo>
                    <a:pt x="8443594" y="5193982"/>
                  </a:moveTo>
                  <a:lnTo>
                    <a:pt x="8438388" y="5193982"/>
                  </a:lnTo>
                  <a:lnTo>
                    <a:pt x="8434069" y="5198249"/>
                  </a:lnTo>
                  <a:lnTo>
                    <a:pt x="8434069" y="5208765"/>
                  </a:lnTo>
                  <a:lnTo>
                    <a:pt x="8438388" y="5213032"/>
                  </a:lnTo>
                  <a:lnTo>
                    <a:pt x="8443594" y="5213032"/>
                  </a:lnTo>
                  <a:lnTo>
                    <a:pt x="8443594" y="5193982"/>
                  </a:lnTo>
                  <a:close/>
                </a:path>
                <a:path w="10424160" h="5213350">
                  <a:moveTo>
                    <a:pt x="8448929" y="5193982"/>
                  </a:moveTo>
                  <a:lnTo>
                    <a:pt x="8443594" y="5193982"/>
                  </a:lnTo>
                  <a:lnTo>
                    <a:pt x="8443594" y="5213032"/>
                  </a:lnTo>
                  <a:lnTo>
                    <a:pt x="8448929" y="5213032"/>
                  </a:lnTo>
                  <a:lnTo>
                    <a:pt x="8453119" y="5208765"/>
                  </a:lnTo>
                  <a:lnTo>
                    <a:pt x="8453119" y="5198249"/>
                  </a:lnTo>
                  <a:lnTo>
                    <a:pt x="8448929" y="5193982"/>
                  </a:lnTo>
                  <a:close/>
                </a:path>
                <a:path w="10424160" h="5213350">
                  <a:moveTo>
                    <a:pt x="8405494" y="5193982"/>
                  </a:moveTo>
                  <a:lnTo>
                    <a:pt x="8400288" y="5193982"/>
                  </a:lnTo>
                  <a:lnTo>
                    <a:pt x="8395969" y="5198249"/>
                  </a:lnTo>
                  <a:lnTo>
                    <a:pt x="8395969" y="5208765"/>
                  </a:lnTo>
                  <a:lnTo>
                    <a:pt x="8400288" y="5213032"/>
                  </a:lnTo>
                  <a:lnTo>
                    <a:pt x="8405494" y="5213032"/>
                  </a:lnTo>
                  <a:lnTo>
                    <a:pt x="8405494" y="5193982"/>
                  </a:lnTo>
                  <a:close/>
                </a:path>
                <a:path w="10424160" h="5213350">
                  <a:moveTo>
                    <a:pt x="8410829" y="5193982"/>
                  </a:moveTo>
                  <a:lnTo>
                    <a:pt x="8405494" y="5193982"/>
                  </a:lnTo>
                  <a:lnTo>
                    <a:pt x="8405494" y="5213032"/>
                  </a:lnTo>
                  <a:lnTo>
                    <a:pt x="8410829" y="5213032"/>
                  </a:lnTo>
                  <a:lnTo>
                    <a:pt x="8415019" y="5208765"/>
                  </a:lnTo>
                  <a:lnTo>
                    <a:pt x="8415019" y="5198249"/>
                  </a:lnTo>
                  <a:lnTo>
                    <a:pt x="8410829" y="5193982"/>
                  </a:lnTo>
                  <a:close/>
                </a:path>
                <a:path w="10424160" h="5213350">
                  <a:moveTo>
                    <a:pt x="8367394" y="5193982"/>
                  </a:moveTo>
                  <a:lnTo>
                    <a:pt x="8362060" y="5193982"/>
                  </a:lnTo>
                  <a:lnTo>
                    <a:pt x="8357869" y="5198249"/>
                  </a:lnTo>
                  <a:lnTo>
                    <a:pt x="8357869" y="5208765"/>
                  </a:lnTo>
                  <a:lnTo>
                    <a:pt x="8362060" y="5213032"/>
                  </a:lnTo>
                  <a:lnTo>
                    <a:pt x="8367394" y="5213032"/>
                  </a:lnTo>
                  <a:lnTo>
                    <a:pt x="8367394" y="5193982"/>
                  </a:lnTo>
                  <a:close/>
                </a:path>
                <a:path w="10424160" h="5213350">
                  <a:moveTo>
                    <a:pt x="8372602" y="5193982"/>
                  </a:moveTo>
                  <a:lnTo>
                    <a:pt x="8367394" y="5193982"/>
                  </a:lnTo>
                  <a:lnTo>
                    <a:pt x="8367394" y="5213032"/>
                  </a:lnTo>
                  <a:lnTo>
                    <a:pt x="8372602" y="5213032"/>
                  </a:lnTo>
                  <a:lnTo>
                    <a:pt x="8376919" y="5208765"/>
                  </a:lnTo>
                  <a:lnTo>
                    <a:pt x="8376919" y="5198249"/>
                  </a:lnTo>
                  <a:lnTo>
                    <a:pt x="8372602" y="5193982"/>
                  </a:lnTo>
                  <a:close/>
                </a:path>
                <a:path w="10424160" h="5213350">
                  <a:moveTo>
                    <a:pt x="8329294" y="5193982"/>
                  </a:moveTo>
                  <a:lnTo>
                    <a:pt x="8323960" y="5193982"/>
                  </a:lnTo>
                  <a:lnTo>
                    <a:pt x="8319769" y="5198249"/>
                  </a:lnTo>
                  <a:lnTo>
                    <a:pt x="8319769" y="5208765"/>
                  </a:lnTo>
                  <a:lnTo>
                    <a:pt x="8323960" y="5213032"/>
                  </a:lnTo>
                  <a:lnTo>
                    <a:pt x="8329294" y="5213032"/>
                  </a:lnTo>
                  <a:lnTo>
                    <a:pt x="8329294" y="5193982"/>
                  </a:lnTo>
                  <a:close/>
                </a:path>
                <a:path w="10424160" h="5213350">
                  <a:moveTo>
                    <a:pt x="8334502" y="5193982"/>
                  </a:moveTo>
                  <a:lnTo>
                    <a:pt x="8329294" y="5193982"/>
                  </a:lnTo>
                  <a:lnTo>
                    <a:pt x="8329294" y="5213032"/>
                  </a:lnTo>
                  <a:lnTo>
                    <a:pt x="8334502" y="5213032"/>
                  </a:lnTo>
                  <a:lnTo>
                    <a:pt x="8338819" y="5208765"/>
                  </a:lnTo>
                  <a:lnTo>
                    <a:pt x="8338819" y="5198249"/>
                  </a:lnTo>
                  <a:lnTo>
                    <a:pt x="8334502" y="5193982"/>
                  </a:lnTo>
                  <a:close/>
                </a:path>
                <a:path w="10424160" h="5213350">
                  <a:moveTo>
                    <a:pt x="8291194" y="5193982"/>
                  </a:moveTo>
                  <a:lnTo>
                    <a:pt x="8285860" y="5193982"/>
                  </a:lnTo>
                  <a:lnTo>
                    <a:pt x="8281669" y="5198249"/>
                  </a:lnTo>
                  <a:lnTo>
                    <a:pt x="8281669" y="5208765"/>
                  </a:lnTo>
                  <a:lnTo>
                    <a:pt x="8285860" y="5213032"/>
                  </a:lnTo>
                  <a:lnTo>
                    <a:pt x="8291194" y="5213032"/>
                  </a:lnTo>
                  <a:lnTo>
                    <a:pt x="8291194" y="5193982"/>
                  </a:lnTo>
                  <a:close/>
                </a:path>
                <a:path w="10424160" h="5213350">
                  <a:moveTo>
                    <a:pt x="8296402" y="5193982"/>
                  </a:moveTo>
                  <a:lnTo>
                    <a:pt x="8291194" y="5193982"/>
                  </a:lnTo>
                  <a:lnTo>
                    <a:pt x="8291194" y="5213032"/>
                  </a:lnTo>
                  <a:lnTo>
                    <a:pt x="8296402" y="5213032"/>
                  </a:lnTo>
                  <a:lnTo>
                    <a:pt x="8300719" y="5208765"/>
                  </a:lnTo>
                  <a:lnTo>
                    <a:pt x="8300719" y="5198249"/>
                  </a:lnTo>
                  <a:lnTo>
                    <a:pt x="8296402" y="5193982"/>
                  </a:lnTo>
                  <a:close/>
                </a:path>
                <a:path w="10424160" h="5213350">
                  <a:moveTo>
                    <a:pt x="8252967" y="5193982"/>
                  </a:moveTo>
                  <a:lnTo>
                    <a:pt x="8247760" y="5193982"/>
                  </a:lnTo>
                  <a:lnTo>
                    <a:pt x="8243442" y="5198249"/>
                  </a:lnTo>
                  <a:lnTo>
                    <a:pt x="8243442" y="5208765"/>
                  </a:lnTo>
                  <a:lnTo>
                    <a:pt x="8247760" y="5213032"/>
                  </a:lnTo>
                  <a:lnTo>
                    <a:pt x="8252967" y="5213032"/>
                  </a:lnTo>
                  <a:lnTo>
                    <a:pt x="8252967" y="5193982"/>
                  </a:lnTo>
                  <a:close/>
                </a:path>
                <a:path w="10424160" h="5213350">
                  <a:moveTo>
                    <a:pt x="8258302" y="5193982"/>
                  </a:moveTo>
                  <a:lnTo>
                    <a:pt x="8253094" y="5193982"/>
                  </a:lnTo>
                  <a:lnTo>
                    <a:pt x="8253094" y="5213032"/>
                  </a:lnTo>
                  <a:lnTo>
                    <a:pt x="8258302" y="5213032"/>
                  </a:lnTo>
                  <a:lnTo>
                    <a:pt x="8262619" y="5208765"/>
                  </a:lnTo>
                  <a:lnTo>
                    <a:pt x="8262619" y="5198249"/>
                  </a:lnTo>
                  <a:lnTo>
                    <a:pt x="8258302" y="5193982"/>
                  </a:lnTo>
                  <a:close/>
                </a:path>
                <a:path w="10424160" h="5213350">
                  <a:moveTo>
                    <a:pt x="8214867" y="5193982"/>
                  </a:moveTo>
                  <a:lnTo>
                    <a:pt x="8209660" y="5193982"/>
                  </a:lnTo>
                  <a:lnTo>
                    <a:pt x="8205342" y="5198249"/>
                  </a:lnTo>
                  <a:lnTo>
                    <a:pt x="8205342" y="5208765"/>
                  </a:lnTo>
                  <a:lnTo>
                    <a:pt x="8209660" y="5213032"/>
                  </a:lnTo>
                  <a:lnTo>
                    <a:pt x="8214867" y="5213032"/>
                  </a:lnTo>
                  <a:lnTo>
                    <a:pt x="8214867" y="5193982"/>
                  </a:lnTo>
                  <a:close/>
                </a:path>
                <a:path w="10424160" h="5213350">
                  <a:moveTo>
                    <a:pt x="8220202" y="5193982"/>
                  </a:moveTo>
                  <a:lnTo>
                    <a:pt x="8214867" y="5193982"/>
                  </a:lnTo>
                  <a:lnTo>
                    <a:pt x="8214867" y="5213032"/>
                  </a:lnTo>
                  <a:lnTo>
                    <a:pt x="8220202" y="5213032"/>
                  </a:lnTo>
                  <a:lnTo>
                    <a:pt x="8224392" y="5208765"/>
                  </a:lnTo>
                  <a:lnTo>
                    <a:pt x="8224392" y="5198249"/>
                  </a:lnTo>
                  <a:lnTo>
                    <a:pt x="8220202" y="5193982"/>
                  </a:lnTo>
                  <a:close/>
                </a:path>
                <a:path w="10424160" h="5213350">
                  <a:moveTo>
                    <a:pt x="8176767" y="5193982"/>
                  </a:moveTo>
                  <a:lnTo>
                    <a:pt x="8171560" y="5193982"/>
                  </a:lnTo>
                  <a:lnTo>
                    <a:pt x="8167242" y="5198249"/>
                  </a:lnTo>
                  <a:lnTo>
                    <a:pt x="8167242" y="5208765"/>
                  </a:lnTo>
                  <a:lnTo>
                    <a:pt x="8171560" y="5213032"/>
                  </a:lnTo>
                  <a:lnTo>
                    <a:pt x="8176767" y="5213032"/>
                  </a:lnTo>
                  <a:lnTo>
                    <a:pt x="8176767" y="5193982"/>
                  </a:lnTo>
                  <a:close/>
                </a:path>
                <a:path w="10424160" h="5213350">
                  <a:moveTo>
                    <a:pt x="8182102" y="5193982"/>
                  </a:moveTo>
                  <a:lnTo>
                    <a:pt x="8176767" y="5193982"/>
                  </a:lnTo>
                  <a:lnTo>
                    <a:pt x="8176767" y="5213032"/>
                  </a:lnTo>
                  <a:lnTo>
                    <a:pt x="8182102" y="5213032"/>
                  </a:lnTo>
                  <a:lnTo>
                    <a:pt x="8186292" y="5208765"/>
                  </a:lnTo>
                  <a:lnTo>
                    <a:pt x="8186292" y="5198249"/>
                  </a:lnTo>
                  <a:lnTo>
                    <a:pt x="8182102" y="5193982"/>
                  </a:lnTo>
                  <a:close/>
                </a:path>
                <a:path w="10424160" h="5213350">
                  <a:moveTo>
                    <a:pt x="8138667" y="5193982"/>
                  </a:moveTo>
                  <a:lnTo>
                    <a:pt x="8133333" y="5193982"/>
                  </a:lnTo>
                  <a:lnTo>
                    <a:pt x="8129142" y="5198249"/>
                  </a:lnTo>
                  <a:lnTo>
                    <a:pt x="8129142" y="5208765"/>
                  </a:lnTo>
                  <a:lnTo>
                    <a:pt x="8133333" y="5213032"/>
                  </a:lnTo>
                  <a:lnTo>
                    <a:pt x="8138667" y="5213032"/>
                  </a:lnTo>
                  <a:lnTo>
                    <a:pt x="8138667" y="5193982"/>
                  </a:lnTo>
                  <a:close/>
                </a:path>
                <a:path w="10424160" h="5213350">
                  <a:moveTo>
                    <a:pt x="8143875" y="5193982"/>
                  </a:moveTo>
                  <a:lnTo>
                    <a:pt x="8138667" y="5193982"/>
                  </a:lnTo>
                  <a:lnTo>
                    <a:pt x="8138667" y="5213032"/>
                  </a:lnTo>
                  <a:lnTo>
                    <a:pt x="8143875" y="5213032"/>
                  </a:lnTo>
                  <a:lnTo>
                    <a:pt x="8148192" y="5208765"/>
                  </a:lnTo>
                  <a:lnTo>
                    <a:pt x="8148192" y="5198249"/>
                  </a:lnTo>
                  <a:lnTo>
                    <a:pt x="8143875" y="5193982"/>
                  </a:lnTo>
                  <a:close/>
                </a:path>
                <a:path w="10424160" h="5213350">
                  <a:moveTo>
                    <a:pt x="8100567" y="5193982"/>
                  </a:moveTo>
                  <a:lnTo>
                    <a:pt x="8095233" y="5193982"/>
                  </a:lnTo>
                  <a:lnTo>
                    <a:pt x="8091042" y="5198249"/>
                  </a:lnTo>
                  <a:lnTo>
                    <a:pt x="8091042" y="5208765"/>
                  </a:lnTo>
                  <a:lnTo>
                    <a:pt x="8095233" y="5213032"/>
                  </a:lnTo>
                  <a:lnTo>
                    <a:pt x="8100567" y="5213032"/>
                  </a:lnTo>
                  <a:lnTo>
                    <a:pt x="8100567" y="5193982"/>
                  </a:lnTo>
                  <a:close/>
                </a:path>
                <a:path w="10424160" h="5213350">
                  <a:moveTo>
                    <a:pt x="8105775" y="5193982"/>
                  </a:moveTo>
                  <a:lnTo>
                    <a:pt x="8100567" y="5193982"/>
                  </a:lnTo>
                  <a:lnTo>
                    <a:pt x="8100567" y="5213032"/>
                  </a:lnTo>
                  <a:lnTo>
                    <a:pt x="8105775" y="5213032"/>
                  </a:lnTo>
                  <a:lnTo>
                    <a:pt x="8110092" y="5208765"/>
                  </a:lnTo>
                  <a:lnTo>
                    <a:pt x="8110092" y="5198249"/>
                  </a:lnTo>
                  <a:lnTo>
                    <a:pt x="8105775" y="5193982"/>
                  </a:lnTo>
                  <a:close/>
                </a:path>
                <a:path w="10424160" h="5213350">
                  <a:moveTo>
                    <a:pt x="8062467" y="5193982"/>
                  </a:moveTo>
                  <a:lnTo>
                    <a:pt x="8057133" y="5193982"/>
                  </a:lnTo>
                  <a:lnTo>
                    <a:pt x="8052942" y="5198249"/>
                  </a:lnTo>
                  <a:lnTo>
                    <a:pt x="8052942" y="5208765"/>
                  </a:lnTo>
                  <a:lnTo>
                    <a:pt x="8057133" y="5213032"/>
                  </a:lnTo>
                  <a:lnTo>
                    <a:pt x="8062467" y="5213032"/>
                  </a:lnTo>
                  <a:lnTo>
                    <a:pt x="8062467" y="5193982"/>
                  </a:lnTo>
                  <a:close/>
                </a:path>
                <a:path w="10424160" h="5213350">
                  <a:moveTo>
                    <a:pt x="8067675" y="5193982"/>
                  </a:moveTo>
                  <a:lnTo>
                    <a:pt x="8062467" y="5193982"/>
                  </a:lnTo>
                  <a:lnTo>
                    <a:pt x="8062467" y="5213032"/>
                  </a:lnTo>
                  <a:lnTo>
                    <a:pt x="8067675" y="5213032"/>
                  </a:lnTo>
                  <a:lnTo>
                    <a:pt x="8071992" y="5208765"/>
                  </a:lnTo>
                  <a:lnTo>
                    <a:pt x="8071992" y="5198249"/>
                  </a:lnTo>
                  <a:lnTo>
                    <a:pt x="8067675" y="5193982"/>
                  </a:lnTo>
                  <a:close/>
                </a:path>
                <a:path w="10424160" h="5213350">
                  <a:moveTo>
                    <a:pt x="8024240" y="5193982"/>
                  </a:moveTo>
                  <a:lnTo>
                    <a:pt x="8019033" y="5193982"/>
                  </a:lnTo>
                  <a:lnTo>
                    <a:pt x="8014715" y="5198249"/>
                  </a:lnTo>
                  <a:lnTo>
                    <a:pt x="8014715" y="5208765"/>
                  </a:lnTo>
                  <a:lnTo>
                    <a:pt x="8019033" y="5213032"/>
                  </a:lnTo>
                  <a:lnTo>
                    <a:pt x="8024240" y="5213032"/>
                  </a:lnTo>
                  <a:lnTo>
                    <a:pt x="8024240" y="5193982"/>
                  </a:lnTo>
                  <a:close/>
                </a:path>
                <a:path w="10424160" h="5213350">
                  <a:moveTo>
                    <a:pt x="8029575" y="5193982"/>
                  </a:moveTo>
                  <a:lnTo>
                    <a:pt x="8024367" y="5193982"/>
                  </a:lnTo>
                  <a:lnTo>
                    <a:pt x="8024367" y="5213032"/>
                  </a:lnTo>
                  <a:lnTo>
                    <a:pt x="8029575" y="5213032"/>
                  </a:lnTo>
                  <a:lnTo>
                    <a:pt x="8033892" y="5208765"/>
                  </a:lnTo>
                  <a:lnTo>
                    <a:pt x="8033892" y="5198249"/>
                  </a:lnTo>
                  <a:lnTo>
                    <a:pt x="8029575" y="5193982"/>
                  </a:lnTo>
                  <a:close/>
                </a:path>
                <a:path w="10424160" h="5213350">
                  <a:moveTo>
                    <a:pt x="7986140" y="5193982"/>
                  </a:moveTo>
                  <a:lnTo>
                    <a:pt x="7980933" y="5193982"/>
                  </a:lnTo>
                  <a:lnTo>
                    <a:pt x="7976615" y="5198249"/>
                  </a:lnTo>
                  <a:lnTo>
                    <a:pt x="7976615" y="5208765"/>
                  </a:lnTo>
                  <a:lnTo>
                    <a:pt x="7980933" y="5213032"/>
                  </a:lnTo>
                  <a:lnTo>
                    <a:pt x="7986140" y="5213032"/>
                  </a:lnTo>
                  <a:lnTo>
                    <a:pt x="7986140" y="5193982"/>
                  </a:lnTo>
                  <a:close/>
                </a:path>
                <a:path w="10424160" h="5213350">
                  <a:moveTo>
                    <a:pt x="7991475" y="5193982"/>
                  </a:moveTo>
                  <a:lnTo>
                    <a:pt x="7986140" y="5193982"/>
                  </a:lnTo>
                  <a:lnTo>
                    <a:pt x="7986140" y="5213032"/>
                  </a:lnTo>
                  <a:lnTo>
                    <a:pt x="7991475" y="5213032"/>
                  </a:lnTo>
                  <a:lnTo>
                    <a:pt x="7995665" y="5208765"/>
                  </a:lnTo>
                  <a:lnTo>
                    <a:pt x="7995665" y="5198249"/>
                  </a:lnTo>
                  <a:lnTo>
                    <a:pt x="7991475" y="5193982"/>
                  </a:lnTo>
                  <a:close/>
                </a:path>
                <a:path w="10424160" h="5213350">
                  <a:moveTo>
                    <a:pt x="7948040" y="5193982"/>
                  </a:moveTo>
                  <a:lnTo>
                    <a:pt x="7942833" y="5193982"/>
                  </a:lnTo>
                  <a:lnTo>
                    <a:pt x="7938515" y="5198249"/>
                  </a:lnTo>
                  <a:lnTo>
                    <a:pt x="7938515" y="5208765"/>
                  </a:lnTo>
                  <a:lnTo>
                    <a:pt x="7942833" y="5213032"/>
                  </a:lnTo>
                  <a:lnTo>
                    <a:pt x="7948040" y="5213032"/>
                  </a:lnTo>
                  <a:lnTo>
                    <a:pt x="7948040" y="5193982"/>
                  </a:lnTo>
                  <a:close/>
                </a:path>
                <a:path w="10424160" h="5213350">
                  <a:moveTo>
                    <a:pt x="7953375" y="5193982"/>
                  </a:moveTo>
                  <a:lnTo>
                    <a:pt x="7948040" y="5193982"/>
                  </a:lnTo>
                  <a:lnTo>
                    <a:pt x="7948040" y="5213032"/>
                  </a:lnTo>
                  <a:lnTo>
                    <a:pt x="7953375" y="5213032"/>
                  </a:lnTo>
                  <a:lnTo>
                    <a:pt x="7957565" y="5208765"/>
                  </a:lnTo>
                  <a:lnTo>
                    <a:pt x="7957565" y="5198249"/>
                  </a:lnTo>
                  <a:lnTo>
                    <a:pt x="7953375" y="5193982"/>
                  </a:lnTo>
                  <a:close/>
                </a:path>
                <a:path w="10424160" h="5213350">
                  <a:moveTo>
                    <a:pt x="7909940" y="5193982"/>
                  </a:moveTo>
                  <a:lnTo>
                    <a:pt x="7904733" y="5193982"/>
                  </a:lnTo>
                  <a:lnTo>
                    <a:pt x="7900415" y="5198249"/>
                  </a:lnTo>
                  <a:lnTo>
                    <a:pt x="7900415" y="5208765"/>
                  </a:lnTo>
                  <a:lnTo>
                    <a:pt x="7904733" y="5213032"/>
                  </a:lnTo>
                  <a:lnTo>
                    <a:pt x="7909940" y="5213032"/>
                  </a:lnTo>
                  <a:lnTo>
                    <a:pt x="7909940" y="5193982"/>
                  </a:lnTo>
                  <a:close/>
                </a:path>
                <a:path w="10424160" h="5213350">
                  <a:moveTo>
                    <a:pt x="7915275" y="5193982"/>
                  </a:moveTo>
                  <a:lnTo>
                    <a:pt x="7909940" y="5193982"/>
                  </a:lnTo>
                  <a:lnTo>
                    <a:pt x="7909940" y="5213032"/>
                  </a:lnTo>
                  <a:lnTo>
                    <a:pt x="7915275" y="5213032"/>
                  </a:lnTo>
                  <a:lnTo>
                    <a:pt x="7919465" y="5208765"/>
                  </a:lnTo>
                  <a:lnTo>
                    <a:pt x="7919465" y="5198249"/>
                  </a:lnTo>
                  <a:lnTo>
                    <a:pt x="7915275" y="5193982"/>
                  </a:lnTo>
                  <a:close/>
                </a:path>
                <a:path w="10424160" h="5213350">
                  <a:moveTo>
                    <a:pt x="7871840" y="5193982"/>
                  </a:moveTo>
                  <a:lnTo>
                    <a:pt x="7866507" y="5193982"/>
                  </a:lnTo>
                  <a:lnTo>
                    <a:pt x="7862315" y="5198249"/>
                  </a:lnTo>
                  <a:lnTo>
                    <a:pt x="7862315" y="5208765"/>
                  </a:lnTo>
                  <a:lnTo>
                    <a:pt x="7866507" y="5213032"/>
                  </a:lnTo>
                  <a:lnTo>
                    <a:pt x="7871840" y="5213032"/>
                  </a:lnTo>
                  <a:lnTo>
                    <a:pt x="7871840" y="5193982"/>
                  </a:lnTo>
                  <a:close/>
                </a:path>
                <a:path w="10424160" h="5213350">
                  <a:moveTo>
                    <a:pt x="7877048" y="5193982"/>
                  </a:moveTo>
                  <a:lnTo>
                    <a:pt x="7871840" y="5193982"/>
                  </a:lnTo>
                  <a:lnTo>
                    <a:pt x="7871840" y="5213032"/>
                  </a:lnTo>
                  <a:lnTo>
                    <a:pt x="7877048" y="5213032"/>
                  </a:lnTo>
                  <a:lnTo>
                    <a:pt x="7881365" y="5208765"/>
                  </a:lnTo>
                  <a:lnTo>
                    <a:pt x="7881365" y="5198249"/>
                  </a:lnTo>
                  <a:lnTo>
                    <a:pt x="7877048" y="5193982"/>
                  </a:lnTo>
                  <a:close/>
                </a:path>
                <a:path w="10424160" h="5213350">
                  <a:moveTo>
                    <a:pt x="7833740" y="5193982"/>
                  </a:moveTo>
                  <a:lnTo>
                    <a:pt x="7828407" y="5193982"/>
                  </a:lnTo>
                  <a:lnTo>
                    <a:pt x="7824215" y="5198249"/>
                  </a:lnTo>
                  <a:lnTo>
                    <a:pt x="7824215" y="5208765"/>
                  </a:lnTo>
                  <a:lnTo>
                    <a:pt x="7828407" y="5213032"/>
                  </a:lnTo>
                  <a:lnTo>
                    <a:pt x="7833740" y="5213032"/>
                  </a:lnTo>
                  <a:lnTo>
                    <a:pt x="7833740" y="5193982"/>
                  </a:lnTo>
                  <a:close/>
                </a:path>
                <a:path w="10424160" h="5213350">
                  <a:moveTo>
                    <a:pt x="7838948" y="5193982"/>
                  </a:moveTo>
                  <a:lnTo>
                    <a:pt x="7833740" y="5193982"/>
                  </a:lnTo>
                  <a:lnTo>
                    <a:pt x="7833740" y="5213032"/>
                  </a:lnTo>
                  <a:lnTo>
                    <a:pt x="7838948" y="5213032"/>
                  </a:lnTo>
                  <a:lnTo>
                    <a:pt x="7843265" y="5208765"/>
                  </a:lnTo>
                  <a:lnTo>
                    <a:pt x="7843265" y="5198249"/>
                  </a:lnTo>
                  <a:lnTo>
                    <a:pt x="7838948" y="5193982"/>
                  </a:lnTo>
                  <a:close/>
                </a:path>
                <a:path w="10424160" h="5213350">
                  <a:moveTo>
                    <a:pt x="7795640" y="5193982"/>
                  </a:moveTo>
                  <a:lnTo>
                    <a:pt x="7790307" y="5193982"/>
                  </a:lnTo>
                  <a:lnTo>
                    <a:pt x="7786115" y="5198249"/>
                  </a:lnTo>
                  <a:lnTo>
                    <a:pt x="7786115" y="5208765"/>
                  </a:lnTo>
                  <a:lnTo>
                    <a:pt x="7790307" y="5213032"/>
                  </a:lnTo>
                  <a:lnTo>
                    <a:pt x="7795640" y="5213032"/>
                  </a:lnTo>
                  <a:lnTo>
                    <a:pt x="7795640" y="5193982"/>
                  </a:lnTo>
                  <a:close/>
                </a:path>
                <a:path w="10424160" h="5213350">
                  <a:moveTo>
                    <a:pt x="7800848" y="5193982"/>
                  </a:moveTo>
                  <a:lnTo>
                    <a:pt x="7795640" y="5193982"/>
                  </a:lnTo>
                  <a:lnTo>
                    <a:pt x="7795640" y="5213032"/>
                  </a:lnTo>
                  <a:lnTo>
                    <a:pt x="7800848" y="5213032"/>
                  </a:lnTo>
                  <a:lnTo>
                    <a:pt x="7805165" y="5208765"/>
                  </a:lnTo>
                  <a:lnTo>
                    <a:pt x="7805165" y="5198249"/>
                  </a:lnTo>
                  <a:lnTo>
                    <a:pt x="7800848" y="5193982"/>
                  </a:lnTo>
                  <a:close/>
                </a:path>
                <a:path w="10424160" h="5213350">
                  <a:moveTo>
                    <a:pt x="7757413" y="5193982"/>
                  </a:moveTo>
                  <a:lnTo>
                    <a:pt x="7752207" y="5193982"/>
                  </a:lnTo>
                  <a:lnTo>
                    <a:pt x="7747888" y="5198249"/>
                  </a:lnTo>
                  <a:lnTo>
                    <a:pt x="7747888" y="5208765"/>
                  </a:lnTo>
                  <a:lnTo>
                    <a:pt x="7752207" y="5213032"/>
                  </a:lnTo>
                  <a:lnTo>
                    <a:pt x="7757413" y="5213032"/>
                  </a:lnTo>
                  <a:lnTo>
                    <a:pt x="7757413" y="5193982"/>
                  </a:lnTo>
                  <a:close/>
                </a:path>
                <a:path w="10424160" h="5213350">
                  <a:moveTo>
                    <a:pt x="7762748" y="5193982"/>
                  </a:moveTo>
                  <a:lnTo>
                    <a:pt x="7757540" y="5193982"/>
                  </a:lnTo>
                  <a:lnTo>
                    <a:pt x="7757540" y="5213032"/>
                  </a:lnTo>
                  <a:lnTo>
                    <a:pt x="7762748" y="5213032"/>
                  </a:lnTo>
                  <a:lnTo>
                    <a:pt x="7767065" y="5208765"/>
                  </a:lnTo>
                  <a:lnTo>
                    <a:pt x="7767065" y="5198249"/>
                  </a:lnTo>
                  <a:lnTo>
                    <a:pt x="7762748" y="5193982"/>
                  </a:lnTo>
                  <a:close/>
                </a:path>
                <a:path w="10424160" h="5213350">
                  <a:moveTo>
                    <a:pt x="7719313" y="5193982"/>
                  </a:moveTo>
                  <a:lnTo>
                    <a:pt x="7714107" y="5193982"/>
                  </a:lnTo>
                  <a:lnTo>
                    <a:pt x="7709788" y="5198249"/>
                  </a:lnTo>
                  <a:lnTo>
                    <a:pt x="7709788" y="5208765"/>
                  </a:lnTo>
                  <a:lnTo>
                    <a:pt x="7714107" y="5213032"/>
                  </a:lnTo>
                  <a:lnTo>
                    <a:pt x="7719313" y="5213032"/>
                  </a:lnTo>
                  <a:lnTo>
                    <a:pt x="7719313" y="5193982"/>
                  </a:lnTo>
                  <a:close/>
                </a:path>
                <a:path w="10424160" h="5213350">
                  <a:moveTo>
                    <a:pt x="7724648" y="5193982"/>
                  </a:moveTo>
                  <a:lnTo>
                    <a:pt x="7719313" y="5193982"/>
                  </a:lnTo>
                  <a:lnTo>
                    <a:pt x="7719313" y="5213032"/>
                  </a:lnTo>
                  <a:lnTo>
                    <a:pt x="7724648" y="5213032"/>
                  </a:lnTo>
                  <a:lnTo>
                    <a:pt x="7728838" y="5208765"/>
                  </a:lnTo>
                  <a:lnTo>
                    <a:pt x="7728838" y="5198249"/>
                  </a:lnTo>
                  <a:lnTo>
                    <a:pt x="7724648" y="5193982"/>
                  </a:lnTo>
                  <a:close/>
                </a:path>
                <a:path w="10424160" h="5213350">
                  <a:moveTo>
                    <a:pt x="7681213" y="5193982"/>
                  </a:moveTo>
                  <a:lnTo>
                    <a:pt x="7676007" y="5193982"/>
                  </a:lnTo>
                  <a:lnTo>
                    <a:pt x="7671688" y="5198249"/>
                  </a:lnTo>
                  <a:lnTo>
                    <a:pt x="7671688" y="5208765"/>
                  </a:lnTo>
                  <a:lnTo>
                    <a:pt x="7676007" y="5213032"/>
                  </a:lnTo>
                  <a:lnTo>
                    <a:pt x="7681213" y="5213032"/>
                  </a:lnTo>
                  <a:lnTo>
                    <a:pt x="7681213" y="5193982"/>
                  </a:lnTo>
                  <a:close/>
                </a:path>
                <a:path w="10424160" h="5213350">
                  <a:moveTo>
                    <a:pt x="7686548" y="5193982"/>
                  </a:moveTo>
                  <a:lnTo>
                    <a:pt x="7681213" y="5193982"/>
                  </a:lnTo>
                  <a:lnTo>
                    <a:pt x="7681213" y="5213032"/>
                  </a:lnTo>
                  <a:lnTo>
                    <a:pt x="7686548" y="5213032"/>
                  </a:lnTo>
                  <a:lnTo>
                    <a:pt x="7690738" y="5208765"/>
                  </a:lnTo>
                  <a:lnTo>
                    <a:pt x="7690738" y="5198249"/>
                  </a:lnTo>
                  <a:lnTo>
                    <a:pt x="7686548" y="5193982"/>
                  </a:lnTo>
                  <a:close/>
                </a:path>
                <a:path w="10424160" h="5213350">
                  <a:moveTo>
                    <a:pt x="7643113" y="5193982"/>
                  </a:moveTo>
                  <a:lnTo>
                    <a:pt x="7637780" y="5193982"/>
                  </a:lnTo>
                  <a:lnTo>
                    <a:pt x="7633588" y="5198249"/>
                  </a:lnTo>
                  <a:lnTo>
                    <a:pt x="7633588" y="5208765"/>
                  </a:lnTo>
                  <a:lnTo>
                    <a:pt x="7637780" y="5213032"/>
                  </a:lnTo>
                  <a:lnTo>
                    <a:pt x="7643113" y="5213032"/>
                  </a:lnTo>
                  <a:lnTo>
                    <a:pt x="7643113" y="5193982"/>
                  </a:lnTo>
                  <a:close/>
                </a:path>
                <a:path w="10424160" h="5213350">
                  <a:moveTo>
                    <a:pt x="7648321" y="5193982"/>
                  </a:moveTo>
                  <a:lnTo>
                    <a:pt x="7643113" y="5193982"/>
                  </a:lnTo>
                  <a:lnTo>
                    <a:pt x="7643113" y="5213032"/>
                  </a:lnTo>
                  <a:lnTo>
                    <a:pt x="7648321" y="5213032"/>
                  </a:lnTo>
                  <a:lnTo>
                    <a:pt x="7652638" y="5208765"/>
                  </a:lnTo>
                  <a:lnTo>
                    <a:pt x="7652638" y="5198249"/>
                  </a:lnTo>
                  <a:lnTo>
                    <a:pt x="7648321" y="5193982"/>
                  </a:lnTo>
                  <a:close/>
                </a:path>
                <a:path w="10424160" h="5213350">
                  <a:moveTo>
                    <a:pt x="7605013" y="5193982"/>
                  </a:moveTo>
                  <a:lnTo>
                    <a:pt x="7599680" y="5193982"/>
                  </a:lnTo>
                  <a:lnTo>
                    <a:pt x="7595488" y="5198249"/>
                  </a:lnTo>
                  <a:lnTo>
                    <a:pt x="7595488" y="5208765"/>
                  </a:lnTo>
                  <a:lnTo>
                    <a:pt x="7599680" y="5213032"/>
                  </a:lnTo>
                  <a:lnTo>
                    <a:pt x="7605013" y="5213032"/>
                  </a:lnTo>
                  <a:lnTo>
                    <a:pt x="7605013" y="5193982"/>
                  </a:lnTo>
                  <a:close/>
                </a:path>
                <a:path w="10424160" h="5213350">
                  <a:moveTo>
                    <a:pt x="7610221" y="5193982"/>
                  </a:moveTo>
                  <a:lnTo>
                    <a:pt x="7605013" y="5193982"/>
                  </a:lnTo>
                  <a:lnTo>
                    <a:pt x="7605013" y="5213032"/>
                  </a:lnTo>
                  <a:lnTo>
                    <a:pt x="7610221" y="5213032"/>
                  </a:lnTo>
                  <a:lnTo>
                    <a:pt x="7614538" y="5208765"/>
                  </a:lnTo>
                  <a:lnTo>
                    <a:pt x="7614538" y="5198249"/>
                  </a:lnTo>
                  <a:lnTo>
                    <a:pt x="7610221" y="5193982"/>
                  </a:lnTo>
                  <a:close/>
                </a:path>
                <a:path w="10424160" h="5213350">
                  <a:moveTo>
                    <a:pt x="7566913" y="5193982"/>
                  </a:moveTo>
                  <a:lnTo>
                    <a:pt x="7561580" y="5193982"/>
                  </a:lnTo>
                  <a:lnTo>
                    <a:pt x="7557388" y="5198249"/>
                  </a:lnTo>
                  <a:lnTo>
                    <a:pt x="7557388" y="5208765"/>
                  </a:lnTo>
                  <a:lnTo>
                    <a:pt x="7561580" y="5213032"/>
                  </a:lnTo>
                  <a:lnTo>
                    <a:pt x="7566913" y="5213032"/>
                  </a:lnTo>
                  <a:lnTo>
                    <a:pt x="7566913" y="5193982"/>
                  </a:lnTo>
                  <a:close/>
                </a:path>
                <a:path w="10424160" h="5213350">
                  <a:moveTo>
                    <a:pt x="7572121" y="5193982"/>
                  </a:moveTo>
                  <a:lnTo>
                    <a:pt x="7566913" y="5193982"/>
                  </a:lnTo>
                  <a:lnTo>
                    <a:pt x="7566913" y="5213032"/>
                  </a:lnTo>
                  <a:lnTo>
                    <a:pt x="7572121" y="5213032"/>
                  </a:lnTo>
                  <a:lnTo>
                    <a:pt x="7576438" y="5208765"/>
                  </a:lnTo>
                  <a:lnTo>
                    <a:pt x="7576438" y="5198249"/>
                  </a:lnTo>
                  <a:lnTo>
                    <a:pt x="7572121" y="5193982"/>
                  </a:lnTo>
                  <a:close/>
                </a:path>
                <a:path w="10424160" h="5213350">
                  <a:moveTo>
                    <a:pt x="7528686" y="5193982"/>
                  </a:moveTo>
                  <a:lnTo>
                    <a:pt x="7523480" y="5193982"/>
                  </a:lnTo>
                  <a:lnTo>
                    <a:pt x="7519161" y="5198249"/>
                  </a:lnTo>
                  <a:lnTo>
                    <a:pt x="7519161" y="5208765"/>
                  </a:lnTo>
                  <a:lnTo>
                    <a:pt x="7523480" y="5213032"/>
                  </a:lnTo>
                  <a:lnTo>
                    <a:pt x="7528686" y="5213032"/>
                  </a:lnTo>
                  <a:lnTo>
                    <a:pt x="7528686" y="5193982"/>
                  </a:lnTo>
                  <a:close/>
                </a:path>
                <a:path w="10424160" h="5213350">
                  <a:moveTo>
                    <a:pt x="7534021" y="5193982"/>
                  </a:moveTo>
                  <a:lnTo>
                    <a:pt x="7528813" y="5193982"/>
                  </a:lnTo>
                  <a:lnTo>
                    <a:pt x="7528813" y="5213032"/>
                  </a:lnTo>
                  <a:lnTo>
                    <a:pt x="7534021" y="5213032"/>
                  </a:lnTo>
                  <a:lnTo>
                    <a:pt x="7538338" y="5208765"/>
                  </a:lnTo>
                  <a:lnTo>
                    <a:pt x="7538338" y="5198249"/>
                  </a:lnTo>
                  <a:lnTo>
                    <a:pt x="7534021" y="5193982"/>
                  </a:lnTo>
                  <a:close/>
                </a:path>
                <a:path w="10424160" h="5213350">
                  <a:moveTo>
                    <a:pt x="7490586" y="5193982"/>
                  </a:moveTo>
                  <a:lnTo>
                    <a:pt x="7485380" y="5193982"/>
                  </a:lnTo>
                  <a:lnTo>
                    <a:pt x="7481061" y="5198249"/>
                  </a:lnTo>
                  <a:lnTo>
                    <a:pt x="7481061" y="5208765"/>
                  </a:lnTo>
                  <a:lnTo>
                    <a:pt x="7485380" y="5213032"/>
                  </a:lnTo>
                  <a:lnTo>
                    <a:pt x="7490586" y="5213032"/>
                  </a:lnTo>
                  <a:lnTo>
                    <a:pt x="7490586" y="5193982"/>
                  </a:lnTo>
                  <a:close/>
                </a:path>
                <a:path w="10424160" h="5213350">
                  <a:moveTo>
                    <a:pt x="7495921" y="5193982"/>
                  </a:moveTo>
                  <a:lnTo>
                    <a:pt x="7490586" y="5193982"/>
                  </a:lnTo>
                  <a:lnTo>
                    <a:pt x="7490586" y="5213032"/>
                  </a:lnTo>
                  <a:lnTo>
                    <a:pt x="7495921" y="5213032"/>
                  </a:lnTo>
                  <a:lnTo>
                    <a:pt x="7500111" y="5208765"/>
                  </a:lnTo>
                  <a:lnTo>
                    <a:pt x="7500111" y="5198249"/>
                  </a:lnTo>
                  <a:lnTo>
                    <a:pt x="7495921" y="5193982"/>
                  </a:lnTo>
                  <a:close/>
                </a:path>
                <a:path w="10424160" h="5213350">
                  <a:moveTo>
                    <a:pt x="7452486" y="5193982"/>
                  </a:moveTo>
                  <a:lnTo>
                    <a:pt x="7447280" y="5193982"/>
                  </a:lnTo>
                  <a:lnTo>
                    <a:pt x="7442961" y="5198249"/>
                  </a:lnTo>
                  <a:lnTo>
                    <a:pt x="7442961" y="5208765"/>
                  </a:lnTo>
                  <a:lnTo>
                    <a:pt x="7447280" y="5213032"/>
                  </a:lnTo>
                  <a:lnTo>
                    <a:pt x="7452486" y="5213032"/>
                  </a:lnTo>
                  <a:lnTo>
                    <a:pt x="7452486" y="5193982"/>
                  </a:lnTo>
                  <a:close/>
                </a:path>
                <a:path w="10424160" h="5213350">
                  <a:moveTo>
                    <a:pt x="7457821" y="5193982"/>
                  </a:moveTo>
                  <a:lnTo>
                    <a:pt x="7452486" y="5193982"/>
                  </a:lnTo>
                  <a:lnTo>
                    <a:pt x="7452486" y="5213032"/>
                  </a:lnTo>
                  <a:lnTo>
                    <a:pt x="7457821" y="5213032"/>
                  </a:lnTo>
                  <a:lnTo>
                    <a:pt x="7462011" y="5208765"/>
                  </a:lnTo>
                  <a:lnTo>
                    <a:pt x="7462011" y="5198249"/>
                  </a:lnTo>
                  <a:lnTo>
                    <a:pt x="7457821" y="5193982"/>
                  </a:lnTo>
                  <a:close/>
                </a:path>
                <a:path w="10424160" h="5213350">
                  <a:moveTo>
                    <a:pt x="7414386" y="5193982"/>
                  </a:moveTo>
                  <a:lnTo>
                    <a:pt x="7409180" y="5193982"/>
                  </a:lnTo>
                  <a:lnTo>
                    <a:pt x="7404861" y="5198249"/>
                  </a:lnTo>
                  <a:lnTo>
                    <a:pt x="7404861" y="5208765"/>
                  </a:lnTo>
                  <a:lnTo>
                    <a:pt x="7409180" y="5213032"/>
                  </a:lnTo>
                  <a:lnTo>
                    <a:pt x="7414386" y="5213032"/>
                  </a:lnTo>
                  <a:lnTo>
                    <a:pt x="7414386" y="5193982"/>
                  </a:lnTo>
                  <a:close/>
                </a:path>
                <a:path w="10424160" h="5213350">
                  <a:moveTo>
                    <a:pt x="7419721" y="5193982"/>
                  </a:moveTo>
                  <a:lnTo>
                    <a:pt x="7414386" y="5193982"/>
                  </a:lnTo>
                  <a:lnTo>
                    <a:pt x="7414386" y="5213032"/>
                  </a:lnTo>
                  <a:lnTo>
                    <a:pt x="7419721" y="5213032"/>
                  </a:lnTo>
                  <a:lnTo>
                    <a:pt x="7423911" y="5208765"/>
                  </a:lnTo>
                  <a:lnTo>
                    <a:pt x="7423911" y="5198249"/>
                  </a:lnTo>
                  <a:lnTo>
                    <a:pt x="7419721" y="5193982"/>
                  </a:lnTo>
                  <a:close/>
                </a:path>
                <a:path w="10424160" h="5213350">
                  <a:moveTo>
                    <a:pt x="7376286" y="5193982"/>
                  </a:moveTo>
                  <a:lnTo>
                    <a:pt x="7370953" y="5193982"/>
                  </a:lnTo>
                  <a:lnTo>
                    <a:pt x="7366761" y="5198249"/>
                  </a:lnTo>
                  <a:lnTo>
                    <a:pt x="7366761" y="5208765"/>
                  </a:lnTo>
                  <a:lnTo>
                    <a:pt x="7370953" y="5213032"/>
                  </a:lnTo>
                  <a:lnTo>
                    <a:pt x="7376286" y="5213032"/>
                  </a:lnTo>
                  <a:lnTo>
                    <a:pt x="7376286" y="5193982"/>
                  </a:lnTo>
                  <a:close/>
                </a:path>
                <a:path w="10424160" h="5213350">
                  <a:moveTo>
                    <a:pt x="7381493" y="5193982"/>
                  </a:moveTo>
                  <a:lnTo>
                    <a:pt x="7376286" y="5193982"/>
                  </a:lnTo>
                  <a:lnTo>
                    <a:pt x="7376286" y="5213032"/>
                  </a:lnTo>
                  <a:lnTo>
                    <a:pt x="7381493" y="5213032"/>
                  </a:lnTo>
                  <a:lnTo>
                    <a:pt x="7385811" y="5208765"/>
                  </a:lnTo>
                  <a:lnTo>
                    <a:pt x="7385811" y="5198249"/>
                  </a:lnTo>
                  <a:lnTo>
                    <a:pt x="7381493" y="5193982"/>
                  </a:lnTo>
                  <a:close/>
                </a:path>
                <a:path w="10424160" h="5213350">
                  <a:moveTo>
                    <a:pt x="7338186" y="5193982"/>
                  </a:moveTo>
                  <a:lnTo>
                    <a:pt x="7332853" y="5193982"/>
                  </a:lnTo>
                  <a:lnTo>
                    <a:pt x="7328661" y="5198249"/>
                  </a:lnTo>
                  <a:lnTo>
                    <a:pt x="7328661" y="5208765"/>
                  </a:lnTo>
                  <a:lnTo>
                    <a:pt x="7332853" y="5213032"/>
                  </a:lnTo>
                  <a:lnTo>
                    <a:pt x="7338186" y="5213032"/>
                  </a:lnTo>
                  <a:lnTo>
                    <a:pt x="7338186" y="5193982"/>
                  </a:lnTo>
                  <a:close/>
                </a:path>
                <a:path w="10424160" h="5213350">
                  <a:moveTo>
                    <a:pt x="7343393" y="5193982"/>
                  </a:moveTo>
                  <a:lnTo>
                    <a:pt x="7338186" y="5193982"/>
                  </a:lnTo>
                  <a:lnTo>
                    <a:pt x="7338186" y="5213032"/>
                  </a:lnTo>
                  <a:lnTo>
                    <a:pt x="7343393" y="5213032"/>
                  </a:lnTo>
                  <a:lnTo>
                    <a:pt x="7347711" y="5208765"/>
                  </a:lnTo>
                  <a:lnTo>
                    <a:pt x="7347711" y="5198249"/>
                  </a:lnTo>
                  <a:lnTo>
                    <a:pt x="7343393" y="5193982"/>
                  </a:lnTo>
                  <a:close/>
                </a:path>
                <a:path w="10424160" h="5213350">
                  <a:moveTo>
                    <a:pt x="7300086" y="5193982"/>
                  </a:moveTo>
                  <a:lnTo>
                    <a:pt x="7294753" y="5193982"/>
                  </a:lnTo>
                  <a:lnTo>
                    <a:pt x="7290561" y="5198249"/>
                  </a:lnTo>
                  <a:lnTo>
                    <a:pt x="7290561" y="5208765"/>
                  </a:lnTo>
                  <a:lnTo>
                    <a:pt x="7294753" y="5213032"/>
                  </a:lnTo>
                  <a:lnTo>
                    <a:pt x="7300086" y="5213032"/>
                  </a:lnTo>
                  <a:lnTo>
                    <a:pt x="7300086" y="5193982"/>
                  </a:lnTo>
                  <a:close/>
                </a:path>
                <a:path w="10424160" h="5213350">
                  <a:moveTo>
                    <a:pt x="7305293" y="5193982"/>
                  </a:moveTo>
                  <a:lnTo>
                    <a:pt x="7300086" y="5193982"/>
                  </a:lnTo>
                  <a:lnTo>
                    <a:pt x="7300086" y="5213032"/>
                  </a:lnTo>
                  <a:lnTo>
                    <a:pt x="7305293" y="5213032"/>
                  </a:lnTo>
                  <a:lnTo>
                    <a:pt x="7309611" y="5208765"/>
                  </a:lnTo>
                  <a:lnTo>
                    <a:pt x="7309611" y="5198249"/>
                  </a:lnTo>
                  <a:lnTo>
                    <a:pt x="7305293" y="5193982"/>
                  </a:lnTo>
                  <a:close/>
                </a:path>
                <a:path w="10424160" h="5213350">
                  <a:moveTo>
                    <a:pt x="7261859" y="5193982"/>
                  </a:moveTo>
                  <a:lnTo>
                    <a:pt x="7256653" y="5193982"/>
                  </a:lnTo>
                  <a:lnTo>
                    <a:pt x="7252334" y="5198249"/>
                  </a:lnTo>
                  <a:lnTo>
                    <a:pt x="7252334" y="5208765"/>
                  </a:lnTo>
                  <a:lnTo>
                    <a:pt x="7256653" y="5213032"/>
                  </a:lnTo>
                  <a:lnTo>
                    <a:pt x="7261859" y="5213032"/>
                  </a:lnTo>
                  <a:lnTo>
                    <a:pt x="7261859" y="5193982"/>
                  </a:lnTo>
                  <a:close/>
                </a:path>
                <a:path w="10424160" h="5213350">
                  <a:moveTo>
                    <a:pt x="7267193" y="5193982"/>
                  </a:moveTo>
                  <a:lnTo>
                    <a:pt x="7261986" y="5193982"/>
                  </a:lnTo>
                  <a:lnTo>
                    <a:pt x="7261986" y="5213032"/>
                  </a:lnTo>
                  <a:lnTo>
                    <a:pt x="7267193" y="5213032"/>
                  </a:lnTo>
                  <a:lnTo>
                    <a:pt x="7271511" y="5208765"/>
                  </a:lnTo>
                  <a:lnTo>
                    <a:pt x="7271511" y="5198249"/>
                  </a:lnTo>
                  <a:lnTo>
                    <a:pt x="7267193" y="5193982"/>
                  </a:lnTo>
                  <a:close/>
                </a:path>
                <a:path w="10424160" h="5213350">
                  <a:moveTo>
                    <a:pt x="7223759" y="5193982"/>
                  </a:moveTo>
                  <a:lnTo>
                    <a:pt x="7218553" y="5193982"/>
                  </a:lnTo>
                  <a:lnTo>
                    <a:pt x="7214234" y="5198249"/>
                  </a:lnTo>
                  <a:lnTo>
                    <a:pt x="7214234" y="5208765"/>
                  </a:lnTo>
                  <a:lnTo>
                    <a:pt x="7218553" y="5213032"/>
                  </a:lnTo>
                  <a:lnTo>
                    <a:pt x="7223759" y="5213032"/>
                  </a:lnTo>
                  <a:lnTo>
                    <a:pt x="7223759" y="5193982"/>
                  </a:lnTo>
                  <a:close/>
                </a:path>
                <a:path w="10424160" h="5213350">
                  <a:moveTo>
                    <a:pt x="7229093" y="5193982"/>
                  </a:moveTo>
                  <a:lnTo>
                    <a:pt x="7223759" y="5193982"/>
                  </a:lnTo>
                  <a:lnTo>
                    <a:pt x="7223759" y="5213032"/>
                  </a:lnTo>
                  <a:lnTo>
                    <a:pt x="7229093" y="5213032"/>
                  </a:lnTo>
                  <a:lnTo>
                    <a:pt x="7233284" y="5208765"/>
                  </a:lnTo>
                  <a:lnTo>
                    <a:pt x="7233284" y="5198249"/>
                  </a:lnTo>
                  <a:lnTo>
                    <a:pt x="7229093" y="5193982"/>
                  </a:lnTo>
                  <a:close/>
                </a:path>
                <a:path w="10424160" h="5213350">
                  <a:moveTo>
                    <a:pt x="7185659" y="5193982"/>
                  </a:moveTo>
                  <a:lnTo>
                    <a:pt x="7180453" y="5193982"/>
                  </a:lnTo>
                  <a:lnTo>
                    <a:pt x="7176134" y="5198249"/>
                  </a:lnTo>
                  <a:lnTo>
                    <a:pt x="7176134" y="5208765"/>
                  </a:lnTo>
                  <a:lnTo>
                    <a:pt x="7180453" y="5213032"/>
                  </a:lnTo>
                  <a:lnTo>
                    <a:pt x="7185659" y="5213032"/>
                  </a:lnTo>
                  <a:lnTo>
                    <a:pt x="7185659" y="5193982"/>
                  </a:lnTo>
                  <a:close/>
                </a:path>
                <a:path w="10424160" h="5213350">
                  <a:moveTo>
                    <a:pt x="7190993" y="5193982"/>
                  </a:moveTo>
                  <a:lnTo>
                    <a:pt x="7185659" y="5193982"/>
                  </a:lnTo>
                  <a:lnTo>
                    <a:pt x="7185659" y="5213032"/>
                  </a:lnTo>
                  <a:lnTo>
                    <a:pt x="7190993" y="5213032"/>
                  </a:lnTo>
                  <a:lnTo>
                    <a:pt x="7195184" y="5208765"/>
                  </a:lnTo>
                  <a:lnTo>
                    <a:pt x="7195184" y="5198249"/>
                  </a:lnTo>
                  <a:lnTo>
                    <a:pt x="7190993" y="5193982"/>
                  </a:lnTo>
                  <a:close/>
                </a:path>
                <a:path w="10424160" h="5213350">
                  <a:moveTo>
                    <a:pt x="7147559" y="5193982"/>
                  </a:moveTo>
                  <a:lnTo>
                    <a:pt x="7142226" y="5193982"/>
                  </a:lnTo>
                  <a:lnTo>
                    <a:pt x="7138034" y="5198249"/>
                  </a:lnTo>
                  <a:lnTo>
                    <a:pt x="7138034" y="5208765"/>
                  </a:lnTo>
                  <a:lnTo>
                    <a:pt x="7142226" y="5213032"/>
                  </a:lnTo>
                  <a:lnTo>
                    <a:pt x="7147559" y="5213032"/>
                  </a:lnTo>
                  <a:lnTo>
                    <a:pt x="7147559" y="5193982"/>
                  </a:lnTo>
                  <a:close/>
                </a:path>
                <a:path w="10424160" h="5213350">
                  <a:moveTo>
                    <a:pt x="7152766" y="5193982"/>
                  </a:moveTo>
                  <a:lnTo>
                    <a:pt x="7147559" y="5193982"/>
                  </a:lnTo>
                  <a:lnTo>
                    <a:pt x="7147559" y="5213032"/>
                  </a:lnTo>
                  <a:lnTo>
                    <a:pt x="7152766" y="5213032"/>
                  </a:lnTo>
                  <a:lnTo>
                    <a:pt x="7157084" y="5208765"/>
                  </a:lnTo>
                  <a:lnTo>
                    <a:pt x="7157084" y="5198249"/>
                  </a:lnTo>
                  <a:lnTo>
                    <a:pt x="7152766" y="5193982"/>
                  </a:lnTo>
                  <a:close/>
                </a:path>
                <a:path w="10424160" h="5213350">
                  <a:moveTo>
                    <a:pt x="7109459" y="5193982"/>
                  </a:moveTo>
                  <a:lnTo>
                    <a:pt x="7104126" y="5193982"/>
                  </a:lnTo>
                  <a:lnTo>
                    <a:pt x="7099934" y="5198249"/>
                  </a:lnTo>
                  <a:lnTo>
                    <a:pt x="7099934" y="5208765"/>
                  </a:lnTo>
                  <a:lnTo>
                    <a:pt x="7104126" y="5213032"/>
                  </a:lnTo>
                  <a:lnTo>
                    <a:pt x="7109459" y="5213032"/>
                  </a:lnTo>
                  <a:lnTo>
                    <a:pt x="7109459" y="5193982"/>
                  </a:lnTo>
                  <a:close/>
                </a:path>
                <a:path w="10424160" h="5213350">
                  <a:moveTo>
                    <a:pt x="7114666" y="5193982"/>
                  </a:moveTo>
                  <a:lnTo>
                    <a:pt x="7109459" y="5193982"/>
                  </a:lnTo>
                  <a:lnTo>
                    <a:pt x="7109459" y="5213032"/>
                  </a:lnTo>
                  <a:lnTo>
                    <a:pt x="7114666" y="5213032"/>
                  </a:lnTo>
                  <a:lnTo>
                    <a:pt x="7118984" y="5208765"/>
                  </a:lnTo>
                  <a:lnTo>
                    <a:pt x="7118984" y="5198249"/>
                  </a:lnTo>
                  <a:lnTo>
                    <a:pt x="7114666" y="5193982"/>
                  </a:lnTo>
                  <a:close/>
                </a:path>
                <a:path w="10424160" h="5213350">
                  <a:moveTo>
                    <a:pt x="7071359" y="5193982"/>
                  </a:moveTo>
                  <a:lnTo>
                    <a:pt x="7066026" y="5193982"/>
                  </a:lnTo>
                  <a:lnTo>
                    <a:pt x="7061834" y="5198249"/>
                  </a:lnTo>
                  <a:lnTo>
                    <a:pt x="7061834" y="5208765"/>
                  </a:lnTo>
                  <a:lnTo>
                    <a:pt x="7066026" y="5213032"/>
                  </a:lnTo>
                  <a:lnTo>
                    <a:pt x="7071359" y="5213032"/>
                  </a:lnTo>
                  <a:lnTo>
                    <a:pt x="7071359" y="5193982"/>
                  </a:lnTo>
                  <a:close/>
                </a:path>
                <a:path w="10424160" h="5213350">
                  <a:moveTo>
                    <a:pt x="7076566" y="5193982"/>
                  </a:moveTo>
                  <a:lnTo>
                    <a:pt x="7071359" y="5193982"/>
                  </a:lnTo>
                  <a:lnTo>
                    <a:pt x="7071359" y="5213032"/>
                  </a:lnTo>
                  <a:lnTo>
                    <a:pt x="7076566" y="5213032"/>
                  </a:lnTo>
                  <a:lnTo>
                    <a:pt x="7080884" y="5208765"/>
                  </a:lnTo>
                  <a:lnTo>
                    <a:pt x="7080884" y="5198249"/>
                  </a:lnTo>
                  <a:lnTo>
                    <a:pt x="7076566" y="5193982"/>
                  </a:lnTo>
                  <a:close/>
                </a:path>
                <a:path w="10424160" h="5213350">
                  <a:moveTo>
                    <a:pt x="7033133" y="5193982"/>
                  </a:moveTo>
                  <a:lnTo>
                    <a:pt x="7027926" y="5193982"/>
                  </a:lnTo>
                  <a:lnTo>
                    <a:pt x="7023608" y="5198249"/>
                  </a:lnTo>
                  <a:lnTo>
                    <a:pt x="7023608" y="5208765"/>
                  </a:lnTo>
                  <a:lnTo>
                    <a:pt x="7027926" y="5213032"/>
                  </a:lnTo>
                  <a:lnTo>
                    <a:pt x="7033133" y="5213032"/>
                  </a:lnTo>
                  <a:lnTo>
                    <a:pt x="7033133" y="5193982"/>
                  </a:lnTo>
                  <a:close/>
                </a:path>
                <a:path w="10424160" h="5213350">
                  <a:moveTo>
                    <a:pt x="7038466" y="5193982"/>
                  </a:moveTo>
                  <a:lnTo>
                    <a:pt x="7033259" y="5193982"/>
                  </a:lnTo>
                  <a:lnTo>
                    <a:pt x="7033259" y="5213032"/>
                  </a:lnTo>
                  <a:lnTo>
                    <a:pt x="7038466" y="5213032"/>
                  </a:lnTo>
                  <a:lnTo>
                    <a:pt x="7042784" y="5208765"/>
                  </a:lnTo>
                  <a:lnTo>
                    <a:pt x="7042784" y="5198249"/>
                  </a:lnTo>
                  <a:lnTo>
                    <a:pt x="7038466" y="5193982"/>
                  </a:lnTo>
                  <a:close/>
                </a:path>
                <a:path w="10424160" h="5213350">
                  <a:moveTo>
                    <a:pt x="6995033" y="5193982"/>
                  </a:moveTo>
                  <a:lnTo>
                    <a:pt x="6989826" y="5193982"/>
                  </a:lnTo>
                  <a:lnTo>
                    <a:pt x="6985508" y="5198249"/>
                  </a:lnTo>
                  <a:lnTo>
                    <a:pt x="6985508" y="5208765"/>
                  </a:lnTo>
                  <a:lnTo>
                    <a:pt x="6989826" y="5213032"/>
                  </a:lnTo>
                  <a:lnTo>
                    <a:pt x="6995033" y="5213032"/>
                  </a:lnTo>
                  <a:lnTo>
                    <a:pt x="6995033" y="5193982"/>
                  </a:lnTo>
                  <a:close/>
                </a:path>
                <a:path w="10424160" h="5213350">
                  <a:moveTo>
                    <a:pt x="7000366" y="5193982"/>
                  </a:moveTo>
                  <a:lnTo>
                    <a:pt x="6995033" y="5193982"/>
                  </a:lnTo>
                  <a:lnTo>
                    <a:pt x="6995033" y="5213032"/>
                  </a:lnTo>
                  <a:lnTo>
                    <a:pt x="7000366" y="5213032"/>
                  </a:lnTo>
                  <a:lnTo>
                    <a:pt x="7004558" y="5208765"/>
                  </a:lnTo>
                  <a:lnTo>
                    <a:pt x="7004558" y="5198249"/>
                  </a:lnTo>
                  <a:lnTo>
                    <a:pt x="7000366" y="5193982"/>
                  </a:lnTo>
                  <a:close/>
                </a:path>
                <a:path w="10424160" h="5213350">
                  <a:moveTo>
                    <a:pt x="6956933" y="5193982"/>
                  </a:moveTo>
                  <a:lnTo>
                    <a:pt x="6951726" y="5193982"/>
                  </a:lnTo>
                  <a:lnTo>
                    <a:pt x="6947408" y="5198249"/>
                  </a:lnTo>
                  <a:lnTo>
                    <a:pt x="6947408" y="5208765"/>
                  </a:lnTo>
                  <a:lnTo>
                    <a:pt x="6951726" y="5213032"/>
                  </a:lnTo>
                  <a:lnTo>
                    <a:pt x="6956933" y="5213032"/>
                  </a:lnTo>
                  <a:lnTo>
                    <a:pt x="6956933" y="5193982"/>
                  </a:lnTo>
                  <a:close/>
                </a:path>
                <a:path w="10424160" h="5213350">
                  <a:moveTo>
                    <a:pt x="6962266" y="5193982"/>
                  </a:moveTo>
                  <a:lnTo>
                    <a:pt x="6956933" y="5193982"/>
                  </a:lnTo>
                  <a:lnTo>
                    <a:pt x="6956933" y="5213032"/>
                  </a:lnTo>
                  <a:lnTo>
                    <a:pt x="6962266" y="5213032"/>
                  </a:lnTo>
                  <a:lnTo>
                    <a:pt x="6966458" y="5208765"/>
                  </a:lnTo>
                  <a:lnTo>
                    <a:pt x="6966458" y="5198249"/>
                  </a:lnTo>
                  <a:lnTo>
                    <a:pt x="6962266" y="5193982"/>
                  </a:lnTo>
                  <a:close/>
                </a:path>
                <a:path w="10424160" h="5213350">
                  <a:moveTo>
                    <a:pt x="6918833" y="5193982"/>
                  </a:moveTo>
                  <a:lnTo>
                    <a:pt x="6913626" y="5193982"/>
                  </a:lnTo>
                  <a:lnTo>
                    <a:pt x="6909308" y="5198249"/>
                  </a:lnTo>
                  <a:lnTo>
                    <a:pt x="6909308" y="5208765"/>
                  </a:lnTo>
                  <a:lnTo>
                    <a:pt x="6913626" y="5213032"/>
                  </a:lnTo>
                  <a:lnTo>
                    <a:pt x="6918833" y="5213032"/>
                  </a:lnTo>
                  <a:lnTo>
                    <a:pt x="6918833" y="5193982"/>
                  </a:lnTo>
                  <a:close/>
                </a:path>
                <a:path w="10424160" h="5213350">
                  <a:moveTo>
                    <a:pt x="6924166" y="5193982"/>
                  </a:moveTo>
                  <a:lnTo>
                    <a:pt x="6918833" y="5193982"/>
                  </a:lnTo>
                  <a:lnTo>
                    <a:pt x="6918833" y="5213032"/>
                  </a:lnTo>
                  <a:lnTo>
                    <a:pt x="6924166" y="5213032"/>
                  </a:lnTo>
                  <a:lnTo>
                    <a:pt x="6928358" y="5208765"/>
                  </a:lnTo>
                  <a:lnTo>
                    <a:pt x="6928358" y="5198249"/>
                  </a:lnTo>
                  <a:lnTo>
                    <a:pt x="6924166" y="5193982"/>
                  </a:lnTo>
                  <a:close/>
                </a:path>
                <a:path w="10424160" h="5213350">
                  <a:moveTo>
                    <a:pt x="6880733" y="5193982"/>
                  </a:moveTo>
                  <a:lnTo>
                    <a:pt x="6875399" y="5193982"/>
                  </a:lnTo>
                  <a:lnTo>
                    <a:pt x="6871208" y="5198249"/>
                  </a:lnTo>
                  <a:lnTo>
                    <a:pt x="6871208" y="5208765"/>
                  </a:lnTo>
                  <a:lnTo>
                    <a:pt x="6875399" y="5213032"/>
                  </a:lnTo>
                  <a:lnTo>
                    <a:pt x="6880733" y="5213032"/>
                  </a:lnTo>
                  <a:lnTo>
                    <a:pt x="6880733" y="5193982"/>
                  </a:lnTo>
                  <a:close/>
                </a:path>
                <a:path w="10424160" h="5213350">
                  <a:moveTo>
                    <a:pt x="6885939" y="5193982"/>
                  </a:moveTo>
                  <a:lnTo>
                    <a:pt x="6880733" y="5193982"/>
                  </a:lnTo>
                  <a:lnTo>
                    <a:pt x="6880733" y="5213032"/>
                  </a:lnTo>
                  <a:lnTo>
                    <a:pt x="6885939" y="5213032"/>
                  </a:lnTo>
                  <a:lnTo>
                    <a:pt x="6890258" y="5208765"/>
                  </a:lnTo>
                  <a:lnTo>
                    <a:pt x="6890258" y="5198249"/>
                  </a:lnTo>
                  <a:lnTo>
                    <a:pt x="6885939" y="5193982"/>
                  </a:lnTo>
                  <a:close/>
                </a:path>
                <a:path w="10424160" h="5213350">
                  <a:moveTo>
                    <a:pt x="6842633" y="5193982"/>
                  </a:moveTo>
                  <a:lnTo>
                    <a:pt x="6837299" y="5193982"/>
                  </a:lnTo>
                  <a:lnTo>
                    <a:pt x="6833108" y="5198249"/>
                  </a:lnTo>
                  <a:lnTo>
                    <a:pt x="6833108" y="5208765"/>
                  </a:lnTo>
                  <a:lnTo>
                    <a:pt x="6837299" y="5213032"/>
                  </a:lnTo>
                  <a:lnTo>
                    <a:pt x="6842633" y="5213032"/>
                  </a:lnTo>
                  <a:lnTo>
                    <a:pt x="6842633" y="5193982"/>
                  </a:lnTo>
                  <a:close/>
                </a:path>
                <a:path w="10424160" h="5213350">
                  <a:moveTo>
                    <a:pt x="6847839" y="5193982"/>
                  </a:moveTo>
                  <a:lnTo>
                    <a:pt x="6842633" y="5193982"/>
                  </a:lnTo>
                  <a:lnTo>
                    <a:pt x="6842633" y="5213032"/>
                  </a:lnTo>
                  <a:lnTo>
                    <a:pt x="6847839" y="5213032"/>
                  </a:lnTo>
                  <a:lnTo>
                    <a:pt x="6852158" y="5208765"/>
                  </a:lnTo>
                  <a:lnTo>
                    <a:pt x="6852158" y="5198249"/>
                  </a:lnTo>
                  <a:lnTo>
                    <a:pt x="6847839" y="5193982"/>
                  </a:lnTo>
                  <a:close/>
                </a:path>
                <a:path w="10424160" h="5213350">
                  <a:moveTo>
                    <a:pt x="6804533" y="5193982"/>
                  </a:moveTo>
                  <a:lnTo>
                    <a:pt x="6799199" y="5193982"/>
                  </a:lnTo>
                  <a:lnTo>
                    <a:pt x="6795008" y="5198249"/>
                  </a:lnTo>
                  <a:lnTo>
                    <a:pt x="6795008" y="5208765"/>
                  </a:lnTo>
                  <a:lnTo>
                    <a:pt x="6799199" y="5213032"/>
                  </a:lnTo>
                  <a:lnTo>
                    <a:pt x="6804533" y="5213032"/>
                  </a:lnTo>
                  <a:lnTo>
                    <a:pt x="6804533" y="5193982"/>
                  </a:lnTo>
                  <a:close/>
                </a:path>
                <a:path w="10424160" h="5213350">
                  <a:moveTo>
                    <a:pt x="6809739" y="5193982"/>
                  </a:moveTo>
                  <a:lnTo>
                    <a:pt x="6804533" y="5193982"/>
                  </a:lnTo>
                  <a:lnTo>
                    <a:pt x="6804533" y="5213032"/>
                  </a:lnTo>
                  <a:lnTo>
                    <a:pt x="6809739" y="5213032"/>
                  </a:lnTo>
                  <a:lnTo>
                    <a:pt x="6814058" y="5208765"/>
                  </a:lnTo>
                  <a:lnTo>
                    <a:pt x="6814058" y="5198249"/>
                  </a:lnTo>
                  <a:lnTo>
                    <a:pt x="6809739" y="5193982"/>
                  </a:lnTo>
                  <a:close/>
                </a:path>
                <a:path w="10424160" h="5213350">
                  <a:moveTo>
                    <a:pt x="6766306" y="5193982"/>
                  </a:moveTo>
                  <a:lnTo>
                    <a:pt x="6761099" y="5193982"/>
                  </a:lnTo>
                  <a:lnTo>
                    <a:pt x="6756781" y="5198249"/>
                  </a:lnTo>
                  <a:lnTo>
                    <a:pt x="6756781" y="5208765"/>
                  </a:lnTo>
                  <a:lnTo>
                    <a:pt x="6761099" y="5213032"/>
                  </a:lnTo>
                  <a:lnTo>
                    <a:pt x="6766306" y="5213032"/>
                  </a:lnTo>
                  <a:lnTo>
                    <a:pt x="6766306" y="5193982"/>
                  </a:lnTo>
                  <a:close/>
                </a:path>
                <a:path w="10424160" h="5213350">
                  <a:moveTo>
                    <a:pt x="6771639" y="5193982"/>
                  </a:moveTo>
                  <a:lnTo>
                    <a:pt x="6766433" y="5193982"/>
                  </a:lnTo>
                  <a:lnTo>
                    <a:pt x="6766433" y="5213032"/>
                  </a:lnTo>
                  <a:lnTo>
                    <a:pt x="6771639" y="5213032"/>
                  </a:lnTo>
                  <a:lnTo>
                    <a:pt x="6775958" y="5208765"/>
                  </a:lnTo>
                  <a:lnTo>
                    <a:pt x="6775958" y="5198249"/>
                  </a:lnTo>
                  <a:lnTo>
                    <a:pt x="6771639" y="5193982"/>
                  </a:lnTo>
                  <a:close/>
                </a:path>
                <a:path w="10424160" h="5213350">
                  <a:moveTo>
                    <a:pt x="6728206" y="5193982"/>
                  </a:moveTo>
                  <a:lnTo>
                    <a:pt x="6722999" y="5193982"/>
                  </a:lnTo>
                  <a:lnTo>
                    <a:pt x="6718681" y="5198249"/>
                  </a:lnTo>
                  <a:lnTo>
                    <a:pt x="6718681" y="5208765"/>
                  </a:lnTo>
                  <a:lnTo>
                    <a:pt x="6722999" y="5213032"/>
                  </a:lnTo>
                  <a:lnTo>
                    <a:pt x="6728206" y="5213032"/>
                  </a:lnTo>
                  <a:lnTo>
                    <a:pt x="6728206" y="5193982"/>
                  </a:lnTo>
                  <a:close/>
                </a:path>
                <a:path w="10424160" h="5213350">
                  <a:moveTo>
                    <a:pt x="6733539" y="5193982"/>
                  </a:moveTo>
                  <a:lnTo>
                    <a:pt x="6728206" y="5193982"/>
                  </a:lnTo>
                  <a:lnTo>
                    <a:pt x="6728206" y="5213032"/>
                  </a:lnTo>
                  <a:lnTo>
                    <a:pt x="6733539" y="5213032"/>
                  </a:lnTo>
                  <a:lnTo>
                    <a:pt x="6737731" y="5208765"/>
                  </a:lnTo>
                  <a:lnTo>
                    <a:pt x="6737731" y="5198249"/>
                  </a:lnTo>
                  <a:lnTo>
                    <a:pt x="6733539" y="5193982"/>
                  </a:lnTo>
                  <a:close/>
                </a:path>
                <a:path w="10424160" h="5213350">
                  <a:moveTo>
                    <a:pt x="6690106" y="5193982"/>
                  </a:moveTo>
                  <a:lnTo>
                    <a:pt x="6684899" y="5193982"/>
                  </a:lnTo>
                  <a:lnTo>
                    <a:pt x="6680581" y="5198249"/>
                  </a:lnTo>
                  <a:lnTo>
                    <a:pt x="6680581" y="5208765"/>
                  </a:lnTo>
                  <a:lnTo>
                    <a:pt x="6684899" y="5213032"/>
                  </a:lnTo>
                  <a:lnTo>
                    <a:pt x="6690106" y="5213032"/>
                  </a:lnTo>
                  <a:lnTo>
                    <a:pt x="6690106" y="5193982"/>
                  </a:lnTo>
                  <a:close/>
                </a:path>
                <a:path w="10424160" h="5213350">
                  <a:moveTo>
                    <a:pt x="6695439" y="5193982"/>
                  </a:moveTo>
                  <a:lnTo>
                    <a:pt x="6690106" y="5193982"/>
                  </a:lnTo>
                  <a:lnTo>
                    <a:pt x="6690106" y="5213032"/>
                  </a:lnTo>
                  <a:lnTo>
                    <a:pt x="6695439" y="5213032"/>
                  </a:lnTo>
                  <a:lnTo>
                    <a:pt x="6699631" y="5208765"/>
                  </a:lnTo>
                  <a:lnTo>
                    <a:pt x="6699631" y="5198249"/>
                  </a:lnTo>
                  <a:lnTo>
                    <a:pt x="6695439" y="5193982"/>
                  </a:lnTo>
                  <a:close/>
                </a:path>
                <a:path w="10424160" h="5213350">
                  <a:moveTo>
                    <a:pt x="6652006" y="5193982"/>
                  </a:moveTo>
                  <a:lnTo>
                    <a:pt x="6646672" y="5193982"/>
                  </a:lnTo>
                  <a:lnTo>
                    <a:pt x="6642481" y="5198249"/>
                  </a:lnTo>
                  <a:lnTo>
                    <a:pt x="6642481" y="5208765"/>
                  </a:lnTo>
                  <a:lnTo>
                    <a:pt x="6646672" y="5213032"/>
                  </a:lnTo>
                  <a:lnTo>
                    <a:pt x="6652006" y="5213032"/>
                  </a:lnTo>
                  <a:lnTo>
                    <a:pt x="6652006" y="5193982"/>
                  </a:lnTo>
                  <a:close/>
                </a:path>
                <a:path w="10424160" h="5213350">
                  <a:moveTo>
                    <a:pt x="6657212" y="5193982"/>
                  </a:moveTo>
                  <a:lnTo>
                    <a:pt x="6652006" y="5193982"/>
                  </a:lnTo>
                  <a:lnTo>
                    <a:pt x="6652006" y="5213032"/>
                  </a:lnTo>
                  <a:lnTo>
                    <a:pt x="6657212" y="5213032"/>
                  </a:lnTo>
                  <a:lnTo>
                    <a:pt x="6661531" y="5208765"/>
                  </a:lnTo>
                  <a:lnTo>
                    <a:pt x="6661531" y="5198249"/>
                  </a:lnTo>
                  <a:lnTo>
                    <a:pt x="6657212" y="5193982"/>
                  </a:lnTo>
                  <a:close/>
                </a:path>
                <a:path w="10424160" h="5213350">
                  <a:moveTo>
                    <a:pt x="6613906" y="5193982"/>
                  </a:moveTo>
                  <a:lnTo>
                    <a:pt x="6608572" y="5193982"/>
                  </a:lnTo>
                  <a:lnTo>
                    <a:pt x="6604381" y="5198249"/>
                  </a:lnTo>
                  <a:lnTo>
                    <a:pt x="6604381" y="5208765"/>
                  </a:lnTo>
                  <a:lnTo>
                    <a:pt x="6608572" y="5213032"/>
                  </a:lnTo>
                  <a:lnTo>
                    <a:pt x="6613906" y="5213032"/>
                  </a:lnTo>
                  <a:lnTo>
                    <a:pt x="6613906" y="5193982"/>
                  </a:lnTo>
                  <a:close/>
                </a:path>
                <a:path w="10424160" h="5213350">
                  <a:moveTo>
                    <a:pt x="6619112" y="5193982"/>
                  </a:moveTo>
                  <a:lnTo>
                    <a:pt x="6613906" y="5193982"/>
                  </a:lnTo>
                  <a:lnTo>
                    <a:pt x="6613906" y="5213032"/>
                  </a:lnTo>
                  <a:lnTo>
                    <a:pt x="6619112" y="5213032"/>
                  </a:lnTo>
                  <a:lnTo>
                    <a:pt x="6623431" y="5208765"/>
                  </a:lnTo>
                  <a:lnTo>
                    <a:pt x="6623431" y="5198249"/>
                  </a:lnTo>
                  <a:lnTo>
                    <a:pt x="6619112" y="5193982"/>
                  </a:lnTo>
                  <a:close/>
                </a:path>
                <a:path w="10424160" h="5213350">
                  <a:moveTo>
                    <a:pt x="6575806" y="5193982"/>
                  </a:moveTo>
                  <a:lnTo>
                    <a:pt x="6570472" y="5193982"/>
                  </a:lnTo>
                  <a:lnTo>
                    <a:pt x="6566281" y="5198249"/>
                  </a:lnTo>
                  <a:lnTo>
                    <a:pt x="6566281" y="5208765"/>
                  </a:lnTo>
                  <a:lnTo>
                    <a:pt x="6570472" y="5213032"/>
                  </a:lnTo>
                  <a:lnTo>
                    <a:pt x="6575806" y="5213032"/>
                  </a:lnTo>
                  <a:lnTo>
                    <a:pt x="6575806" y="5193982"/>
                  </a:lnTo>
                  <a:close/>
                </a:path>
                <a:path w="10424160" h="5213350">
                  <a:moveTo>
                    <a:pt x="6581012" y="5193982"/>
                  </a:moveTo>
                  <a:lnTo>
                    <a:pt x="6575806" y="5193982"/>
                  </a:lnTo>
                  <a:lnTo>
                    <a:pt x="6575806" y="5213032"/>
                  </a:lnTo>
                  <a:lnTo>
                    <a:pt x="6581012" y="5213032"/>
                  </a:lnTo>
                  <a:lnTo>
                    <a:pt x="6585331" y="5208765"/>
                  </a:lnTo>
                  <a:lnTo>
                    <a:pt x="6585331" y="5198249"/>
                  </a:lnTo>
                  <a:lnTo>
                    <a:pt x="6581012" y="5193982"/>
                  </a:lnTo>
                  <a:close/>
                </a:path>
                <a:path w="10424160" h="5213350">
                  <a:moveTo>
                    <a:pt x="6537579" y="5193982"/>
                  </a:moveTo>
                  <a:lnTo>
                    <a:pt x="6532372" y="5193982"/>
                  </a:lnTo>
                  <a:lnTo>
                    <a:pt x="6528054" y="5198249"/>
                  </a:lnTo>
                  <a:lnTo>
                    <a:pt x="6528054" y="5208765"/>
                  </a:lnTo>
                  <a:lnTo>
                    <a:pt x="6532372" y="5213032"/>
                  </a:lnTo>
                  <a:lnTo>
                    <a:pt x="6537579" y="5213032"/>
                  </a:lnTo>
                  <a:lnTo>
                    <a:pt x="6537579" y="5193982"/>
                  </a:lnTo>
                  <a:close/>
                </a:path>
                <a:path w="10424160" h="5213350">
                  <a:moveTo>
                    <a:pt x="6542912" y="5193982"/>
                  </a:moveTo>
                  <a:lnTo>
                    <a:pt x="6537706" y="5193982"/>
                  </a:lnTo>
                  <a:lnTo>
                    <a:pt x="6537706" y="5213032"/>
                  </a:lnTo>
                  <a:lnTo>
                    <a:pt x="6542912" y="5213032"/>
                  </a:lnTo>
                  <a:lnTo>
                    <a:pt x="6547231" y="5208765"/>
                  </a:lnTo>
                  <a:lnTo>
                    <a:pt x="6547231" y="5198249"/>
                  </a:lnTo>
                  <a:lnTo>
                    <a:pt x="6542912" y="5193982"/>
                  </a:lnTo>
                  <a:close/>
                </a:path>
                <a:path w="10424160" h="5213350">
                  <a:moveTo>
                    <a:pt x="6499479" y="5193982"/>
                  </a:moveTo>
                  <a:lnTo>
                    <a:pt x="6494272" y="5193982"/>
                  </a:lnTo>
                  <a:lnTo>
                    <a:pt x="6489954" y="5198249"/>
                  </a:lnTo>
                  <a:lnTo>
                    <a:pt x="6489954" y="5208765"/>
                  </a:lnTo>
                  <a:lnTo>
                    <a:pt x="6494272" y="5213032"/>
                  </a:lnTo>
                  <a:lnTo>
                    <a:pt x="6499479" y="5213032"/>
                  </a:lnTo>
                  <a:lnTo>
                    <a:pt x="6499479" y="5193982"/>
                  </a:lnTo>
                  <a:close/>
                </a:path>
                <a:path w="10424160" h="5213350">
                  <a:moveTo>
                    <a:pt x="6504812" y="5193982"/>
                  </a:moveTo>
                  <a:lnTo>
                    <a:pt x="6499479" y="5193982"/>
                  </a:lnTo>
                  <a:lnTo>
                    <a:pt x="6499479" y="5213032"/>
                  </a:lnTo>
                  <a:lnTo>
                    <a:pt x="6504812" y="5213032"/>
                  </a:lnTo>
                  <a:lnTo>
                    <a:pt x="6509004" y="5208765"/>
                  </a:lnTo>
                  <a:lnTo>
                    <a:pt x="6509004" y="5198249"/>
                  </a:lnTo>
                  <a:lnTo>
                    <a:pt x="6504812" y="5193982"/>
                  </a:lnTo>
                  <a:close/>
                </a:path>
                <a:path w="10424160" h="5213350">
                  <a:moveTo>
                    <a:pt x="6461379" y="5193982"/>
                  </a:moveTo>
                  <a:lnTo>
                    <a:pt x="6456172" y="5193982"/>
                  </a:lnTo>
                  <a:lnTo>
                    <a:pt x="6451854" y="5198249"/>
                  </a:lnTo>
                  <a:lnTo>
                    <a:pt x="6451854" y="5208765"/>
                  </a:lnTo>
                  <a:lnTo>
                    <a:pt x="6456172" y="5213032"/>
                  </a:lnTo>
                  <a:lnTo>
                    <a:pt x="6461379" y="5213032"/>
                  </a:lnTo>
                  <a:lnTo>
                    <a:pt x="6461379" y="5193982"/>
                  </a:lnTo>
                  <a:close/>
                </a:path>
                <a:path w="10424160" h="5213350">
                  <a:moveTo>
                    <a:pt x="6466713" y="5193982"/>
                  </a:moveTo>
                  <a:lnTo>
                    <a:pt x="6461379" y="5193982"/>
                  </a:lnTo>
                  <a:lnTo>
                    <a:pt x="6461379" y="5213032"/>
                  </a:lnTo>
                  <a:lnTo>
                    <a:pt x="6466713" y="5213032"/>
                  </a:lnTo>
                  <a:lnTo>
                    <a:pt x="6470904" y="5208765"/>
                  </a:lnTo>
                  <a:lnTo>
                    <a:pt x="6470904" y="5198249"/>
                  </a:lnTo>
                  <a:lnTo>
                    <a:pt x="6466713" y="5193982"/>
                  </a:lnTo>
                  <a:close/>
                </a:path>
                <a:path w="10424160" h="5213350">
                  <a:moveTo>
                    <a:pt x="6423279" y="5193982"/>
                  </a:moveTo>
                  <a:lnTo>
                    <a:pt x="6418072" y="5193982"/>
                  </a:lnTo>
                  <a:lnTo>
                    <a:pt x="6413754" y="5198249"/>
                  </a:lnTo>
                  <a:lnTo>
                    <a:pt x="6413754" y="5208765"/>
                  </a:lnTo>
                  <a:lnTo>
                    <a:pt x="6418072" y="5213032"/>
                  </a:lnTo>
                  <a:lnTo>
                    <a:pt x="6423279" y="5213032"/>
                  </a:lnTo>
                  <a:lnTo>
                    <a:pt x="6423279" y="5193982"/>
                  </a:lnTo>
                  <a:close/>
                </a:path>
                <a:path w="10424160" h="5213350">
                  <a:moveTo>
                    <a:pt x="6428613" y="5193982"/>
                  </a:moveTo>
                  <a:lnTo>
                    <a:pt x="6423279" y="5193982"/>
                  </a:lnTo>
                  <a:lnTo>
                    <a:pt x="6423279" y="5213032"/>
                  </a:lnTo>
                  <a:lnTo>
                    <a:pt x="6428613" y="5213032"/>
                  </a:lnTo>
                  <a:lnTo>
                    <a:pt x="6432804" y="5208765"/>
                  </a:lnTo>
                  <a:lnTo>
                    <a:pt x="6432804" y="5198249"/>
                  </a:lnTo>
                  <a:lnTo>
                    <a:pt x="6428613" y="5193982"/>
                  </a:lnTo>
                  <a:close/>
                </a:path>
                <a:path w="10424160" h="5213350">
                  <a:moveTo>
                    <a:pt x="6385179" y="5193982"/>
                  </a:moveTo>
                  <a:lnTo>
                    <a:pt x="6379845" y="5193982"/>
                  </a:lnTo>
                  <a:lnTo>
                    <a:pt x="6375654" y="5198249"/>
                  </a:lnTo>
                  <a:lnTo>
                    <a:pt x="6375654" y="5208765"/>
                  </a:lnTo>
                  <a:lnTo>
                    <a:pt x="6379845" y="5213032"/>
                  </a:lnTo>
                  <a:lnTo>
                    <a:pt x="6385179" y="5213032"/>
                  </a:lnTo>
                  <a:lnTo>
                    <a:pt x="6385179" y="5193982"/>
                  </a:lnTo>
                  <a:close/>
                </a:path>
                <a:path w="10424160" h="5213350">
                  <a:moveTo>
                    <a:pt x="6390386" y="5193982"/>
                  </a:moveTo>
                  <a:lnTo>
                    <a:pt x="6385179" y="5193982"/>
                  </a:lnTo>
                  <a:lnTo>
                    <a:pt x="6385179" y="5213032"/>
                  </a:lnTo>
                  <a:lnTo>
                    <a:pt x="6390386" y="5213032"/>
                  </a:lnTo>
                  <a:lnTo>
                    <a:pt x="6394704" y="5208765"/>
                  </a:lnTo>
                  <a:lnTo>
                    <a:pt x="6394704" y="5198249"/>
                  </a:lnTo>
                  <a:lnTo>
                    <a:pt x="6390386" y="5193982"/>
                  </a:lnTo>
                  <a:close/>
                </a:path>
                <a:path w="10424160" h="5213350">
                  <a:moveTo>
                    <a:pt x="6347079" y="5193982"/>
                  </a:moveTo>
                  <a:lnTo>
                    <a:pt x="6341745" y="5193982"/>
                  </a:lnTo>
                  <a:lnTo>
                    <a:pt x="6337554" y="5198249"/>
                  </a:lnTo>
                  <a:lnTo>
                    <a:pt x="6337554" y="5208765"/>
                  </a:lnTo>
                  <a:lnTo>
                    <a:pt x="6341745" y="5213032"/>
                  </a:lnTo>
                  <a:lnTo>
                    <a:pt x="6347079" y="5213032"/>
                  </a:lnTo>
                  <a:lnTo>
                    <a:pt x="6347079" y="5193982"/>
                  </a:lnTo>
                  <a:close/>
                </a:path>
                <a:path w="10424160" h="5213350">
                  <a:moveTo>
                    <a:pt x="6352286" y="5193982"/>
                  </a:moveTo>
                  <a:lnTo>
                    <a:pt x="6347079" y="5193982"/>
                  </a:lnTo>
                  <a:lnTo>
                    <a:pt x="6347079" y="5213032"/>
                  </a:lnTo>
                  <a:lnTo>
                    <a:pt x="6352286" y="5213032"/>
                  </a:lnTo>
                  <a:lnTo>
                    <a:pt x="6356604" y="5208765"/>
                  </a:lnTo>
                  <a:lnTo>
                    <a:pt x="6356604" y="5198249"/>
                  </a:lnTo>
                  <a:lnTo>
                    <a:pt x="6352286" y="5193982"/>
                  </a:lnTo>
                  <a:close/>
                </a:path>
                <a:path w="10424160" h="5213350">
                  <a:moveTo>
                    <a:pt x="6308979" y="5193982"/>
                  </a:moveTo>
                  <a:lnTo>
                    <a:pt x="6303645" y="5193982"/>
                  </a:lnTo>
                  <a:lnTo>
                    <a:pt x="6299454" y="5198249"/>
                  </a:lnTo>
                  <a:lnTo>
                    <a:pt x="6299454" y="5208765"/>
                  </a:lnTo>
                  <a:lnTo>
                    <a:pt x="6303645" y="5213032"/>
                  </a:lnTo>
                  <a:lnTo>
                    <a:pt x="6308979" y="5213032"/>
                  </a:lnTo>
                  <a:lnTo>
                    <a:pt x="6308979" y="5193982"/>
                  </a:lnTo>
                  <a:close/>
                </a:path>
                <a:path w="10424160" h="5213350">
                  <a:moveTo>
                    <a:pt x="6314186" y="5193982"/>
                  </a:moveTo>
                  <a:lnTo>
                    <a:pt x="6308979" y="5193982"/>
                  </a:lnTo>
                  <a:lnTo>
                    <a:pt x="6308979" y="5213032"/>
                  </a:lnTo>
                  <a:lnTo>
                    <a:pt x="6314186" y="5213032"/>
                  </a:lnTo>
                  <a:lnTo>
                    <a:pt x="6318504" y="5208765"/>
                  </a:lnTo>
                  <a:lnTo>
                    <a:pt x="6318504" y="5198249"/>
                  </a:lnTo>
                  <a:lnTo>
                    <a:pt x="6314186" y="5193982"/>
                  </a:lnTo>
                  <a:close/>
                </a:path>
                <a:path w="10424160" h="5213350">
                  <a:moveTo>
                    <a:pt x="6270752" y="5193982"/>
                  </a:moveTo>
                  <a:lnTo>
                    <a:pt x="6265545" y="5193982"/>
                  </a:lnTo>
                  <a:lnTo>
                    <a:pt x="6261227" y="5198249"/>
                  </a:lnTo>
                  <a:lnTo>
                    <a:pt x="6261227" y="5208765"/>
                  </a:lnTo>
                  <a:lnTo>
                    <a:pt x="6265545" y="5213032"/>
                  </a:lnTo>
                  <a:lnTo>
                    <a:pt x="6270752" y="5213032"/>
                  </a:lnTo>
                  <a:lnTo>
                    <a:pt x="6270752" y="5193982"/>
                  </a:lnTo>
                  <a:close/>
                </a:path>
                <a:path w="10424160" h="5213350">
                  <a:moveTo>
                    <a:pt x="6276086" y="5193982"/>
                  </a:moveTo>
                  <a:lnTo>
                    <a:pt x="6270879" y="5193982"/>
                  </a:lnTo>
                  <a:lnTo>
                    <a:pt x="6270879" y="5213032"/>
                  </a:lnTo>
                  <a:lnTo>
                    <a:pt x="6276086" y="5213032"/>
                  </a:lnTo>
                  <a:lnTo>
                    <a:pt x="6280404" y="5208765"/>
                  </a:lnTo>
                  <a:lnTo>
                    <a:pt x="6280404" y="5198249"/>
                  </a:lnTo>
                  <a:lnTo>
                    <a:pt x="6276086" y="5193982"/>
                  </a:lnTo>
                  <a:close/>
                </a:path>
                <a:path w="10424160" h="5213350">
                  <a:moveTo>
                    <a:pt x="6232652" y="5193982"/>
                  </a:moveTo>
                  <a:lnTo>
                    <a:pt x="6227445" y="5193982"/>
                  </a:lnTo>
                  <a:lnTo>
                    <a:pt x="6223127" y="5198249"/>
                  </a:lnTo>
                  <a:lnTo>
                    <a:pt x="6223127" y="5208765"/>
                  </a:lnTo>
                  <a:lnTo>
                    <a:pt x="6227445" y="5213032"/>
                  </a:lnTo>
                  <a:lnTo>
                    <a:pt x="6232652" y="5213032"/>
                  </a:lnTo>
                  <a:lnTo>
                    <a:pt x="6232652" y="5193982"/>
                  </a:lnTo>
                  <a:close/>
                </a:path>
                <a:path w="10424160" h="5213350">
                  <a:moveTo>
                    <a:pt x="6237986" y="5193982"/>
                  </a:moveTo>
                  <a:lnTo>
                    <a:pt x="6232652" y="5193982"/>
                  </a:lnTo>
                  <a:lnTo>
                    <a:pt x="6232652" y="5213032"/>
                  </a:lnTo>
                  <a:lnTo>
                    <a:pt x="6237986" y="5213032"/>
                  </a:lnTo>
                  <a:lnTo>
                    <a:pt x="6242177" y="5208765"/>
                  </a:lnTo>
                  <a:lnTo>
                    <a:pt x="6242177" y="5198249"/>
                  </a:lnTo>
                  <a:lnTo>
                    <a:pt x="6237986" y="5193982"/>
                  </a:lnTo>
                  <a:close/>
                </a:path>
                <a:path w="10424160" h="5213350">
                  <a:moveTo>
                    <a:pt x="6194552" y="5193982"/>
                  </a:moveTo>
                  <a:lnTo>
                    <a:pt x="6189345" y="5193982"/>
                  </a:lnTo>
                  <a:lnTo>
                    <a:pt x="6185027" y="5198249"/>
                  </a:lnTo>
                  <a:lnTo>
                    <a:pt x="6185027" y="5208765"/>
                  </a:lnTo>
                  <a:lnTo>
                    <a:pt x="6189345" y="5213032"/>
                  </a:lnTo>
                  <a:lnTo>
                    <a:pt x="6194552" y="5213032"/>
                  </a:lnTo>
                  <a:lnTo>
                    <a:pt x="6194552" y="5193982"/>
                  </a:lnTo>
                  <a:close/>
                </a:path>
                <a:path w="10424160" h="5213350">
                  <a:moveTo>
                    <a:pt x="6199886" y="5193982"/>
                  </a:moveTo>
                  <a:lnTo>
                    <a:pt x="6194552" y="5193982"/>
                  </a:lnTo>
                  <a:lnTo>
                    <a:pt x="6194552" y="5213032"/>
                  </a:lnTo>
                  <a:lnTo>
                    <a:pt x="6199886" y="5213032"/>
                  </a:lnTo>
                  <a:lnTo>
                    <a:pt x="6204077" y="5208765"/>
                  </a:lnTo>
                  <a:lnTo>
                    <a:pt x="6204077" y="5198249"/>
                  </a:lnTo>
                  <a:lnTo>
                    <a:pt x="6199886" y="5193982"/>
                  </a:lnTo>
                  <a:close/>
                </a:path>
                <a:path w="10424160" h="5213350">
                  <a:moveTo>
                    <a:pt x="6156452" y="5193982"/>
                  </a:moveTo>
                  <a:lnTo>
                    <a:pt x="6151118" y="5193982"/>
                  </a:lnTo>
                  <a:lnTo>
                    <a:pt x="6146927" y="5198249"/>
                  </a:lnTo>
                  <a:lnTo>
                    <a:pt x="6146927" y="5208765"/>
                  </a:lnTo>
                  <a:lnTo>
                    <a:pt x="6151118" y="5213032"/>
                  </a:lnTo>
                  <a:lnTo>
                    <a:pt x="6156452" y="5213032"/>
                  </a:lnTo>
                  <a:lnTo>
                    <a:pt x="6156452" y="5193982"/>
                  </a:lnTo>
                  <a:close/>
                </a:path>
                <a:path w="10424160" h="5213350">
                  <a:moveTo>
                    <a:pt x="6161659" y="5193982"/>
                  </a:moveTo>
                  <a:lnTo>
                    <a:pt x="6156452" y="5193982"/>
                  </a:lnTo>
                  <a:lnTo>
                    <a:pt x="6156452" y="5213032"/>
                  </a:lnTo>
                  <a:lnTo>
                    <a:pt x="6161659" y="5213032"/>
                  </a:lnTo>
                  <a:lnTo>
                    <a:pt x="6165977" y="5208765"/>
                  </a:lnTo>
                  <a:lnTo>
                    <a:pt x="6165977" y="5198249"/>
                  </a:lnTo>
                  <a:lnTo>
                    <a:pt x="6161659" y="5193982"/>
                  </a:lnTo>
                  <a:close/>
                </a:path>
                <a:path w="10424160" h="5213350">
                  <a:moveTo>
                    <a:pt x="6118352" y="5193982"/>
                  </a:moveTo>
                  <a:lnTo>
                    <a:pt x="6113018" y="5193982"/>
                  </a:lnTo>
                  <a:lnTo>
                    <a:pt x="6108827" y="5198249"/>
                  </a:lnTo>
                  <a:lnTo>
                    <a:pt x="6108827" y="5208765"/>
                  </a:lnTo>
                  <a:lnTo>
                    <a:pt x="6113018" y="5213032"/>
                  </a:lnTo>
                  <a:lnTo>
                    <a:pt x="6118352" y="5213032"/>
                  </a:lnTo>
                  <a:lnTo>
                    <a:pt x="6118352" y="5193982"/>
                  </a:lnTo>
                  <a:close/>
                </a:path>
                <a:path w="10424160" h="5213350">
                  <a:moveTo>
                    <a:pt x="6123559" y="5193982"/>
                  </a:moveTo>
                  <a:lnTo>
                    <a:pt x="6118352" y="5193982"/>
                  </a:lnTo>
                  <a:lnTo>
                    <a:pt x="6118352" y="5213032"/>
                  </a:lnTo>
                  <a:lnTo>
                    <a:pt x="6123559" y="5213032"/>
                  </a:lnTo>
                  <a:lnTo>
                    <a:pt x="6127877" y="5208765"/>
                  </a:lnTo>
                  <a:lnTo>
                    <a:pt x="6127877" y="5198249"/>
                  </a:lnTo>
                  <a:lnTo>
                    <a:pt x="6123559" y="5193982"/>
                  </a:lnTo>
                  <a:close/>
                </a:path>
                <a:path w="10424160" h="5213350">
                  <a:moveTo>
                    <a:pt x="6080252" y="5193982"/>
                  </a:moveTo>
                  <a:lnTo>
                    <a:pt x="6074918" y="5193982"/>
                  </a:lnTo>
                  <a:lnTo>
                    <a:pt x="6070727" y="5198249"/>
                  </a:lnTo>
                  <a:lnTo>
                    <a:pt x="6070727" y="5208765"/>
                  </a:lnTo>
                  <a:lnTo>
                    <a:pt x="6074918" y="5213032"/>
                  </a:lnTo>
                  <a:lnTo>
                    <a:pt x="6080252" y="5213032"/>
                  </a:lnTo>
                  <a:lnTo>
                    <a:pt x="6080252" y="5193982"/>
                  </a:lnTo>
                  <a:close/>
                </a:path>
                <a:path w="10424160" h="5213350">
                  <a:moveTo>
                    <a:pt x="6085459" y="5193982"/>
                  </a:moveTo>
                  <a:lnTo>
                    <a:pt x="6080252" y="5193982"/>
                  </a:lnTo>
                  <a:lnTo>
                    <a:pt x="6080252" y="5213032"/>
                  </a:lnTo>
                  <a:lnTo>
                    <a:pt x="6085459" y="5213032"/>
                  </a:lnTo>
                  <a:lnTo>
                    <a:pt x="6089777" y="5208765"/>
                  </a:lnTo>
                  <a:lnTo>
                    <a:pt x="6089777" y="5198249"/>
                  </a:lnTo>
                  <a:lnTo>
                    <a:pt x="6085459" y="5193982"/>
                  </a:lnTo>
                  <a:close/>
                </a:path>
                <a:path w="10424160" h="5213350">
                  <a:moveTo>
                    <a:pt x="6042025" y="5193982"/>
                  </a:moveTo>
                  <a:lnTo>
                    <a:pt x="6036818" y="5193982"/>
                  </a:lnTo>
                  <a:lnTo>
                    <a:pt x="6032500" y="5198249"/>
                  </a:lnTo>
                  <a:lnTo>
                    <a:pt x="6032500" y="5208765"/>
                  </a:lnTo>
                  <a:lnTo>
                    <a:pt x="6036818" y="5213032"/>
                  </a:lnTo>
                  <a:lnTo>
                    <a:pt x="6042025" y="5213032"/>
                  </a:lnTo>
                  <a:lnTo>
                    <a:pt x="6042025" y="5193982"/>
                  </a:lnTo>
                  <a:close/>
                </a:path>
                <a:path w="10424160" h="5213350">
                  <a:moveTo>
                    <a:pt x="6047359" y="5193982"/>
                  </a:moveTo>
                  <a:lnTo>
                    <a:pt x="6042152" y="5193982"/>
                  </a:lnTo>
                  <a:lnTo>
                    <a:pt x="6042152" y="5213032"/>
                  </a:lnTo>
                  <a:lnTo>
                    <a:pt x="6047359" y="5213032"/>
                  </a:lnTo>
                  <a:lnTo>
                    <a:pt x="6051677" y="5208765"/>
                  </a:lnTo>
                  <a:lnTo>
                    <a:pt x="6051677" y="5198249"/>
                  </a:lnTo>
                  <a:lnTo>
                    <a:pt x="6047359" y="5193982"/>
                  </a:lnTo>
                  <a:close/>
                </a:path>
                <a:path w="10424160" h="5213350">
                  <a:moveTo>
                    <a:pt x="6003925" y="5193982"/>
                  </a:moveTo>
                  <a:lnTo>
                    <a:pt x="5998718" y="5193982"/>
                  </a:lnTo>
                  <a:lnTo>
                    <a:pt x="5994400" y="5198249"/>
                  </a:lnTo>
                  <a:lnTo>
                    <a:pt x="5994400" y="5208765"/>
                  </a:lnTo>
                  <a:lnTo>
                    <a:pt x="5998718" y="5213032"/>
                  </a:lnTo>
                  <a:lnTo>
                    <a:pt x="6003925" y="5213032"/>
                  </a:lnTo>
                  <a:lnTo>
                    <a:pt x="6003925" y="5193982"/>
                  </a:lnTo>
                  <a:close/>
                </a:path>
                <a:path w="10424160" h="5213350">
                  <a:moveTo>
                    <a:pt x="6009259" y="5193982"/>
                  </a:moveTo>
                  <a:lnTo>
                    <a:pt x="6003925" y="5193982"/>
                  </a:lnTo>
                  <a:lnTo>
                    <a:pt x="6003925" y="5213032"/>
                  </a:lnTo>
                  <a:lnTo>
                    <a:pt x="6009259" y="5213032"/>
                  </a:lnTo>
                  <a:lnTo>
                    <a:pt x="6013450" y="5208765"/>
                  </a:lnTo>
                  <a:lnTo>
                    <a:pt x="6013450" y="5198249"/>
                  </a:lnTo>
                  <a:lnTo>
                    <a:pt x="6009259" y="5193982"/>
                  </a:lnTo>
                  <a:close/>
                </a:path>
                <a:path w="10424160" h="5213350">
                  <a:moveTo>
                    <a:pt x="5965825" y="5193982"/>
                  </a:moveTo>
                  <a:lnTo>
                    <a:pt x="5960618" y="5193982"/>
                  </a:lnTo>
                  <a:lnTo>
                    <a:pt x="5956300" y="5198249"/>
                  </a:lnTo>
                  <a:lnTo>
                    <a:pt x="5956300" y="5208765"/>
                  </a:lnTo>
                  <a:lnTo>
                    <a:pt x="5960618" y="5213032"/>
                  </a:lnTo>
                  <a:lnTo>
                    <a:pt x="5965825" y="5213032"/>
                  </a:lnTo>
                  <a:lnTo>
                    <a:pt x="5965825" y="5193982"/>
                  </a:lnTo>
                  <a:close/>
                </a:path>
                <a:path w="10424160" h="5213350">
                  <a:moveTo>
                    <a:pt x="5971159" y="5193982"/>
                  </a:moveTo>
                  <a:lnTo>
                    <a:pt x="5965825" y="5193982"/>
                  </a:lnTo>
                  <a:lnTo>
                    <a:pt x="5965825" y="5213032"/>
                  </a:lnTo>
                  <a:lnTo>
                    <a:pt x="5971159" y="5213032"/>
                  </a:lnTo>
                  <a:lnTo>
                    <a:pt x="5975350" y="5208765"/>
                  </a:lnTo>
                  <a:lnTo>
                    <a:pt x="5975350" y="5198249"/>
                  </a:lnTo>
                  <a:lnTo>
                    <a:pt x="5971159" y="5193982"/>
                  </a:lnTo>
                  <a:close/>
                </a:path>
                <a:path w="10424160" h="5213350">
                  <a:moveTo>
                    <a:pt x="5927725" y="5193982"/>
                  </a:moveTo>
                  <a:lnTo>
                    <a:pt x="5922518" y="5193982"/>
                  </a:lnTo>
                  <a:lnTo>
                    <a:pt x="5918200" y="5198249"/>
                  </a:lnTo>
                  <a:lnTo>
                    <a:pt x="5918200" y="5208765"/>
                  </a:lnTo>
                  <a:lnTo>
                    <a:pt x="5922518" y="5213032"/>
                  </a:lnTo>
                  <a:lnTo>
                    <a:pt x="5927725" y="5213032"/>
                  </a:lnTo>
                  <a:lnTo>
                    <a:pt x="5927725" y="5193982"/>
                  </a:lnTo>
                  <a:close/>
                </a:path>
                <a:path w="10424160" h="5213350">
                  <a:moveTo>
                    <a:pt x="5933059" y="5193982"/>
                  </a:moveTo>
                  <a:lnTo>
                    <a:pt x="5927725" y="5193982"/>
                  </a:lnTo>
                  <a:lnTo>
                    <a:pt x="5927725" y="5213032"/>
                  </a:lnTo>
                  <a:lnTo>
                    <a:pt x="5933059" y="5213032"/>
                  </a:lnTo>
                  <a:lnTo>
                    <a:pt x="5937250" y="5208765"/>
                  </a:lnTo>
                  <a:lnTo>
                    <a:pt x="5937250" y="5198249"/>
                  </a:lnTo>
                  <a:lnTo>
                    <a:pt x="5933059" y="5193982"/>
                  </a:lnTo>
                  <a:close/>
                </a:path>
                <a:path w="10424160" h="5213350">
                  <a:moveTo>
                    <a:pt x="5889625" y="5193982"/>
                  </a:moveTo>
                  <a:lnTo>
                    <a:pt x="5884291" y="5193982"/>
                  </a:lnTo>
                  <a:lnTo>
                    <a:pt x="5880100" y="5198249"/>
                  </a:lnTo>
                  <a:lnTo>
                    <a:pt x="5880100" y="5208765"/>
                  </a:lnTo>
                  <a:lnTo>
                    <a:pt x="5884291" y="5213032"/>
                  </a:lnTo>
                  <a:lnTo>
                    <a:pt x="5889625" y="5213032"/>
                  </a:lnTo>
                  <a:lnTo>
                    <a:pt x="5889625" y="5193982"/>
                  </a:lnTo>
                  <a:close/>
                </a:path>
                <a:path w="10424160" h="5213350">
                  <a:moveTo>
                    <a:pt x="5894832" y="5193982"/>
                  </a:moveTo>
                  <a:lnTo>
                    <a:pt x="5889625" y="5193982"/>
                  </a:lnTo>
                  <a:lnTo>
                    <a:pt x="5889625" y="5213032"/>
                  </a:lnTo>
                  <a:lnTo>
                    <a:pt x="5894832" y="5213032"/>
                  </a:lnTo>
                  <a:lnTo>
                    <a:pt x="5899150" y="5208765"/>
                  </a:lnTo>
                  <a:lnTo>
                    <a:pt x="5899150" y="5198249"/>
                  </a:lnTo>
                  <a:lnTo>
                    <a:pt x="5894832" y="5193982"/>
                  </a:lnTo>
                  <a:close/>
                </a:path>
                <a:path w="10424160" h="5213350">
                  <a:moveTo>
                    <a:pt x="5851525" y="5193982"/>
                  </a:moveTo>
                  <a:lnTo>
                    <a:pt x="5846191" y="5193982"/>
                  </a:lnTo>
                  <a:lnTo>
                    <a:pt x="5842000" y="5198249"/>
                  </a:lnTo>
                  <a:lnTo>
                    <a:pt x="5842000" y="5208765"/>
                  </a:lnTo>
                  <a:lnTo>
                    <a:pt x="5846191" y="5213032"/>
                  </a:lnTo>
                  <a:lnTo>
                    <a:pt x="5851525" y="5213032"/>
                  </a:lnTo>
                  <a:lnTo>
                    <a:pt x="5851525" y="5193982"/>
                  </a:lnTo>
                  <a:close/>
                </a:path>
                <a:path w="10424160" h="5213350">
                  <a:moveTo>
                    <a:pt x="5856732" y="5193982"/>
                  </a:moveTo>
                  <a:lnTo>
                    <a:pt x="5851525" y="5193982"/>
                  </a:lnTo>
                  <a:lnTo>
                    <a:pt x="5851525" y="5213032"/>
                  </a:lnTo>
                  <a:lnTo>
                    <a:pt x="5856732" y="5213032"/>
                  </a:lnTo>
                  <a:lnTo>
                    <a:pt x="5861050" y="5208765"/>
                  </a:lnTo>
                  <a:lnTo>
                    <a:pt x="5861050" y="5198249"/>
                  </a:lnTo>
                  <a:lnTo>
                    <a:pt x="5856732" y="5193982"/>
                  </a:lnTo>
                  <a:close/>
                </a:path>
                <a:path w="10424160" h="5213350">
                  <a:moveTo>
                    <a:pt x="5813425" y="5193982"/>
                  </a:moveTo>
                  <a:lnTo>
                    <a:pt x="5808091" y="5193982"/>
                  </a:lnTo>
                  <a:lnTo>
                    <a:pt x="5803900" y="5198249"/>
                  </a:lnTo>
                  <a:lnTo>
                    <a:pt x="5803900" y="5208765"/>
                  </a:lnTo>
                  <a:lnTo>
                    <a:pt x="5808091" y="5213032"/>
                  </a:lnTo>
                  <a:lnTo>
                    <a:pt x="5813425" y="5213032"/>
                  </a:lnTo>
                  <a:lnTo>
                    <a:pt x="5813425" y="5193982"/>
                  </a:lnTo>
                  <a:close/>
                </a:path>
                <a:path w="10424160" h="5213350">
                  <a:moveTo>
                    <a:pt x="5818632" y="5193982"/>
                  </a:moveTo>
                  <a:lnTo>
                    <a:pt x="5813425" y="5193982"/>
                  </a:lnTo>
                  <a:lnTo>
                    <a:pt x="5813425" y="5213032"/>
                  </a:lnTo>
                  <a:lnTo>
                    <a:pt x="5818632" y="5213032"/>
                  </a:lnTo>
                  <a:lnTo>
                    <a:pt x="5822950" y="5208765"/>
                  </a:lnTo>
                  <a:lnTo>
                    <a:pt x="5822950" y="5198249"/>
                  </a:lnTo>
                  <a:lnTo>
                    <a:pt x="5818632" y="5193982"/>
                  </a:lnTo>
                  <a:close/>
                </a:path>
                <a:path w="10424160" h="5213350">
                  <a:moveTo>
                    <a:pt x="5775198" y="5193982"/>
                  </a:moveTo>
                  <a:lnTo>
                    <a:pt x="5769991" y="5193982"/>
                  </a:lnTo>
                  <a:lnTo>
                    <a:pt x="5765673" y="5198249"/>
                  </a:lnTo>
                  <a:lnTo>
                    <a:pt x="5765673" y="5208765"/>
                  </a:lnTo>
                  <a:lnTo>
                    <a:pt x="5769991" y="5213032"/>
                  </a:lnTo>
                  <a:lnTo>
                    <a:pt x="5775198" y="5213032"/>
                  </a:lnTo>
                  <a:lnTo>
                    <a:pt x="5775198" y="5193982"/>
                  </a:lnTo>
                  <a:close/>
                </a:path>
                <a:path w="10424160" h="5213350">
                  <a:moveTo>
                    <a:pt x="5780532" y="5193982"/>
                  </a:moveTo>
                  <a:lnTo>
                    <a:pt x="5775325" y="5193982"/>
                  </a:lnTo>
                  <a:lnTo>
                    <a:pt x="5775325" y="5213032"/>
                  </a:lnTo>
                  <a:lnTo>
                    <a:pt x="5780532" y="5213032"/>
                  </a:lnTo>
                  <a:lnTo>
                    <a:pt x="5784850" y="5208765"/>
                  </a:lnTo>
                  <a:lnTo>
                    <a:pt x="5784850" y="5198249"/>
                  </a:lnTo>
                  <a:lnTo>
                    <a:pt x="5780532" y="5193982"/>
                  </a:lnTo>
                  <a:close/>
                </a:path>
                <a:path w="10424160" h="5213350">
                  <a:moveTo>
                    <a:pt x="5737098" y="5193982"/>
                  </a:moveTo>
                  <a:lnTo>
                    <a:pt x="5731891" y="5193982"/>
                  </a:lnTo>
                  <a:lnTo>
                    <a:pt x="5727573" y="5198249"/>
                  </a:lnTo>
                  <a:lnTo>
                    <a:pt x="5727573" y="5208765"/>
                  </a:lnTo>
                  <a:lnTo>
                    <a:pt x="5731891" y="5213032"/>
                  </a:lnTo>
                  <a:lnTo>
                    <a:pt x="5737098" y="5213032"/>
                  </a:lnTo>
                  <a:lnTo>
                    <a:pt x="5737098" y="5193982"/>
                  </a:lnTo>
                  <a:close/>
                </a:path>
                <a:path w="10424160" h="5213350">
                  <a:moveTo>
                    <a:pt x="5742432" y="5193982"/>
                  </a:moveTo>
                  <a:lnTo>
                    <a:pt x="5737098" y="5193982"/>
                  </a:lnTo>
                  <a:lnTo>
                    <a:pt x="5737098" y="5213032"/>
                  </a:lnTo>
                  <a:lnTo>
                    <a:pt x="5742432" y="5213032"/>
                  </a:lnTo>
                  <a:lnTo>
                    <a:pt x="5746623" y="5208765"/>
                  </a:lnTo>
                  <a:lnTo>
                    <a:pt x="5746623" y="5198249"/>
                  </a:lnTo>
                  <a:lnTo>
                    <a:pt x="5742432" y="5193982"/>
                  </a:lnTo>
                  <a:close/>
                </a:path>
                <a:path w="10424160" h="5213350">
                  <a:moveTo>
                    <a:pt x="5698998" y="5193982"/>
                  </a:moveTo>
                  <a:lnTo>
                    <a:pt x="5693791" y="5193982"/>
                  </a:lnTo>
                  <a:lnTo>
                    <a:pt x="5689473" y="5198249"/>
                  </a:lnTo>
                  <a:lnTo>
                    <a:pt x="5689473" y="5208765"/>
                  </a:lnTo>
                  <a:lnTo>
                    <a:pt x="5693791" y="5213032"/>
                  </a:lnTo>
                  <a:lnTo>
                    <a:pt x="5698998" y="5213032"/>
                  </a:lnTo>
                  <a:lnTo>
                    <a:pt x="5698998" y="5193982"/>
                  </a:lnTo>
                  <a:close/>
                </a:path>
                <a:path w="10424160" h="5213350">
                  <a:moveTo>
                    <a:pt x="5704332" y="5193982"/>
                  </a:moveTo>
                  <a:lnTo>
                    <a:pt x="5698998" y="5193982"/>
                  </a:lnTo>
                  <a:lnTo>
                    <a:pt x="5698998" y="5213032"/>
                  </a:lnTo>
                  <a:lnTo>
                    <a:pt x="5704332" y="5213032"/>
                  </a:lnTo>
                  <a:lnTo>
                    <a:pt x="5708523" y="5208765"/>
                  </a:lnTo>
                  <a:lnTo>
                    <a:pt x="5708523" y="5198249"/>
                  </a:lnTo>
                  <a:lnTo>
                    <a:pt x="5704332" y="5193982"/>
                  </a:lnTo>
                  <a:close/>
                </a:path>
                <a:path w="10424160" h="5213350">
                  <a:moveTo>
                    <a:pt x="5660898" y="5193982"/>
                  </a:moveTo>
                  <a:lnTo>
                    <a:pt x="5655564" y="5193982"/>
                  </a:lnTo>
                  <a:lnTo>
                    <a:pt x="5651373" y="5198249"/>
                  </a:lnTo>
                  <a:lnTo>
                    <a:pt x="5651373" y="5208765"/>
                  </a:lnTo>
                  <a:lnTo>
                    <a:pt x="5655564" y="5213032"/>
                  </a:lnTo>
                  <a:lnTo>
                    <a:pt x="5660898" y="5213032"/>
                  </a:lnTo>
                  <a:lnTo>
                    <a:pt x="5660898" y="5193982"/>
                  </a:lnTo>
                  <a:close/>
                </a:path>
                <a:path w="10424160" h="5213350">
                  <a:moveTo>
                    <a:pt x="5666105" y="5193982"/>
                  </a:moveTo>
                  <a:lnTo>
                    <a:pt x="5660898" y="5193982"/>
                  </a:lnTo>
                  <a:lnTo>
                    <a:pt x="5660898" y="5213032"/>
                  </a:lnTo>
                  <a:lnTo>
                    <a:pt x="5666105" y="5213032"/>
                  </a:lnTo>
                  <a:lnTo>
                    <a:pt x="5670423" y="5208765"/>
                  </a:lnTo>
                  <a:lnTo>
                    <a:pt x="5670423" y="5198249"/>
                  </a:lnTo>
                  <a:lnTo>
                    <a:pt x="5666105" y="5193982"/>
                  </a:lnTo>
                  <a:close/>
                </a:path>
                <a:path w="10424160" h="5213350">
                  <a:moveTo>
                    <a:pt x="5622798" y="5193982"/>
                  </a:moveTo>
                  <a:lnTo>
                    <a:pt x="5617464" y="5193982"/>
                  </a:lnTo>
                  <a:lnTo>
                    <a:pt x="5613273" y="5198249"/>
                  </a:lnTo>
                  <a:lnTo>
                    <a:pt x="5613273" y="5208765"/>
                  </a:lnTo>
                  <a:lnTo>
                    <a:pt x="5617464" y="5213032"/>
                  </a:lnTo>
                  <a:lnTo>
                    <a:pt x="5622798" y="5213032"/>
                  </a:lnTo>
                  <a:lnTo>
                    <a:pt x="5622798" y="5193982"/>
                  </a:lnTo>
                  <a:close/>
                </a:path>
                <a:path w="10424160" h="5213350">
                  <a:moveTo>
                    <a:pt x="5628005" y="5193982"/>
                  </a:moveTo>
                  <a:lnTo>
                    <a:pt x="5622798" y="5193982"/>
                  </a:lnTo>
                  <a:lnTo>
                    <a:pt x="5622798" y="5213032"/>
                  </a:lnTo>
                  <a:lnTo>
                    <a:pt x="5628005" y="5213032"/>
                  </a:lnTo>
                  <a:lnTo>
                    <a:pt x="5632323" y="5208765"/>
                  </a:lnTo>
                  <a:lnTo>
                    <a:pt x="5632323" y="5198249"/>
                  </a:lnTo>
                  <a:lnTo>
                    <a:pt x="5628005" y="5193982"/>
                  </a:lnTo>
                  <a:close/>
                </a:path>
                <a:path w="10424160" h="5213350">
                  <a:moveTo>
                    <a:pt x="5584698" y="5193982"/>
                  </a:moveTo>
                  <a:lnTo>
                    <a:pt x="5579364" y="5193982"/>
                  </a:lnTo>
                  <a:lnTo>
                    <a:pt x="5575173" y="5198249"/>
                  </a:lnTo>
                  <a:lnTo>
                    <a:pt x="5575173" y="5208765"/>
                  </a:lnTo>
                  <a:lnTo>
                    <a:pt x="5579364" y="5213032"/>
                  </a:lnTo>
                  <a:lnTo>
                    <a:pt x="5584698" y="5213032"/>
                  </a:lnTo>
                  <a:lnTo>
                    <a:pt x="5584698" y="5193982"/>
                  </a:lnTo>
                  <a:close/>
                </a:path>
                <a:path w="10424160" h="5213350">
                  <a:moveTo>
                    <a:pt x="5589905" y="5193982"/>
                  </a:moveTo>
                  <a:lnTo>
                    <a:pt x="5584698" y="5193982"/>
                  </a:lnTo>
                  <a:lnTo>
                    <a:pt x="5584698" y="5213032"/>
                  </a:lnTo>
                  <a:lnTo>
                    <a:pt x="5589905" y="5213032"/>
                  </a:lnTo>
                  <a:lnTo>
                    <a:pt x="5594223" y="5208765"/>
                  </a:lnTo>
                  <a:lnTo>
                    <a:pt x="5594223" y="5198249"/>
                  </a:lnTo>
                  <a:lnTo>
                    <a:pt x="5589905" y="5193982"/>
                  </a:lnTo>
                  <a:close/>
                </a:path>
                <a:path w="10424160" h="5213350">
                  <a:moveTo>
                    <a:pt x="5546471" y="5193982"/>
                  </a:moveTo>
                  <a:lnTo>
                    <a:pt x="5541264" y="5193982"/>
                  </a:lnTo>
                  <a:lnTo>
                    <a:pt x="5536946" y="5198249"/>
                  </a:lnTo>
                  <a:lnTo>
                    <a:pt x="5536946" y="5208765"/>
                  </a:lnTo>
                  <a:lnTo>
                    <a:pt x="5541264" y="5213032"/>
                  </a:lnTo>
                  <a:lnTo>
                    <a:pt x="5546471" y="5213032"/>
                  </a:lnTo>
                  <a:lnTo>
                    <a:pt x="5546471" y="5193982"/>
                  </a:lnTo>
                  <a:close/>
                </a:path>
                <a:path w="10424160" h="5213350">
                  <a:moveTo>
                    <a:pt x="5551805" y="5193982"/>
                  </a:moveTo>
                  <a:lnTo>
                    <a:pt x="5546598" y="5193982"/>
                  </a:lnTo>
                  <a:lnTo>
                    <a:pt x="5546598" y="5213032"/>
                  </a:lnTo>
                  <a:lnTo>
                    <a:pt x="5551805" y="5213032"/>
                  </a:lnTo>
                  <a:lnTo>
                    <a:pt x="5556123" y="5208765"/>
                  </a:lnTo>
                  <a:lnTo>
                    <a:pt x="5556123" y="5198249"/>
                  </a:lnTo>
                  <a:lnTo>
                    <a:pt x="5551805" y="5193982"/>
                  </a:lnTo>
                  <a:close/>
                </a:path>
                <a:path w="10424160" h="5213350">
                  <a:moveTo>
                    <a:pt x="5508371" y="5193982"/>
                  </a:moveTo>
                  <a:lnTo>
                    <a:pt x="5503164" y="5193982"/>
                  </a:lnTo>
                  <a:lnTo>
                    <a:pt x="5498846" y="5198249"/>
                  </a:lnTo>
                  <a:lnTo>
                    <a:pt x="5498846" y="5208765"/>
                  </a:lnTo>
                  <a:lnTo>
                    <a:pt x="5503164" y="5213032"/>
                  </a:lnTo>
                  <a:lnTo>
                    <a:pt x="5508371" y="5213032"/>
                  </a:lnTo>
                  <a:lnTo>
                    <a:pt x="5508371" y="5193982"/>
                  </a:lnTo>
                  <a:close/>
                </a:path>
                <a:path w="10424160" h="5213350">
                  <a:moveTo>
                    <a:pt x="5513705" y="5193982"/>
                  </a:moveTo>
                  <a:lnTo>
                    <a:pt x="5508371" y="5193982"/>
                  </a:lnTo>
                  <a:lnTo>
                    <a:pt x="5508371" y="5213032"/>
                  </a:lnTo>
                  <a:lnTo>
                    <a:pt x="5513705" y="5213032"/>
                  </a:lnTo>
                  <a:lnTo>
                    <a:pt x="5517896" y="5208765"/>
                  </a:lnTo>
                  <a:lnTo>
                    <a:pt x="5517896" y="5198249"/>
                  </a:lnTo>
                  <a:lnTo>
                    <a:pt x="5513705" y="5193982"/>
                  </a:lnTo>
                  <a:close/>
                </a:path>
                <a:path w="10424160" h="5213350">
                  <a:moveTo>
                    <a:pt x="5470271" y="5193982"/>
                  </a:moveTo>
                  <a:lnTo>
                    <a:pt x="5465064" y="5193982"/>
                  </a:lnTo>
                  <a:lnTo>
                    <a:pt x="5460746" y="5198249"/>
                  </a:lnTo>
                  <a:lnTo>
                    <a:pt x="5460746" y="5208765"/>
                  </a:lnTo>
                  <a:lnTo>
                    <a:pt x="5465064" y="5213032"/>
                  </a:lnTo>
                  <a:lnTo>
                    <a:pt x="5470271" y="5213032"/>
                  </a:lnTo>
                  <a:lnTo>
                    <a:pt x="5470271" y="5193982"/>
                  </a:lnTo>
                  <a:close/>
                </a:path>
                <a:path w="10424160" h="5213350">
                  <a:moveTo>
                    <a:pt x="5475605" y="5193982"/>
                  </a:moveTo>
                  <a:lnTo>
                    <a:pt x="5470271" y="5193982"/>
                  </a:lnTo>
                  <a:lnTo>
                    <a:pt x="5470271" y="5213032"/>
                  </a:lnTo>
                  <a:lnTo>
                    <a:pt x="5475605" y="5213032"/>
                  </a:lnTo>
                  <a:lnTo>
                    <a:pt x="5479796" y="5208765"/>
                  </a:lnTo>
                  <a:lnTo>
                    <a:pt x="5479796" y="5198249"/>
                  </a:lnTo>
                  <a:lnTo>
                    <a:pt x="5475605" y="5193982"/>
                  </a:lnTo>
                  <a:close/>
                </a:path>
                <a:path w="10424160" h="5213350">
                  <a:moveTo>
                    <a:pt x="5432171" y="5193982"/>
                  </a:moveTo>
                  <a:lnTo>
                    <a:pt x="5426964" y="5193982"/>
                  </a:lnTo>
                  <a:lnTo>
                    <a:pt x="5422646" y="5198249"/>
                  </a:lnTo>
                  <a:lnTo>
                    <a:pt x="5422646" y="5208765"/>
                  </a:lnTo>
                  <a:lnTo>
                    <a:pt x="5426964" y="5213032"/>
                  </a:lnTo>
                  <a:lnTo>
                    <a:pt x="5432171" y="5213032"/>
                  </a:lnTo>
                  <a:lnTo>
                    <a:pt x="5432171" y="5193982"/>
                  </a:lnTo>
                  <a:close/>
                </a:path>
                <a:path w="10424160" h="5213350">
                  <a:moveTo>
                    <a:pt x="5437505" y="5193982"/>
                  </a:moveTo>
                  <a:lnTo>
                    <a:pt x="5432171" y="5193982"/>
                  </a:lnTo>
                  <a:lnTo>
                    <a:pt x="5432171" y="5213032"/>
                  </a:lnTo>
                  <a:lnTo>
                    <a:pt x="5437505" y="5213032"/>
                  </a:lnTo>
                  <a:lnTo>
                    <a:pt x="5441696" y="5208765"/>
                  </a:lnTo>
                  <a:lnTo>
                    <a:pt x="5441696" y="5198249"/>
                  </a:lnTo>
                  <a:lnTo>
                    <a:pt x="5437505" y="5193982"/>
                  </a:lnTo>
                  <a:close/>
                </a:path>
                <a:path w="10424160" h="5213350">
                  <a:moveTo>
                    <a:pt x="5394071" y="5193982"/>
                  </a:moveTo>
                  <a:lnTo>
                    <a:pt x="5388737" y="5193982"/>
                  </a:lnTo>
                  <a:lnTo>
                    <a:pt x="5384546" y="5198249"/>
                  </a:lnTo>
                  <a:lnTo>
                    <a:pt x="5384546" y="5208765"/>
                  </a:lnTo>
                  <a:lnTo>
                    <a:pt x="5388737" y="5213032"/>
                  </a:lnTo>
                  <a:lnTo>
                    <a:pt x="5394071" y="5213032"/>
                  </a:lnTo>
                  <a:lnTo>
                    <a:pt x="5394071" y="5193982"/>
                  </a:lnTo>
                  <a:close/>
                </a:path>
                <a:path w="10424160" h="5213350">
                  <a:moveTo>
                    <a:pt x="5399278" y="5193982"/>
                  </a:moveTo>
                  <a:lnTo>
                    <a:pt x="5394071" y="5193982"/>
                  </a:lnTo>
                  <a:lnTo>
                    <a:pt x="5394071" y="5213032"/>
                  </a:lnTo>
                  <a:lnTo>
                    <a:pt x="5399278" y="5213032"/>
                  </a:lnTo>
                  <a:lnTo>
                    <a:pt x="5403596" y="5208765"/>
                  </a:lnTo>
                  <a:lnTo>
                    <a:pt x="5403596" y="5198249"/>
                  </a:lnTo>
                  <a:lnTo>
                    <a:pt x="5399278" y="5193982"/>
                  </a:lnTo>
                  <a:close/>
                </a:path>
                <a:path w="10424160" h="5213350">
                  <a:moveTo>
                    <a:pt x="5355971" y="5193982"/>
                  </a:moveTo>
                  <a:lnTo>
                    <a:pt x="5350637" y="5193982"/>
                  </a:lnTo>
                  <a:lnTo>
                    <a:pt x="5346446" y="5198249"/>
                  </a:lnTo>
                  <a:lnTo>
                    <a:pt x="5346446" y="5208765"/>
                  </a:lnTo>
                  <a:lnTo>
                    <a:pt x="5350637" y="5213032"/>
                  </a:lnTo>
                  <a:lnTo>
                    <a:pt x="5355971" y="5213032"/>
                  </a:lnTo>
                  <a:lnTo>
                    <a:pt x="5355971" y="5193982"/>
                  </a:lnTo>
                  <a:close/>
                </a:path>
                <a:path w="10424160" h="5213350">
                  <a:moveTo>
                    <a:pt x="5361178" y="5193982"/>
                  </a:moveTo>
                  <a:lnTo>
                    <a:pt x="5355971" y="5193982"/>
                  </a:lnTo>
                  <a:lnTo>
                    <a:pt x="5355971" y="5213032"/>
                  </a:lnTo>
                  <a:lnTo>
                    <a:pt x="5361178" y="5213032"/>
                  </a:lnTo>
                  <a:lnTo>
                    <a:pt x="5365496" y="5208765"/>
                  </a:lnTo>
                  <a:lnTo>
                    <a:pt x="5365496" y="5198249"/>
                  </a:lnTo>
                  <a:lnTo>
                    <a:pt x="5361178" y="5193982"/>
                  </a:lnTo>
                  <a:close/>
                </a:path>
                <a:path w="10424160" h="5213350">
                  <a:moveTo>
                    <a:pt x="5317871" y="5193982"/>
                  </a:moveTo>
                  <a:lnTo>
                    <a:pt x="5312537" y="5193982"/>
                  </a:lnTo>
                  <a:lnTo>
                    <a:pt x="5308346" y="5198249"/>
                  </a:lnTo>
                  <a:lnTo>
                    <a:pt x="5308346" y="5208765"/>
                  </a:lnTo>
                  <a:lnTo>
                    <a:pt x="5312537" y="5213032"/>
                  </a:lnTo>
                  <a:lnTo>
                    <a:pt x="5317871" y="5213032"/>
                  </a:lnTo>
                  <a:lnTo>
                    <a:pt x="5317871" y="5193982"/>
                  </a:lnTo>
                  <a:close/>
                </a:path>
                <a:path w="10424160" h="5213350">
                  <a:moveTo>
                    <a:pt x="5323078" y="5193982"/>
                  </a:moveTo>
                  <a:lnTo>
                    <a:pt x="5317871" y="5193982"/>
                  </a:lnTo>
                  <a:lnTo>
                    <a:pt x="5317871" y="5213032"/>
                  </a:lnTo>
                  <a:lnTo>
                    <a:pt x="5323078" y="5213032"/>
                  </a:lnTo>
                  <a:lnTo>
                    <a:pt x="5327396" y="5208765"/>
                  </a:lnTo>
                  <a:lnTo>
                    <a:pt x="5327396" y="5198249"/>
                  </a:lnTo>
                  <a:lnTo>
                    <a:pt x="5323078" y="5193982"/>
                  </a:lnTo>
                  <a:close/>
                </a:path>
                <a:path w="10424160" h="5213350">
                  <a:moveTo>
                    <a:pt x="5279644" y="5193982"/>
                  </a:moveTo>
                  <a:lnTo>
                    <a:pt x="5274437" y="5193982"/>
                  </a:lnTo>
                  <a:lnTo>
                    <a:pt x="5270119" y="5198249"/>
                  </a:lnTo>
                  <a:lnTo>
                    <a:pt x="5270119" y="5208765"/>
                  </a:lnTo>
                  <a:lnTo>
                    <a:pt x="5274437" y="5213032"/>
                  </a:lnTo>
                  <a:lnTo>
                    <a:pt x="5279644" y="5213032"/>
                  </a:lnTo>
                  <a:lnTo>
                    <a:pt x="5279644" y="5193982"/>
                  </a:lnTo>
                  <a:close/>
                </a:path>
                <a:path w="10424160" h="5213350">
                  <a:moveTo>
                    <a:pt x="5284978" y="5193982"/>
                  </a:moveTo>
                  <a:lnTo>
                    <a:pt x="5279771" y="5193982"/>
                  </a:lnTo>
                  <a:lnTo>
                    <a:pt x="5279771" y="5213032"/>
                  </a:lnTo>
                  <a:lnTo>
                    <a:pt x="5284978" y="5213032"/>
                  </a:lnTo>
                  <a:lnTo>
                    <a:pt x="5289296" y="5208765"/>
                  </a:lnTo>
                  <a:lnTo>
                    <a:pt x="5289296" y="5198249"/>
                  </a:lnTo>
                  <a:lnTo>
                    <a:pt x="5284978" y="5193982"/>
                  </a:lnTo>
                  <a:close/>
                </a:path>
                <a:path w="10424160" h="5213350">
                  <a:moveTo>
                    <a:pt x="5241544" y="5193982"/>
                  </a:moveTo>
                  <a:lnTo>
                    <a:pt x="5236337" y="5193982"/>
                  </a:lnTo>
                  <a:lnTo>
                    <a:pt x="5232019" y="5198249"/>
                  </a:lnTo>
                  <a:lnTo>
                    <a:pt x="5232019" y="5208765"/>
                  </a:lnTo>
                  <a:lnTo>
                    <a:pt x="5236337" y="5213032"/>
                  </a:lnTo>
                  <a:lnTo>
                    <a:pt x="5241544" y="5213032"/>
                  </a:lnTo>
                  <a:lnTo>
                    <a:pt x="5241544" y="5193982"/>
                  </a:lnTo>
                  <a:close/>
                </a:path>
                <a:path w="10424160" h="5213350">
                  <a:moveTo>
                    <a:pt x="5246878" y="5193982"/>
                  </a:moveTo>
                  <a:lnTo>
                    <a:pt x="5241544" y="5193982"/>
                  </a:lnTo>
                  <a:lnTo>
                    <a:pt x="5241544" y="5213032"/>
                  </a:lnTo>
                  <a:lnTo>
                    <a:pt x="5246878" y="5213032"/>
                  </a:lnTo>
                  <a:lnTo>
                    <a:pt x="5251069" y="5208765"/>
                  </a:lnTo>
                  <a:lnTo>
                    <a:pt x="5251069" y="5198249"/>
                  </a:lnTo>
                  <a:lnTo>
                    <a:pt x="5246878" y="5193982"/>
                  </a:lnTo>
                  <a:close/>
                </a:path>
                <a:path w="10424160" h="5213350">
                  <a:moveTo>
                    <a:pt x="5203444" y="5193982"/>
                  </a:moveTo>
                  <a:lnTo>
                    <a:pt x="5198237" y="5193982"/>
                  </a:lnTo>
                  <a:lnTo>
                    <a:pt x="5193919" y="5198249"/>
                  </a:lnTo>
                  <a:lnTo>
                    <a:pt x="5193919" y="5208765"/>
                  </a:lnTo>
                  <a:lnTo>
                    <a:pt x="5198237" y="5213032"/>
                  </a:lnTo>
                  <a:lnTo>
                    <a:pt x="5203444" y="5213032"/>
                  </a:lnTo>
                  <a:lnTo>
                    <a:pt x="5203444" y="5193982"/>
                  </a:lnTo>
                  <a:close/>
                </a:path>
                <a:path w="10424160" h="5213350">
                  <a:moveTo>
                    <a:pt x="5208778" y="5193982"/>
                  </a:moveTo>
                  <a:lnTo>
                    <a:pt x="5203444" y="5193982"/>
                  </a:lnTo>
                  <a:lnTo>
                    <a:pt x="5203444" y="5213032"/>
                  </a:lnTo>
                  <a:lnTo>
                    <a:pt x="5208778" y="5213032"/>
                  </a:lnTo>
                  <a:lnTo>
                    <a:pt x="5212969" y="5208765"/>
                  </a:lnTo>
                  <a:lnTo>
                    <a:pt x="5212969" y="5198249"/>
                  </a:lnTo>
                  <a:lnTo>
                    <a:pt x="5208778" y="5193982"/>
                  </a:lnTo>
                  <a:close/>
                </a:path>
                <a:path w="10424160" h="5213350">
                  <a:moveTo>
                    <a:pt x="5165344" y="5193982"/>
                  </a:moveTo>
                  <a:lnTo>
                    <a:pt x="5160010" y="5193982"/>
                  </a:lnTo>
                  <a:lnTo>
                    <a:pt x="5155819" y="5198249"/>
                  </a:lnTo>
                  <a:lnTo>
                    <a:pt x="5155819" y="5208765"/>
                  </a:lnTo>
                  <a:lnTo>
                    <a:pt x="5160010" y="5213032"/>
                  </a:lnTo>
                  <a:lnTo>
                    <a:pt x="5165344" y="5213032"/>
                  </a:lnTo>
                  <a:lnTo>
                    <a:pt x="5165344" y="5193982"/>
                  </a:lnTo>
                  <a:close/>
                </a:path>
                <a:path w="10424160" h="5213350">
                  <a:moveTo>
                    <a:pt x="5170551" y="5193982"/>
                  </a:moveTo>
                  <a:lnTo>
                    <a:pt x="5165344" y="5193982"/>
                  </a:lnTo>
                  <a:lnTo>
                    <a:pt x="5165344" y="5213032"/>
                  </a:lnTo>
                  <a:lnTo>
                    <a:pt x="5170551" y="5213032"/>
                  </a:lnTo>
                  <a:lnTo>
                    <a:pt x="5174869" y="5208765"/>
                  </a:lnTo>
                  <a:lnTo>
                    <a:pt x="5174869" y="5198249"/>
                  </a:lnTo>
                  <a:lnTo>
                    <a:pt x="5170551" y="5193982"/>
                  </a:lnTo>
                  <a:close/>
                </a:path>
                <a:path w="10424160" h="5213350">
                  <a:moveTo>
                    <a:pt x="5127244" y="5193982"/>
                  </a:moveTo>
                  <a:lnTo>
                    <a:pt x="5121910" y="5193982"/>
                  </a:lnTo>
                  <a:lnTo>
                    <a:pt x="5117719" y="5198249"/>
                  </a:lnTo>
                  <a:lnTo>
                    <a:pt x="5117719" y="5208765"/>
                  </a:lnTo>
                  <a:lnTo>
                    <a:pt x="5121910" y="5213032"/>
                  </a:lnTo>
                  <a:lnTo>
                    <a:pt x="5127244" y="5213032"/>
                  </a:lnTo>
                  <a:lnTo>
                    <a:pt x="5127244" y="5193982"/>
                  </a:lnTo>
                  <a:close/>
                </a:path>
                <a:path w="10424160" h="5213350">
                  <a:moveTo>
                    <a:pt x="5132451" y="5193982"/>
                  </a:moveTo>
                  <a:lnTo>
                    <a:pt x="5127244" y="5193982"/>
                  </a:lnTo>
                  <a:lnTo>
                    <a:pt x="5127244" y="5213032"/>
                  </a:lnTo>
                  <a:lnTo>
                    <a:pt x="5132451" y="5213032"/>
                  </a:lnTo>
                  <a:lnTo>
                    <a:pt x="5136769" y="5208765"/>
                  </a:lnTo>
                  <a:lnTo>
                    <a:pt x="5136769" y="5198249"/>
                  </a:lnTo>
                  <a:lnTo>
                    <a:pt x="5132451" y="5193982"/>
                  </a:lnTo>
                  <a:close/>
                </a:path>
                <a:path w="10424160" h="5213350">
                  <a:moveTo>
                    <a:pt x="5089144" y="5193982"/>
                  </a:moveTo>
                  <a:lnTo>
                    <a:pt x="5083810" y="5193982"/>
                  </a:lnTo>
                  <a:lnTo>
                    <a:pt x="5079619" y="5198249"/>
                  </a:lnTo>
                  <a:lnTo>
                    <a:pt x="5079619" y="5208765"/>
                  </a:lnTo>
                  <a:lnTo>
                    <a:pt x="5083810" y="5213032"/>
                  </a:lnTo>
                  <a:lnTo>
                    <a:pt x="5089144" y="5213032"/>
                  </a:lnTo>
                  <a:lnTo>
                    <a:pt x="5089144" y="5193982"/>
                  </a:lnTo>
                  <a:close/>
                </a:path>
                <a:path w="10424160" h="5213350">
                  <a:moveTo>
                    <a:pt x="5094351" y="5193982"/>
                  </a:moveTo>
                  <a:lnTo>
                    <a:pt x="5089144" y="5193982"/>
                  </a:lnTo>
                  <a:lnTo>
                    <a:pt x="5089144" y="5213032"/>
                  </a:lnTo>
                  <a:lnTo>
                    <a:pt x="5094351" y="5213032"/>
                  </a:lnTo>
                  <a:lnTo>
                    <a:pt x="5098669" y="5208765"/>
                  </a:lnTo>
                  <a:lnTo>
                    <a:pt x="5098669" y="5198249"/>
                  </a:lnTo>
                  <a:lnTo>
                    <a:pt x="5094351" y="5193982"/>
                  </a:lnTo>
                  <a:close/>
                </a:path>
                <a:path w="10424160" h="5213350">
                  <a:moveTo>
                    <a:pt x="5050917" y="5193982"/>
                  </a:moveTo>
                  <a:lnTo>
                    <a:pt x="5045710" y="5193982"/>
                  </a:lnTo>
                  <a:lnTo>
                    <a:pt x="5041392" y="5198249"/>
                  </a:lnTo>
                  <a:lnTo>
                    <a:pt x="5041392" y="5208765"/>
                  </a:lnTo>
                  <a:lnTo>
                    <a:pt x="5045710" y="5213032"/>
                  </a:lnTo>
                  <a:lnTo>
                    <a:pt x="5050917" y="5213032"/>
                  </a:lnTo>
                  <a:lnTo>
                    <a:pt x="5050917" y="5193982"/>
                  </a:lnTo>
                  <a:close/>
                </a:path>
                <a:path w="10424160" h="5213350">
                  <a:moveTo>
                    <a:pt x="5056251" y="5193982"/>
                  </a:moveTo>
                  <a:lnTo>
                    <a:pt x="5051044" y="5193982"/>
                  </a:lnTo>
                  <a:lnTo>
                    <a:pt x="5051044" y="5213032"/>
                  </a:lnTo>
                  <a:lnTo>
                    <a:pt x="5056251" y="5213032"/>
                  </a:lnTo>
                  <a:lnTo>
                    <a:pt x="5060569" y="5208765"/>
                  </a:lnTo>
                  <a:lnTo>
                    <a:pt x="5060569" y="5198249"/>
                  </a:lnTo>
                  <a:lnTo>
                    <a:pt x="5056251" y="5193982"/>
                  </a:lnTo>
                  <a:close/>
                </a:path>
                <a:path w="10424160" h="5213350">
                  <a:moveTo>
                    <a:pt x="5012817" y="5193982"/>
                  </a:moveTo>
                  <a:lnTo>
                    <a:pt x="5007610" y="5193982"/>
                  </a:lnTo>
                  <a:lnTo>
                    <a:pt x="5003292" y="5198249"/>
                  </a:lnTo>
                  <a:lnTo>
                    <a:pt x="5003292" y="5208765"/>
                  </a:lnTo>
                  <a:lnTo>
                    <a:pt x="5007610" y="5213032"/>
                  </a:lnTo>
                  <a:lnTo>
                    <a:pt x="5012817" y="5213032"/>
                  </a:lnTo>
                  <a:lnTo>
                    <a:pt x="5012817" y="5193982"/>
                  </a:lnTo>
                  <a:close/>
                </a:path>
                <a:path w="10424160" h="5213350">
                  <a:moveTo>
                    <a:pt x="5018151" y="5193982"/>
                  </a:moveTo>
                  <a:lnTo>
                    <a:pt x="5012817" y="5193982"/>
                  </a:lnTo>
                  <a:lnTo>
                    <a:pt x="5012817" y="5213032"/>
                  </a:lnTo>
                  <a:lnTo>
                    <a:pt x="5018151" y="5213032"/>
                  </a:lnTo>
                  <a:lnTo>
                    <a:pt x="5022342" y="5208765"/>
                  </a:lnTo>
                  <a:lnTo>
                    <a:pt x="5022342" y="5198249"/>
                  </a:lnTo>
                  <a:lnTo>
                    <a:pt x="5018151" y="5193982"/>
                  </a:lnTo>
                  <a:close/>
                </a:path>
                <a:path w="10424160" h="5213350">
                  <a:moveTo>
                    <a:pt x="4974717" y="5193982"/>
                  </a:moveTo>
                  <a:lnTo>
                    <a:pt x="4969510" y="5193982"/>
                  </a:lnTo>
                  <a:lnTo>
                    <a:pt x="4965192" y="5198249"/>
                  </a:lnTo>
                  <a:lnTo>
                    <a:pt x="4965192" y="5208765"/>
                  </a:lnTo>
                  <a:lnTo>
                    <a:pt x="4969510" y="5213032"/>
                  </a:lnTo>
                  <a:lnTo>
                    <a:pt x="4974717" y="5213032"/>
                  </a:lnTo>
                  <a:lnTo>
                    <a:pt x="4974717" y="5193982"/>
                  </a:lnTo>
                  <a:close/>
                </a:path>
                <a:path w="10424160" h="5213350">
                  <a:moveTo>
                    <a:pt x="4980051" y="5193982"/>
                  </a:moveTo>
                  <a:lnTo>
                    <a:pt x="4974717" y="5193982"/>
                  </a:lnTo>
                  <a:lnTo>
                    <a:pt x="4974717" y="5213032"/>
                  </a:lnTo>
                  <a:lnTo>
                    <a:pt x="4980051" y="5213032"/>
                  </a:lnTo>
                  <a:lnTo>
                    <a:pt x="4984242" y="5208765"/>
                  </a:lnTo>
                  <a:lnTo>
                    <a:pt x="4984242" y="5198249"/>
                  </a:lnTo>
                  <a:lnTo>
                    <a:pt x="4980051" y="5193982"/>
                  </a:lnTo>
                  <a:close/>
                </a:path>
                <a:path w="10424160" h="5213350">
                  <a:moveTo>
                    <a:pt x="4936617" y="5193982"/>
                  </a:moveTo>
                  <a:lnTo>
                    <a:pt x="4931410" y="5193982"/>
                  </a:lnTo>
                  <a:lnTo>
                    <a:pt x="4927092" y="5198249"/>
                  </a:lnTo>
                  <a:lnTo>
                    <a:pt x="4927092" y="5208765"/>
                  </a:lnTo>
                  <a:lnTo>
                    <a:pt x="4931410" y="5213032"/>
                  </a:lnTo>
                  <a:lnTo>
                    <a:pt x="4936617" y="5213032"/>
                  </a:lnTo>
                  <a:lnTo>
                    <a:pt x="4936617" y="5193982"/>
                  </a:lnTo>
                  <a:close/>
                </a:path>
                <a:path w="10424160" h="5213350">
                  <a:moveTo>
                    <a:pt x="4941951" y="5193982"/>
                  </a:moveTo>
                  <a:lnTo>
                    <a:pt x="4936617" y="5193982"/>
                  </a:lnTo>
                  <a:lnTo>
                    <a:pt x="4936617" y="5213032"/>
                  </a:lnTo>
                  <a:lnTo>
                    <a:pt x="4941951" y="5213032"/>
                  </a:lnTo>
                  <a:lnTo>
                    <a:pt x="4946142" y="5208765"/>
                  </a:lnTo>
                  <a:lnTo>
                    <a:pt x="4946142" y="5198249"/>
                  </a:lnTo>
                  <a:lnTo>
                    <a:pt x="4941951" y="5193982"/>
                  </a:lnTo>
                  <a:close/>
                </a:path>
                <a:path w="10424160" h="5213350">
                  <a:moveTo>
                    <a:pt x="4898517" y="5193982"/>
                  </a:moveTo>
                  <a:lnTo>
                    <a:pt x="4893183" y="5193982"/>
                  </a:lnTo>
                  <a:lnTo>
                    <a:pt x="4888992" y="5198249"/>
                  </a:lnTo>
                  <a:lnTo>
                    <a:pt x="4888992" y="5208765"/>
                  </a:lnTo>
                  <a:lnTo>
                    <a:pt x="4893183" y="5213032"/>
                  </a:lnTo>
                  <a:lnTo>
                    <a:pt x="4898517" y="5213032"/>
                  </a:lnTo>
                  <a:lnTo>
                    <a:pt x="4898517" y="5193982"/>
                  </a:lnTo>
                  <a:close/>
                </a:path>
                <a:path w="10424160" h="5213350">
                  <a:moveTo>
                    <a:pt x="4903724" y="5193982"/>
                  </a:moveTo>
                  <a:lnTo>
                    <a:pt x="4898517" y="5193982"/>
                  </a:lnTo>
                  <a:lnTo>
                    <a:pt x="4898517" y="5213032"/>
                  </a:lnTo>
                  <a:lnTo>
                    <a:pt x="4903724" y="5213032"/>
                  </a:lnTo>
                  <a:lnTo>
                    <a:pt x="4908042" y="5208765"/>
                  </a:lnTo>
                  <a:lnTo>
                    <a:pt x="4908042" y="5198249"/>
                  </a:lnTo>
                  <a:lnTo>
                    <a:pt x="4903724" y="5193982"/>
                  </a:lnTo>
                  <a:close/>
                </a:path>
                <a:path w="10424160" h="5213350">
                  <a:moveTo>
                    <a:pt x="4860417" y="5193982"/>
                  </a:moveTo>
                  <a:lnTo>
                    <a:pt x="4855083" y="5193982"/>
                  </a:lnTo>
                  <a:lnTo>
                    <a:pt x="4850892" y="5198249"/>
                  </a:lnTo>
                  <a:lnTo>
                    <a:pt x="4850892" y="5208765"/>
                  </a:lnTo>
                  <a:lnTo>
                    <a:pt x="4855083" y="5213032"/>
                  </a:lnTo>
                  <a:lnTo>
                    <a:pt x="4860417" y="5213032"/>
                  </a:lnTo>
                  <a:lnTo>
                    <a:pt x="4860417" y="5193982"/>
                  </a:lnTo>
                  <a:close/>
                </a:path>
                <a:path w="10424160" h="5213350">
                  <a:moveTo>
                    <a:pt x="4865624" y="5193982"/>
                  </a:moveTo>
                  <a:lnTo>
                    <a:pt x="4860417" y="5193982"/>
                  </a:lnTo>
                  <a:lnTo>
                    <a:pt x="4860417" y="5213032"/>
                  </a:lnTo>
                  <a:lnTo>
                    <a:pt x="4865624" y="5213032"/>
                  </a:lnTo>
                  <a:lnTo>
                    <a:pt x="4869942" y="5208765"/>
                  </a:lnTo>
                  <a:lnTo>
                    <a:pt x="4869942" y="5198249"/>
                  </a:lnTo>
                  <a:lnTo>
                    <a:pt x="4865624" y="5193982"/>
                  </a:lnTo>
                  <a:close/>
                </a:path>
                <a:path w="10424160" h="5213350">
                  <a:moveTo>
                    <a:pt x="4822317" y="5193982"/>
                  </a:moveTo>
                  <a:lnTo>
                    <a:pt x="4816983" y="5193982"/>
                  </a:lnTo>
                  <a:lnTo>
                    <a:pt x="4812792" y="5198249"/>
                  </a:lnTo>
                  <a:lnTo>
                    <a:pt x="4812792" y="5208765"/>
                  </a:lnTo>
                  <a:lnTo>
                    <a:pt x="4816983" y="5213032"/>
                  </a:lnTo>
                  <a:lnTo>
                    <a:pt x="4822317" y="5213032"/>
                  </a:lnTo>
                  <a:lnTo>
                    <a:pt x="4822317" y="5193982"/>
                  </a:lnTo>
                  <a:close/>
                </a:path>
                <a:path w="10424160" h="5213350">
                  <a:moveTo>
                    <a:pt x="4827524" y="5193982"/>
                  </a:moveTo>
                  <a:lnTo>
                    <a:pt x="4822317" y="5193982"/>
                  </a:lnTo>
                  <a:lnTo>
                    <a:pt x="4822317" y="5213032"/>
                  </a:lnTo>
                  <a:lnTo>
                    <a:pt x="4827524" y="5213032"/>
                  </a:lnTo>
                  <a:lnTo>
                    <a:pt x="4831842" y="5208765"/>
                  </a:lnTo>
                  <a:lnTo>
                    <a:pt x="4831842" y="5198249"/>
                  </a:lnTo>
                  <a:lnTo>
                    <a:pt x="4827524" y="5193982"/>
                  </a:lnTo>
                  <a:close/>
                </a:path>
                <a:path w="10424160" h="5213350">
                  <a:moveTo>
                    <a:pt x="4784090" y="5193982"/>
                  </a:moveTo>
                  <a:lnTo>
                    <a:pt x="4778883" y="5193982"/>
                  </a:lnTo>
                  <a:lnTo>
                    <a:pt x="4774565" y="5198249"/>
                  </a:lnTo>
                  <a:lnTo>
                    <a:pt x="4774565" y="5208765"/>
                  </a:lnTo>
                  <a:lnTo>
                    <a:pt x="4778883" y="5213032"/>
                  </a:lnTo>
                  <a:lnTo>
                    <a:pt x="4784090" y="5213032"/>
                  </a:lnTo>
                  <a:lnTo>
                    <a:pt x="4784090" y="5193982"/>
                  </a:lnTo>
                  <a:close/>
                </a:path>
                <a:path w="10424160" h="5213350">
                  <a:moveTo>
                    <a:pt x="4789424" y="5193982"/>
                  </a:moveTo>
                  <a:lnTo>
                    <a:pt x="4784217" y="5193982"/>
                  </a:lnTo>
                  <a:lnTo>
                    <a:pt x="4784217" y="5213032"/>
                  </a:lnTo>
                  <a:lnTo>
                    <a:pt x="4789424" y="5213032"/>
                  </a:lnTo>
                  <a:lnTo>
                    <a:pt x="4793742" y="5208765"/>
                  </a:lnTo>
                  <a:lnTo>
                    <a:pt x="4793742" y="5198249"/>
                  </a:lnTo>
                  <a:lnTo>
                    <a:pt x="4789424" y="5193982"/>
                  </a:lnTo>
                  <a:close/>
                </a:path>
                <a:path w="10424160" h="5213350">
                  <a:moveTo>
                    <a:pt x="4745990" y="5193982"/>
                  </a:moveTo>
                  <a:lnTo>
                    <a:pt x="4740783" y="5193982"/>
                  </a:lnTo>
                  <a:lnTo>
                    <a:pt x="4736465" y="5198249"/>
                  </a:lnTo>
                  <a:lnTo>
                    <a:pt x="4736465" y="5208765"/>
                  </a:lnTo>
                  <a:lnTo>
                    <a:pt x="4740783" y="5213032"/>
                  </a:lnTo>
                  <a:lnTo>
                    <a:pt x="4745990" y="5213032"/>
                  </a:lnTo>
                  <a:lnTo>
                    <a:pt x="4745990" y="5193982"/>
                  </a:lnTo>
                  <a:close/>
                </a:path>
                <a:path w="10424160" h="5213350">
                  <a:moveTo>
                    <a:pt x="4751324" y="5193982"/>
                  </a:moveTo>
                  <a:lnTo>
                    <a:pt x="4745990" y="5193982"/>
                  </a:lnTo>
                  <a:lnTo>
                    <a:pt x="4745990" y="5213032"/>
                  </a:lnTo>
                  <a:lnTo>
                    <a:pt x="4751324" y="5213032"/>
                  </a:lnTo>
                  <a:lnTo>
                    <a:pt x="4755515" y="5208765"/>
                  </a:lnTo>
                  <a:lnTo>
                    <a:pt x="4755515" y="5198249"/>
                  </a:lnTo>
                  <a:lnTo>
                    <a:pt x="4751324" y="5193982"/>
                  </a:lnTo>
                  <a:close/>
                </a:path>
                <a:path w="10424160" h="5213350">
                  <a:moveTo>
                    <a:pt x="4707890" y="5193982"/>
                  </a:moveTo>
                  <a:lnTo>
                    <a:pt x="4702683" y="5193982"/>
                  </a:lnTo>
                  <a:lnTo>
                    <a:pt x="4698365" y="5198249"/>
                  </a:lnTo>
                  <a:lnTo>
                    <a:pt x="4698365" y="5208765"/>
                  </a:lnTo>
                  <a:lnTo>
                    <a:pt x="4702683" y="5213032"/>
                  </a:lnTo>
                  <a:lnTo>
                    <a:pt x="4707890" y="5213032"/>
                  </a:lnTo>
                  <a:lnTo>
                    <a:pt x="4707890" y="5193982"/>
                  </a:lnTo>
                  <a:close/>
                </a:path>
                <a:path w="10424160" h="5213350">
                  <a:moveTo>
                    <a:pt x="4713224" y="5193982"/>
                  </a:moveTo>
                  <a:lnTo>
                    <a:pt x="4707890" y="5193982"/>
                  </a:lnTo>
                  <a:lnTo>
                    <a:pt x="4707890" y="5213032"/>
                  </a:lnTo>
                  <a:lnTo>
                    <a:pt x="4713224" y="5213032"/>
                  </a:lnTo>
                  <a:lnTo>
                    <a:pt x="4717415" y="5208765"/>
                  </a:lnTo>
                  <a:lnTo>
                    <a:pt x="4717415" y="5198249"/>
                  </a:lnTo>
                  <a:lnTo>
                    <a:pt x="4713224" y="5193982"/>
                  </a:lnTo>
                  <a:close/>
                </a:path>
                <a:path w="10424160" h="5213350">
                  <a:moveTo>
                    <a:pt x="4669790" y="5193982"/>
                  </a:moveTo>
                  <a:lnTo>
                    <a:pt x="4664583" y="5193982"/>
                  </a:lnTo>
                  <a:lnTo>
                    <a:pt x="4660265" y="5198249"/>
                  </a:lnTo>
                  <a:lnTo>
                    <a:pt x="4660265" y="5208765"/>
                  </a:lnTo>
                  <a:lnTo>
                    <a:pt x="4664583" y="5213032"/>
                  </a:lnTo>
                  <a:lnTo>
                    <a:pt x="4669790" y="5213032"/>
                  </a:lnTo>
                  <a:lnTo>
                    <a:pt x="4669790" y="5193982"/>
                  </a:lnTo>
                  <a:close/>
                </a:path>
                <a:path w="10424160" h="5213350">
                  <a:moveTo>
                    <a:pt x="4675124" y="5193982"/>
                  </a:moveTo>
                  <a:lnTo>
                    <a:pt x="4669790" y="5193982"/>
                  </a:lnTo>
                  <a:lnTo>
                    <a:pt x="4669790" y="5213032"/>
                  </a:lnTo>
                  <a:lnTo>
                    <a:pt x="4675124" y="5213032"/>
                  </a:lnTo>
                  <a:lnTo>
                    <a:pt x="4679315" y="5208765"/>
                  </a:lnTo>
                  <a:lnTo>
                    <a:pt x="4679315" y="5198249"/>
                  </a:lnTo>
                  <a:lnTo>
                    <a:pt x="4675124" y="5193982"/>
                  </a:lnTo>
                  <a:close/>
                </a:path>
                <a:path w="10424160" h="5213350">
                  <a:moveTo>
                    <a:pt x="4631690" y="5193982"/>
                  </a:moveTo>
                  <a:lnTo>
                    <a:pt x="4626356" y="5193982"/>
                  </a:lnTo>
                  <a:lnTo>
                    <a:pt x="4622165" y="5198249"/>
                  </a:lnTo>
                  <a:lnTo>
                    <a:pt x="4622165" y="5208765"/>
                  </a:lnTo>
                  <a:lnTo>
                    <a:pt x="4626356" y="5213032"/>
                  </a:lnTo>
                  <a:lnTo>
                    <a:pt x="4631690" y="5213032"/>
                  </a:lnTo>
                  <a:lnTo>
                    <a:pt x="4631690" y="5193982"/>
                  </a:lnTo>
                  <a:close/>
                </a:path>
                <a:path w="10424160" h="5213350">
                  <a:moveTo>
                    <a:pt x="4636897" y="5193982"/>
                  </a:moveTo>
                  <a:lnTo>
                    <a:pt x="4631690" y="5193982"/>
                  </a:lnTo>
                  <a:lnTo>
                    <a:pt x="4631690" y="5213032"/>
                  </a:lnTo>
                  <a:lnTo>
                    <a:pt x="4636897" y="5213032"/>
                  </a:lnTo>
                  <a:lnTo>
                    <a:pt x="4641215" y="5208765"/>
                  </a:lnTo>
                  <a:lnTo>
                    <a:pt x="4641215" y="5198249"/>
                  </a:lnTo>
                  <a:lnTo>
                    <a:pt x="4636897" y="5193982"/>
                  </a:lnTo>
                  <a:close/>
                </a:path>
                <a:path w="10424160" h="5213350">
                  <a:moveTo>
                    <a:pt x="4593590" y="5193982"/>
                  </a:moveTo>
                  <a:lnTo>
                    <a:pt x="4588256" y="5193982"/>
                  </a:lnTo>
                  <a:lnTo>
                    <a:pt x="4584065" y="5198249"/>
                  </a:lnTo>
                  <a:lnTo>
                    <a:pt x="4584065" y="5208765"/>
                  </a:lnTo>
                  <a:lnTo>
                    <a:pt x="4588256" y="5213032"/>
                  </a:lnTo>
                  <a:lnTo>
                    <a:pt x="4593590" y="5213032"/>
                  </a:lnTo>
                  <a:lnTo>
                    <a:pt x="4593590" y="5193982"/>
                  </a:lnTo>
                  <a:close/>
                </a:path>
                <a:path w="10424160" h="5213350">
                  <a:moveTo>
                    <a:pt x="4598797" y="5193982"/>
                  </a:moveTo>
                  <a:lnTo>
                    <a:pt x="4593590" y="5193982"/>
                  </a:lnTo>
                  <a:lnTo>
                    <a:pt x="4593590" y="5213032"/>
                  </a:lnTo>
                  <a:lnTo>
                    <a:pt x="4598797" y="5213032"/>
                  </a:lnTo>
                  <a:lnTo>
                    <a:pt x="4603115" y="5208765"/>
                  </a:lnTo>
                  <a:lnTo>
                    <a:pt x="4603115" y="5198249"/>
                  </a:lnTo>
                  <a:lnTo>
                    <a:pt x="4598797" y="5193982"/>
                  </a:lnTo>
                  <a:close/>
                </a:path>
                <a:path w="10424160" h="5213350">
                  <a:moveTo>
                    <a:pt x="4555363" y="5193982"/>
                  </a:moveTo>
                  <a:lnTo>
                    <a:pt x="4550156" y="5193982"/>
                  </a:lnTo>
                  <a:lnTo>
                    <a:pt x="4545838" y="5198249"/>
                  </a:lnTo>
                  <a:lnTo>
                    <a:pt x="4545838" y="5208765"/>
                  </a:lnTo>
                  <a:lnTo>
                    <a:pt x="4550156" y="5213032"/>
                  </a:lnTo>
                  <a:lnTo>
                    <a:pt x="4555363" y="5213032"/>
                  </a:lnTo>
                  <a:lnTo>
                    <a:pt x="4555363" y="5193982"/>
                  </a:lnTo>
                  <a:close/>
                </a:path>
                <a:path w="10424160" h="5213350">
                  <a:moveTo>
                    <a:pt x="4555490" y="5206682"/>
                  </a:moveTo>
                  <a:lnTo>
                    <a:pt x="4555363" y="5206682"/>
                  </a:lnTo>
                  <a:lnTo>
                    <a:pt x="4555363" y="5213032"/>
                  </a:lnTo>
                  <a:lnTo>
                    <a:pt x="4555490" y="5213032"/>
                  </a:lnTo>
                  <a:lnTo>
                    <a:pt x="4555490" y="5206682"/>
                  </a:lnTo>
                  <a:close/>
                </a:path>
                <a:path w="10424160" h="5213350">
                  <a:moveTo>
                    <a:pt x="4560697" y="5193982"/>
                  </a:moveTo>
                  <a:lnTo>
                    <a:pt x="4555490" y="5193982"/>
                  </a:lnTo>
                  <a:lnTo>
                    <a:pt x="4555490" y="5213032"/>
                  </a:lnTo>
                  <a:lnTo>
                    <a:pt x="4560697" y="5213032"/>
                  </a:lnTo>
                  <a:lnTo>
                    <a:pt x="4565015" y="5208765"/>
                  </a:lnTo>
                  <a:lnTo>
                    <a:pt x="4565015" y="5198249"/>
                  </a:lnTo>
                  <a:lnTo>
                    <a:pt x="4560697" y="5193982"/>
                  </a:lnTo>
                  <a:close/>
                </a:path>
                <a:path w="10424160" h="5213350">
                  <a:moveTo>
                    <a:pt x="4555490" y="5193982"/>
                  </a:moveTo>
                  <a:lnTo>
                    <a:pt x="4555363" y="5193982"/>
                  </a:lnTo>
                  <a:lnTo>
                    <a:pt x="4555363" y="5200332"/>
                  </a:lnTo>
                  <a:lnTo>
                    <a:pt x="4555490" y="5200332"/>
                  </a:lnTo>
                  <a:lnTo>
                    <a:pt x="4555490" y="5193982"/>
                  </a:lnTo>
                  <a:close/>
                </a:path>
                <a:path w="10424160" h="5213350">
                  <a:moveTo>
                    <a:pt x="4517263" y="5193982"/>
                  </a:moveTo>
                  <a:lnTo>
                    <a:pt x="4512056" y="5193982"/>
                  </a:lnTo>
                  <a:lnTo>
                    <a:pt x="4507738" y="5198249"/>
                  </a:lnTo>
                  <a:lnTo>
                    <a:pt x="4507738" y="5208765"/>
                  </a:lnTo>
                  <a:lnTo>
                    <a:pt x="4512056" y="5213032"/>
                  </a:lnTo>
                  <a:lnTo>
                    <a:pt x="4517263" y="5213032"/>
                  </a:lnTo>
                  <a:lnTo>
                    <a:pt x="4517263" y="5193982"/>
                  </a:lnTo>
                  <a:close/>
                </a:path>
                <a:path w="10424160" h="5213350">
                  <a:moveTo>
                    <a:pt x="4522597" y="5193982"/>
                  </a:moveTo>
                  <a:lnTo>
                    <a:pt x="4517263" y="5193982"/>
                  </a:lnTo>
                  <a:lnTo>
                    <a:pt x="4517263" y="5213032"/>
                  </a:lnTo>
                  <a:lnTo>
                    <a:pt x="4522597" y="5213032"/>
                  </a:lnTo>
                  <a:lnTo>
                    <a:pt x="4526788" y="5208765"/>
                  </a:lnTo>
                  <a:lnTo>
                    <a:pt x="4526788" y="5198249"/>
                  </a:lnTo>
                  <a:lnTo>
                    <a:pt x="4522597" y="5193982"/>
                  </a:lnTo>
                  <a:close/>
                </a:path>
                <a:path w="10424160" h="5213350">
                  <a:moveTo>
                    <a:pt x="4479163" y="5193982"/>
                  </a:moveTo>
                  <a:lnTo>
                    <a:pt x="4473956" y="5193982"/>
                  </a:lnTo>
                  <a:lnTo>
                    <a:pt x="4469638" y="5198249"/>
                  </a:lnTo>
                  <a:lnTo>
                    <a:pt x="4469638" y="5208765"/>
                  </a:lnTo>
                  <a:lnTo>
                    <a:pt x="4473956" y="5213032"/>
                  </a:lnTo>
                  <a:lnTo>
                    <a:pt x="4479163" y="5213032"/>
                  </a:lnTo>
                  <a:lnTo>
                    <a:pt x="4479163" y="5193982"/>
                  </a:lnTo>
                  <a:close/>
                </a:path>
                <a:path w="10424160" h="5213350">
                  <a:moveTo>
                    <a:pt x="4484497" y="5193982"/>
                  </a:moveTo>
                  <a:lnTo>
                    <a:pt x="4479163" y="5193982"/>
                  </a:lnTo>
                  <a:lnTo>
                    <a:pt x="4479163" y="5213032"/>
                  </a:lnTo>
                  <a:lnTo>
                    <a:pt x="4484497" y="5213032"/>
                  </a:lnTo>
                  <a:lnTo>
                    <a:pt x="4488688" y="5208765"/>
                  </a:lnTo>
                  <a:lnTo>
                    <a:pt x="4488688" y="5198249"/>
                  </a:lnTo>
                  <a:lnTo>
                    <a:pt x="4484497" y="5193982"/>
                  </a:lnTo>
                  <a:close/>
                </a:path>
                <a:path w="10424160" h="5213350">
                  <a:moveTo>
                    <a:pt x="4441063" y="5193982"/>
                  </a:moveTo>
                  <a:lnTo>
                    <a:pt x="4435856" y="5193982"/>
                  </a:lnTo>
                  <a:lnTo>
                    <a:pt x="4431538" y="5198249"/>
                  </a:lnTo>
                  <a:lnTo>
                    <a:pt x="4431538" y="5208765"/>
                  </a:lnTo>
                  <a:lnTo>
                    <a:pt x="4435856" y="5213032"/>
                  </a:lnTo>
                  <a:lnTo>
                    <a:pt x="4441063" y="5213032"/>
                  </a:lnTo>
                  <a:lnTo>
                    <a:pt x="4441063" y="5193982"/>
                  </a:lnTo>
                  <a:close/>
                </a:path>
                <a:path w="10424160" h="5213350">
                  <a:moveTo>
                    <a:pt x="4446397" y="5193982"/>
                  </a:moveTo>
                  <a:lnTo>
                    <a:pt x="4441063" y="5193982"/>
                  </a:lnTo>
                  <a:lnTo>
                    <a:pt x="4441063" y="5213032"/>
                  </a:lnTo>
                  <a:lnTo>
                    <a:pt x="4446397" y="5213032"/>
                  </a:lnTo>
                  <a:lnTo>
                    <a:pt x="4450588" y="5208765"/>
                  </a:lnTo>
                  <a:lnTo>
                    <a:pt x="4450588" y="5198249"/>
                  </a:lnTo>
                  <a:lnTo>
                    <a:pt x="4446397" y="5193982"/>
                  </a:lnTo>
                  <a:close/>
                </a:path>
                <a:path w="10424160" h="5213350">
                  <a:moveTo>
                    <a:pt x="4402963" y="5193982"/>
                  </a:moveTo>
                  <a:lnTo>
                    <a:pt x="4397629" y="5193982"/>
                  </a:lnTo>
                  <a:lnTo>
                    <a:pt x="4393438" y="5198249"/>
                  </a:lnTo>
                  <a:lnTo>
                    <a:pt x="4393438" y="5208765"/>
                  </a:lnTo>
                  <a:lnTo>
                    <a:pt x="4397629" y="5213032"/>
                  </a:lnTo>
                  <a:lnTo>
                    <a:pt x="4402963" y="5213032"/>
                  </a:lnTo>
                  <a:lnTo>
                    <a:pt x="4402963" y="5193982"/>
                  </a:lnTo>
                  <a:close/>
                </a:path>
                <a:path w="10424160" h="5213350">
                  <a:moveTo>
                    <a:pt x="4408170" y="5193982"/>
                  </a:moveTo>
                  <a:lnTo>
                    <a:pt x="4402963" y="5193982"/>
                  </a:lnTo>
                  <a:lnTo>
                    <a:pt x="4402963" y="5213032"/>
                  </a:lnTo>
                  <a:lnTo>
                    <a:pt x="4408170" y="5213032"/>
                  </a:lnTo>
                  <a:lnTo>
                    <a:pt x="4412488" y="5208765"/>
                  </a:lnTo>
                  <a:lnTo>
                    <a:pt x="4412488" y="5198249"/>
                  </a:lnTo>
                  <a:lnTo>
                    <a:pt x="4408170" y="5193982"/>
                  </a:lnTo>
                  <a:close/>
                </a:path>
                <a:path w="10424160" h="5213350">
                  <a:moveTo>
                    <a:pt x="4364863" y="5193982"/>
                  </a:moveTo>
                  <a:lnTo>
                    <a:pt x="4359529" y="5193982"/>
                  </a:lnTo>
                  <a:lnTo>
                    <a:pt x="4355338" y="5198249"/>
                  </a:lnTo>
                  <a:lnTo>
                    <a:pt x="4355338" y="5208765"/>
                  </a:lnTo>
                  <a:lnTo>
                    <a:pt x="4359529" y="5213032"/>
                  </a:lnTo>
                  <a:lnTo>
                    <a:pt x="4364863" y="5213032"/>
                  </a:lnTo>
                  <a:lnTo>
                    <a:pt x="4364863" y="5193982"/>
                  </a:lnTo>
                  <a:close/>
                </a:path>
                <a:path w="10424160" h="5213350">
                  <a:moveTo>
                    <a:pt x="4370070" y="5193982"/>
                  </a:moveTo>
                  <a:lnTo>
                    <a:pt x="4364863" y="5193982"/>
                  </a:lnTo>
                  <a:lnTo>
                    <a:pt x="4364863" y="5213032"/>
                  </a:lnTo>
                  <a:lnTo>
                    <a:pt x="4370070" y="5213032"/>
                  </a:lnTo>
                  <a:lnTo>
                    <a:pt x="4374388" y="5208765"/>
                  </a:lnTo>
                  <a:lnTo>
                    <a:pt x="4374388" y="5198249"/>
                  </a:lnTo>
                  <a:lnTo>
                    <a:pt x="4370070" y="5193982"/>
                  </a:lnTo>
                  <a:close/>
                </a:path>
                <a:path w="10424160" h="5213350">
                  <a:moveTo>
                    <a:pt x="4326763" y="5193982"/>
                  </a:moveTo>
                  <a:lnTo>
                    <a:pt x="4321429" y="5193982"/>
                  </a:lnTo>
                  <a:lnTo>
                    <a:pt x="4317238" y="5198249"/>
                  </a:lnTo>
                  <a:lnTo>
                    <a:pt x="4317238" y="5208765"/>
                  </a:lnTo>
                  <a:lnTo>
                    <a:pt x="4321429" y="5213032"/>
                  </a:lnTo>
                  <a:lnTo>
                    <a:pt x="4326763" y="5213032"/>
                  </a:lnTo>
                  <a:lnTo>
                    <a:pt x="4326763" y="5193982"/>
                  </a:lnTo>
                  <a:close/>
                </a:path>
                <a:path w="10424160" h="5213350">
                  <a:moveTo>
                    <a:pt x="4331970" y="5193982"/>
                  </a:moveTo>
                  <a:lnTo>
                    <a:pt x="4326763" y="5193982"/>
                  </a:lnTo>
                  <a:lnTo>
                    <a:pt x="4326763" y="5213032"/>
                  </a:lnTo>
                  <a:lnTo>
                    <a:pt x="4331970" y="5213032"/>
                  </a:lnTo>
                  <a:lnTo>
                    <a:pt x="4336288" y="5208765"/>
                  </a:lnTo>
                  <a:lnTo>
                    <a:pt x="4336288" y="5198249"/>
                  </a:lnTo>
                  <a:lnTo>
                    <a:pt x="4331970" y="5193982"/>
                  </a:lnTo>
                  <a:close/>
                </a:path>
                <a:path w="10424160" h="5213350">
                  <a:moveTo>
                    <a:pt x="4288536" y="5193982"/>
                  </a:moveTo>
                  <a:lnTo>
                    <a:pt x="4283329" y="5193982"/>
                  </a:lnTo>
                  <a:lnTo>
                    <a:pt x="4279011" y="5198249"/>
                  </a:lnTo>
                  <a:lnTo>
                    <a:pt x="4279011" y="5208765"/>
                  </a:lnTo>
                  <a:lnTo>
                    <a:pt x="4283329" y="5213032"/>
                  </a:lnTo>
                  <a:lnTo>
                    <a:pt x="4288536" y="5213032"/>
                  </a:lnTo>
                  <a:lnTo>
                    <a:pt x="4288536" y="5193982"/>
                  </a:lnTo>
                  <a:close/>
                </a:path>
                <a:path w="10424160" h="5213350">
                  <a:moveTo>
                    <a:pt x="4293870" y="5193982"/>
                  </a:moveTo>
                  <a:lnTo>
                    <a:pt x="4288663" y="5193982"/>
                  </a:lnTo>
                  <a:lnTo>
                    <a:pt x="4288663" y="5213032"/>
                  </a:lnTo>
                  <a:lnTo>
                    <a:pt x="4293870" y="5213032"/>
                  </a:lnTo>
                  <a:lnTo>
                    <a:pt x="4298188" y="5208765"/>
                  </a:lnTo>
                  <a:lnTo>
                    <a:pt x="4298188" y="5198249"/>
                  </a:lnTo>
                  <a:lnTo>
                    <a:pt x="4293870" y="5193982"/>
                  </a:lnTo>
                  <a:close/>
                </a:path>
                <a:path w="10424160" h="5213350">
                  <a:moveTo>
                    <a:pt x="4250436" y="5193982"/>
                  </a:moveTo>
                  <a:lnTo>
                    <a:pt x="4245229" y="5193982"/>
                  </a:lnTo>
                  <a:lnTo>
                    <a:pt x="4240911" y="5198249"/>
                  </a:lnTo>
                  <a:lnTo>
                    <a:pt x="4240911" y="5208765"/>
                  </a:lnTo>
                  <a:lnTo>
                    <a:pt x="4245229" y="5213032"/>
                  </a:lnTo>
                  <a:lnTo>
                    <a:pt x="4250436" y="5213032"/>
                  </a:lnTo>
                  <a:lnTo>
                    <a:pt x="4250436" y="5193982"/>
                  </a:lnTo>
                  <a:close/>
                </a:path>
                <a:path w="10424160" h="5213350">
                  <a:moveTo>
                    <a:pt x="4255770" y="5193982"/>
                  </a:moveTo>
                  <a:lnTo>
                    <a:pt x="4250436" y="5193982"/>
                  </a:lnTo>
                  <a:lnTo>
                    <a:pt x="4250436" y="5213032"/>
                  </a:lnTo>
                  <a:lnTo>
                    <a:pt x="4255770" y="5213032"/>
                  </a:lnTo>
                  <a:lnTo>
                    <a:pt x="4259961" y="5208765"/>
                  </a:lnTo>
                  <a:lnTo>
                    <a:pt x="4259961" y="5198249"/>
                  </a:lnTo>
                  <a:lnTo>
                    <a:pt x="4255770" y="5193982"/>
                  </a:lnTo>
                  <a:close/>
                </a:path>
                <a:path w="10424160" h="5213350">
                  <a:moveTo>
                    <a:pt x="4212336" y="5193982"/>
                  </a:moveTo>
                  <a:lnTo>
                    <a:pt x="4207129" y="5193982"/>
                  </a:lnTo>
                  <a:lnTo>
                    <a:pt x="4202811" y="5198249"/>
                  </a:lnTo>
                  <a:lnTo>
                    <a:pt x="4202811" y="5208765"/>
                  </a:lnTo>
                  <a:lnTo>
                    <a:pt x="4207129" y="5213032"/>
                  </a:lnTo>
                  <a:lnTo>
                    <a:pt x="4212336" y="5213032"/>
                  </a:lnTo>
                  <a:lnTo>
                    <a:pt x="4212336" y="5193982"/>
                  </a:lnTo>
                  <a:close/>
                </a:path>
                <a:path w="10424160" h="5213350">
                  <a:moveTo>
                    <a:pt x="4217670" y="5193982"/>
                  </a:moveTo>
                  <a:lnTo>
                    <a:pt x="4212336" y="5193982"/>
                  </a:lnTo>
                  <a:lnTo>
                    <a:pt x="4212336" y="5213032"/>
                  </a:lnTo>
                  <a:lnTo>
                    <a:pt x="4217670" y="5213032"/>
                  </a:lnTo>
                  <a:lnTo>
                    <a:pt x="4221861" y="5208765"/>
                  </a:lnTo>
                  <a:lnTo>
                    <a:pt x="4221861" y="5198249"/>
                  </a:lnTo>
                  <a:lnTo>
                    <a:pt x="4217670" y="5193982"/>
                  </a:lnTo>
                  <a:close/>
                </a:path>
                <a:path w="10424160" h="5213350">
                  <a:moveTo>
                    <a:pt x="4174236" y="5193982"/>
                  </a:moveTo>
                  <a:lnTo>
                    <a:pt x="4169029" y="5193982"/>
                  </a:lnTo>
                  <a:lnTo>
                    <a:pt x="4164711" y="5198249"/>
                  </a:lnTo>
                  <a:lnTo>
                    <a:pt x="4164711" y="5208765"/>
                  </a:lnTo>
                  <a:lnTo>
                    <a:pt x="4169029" y="5213032"/>
                  </a:lnTo>
                  <a:lnTo>
                    <a:pt x="4174236" y="5213032"/>
                  </a:lnTo>
                  <a:lnTo>
                    <a:pt x="4174236" y="5193982"/>
                  </a:lnTo>
                  <a:close/>
                </a:path>
                <a:path w="10424160" h="5213350">
                  <a:moveTo>
                    <a:pt x="4179570" y="5193982"/>
                  </a:moveTo>
                  <a:lnTo>
                    <a:pt x="4174236" y="5193982"/>
                  </a:lnTo>
                  <a:lnTo>
                    <a:pt x="4174236" y="5213032"/>
                  </a:lnTo>
                  <a:lnTo>
                    <a:pt x="4179570" y="5213032"/>
                  </a:lnTo>
                  <a:lnTo>
                    <a:pt x="4183761" y="5208765"/>
                  </a:lnTo>
                  <a:lnTo>
                    <a:pt x="4183761" y="5198249"/>
                  </a:lnTo>
                  <a:lnTo>
                    <a:pt x="4179570" y="5193982"/>
                  </a:lnTo>
                  <a:close/>
                </a:path>
                <a:path w="10424160" h="5213350">
                  <a:moveTo>
                    <a:pt x="4136136" y="5193982"/>
                  </a:moveTo>
                  <a:lnTo>
                    <a:pt x="4130802" y="5193982"/>
                  </a:lnTo>
                  <a:lnTo>
                    <a:pt x="4126611" y="5198249"/>
                  </a:lnTo>
                  <a:lnTo>
                    <a:pt x="4126611" y="5208765"/>
                  </a:lnTo>
                  <a:lnTo>
                    <a:pt x="4130802" y="5213032"/>
                  </a:lnTo>
                  <a:lnTo>
                    <a:pt x="4136136" y="5213032"/>
                  </a:lnTo>
                  <a:lnTo>
                    <a:pt x="4136136" y="5193982"/>
                  </a:lnTo>
                  <a:close/>
                </a:path>
                <a:path w="10424160" h="5213350">
                  <a:moveTo>
                    <a:pt x="4141343" y="5193982"/>
                  </a:moveTo>
                  <a:lnTo>
                    <a:pt x="4136136" y="5193982"/>
                  </a:lnTo>
                  <a:lnTo>
                    <a:pt x="4136136" y="5213032"/>
                  </a:lnTo>
                  <a:lnTo>
                    <a:pt x="4141343" y="5213032"/>
                  </a:lnTo>
                  <a:lnTo>
                    <a:pt x="4145661" y="5208765"/>
                  </a:lnTo>
                  <a:lnTo>
                    <a:pt x="4145661" y="5198249"/>
                  </a:lnTo>
                  <a:lnTo>
                    <a:pt x="4141343" y="5193982"/>
                  </a:lnTo>
                  <a:close/>
                </a:path>
                <a:path w="10424160" h="5213350">
                  <a:moveTo>
                    <a:pt x="4098036" y="5193982"/>
                  </a:moveTo>
                  <a:lnTo>
                    <a:pt x="4092702" y="5193982"/>
                  </a:lnTo>
                  <a:lnTo>
                    <a:pt x="4088511" y="5198249"/>
                  </a:lnTo>
                  <a:lnTo>
                    <a:pt x="4088511" y="5208765"/>
                  </a:lnTo>
                  <a:lnTo>
                    <a:pt x="4092702" y="5213032"/>
                  </a:lnTo>
                  <a:lnTo>
                    <a:pt x="4098036" y="5213032"/>
                  </a:lnTo>
                  <a:lnTo>
                    <a:pt x="4098036" y="5193982"/>
                  </a:lnTo>
                  <a:close/>
                </a:path>
                <a:path w="10424160" h="5213350">
                  <a:moveTo>
                    <a:pt x="4103243" y="5193982"/>
                  </a:moveTo>
                  <a:lnTo>
                    <a:pt x="4098036" y="5193982"/>
                  </a:lnTo>
                  <a:lnTo>
                    <a:pt x="4098036" y="5213032"/>
                  </a:lnTo>
                  <a:lnTo>
                    <a:pt x="4103243" y="5213032"/>
                  </a:lnTo>
                  <a:lnTo>
                    <a:pt x="4107561" y="5208765"/>
                  </a:lnTo>
                  <a:lnTo>
                    <a:pt x="4107561" y="5198249"/>
                  </a:lnTo>
                  <a:lnTo>
                    <a:pt x="4103243" y="5193982"/>
                  </a:lnTo>
                  <a:close/>
                </a:path>
                <a:path w="10424160" h="5213350">
                  <a:moveTo>
                    <a:pt x="4059809" y="5193982"/>
                  </a:moveTo>
                  <a:lnTo>
                    <a:pt x="4054602" y="5193982"/>
                  </a:lnTo>
                  <a:lnTo>
                    <a:pt x="4050284" y="5198249"/>
                  </a:lnTo>
                  <a:lnTo>
                    <a:pt x="4050284" y="5208765"/>
                  </a:lnTo>
                  <a:lnTo>
                    <a:pt x="4054602" y="5213032"/>
                  </a:lnTo>
                  <a:lnTo>
                    <a:pt x="4059809" y="5213032"/>
                  </a:lnTo>
                  <a:lnTo>
                    <a:pt x="4059809" y="5193982"/>
                  </a:lnTo>
                  <a:close/>
                </a:path>
                <a:path w="10424160" h="5213350">
                  <a:moveTo>
                    <a:pt x="4065143" y="5193982"/>
                  </a:moveTo>
                  <a:lnTo>
                    <a:pt x="4059936" y="5193982"/>
                  </a:lnTo>
                  <a:lnTo>
                    <a:pt x="4059936" y="5213032"/>
                  </a:lnTo>
                  <a:lnTo>
                    <a:pt x="4065143" y="5213032"/>
                  </a:lnTo>
                  <a:lnTo>
                    <a:pt x="4069461" y="5208765"/>
                  </a:lnTo>
                  <a:lnTo>
                    <a:pt x="4069461" y="5198249"/>
                  </a:lnTo>
                  <a:lnTo>
                    <a:pt x="4065143" y="5193982"/>
                  </a:lnTo>
                  <a:close/>
                </a:path>
                <a:path w="10424160" h="5213350">
                  <a:moveTo>
                    <a:pt x="4021709" y="5193982"/>
                  </a:moveTo>
                  <a:lnTo>
                    <a:pt x="4016502" y="5193982"/>
                  </a:lnTo>
                  <a:lnTo>
                    <a:pt x="4012184" y="5198249"/>
                  </a:lnTo>
                  <a:lnTo>
                    <a:pt x="4012184" y="5208765"/>
                  </a:lnTo>
                  <a:lnTo>
                    <a:pt x="4016502" y="5213032"/>
                  </a:lnTo>
                  <a:lnTo>
                    <a:pt x="4021709" y="5213032"/>
                  </a:lnTo>
                  <a:lnTo>
                    <a:pt x="4021709" y="5193982"/>
                  </a:lnTo>
                  <a:close/>
                </a:path>
                <a:path w="10424160" h="5213350">
                  <a:moveTo>
                    <a:pt x="4027043" y="5193982"/>
                  </a:moveTo>
                  <a:lnTo>
                    <a:pt x="4021709" y="5193982"/>
                  </a:lnTo>
                  <a:lnTo>
                    <a:pt x="4021709" y="5213032"/>
                  </a:lnTo>
                  <a:lnTo>
                    <a:pt x="4027043" y="5213032"/>
                  </a:lnTo>
                  <a:lnTo>
                    <a:pt x="4031234" y="5208765"/>
                  </a:lnTo>
                  <a:lnTo>
                    <a:pt x="4031234" y="5198249"/>
                  </a:lnTo>
                  <a:lnTo>
                    <a:pt x="4027043" y="5193982"/>
                  </a:lnTo>
                  <a:close/>
                </a:path>
                <a:path w="10424160" h="5213350">
                  <a:moveTo>
                    <a:pt x="3983609" y="5193982"/>
                  </a:moveTo>
                  <a:lnTo>
                    <a:pt x="3978402" y="5193982"/>
                  </a:lnTo>
                  <a:lnTo>
                    <a:pt x="3974084" y="5198249"/>
                  </a:lnTo>
                  <a:lnTo>
                    <a:pt x="3974084" y="5208765"/>
                  </a:lnTo>
                  <a:lnTo>
                    <a:pt x="3978402" y="5213032"/>
                  </a:lnTo>
                  <a:lnTo>
                    <a:pt x="3983609" y="5213032"/>
                  </a:lnTo>
                  <a:lnTo>
                    <a:pt x="3983609" y="5193982"/>
                  </a:lnTo>
                  <a:close/>
                </a:path>
                <a:path w="10424160" h="5213350">
                  <a:moveTo>
                    <a:pt x="3988943" y="5193982"/>
                  </a:moveTo>
                  <a:lnTo>
                    <a:pt x="3983609" y="5193982"/>
                  </a:lnTo>
                  <a:lnTo>
                    <a:pt x="3983609" y="5213032"/>
                  </a:lnTo>
                  <a:lnTo>
                    <a:pt x="3988943" y="5213032"/>
                  </a:lnTo>
                  <a:lnTo>
                    <a:pt x="3993134" y="5208765"/>
                  </a:lnTo>
                  <a:lnTo>
                    <a:pt x="3993134" y="5198249"/>
                  </a:lnTo>
                  <a:lnTo>
                    <a:pt x="3988943" y="5193982"/>
                  </a:lnTo>
                  <a:close/>
                </a:path>
                <a:path w="10424160" h="5213350">
                  <a:moveTo>
                    <a:pt x="3945509" y="5193982"/>
                  </a:moveTo>
                  <a:lnTo>
                    <a:pt x="3940302" y="5193982"/>
                  </a:lnTo>
                  <a:lnTo>
                    <a:pt x="3935984" y="5198249"/>
                  </a:lnTo>
                  <a:lnTo>
                    <a:pt x="3935984" y="5208765"/>
                  </a:lnTo>
                  <a:lnTo>
                    <a:pt x="3940302" y="5213032"/>
                  </a:lnTo>
                  <a:lnTo>
                    <a:pt x="3945509" y="5213032"/>
                  </a:lnTo>
                  <a:lnTo>
                    <a:pt x="3945509" y="5193982"/>
                  </a:lnTo>
                  <a:close/>
                </a:path>
                <a:path w="10424160" h="5213350">
                  <a:moveTo>
                    <a:pt x="3950843" y="5193982"/>
                  </a:moveTo>
                  <a:lnTo>
                    <a:pt x="3945509" y="5193982"/>
                  </a:lnTo>
                  <a:lnTo>
                    <a:pt x="3945509" y="5213032"/>
                  </a:lnTo>
                  <a:lnTo>
                    <a:pt x="3950843" y="5213032"/>
                  </a:lnTo>
                  <a:lnTo>
                    <a:pt x="3955034" y="5208765"/>
                  </a:lnTo>
                  <a:lnTo>
                    <a:pt x="3955034" y="5198249"/>
                  </a:lnTo>
                  <a:lnTo>
                    <a:pt x="3950843" y="5193982"/>
                  </a:lnTo>
                  <a:close/>
                </a:path>
                <a:path w="10424160" h="5213350">
                  <a:moveTo>
                    <a:pt x="3907409" y="5193982"/>
                  </a:moveTo>
                  <a:lnTo>
                    <a:pt x="3902075" y="5193982"/>
                  </a:lnTo>
                  <a:lnTo>
                    <a:pt x="3897884" y="5198249"/>
                  </a:lnTo>
                  <a:lnTo>
                    <a:pt x="3897884" y="5208765"/>
                  </a:lnTo>
                  <a:lnTo>
                    <a:pt x="3902075" y="5213032"/>
                  </a:lnTo>
                  <a:lnTo>
                    <a:pt x="3907409" y="5213032"/>
                  </a:lnTo>
                  <a:lnTo>
                    <a:pt x="3907409" y="5193982"/>
                  </a:lnTo>
                  <a:close/>
                </a:path>
                <a:path w="10424160" h="5213350">
                  <a:moveTo>
                    <a:pt x="3912616" y="5193982"/>
                  </a:moveTo>
                  <a:lnTo>
                    <a:pt x="3907409" y="5193982"/>
                  </a:lnTo>
                  <a:lnTo>
                    <a:pt x="3907409" y="5213032"/>
                  </a:lnTo>
                  <a:lnTo>
                    <a:pt x="3912616" y="5213032"/>
                  </a:lnTo>
                  <a:lnTo>
                    <a:pt x="3916934" y="5208765"/>
                  </a:lnTo>
                  <a:lnTo>
                    <a:pt x="3916934" y="5198249"/>
                  </a:lnTo>
                  <a:lnTo>
                    <a:pt x="3912616" y="5193982"/>
                  </a:lnTo>
                  <a:close/>
                </a:path>
                <a:path w="10424160" h="5213350">
                  <a:moveTo>
                    <a:pt x="3869309" y="5193982"/>
                  </a:moveTo>
                  <a:lnTo>
                    <a:pt x="3863975" y="5193982"/>
                  </a:lnTo>
                  <a:lnTo>
                    <a:pt x="3859784" y="5198249"/>
                  </a:lnTo>
                  <a:lnTo>
                    <a:pt x="3859784" y="5208765"/>
                  </a:lnTo>
                  <a:lnTo>
                    <a:pt x="3863975" y="5213032"/>
                  </a:lnTo>
                  <a:lnTo>
                    <a:pt x="3869309" y="5213032"/>
                  </a:lnTo>
                  <a:lnTo>
                    <a:pt x="3869309" y="5193982"/>
                  </a:lnTo>
                  <a:close/>
                </a:path>
                <a:path w="10424160" h="5213350">
                  <a:moveTo>
                    <a:pt x="3874516" y="5193982"/>
                  </a:moveTo>
                  <a:lnTo>
                    <a:pt x="3869309" y="5193982"/>
                  </a:lnTo>
                  <a:lnTo>
                    <a:pt x="3869309" y="5213032"/>
                  </a:lnTo>
                  <a:lnTo>
                    <a:pt x="3874516" y="5213032"/>
                  </a:lnTo>
                  <a:lnTo>
                    <a:pt x="3878834" y="5208765"/>
                  </a:lnTo>
                  <a:lnTo>
                    <a:pt x="3878834" y="5198249"/>
                  </a:lnTo>
                  <a:lnTo>
                    <a:pt x="3874516" y="5193982"/>
                  </a:lnTo>
                  <a:close/>
                </a:path>
                <a:path w="10424160" h="5213350">
                  <a:moveTo>
                    <a:pt x="3831209" y="5193982"/>
                  </a:moveTo>
                  <a:lnTo>
                    <a:pt x="3825875" y="5193982"/>
                  </a:lnTo>
                  <a:lnTo>
                    <a:pt x="3821684" y="5198249"/>
                  </a:lnTo>
                  <a:lnTo>
                    <a:pt x="3821684" y="5208765"/>
                  </a:lnTo>
                  <a:lnTo>
                    <a:pt x="3825875" y="5213032"/>
                  </a:lnTo>
                  <a:lnTo>
                    <a:pt x="3831209" y="5213032"/>
                  </a:lnTo>
                  <a:lnTo>
                    <a:pt x="3831209" y="5193982"/>
                  </a:lnTo>
                  <a:close/>
                </a:path>
                <a:path w="10424160" h="5213350">
                  <a:moveTo>
                    <a:pt x="3836416" y="5193982"/>
                  </a:moveTo>
                  <a:lnTo>
                    <a:pt x="3831209" y="5193982"/>
                  </a:lnTo>
                  <a:lnTo>
                    <a:pt x="3831209" y="5213032"/>
                  </a:lnTo>
                  <a:lnTo>
                    <a:pt x="3836416" y="5213032"/>
                  </a:lnTo>
                  <a:lnTo>
                    <a:pt x="3840734" y="5208765"/>
                  </a:lnTo>
                  <a:lnTo>
                    <a:pt x="3840734" y="5198249"/>
                  </a:lnTo>
                  <a:lnTo>
                    <a:pt x="3836416" y="5193982"/>
                  </a:lnTo>
                  <a:close/>
                </a:path>
                <a:path w="10424160" h="5213350">
                  <a:moveTo>
                    <a:pt x="3792982" y="5193982"/>
                  </a:moveTo>
                  <a:lnTo>
                    <a:pt x="3787775" y="5193982"/>
                  </a:lnTo>
                  <a:lnTo>
                    <a:pt x="3783457" y="5198249"/>
                  </a:lnTo>
                  <a:lnTo>
                    <a:pt x="3783457" y="5208765"/>
                  </a:lnTo>
                  <a:lnTo>
                    <a:pt x="3787775" y="5213032"/>
                  </a:lnTo>
                  <a:lnTo>
                    <a:pt x="3792982" y="5213032"/>
                  </a:lnTo>
                  <a:lnTo>
                    <a:pt x="3792982" y="5193982"/>
                  </a:lnTo>
                  <a:close/>
                </a:path>
                <a:path w="10424160" h="5213350">
                  <a:moveTo>
                    <a:pt x="3798316" y="5193982"/>
                  </a:moveTo>
                  <a:lnTo>
                    <a:pt x="3793109" y="5193982"/>
                  </a:lnTo>
                  <a:lnTo>
                    <a:pt x="3793109" y="5213032"/>
                  </a:lnTo>
                  <a:lnTo>
                    <a:pt x="3798316" y="5213032"/>
                  </a:lnTo>
                  <a:lnTo>
                    <a:pt x="3802634" y="5208765"/>
                  </a:lnTo>
                  <a:lnTo>
                    <a:pt x="3802634" y="5198249"/>
                  </a:lnTo>
                  <a:lnTo>
                    <a:pt x="3798316" y="5193982"/>
                  </a:lnTo>
                  <a:close/>
                </a:path>
                <a:path w="10424160" h="5213350">
                  <a:moveTo>
                    <a:pt x="3754882" y="5193982"/>
                  </a:moveTo>
                  <a:lnTo>
                    <a:pt x="3749675" y="5193982"/>
                  </a:lnTo>
                  <a:lnTo>
                    <a:pt x="3745357" y="5198249"/>
                  </a:lnTo>
                  <a:lnTo>
                    <a:pt x="3745357" y="5208765"/>
                  </a:lnTo>
                  <a:lnTo>
                    <a:pt x="3749675" y="5213032"/>
                  </a:lnTo>
                  <a:lnTo>
                    <a:pt x="3754882" y="5213032"/>
                  </a:lnTo>
                  <a:lnTo>
                    <a:pt x="3754882" y="5193982"/>
                  </a:lnTo>
                  <a:close/>
                </a:path>
                <a:path w="10424160" h="5213350">
                  <a:moveTo>
                    <a:pt x="3760216" y="5193982"/>
                  </a:moveTo>
                  <a:lnTo>
                    <a:pt x="3754882" y="5193982"/>
                  </a:lnTo>
                  <a:lnTo>
                    <a:pt x="3754882" y="5213032"/>
                  </a:lnTo>
                  <a:lnTo>
                    <a:pt x="3760216" y="5213032"/>
                  </a:lnTo>
                  <a:lnTo>
                    <a:pt x="3764407" y="5208765"/>
                  </a:lnTo>
                  <a:lnTo>
                    <a:pt x="3764407" y="5198249"/>
                  </a:lnTo>
                  <a:lnTo>
                    <a:pt x="3760216" y="5193982"/>
                  </a:lnTo>
                  <a:close/>
                </a:path>
                <a:path w="10424160" h="5213350">
                  <a:moveTo>
                    <a:pt x="3716782" y="5193982"/>
                  </a:moveTo>
                  <a:lnTo>
                    <a:pt x="3711575" y="5193982"/>
                  </a:lnTo>
                  <a:lnTo>
                    <a:pt x="3707257" y="5198249"/>
                  </a:lnTo>
                  <a:lnTo>
                    <a:pt x="3707257" y="5208765"/>
                  </a:lnTo>
                  <a:lnTo>
                    <a:pt x="3711575" y="5213032"/>
                  </a:lnTo>
                  <a:lnTo>
                    <a:pt x="3716782" y="5213032"/>
                  </a:lnTo>
                  <a:lnTo>
                    <a:pt x="3716782" y="5193982"/>
                  </a:lnTo>
                  <a:close/>
                </a:path>
                <a:path w="10424160" h="5213350">
                  <a:moveTo>
                    <a:pt x="3722116" y="5193982"/>
                  </a:moveTo>
                  <a:lnTo>
                    <a:pt x="3716782" y="5193982"/>
                  </a:lnTo>
                  <a:lnTo>
                    <a:pt x="3716782" y="5213032"/>
                  </a:lnTo>
                  <a:lnTo>
                    <a:pt x="3722116" y="5213032"/>
                  </a:lnTo>
                  <a:lnTo>
                    <a:pt x="3726307" y="5208765"/>
                  </a:lnTo>
                  <a:lnTo>
                    <a:pt x="3726307" y="5198249"/>
                  </a:lnTo>
                  <a:lnTo>
                    <a:pt x="3722116" y="5193982"/>
                  </a:lnTo>
                  <a:close/>
                </a:path>
                <a:path w="10424160" h="5213350">
                  <a:moveTo>
                    <a:pt x="3678682" y="5193982"/>
                  </a:moveTo>
                  <a:lnTo>
                    <a:pt x="3673475" y="5193982"/>
                  </a:lnTo>
                  <a:lnTo>
                    <a:pt x="3669157" y="5198249"/>
                  </a:lnTo>
                  <a:lnTo>
                    <a:pt x="3669157" y="5208765"/>
                  </a:lnTo>
                  <a:lnTo>
                    <a:pt x="3673475" y="5213032"/>
                  </a:lnTo>
                  <a:lnTo>
                    <a:pt x="3678682" y="5213032"/>
                  </a:lnTo>
                  <a:lnTo>
                    <a:pt x="3678682" y="5193982"/>
                  </a:lnTo>
                  <a:close/>
                </a:path>
                <a:path w="10424160" h="5213350">
                  <a:moveTo>
                    <a:pt x="3684016" y="5193982"/>
                  </a:moveTo>
                  <a:lnTo>
                    <a:pt x="3678682" y="5193982"/>
                  </a:lnTo>
                  <a:lnTo>
                    <a:pt x="3678682" y="5213032"/>
                  </a:lnTo>
                  <a:lnTo>
                    <a:pt x="3684016" y="5213032"/>
                  </a:lnTo>
                  <a:lnTo>
                    <a:pt x="3688207" y="5208765"/>
                  </a:lnTo>
                  <a:lnTo>
                    <a:pt x="3688207" y="5198249"/>
                  </a:lnTo>
                  <a:lnTo>
                    <a:pt x="3684016" y="5193982"/>
                  </a:lnTo>
                  <a:close/>
                </a:path>
                <a:path w="10424160" h="5213350">
                  <a:moveTo>
                    <a:pt x="3640582" y="5193982"/>
                  </a:moveTo>
                  <a:lnTo>
                    <a:pt x="3635248" y="5193982"/>
                  </a:lnTo>
                  <a:lnTo>
                    <a:pt x="3631057" y="5198249"/>
                  </a:lnTo>
                  <a:lnTo>
                    <a:pt x="3631057" y="5208765"/>
                  </a:lnTo>
                  <a:lnTo>
                    <a:pt x="3635248" y="5213032"/>
                  </a:lnTo>
                  <a:lnTo>
                    <a:pt x="3640582" y="5213032"/>
                  </a:lnTo>
                  <a:lnTo>
                    <a:pt x="3640582" y="5193982"/>
                  </a:lnTo>
                  <a:close/>
                </a:path>
                <a:path w="10424160" h="5213350">
                  <a:moveTo>
                    <a:pt x="3645789" y="5193982"/>
                  </a:moveTo>
                  <a:lnTo>
                    <a:pt x="3640582" y="5193982"/>
                  </a:lnTo>
                  <a:lnTo>
                    <a:pt x="3640582" y="5213032"/>
                  </a:lnTo>
                  <a:lnTo>
                    <a:pt x="3645789" y="5213032"/>
                  </a:lnTo>
                  <a:lnTo>
                    <a:pt x="3650107" y="5208765"/>
                  </a:lnTo>
                  <a:lnTo>
                    <a:pt x="3650107" y="5198249"/>
                  </a:lnTo>
                  <a:lnTo>
                    <a:pt x="3645789" y="5193982"/>
                  </a:lnTo>
                  <a:close/>
                </a:path>
                <a:path w="10424160" h="5213350">
                  <a:moveTo>
                    <a:pt x="3602482" y="5193982"/>
                  </a:moveTo>
                  <a:lnTo>
                    <a:pt x="3597148" y="5193982"/>
                  </a:lnTo>
                  <a:lnTo>
                    <a:pt x="3592957" y="5198249"/>
                  </a:lnTo>
                  <a:lnTo>
                    <a:pt x="3592957" y="5208765"/>
                  </a:lnTo>
                  <a:lnTo>
                    <a:pt x="3597148" y="5213032"/>
                  </a:lnTo>
                  <a:lnTo>
                    <a:pt x="3602482" y="5213032"/>
                  </a:lnTo>
                  <a:lnTo>
                    <a:pt x="3602482" y="5193982"/>
                  </a:lnTo>
                  <a:close/>
                </a:path>
                <a:path w="10424160" h="5213350">
                  <a:moveTo>
                    <a:pt x="3607689" y="5193982"/>
                  </a:moveTo>
                  <a:lnTo>
                    <a:pt x="3602482" y="5193982"/>
                  </a:lnTo>
                  <a:lnTo>
                    <a:pt x="3602482" y="5213032"/>
                  </a:lnTo>
                  <a:lnTo>
                    <a:pt x="3607689" y="5213032"/>
                  </a:lnTo>
                  <a:lnTo>
                    <a:pt x="3612007" y="5208765"/>
                  </a:lnTo>
                  <a:lnTo>
                    <a:pt x="3612007" y="5198249"/>
                  </a:lnTo>
                  <a:lnTo>
                    <a:pt x="3607689" y="5193982"/>
                  </a:lnTo>
                  <a:close/>
                </a:path>
                <a:path w="10424160" h="5213350">
                  <a:moveTo>
                    <a:pt x="3564382" y="5193982"/>
                  </a:moveTo>
                  <a:lnTo>
                    <a:pt x="3559048" y="5193982"/>
                  </a:lnTo>
                  <a:lnTo>
                    <a:pt x="3554857" y="5198249"/>
                  </a:lnTo>
                  <a:lnTo>
                    <a:pt x="3554857" y="5208765"/>
                  </a:lnTo>
                  <a:lnTo>
                    <a:pt x="3559048" y="5213032"/>
                  </a:lnTo>
                  <a:lnTo>
                    <a:pt x="3564382" y="5213032"/>
                  </a:lnTo>
                  <a:lnTo>
                    <a:pt x="3564382" y="5193982"/>
                  </a:lnTo>
                  <a:close/>
                </a:path>
                <a:path w="10424160" h="5213350">
                  <a:moveTo>
                    <a:pt x="3569589" y="5193982"/>
                  </a:moveTo>
                  <a:lnTo>
                    <a:pt x="3564382" y="5193982"/>
                  </a:lnTo>
                  <a:lnTo>
                    <a:pt x="3564382" y="5213032"/>
                  </a:lnTo>
                  <a:lnTo>
                    <a:pt x="3569589" y="5213032"/>
                  </a:lnTo>
                  <a:lnTo>
                    <a:pt x="3573907" y="5208765"/>
                  </a:lnTo>
                  <a:lnTo>
                    <a:pt x="3573907" y="5198249"/>
                  </a:lnTo>
                  <a:lnTo>
                    <a:pt x="3569589" y="5193982"/>
                  </a:lnTo>
                  <a:close/>
                </a:path>
                <a:path w="10424160" h="5213350">
                  <a:moveTo>
                    <a:pt x="3526155" y="5193982"/>
                  </a:moveTo>
                  <a:lnTo>
                    <a:pt x="3520948" y="5193982"/>
                  </a:lnTo>
                  <a:lnTo>
                    <a:pt x="3516630" y="5198249"/>
                  </a:lnTo>
                  <a:lnTo>
                    <a:pt x="3516630" y="5208765"/>
                  </a:lnTo>
                  <a:lnTo>
                    <a:pt x="3520948" y="5213032"/>
                  </a:lnTo>
                  <a:lnTo>
                    <a:pt x="3526155" y="5213032"/>
                  </a:lnTo>
                  <a:lnTo>
                    <a:pt x="3526155" y="5193982"/>
                  </a:lnTo>
                  <a:close/>
                </a:path>
                <a:path w="10424160" h="5213350">
                  <a:moveTo>
                    <a:pt x="3531489" y="5193982"/>
                  </a:moveTo>
                  <a:lnTo>
                    <a:pt x="3526282" y="5193982"/>
                  </a:lnTo>
                  <a:lnTo>
                    <a:pt x="3526282" y="5213032"/>
                  </a:lnTo>
                  <a:lnTo>
                    <a:pt x="3531489" y="5213032"/>
                  </a:lnTo>
                  <a:lnTo>
                    <a:pt x="3535807" y="5208765"/>
                  </a:lnTo>
                  <a:lnTo>
                    <a:pt x="3535807" y="5198249"/>
                  </a:lnTo>
                  <a:lnTo>
                    <a:pt x="3531489" y="5193982"/>
                  </a:lnTo>
                  <a:close/>
                </a:path>
                <a:path w="10424160" h="5213350">
                  <a:moveTo>
                    <a:pt x="3488055" y="5193982"/>
                  </a:moveTo>
                  <a:lnTo>
                    <a:pt x="3482848" y="5193982"/>
                  </a:lnTo>
                  <a:lnTo>
                    <a:pt x="3478530" y="5198249"/>
                  </a:lnTo>
                  <a:lnTo>
                    <a:pt x="3478530" y="5208765"/>
                  </a:lnTo>
                  <a:lnTo>
                    <a:pt x="3482848" y="5213032"/>
                  </a:lnTo>
                  <a:lnTo>
                    <a:pt x="3488055" y="5213032"/>
                  </a:lnTo>
                  <a:lnTo>
                    <a:pt x="3488055" y="5193982"/>
                  </a:lnTo>
                  <a:close/>
                </a:path>
                <a:path w="10424160" h="5213350">
                  <a:moveTo>
                    <a:pt x="3493389" y="5193982"/>
                  </a:moveTo>
                  <a:lnTo>
                    <a:pt x="3488055" y="5193982"/>
                  </a:lnTo>
                  <a:lnTo>
                    <a:pt x="3488055" y="5213032"/>
                  </a:lnTo>
                  <a:lnTo>
                    <a:pt x="3493389" y="5213032"/>
                  </a:lnTo>
                  <a:lnTo>
                    <a:pt x="3497580" y="5208765"/>
                  </a:lnTo>
                  <a:lnTo>
                    <a:pt x="3497580" y="5198249"/>
                  </a:lnTo>
                  <a:lnTo>
                    <a:pt x="3493389" y="5193982"/>
                  </a:lnTo>
                  <a:close/>
                </a:path>
                <a:path w="10424160" h="5213350">
                  <a:moveTo>
                    <a:pt x="3449955" y="5193982"/>
                  </a:moveTo>
                  <a:lnTo>
                    <a:pt x="3444748" y="5193982"/>
                  </a:lnTo>
                  <a:lnTo>
                    <a:pt x="3440430" y="5198249"/>
                  </a:lnTo>
                  <a:lnTo>
                    <a:pt x="3440430" y="5208765"/>
                  </a:lnTo>
                  <a:lnTo>
                    <a:pt x="3444748" y="5213032"/>
                  </a:lnTo>
                  <a:lnTo>
                    <a:pt x="3449955" y="5213032"/>
                  </a:lnTo>
                  <a:lnTo>
                    <a:pt x="3449955" y="5193982"/>
                  </a:lnTo>
                  <a:close/>
                </a:path>
                <a:path w="10424160" h="5213350">
                  <a:moveTo>
                    <a:pt x="3455289" y="5193982"/>
                  </a:moveTo>
                  <a:lnTo>
                    <a:pt x="3449955" y="5193982"/>
                  </a:lnTo>
                  <a:lnTo>
                    <a:pt x="3449955" y="5213032"/>
                  </a:lnTo>
                  <a:lnTo>
                    <a:pt x="3455289" y="5213032"/>
                  </a:lnTo>
                  <a:lnTo>
                    <a:pt x="3459480" y="5208765"/>
                  </a:lnTo>
                  <a:lnTo>
                    <a:pt x="3459480" y="5198249"/>
                  </a:lnTo>
                  <a:lnTo>
                    <a:pt x="3455289" y="5193982"/>
                  </a:lnTo>
                  <a:close/>
                </a:path>
                <a:path w="10424160" h="5213350">
                  <a:moveTo>
                    <a:pt x="3411855" y="5193982"/>
                  </a:moveTo>
                  <a:lnTo>
                    <a:pt x="3406521" y="5193982"/>
                  </a:lnTo>
                  <a:lnTo>
                    <a:pt x="3402330" y="5198249"/>
                  </a:lnTo>
                  <a:lnTo>
                    <a:pt x="3402330" y="5208765"/>
                  </a:lnTo>
                  <a:lnTo>
                    <a:pt x="3406521" y="5213032"/>
                  </a:lnTo>
                  <a:lnTo>
                    <a:pt x="3411855" y="5213032"/>
                  </a:lnTo>
                  <a:lnTo>
                    <a:pt x="3411855" y="5193982"/>
                  </a:lnTo>
                  <a:close/>
                </a:path>
                <a:path w="10424160" h="5213350">
                  <a:moveTo>
                    <a:pt x="3417062" y="5193982"/>
                  </a:moveTo>
                  <a:lnTo>
                    <a:pt x="3411855" y="5193982"/>
                  </a:lnTo>
                  <a:lnTo>
                    <a:pt x="3411855" y="5213032"/>
                  </a:lnTo>
                  <a:lnTo>
                    <a:pt x="3417062" y="5213032"/>
                  </a:lnTo>
                  <a:lnTo>
                    <a:pt x="3421380" y="5208765"/>
                  </a:lnTo>
                  <a:lnTo>
                    <a:pt x="3421380" y="5198249"/>
                  </a:lnTo>
                  <a:lnTo>
                    <a:pt x="3417062" y="5193982"/>
                  </a:lnTo>
                  <a:close/>
                </a:path>
                <a:path w="10424160" h="5213350">
                  <a:moveTo>
                    <a:pt x="3373755" y="5193982"/>
                  </a:moveTo>
                  <a:lnTo>
                    <a:pt x="3368421" y="5193982"/>
                  </a:lnTo>
                  <a:lnTo>
                    <a:pt x="3364230" y="5198249"/>
                  </a:lnTo>
                  <a:lnTo>
                    <a:pt x="3364230" y="5208765"/>
                  </a:lnTo>
                  <a:lnTo>
                    <a:pt x="3368421" y="5213032"/>
                  </a:lnTo>
                  <a:lnTo>
                    <a:pt x="3373755" y="5213032"/>
                  </a:lnTo>
                  <a:lnTo>
                    <a:pt x="3373755" y="5193982"/>
                  </a:lnTo>
                  <a:close/>
                </a:path>
                <a:path w="10424160" h="5213350">
                  <a:moveTo>
                    <a:pt x="3378962" y="5193982"/>
                  </a:moveTo>
                  <a:lnTo>
                    <a:pt x="3373755" y="5193982"/>
                  </a:lnTo>
                  <a:lnTo>
                    <a:pt x="3373755" y="5213032"/>
                  </a:lnTo>
                  <a:lnTo>
                    <a:pt x="3378962" y="5213032"/>
                  </a:lnTo>
                  <a:lnTo>
                    <a:pt x="3383280" y="5208765"/>
                  </a:lnTo>
                  <a:lnTo>
                    <a:pt x="3383280" y="5198249"/>
                  </a:lnTo>
                  <a:lnTo>
                    <a:pt x="3378962" y="5193982"/>
                  </a:lnTo>
                  <a:close/>
                </a:path>
                <a:path w="10424160" h="5213350">
                  <a:moveTo>
                    <a:pt x="3335655" y="5193982"/>
                  </a:moveTo>
                  <a:lnTo>
                    <a:pt x="3330321" y="5193982"/>
                  </a:lnTo>
                  <a:lnTo>
                    <a:pt x="3326130" y="5198249"/>
                  </a:lnTo>
                  <a:lnTo>
                    <a:pt x="3326130" y="5208765"/>
                  </a:lnTo>
                  <a:lnTo>
                    <a:pt x="3330321" y="5213032"/>
                  </a:lnTo>
                  <a:lnTo>
                    <a:pt x="3335655" y="5213032"/>
                  </a:lnTo>
                  <a:lnTo>
                    <a:pt x="3335655" y="5193982"/>
                  </a:lnTo>
                  <a:close/>
                </a:path>
                <a:path w="10424160" h="5213350">
                  <a:moveTo>
                    <a:pt x="3340862" y="5193982"/>
                  </a:moveTo>
                  <a:lnTo>
                    <a:pt x="3335655" y="5193982"/>
                  </a:lnTo>
                  <a:lnTo>
                    <a:pt x="3335655" y="5213032"/>
                  </a:lnTo>
                  <a:lnTo>
                    <a:pt x="3340862" y="5213032"/>
                  </a:lnTo>
                  <a:lnTo>
                    <a:pt x="3345180" y="5208765"/>
                  </a:lnTo>
                  <a:lnTo>
                    <a:pt x="3345180" y="5198249"/>
                  </a:lnTo>
                  <a:lnTo>
                    <a:pt x="3340862" y="5193982"/>
                  </a:lnTo>
                  <a:close/>
                </a:path>
                <a:path w="10424160" h="5213350">
                  <a:moveTo>
                    <a:pt x="3297428" y="5193982"/>
                  </a:moveTo>
                  <a:lnTo>
                    <a:pt x="3292221" y="5193982"/>
                  </a:lnTo>
                  <a:lnTo>
                    <a:pt x="3287903" y="5198249"/>
                  </a:lnTo>
                  <a:lnTo>
                    <a:pt x="3287903" y="5208765"/>
                  </a:lnTo>
                  <a:lnTo>
                    <a:pt x="3292221" y="5213032"/>
                  </a:lnTo>
                  <a:lnTo>
                    <a:pt x="3297428" y="5213032"/>
                  </a:lnTo>
                  <a:lnTo>
                    <a:pt x="3297428" y="5193982"/>
                  </a:lnTo>
                  <a:close/>
                </a:path>
                <a:path w="10424160" h="5213350">
                  <a:moveTo>
                    <a:pt x="3302762" y="5193982"/>
                  </a:moveTo>
                  <a:lnTo>
                    <a:pt x="3297555" y="5193982"/>
                  </a:lnTo>
                  <a:lnTo>
                    <a:pt x="3297555" y="5213032"/>
                  </a:lnTo>
                  <a:lnTo>
                    <a:pt x="3302762" y="5213032"/>
                  </a:lnTo>
                  <a:lnTo>
                    <a:pt x="3307080" y="5208765"/>
                  </a:lnTo>
                  <a:lnTo>
                    <a:pt x="3307080" y="5198249"/>
                  </a:lnTo>
                  <a:lnTo>
                    <a:pt x="3302762" y="5193982"/>
                  </a:lnTo>
                  <a:close/>
                </a:path>
                <a:path w="10424160" h="5213350">
                  <a:moveTo>
                    <a:pt x="3259328" y="5193982"/>
                  </a:moveTo>
                  <a:lnTo>
                    <a:pt x="3254121" y="5193982"/>
                  </a:lnTo>
                  <a:lnTo>
                    <a:pt x="3249803" y="5198249"/>
                  </a:lnTo>
                  <a:lnTo>
                    <a:pt x="3249803" y="5208765"/>
                  </a:lnTo>
                  <a:lnTo>
                    <a:pt x="3254121" y="5213032"/>
                  </a:lnTo>
                  <a:lnTo>
                    <a:pt x="3259328" y="5213032"/>
                  </a:lnTo>
                  <a:lnTo>
                    <a:pt x="3259328" y="5193982"/>
                  </a:lnTo>
                  <a:close/>
                </a:path>
                <a:path w="10424160" h="5213350">
                  <a:moveTo>
                    <a:pt x="3264662" y="5193982"/>
                  </a:moveTo>
                  <a:lnTo>
                    <a:pt x="3259328" y="5193982"/>
                  </a:lnTo>
                  <a:lnTo>
                    <a:pt x="3259328" y="5213032"/>
                  </a:lnTo>
                  <a:lnTo>
                    <a:pt x="3264662" y="5213032"/>
                  </a:lnTo>
                  <a:lnTo>
                    <a:pt x="3268853" y="5208765"/>
                  </a:lnTo>
                  <a:lnTo>
                    <a:pt x="3268853" y="5198249"/>
                  </a:lnTo>
                  <a:lnTo>
                    <a:pt x="3264662" y="5193982"/>
                  </a:lnTo>
                  <a:close/>
                </a:path>
                <a:path w="10424160" h="5213350">
                  <a:moveTo>
                    <a:pt x="3221228" y="5193982"/>
                  </a:moveTo>
                  <a:lnTo>
                    <a:pt x="3216021" y="5193982"/>
                  </a:lnTo>
                  <a:lnTo>
                    <a:pt x="3211703" y="5198249"/>
                  </a:lnTo>
                  <a:lnTo>
                    <a:pt x="3211703" y="5208765"/>
                  </a:lnTo>
                  <a:lnTo>
                    <a:pt x="3216021" y="5213032"/>
                  </a:lnTo>
                  <a:lnTo>
                    <a:pt x="3221228" y="5213032"/>
                  </a:lnTo>
                  <a:lnTo>
                    <a:pt x="3221228" y="5193982"/>
                  </a:lnTo>
                  <a:close/>
                </a:path>
                <a:path w="10424160" h="5213350">
                  <a:moveTo>
                    <a:pt x="3226561" y="5193982"/>
                  </a:moveTo>
                  <a:lnTo>
                    <a:pt x="3221228" y="5193982"/>
                  </a:lnTo>
                  <a:lnTo>
                    <a:pt x="3221228" y="5213032"/>
                  </a:lnTo>
                  <a:lnTo>
                    <a:pt x="3226561" y="5213032"/>
                  </a:lnTo>
                  <a:lnTo>
                    <a:pt x="3230753" y="5208765"/>
                  </a:lnTo>
                  <a:lnTo>
                    <a:pt x="3230753" y="5198249"/>
                  </a:lnTo>
                  <a:lnTo>
                    <a:pt x="3226561" y="5193982"/>
                  </a:lnTo>
                  <a:close/>
                </a:path>
                <a:path w="10424160" h="5213350">
                  <a:moveTo>
                    <a:pt x="3183128" y="5193982"/>
                  </a:moveTo>
                  <a:lnTo>
                    <a:pt x="3177921" y="5193982"/>
                  </a:lnTo>
                  <a:lnTo>
                    <a:pt x="3173603" y="5198249"/>
                  </a:lnTo>
                  <a:lnTo>
                    <a:pt x="3173603" y="5208765"/>
                  </a:lnTo>
                  <a:lnTo>
                    <a:pt x="3177921" y="5213032"/>
                  </a:lnTo>
                  <a:lnTo>
                    <a:pt x="3183128" y="5213032"/>
                  </a:lnTo>
                  <a:lnTo>
                    <a:pt x="3183128" y="5193982"/>
                  </a:lnTo>
                  <a:close/>
                </a:path>
                <a:path w="10424160" h="5213350">
                  <a:moveTo>
                    <a:pt x="3188461" y="5193982"/>
                  </a:moveTo>
                  <a:lnTo>
                    <a:pt x="3183128" y="5193982"/>
                  </a:lnTo>
                  <a:lnTo>
                    <a:pt x="3183128" y="5213032"/>
                  </a:lnTo>
                  <a:lnTo>
                    <a:pt x="3188461" y="5213032"/>
                  </a:lnTo>
                  <a:lnTo>
                    <a:pt x="3192653" y="5208765"/>
                  </a:lnTo>
                  <a:lnTo>
                    <a:pt x="3192653" y="5198249"/>
                  </a:lnTo>
                  <a:lnTo>
                    <a:pt x="3188461" y="5193982"/>
                  </a:lnTo>
                  <a:close/>
                </a:path>
                <a:path w="10424160" h="5213350">
                  <a:moveTo>
                    <a:pt x="3145028" y="5193982"/>
                  </a:moveTo>
                  <a:lnTo>
                    <a:pt x="3139694" y="5193982"/>
                  </a:lnTo>
                  <a:lnTo>
                    <a:pt x="3135503" y="5198249"/>
                  </a:lnTo>
                  <a:lnTo>
                    <a:pt x="3135503" y="5208765"/>
                  </a:lnTo>
                  <a:lnTo>
                    <a:pt x="3139694" y="5213032"/>
                  </a:lnTo>
                  <a:lnTo>
                    <a:pt x="3145028" y="5213032"/>
                  </a:lnTo>
                  <a:lnTo>
                    <a:pt x="3145028" y="5193982"/>
                  </a:lnTo>
                  <a:close/>
                </a:path>
                <a:path w="10424160" h="5213350">
                  <a:moveTo>
                    <a:pt x="3150235" y="5193982"/>
                  </a:moveTo>
                  <a:lnTo>
                    <a:pt x="3145028" y="5193982"/>
                  </a:lnTo>
                  <a:lnTo>
                    <a:pt x="3145028" y="5213032"/>
                  </a:lnTo>
                  <a:lnTo>
                    <a:pt x="3150235" y="5213032"/>
                  </a:lnTo>
                  <a:lnTo>
                    <a:pt x="3154553" y="5208765"/>
                  </a:lnTo>
                  <a:lnTo>
                    <a:pt x="3154553" y="5198249"/>
                  </a:lnTo>
                  <a:lnTo>
                    <a:pt x="3150235" y="5193982"/>
                  </a:lnTo>
                  <a:close/>
                </a:path>
                <a:path w="10424160" h="5213350">
                  <a:moveTo>
                    <a:pt x="3106928" y="5193982"/>
                  </a:moveTo>
                  <a:lnTo>
                    <a:pt x="3101594" y="5193982"/>
                  </a:lnTo>
                  <a:lnTo>
                    <a:pt x="3097403" y="5198249"/>
                  </a:lnTo>
                  <a:lnTo>
                    <a:pt x="3097403" y="5208765"/>
                  </a:lnTo>
                  <a:lnTo>
                    <a:pt x="3101594" y="5213032"/>
                  </a:lnTo>
                  <a:lnTo>
                    <a:pt x="3106928" y="5213032"/>
                  </a:lnTo>
                  <a:lnTo>
                    <a:pt x="3106928" y="5193982"/>
                  </a:lnTo>
                  <a:close/>
                </a:path>
                <a:path w="10424160" h="5213350">
                  <a:moveTo>
                    <a:pt x="3112135" y="5193982"/>
                  </a:moveTo>
                  <a:lnTo>
                    <a:pt x="3106928" y="5193982"/>
                  </a:lnTo>
                  <a:lnTo>
                    <a:pt x="3106928" y="5213032"/>
                  </a:lnTo>
                  <a:lnTo>
                    <a:pt x="3112135" y="5213032"/>
                  </a:lnTo>
                  <a:lnTo>
                    <a:pt x="3116453" y="5208765"/>
                  </a:lnTo>
                  <a:lnTo>
                    <a:pt x="3116453" y="5198249"/>
                  </a:lnTo>
                  <a:lnTo>
                    <a:pt x="3112135" y="5193982"/>
                  </a:lnTo>
                  <a:close/>
                </a:path>
                <a:path w="10424160" h="5213350">
                  <a:moveTo>
                    <a:pt x="3068828" y="5193982"/>
                  </a:moveTo>
                  <a:lnTo>
                    <a:pt x="3063494" y="5193982"/>
                  </a:lnTo>
                  <a:lnTo>
                    <a:pt x="3059303" y="5198249"/>
                  </a:lnTo>
                  <a:lnTo>
                    <a:pt x="3059303" y="5208765"/>
                  </a:lnTo>
                  <a:lnTo>
                    <a:pt x="3063494" y="5213032"/>
                  </a:lnTo>
                  <a:lnTo>
                    <a:pt x="3068828" y="5213032"/>
                  </a:lnTo>
                  <a:lnTo>
                    <a:pt x="3068828" y="5193982"/>
                  </a:lnTo>
                  <a:close/>
                </a:path>
                <a:path w="10424160" h="5213350">
                  <a:moveTo>
                    <a:pt x="3074035" y="5193982"/>
                  </a:moveTo>
                  <a:lnTo>
                    <a:pt x="3068828" y="5193982"/>
                  </a:lnTo>
                  <a:lnTo>
                    <a:pt x="3068828" y="5213032"/>
                  </a:lnTo>
                  <a:lnTo>
                    <a:pt x="3074035" y="5213032"/>
                  </a:lnTo>
                  <a:lnTo>
                    <a:pt x="3078353" y="5208765"/>
                  </a:lnTo>
                  <a:lnTo>
                    <a:pt x="3078353" y="5198249"/>
                  </a:lnTo>
                  <a:lnTo>
                    <a:pt x="3074035" y="5193982"/>
                  </a:lnTo>
                  <a:close/>
                </a:path>
                <a:path w="10424160" h="5213350">
                  <a:moveTo>
                    <a:pt x="3030600" y="5193982"/>
                  </a:moveTo>
                  <a:lnTo>
                    <a:pt x="3025394" y="5193982"/>
                  </a:lnTo>
                  <a:lnTo>
                    <a:pt x="3021075" y="5198249"/>
                  </a:lnTo>
                  <a:lnTo>
                    <a:pt x="3021075" y="5208765"/>
                  </a:lnTo>
                  <a:lnTo>
                    <a:pt x="3025394" y="5213032"/>
                  </a:lnTo>
                  <a:lnTo>
                    <a:pt x="3030600" y="5213032"/>
                  </a:lnTo>
                  <a:lnTo>
                    <a:pt x="3030600" y="5193982"/>
                  </a:lnTo>
                  <a:close/>
                </a:path>
                <a:path w="10424160" h="5213350">
                  <a:moveTo>
                    <a:pt x="3030728" y="5206682"/>
                  </a:moveTo>
                  <a:lnTo>
                    <a:pt x="3030600" y="5206682"/>
                  </a:lnTo>
                  <a:lnTo>
                    <a:pt x="3030600" y="5213032"/>
                  </a:lnTo>
                  <a:lnTo>
                    <a:pt x="3030728" y="5213032"/>
                  </a:lnTo>
                  <a:lnTo>
                    <a:pt x="3030728" y="5206682"/>
                  </a:lnTo>
                  <a:close/>
                </a:path>
                <a:path w="10424160" h="5213350">
                  <a:moveTo>
                    <a:pt x="3035935" y="5193982"/>
                  </a:moveTo>
                  <a:lnTo>
                    <a:pt x="3030728" y="5193982"/>
                  </a:lnTo>
                  <a:lnTo>
                    <a:pt x="3030728" y="5213032"/>
                  </a:lnTo>
                  <a:lnTo>
                    <a:pt x="3035935" y="5213032"/>
                  </a:lnTo>
                  <a:lnTo>
                    <a:pt x="3040253" y="5208765"/>
                  </a:lnTo>
                  <a:lnTo>
                    <a:pt x="3040253" y="5198249"/>
                  </a:lnTo>
                  <a:lnTo>
                    <a:pt x="3035935" y="5193982"/>
                  </a:lnTo>
                  <a:close/>
                </a:path>
                <a:path w="10424160" h="5213350">
                  <a:moveTo>
                    <a:pt x="3030728" y="5193982"/>
                  </a:moveTo>
                  <a:lnTo>
                    <a:pt x="3030600" y="5193982"/>
                  </a:lnTo>
                  <a:lnTo>
                    <a:pt x="3030600" y="5200332"/>
                  </a:lnTo>
                  <a:lnTo>
                    <a:pt x="3030728" y="5200332"/>
                  </a:lnTo>
                  <a:lnTo>
                    <a:pt x="3030728" y="5193982"/>
                  </a:lnTo>
                  <a:close/>
                </a:path>
                <a:path w="10424160" h="5213350">
                  <a:moveTo>
                    <a:pt x="2992500" y="5193982"/>
                  </a:moveTo>
                  <a:lnTo>
                    <a:pt x="2987294" y="5193982"/>
                  </a:lnTo>
                  <a:lnTo>
                    <a:pt x="2982975" y="5198249"/>
                  </a:lnTo>
                  <a:lnTo>
                    <a:pt x="2982975" y="5208765"/>
                  </a:lnTo>
                  <a:lnTo>
                    <a:pt x="2987294" y="5213032"/>
                  </a:lnTo>
                  <a:lnTo>
                    <a:pt x="2992500" y="5213032"/>
                  </a:lnTo>
                  <a:lnTo>
                    <a:pt x="2992500" y="5193982"/>
                  </a:lnTo>
                  <a:close/>
                </a:path>
                <a:path w="10424160" h="5213350">
                  <a:moveTo>
                    <a:pt x="2997835" y="5193982"/>
                  </a:moveTo>
                  <a:lnTo>
                    <a:pt x="2992500" y="5193982"/>
                  </a:lnTo>
                  <a:lnTo>
                    <a:pt x="2992500" y="5213032"/>
                  </a:lnTo>
                  <a:lnTo>
                    <a:pt x="2997835" y="5213032"/>
                  </a:lnTo>
                  <a:lnTo>
                    <a:pt x="3002025" y="5208765"/>
                  </a:lnTo>
                  <a:lnTo>
                    <a:pt x="3002025" y="5198249"/>
                  </a:lnTo>
                  <a:lnTo>
                    <a:pt x="2997835" y="5193982"/>
                  </a:lnTo>
                  <a:close/>
                </a:path>
                <a:path w="10424160" h="5213350">
                  <a:moveTo>
                    <a:pt x="2954400" y="5193982"/>
                  </a:moveTo>
                  <a:lnTo>
                    <a:pt x="2949194" y="5193982"/>
                  </a:lnTo>
                  <a:lnTo>
                    <a:pt x="2944875" y="5198249"/>
                  </a:lnTo>
                  <a:lnTo>
                    <a:pt x="2944875" y="5208765"/>
                  </a:lnTo>
                  <a:lnTo>
                    <a:pt x="2949194" y="5213032"/>
                  </a:lnTo>
                  <a:lnTo>
                    <a:pt x="2954400" y="5213032"/>
                  </a:lnTo>
                  <a:lnTo>
                    <a:pt x="2954400" y="5193982"/>
                  </a:lnTo>
                  <a:close/>
                </a:path>
                <a:path w="10424160" h="5213350">
                  <a:moveTo>
                    <a:pt x="2959735" y="5193982"/>
                  </a:moveTo>
                  <a:lnTo>
                    <a:pt x="2954400" y="5193982"/>
                  </a:lnTo>
                  <a:lnTo>
                    <a:pt x="2954400" y="5213032"/>
                  </a:lnTo>
                  <a:lnTo>
                    <a:pt x="2959735" y="5213032"/>
                  </a:lnTo>
                  <a:lnTo>
                    <a:pt x="2963925" y="5208765"/>
                  </a:lnTo>
                  <a:lnTo>
                    <a:pt x="2963925" y="5198249"/>
                  </a:lnTo>
                  <a:lnTo>
                    <a:pt x="2959735" y="5193982"/>
                  </a:lnTo>
                  <a:close/>
                </a:path>
                <a:path w="10424160" h="5213350">
                  <a:moveTo>
                    <a:pt x="2916300" y="5193982"/>
                  </a:moveTo>
                  <a:lnTo>
                    <a:pt x="2911094" y="5193982"/>
                  </a:lnTo>
                  <a:lnTo>
                    <a:pt x="2906775" y="5198249"/>
                  </a:lnTo>
                  <a:lnTo>
                    <a:pt x="2906775" y="5208765"/>
                  </a:lnTo>
                  <a:lnTo>
                    <a:pt x="2911094" y="5213032"/>
                  </a:lnTo>
                  <a:lnTo>
                    <a:pt x="2916300" y="5213032"/>
                  </a:lnTo>
                  <a:lnTo>
                    <a:pt x="2916300" y="5193982"/>
                  </a:lnTo>
                  <a:close/>
                </a:path>
                <a:path w="10424160" h="5213350">
                  <a:moveTo>
                    <a:pt x="2921635" y="5193982"/>
                  </a:moveTo>
                  <a:lnTo>
                    <a:pt x="2916300" y="5193982"/>
                  </a:lnTo>
                  <a:lnTo>
                    <a:pt x="2916300" y="5213032"/>
                  </a:lnTo>
                  <a:lnTo>
                    <a:pt x="2921635" y="5213032"/>
                  </a:lnTo>
                  <a:lnTo>
                    <a:pt x="2925825" y="5208765"/>
                  </a:lnTo>
                  <a:lnTo>
                    <a:pt x="2925825" y="5198249"/>
                  </a:lnTo>
                  <a:lnTo>
                    <a:pt x="2921635" y="5193982"/>
                  </a:lnTo>
                  <a:close/>
                </a:path>
                <a:path w="10424160" h="5213350">
                  <a:moveTo>
                    <a:pt x="2878200" y="5193982"/>
                  </a:moveTo>
                  <a:lnTo>
                    <a:pt x="2872867" y="5193982"/>
                  </a:lnTo>
                  <a:lnTo>
                    <a:pt x="2868675" y="5198249"/>
                  </a:lnTo>
                  <a:lnTo>
                    <a:pt x="2868675" y="5208765"/>
                  </a:lnTo>
                  <a:lnTo>
                    <a:pt x="2872867" y="5213032"/>
                  </a:lnTo>
                  <a:lnTo>
                    <a:pt x="2878200" y="5213032"/>
                  </a:lnTo>
                  <a:lnTo>
                    <a:pt x="2878200" y="5193982"/>
                  </a:lnTo>
                  <a:close/>
                </a:path>
                <a:path w="10424160" h="5213350">
                  <a:moveTo>
                    <a:pt x="2883408" y="5193982"/>
                  </a:moveTo>
                  <a:lnTo>
                    <a:pt x="2878200" y="5193982"/>
                  </a:lnTo>
                  <a:lnTo>
                    <a:pt x="2878200" y="5213032"/>
                  </a:lnTo>
                  <a:lnTo>
                    <a:pt x="2883408" y="5213032"/>
                  </a:lnTo>
                  <a:lnTo>
                    <a:pt x="2887725" y="5208765"/>
                  </a:lnTo>
                  <a:lnTo>
                    <a:pt x="2887725" y="5198249"/>
                  </a:lnTo>
                  <a:lnTo>
                    <a:pt x="2883408" y="5193982"/>
                  </a:lnTo>
                  <a:close/>
                </a:path>
                <a:path w="10424160" h="5213350">
                  <a:moveTo>
                    <a:pt x="2840100" y="5193982"/>
                  </a:moveTo>
                  <a:lnTo>
                    <a:pt x="2834767" y="5193982"/>
                  </a:lnTo>
                  <a:lnTo>
                    <a:pt x="2830575" y="5198249"/>
                  </a:lnTo>
                  <a:lnTo>
                    <a:pt x="2830575" y="5208765"/>
                  </a:lnTo>
                  <a:lnTo>
                    <a:pt x="2834767" y="5213032"/>
                  </a:lnTo>
                  <a:lnTo>
                    <a:pt x="2840100" y="5213032"/>
                  </a:lnTo>
                  <a:lnTo>
                    <a:pt x="2840100" y="5193982"/>
                  </a:lnTo>
                  <a:close/>
                </a:path>
                <a:path w="10424160" h="5213350">
                  <a:moveTo>
                    <a:pt x="2845308" y="5193982"/>
                  </a:moveTo>
                  <a:lnTo>
                    <a:pt x="2840100" y="5193982"/>
                  </a:lnTo>
                  <a:lnTo>
                    <a:pt x="2840100" y="5213032"/>
                  </a:lnTo>
                  <a:lnTo>
                    <a:pt x="2845308" y="5213032"/>
                  </a:lnTo>
                  <a:lnTo>
                    <a:pt x="2849625" y="5208765"/>
                  </a:lnTo>
                  <a:lnTo>
                    <a:pt x="2849625" y="5198249"/>
                  </a:lnTo>
                  <a:lnTo>
                    <a:pt x="2845308" y="5193982"/>
                  </a:lnTo>
                  <a:close/>
                </a:path>
                <a:path w="10424160" h="5213350">
                  <a:moveTo>
                    <a:pt x="2801873" y="5193982"/>
                  </a:moveTo>
                  <a:lnTo>
                    <a:pt x="2796667" y="5193982"/>
                  </a:lnTo>
                  <a:lnTo>
                    <a:pt x="2792348" y="5198249"/>
                  </a:lnTo>
                  <a:lnTo>
                    <a:pt x="2792348" y="5208765"/>
                  </a:lnTo>
                  <a:lnTo>
                    <a:pt x="2796667" y="5213032"/>
                  </a:lnTo>
                  <a:lnTo>
                    <a:pt x="2801873" y="5213032"/>
                  </a:lnTo>
                  <a:lnTo>
                    <a:pt x="2801873" y="5193982"/>
                  </a:lnTo>
                  <a:close/>
                </a:path>
                <a:path w="10424160" h="5213350">
                  <a:moveTo>
                    <a:pt x="2807208" y="5193982"/>
                  </a:moveTo>
                  <a:lnTo>
                    <a:pt x="2802000" y="5193982"/>
                  </a:lnTo>
                  <a:lnTo>
                    <a:pt x="2802000" y="5213032"/>
                  </a:lnTo>
                  <a:lnTo>
                    <a:pt x="2807208" y="5213032"/>
                  </a:lnTo>
                  <a:lnTo>
                    <a:pt x="2811525" y="5208765"/>
                  </a:lnTo>
                  <a:lnTo>
                    <a:pt x="2811525" y="5198249"/>
                  </a:lnTo>
                  <a:lnTo>
                    <a:pt x="2807208" y="5193982"/>
                  </a:lnTo>
                  <a:close/>
                </a:path>
                <a:path w="10424160" h="5213350">
                  <a:moveTo>
                    <a:pt x="2763773" y="5193982"/>
                  </a:moveTo>
                  <a:lnTo>
                    <a:pt x="2758567" y="5193982"/>
                  </a:lnTo>
                  <a:lnTo>
                    <a:pt x="2754248" y="5198249"/>
                  </a:lnTo>
                  <a:lnTo>
                    <a:pt x="2754248" y="5208765"/>
                  </a:lnTo>
                  <a:lnTo>
                    <a:pt x="2758567" y="5213032"/>
                  </a:lnTo>
                  <a:lnTo>
                    <a:pt x="2763773" y="5213032"/>
                  </a:lnTo>
                  <a:lnTo>
                    <a:pt x="2763773" y="5193982"/>
                  </a:lnTo>
                  <a:close/>
                </a:path>
                <a:path w="10424160" h="5213350">
                  <a:moveTo>
                    <a:pt x="2769108" y="5193982"/>
                  </a:moveTo>
                  <a:lnTo>
                    <a:pt x="2763773" y="5193982"/>
                  </a:lnTo>
                  <a:lnTo>
                    <a:pt x="2763773" y="5213032"/>
                  </a:lnTo>
                  <a:lnTo>
                    <a:pt x="2769108" y="5213032"/>
                  </a:lnTo>
                  <a:lnTo>
                    <a:pt x="2773298" y="5208765"/>
                  </a:lnTo>
                  <a:lnTo>
                    <a:pt x="2773298" y="5198249"/>
                  </a:lnTo>
                  <a:lnTo>
                    <a:pt x="2769108" y="5193982"/>
                  </a:lnTo>
                  <a:close/>
                </a:path>
                <a:path w="10424160" h="5213350">
                  <a:moveTo>
                    <a:pt x="2725673" y="5193982"/>
                  </a:moveTo>
                  <a:lnTo>
                    <a:pt x="2720467" y="5193982"/>
                  </a:lnTo>
                  <a:lnTo>
                    <a:pt x="2716148" y="5198249"/>
                  </a:lnTo>
                  <a:lnTo>
                    <a:pt x="2716148" y="5208765"/>
                  </a:lnTo>
                  <a:lnTo>
                    <a:pt x="2720467" y="5213032"/>
                  </a:lnTo>
                  <a:lnTo>
                    <a:pt x="2725673" y="5213032"/>
                  </a:lnTo>
                  <a:lnTo>
                    <a:pt x="2725673" y="5193982"/>
                  </a:lnTo>
                  <a:close/>
                </a:path>
                <a:path w="10424160" h="5213350">
                  <a:moveTo>
                    <a:pt x="2731008" y="5193982"/>
                  </a:moveTo>
                  <a:lnTo>
                    <a:pt x="2725673" y="5193982"/>
                  </a:lnTo>
                  <a:lnTo>
                    <a:pt x="2725673" y="5213032"/>
                  </a:lnTo>
                  <a:lnTo>
                    <a:pt x="2731008" y="5213032"/>
                  </a:lnTo>
                  <a:lnTo>
                    <a:pt x="2735198" y="5208765"/>
                  </a:lnTo>
                  <a:lnTo>
                    <a:pt x="2735198" y="5198249"/>
                  </a:lnTo>
                  <a:lnTo>
                    <a:pt x="2731008" y="5193982"/>
                  </a:lnTo>
                  <a:close/>
                </a:path>
                <a:path w="10424160" h="5213350">
                  <a:moveTo>
                    <a:pt x="2687573" y="5193982"/>
                  </a:moveTo>
                  <a:lnTo>
                    <a:pt x="2682367" y="5193982"/>
                  </a:lnTo>
                  <a:lnTo>
                    <a:pt x="2678048" y="5198249"/>
                  </a:lnTo>
                  <a:lnTo>
                    <a:pt x="2678048" y="5208765"/>
                  </a:lnTo>
                  <a:lnTo>
                    <a:pt x="2682367" y="5213032"/>
                  </a:lnTo>
                  <a:lnTo>
                    <a:pt x="2687573" y="5213032"/>
                  </a:lnTo>
                  <a:lnTo>
                    <a:pt x="2687573" y="5193982"/>
                  </a:lnTo>
                  <a:close/>
                </a:path>
                <a:path w="10424160" h="5213350">
                  <a:moveTo>
                    <a:pt x="2692908" y="5193982"/>
                  </a:moveTo>
                  <a:lnTo>
                    <a:pt x="2687573" y="5193982"/>
                  </a:lnTo>
                  <a:lnTo>
                    <a:pt x="2687573" y="5213032"/>
                  </a:lnTo>
                  <a:lnTo>
                    <a:pt x="2692908" y="5213032"/>
                  </a:lnTo>
                  <a:lnTo>
                    <a:pt x="2697098" y="5208765"/>
                  </a:lnTo>
                  <a:lnTo>
                    <a:pt x="2697098" y="5198249"/>
                  </a:lnTo>
                  <a:lnTo>
                    <a:pt x="2692908" y="5193982"/>
                  </a:lnTo>
                  <a:close/>
                </a:path>
                <a:path w="10424160" h="5213350">
                  <a:moveTo>
                    <a:pt x="2649473" y="5193982"/>
                  </a:moveTo>
                  <a:lnTo>
                    <a:pt x="2644140" y="5193982"/>
                  </a:lnTo>
                  <a:lnTo>
                    <a:pt x="2639949" y="5198249"/>
                  </a:lnTo>
                  <a:lnTo>
                    <a:pt x="2639949" y="5208765"/>
                  </a:lnTo>
                  <a:lnTo>
                    <a:pt x="2644140" y="5213032"/>
                  </a:lnTo>
                  <a:lnTo>
                    <a:pt x="2649473" y="5213032"/>
                  </a:lnTo>
                  <a:lnTo>
                    <a:pt x="2649473" y="5193982"/>
                  </a:lnTo>
                  <a:close/>
                </a:path>
                <a:path w="10424160" h="5213350">
                  <a:moveTo>
                    <a:pt x="2654681" y="5193982"/>
                  </a:moveTo>
                  <a:lnTo>
                    <a:pt x="2649473" y="5193982"/>
                  </a:lnTo>
                  <a:lnTo>
                    <a:pt x="2649473" y="5213032"/>
                  </a:lnTo>
                  <a:lnTo>
                    <a:pt x="2654681" y="5213032"/>
                  </a:lnTo>
                  <a:lnTo>
                    <a:pt x="2658998" y="5208765"/>
                  </a:lnTo>
                  <a:lnTo>
                    <a:pt x="2658998" y="5198249"/>
                  </a:lnTo>
                  <a:lnTo>
                    <a:pt x="2654681" y="5193982"/>
                  </a:lnTo>
                  <a:close/>
                </a:path>
                <a:path w="10424160" h="5213350">
                  <a:moveTo>
                    <a:pt x="2611374" y="5193982"/>
                  </a:moveTo>
                  <a:lnTo>
                    <a:pt x="2606040" y="5193982"/>
                  </a:lnTo>
                  <a:lnTo>
                    <a:pt x="2601849" y="5198249"/>
                  </a:lnTo>
                  <a:lnTo>
                    <a:pt x="2601849" y="5208765"/>
                  </a:lnTo>
                  <a:lnTo>
                    <a:pt x="2606040" y="5213032"/>
                  </a:lnTo>
                  <a:lnTo>
                    <a:pt x="2611374" y="5213032"/>
                  </a:lnTo>
                  <a:lnTo>
                    <a:pt x="2611374" y="5193982"/>
                  </a:lnTo>
                  <a:close/>
                </a:path>
                <a:path w="10424160" h="5213350">
                  <a:moveTo>
                    <a:pt x="2616581" y="5193982"/>
                  </a:moveTo>
                  <a:lnTo>
                    <a:pt x="2611374" y="5193982"/>
                  </a:lnTo>
                  <a:lnTo>
                    <a:pt x="2611374" y="5213032"/>
                  </a:lnTo>
                  <a:lnTo>
                    <a:pt x="2616581" y="5213032"/>
                  </a:lnTo>
                  <a:lnTo>
                    <a:pt x="2620899" y="5208765"/>
                  </a:lnTo>
                  <a:lnTo>
                    <a:pt x="2620899" y="5198249"/>
                  </a:lnTo>
                  <a:lnTo>
                    <a:pt x="2616581" y="5193982"/>
                  </a:lnTo>
                  <a:close/>
                </a:path>
                <a:path w="10424160" h="5213350">
                  <a:moveTo>
                    <a:pt x="2573274" y="5193982"/>
                  </a:moveTo>
                  <a:lnTo>
                    <a:pt x="2567940" y="5193982"/>
                  </a:lnTo>
                  <a:lnTo>
                    <a:pt x="2563749" y="5198249"/>
                  </a:lnTo>
                  <a:lnTo>
                    <a:pt x="2563749" y="5208765"/>
                  </a:lnTo>
                  <a:lnTo>
                    <a:pt x="2567940" y="5213032"/>
                  </a:lnTo>
                  <a:lnTo>
                    <a:pt x="2573274" y="5213032"/>
                  </a:lnTo>
                  <a:lnTo>
                    <a:pt x="2573274" y="5193982"/>
                  </a:lnTo>
                  <a:close/>
                </a:path>
                <a:path w="10424160" h="5213350">
                  <a:moveTo>
                    <a:pt x="2578481" y="5193982"/>
                  </a:moveTo>
                  <a:lnTo>
                    <a:pt x="2573274" y="5193982"/>
                  </a:lnTo>
                  <a:lnTo>
                    <a:pt x="2573274" y="5213032"/>
                  </a:lnTo>
                  <a:lnTo>
                    <a:pt x="2578481" y="5213032"/>
                  </a:lnTo>
                  <a:lnTo>
                    <a:pt x="2582799" y="5208765"/>
                  </a:lnTo>
                  <a:lnTo>
                    <a:pt x="2582799" y="5198249"/>
                  </a:lnTo>
                  <a:lnTo>
                    <a:pt x="2578481" y="5193982"/>
                  </a:lnTo>
                  <a:close/>
                </a:path>
                <a:path w="10424160" h="5213350">
                  <a:moveTo>
                    <a:pt x="2535047" y="5193982"/>
                  </a:moveTo>
                  <a:lnTo>
                    <a:pt x="2529840" y="5193982"/>
                  </a:lnTo>
                  <a:lnTo>
                    <a:pt x="2525522" y="5198249"/>
                  </a:lnTo>
                  <a:lnTo>
                    <a:pt x="2525522" y="5208765"/>
                  </a:lnTo>
                  <a:lnTo>
                    <a:pt x="2529840" y="5213032"/>
                  </a:lnTo>
                  <a:lnTo>
                    <a:pt x="2535047" y="5213032"/>
                  </a:lnTo>
                  <a:lnTo>
                    <a:pt x="2535047" y="5193982"/>
                  </a:lnTo>
                  <a:close/>
                </a:path>
                <a:path w="10424160" h="5213350">
                  <a:moveTo>
                    <a:pt x="2535174" y="5206682"/>
                  </a:moveTo>
                  <a:lnTo>
                    <a:pt x="2535047" y="5206682"/>
                  </a:lnTo>
                  <a:lnTo>
                    <a:pt x="2535047" y="5213032"/>
                  </a:lnTo>
                  <a:lnTo>
                    <a:pt x="2535174" y="5213032"/>
                  </a:lnTo>
                  <a:lnTo>
                    <a:pt x="2535174" y="5206682"/>
                  </a:lnTo>
                  <a:close/>
                </a:path>
                <a:path w="10424160" h="5213350">
                  <a:moveTo>
                    <a:pt x="2540381" y="5193982"/>
                  </a:moveTo>
                  <a:lnTo>
                    <a:pt x="2535174" y="5193982"/>
                  </a:lnTo>
                  <a:lnTo>
                    <a:pt x="2535174" y="5213032"/>
                  </a:lnTo>
                  <a:lnTo>
                    <a:pt x="2540381" y="5213032"/>
                  </a:lnTo>
                  <a:lnTo>
                    <a:pt x="2544699" y="5208765"/>
                  </a:lnTo>
                  <a:lnTo>
                    <a:pt x="2544699" y="5198249"/>
                  </a:lnTo>
                  <a:lnTo>
                    <a:pt x="2540381" y="5193982"/>
                  </a:lnTo>
                  <a:close/>
                </a:path>
                <a:path w="10424160" h="5213350">
                  <a:moveTo>
                    <a:pt x="2535174" y="5193982"/>
                  </a:moveTo>
                  <a:lnTo>
                    <a:pt x="2535047" y="5193982"/>
                  </a:lnTo>
                  <a:lnTo>
                    <a:pt x="2535047" y="5200332"/>
                  </a:lnTo>
                  <a:lnTo>
                    <a:pt x="2535174" y="5200332"/>
                  </a:lnTo>
                  <a:lnTo>
                    <a:pt x="2535174" y="5193982"/>
                  </a:lnTo>
                  <a:close/>
                </a:path>
                <a:path w="10424160" h="5213350">
                  <a:moveTo>
                    <a:pt x="2496947" y="5193982"/>
                  </a:moveTo>
                  <a:lnTo>
                    <a:pt x="2491740" y="5193982"/>
                  </a:lnTo>
                  <a:lnTo>
                    <a:pt x="2487422" y="5198249"/>
                  </a:lnTo>
                  <a:lnTo>
                    <a:pt x="2487422" y="5208765"/>
                  </a:lnTo>
                  <a:lnTo>
                    <a:pt x="2491740" y="5213032"/>
                  </a:lnTo>
                  <a:lnTo>
                    <a:pt x="2496947" y="5213032"/>
                  </a:lnTo>
                  <a:lnTo>
                    <a:pt x="2496947" y="5193982"/>
                  </a:lnTo>
                  <a:close/>
                </a:path>
                <a:path w="10424160" h="5213350">
                  <a:moveTo>
                    <a:pt x="2502281" y="5193982"/>
                  </a:moveTo>
                  <a:lnTo>
                    <a:pt x="2496947" y="5193982"/>
                  </a:lnTo>
                  <a:lnTo>
                    <a:pt x="2496947" y="5213032"/>
                  </a:lnTo>
                  <a:lnTo>
                    <a:pt x="2502281" y="5213032"/>
                  </a:lnTo>
                  <a:lnTo>
                    <a:pt x="2506472" y="5208765"/>
                  </a:lnTo>
                  <a:lnTo>
                    <a:pt x="2506472" y="5198249"/>
                  </a:lnTo>
                  <a:lnTo>
                    <a:pt x="2502281" y="5193982"/>
                  </a:lnTo>
                  <a:close/>
                </a:path>
                <a:path w="10424160" h="5213350">
                  <a:moveTo>
                    <a:pt x="2458847" y="5193982"/>
                  </a:moveTo>
                  <a:lnTo>
                    <a:pt x="2453640" y="5193982"/>
                  </a:lnTo>
                  <a:lnTo>
                    <a:pt x="2449322" y="5198249"/>
                  </a:lnTo>
                  <a:lnTo>
                    <a:pt x="2449322" y="5208765"/>
                  </a:lnTo>
                  <a:lnTo>
                    <a:pt x="2453640" y="5213032"/>
                  </a:lnTo>
                  <a:lnTo>
                    <a:pt x="2458847" y="5213032"/>
                  </a:lnTo>
                  <a:lnTo>
                    <a:pt x="2458847" y="5193982"/>
                  </a:lnTo>
                  <a:close/>
                </a:path>
                <a:path w="10424160" h="5213350">
                  <a:moveTo>
                    <a:pt x="2464181" y="5193982"/>
                  </a:moveTo>
                  <a:lnTo>
                    <a:pt x="2458847" y="5193982"/>
                  </a:lnTo>
                  <a:lnTo>
                    <a:pt x="2458847" y="5213032"/>
                  </a:lnTo>
                  <a:lnTo>
                    <a:pt x="2464181" y="5213032"/>
                  </a:lnTo>
                  <a:lnTo>
                    <a:pt x="2468372" y="5208765"/>
                  </a:lnTo>
                  <a:lnTo>
                    <a:pt x="2468372" y="5198249"/>
                  </a:lnTo>
                  <a:lnTo>
                    <a:pt x="2464181" y="5193982"/>
                  </a:lnTo>
                  <a:close/>
                </a:path>
                <a:path w="10424160" h="5213350">
                  <a:moveTo>
                    <a:pt x="2420747" y="5193982"/>
                  </a:moveTo>
                  <a:lnTo>
                    <a:pt x="2415540" y="5193982"/>
                  </a:lnTo>
                  <a:lnTo>
                    <a:pt x="2411222" y="5198249"/>
                  </a:lnTo>
                  <a:lnTo>
                    <a:pt x="2411222" y="5208765"/>
                  </a:lnTo>
                  <a:lnTo>
                    <a:pt x="2415540" y="5213032"/>
                  </a:lnTo>
                  <a:lnTo>
                    <a:pt x="2420747" y="5213032"/>
                  </a:lnTo>
                  <a:lnTo>
                    <a:pt x="2420747" y="5193982"/>
                  </a:lnTo>
                  <a:close/>
                </a:path>
                <a:path w="10424160" h="5213350">
                  <a:moveTo>
                    <a:pt x="2426081" y="5193982"/>
                  </a:moveTo>
                  <a:lnTo>
                    <a:pt x="2420747" y="5193982"/>
                  </a:lnTo>
                  <a:lnTo>
                    <a:pt x="2420747" y="5213032"/>
                  </a:lnTo>
                  <a:lnTo>
                    <a:pt x="2426081" y="5213032"/>
                  </a:lnTo>
                  <a:lnTo>
                    <a:pt x="2430272" y="5208765"/>
                  </a:lnTo>
                  <a:lnTo>
                    <a:pt x="2430272" y="5198249"/>
                  </a:lnTo>
                  <a:lnTo>
                    <a:pt x="2426081" y="5193982"/>
                  </a:lnTo>
                  <a:close/>
                </a:path>
                <a:path w="10424160" h="5213350">
                  <a:moveTo>
                    <a:pt x="2382647" y="5193982"/>
                  </a:moveTo>
                  <a:lnTo>
                    <a:pt x="2377313" y="5193982"/>
                  </a:lnTo>
                  <a:lnTo>
                    <a:pt x="2373122" y="5198249"/>
                  </a:lnTo>
                  <a:lnTo>
                    <a:pt x="2373122" y="5208765"/>
                  </a:lnTo>
                  <a:lnTo>
                    <a:pt x="2377313" y="5213032"/>
                  </a:lnTo>
                  <a:lnTo>
                    <a:pt x="2382647" y="5213032"/>
                  </a:lnTo>
                  <a:lnTo>
                    <a:pt x="2382647" y="5193982"/>
                  </a:lnTo>
                  <a:close/>
                </a:path>
                <a:path w="10424160" h="5213350">
                  <a:moveTo>
                    <a:pt x="2387854" y="5193982"/>
                  </a:moveTo>
                  <a:lnTo>
                    <a:pt x="2382647" y="5193982"/>
                  </a:lnTo>
                  <a:lnTo>
                    <a:pt x="2382647" y="5213032"/>
                  </a:lnTo>
                  <a:lnTo>
                    <a:pt x="2387854" y="5213032"/>
                  </a:lnTo>
                  <a:lnTo>
                    <a:pt x="2392172" y="5208765"/>
                  </a:lnTo>
                  <a:lnTo>
                    <a:pt x="2392172" y="5198249"/>
                  </a:lnTo>
                  <a:lnTo>
                    <a:pt x="2387854" y="5193982"/>
                  </a:lnTo>
                  <a:close/>
                </a:path>
                <a:path w="10424160" h="5213350">
                  <a:moveTo>
                    <a:pt x="2344547" y="5193982"/>
                  </a:moveTo>
                  <a:lnTo>
                    <a:pt x="2339213" y="5193982"/>
                  </a:lnTo>
                  <a:lnTo>
                    <a:pt x="2335022" y="5198249"/>
                  </a:lnTo>
                  <a:lnTo>
                    <a:pt x="2335022" y="5208765"/>
                  </a:lnTo>
                  <a:lnTo>
                    <a:pt x="2339213" y="5213032"/>
                  </a:lnTo>
                  <a:lnTo>
                    <a:pt x="2344547" y="5213032"/>
                  </a:lnTo>
                  <a:lnTo>
                    <a:pt x="2344547" y="5193982"/>
                  </a:lnTo>
                  <a:close/>
                </a:path>
                <a:path w="10424160" h="5213350">
                  <a:moveTo>
                    <a:pt x="2349754" y="5193982"/>
                  </a:moveTo>
                  <a:lnTo>
                    <a:pt x="2344547" y="5193982"/>
                  </a:lnTo>
                  <a:lnTo>
                    <a:pt x="2344547" y="5213032"/>
                  </a:lnTo>
                  <a:lnTo>
                    <a:pt x="2349754" y="5213032"/>
                  </a:lnTo>
                  <a:lnTo>
                    <a:pt x="2354072" y="5208765"/>
                  </a:lnTo>
                  <a:lnTo>
                    <a:pt x="2354072" y="5198249"/>
                  </a:lnTo>
                  <a:lnTo>
                    <a:pt x="2349754" y="5193982"/>
                  </a:lnTo>
                  <a:close/>
                </a:path>
                <a:path w="10424160" h="5213350">
                  <a:moveTo>
                    <a:pt x="2306447" y="5193982"/>
                  </a:moveTo>
                  <a:lnTo>
                    <a:pt x="2301113" y="5193982"/>
                  </a:lnTo>
                  <a:lnTo>
                    <a:pt x="2296922" y="5198249"/>
                  </a:lnTo>
                  <a:lnTo>
                    <a:pt x="2296922" y="5208765"/>
                  </a:lnTo>
                  <a:lnTo>
                    <a:pt x="2301113" y="5213032"/>
                  </a:lnTo>
                  <a:lnTo>
                    <a:pt x="2306447" y="5213032"/>
                  </a:lnTo>
                  <a:lnTo>
                    <a:pt x="2306447" y="5193982"/>
                  </a:lnTo>
                  <a:close/>
                </a:path>
                <a:path w="10424160" h="5213350">
                  <a:moveTo>
                    <a:pt x="2311654" y="5193982"/>
                  </a:moveTo>
                  <a:lnTo>
                    <a:pt x="2306447" y="5193982"/>
                  </a:lnTo>
                  <a:lnTo>
                    <a:pt x="2306447" y="5213032"/>
                  </a:lnTo>
                  <a:lnTo>
                    <a:pt x="2311654" y="5213032"/>
                  </a:lnTo>
                  <a:lnTo>
                    <a:pt x="2315972" y="5208765"/>
                  </a:lnTo>
                  <a:lnTo>
                    <a:pt x="2315972" y="5198249"/>
                  </a:lnTo>
                  <a:lnTo>
                    <a:pt x="2311654" y="5193982"/>
                  </a:lnTo>
                  <a:close/>
                </a:path>
                <a:path w="10424160" h="5213350">
                  <a:moveTo>
                    <a:pt x="2268220" y="5193982"/>
                  </a:moveTo>
                  <a:lnTo>
                    <a:pt x="2263013" y="5193982"/>
                  </a:lnTo>
                  <a:lnTo>
                    <a:pt x="2258695" y="5198249"/>
                  </a:lnTo>
                  <a:lnTo>
                    <a:pt x="2258695" y="5208765"/>
                  </a:lnTo>
                  <a:lnTo>
                    <a:pt x="2263013" y="5213032"/>
                  </a:lnTo>
                  <a:lnTo>
                    <a:pt x="2268220" y="5213032"/>
                  </a:lnTo>
                  <a:lnTo>
                    <a:pt x="2268220" y="5193982"/>
                  </a:lnTo>
                  <a:close/>
                </a:path>
                <a:path w="10424160" h="5213350">
                  <a:moveTo>
                    <a:pt x="2273554" y="5193982"/>
                  </a:moveTo>
                  <a:lnTo>
                    <a:pt x="2268347" y="5193982"/>
                  </a:lnTo>
                  <a:lnTo>
                    <a:pt x="2268347" y="5213032"/>
                  </a:lnTo>
                  <a:lnTo>
                    <a:pt x="2273554" y="5213032"/>
                  </a:lnTo>
                  <a:lnTo>
                    <a:pt x="2277872" y="5208765"/>
                  </a:lnTo>
                  <a:lnTo>
                    <a:pt x="2277872" y="5198249"/>
                  </a:lnTo>
                  <a:lnTo>
                    <a:pt x="2273554" y="5193982"/>
                  </a:lnTo>
                  <a:close/>
                </a:path>
                <a:path w="10424160" h="5213350">
                  <a:moveTo>
                    <a:pt x="2230120" y="5193982"/>
                  </a:moveTo>
                  <a:lnTo>
                    <a:pt x="2224913" y="5193982"/>
                  </a:lnTo>
                  <a:lnTo>
                    <a:pt x="2220595" y="5198249"/>
                  </a:lnTo>
                  <a:lnTo>
                    <a:pt x="2220595" y="5208765"/>
                  </a:lnTo>
                  <a:lnTo>
                    <a:pt x="2224913" y="5213032"/>
                  </a:lnTo>
                  <a:lnTo>
                    <a:pt x="2230120" y="5213032"/>
                  </a:lnTo>
                  <a:lnTo>
                    <a:pt x="2230120" y="5193982"/>
                  </a:lnTo>
                  <a:close/>
                </a:path>
                <a:path w="10424160" h="5213350">
                  <a:moveTo>
                    <a:pt x="2235454" y="5193982"/>
                  </a:moveTo>
                  <a:lnTo>
                    <a:pt x="2230120" y="5193982"/>
                  </a:lnTo>
                  <a:lnTo>
                    <a:pt x="2230120" y="5213032"/>
                  </a:lnTo>
                  <a:lnTo>
                    <a:pt x="2235454" y="5213032"/>
                  </a:lnTo>
                  <a:lnTo>
                    <a:pt x="2239645" y="5208765"/>
                  </a:lnTo>
                  <a:lnTo>
                    <a:pt x="2239645" y="5198249"/>
                  </a:lnTo>
                  <a:lnTo>
                    <a:pt x="2235454" y="5193982"/>
                  </a:lnTo>
                  <a:close/>
                </a:path>
                <a:path w="10424160" h="5213350">
                  <a:moveTo>
                    <a:pt x="2192020" y="5193982"/>
                  </a:moveTo>
                  <a:lnTo>
                    <a:pt x="2186813" y="5193982"/>
                  </a:lnTo>
                  <a:lnTo>
                    <a:pt x="2182495" y="5198249"/>
                  </a:lnTo>
                  <a:lnTo>
                    <a:pt x="2182495" y="5208765"/>
                  </a:lnTo>
                  <a:lnTo>
                    <a:pt x="2186813" y="5213032"/>
                  </a:lnTo>
                  <a:lnTo>
                    <a:pt x="2192020" y="5213032"/>
                  </a:lnTo>
                  <a:lnTo>
                    <a:pt x="2192020" y="5193982"/>
                  </a:lnTo>
                  <a:close/>
                </a:path>
                <a:path w="10424160" h="5213350">
                  <a:moveTo>
                    <a:pt x="2197354" y="5193982"/>
                  </a:moveTo>
                  <a:lnTo>
                    <a:pt x="2192020" y="5193982"/>
                  </a:lnTo>
                  <a:lnTo>
                    <a:pt x="2192020" y="5213032"/>
                  </a:lnTo>
                  <a:lnTo>
                    <a:pt x="2197354" y="5213032"/>
                  </a:lnTo>
                  <a:lnTo>
                    <a:pt x="2201545" y="5208765"/>
                  </a:lnTo>
                  <a:lnTo>
                    <a:pt x="2201545" y="5198249"/>
                  </a:lnTo>
                  <a:lnTo>
                    <a:pt x="2197354" y="5193982"/>
                  </a:lnTo>
                  <a:close/>
                </a:path>
                <a:path w="10424160" h="5213350">
                  <a:moveTo>
                    <a:pt x="2153920" y="5193982"/>
                  </a:moveTo>
                  <a:lnTo>
                    <a:pt x="2148585" y="5193982"/>
                  </a:lnTo>
                  <a:lnTo>
                    <a:pt x="2144395" y="5198249"/>
                  </a:lnTo>
                  <a:lnTo>
                    <a:pt x="2144395" y="5208765"/>
                  </a:lnTo>
                  <a:lnTo>
                    <a:pt x="2148585" y="5213032"/>
                  </a:lnTo>
                  <a:lnTo>
                    <a:pt x="2153920" y="5213032"/>
                  </a:lnTo>
                  <a:lnTo>
                    <a:pt x="2153920" y="5193982"/>
                  </a:lnTo>
                  <a:close/>
                </a:path>
                <a:path w="10424160" h="5213350">
                  <a:moveTo>
                    <a:pt x="2159127" y="5193982"/>
                  </a:moveTo>
                  <a:lnTo>
                    <a:pt x="2153920" y="5193982"/>
                  </a:lnTo>
                  <a:lnTo>
                    <a:pt x="2153920" y="5213032"/>
                  </a:lnTo>
                  <a:lnTo>
                    <a:pt x="2159127" y="5213032"/>
                  </a:lnTo>
                  <a:lnTo>
                    <a:pt x="2163445" y="5208765"/>
                  </a:lnTo>
                  <a:lnTo>
                    <a:pt x="2163445" y="5198249"/>
                  </a:lnTo>
                  <a:lnTo>
                    <a:pt x="2159127" y="5193982"/>
                  </a:lnTo>
                  <a:close/>
                </a:path>
                <a:path w="10424160" h="5213350">
                  <a:moveTo>
                    <a:pt x="2115820" y="5193982"/>
                  </a:moveTo>
                  <a:lnTo>
                    <a:pt x="2110485" y="5193982"/>
                  </a:lnTo>
                  <a:lnTo>
                    <a:pt x="2106295" y="5198249"/>
                  </a:lnTo>
                  <a:lnTo>
                    <a:pt x="2106295" y="5208765"/>
                  </a:lnTo>
                  <a:lnTo>
                    <a:pt x="2110485" y="5213032"/>
                  </a:lnTo>
                  <a:lnTo>
                    <a:pt x="2115820" y="5213032"/>
                  </a:lnTo>
                  <a:lnTo>
                    <a:pt x="2115820" y="5193982"/>
                  </a:lnTo>
                  <a:close/>
                </a:path>
                <a:path w="10424160" h="5213350">
                  <a:moveTo>
                    <a:pt x="2121027" y="5193982"/>
                  </a:moveTo>
                  <a:lnTo>
                    <a:pt x="2115820" y="5193982"/>
                  </a:lnTo>
                  <a:lnTo>
                    <a:pt x="2115820" y="5213032"/>
                  </a:lnTo>
                  <a:lnTo>
                    <a:pt x="2121027" y="5213032"/>
                  </a:lnTo>
                  <a:lnTo>
                    <a:pt x="2125345" y="5208765"/>
                  </a:lnTo>
                  <a:lnTo>
                    <a:pt x="2125345" y="5198249"/>
                  </a:lnTo>
                  <a:lnTo>
                    <a:pt x="2121027" y="5193982"/>
                  </a:lnTo>
                  <a:close/>
                </a:path>
                <a:path w="10424160" h="5213350">
                  <a:moveTo>
                    <a:pt x="2077720" y="5193982"/>
                  </a:moveTo>
                  <a:lnTo>
                    <a:pt x="2072385" y="5193982"/>
                  </a:lnTo>
                  <a:lnTo>
                    <a:pt x="2068195" y="5198249"/>
                  </a:lnTo>
                  <a:lnTo>
                    <a:pt x="2068195" y="5208765"/>
                  </a:lnTo>
                  <a:lnTo>
                    <a:pt x="2072385" y="5213032"/>
                  </a:lnTo>
                  <a:lnTo>
                    <a:pt x="2077720" y="5213032"/>
                  </a:lnTo>
                  <a:lnTo>
                    <a:pt x="2077720" y="5193982"/>
                  </a:lnTo>
                  <a:close/>
                </a:path>
                <a:path w="10424160" h="5213350">
                  <a:moveTo>
                    <a:pt x="2082927" y="5193982"/>
                  </a:moveTo>
                  <a:lnTo>
                    <a:pt x="2077720" y="5193982"/>
                  </a:lnTo>
                  <a:lnTo>
                    <a:pt x="2077720" y="5213032"/>
                  </a:lnTo>
                  <a:lnTo>
                    <a:pt x="2082927" y="5213032"/>
                  </a:lnTo>
                  <a:lnTo>
                    <a:pt x="2087245" y="5208765"/>
                  </a:lnTo>
                  <a:lnTo>
                    <a:pt x="2087245" y="5198249"/>
                  </a:lnTo>
                  <a:lnTo>
                    <a:pt x="2082927" y="5193982"/>
                  </a:lnTo>
                  <a:close/>
                </a:path>
                <a:path w="10424160" h="5213350">
                  <a:moveTo>
                    <a:pt x="2039493" y="5193982"/>
                  </a:moveTo>
                  <a:lnTo>
                    <a:pt x="2034285" y="5193982"/>
                  </a:lnTo>
                  <a:lnTo>
                    <a:pt x="2029968" y="5198249"/>
                  </a:lnTo>
                  <a:lnTo>
                    <a:pt x="2029968" y="5208765"/>
                  </a:lnTo>
                  <a:lnTo>
                    <a:pt x="2034285" y="5213032"/>
                  </a:lnTo>
                  <a:lnTo>
                    <a:pt x="2039493" y="5213032"/>
                  </a:lnTo>
                  <a:lnTo>
                    <a:pt x="2039493" y="5193982"/>
                  </a:lnTo>
                  <a:close/>
                </a:path>
                <a:path w="10424160" h="5213350">
                  <a:moveTo>
                    <a:pt x="2044827" y="5193982"/>
                  </a:moveTo>
                  <a:lnTo>
                    <a:pt x="2039620" y="5193982"/>
                  </a:lnTo>
                  <a:lnTo>
                    <a:pt x="2039620" y="5213032"/>
                  </a:lnTo>
                  <a:lnTo>
                    <a:pt x="2044827" y="5213032"/>
                  </a:lnTo>
                  <a:lnTo>
                    <a:pt x="2049145" y="5208765"/>
                  </a:lnTo>
                  <a:lnTo>
                    <a:pt x="2049145" y="5198249"/>
                  </a:lnTo>
                  <a:lnTo>
                    <a:pt x="2044827" y="5193982"/>
                  </a:lnTo>
                  <a:close/>
                </a:path>
                <a:path w="10424160" h="5213350">
                  <a:moveTo>
                    <a:pt x="2001393" y="5193982"/>
                  </a:moveTo>
                  <a:lnTo>
                    <a:pt x="1996185" y="5193982"/>
                  </a:lnTo>
                  <a:lnTo>
                    <a:pt x="1991868" y="5198249"/>
                  </a:lnTo>
                  <a:lnTo>
                    <a:pt x="1991868" y="5208765"/>
                  </a:lnTo>
                  <a:lnTo>
                    <a:pt x="1996185" y="5213032"/>
                  </a:lnTo>
                  <a:lnTo>
                    <a:pt x="2001393" y="5213032"/>
                  </a:lnTo>
                  <a:lnTo>
                    <a:pt x="2001393" y="5193982"/>
                  </a:lnTo>
                  <a:close/>
                </a:path>
                <a:path w="10424160" h="5213350">
                  <a:moveTo>
                    <a:pt x="2006727" y="5193982"/>
                  </a:moveTo>
                  <a:lnTo>
                    <a:pt x="2001393" y="5193982"/>
                  </a:lnTo>
                  <a:lnTo>
                    <a:pt x="2001393" y="5213032"/>
                  </a:lnTo>
                  <a:lnTo>
                    <a:pt x="2006727" y="5213032"/>
                  </a:lnTo>
                  <a:lnTo>
                    <a:pt x="2010918" y="5208765"/>
                  </a:lnTo>
                  <a:lnTo>
                    <a:pt x="2010918" y="5198249"/>
                  </a:lnTo>
                  <a:lnTo>
                    <a:pt x="2006727" y="5193982"/>
                  </a:lnTo>
                  <a:close/>
                </a:path>
                <a:path w="10424160" h="5213350">
                  <a:moveTo>
                    <a:pt x="1963293" y="5193982"/>
                  </a:moveTo>
                  <a:lnTo>
                    <a:pt x="1958085" y="5193982"/>
                  </a:lnTo>
                  <a:lnTo>
                    <a:pt x="1953768" y="5198249"/>
                  </a:lnTo>
                  <a:lnTo>
                    <a:pt x="1953768" y="5208765"/>
                  </a:lnTo>
                  <a:lnTo>
                    <a:pt x="1958085" y="5213032"/>
                  </a:lnTo>
                  <a:lnTo>
                    <a:pt x="1963293" y="5213032"/>
                  </a:lnTo>
                  <a:lnTo>
                    <a:pt x="1963293" y="5193982"/>
                  </a:lnTo>
                  <a:close/>
                </a:path>
                <a:path w="10424160" h="5213350">
                  <a:moveTo>
                    <a:pt x="1968627" y="5193982"/>
                  </a:moveTo>
                  <a:lnTo>
                    <a:pt x="1963293" y="5193982"/>
                  </a:lnTo>
                  <a:lnTo>
                    <a:pt x="1963293" y="5213032"/>
                  </a:lnTo>
                  <a:lnTo>
                    <a:pt x="1968627" y="5213032"/>
                  </a:lnTo>
                  <a:lnTo>
                    <a:pt x="1972818" y="5208765"/>
                  </a:lnTo>
                  <a:lnTo>
                    <a:pt x="1972818" y="5198249"/>
                  </a:lnTo>
                  <a:lnTo>
                    <a:pt x="1968627" y="5193982"/>
                  </a:lnTo>
                  <a:close/>
                </a:path>
                <a:path w="10424160" h="5213350">
                  <a:moveTo>
                    <a:pt x="1925193" y="5193982"/>
                  </a:moveTo>
                  <a:lnTo>
                    <a:pt x="1919985" y="5193982"/>
                  </a:lnTo>
                  <a:lnTo>
                    <a:pt x="1915668" y="5198249"/>
                  </a:lnTo>
                  <a:lnTo>
                    <a:pt x="1915668" y="5208765"/>
                  </a:lnTo>
                  <a:lnTo>
                    <a:pt x="1919985" y="5213032"/>
                  </a:lnTo>
                  <a:lnTo>
                    <a:pt x="1925193" y="5213032"/>
                  </a:lnTo>
                  <a:lnTo>
                    <a:pt x="1925193" y="5193982"/>
                  </a:lnTo>
                  <a:close/>
                </a:path>
                <a:path w="10424160" h="5213350">
                  <a:moveTo>
                    <a:pt x="1930527" y="5193982"/>
                  </a:moveTo>
                  <a:lnTo>
                    <a:pt x="1925193" y="5193982"/>
                  </a:lnTo>
                  <a:lnTo>
                    <a:pt x="1925193" y="5213032"/>
                  </a:lnTo>
                  <a:lnTo>
                    <a:pt x="1930527" y="5213032"/>
                  </a:lnTo>
                  <a:lnTo>
                    <a:pt x="1934718" y="5208765"/>
                  </a:lnTo>
                  <a:lnTo>
                    <a:pt x="1934718" y="5198249"/>
                  </a:lnTo>
                  <a:lnTo>
                    <a:pt x="1930527" y="5193982"/>
                  </a:lnTo>
                  <a:close/>
                </a:path>
                <a:path w="10424160" h="5213350">
                  <a:moveTo>
                    <a:pt x="1887093" y="5193982"/>
                  </a:moveTo>
                  <a:lnTo>
                    <a:pt x="1881758" y="5193982"/>
                  </a:lnTo>
                  <a:lnTo>
                    <a:pt x="1877568" y="5198249"/>
                  </a:lnTo>
                  <a:lnTo>
                    <a:pt x="1877568" y="5208765"/>
                  </a:lnTo>
                  <a:lnTo>
                    <a:pt x="1881758" y="5213032"/>
                  </a:lnTo>
                  <a:lnTo>
                    <a:pt x="1887093" y="5213032"/>
                  </a:lnTo>
                  <a:lnTo>
                    <a:pt x="1887093" y="5193982"/>
                  </a:lnTo>
                  <a:close/>
                </a:path>
                <a:path w="10424160" h="5213350">
                  <a:moveTo>
                    <a:pt x="1892300" y="5193982"/>
                  </a:moveTo>
                  <a:lnTo>
                    <a:pt x="1887093" y="5193982"/>
                  </a:lnTo>
                  <a:lnTo>
                    <a:pt x="1887093" y="5213032"/>
                  </a:lnTo>
                  <a:lnTo>
                    <a:pt x="1892300" y="5213032"/>
                  </a:lnTo>
                  <a:lnTo>
                    <a:pt x="1896618" y="5208765"/>
                  </a:lnTo>
                  <a:lnTo>
                    <a:pt x="1896618" y="5198249"/>
                  </a:lnTo>
                  <a:lnTo>
                    <a:pt x="1892300" y="5193982"/>
                  </a:lnTo>
                  <a:close/>
                </a:path>
                <a:path w="10424160" h="5213350">
                  <a:moveTo>
                    <a:pt x="1848993" y="5193982"/>
                  </a:moveTo>
                  <a:lnTo>
                    <a:pt x="1843658" y="5193982"/>
                  </a:lnTo>
                  <a:lnTo>
                    <a:pt x="1839468" y="5198249"/>
                  </a:lnTo>
                  <a:lnTo>
                    <a:pt x="1839468" y="5208765"/>
                  </a:lnTo>
                  <a:lnTo>
                    <a:pt x="1843658" y="5213032"/>
                  </a:lnTo>
                  <a:lnTo>
                    <a:pt x="1848993" y="5213032"/>
                  </a:lnTo>
                  <a:lnTo>
                    <a:pt x="1848993" y="5193982"/>
                  </a:lnTo>
                  <a:close/>
                </a:path>
                <a:path w="10424160" h="5213350">
                  <a:moveTo>
                    <a:pt x="1854200" y="5193982"/>
                  </a:moveTo>
                  <a:lnTo>
                    <a:pt x="1848993" y="5193982"/>
                  </a:lnTo>
                  <a:lnTo>
                    <a:pt x="1848993" y="5213032"/>
                  </a:lnTo>
                  <a:lnTo>
                    <a:pt x="1854200" y="5213032"/>
                  </a:lnTo>
                  <a:lnTo>
                    <a:pt x="1858518" y="5208765"/>
                  </a:lnTo>
                  <a:lnTo>
                    <a:pt x="1858518" y="5198249"/>
                  </a:lnTo>
                  <a:lnTo>
                    <a:pt x="1854200" y="5193982"/>
                  </a:lnTo>
                  <a:close/>
                </a:path>
                <a:path w="10424160" h="5213350">
                  <a:moveTo>
                    <a:pt x="1810893" y="5193982"/>
                  </a:moveTo>
                  <a:lnTo>
                    <a:pt x="1805558" y="5193982"/>
                  </a:lnTo>
                  <a:lnTo>
                    <a:pt x="1801368" y="5198249"/>
                  </a:lnTo>
                  <a:lnTo>
                    <a:pt x="1801368" y="5208765"/>
                  </a:lnTo>
                  <a:lnTo>
                    <a:pt x="1805558" y="5213032"/>
                  </a:lnTo>
                  <a:lnTo>
                    <a:pt x="1810893" y="5213032"/>
                  </a:lnTo>
                  <a:lnTo>
                    <a:pt x="1810893" y="5193982"/>
                  </a:lnTo>
                  <a:close/>
                </a:path>
                <a:path w="10424160" h="5213350">
                  <a:moveTo>
                    <a:pt x="1816100" y="5193982"/>
                  </a:moveTo>
                  <a:lnTo>
                    <a:pt x="1810893" y="5193982"/>
                  </a:lnTo>
                  <a:lnTo>
                    <a:pt x="1810893" y="5213032"/>
                  </a:lnTo>
                  <a:lnTo>
                    <a:pt x="1816100" y="5213032"/>
                  </a:lnTo>
                  <a:lnTo>
                    <a:pt x="1820418" y="5208765"/>
                  </a:lnTo>
                  <a:lnTo>
                    <a:pt x="1820418" y="5198249"/>
                  </a:lnTo>
                  <a:lnTo>
                    <a:pt x="1816100" y="5193982"/>
                  </a:lnTo>
                  <a:close/>
                </a:path>
                <a:path w="10424160" h="5213350">
                  <a:moveTo>
                    <a:pt x="1772665" y="5193982"/>
                  </a:moveTo>
                  <a:lnTo>
                    <a:pt x="1767458" y="5193982"/>
                  </a:lnTo>
                  <a:lnTo>
                    <a:pt x="1763140" y="5198249"/>
                  </a:lnTo>
                  <a:lnTo>
                    <a:pt x="1763140" y="5208765"/>
                  </a:lnTo>
                  <a:lnTo>
                    <a:pt x="1767458" y="5213032"/>
                  </a:lnTo>
                  <a:lnTo>
                    <a:pt x="1772665" y="5213032"/>
                  </a:lnTo>
                  <a:lnTo>
                    <a:pt x="1772665" y="5193982"/>
                  </a:lnTo>
                  <a:close/>
                </a:path>
                <a:path w="10424160" h="5213350">
                  <a:moveTo>
                    <a:pt x="1772793" y="5206682"/>
                  </a:moveTo>
                  <a:lnTo>
                    <a:pt x="1772665" y="5206682"/>
                  </a:lnTo>
                  <a:lnTo>
                    <a:pt x="1772665" y="5213032"/>
                  </a:lnTo>
                  <a:lnTo>
                    <a:pt x="1772793" y="5213032"/>
                  </a:lnTo>
                  <a:lnTo>
                    <a:pt x="1772793" y="5206682"/>
                  </a:lnTo>
                  <a:close/>
                </a:path>
                <a:path w="10424160" h="5213350">
                  <a:moveTo>
                    <a:pt x="1778000" y="5193982"/>
                  </a:moveTo>
                  <a:lnTo>
                    <a:pt x="1772793" y="5193982"/>
                  </a:lnTo>
                  <a:lnTo>
                    <a:pt x="1772793" y="5213032"/>
                  </a:lnTo>
                  <a:lnTo>
                    <a:pt x="1778000" y="5213032"/>
                  </a:lnTo>
                  <a:lnTo>
                    <a:pt x="1782318" y="5208765"/>
                  </a:lnTo>
                  <a:lnTo>
                    <a:pt x="1782318" y="5198249"/>
                  </a:lnTo>
                  <a:lnTo>
                    <a:pt x="1778000" y="5193982"/>
                  </a:lnTo>
                  <a:close/>
                </a:path>
                <a:path w="10424160" h="5213350">
                  <a:moveTo>
                    <a:pt x="1772793" y="5193982"/>
                  </a:moveTo>
                  <a:lnTo>
                    <a:pt x="1772665" y="5193982"/>
                  </a:lnTo>
                  <a:lnTo>
                    <a:pt x="1772665" y="5200332"/>
                  </a:lnTo>
                  <a:lnTo>
                    <a:pt x="1772793" y="5200332"/>
                  </a:lnTo>
                  <a:lnTo>
                    <a:pt x="1772793" y="5193982"/>
                  </a:lnTo>
                  <a:close/>
                </a:path>
                <a:path w="10424160" h="5213350">
                  <a:moveTo>
                    <a:pt x="1734565" y="5193982"/>
                  </a:moveTo>
                  <a:lnTo>
                    <a:pt x="1729358" y="5193982"/>
                  </a:lnTo>
                  <a:lnTo>
                    <a:pt x="1725040" y="5198249"/>
                  </a:lnTo>
                  <a:lnTo>
                    <a:pt x="1725040" y="5208765"/>
                  </a:lnTo>
                  <a:lnTo>
                    <a:pt x="1729358" y="5213032"/>
                  </a:lnTo>
                  <a:lnTo>
                    <a:pt x="1734565" y="5213032"/>
                  </a:lnTo>
                  <a:lnTo>
                    <a:pt x="1734565" y="5193982"/>
                  </a:lnTo>
                  <a:close/>
                </a:path>
                <a:path w="10424160" h="5213350">
                  <a:moveTo>
                    <a:pt x="1739900" y="5193982"/>
                  </a:moveTo>
                  <a:lnTo>
                    <a:pt x="1734565" y="5193982"/>
                  </a:lnTo>
                  <a:lnTo>
                    <a:pt x="1734565" y="5213032"/>
                  </a:lnTo>
                  <a:lnTo>
                    <a:pt x="1739900" y="5213032"/>
                  </a:lnTo>
                  <a:lnTo>
                    <a:pt x="1744090" y="5208765"/>
                  </a:lnTo>
                  <a:lnTo>
                    <a:pt x="1744090" y="5198249"/>
                  </a:lnTo>
                  <a:lnTo>
                    <a:pt x="1739900" y="5193982"/>
                  </a:lnTo>
                  <a:close/>
                </a:path>
                <a:path w="10424160" h="5213350">
                  <a:moveTo>
                    <a:pt x="1696465" y="5193982"/>
                  </a:moveTo>
                  <a:lnTo>
                    <a:pt x="1691258" y="5193982"/>
                  </a:lnTo>
                  <a:lnTo>
                    <a:pt x="1686940" y="5198249"/>
                  </a:lnTo>
                  <a:lnTo>
                    <a:pt x="1686940" y="5208765"/>
                  </a:lnTo>
                  <a:lnTo>
                    <a:pt x="1691258" y="5213032"/>
                  </a:lnTo>
                  <a:lnTo>
                    <a:pt x="1696465" y="5213032"/>
                  </a:lnTo>
                  <a:lnTo>
                    <a:pt x="1696465" y="5193982"/>
                  </a:lnTo>
                  <a:close/>
                </a:path>
                <a:path w="10424160" h="5213350">
                  <a:moveTo>
                    <a:pt x="1701800" y="5193982"/>
                  </a:moveTo>
                  <a:lnTo>
                    <a:pt x="1696465" y="5193982"/>
                  </a:lnTo>
                  <a:lnTo>
                    <a:pt x="1696465" y="5213032"/>
                  </a:lnTo>
                  <a:lnTo>
                    <a:pt x="1701800" y="5213032"/>
                  </a:lnTo>
                  <a:lnTo>
                    <a:pt x="1705990" y="5208765"/>
                  </a:lnTo>
                  <a:lnTo>
                    <a:pt x="1705990" y="5198249"/>
                  </a:lnTo>
                  <a:lnTo>
                    <a:pt x="1701800" y="5193982"/>
                  </a:lnTo>
                  <a:close/>
                </a:path>
                <a:path w="10424160" h="5213350">
                  <a:moveTo>
                    <a:pt x="1658365" y="5193982"/>
                  </a:moveTo>
                  <a:lnTo>
                    <a:pt x="1653158" y="5193982"/>
                  </a:lnTo>
                  <a:lnTo>
                    <a:pt x="1648840" y="5198249"/>
                  </a:lnTo>
                  <a:lnTo>
                    <a:pt x="1648840" y="5208765"/>
                  </a:lnTo>
                  <a:lnTo>
                    <a:pt x="1653158" y="5213032"/>
                  </a:lnTo>
                  <a:lnTo>
                    <a:pt x="1658365" y="5213032"/>
                  </a:lnTo>
                  <a:lnTo>
                    <a:pt x="1658365" y="5193982"/>
                  </a:lnTo>
                  <a:close/>
                </a:path>
                <a:path w="10424160" h="5213350">
                  <a:moveTo>
                    <a:pt x="1663700" y="5193982"/>
                  </a:moveTo>
                  <a:lnTo>
                    <a:pt x="1658365" y="5193982"/>
                  </a:lnTo>
                  <a:lnTo>
                    <a:pt x="1658365" y="5213032"/>
                  </a:lnTo>
                  <a:lnTo>
                    <a:pt x="1663700" y="5213032"/>
                  </a:lnTo>
                  <a:lnTo>
                    <a:pt x="1667890" y="5208765"/>
                  </a:lnTo>
                  <a:lnTo>
                    <a:pt x="1667890" y="5198249"/>
                  </a:lnTo>
                  <a:lnTo>
                    <a:pt x="1663700" y="5193982"/>
                  </a:lnTo>
                  <a:close/>
                </a:path>
                <a:path w="10424160" h="5213350">
                  <a:moveTo>
                    <a:pt x="1620265" y="5193982"/>
                  </a:moveTo>
                  <a:lnTo>
                    <a:pt x="1614932" y="5193982"/>
                  </a:lnTo>
                  <a:lnTo>
                    <a:pt x="1610740" y="5198249"/>
                  </a:lnTo>
                  <a:lnTo>
                    <a:pt x="1610740" y="5208765"/>
                  </a:lnTo>
                  <a:lnTo>
                    <a:pt x="1614932" y="5213032"/>
                  </a:lnTo>
                  <a:lnTo>
                    <a:pt x="1620265" y="5213032"/>
                  </a:lnTo>
                  <a:lnTo>
                    <a:pt x="1620265" y="5193982"/>
                  </a:lnTo>
                  <a:close/>
                </a:path>
                <a:path w="10424160" h="5213350">
                  <a:moveTo>
                    <a:pt x="1625472" y="5193982"/>
                  </a:moveTo>
                  <a:lnTo>
                    <a:pt x="1620265" y="5193982"/>
                  </a:lnTo>
                  <a:lnTo>
                    <a:pt x="1620265" y="5213032"/>
                  </a:lnTo>
                  <a:lnTo>
                    <a:pt x="1625472" y="5213032"/>
                  </a:lnTo>
                  <a:lnTo>
                    <a:pt x="1629790" y="5208765"/>
                  </a:lnTo>
                  <a:lnTo>
                    <a:pt x="1629790" y="5198249"/>
                  </a:lnTo>
                  <a:lnTo>
                    <a:pt x="1625472" y="5193982"/>
                  </a:lnTo>
                  <a:close/>
                </a:path>
                <a:path w="10424160" h="5213350">
                  <a:moveTo>
                    <a:pt x="1582165" y="5193982"/>
                  </a:moveTo>
                  <a:lnTo>
                    <a:pt x="1576832" y="5193982"/>
                  </a:lnTo>
                  <a:lnTo>
                    <a:pt x="1572640" y="5198249"/>
                  </a:lnTo>
                  <a:lnTo>
                    <a:pt x="1572640" y="5208765"/>
                  </a:lnTo>
                  <a:lnTo>
                    <a:pt x="1576832" y="5213032"/>
                  </a:lnTo>
                  <a:lnTo>
                    <a:pt x="1582165" y="5213032"/>
                  </a:lnTo>
                  <a:lnTo>
                    <a:pt x="1582165" y="5193982"/>
                  </a:lnTo>
                  <a:close/>
                </a:path>
                <a:path w="10424160" h="5213350">
                  <a:moveTo>
                    <a:pt x="1587372" y="5193982"/>
                  </a:moveTo>
                  <a:lnTo>
                    <a:pt x="1582165" y="5193982"/>
                  </a:lnTo>
                  <a:lnTo>
                    <a:pt x="1582165" y="5213032"/>
                  </a:lnTo>
                  <a:lnTo>
                    <a:pt x="1587372" y="5213032"/>
                  </a:lnTo>
                  <a:lnTo>
                    <a:pt x="1591690" y="5208765"/>
                  </a:lnTo>
                  <a:lnTo>
                    <a:pt x="1591690" y="5198249"/>
                  </a:lnTo>
                  <a:lnTo>
                    <a:pt x="1587372" y="5193982"/>
                  </a:lnTo>
                  <a:close/>
                </a:path>
                <a:path w="10424160" h="5213350">
                  <a:moveTo>
                    <a:pt x="1543939" y="5193982"/>
                  </a:moveTo>
                  <a:lnTo>
                    <a:pt x="1538732" y="5193982"/>
                  </a:lnTo>
                  <a:lnTo>
                    <a:pt x="1534414" y="5198249"/>
                  </a:lnTo>
                  <a:lnTo>
                    <a:pt x="1534414" y="5208765"/>
                  </a:lnTo>
                  <a:lnTo>
                    <a:pt x="1538732" y="5213032"/>
                  </a:lnTo>
                  <a:lnTo>
                    <a:pt x="1543939" y="5213032"/>
                  </a:lnTo>
                  <a:lnTo>
                    <a:pt x="1543939" y="5193982"/>
                  </a:lnTo>
                  <a:close/>
                </a:path>
                <a:path w="10424160" h="5213350">
                  <a:moveTo>
                    <a:pt x="1549272" y="5193982"/>
                  </a:moveTo>
                  <a:lnTo>
                    <a:pt x="1544065" y="5193982"/>
                  </a:lnTo>
                  <a:lnTo>
                    <a:pt x="1544065" y="5213032"/>
                  </a:lnTo>
                  <a:lnTo>
                    <a:pt x="1549272" y="5213032"/>
                  </a:lnTo>
                  <a:lnTo>
                    <a:pt x="1553590" y="5208765"/>
                  </a:lnTo>
                  <a:lnTo>
                    <a:pt x="1553590" y="5198249"/>
                  </a:lnTo>
                  <a:lnTo>
                    <a:pt x="1549272" y="5193982"/>
                  </a:lnTo>
                  <a:close/>
                </a:path>
                <a:path w="10424160" h="5213350">
                  <a:moveTo>
                    <a:pt x="1505839" y="5193982"/>
                  </a:moveTo>
                  <a:lnTo>
                    <a:pt x="1500632" y="5193982"/>
                  </a:lnTo>
                  <a:lnTo>
                    <a:pt x="1496314" y="5198249"/>
                  </a:lnTo>
                  <a:lnTo>
                    <a:pt x="1496314" y="5208765"/>
                  </a:lnTo>
                  <a:lnTo>
                    <a:pt x="1500632" y="5213032"/>
                  </a:lnTo>
                  <a:lnTo>
                    <a:pt x="1505839" y="5213032"/>
                  </a:lnTo>
                  <a:lnTo>
                    <a:pt x="1505839" y="5193982"/>
                  </a:lnTo>
                  <a:close/>
                </a:path>
                <a:path w="10424160" h="5213350">
                  <a:moveTo>
                    <a:pt x="1511172" y="5193982"/>
                  </a:moveTo>
                  <a:lnTo>
                    <a:pt x="1505839" y="5193982"/>
                  </a:lnTo>
                  <a:lnTo>
                    <a:pt x="1505839" y="5213032"/>
                  </a:lnTo>
                  <a:lnTo>
                    <a:pt x="1511172" y="5213032"/>
                  </a:lnTo>
                  <a:lnTo>
                    <a:pt x="1515364" y="5208765"/>
                  </a:lnTo>
                  <a:lnTo>
                    <a:pt x="1515364" y="5198249"/>
                  </a:lnTo>
                  <a:lnTo>
                    <a:pt x="1511172" y="5193982"/>
                  </a:lnTo>
                  <a:close/>
                </a:path>
                <a:path w="10424160" h="5213350">
                  <a:moveTo>
                    <a:pt x="1467739" y="5193982"/>
                  </a:moveTo>
                  <a:lnTo>
                    <a:pt x="1462532" y="5193982"/>
                  </a:lnTo>
                  <a:lnTo>
                    <a:pt x="1458214" y="5198249"/>
                  </a:lnTo>
                  <a:lnTo>
                    <a:pt x="1458214" y="5208765"/>
                  </a:lnTo>
                  <a:lnTo>
                    <a:pt x="1462532" y="5213032"/>
                  </a:lnTo>
                  <a:lnTo>
                    <a:pt x="1467739" y="5213032"/>
                  </a:lnTo>
                  <a:lnTo>
                    <a:pt x="1467739" y="5193982"/>
                  </a:lnTo>
                  <a:close/>
                </a:path>
                <a:path w="10424160" h="5213350">
                  <a:moveTo>
                    <a:pt x="1473072" y="5193982"/>
                  </a:moveTo>
                  <a:lnTo>
                    <a:pt x="1467739" y="5193982"/>
                  </a:lnTo>
                  <a:lnTo>
                    <a:pt x="1467739" y="5213032"/>
                  </a:lnTo>
                  <a:lnTo>
                    <a:pt x="1473072" y="5213032"/>
                  </a:lnTo>
                  <a:lnTo>
                    <a:pt x="1477264" y="5208765"/>
                  </a:lnTo>
                  <a:lnTo>
                    <a:pt x="1477264" y="5198249"/>
                  </a:lnTo>
                  <a:lnTo>
                    <a:pt x="1473072" y="5193982"/>
                  </a:lnTo>
                  <a:close/>
                </a:path>
                <a:path w="10424160" h="5213350">
                  <a:moveTo>
                    <a:pt x="1429639" y="5193982"/>
                  </a:moveTo>
                  <a:lnTo>
                    <a:pt x="1424432" y="5193982"/>
                  </a:lnTo>
                  <a:lnTo>
                    <a:pt x="1420114" y="5198249"/>
                  </a:lnTo>
                  <a:lnTo>
                    <a:pt x="1420114" y="5208765"/>
                  </a:lnTo>
                  <a:lnTo>
                    <a:pt x="1424432" y="5213032"/>
                  </a:lnTo>
                  <a:lnTo>
                    <a:pt x="1429639" y="5213032"/>
                  </a:lnTo>
                  <a:lnTo>
                    <a:pt x="1429639" y="5193982"/>
                  </a:lnTo>
                  <a:close/>
                </a:path>
                <a:path w="10424160" h="5213350">
                  <a:moveTo>
                    <a:pt x="1434972" y="5193982"/>
                  </a:moveTo>
                  <a:lnTo>
                    <a:pt x="1429639" y="5193982"/>
                  </a:lnTo>
                  <a:lnTo>
                    <a:pt x="1429639" y="5213032"/>
                  </a:lnTo>
                  <a:lnTo>
                    <a:pt x="1434972" y="5213032"/>
                  </a:lnTo>
                  <a:lnTo>
                    <a:pt x="1439164" y="5208765"/>
                  </a:lnTo>
                  <a:lnTo>
                    <a:pt x="1439164" y="5198249"/>
                  </a:lnTo>
                  <a:lnTo>
                    <a:pt x="1434972" y="5193982"/>
                  </a:lnTo>
                  <a:close/>
                </a:path>
                <a:path w="10424160" h="5213350">
                  <a:moveTo>
                    <a:pt x="1391539" y="5193982"/>
                  </a:moveTo>
                  <a:lnTo>
                    <a:pt x="1386205" y="5193982"/>
                  </a:lnTo>
                  <a:lnTo>
                    <a:pt x="1382014" y="5198249"/>
                  </a:lnTo>
                  <a:lnTo>
                    <a:pt x="1382014" y="5208765"/>
                  </a:lnTo>
                  <a:lnTo>
                    <a:pt x="1386205" y="5213032"/>
                  </a:lnTo>
                  <a:lnTo>
                    <a:pt x="1391539" y="5213032"/>
                  </a:lnTo>
                  <a:lnTo>
                    <a:pt x="1391539" y="5193982"/>
                  </a:lnTo>
                  <a:close/>
                </a:path>
                <a:path w="10424160" h="5213350">
                  <a:moveTo>
                    <a:pt x="1396745" y="5193982"/>
                  </a:moveTo>
                  <a:lnTo>
                    <a:pt x="1391539" y="5193982"/>
                  </a:lnTo>
                  <a:lnTo>
                    <a:pt x="1391539" y="5213032"/>
                  </a:lnTo>
                  <a:lnTo>
                    <a:pt x="1396745" y="5213032"/>
                  </a:lnTo>
                  <a:lnTo>
                    <a:pt x="1401064" y="5208765"/>
                  </a:lnTo>
                  <a:lnTo>
                    <a:pt x="1401064" y="5198249"/>
                  </a:lnTo>
                  <a:lnTo>
                    <a:pt x="1396745" y="5193982"/>
                  </a:lnTo>
                  <a:close/>
                </a:path>
                <a:path w="10424160" h="5213350">
                  <a:moveTo>
                    <a:pt x="1353439" y="5193982"/>
                  </a:moveTo>
                  <a:lnTo>
                    <a:pt x="1348105" y="5193982"/>
                  </a:lnTo>
                  <a:lnTo>
                    <a:pt x="1343914" y="5198249"/>
                  </a:lnTo>
                  <a:lnTo>
                    <a:pt x="1343914" y="5208765"/>
                  </a:lnTo>
                  <a:lnTo>
                    <a:pt x="1348105" y="5213032"/>
                  </a:lnTo>
                  <a:lnTo>
                    <a:pt x="1353439" y="5213032"/>
                  </a:lnTo>
                  <a:lnTo>
                    <a:pt x="1353439" y="5193982"/>
                  </a:lnTo>
                  <a:close/>
                </a:path>
                <a:path w="10424160" h="5213350">
                  <a:moveTo>
                    <a:pt x="1358645" y="5193982"/>
                  </a:moveTo>
                  <a:lnTo>
                    <a:pt x="1353439" y="5193982"/>
                  </a:lnTo>
                  <a:lnTo>
                    <a:pt x="1353439" y="5213032"/>
                  </a:lnTo>
                  <a:lnTo>
                    <a:pt x="1358645" y="5213032"/>
                  </a:lnTo>
                  <a:lnTo>
                    <a:pt x="1362964" y="5208765"/>
                  </a:lnTo>
                  <a:lnTo>
                    <a:pt x="1362964" y="5198249"/>
                  </a:lnTo>
                  <a:lnTo>
                    <a:pt x="1358645" y="5193982"/>
                  </a:lnTo>
                  <a:close/>
                </a:path>
                <a:path w="10424160" h="5213350">
                  <a:moveTo>
                    <a:pt x="1315339" y="5193982"/>
                  </a:moveTo>
                  <a:lnTo>
                    <a:pt x="1310005" y="5193982"/>
                  </a:lnTo>
                  <a:lnTo>
                    <a:pt x="1305814" y="5198249"/>
                  </a:lnTo>
                  <a:lnTo>
                    <a:pt x="1305814" y="5208765"/>
                  </a:lnTo>
                  <a:lnTo>
                    <a:pt x="1310005" y="5213032"/>
                  </a:lnTo>
                  <a:lnTo>
                    <a:pt x="1315339" y="5213032"/>
                  </a:lnTo>
                  <a:lnTo>
                    <a:pt x="1315339" y="5193982"/>
                  </a:lnTo>
                  <a:close/>
                </a:path>
                <a:path w="10424160" h="5213350">
                  <a:moveTo>
                    <a:pt x="1320545" y="5193982"/>
                  </a:moveTo>
                  <a:lnTo>
                    <a:pt x="1315339" y="5193982"/>
                  </a:lnTo>
                  <a:lnTo>
                    <a:pt x="1315339" y="5213032"/>
                  </a:lnTo>
                  <a:lnTo>
                    <a:pt x="1320545" y="5213032"/>
                  </a:lnTo>
                  <a:lnTo>
                    <a:pt x="1324864" y="5208765"/>
                  </a:lnTo>
                  <a:lnTo>
                    <a:pt x="1324864" y="5198249"/>
                  </a:lnTo>
                  <a:lnTo>
                    <a:pt x="1320545" y="5193982"/>
                  </a:lnTo>
                  <a:close/>
                </a:path>
                <a:path w="10424160" h="5213350">
                  <a:moveTo>
                    <a:pt x="1277112" y="5193982"/>
                  </a:moveTo>
                  <a:lnTo>
                    <a:pt x="1271905" y="5193982"/>
                  </a:lnTo>
                  <a:lnTo>
                    <a:pt x="1267587" y="5198249"/>
                  </a:lnTo>
                  <a:lnTo>
                    <a:pt x="1267587" y="5208765"/>
                  </a:lnTo>
                  <a:lnTo>
                    <a:pt x="1271905" y="5213032"/>
                  </a:lnTo>
                  <a:lnTo>
                    <a:pt x="1277112" y="5213032"/>
                  </a:lnTo>
                  <a:lnTo>
                    <a:pt x="1277112" y="5193982"/>
                  </a:lnTo>
                  <a:close/>
                </a:path>
                <a:path w="10424160" h="5213350">
                  <a:moveTo>
                    <a:pt x="1282445" y="5193982"/>
                  </a:moveTo>
                  <a:lnTo>
                    <a:pt x="1277239" y="5193982"/>
                  </a:lnTo>
                  <a:lnTo>
                    <a:pt x="1277239" y="5213032"/>
                  </a:lnTo>
                  <a:lnTo>
                    <a:pt x="1282445" y="5213032"/>
                  </a:lnTo>
                  <a:lnTo>
                    <a:pt x="1286764" y="5208765"/>
                  </a:lnTo>
                  <a:lnTo>
                    <a:pt x="1286764" y="5198249"/>
                  </a:lnTo>
                  <a:lnTo>
                    <a:pt x="1282445" y="5193982"/>
                  </a:lnTo>
                  <a:close/>
                </a:path>
                <a:path w="10424160" h="5213350">
                  <a:moveTo>
                    <a:pt x="1239012" y="5193982"/>
                  </a:moveTo>
                  <a:lnTo>
                    <a:pt x="1233805" y="5193982"/>
                  </a:lnTo>
                  <a:lnTo>
                    <a:pt x="1229487" y="5198249"/>
                  </a:lnTo>
                  <a:lnTo>
                    <a:pt x="1229487" y="5208765"/>
                  </a:lnTo>
                  <a:lnTo>
                    <a:pt x="1233805" y="5213032"/>
                  </a:lnTo>
                  <a:lnTo>
                    <a:pt x="1239012" y="5213032"/>
                  </a:lnTo>
                  <a:lnTo>
                    <a:pt x="1239012" y="5193982"/>
                  </a:lnTo>
                  <a:close/>
                </a:path>
                <a:path w="10424160" h="5213350">
                  <a:moveTo>
                    <a:pt x="1244345" y="5193982"/>
                  </a:moveTo>
                  <a:lnTo>
                    <a:pt x="1239012" y="5193982"/>
                  </a:lnTo>
                  <a:lnTo>
                    <a:pt x="1239012" y="5213032"/>
                  </a:lnTo>
                  <a:lnTo>
                    <a:pt x="1244345" y="5213032"/>
                  </a:lnTo>
                  <a:lnTo>
                    <a:pt x="1248537" y="5208765"/>
                  </a:lnTo>
                  <a:lnTo>
                    <a:pt x="1248537" y="5198249"/>
                  </a:lnTo>
                  <a:lnTo>
                    <a:pt x="1244345" y="5193982"/>
                  </a:lnTo>
                  <a:close/>
                </a:path>
                <a:path w="10424160" h="5213350">
                  <a:moveTo>
                    <a:pt x="1200912" y="5193982"/>
                  </a:moveTo>
                  <a:lnTo>
                    <a:pt x="1195705" y="5193982"/>
                  </a:lnTo>
                  <a:lnTo>
                    <a:pt x="1191387" y="5198249"/>
                  </a:lnTo>
                  <a:lnTo>
                    <a:pt x="1191387" y="5208765"/>
                  </a:lnTo>
                  <a:lnTo>
                    <a:pt x="1195705" y="5213032"/>
                  </a:lnTo>
                  <a:lnTo>
                    <a:pt x="1200912" y="5213032"/>
                  </a:lnTo>
                  <a:lnTo>
                    <a:pt x="1200912" y="5193982"/>
                  </a:lnTo>
                  <a:close/>
                </a:path>
                <a:path w="10424160" h="5213350">
                  <a:moveTo>
                    <a:pt x="1206245" y="5193982"/>
                  </a:moveTo>
                  <a:lnTo>
                    <a:pt x="1200912" y="5193982"/>
                  </a:lnTo>
                  <a:lnTo>
                    <a:pt x="1200912" y="5213032"/>
                  </a:lnTo>
                  <a:lnTo>
                    <a:pt x="1206245" y="5213032"/>
                  </a:lnTo>
                  <a:lnTo>
                    <a:pt x="1210437" y="5208765"/>
                  </a:lnTo>
                  <a:lnTo>
                    <a:pt x="1210437" y="5198249"/>
                  </a:lnTo>
                  <a:lnTo>
                    <a:pt x="1206245" y="5193982"/>
                  </a:lnTo>
                  <a:close/>
                </a:path>
                <a:path w="10424160" h="5213350">
                  <a:moveTo>
                    <a:pt x="1162812" y="5193982"/>
                  </a:moveTo>
                  <a:lnTo>
                    <a:pt x="1157605" y="5193982"/>
                  </a:lnTo>
                  <a:lnTo>
                    <a:pt x="1153287" y="5198249"/>
                  </a:lnTo>
                  <a:lnTo>
                    <a:pt x="1153287" y="5208765"/>
                  </a:lnTo>
                  <a:lnTo>
                    <a:pt x="1157605" y="5213032"/>
                  </a:lnTo>
                  <a:lnTo>
                    <a:pt x="1162812" y="5213032"/>
                  </a:lnTo>
                  <a:lnTo>
                    <a:pt x="1162812" y="5193982"/>
                  </a:lnTo>
                  <a:close/>
                </a:path>
                <a:path w="10424160" h="5213350">
                  <a:moveTo>
                    <a:pt x="1168145" y="5193982"/>
                  </a:moveTo>
                  <a:lnTo>
                    <a:pt x="1162812" y="5193982"/>
                  </a:lnTo>
                  <a:lnTo>
                    <a:pt x="1162812" y="5213032"/>
                  </a:lnTo>
                  <a:lnTo>
                    <a:pt x="1168145" y="5213032"/>
                  </a:lnTo>
                  <a:lnTo>
                    <a:pt x="1172337" y="5208765"/>
                  </a:lnTo>
                  <a:lnTo>
                    <a:pt x="1172337" y="5198249"/>
                  </a:lnTo>
                  <a:lnTo>
                    <a:pt x="1168145" y="5193982"/>
                  </a:lnTo>
                  <a:close/>
                </a:path>
                <a:path w="10424160" h="5213350">
                  <a:moveTo>
                    <a:pt x="1124712" y="5193982"/>
                  </a:moveTo>
                  <a:lnTo>
                    <a:pt x="1119377" y="5193982"/>
                  </a:lnTo>
                  <a:lnTo>
                    <a:pt x="1115187" y="5198249"/>
                  </a:lnTo>
                  <a:lnTo>
                    <a:pt x="1115187" y="5208765"/>
                  </a:lnTo>
                  <a:lnTo>
                    <a:pt x="1119377" y="5213032"/>
                  </a:lnTo>
                  <a:lnTo>
                    <a:pt x="1124712" y="5213032"/>
                  </a:lnTo>
                  <a:lnTo>
                    <a:pt x="1124712" y="5193982"/>
                  </a:lnTo>
                  <a:close/>
                </a:path>
                <a:path w="10424160" h="5213350">
                  <a:moveTo>
                    <a:pt x="1129919" y="5193982"/>
                  </a:moveTo>
                  <a:lnTo>
                    <a:pt x="1124712" y="5193982"/>
                  </a:lnTo>
                  <a:lnTo>
                    <a:pt x="1124712" y="5213032"/>
                  </a:lnTo>
                  <a:lnTo>
                    <a:pt x="1129919" y="5213032"/>
                  </a:lnTo>
                  <a:lnTo>
                    <a:pt x="1134237" y="5208765"/>
                  </a:lnTo>
                  <a:lnTo>
                    <a:pt x="1134237" y="5198249"/>
                  </a:lnTo>
                  <a:lnTo>
                    <a:pt x="1129919" y="5193982"/>
                  </a:lnTo>
                  <a:close/>
                </a:path>
                <a:path w="10424160" h="5213350">
                  <a:moveTo>
                    <a:pt x="1086612" y="5193982"/>
                  </a:moveTo>
                  <a:lnTo>
                    <a:pt x="1081277" y="5193982"/>
                  </a:lnTo>
                  <a:lnTo>
                    <a:pt x="1077087" y="5198249"/>
                  </a:lnTo>
                  <a:lnTo>
                    <a:pt x="1077087" y="5208765"/>
                  </a:lnTo>
                  <a:lnTo>
                    <a:pt x="1081277" y="5213032"/>
                  </a:lnTo>
                  <a:lnTo>
                    <a:pt x="1086612" y="5213032"/>
                  </a:lnTo>
                  <a:lnTo>
                    <a:pt x="1086612" y="5193982"/>
                  </a:lnTo>
                  <a:close/>
                </a:path>
                <a:path w="10424160" h="5213350">
                  <a:moveTo>
                    <a:pt x="1091819" y="5193982"/>
                  </a:moveTo>
                  <a:lnTo>
                    <a:pt x="1086612" y="5193982"/>
                  </a:lnTo>
                  <a:lnTo>
                    <a:pt x="1086612" y="5213032"/>
                  </a:lnTo>
                  <a:lnTo>
                    <a:pt x="1091819" y="5213032"/>
                  </a:lnTo>
                  <a:lnTo>
                    <a:pt x="1096137" y="5208765"/>
                  </a:lnTo>
                  <a:lnTo>
                    <a:pt x="1096137" y="5198249"/>
                  </a:lnTo>
                  <a:lnTo>
                    <a:pt x="1091819" y="5193982"/>
                  </a:lnTo>
                  <a:close/>
                </a:path>
                <a:path w="10424160" h="5213350">
                  <a:moveTo>
                    <a:pt x="1048512" y="5193982"/>
                  </a:moveTo>
                  <a:lnTo>
                    <a:pt x="1043177" y="5193982"/>
                  </a:lnTo>
                  <a:lnTo>
                    <a:pt x="1038987" y="5198249"/>
                  </a:lnTo>
                  <a:lnTo>
                    <a:pt x="1038987" y="5208765"/>
                  </a:lnTo>
                  <a:lnTo>
                    <a:pt x="1043177" y="5213032"/>
                  </a:lnTo>
                  <a:lnTo>
                    <a:pt x="1048512" y="5213032"/>
                  </a:lnTo>
                  <a:lnTo>
                    <a:pt x="1048512" y="5193982"/>
                  </a:lnTo>
                  <a:close/>
                </a:path>
                <a:path w="10424160" h="5213350">
                  <a:moveTo>
                    <a:pt x="1053719" y="5193982"/>
                  </a:moveTo>
                  <a:lnTo>
                    <a:pt x="1048512" y="5193982"/>
                  </a:lnTo>
                  <a:lnTo>
                    <a:pt x="1048512" y="5213032"/>
                  </a:lnTo>
                  <a:lnTo>
                    <a:pt x="1053719" y="5213032"/>
                  </a:lnTo>
                  <a:lnTo>
                    <a:pt x="1058037" y="5208765"/>
                  </a:lnTo>
                  <a:lnTo>
                    <a:pt x="1058037" y="5198249"/>
                  </a:lnTo>
                  <a:lnTo>
                    <a:pt x="1053719" y="5193982"/>
                  </a:lnTo>
                  <a:close/>
                </a:path>
                <a:path w="10424160" h="5213350">
                  <a:moveTo>
                    <a:pt x="1010285" y="5193982"/>
                  </a:moveTo>
                  <a:lnTo>
                    <a:pt x="1005077" y="5193982"/>
                  </a:lnTo>
                  <a:lnTo>
                    <a:pt x="1000760" y="5198249"/>
                  </a:lnTo>
                  <a:lnTo>
                    <a:pt x="1000760" y="5208765"/>
                  </a:lnTo>
                  <a:lnTo>
                    <a:pt x="1005077" y="5213032"/>
                  </a:lnTo>
                  <a:lnTo>
                    <a:pt x="1010285" y="5213032"/>
                  </a:lnTo>
                  <a:lnTo>
                    <a:pt x="1010285" y="5193982"/>
                  </a:lnTo>
                  <a:close/>
                </a:path>
                <a:path w="10424160" h="5213350">
                  <a:moveTo>
                    <a:pt x="1015619" y="5193982"/>
                  </a:moveTo>
                  <a:lnTo>
                    <a:pt x="1010412" y="5193982"/>
                  </a:lnTo>
                  <a:lnTo>
                    <a:pt x="1010412" y="5213032"/>
                  </a:lnTo>
                  <a:lnTo>
                    <a:pt x="1015619" y="5213032"/>
                  </a:lnTo>
                  <a:lnTo>
                    <a:pt x="1019937" y="5208765"/>
                  </a:lnTo>
                  <a:lnTo>
                    <a:pt x="1019937" y="5198249"/>
                  </a:lnTo>
                  <a:lnTo>
                    <a:pt x="1015619" y="5193982"/>
                  </a:lnTo>
                  <a:close/>
                </a:path>
                <a:path w="10424160" h="5213350">
                  <a:moveTo>
                    <a:pt x="972185" y="5193982"/>
                  </a:moveTo>
                  <a:lnTo>
                    <a:pt x="966977" y="5193982"/>
                  </a:lnTo>
                  <a:lnTo>
                    <a:pt x="962660" y="5198249"/>
                  </a:lnTo>
                  <a:lnTo>
                    <a:pt x="962660" y="5208765"/>
                  </a:lnTo>
                  <a:lnTo>
                    <a:pt x="966977" y="5213032"/>
                  </a:lnTo>
                  <a:lnTo>
                    <a:pt x="972185" y="5213032"/>
                  </a:lnTo>
                  <a:lnTo>
                    <a:pt x="972185" y="5193982"/>
                  </a:lnTo>
                  <a:close/>
                </a:path>
                <a:path w="10424160" h="5213350">
                  <a:moveTo>
                    <a:pt x="977519" y="5193982"/>
                  </a:moveTo>
                  <a:lnTo>
                    <a:pt x="972185" y="5193982"/>
                  </a:lnTo>
                  <a:lnTo>
                    <a:pt x="972185" y="5213032"/>
                  </a:lnTo>
                  <a:lnTo>
                    <a:pt x="977519" y="5213032"/>
                  </a:lnTo>
                  <a:lnTo>
                    <a:pt x="981710" y="5208765"/>
                  </a:lnTo>
                  <a:lnTo>
                    <a:pt x="981710" y="5198249"/>
                  </a:lnTo>
                  <a:lnTo>
                    <a:pt x="977519" y="5193982"/>
                  </a:lnTo>
                  <a:close/>
                </a:path>
                <a:path w="10424160" h="5213350">
                  <a:moveTo>
                    <a:pt x="934085" y="5193982"/>
                  </a:moveTo>
                  <a:lnTo>
                    <a:pt x="928877" y="5193982"/>
                  </a:lnTo>
                  <a:lnTo>
                    <a:pt x="924560" y="5198249"/>
                  </a:lnTo>
                  <a:lnTo>
                    <a:pt x="924560" y="5208765"/>
                  </a:lnTo>
                  <a:lnTo>
                    <a:pt x="928877" y="5213032"/>
                  </a:lnTo>
                  <a:lnTo>
                    <a:pt x="934085" y="5213032"/>
                  </a:lnTo>
                  <a:lnTo>
                    <a:pt x="934085" y="5193982"/>
                  </a:lnTo>
                  <a:close/>
                </a:path>
                <a:path w="10424160" h="5213350">
                  <a:moveTo>
                    <a:pt x="939419" y="5193982"/>
                  </a:moveTo>
                  <a:lnTo>
                    <a:pt x="934085" y="5193982"/>
                  </a:lnTo>
                  <a:lnTo>
                    <a:pt x="934085" y="5213032"/>
                  </a:lnTo>
                  <a:lnTo>
                    <a:pt x="939419" y="5213032"/>
                  </a:lnTo>
                  <a:lnTo>
                    <a:pt x="943610" y="5208765"/>
                  </a:lnTo>
                  <a:lnTo>
                    <a:pt x="943610" y="5198249"/>
                  </a:lnTo>
                  <a:lnTo>
                    <a:pt x="939419" y="5193982"/>
                  </a:lnTo>
                  <a:close/>
                </a:path>
                <a:path w="10424160" h="5213350">
                  <a:moveTo>
                    <a:pt x="895985" y="5193982"/>
                  </a:moveTo>
                  <a:lnTo>
                    <a:pt x="890777" y="5193982"/>
                  </a:lnTo>
                  <a:lnTo>
                    <a:pt x="886460" y="5198249"/>
                  </a:lnTo>
                  <a:lnTo>
                    <a:pt x="886460" y="5208765"/>
                  </a:lnTo>
                  <a:lnTo>
                    <a:pt x="890777" y="5213032"/>
                  </a:lnTo>
                  <a:lnTo>
                    <a:pt x="895985" y="5213032"/>
                  </a:lnTo>
                  <a:lnTo>
                    <a:pt x="895985" y="5193982"/>
                  </a:lnTo>
                  <a:close/>
                </a:path>
                <a:path w="10424160" h="5213350">
                  <a:moveTo>
                    <a:pt x="901319" y="5193982"/>
                  </a:moveTo>
                  <a:lnTo>
                    <a:pt x="895985" y="5193982"/>
                  </a:lnTo>
                  <a:lnTo>
                    <a:pt x="895985" y="5213032"/>
                  </a:lnTo>
                  <a:lnTo>
                    <a:pt x="901319" y="5213032"/>
                  </a:lnTo>
                  <a:lnTo>
                    <a:pt x="905510" y="5208765"/>
                  </a:lnTo>
                  <a:lnTo>
                    <a:pt x="905510" y="5198249"/>
                  </a:lnTo>
                  <a:lnTo>
                    <a:pt x="901319" y="5193982"/>
                  </a:lnTo>
                  <a:close/>
                </a:path>
                <a:path w="10424160" h="5213350">
                  <a:moveTo>
                    <a:pt x="857885" y="5193982"/>
                  </a:moveTo>
                  <a:lnTo>
                    <a:pt x="852551" y="5193982"/>
                  </a:lnTo>
                  <a:lnTo>
                    <a:pt x="848360" y="5198249"/>
                  </a:lnTo>
                  <a:lnTo>
                    <a:pt x="848360" y="5208765"/>
                  </a:lnTo>
                  <a:lnTo>
                    <a:pt x="852551" y="5213032"/>
                  </a:lnTo>
                  <a:lnTo>
                    <a:pt x="857885" y="5213032"/>
                  </a:lnTo>
                  <a:lnTo>
                    <a:pt x="857885" y="5193982"/>
                  </a:lnTo>
                  <a:close/>
                </a:path>
                <a:path w="10424160" h="5213350">
                  <a:moveTo>
                    <a:pt x="863092" y="5193982"/>
                  </a:moveTo>
                  <a:lnTo>
                    <a:pt x="857885" y="5193982"/>
                  </a:lnTo>
                  <a:lnTo>
                    <a:pt x="857885" y="5213032"/>
                  </a:lnTo>
                  <a:lnTo>
                    <a:pt x="863092" y="5213032"/>
                  </a:lnTo>
                  <a:lnTo>
                    <a:pt x="867410" y="5208765"/>
                  </a:lnTo>
                  <a:lnTo>
                    <a:pt x="867410" y="5198249"/>
                  </a:lnTo>
                  <a:lnTo>
                    <a:pt x="863092" y="5193982"/>
                  </a:lnTo>
                  <a:close/>
                </a:path>
                <a:path w="10424160" h="5213350">
                  <a:moveTo>
                    <a:pt x="819785" y="5193982"/>
                  </a:moveTo>
                  <a:lnTo>
                    <a:pt x="814451" y="5193982"/>
                  </a:lnTo>
                  <a:lnTo>
                    <a:pt x="810260" y="5198249"/>
                  </a:lnTo>
                  <a:lnTo>
                    <a:pt x="810260" y="5208765"/>
                  </a:lnTo>
                  <a:lnTo>
                    <a:pt x="814451" y="5213032"/>
                  </a:lnTo>
                  <a:lnTo>
                    <a:pt x="819785" y="5213032"/>
                  </a:lnTo>
                  <a:lnTo>
                    <a:pt x="819785" y="5193982"/>
                  </a:lnTo>
                  <a:close/>
                </a:path>
                <a:path w="10424160" h="5213350">
                  <a:moveTo>
                    <a:pt x="824992" y="5193982"/>
                  </a:moveTo>
                  <a:lnTo>
                    <a:pt x="819785" y="5193982"/>
                  </a:lnTo>
                  <a:lnTo>
                    <a:pt x="819785" y="5213032"/>
                  </a:lnTo>
                  <a:lnTo>
                    <a:pt x="824992" y="5213032"/>
                  </a:lnTo>
                  <a:lnTo>
                    <a:pt x="829310" y="5208765"/>
                  </a:lnTo>
                  <a:lnTo>
                    <a:pt x="829310" y="5198249"/>
                  </a:lnTo>
                  <a:lnTo>
                    <a:pt x="824992" y="5193982"/>
                  </a:lnTo>
                  <a:close/>
                </a:path>
                <a:path w="10424160" h="5213350">
                  <a:moveTo>
                    <a:pt x="781685" y="5193982"/>
                  </a:moveTo>
                  <a:lnTo>
                    <a:pt x="776351" y="5193982"/>
                  </a:lnTo>
                  <a:lnTo>
                    <a:pt x="772160" y="5198249"/>
                  </a:lnTo>
                  <a:lnTo>
                    <a:pt x="772160" y="5208765"/>
                  </a:lnTo>
                  <a:lnTo>
                    <a:pt x="776351" y="5213032"/>
                  </a:lnTo>
                  <a:lnTo>
                    <a:pt x="781685" y="5213032"/>
                  </a:lnTo>
                  <a:lnTo>
                    <a:pt x="781685" y="5193982"/>
                  </a:lnTo>
                  <a:close/>
                </a:path>
                <a:path w="10424160" h="5213350">
                  <a:moveTo>
                    <a:pt x="786892" y="5193982"/>
                  </a:moveTo>
                  <a:lnTo>
                    <a:pt x="781685" y="5193982"/>
                  </a:lnTo>
                  <a:lnTo>
                    <a:pt x="781685" y="5213032"/>
                  </a:lnTo>
                  <a:lnTo>
                    <a:pt x="786892" y="5213032"/>
                  </a:lnTo>
                  <a:lnTo>
                    <a:pt x="791210" y="5208765"/>
                  </a:lnTo>
                  <a:lnTo>
                    <a:pt x="791210" y="5198249"/>
                  </a:lnTo>
                  <a:lnTo>
                    <a:pt x="786892" y="5193982"/>
                  </a:lnTo>
                  <a:close/>
                </a:path>
                <a:path w="10424160" h="5213350">
                  <a:moveTo>
                    <a:pt x="743458" y="5193982"/>
                  </a:moveTo>
                  <a:lnTo>
                    <a:pt x="738251" y="5193982"/>
                  </a:lnTo>
                  <a:lnTo>
                    <a:pt x="733933" y="5198249"/>
                  </a:lnTo>
                  <a:lnTo>
                    <a:pt x="733933" y="5208765"/>
                  </a:lnTo>
                  <a:lnTo>
                    <a:pt x="738251" y="5213032"/>
                  </a:lnTo>
                  <a:lnTo>
                    <a:pt x="743458" y="5213032"/>
                  </a:lnTo>
                  <a:lnTo>
                    <a:pt x="743458" y="5193982"/>
                  </a:lnTo>
                  <a:close/>
                </a:path>
                <a:path w="10424160" h="5213350">
                  <a:moveTo>
                    <a:pt x="743585" y="5206682"/>
                  </a:moveTo>
                  <a:lnTo>
                    <a:pt x="743458" y="5206682"/>
                  </a:lnTo>
                  <a:lnTo>
                    <a:pt x="743458" y="5213032"/>
                  </a:lnTo>
                  <a:lnTo>
                    <a:pt x="743585" y="5213032"/>
                  </a:lnTo>
                  <a:lnTo>
                    <a:pt x="743585" y="5206682"/>
                  </a:lnTo>
                  <a:close/>
                </a:path>
                <a:path w="10424160" h="5213350">
                  <a:moveTo>
                    <a:pt x="748792" y="5193982"/>
                  </a:moveTo>
                  <a:lnTo>
                    <a:pt x="743585" y="5193982"/>
                  </a:lnTo>
                  <a:lnTo>
                    <a:pt x="743585" y="5213032"/>
                  </a:lnTo>
                  <a:lnTo>
                    <a:pt x="748792" y="5213032"/>
                  </a:lnTo>
                  <a:lnTo>
                    <a:pt x="753110" y="5208765"/>
                  </a:lnTo>
                  <a:lnTo>
                    <a:pt x="753110" y="5198249"/>
                  </a:lnTo>
                  <a:lnTo>
                    <a:pt x="748792" y="5193982"/>
                  </a:lnTo>
                  <a:close/>
                </a:path>
                <a:path w="10424160" h="5213350">
                  <a:moveTo>
                    <a:pt x="743585" y="5193982"/>
                  </a:moveTo>
                  <a:lnTo>
                    <a:pt x="743458" y="5193982"/>
                  </a:lnTo>
                  <a:lnTo>
                    <a:pt x="743458" y="5200332"/>
                  </a:lnTo>
                  <a:lnTo>
                    <a:pt x="743585" y="5200332"/>
                  </a:lnTo>
                  <a:lnTo>
                    <a:pt x="743585" y="5193982"/>
                  </a:lnTo>
                  <a:close/>
                </a:path>
                <a:path w="10424160" h="5213350">
                  <a:moveTo>
                    <a:pt x="705358" y="5193982"/>
                  </a:moveTo>
                  <a:lnTo>
                    <a:pt x="700151" y="5193982"/>
                  </a:lnTo>
                  <a:lnTo>
                    <a:pt x="695833" y="5198249"/>
                  </a:lnTo>
                  <a:lnTo>
                    <a:pt x="695833" y="5208765"/>
                  </a:lnTo>
                  <a:lnTo>
                    <a:pt x="700151" y="5213032"/>
                  </a:lnTo>
                  <a:lnTo>
                    <a:pt x="705358" y="5213032"/>
                  </a:lnTo>
                  <a:lnTo>
                    <a:pt x="705358" y="5193982"/>
                  </a:lnTo>
                  <a:close/>
                </a:path>
                <a:path w="10424160" h="5213350">
                  <a:moveTo>
                    <a:pt x="710692" y="5193982"/>
                  </a:moveTo>
                  <a:lnTo>
                    <a:pt x="705358" y="5193982"/>
                  </a:lnTo>
                  <a:lnTo>
                    <a:pt x="705358" y="5213032"/>
                  </a:lnTo>
                  <a:lnTo>
                    <a:pt x="710692" y="5213032"/>
                  </a:lnTo>
                  <a:lnTo>
                    <a:pt x="714883" y="5208765"/>
                  </a:lnTo>
                  <a:lnTo>
                    <a:pt x="714883" y="5198249"/>
                  </a:lnTo>
                  <a:lnTo>
                    <a:pt x="710692" y="5193982"/>
                  </a:lnTo>
                  <a:close/>
                </a:path>
                <a:path w="10424160" h="5213350">
                  <a:moveTo>
                    <a:pt x="667258" y="5193982"/>
                  </a:moveTo>
                  <a:lnTo>
                    <a:pt x="662000" y="5193982"/>
                  </a:lnTo>
                  <a:lnTo>
                    <a:pt x="657745" y="5198249"/>
                  </a:lnTo>
                  <a:lnTo>
                    <a:pt x="657745" y="5208765"/>
                  </a:lnTo>
                  <a:lnTo>
                    <a:pt x="662000" y="5213032"/>
                  </a:lnTo>
                  <a:lnTo>
                    <a:pt x="667258" y="5213032"/>
                  </a:lnTo>
                  <a:lnTo>
                    <a:pt x="667258" y="5193982"/>
                  </a:lnTo>
                  <a:close/>
                </a:path>
                <a:path w="10424160" h="5213350">
                  <a:moveTo>
                    <a:pt x="672592" y="5193982"/>
                  </a:moveTo>
                  <a:lnTo>
                    <a:pt x="667258" y="5193982"/>
                  </a:lnTo>
                  <a:lnTo>
                    <a:pt x="667258" y="5213032"/>
                  </a:lnTo>
                  <a:lnTo>
                    <a:pt x="672592" y="5213032"/>
                  </a:lnTo>
                  <a:lnTo>
                    <a:pt x="676783" y="5208765"/>
                  </a:lnTo>
                  <a:lnTo>
                    <a:pt x="676783" y="5198249"/>
                  </a:lnTo>
                  <a:lnTo>
                    <a:pt x="672592" y="5193982"/>
                  </a:lnTo>
                  <a:close/>
                </a:path>
                <a:path w="10424160" h="5213350">
                  <a:moveTo>
                    <a:pt x="629145" y="5193982"/>
                  </a:moveTo>
                  <a:lnTo>
                    <a:pt x="623887" y="5193982"/>
                  </a:lnTo>
                  <a:lnTo>
                    <a:pt x="619620" y="5198249"/>
                  </a:lnTo>
                  <a:lnTo>
                    <a:pt x="619620" y="5208765"/>
                  </a:lnTo>
                  <a:lnTo>
                    <a:pt x="623887" y="5213032"/>
                  </a:lnTo>
                  <a:lnTo>
                    <a:pt x="629145" y="5213032"/>
                  </a:lnTo>
                  <a:lnTo>
                    <a:pt x="629145" y="5193982"/>
                  </a:lnTo>
                  <a:close/>
                </a:path>
                <a:path w="10424160" h="5213350">
                  <a:moveTo>
                    <a:pt x="634428" y="5193982"/>
                  </a:moveTo>
                  <a:lnTo>
                    <a:pt x="629170" y="5193982"/>
                  </a:lnTo>
                  <a:lnTo>
                    <a:pt x="629170" y="5213032"/>
                  </a:lnTo>
                  <a:lnTo>
                    <a:pt x="634428" y="5213032"/>
                  </a:lnTo>
                  <a:lnTo>
                    <a:pt x="638695" y="5208765"/>
                  </a:lnTo>
                  <a:lnTo>
                    <a:pt x="638695" y="5198249"/>
                  </a:lnTo>
                  <a:lnTo>
                    <a:pt x="634428" y="5193982"/>
                  </a:lnTo>
                  <a:close/>
                </a:path>
                <a:path w="10424160" h="5213350">
                  <a:moveTo>
                    <a:pt x="591032" y="5193982"/>
                  </a:moveTo>
                  <a:lnTo>
                    <a:pt x="585762" y="5193982"/>
                  </a:lnTo>
                  <a:lnTo>
                    <a:pt x="581507" y="5198249"/>
                  </a:lnTo>
                  <a:lnTo>
                    <a:pt x="581507" y="5208765"/>
                  </a:lnTo>
                  <a:lnTo>
                    <a:pt x="585762" y="5213032"/>
                  </a:lnTo>
                  <a:lnTo>
                    <a:pt x="591032" y="5213032"/>
                  </a:lnTo>
                  <a:lnTo>
                    <a:pt x="591032" y="5193982"/>
                  </a:lnTo>
                  <a:close/>
                </a:path>
                <a:path w="10424160" h="5213350">
                  <a:moveTo>
                    <a:pt x="596303" y="5193982"/>
                  </a:moveTo>
                  <a:lnTo>
                    <a:pt x="591045" y="5193982"/>
                  </a:lnTo>
                  <a:lnTo>
                    <a:pt x="591045" y="5213032"/>
                  </a:lnTo>
                  <a:lnTo>
                    <a:pt x="596303" y="5213032"/>
                  </a:lnTo>
                  <a:lnTo>
                    <a:pt x="600570" y="5208765"/>
                  </a:lnTo>
                  <a:lnTo>
                    <a:pt x="600570" y="5198249"/>
                  </a:lnTo>
                  <a:lnTo>
                    <a:pt x="596303" y="5193982"/>
                  </a:lnTo>
                  <a:close/>
                </a:path>
                <a:path w="10424160" h="5213350">
                  <a:moveTo>
                    <a:pt x="552907" y="5193982"/>
                  </a:moveTo>
                  <a:lnTo>
                    <a:pt x="547649" y="5193982"/>
                  </a:lnTo>
                  <a:lnTo>
                    <a:pt x="543382" y="5198249"/>
                  </a:lnTo>
                  <a:lnTo>
                    <a:pt x="543382" y="5208765"/>
                  </a:lnTo>
                  <a:lnTo>
                    <a:pt x="547649" y="5213032"/>
                  </a:lnTo>
                  <a:lnTo>
                    <a:pt x="552907" y="5213032"/>
                  </a:lnTo>
                  <a:lnTo>
                    <a:pt x="552907" y="5193982"/>
                  </a:lnTo>
                  <a:close/>
                </a:path>
                <a:path w="10424160" h="5213350">
                  <a:moveTo>
                    <a:pt x="558190" y="5193982"/>
                  </a:moveTo>
                  <a:lnTo>
                    <a:pt x="552932" y="5193982"/>
                  </a:lnTo>
                  <a:lnTo>
                    <a:pt x="552932" y="5213032"/>
                  </a:lnTo>
                  <a:lnTo>
                    <a:pt x="558190" y="5213032"/>
                  </a:lnTo>
                  <a:lnTo>
                    <a:pt x="562457" y="5208765"/>
                  </a:lnTo>
                  <a:lnTo>
                    <a:pt x="562457" y="5198249"/>
                  </a:lnTo>
                  <a:lnTo>
                    <a:pt x="558190" y="5193982"/>
                  </a:lnTo>
                  <a:close/>
                </a:path>
                <a:path w="10424160" h="5213350">
                  <a:moveTo>
                    <a:pt x="514794" y="5193982"/>
                  </a:moveTo>
                  <a:lnTo>
                    <a:pt x="509523" y="5193982"/>
                  </a:lnTo>
                  <a:lnTo>
                    <a:pt x="505269" y="5198249"/>
                  </a:lnTo>
                  <a:lnTo>
                    <a:pt x="505269" y="5208765"/>
                  </a:lnTo>
                  <a:lnTo>
                    <a:pt x="509523" y="5213032"/>
                  </a:lnTo>
                  <a:lnTo>
                    <a:pt x="514794" y="5213032"/>
                  </a:lnTo>
                  <a:lnTo>
                    <a:pt x="514794" y="5193982"/>
                  </a:lnTo>
                  <a:close/>
                </a:path>
                <a:path w="10424160" h="5213350">
                  <a:moveTo>
                    <a:pt x="520064" y="5193982"/>
                  </a:moveTo>
                  <a:lnTo>
                    <a:pt x="514807" y="5193982"/>
                  </a:lnTo>
                  <a:lnTo>
                    <a:pt x="514807" y="5213032"/>
                  </a:lnTo>
                  <a:lnTo>
                    <a:pt x="520064" y="5213032"/>
                  </a:lnTo>
                  <a:lnTo>
                    <a:pt x="524332" y="5208765"/>
                  </a:lnTo>
                  <a:lnTo>
                    <a:pt x="524332" y="5198249"/>
                  </a:lnTo>
                  <a:lnTo>
                    <a:pt x="520064" y="5193982"/>
                  </a:lnTo>
                  <a:close/>
                </a:path>
                <a:path w="10424160" h="5213350">
                  <a:moveTo>
                    <a:pt x="476669" y="5193982"/>
                  </a:moveTo>
                  <a:lnTo>
                    <a:pt x="471411" y="5193982"/>
                  </a:lnTo>
                  <a:lnTo>
                    <a:pt x="467144" y="5198249"/>
                  </a:lnTo>
                  <a:lnTo>
                    <a:pt x="467144" y="5208765"/>
                  </a:lnTo>
                  <a:lnTo>
                    <a:pt x="471411" y="5213032"/>
                  </a:lnTo>
                  <a:lnTo>
                    <a:pt x="476669" y="5213032"/>
                  </a:lnTo>
                  <a:lnTo>
                    <a:pt x="476669" y="5193982"/>
                  </a:lnTo>
                  <a:close/>
                </a:path>
                <a:path w="10424160" h="5213350">
                  <a:moveTo>
                    <a:pt x="481952" y="5193982"/>
                  </a:moveTo>
                  <a:lnTo>
                    <a:pt x="476694" y="5193982"/>
                  </a:lnTo>
                  <a:lnTo>
                    <a:pt x="476694" y="5213032"/>
                  </a:lnTo>
                  <a:lnTo>
                    <a:pt x="481952" y="5213032"/>
                  </a:lnTo>
                  <a:lnTo>
                    <a:pt x="486219" y="5208765"/>
                  </a:lnTo>
                  <a:lnTo>
                    <a:pt x="486219" y="5198249"/>
                  </a:lnTo>
                  <a:lnTo>
                    <a:pt x="481952" y="5193982"/>
                  </a:lnTo>
                  <a:close/>
                </a:path>
                <a:path w="10424160" h="5213350">
                  <a:moveTo>
                    <a:pt x="438556" y="5193982"/>
                  </a:moveTo>
                  <a:lnTo>
                    <a:pt x="433285" y="5193982"/>
                  </a:lnTo>
                  <a:lnTo>
                    <a:pt x="429031" y="5198249"/>
                  </a:lnTo>
                  <a:lnTo>
                    <a:pt x="429031" y="5208765"/>
                  </a:lnTo>
                  <a:lnTo>
                    <a:pt x="433285" y="5213032"/>
                  </a:lnTo>
                  <a:lnTo>
                    <a:pt x="438556" y="5213032"/>
                  </a:lnTo>
                  <a:lnTo>
                    <a:pt x="438556" y="5193982"/>
                  </a:lnTo>
                  <a:close/>
                </a:path>
                <a:path w="10424160" h="5213350">
                  <a:moveTo>
                    <a:pt x="443826" y="5193982"/>
                  </a:moveTo>
                  <a:lnTo>
                    <a:pt x="438569" y="5193982"/>
                  </a:lnTo>
                  <a:lnTo>
                    <a:pt x="438569" y="5213032"/>
                  </a:lnTo>
                  <a:lnTo>
                    <a:pt x="443826" y="5213032"/>
                  </a:lnTo>
                  <a:lnTo>
                    <a:pt x="448094" y="5208765"/>
                  </a:lnTo>
                  <a:lnTo>
                    <a:pt x="448094" y="5198249"/>
                  </a:lnTo>
                  <a:lnTo>
                    <a:pt x="443826" y="5193982"/>
                  </a:lnTo>
                  <a:close/>
                </a:path>
                <a:path w="10424160" h="5213350">
                  <a:moveTo>
                    <a:pt x="400430" y="5193982"/>
                  </a:moveTo>
                  <a:lnTo>
                    <a:pt x="395173" y="5193982"/>
                  </a:lnTo>
                  <a:lnTo>
                    <a:pt x="390905" y="5198249"/>
                  </a:lnTo>
                  <a:lnTo>
                    <a:pt x="390905" y="5208765"/>
                  </a:lnTo>
                  <a:lnTo>
                    <a:pt x="395173" y="5213032"/>
                  </a:lnTo>
                  <a:lnTo>
                    <a:pt x="400430" y="5213032"/>
                  </a:lnTo>
                  <a:lnTo>
                    <a:pt x="400430" y="5193982"/>
                  </a:lnTo>
                  <a:close/>
                </a:path>
                <a:path w="10424160" h="5213350">
                  <a:moveTo>
                    <a:pt x="405714" y="5193982"/>
                  </a:moveTo>
                  <a:lnTo>
                    <a:pt x="400456" y="5193982"/>
                  </a:lnTo>
                  <a:lnTo>
                    <a:pt x="400456" y="5213032"/>
                  </a:lnTo>
                  <a:lnTo>
                    <a:pt x="405714" y="5213032"/>
                  </a:lnTo>
                  <a:lnTo>
                    <a:pt x="409981" y="5208765"/>
                  </a:lnTo>
                  <a:lnTo>
                    <a:pt x="409981" y="5198249"/>
                  </a:lnTo>
                  <a:lnTo>
                    <a:pt x="405714" y="5193982"/>
                  </a:lnTo>
                  <a:close/>
                </a:path>
                <a:path w="10424160" h="5213350">
                  <a:moveTo>
                    <a:pt x="362318" y="5193982"/>
                  </a:moveTo>
                  <a:lnTo>
                    <a:pt x="357047" y="5193982"/>
                  </a:lnTo>
                  <a:lnTo>
                    <a:pt x="352793" y="5198249"/>
                  </a:lnTo>
                  <a:lnTo>
                    <a:pt x="352793" y="5208765"/>
                  </a:lnTo>
                  <a:lnTo>
                    <a:pt x="357047" y="5213032"/>
                  </a:lnTo>
                  <a:lnTo>
                    <a:pt x="362318" y="5213032"/>
                  </a:lnTo>
                  <a:lnTo>
                    <a:pt x="362318" y="5193982"/>
                  </a:lnTo>
                  <a:close/>
                </a:path>
                <a:path w="10424160" h="5213350">
                  <a:moveTo>
                    <a:pt x="367588" y="5193982"/>
                  </a:moveTo>
                  <a:lnTo>
                    <a:pt x="362330" y="5193982"/>
                  </a:lnTo>
                  <a:lnTo>
                    <a:pt x="362330" y="5213032"/>
                  </a:lnTo>
                  <a:lnTo>
                    <a:pt x="367588" y="5213032"/>
                  </a:lnTo>
                  <a:lnTo>
                    <a:pt x="371855" y="5208765"/>
                  </a:lnTo>
                  <a:lnTo>
                    <a:pt x="371855" y="5198249"/>
                  </a:lnTo>
                  <a:lnTo>
                    <a:pt x="367588" y="5193982"/>
                  </a:lnTo>
                  <a:close/>
                </a:path>
                <a:path w="10424160" h="5213350">
                  <a:moveTo>
                    <a:pt x="324192" y="5193982"/>
                  </a:moveTo>
                  <a:lnTo>
                    <a:pt x="318935" y="5193982"/>
                  </a:lnTo>
                  <a:lnTo>
                    <a:pt x="314667" y="5198249"/>
                  </a:lnTo>
                  <a:lnTo>
                    <a:pt x="314667" y="5208765"/>
                  </a:lnTo>
                  <a:lnTo>
                    <a:pt x="318935" y="5213032"/>
                  </a:lnTo>
                  <a:lnTo>
                    <a:pt x="324192" y="5213032"/>
                  </a:lnTo>
                  <a:lnTo>
                    <a:pt x="324192" y="5193982"/>
                  </a:lnTo>
                  <a:close/>
                </a:path>
                <a:path w="10424160" h="5213350">
                  <a:moveTo>
                    <a:pt x="329476" y="5193982"/>
                  </a:moveTo>
                  <a:lnTo>
                    <a:pt x="324218" y="5193982"/>
                  </a:lnTo>
                  <a:lnTo>
                    <a:pt x="324218" y="5213032"/>
                  </a:lnTo>
                  <a:lnTo>
                    <a:pt x="329476" y="5213032"/>
                  </a:lnTo>
                  <a:lnTo>
                    <a:pt x="333743" y="5208765"/>
                  </a:lnTo>
                  <a:lnTo>
                    <a:pt x="333743" y="5198249"/>
                  </a:lnTo>
                  <a:lnTo>
                    <a:pt x="329476" y="5193982"/>
                  </a:lnTo>
                  <a:close/>
                </a:path>
                <a:path w="10424160" h="5213350">
                  <a:moveTo>
                    <a:pt x="286080" y="5193982"/>
                  </a:moveTo>
                  <a:lnTo>
                    <a:pt x="280822" y="5193982"/>
                  </a:lnTo>
                  <a:lnTo>
                    <a:pt x="276555" y="5198249"/>
                  </a:lnTo>
                  <a:lnTo>
                    <a:pt x="276555" y="5208765"/>
                  </a:lnTo>
                  <a:lnTo>
                    <a:pt x="280822" y="5213032"/>
                  </a:lnTo>
                  <a:lnTo>
                    <a:pt x="286080" y="5213032"/>
                  </a:lnTo>
                  <a:lnTo>
                    <a:pt x="286080" y="5193982"/>
                  </a:lnTo>
                  <a:close/>
                </a:path>
                <a:path w="10424160" h="5213350">
                  <a:moveTo>
                    <a:pt x="291350" y="5193982"/>
                  </a:moveTo>
                  <a:lnTo>
                    <a:pt x="286092" y="5193982"/>
                  </a:lnTo>
                  <a:lnTo>
                    <a:pt x="286092" y="5213032"/>
                  </a:lnTo>
                  <a:lnTo>
                    <a:pt x="291350" y="5213032"/>
                  </a:lnTo>
                  <a:lnTo>
                    <a:pt x="295617" y="5208765"/>
                  </a:lnTo>
                  <a:lnTo>
                    <a:pt x="295617" y="5198249"/>
                  </a:lnTo>
                  <a:lnTo>
                    <a:pt x="291350" y="5193982"/>
                  </a:lnTo>
                  <a:close/>
                </a:path>
                <a:path w="10424160" h="5213350">
                  <a:moveTo>
                    <a:pt x="247954" y="5193982"/>
                  </a:moveTo>
                  <a:lnTo>
                    <a:pt x="242696" y="5193982"/>
                  </a:lnTo>
                  <a:lnTo>
                    <a:pt x="238429" y="5198249"/>
                  </a:lnTo>
                  <a:lnTo>
                    <a:pt x="238429" y="5208765"/>
                  </a:lnTo>
                  <a:lnTo>
                    <a:pt x="242696" y="5213032"/>
                  </a:lnTo>
                  <a:lnTo>
                    <a:pt x="247954" y="5213032"/>
                  </a:lnTo>
                  <a:lnTo>
                    <a:pt x="247954" y="5193982"/>
                  </a:lnTo>
                  <a:close/>
                </a:path>
                <a:path w="10424160" h="5213350">
                  <a:moveTo>
                    <a:pt x="253238" y="5193982"/>
                  </a:moveTo>
                  <a:lnTo>
                    <a:pt x="247980" y="5193982"/>
                  </a:lnTo>
                  <a:lnTo>
                    <a:pt x="247980" y="5213032"/>
                  </a:lnTo>
                  <a:lnTo>
                    <a:pt x="253238" y="5213032"/>
                  </a:lnTo>
                  <a:lnTo>
                    <a:pt x="257505" y="5208765"/>
                  </a:lnTo>
                  <a:lnTo>
                    <a:pt x="257505" y="5198249"/>
                  </a:lnTo>
                  <a:lnTo>
                    <a:pt x="253238" y="5193982"/>
                  </a:lnTo>
                  <a:close/>
                </a:path>
                <a:path w="10424160" h="5213350">
                  <a:moveTo>
                    <a:pt x="209842" y="5193982"/>
                  </a:moveTo>
                  <a:lnTo>
                    <a:pt x="204584" y="5193982"/>
                  </a:lnTo>
                  <a:lnTo>
                    <a:pt x="200317" y="5198249"/>
                  </a:lnTo>
                  <a:lnTo>
                    <a:pt x="200317" y="5208765"/>
                  </a:lnTo>
                  <a:lnTo>
                    <a:pt x="204584" y="5213032"/>
                  </a:lnTo>
                  <a:lnTo>
                    <a:pt x="209842" y="5213032"/>
                  </a:lnTo>
                  <a:lnTo>
                    <a:pt x="209842" y="5193982"/>
                  </a:lnTo>
                  <a:close/>
                </a:path>
                <a:path w="10424160" h="5213350">
                  <a:moveTo>
                    <a:pt x="215112" y="5193982"/>
                  </a:moveTo>
                  <a:lnTo>
                    <a:pt x="209854" y="5193982"/>
                  </a:lnTo>
                  <a:lnTo>
                    <a:pt x="209854" y="5213032"/>
                  </a:lnTo>
                  <a:lnTo>
                    <a:pt x="215112" y="5213032"/>
                  </a:lnTo>
                  <a:lnTo>
                    <a:pt x="219379" y="5208765"/>
                  </a:lnTo>
                  <a:lnTo>
                    <a:pt x="219379" y="5198249"/>
                  </a:lnTo>
                  <a:lnTo>
                    <a:pt x="215112" y="5193982"/>
                  </a:lnTo>
                  <a:close/>
                </a:path>
                <a:path w="10424160" h="5213350">
                  <a:moveTo>
                    <a:pt x="172262" y="5193169"/>
                  </a:moveTo>
                  <a:lnTo>
                    <a:pt x="171274" y="5211914"/>
                  </a:lnTo>
                  <a:lnTo>
                    <a:pt x="171259" y="5212194"/>
                  </a:lnTo>
                  <a:lnTo>
                    <a:pt x="176517" y="5212473"/>
                  </a:lnTo>
                  <a:lnTo>
                    <a:pt x="181000" y="5208435"/>
                  </a:lnTo>
                  <a:lnTo>
                    <a:pt x="181464" y="5199507"/>
                  </a:lnTo>
                  <a:lnTo>
                    <a:pt x="181546" y="5197932"/>
                  </a:lnTo>
                  <a:lnTo>
                    <a:pt x="177507" y="5193449"/>
                  </a:lnTo>
                  <a:lnTo>
                    <a:pt x="172262" y="5193169"/>
                  </a:lnTo>
                  <a:close/>
                </a:path>
                <a:path w="10424160" h="5213350">
                  <a:moveTo>
                    <a:pt x="166992" y="5192890"/>
                  </a:moveTo>
                  <a:lnTo>
                    <a:pt x="162509" y="5196928"/>
                  </a:lnTo>
                  <a:lnTo>
                    <a:pt x="162034" y="5205857"/>
                  </a:lnTo>
                  <a:lnTo>
                    <a:pt x="161950" y="5207431"/>
                  </a:lnTo>
                  <a:lnTo>
                    <a:pt x="165989" y="5211914"/>
                  </a:lnTo>
                  <a:lnTo>
                    <a:pt x="171246" y="5212194"/>
                  </a:lnTo>
                  <a:lnTo>
                    <a:pt x="172222" y="5193449"/>
                  </a:lnTo>
                  <a:lnTo>
                    <a:pt x="172237" y="5193169"/>
                  </a:lnTo>
                  <a:lnTo>
                    <a:pt x="166992" y="5192890"/>
                  </a:lnTo>
                  <a:close/>
                </a:path>
                <a:path w="10424160" h="5213350">
                  <a:moveTo>
                    <a:pt x="137871" y="5186603"/>
                  </a:moveTo>
                  <a:lnTo>
                    <a:pt x="130937" y="5204345"/>
                  </a:lnTo>
                  <a:lnTo>
                    <a:pt x="135826" y="5206263"/>
                  </a:lnTo>
                  <a:lnTo>
                    <a:pt x="141351" y="5203837"/>
                  </a:lnTo>
                  <a:lnTo>
                    <a:pt x="145186" y="5194046"/>
                  </a:lnTo>
                  <a:lnTo>
                    <a:pt x="142773" y="5188521"/>
                  </a:lnTo>
                  <a:lnTo>
                    <a:pt x="137871" y="5186603"/>
                  </a:lnTo>
                  <a:close/>
                </a:path>
                <a:path w="10424160" h="5213350">
                  <a:moveTo>
                    <a:pt x="132956" y="5184673"/>
                  </a:moveTo>
                  <a:lnTo>
                    <a:pt x="127431" y="5187099"/>
                  </a:lnTo>
                  <a:lnTo>
                    <a:pt x="123596" y="5196890"/>
                  </a:lnTo>
                  <a:lnTo>
                    <a:pt x="126022" y="5202415"/>
                  </a:lnTo>
                  <a:lnTo>
                    <a:pt x="130943" y="5204345"/>
                  </a:lnTo>
                  <a:lnTo>
                    <a:pt x="131105" y="5203837"/>
                  </a:lnTo>
                  <a:lnTo>
                    <a:pt x="137853" y="5186603"/>
                  </a:lnTo>
                  <a:lnTo>
                    <a:pt x="132956" y="5184673"/>
                  </a:lnTo>
                  <a:close/>
                </a:path>
                <a:path w="10424160" h="5213350">
                  <a:moveTo>
                    <a:pt x="104533" y="5172100"/>
                  </a:moveTo>
                  <a:lnTo>
                    <a:pt x="94564" y="5188331"/>
                  </a:lnTo>
                  <a:lnTo>
                    <a:pt x="99034" y="5191086"/>
                  </a:lnTo>
                  <a:lnTo>
                    <a:pt x="104901" y="5189689"/>
                  </a:lnTo>
                  <a:lnTo>
                    <a:pt x="110413" y="5180723"/>
                  </a:lnTo>
                  <a:lnTo>
                    <a:pt x="109016" y="5174856"/>
                  </a:lnTo>
                  <a:lnTo>
                    <a:pt x="104533" y="5172100"/>
                  </a:lnTo>
                  <a:close/>
                </a:path>
                <a:path w="10424160" h="5213350">
                  <a:moveTo>
                    <a:pt x="100037" y="5169344"/>
                  </a:moveTo>
                  <a:lnTo>
                    <a:pt x="94170" y="5170741"/>
                  </a:lnTo>
                  <a:lnTo>
                    <a:pt x="88658" y="5179707"/>
                  </a:lnTo>
                  <a:lnTo>
                    <a:pt x="90055" y="5185575"/>
                  </a:lnTo>
                  <a:lnTo>
                    <a:pt x="94559" y="5188331"/>
                  </a:lnTo>
                  <a:lnTo>
                    <a:pt x="96227" y="5185575"/>
                  </a:lnTo>
                  <a:lnTo>
                    <a:pt x="104520" y="5172100"/>
                  </a:lnTo>
                  <a:lnTo>
                    <a:pt x="100037" y="5169344"/>
                  </a:lnTo>
                  <a:close/>
                </a:path>
                <a:path w="10424160" h="5213350">
                  <a:moveTo>
                    <a:pt x="75222" y="5150891"/>
                  </a:moveTo>
                  <a:lnTo>
                    <a:pt x="62306" y="5164899"/>
                  </a:lnTo>
                  <a:lnTo>
                    <a:pt x="66167" y="5168468"/>
                  </a:lnTo>
                  <a:lnTo>
                    <a:pt x="72199" y="5168214"/>
                  </a:lnTo>
                  <a:lnTo>
                    <a:pt x="79324" y="5160479"/>
                  </a:lnTo>
                  <a:lnTo>
                    <a:pt x="79127" y="5155565"/>
                  </a:lnTo>
                  <a:lnTo>
                    <a:pt x="79082" y="5154460"/>
                  </a:lnTo>
                  <a:lnTo>
                    <a:pt x="75222" y="5150891"/>
                  </a:lnTo>
                  <a:close/>
                </a:path>
                <a:path w="10424160" h="5213350">
                  <a:moveTo>
                    <a:pt x="71335" y="5147310"/>
                  </a:moveTo>
                  <a:lnTo>
                    <a:pt x="65316" y="5147551"/>
                  </a:lnTo>
                  <a:lnTo>
                    <a:pt x="58178" y="5155285"/>
                  </a:lnTo>
                  <a:lnTo>
                    <a:pt x="58375" y="5160213"/>
                  </a:lnTo>
                  <a:lnTo>
                    <a:pt x="58420" y="5161318"/>
                  </a:lnTo>
                  <a:lnTo>
                    <a:pt x="62307" y="5164899"/>
                  </a:lnTo>
                  <a:lnTo>
                    <a:pt x="66598" y="5160213"/>
                  </a:lnTo>
                  <a:lnTo>
                    <a:pt x="75197" y="5150891"/>
                  </a:lnTo>
                  <a:lnTo>
                    <a:pt x="71335" y="5147310"/>
                  </a:lnTo>
                  <a:close/>
                </a:path>
                <a:path w="10424160" h="5213350">
                  <a:moveTo>
                    <a:pt x="50977" y="5124030"/>
                  </a:moveTo>
                  <a:lnTo>
                    <a:pt x="35610" y="5135295"/>
                  </a:lnTo>
                  <a:lnTo>
                    <a:pt x="38722" y="5139537"/>
                  </a:lnTo>
                  <a:lnTo>
                    <a:pt x="44678" y="5140464"/>
                  </a:lnTo>
                  <a:lnTo>
                    <a:pt x="53162" y="5134241"/>
                  </a:lnTo>
                  <a:lnTo>
                    <a:pt x="54089" y="5128272"/>
                  </a:lnTo>
                  <a:lnTo>
                    <a:pt x="50977" y="5124030"/>
                  </a:lnTo>
                  <a:close/>
                </a:path>
                <a:path w="10424160" h="5213350">
                  <a:moveTo>
                    <a:pt x="41897" y="5118862"/>
                  </a:moveTo>
                  <a:lnTo>
                    <a:pt x="33401" y="5125085"/>
                  </a:lnTo>
                  <a:lnTo>
                    <a:pt x="32486" y="5131041"/>
                  </a:lnTo>
                  <a:lnTo>
                    <a:pt x="35607" y="5135295"/>
                  </a:lnTo>
                  <a:lnTo>
                    <a:pt x="37018" y="5134241"/>
                  </a:lnTo>
                  <a:lnTo>
                    <a:pt x="50947" y="5124030"/>
                  </a:lnTo>
                  <a:lnTo>
                    <a:pt x="47853" y="5119776"/>
                  </a:lnTo>
                  <a:lnTo>
                    <a:pt x="41897" y="5118862"/>
                  </a:lnTo>
                  <a:close/>
                </a:path>
                <a:path w="10424160" h="5213350">
                  <a:moveTo>
                    <a:pt x="32994" y="5092623"/>
                  </a:moveTo>
                  <a:lnTo>
                    <a:pt x="15748" y="5100726"/>
                  </a:lnTo>
                  <a:lnTo>
                    <a:pt x="17983" y="5105488"/>
                  </a:lnTo>
                  <a:lnTo>
                    <a:pt x="23660" y="5107533"/>
                  </a:lnTo>
                  <a:lnTo>
                    <a:pt x="33185" y="5103063"/>
                  </a:lnTo>
                  <a:lnTo>
                    <a:pt x="35229" y="5097386"/>
                  </a:lnTo>
                  <a:lnTo>
                    <a:pt x="32994" y="5092623"/>
                  </a:lnTo>
                  <a:close/>
                </a:path>
                <a:path w="10424160" h="5213350">
                  <a:moveTo>
                    <a:pt x="25069" y="5085803"/>
                  </a:moveTo>
                  <a:lnTo>
                    <a:pt x="15544" y="5090274"/>
                  </a:lnTo>
                  <a:lnTo>
                    <a:pt x="13500" y="5095951"/>
                  </a:lnTo>
                  <a:lnTo>
                    <a:pt x="15741" y="5100726"/>
                  </a:lnTo>
                  <a:lnTo>
                    <a:pt x="32954" y="5092623"/>
                  </a:lnTo>
                  <a:lnTo>
                    <a:pt x="31885" y="5090274"/>
                  </a:lnTo>
                  <a:lnTo>
                    <a:pt x="30746" y="5087848"/>
                  </a:lnTo>
                  <a:lnTo>
                    <a:pt x="25069" y="5085803"/>
                  </a:lnTo>
                  <a:close/>
                </a:path>
                <a:path w="10424160" h="5213350">
                  <a:moveTo>
                    <a:pt x="16764" y="5050167"/>
                  </a:moveTo>
                  <a:lnTo>
                    <a:pt x="6362" y="5051729"/>
                  </a:lnTo>
                  <a:lnTo>
                    <a:pt x="2768" y="5056568"/>
                  </a:lnTo>
                  <a:lnTo>
                    <a:pt x="4343" y="5066995"/>
                  </a:lnTo>
                  <a:lnTo>
                    <a:pt x="9182" y="5070576"/>
                  </a:lnTo>
                  <a:lnTo>
                    <a:pt x="19596" y="5069014"/>
                  </a:lnTo>
                  <a:lnTo>
                    <a:pt x="23177" y="5064175"/>
                  </a:lnTo>
                  <a:lnTo>
                    <a:pt x="22824" y="5061800"/>
                  </a:lnTo>
                  <a:lnTo>
                    <a:pt x="3387" y="5061800"/>
                  </a:lnTo>
                  <a:lnTo>
                    <a:pt x="22221" y="5058968"/>
                  </a:lnTo>
                  <a:lnTo>
                    <a:pt x="22393" y="5058968"/>
                  </a:lnTo>
                  <a:lnTo>
                    <a:pt x="21615" y="5053749"/>
                  </a:lnTo>
                  <a:lnTo>
                    <a:pt x="16764" y="5050167"/>
                  </a:lnTo>
                  <a:close/>
                </a:path>
                <a:path w="10424160" h="5213350">
                  <a:moveTo>
                    <a:pt x="22402" y="5058968"/>
                  </a:moveTo>
                  <a:lnTo>
                    <a:pt x="3556" y="5061800"/>
                  </a:lnTo>
                  <a:lnTo>
                    <a:pt x="22824" y="5061800"/>
                  </a:lnTo>
                  <a:lnTo>
                    <a:pt x="22402" y="5058968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9934" y="1409699"/>
              <a:ext cx="7983474" cy="44447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2345" y="1215389"/>
              <a:ext cx="2685415" cy="395605"/>
            </a:xfrm>
            <a:custGeom>
              <a:avLst/>
              <a:gdLst/>
              <a:ahLst/>
              <a:cxnLst/>
              <a:rect l="l" t="t" r="r" b="b"/>
              <a:pathLst>
                <a:path w="2685415" h="395605">
                  <a:moveTo>
                    <a:pt x="2685288" y="0"/>
                  </a:moveTo>
                  <a:lnTo>
                    <a:pt x="98869" y="0"/>
                  </a:lnTo>
                  <a:lnTo>
                    <a:pt x="0" y="395478"/>
                  </a:lnTo>
                  <a:lnTo>
                    <a:pt x="2586482" y="395478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7739" y="1263053"/>
            <a:ext cx="2068819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127" dirty="0">
                <a:solidFill>
                  <a:srgbClr val="FFFFFF"/>
                </a:solidFill>
                <a:latin typeface="Malgun Gothic"/>
                <a:cs typeface="Malgun Gothic"/>
              </a:rPr>
              <a:t>3</a:t>
            </a:r>
            <a:r>
              <a:rPr sz="2539" b="1" spc="-127" dirty="0" smtClean="0">
                <a:solidFill>
                  <a:srgbClr val="FFFFFF"/>
                </a:solidFill>
                <a:latin typeface="Malgun Gothic"/>
                <a:cs typeface="Malgun Gothic"/>
              </a:rPr>
              <a:t>계</a:t>
            </a:r>
            <a:r>
              <a:rPr lang="ko-KR" altLang="en-US" sz="2539" b="1" spc="-127" dirty="0" smtClean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r>
              <a:rPr sz="2539" b="1" spc="-227" dirty="0" smtClean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22" dirty="0">
                <a:solidFill>
                  <a:srgbClr val="FFFFFF"/>
                </a:solidFill>
                <a:latin typeface="Malgun Gothic"/>
                <a:cs typeface="Malgun Gothic"/>
              </a:rPr>
              <a:t>프로토콜</a:t>
            </a:r>
            <a:endParaRPr sz="2539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3732" y="0"/>
            <a:ext cx="0" cy="908249"/>
          </a:xfrm>
          <a:prstGeom prst="rect">
            <a:avLst/>
          </a:prstGeom>
        </p:spPr>
        <p:txBody>
          <a:bodyPr vert="horz" wrap="square" lIns="0" tIns="306023" rIns="0" bIns="0" rtlCol="0">
            <a:spAutoFit/>
          </a:bodyPr>
          <a:lstStyle/>
          <a:p>
            <a:pPr marL="5747091">
              <a:lnSpc>
                <a:spcPts val="2327"/>
              </a:lnSpc>
            </a:pPr>
            <a:r>
              <a:rPr spc="63" dirty="0"/>
              <a:t>12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9416" y="6260193"/>
            <a:ext cx="5890760" cy="240770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2013,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5판,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6" dirty="0">
                <a:solidFill>
                  <a:srgbClr val="404040"/>
                </a:solidFill>
                <a:latin typeface="Batang"/>
                <a:cs typeface="Batang"/>
              </a:rPr>
              <a:t>p34</a:t>
            </a:r>
            <a:endParaRPr sz="1481">
              <a:latin typeface="Batang"/>
              <a:cs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21807004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8693" y="123054"/>
            <a:ext cx="6569843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518" dirty="0">
                <a:latin typeface="Batang"/>
                <a:cs typeface="Batang"/>
              </a:rPr>
              <a:t>프로토콜</a:t>
            </a:r>
            <a:r>
              <a:rPr sz="3597" spc="-677" dirty="0">
                <a:latin typeface="Batang"/>
                <a:cs typeface="Batang"/>
              </a:rPr>
              <a:t> </a:t>
            </a:r>
            <a:r>
              <a:rPr sz="3597" spc="-502" dirty="0">
                <a:latin typeface="Batang"/>
                <a:cs typeface="Batang"/>
              </a:rPr>
              <a:t>계층화</a:t>
            </a:r>
            <a:r>
              <a:rPr sz="3597" spc="-672" dirty="0">
                <a:latin typeface="Batang"/>
                <a:cs typeface="Batang"/>
              </a:rPr>
              <a:t> </a:t>
            </a:r>
            <a:r>
              <a:rPr sz="3597" spc="-254" dirty="0">
                <a:latin typeface="Batang"/>
                <a:cs typeface="Batang"/>
              </a:rPr>
              <a:t>(Protocol</a:t>
            </a:r>
            <a:r>
              <a:rPr sz="3597" spc="-698" dirty="0">
                <a:latin typeface="Batang"/>
                <a:cs typeface="Batang"/>
              </a:rPr>
              <a:t> </a:t>
            </a:r>
            <a:r>
              <a:rPr sz="3597" spc="-206" dirty="0">
                <a:latin typeface="Batang"/>
                <a:cs typeface="Batang"/>
              </a:rPr>
              <a:t>Layering)</a:t>
            </a:r>
            <a:endParaRPr sz="3597">
              <a:latin typeface="Batang"/>
              <a:cs typeface="Batang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412" y="1265398"/>
            <a:ext cx="316563" cy="3124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7123" y="5327073"/>
            <a:ext cx="672231" cy="43284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78669" y="2870283"/>
            <a:ext cx="9978692" cy="1732299"/>
          </a:xfrm>
          <a:custGeom>
            <a:avLst/>
            <a:gdLst/>
            <a:ahLst/>
            <a:cxnLst/>
            <a:rect l="l" t="t" r="r" b="b"/>
            <a:pathLst>
              <a:path w="9433560" h="1637664">
                <a:moveTo>
                  <a:pt x="9297035" y="0"/>
                </a:moveTo>
                <a:lnTo>
                  <a:pt x="136525" y="0"/>
                </a:lnTo>
                <a:lnTo>
                  <a:pt x="93358" y="6956"/>
                </a:lnTo>
                <a:lnTo>
                  <a:pt x="55878" y="26330"/>
                </a:lnTo>
                <a:lnTo>
                  <a:pt x="26330" y="55878"/>
                </a:lnTo>
                <a:lnTo>
                  <a:pt x="6956" y="93358"/>
                </a:lnTo>
                <a:lnTo>
                  <a:pt x="0" y="136525"/>
                </a:lnTo>
                <a:lnTo>
                  <a:pt x="0" y="1501013"/>
                </a:lnTo>
                <a:lnTo>
                  <a:pt x="6956" y="1544179"/>
                </a:lnTo>
                <a:lnTo>
                  <a:pt x="26330" y="1581659"/>
                </a:lnTo>
                <a:lnTo>
                  <a:pt x="55878" y="1611207"/>
                </a:lnTo>
                <a:lnTo>
                  <a:pt x="93358" y="1630581"/>
                </a:lnTo>
                <a:lnTo>
                  <a:pt x="136525" y="1637538"/>
                </a:lnTo>
                <a:lnTo>
                  <a:pt x="9297035" y="1637538"/>
                </a:lnTo>
                <a:lnTo>
                  <a:pt x="9340201" y="1630581"/>
                </a:lnTo>
                <a:lnTo>
                  <a:pt x="9377681" y="1611207"/>
                </a:lnTo>
                <a:lnTo>
                  <a:pt x="9407229" y="1581659"/>
                </a:lnTo>
                <a:lnTo>
                  <a:pt x="9426603" y="1544179"/>
                </a:lnTo>
                <a:lnTo>
                  <a:pt x="9433560" y="1501013"/>
                </a:lnTo>
                <a:lnTo>
                  <a:pt x="9433560" y="136525"/>
                </a:lnTo>
                <a:lnTo>
                  <a:pt x="9426603" y="93358"/>
                </a:lnTo>
                <a:lnTo>
                  <a:pt x="9407229" y="55878"/>
                </a:lnTo>
                <a:lnTo>
                  <a:pt x="9377681" y="26330"/>
                </a:lnTo>
                <a:lnTo>
                  <a:pt x="9340201" y="6956"/>
                </a:lnTo>
                <a:lnTo>
                  <a:pt x="9297035" y="0"/>
                </a:lnTo>
                <a:close/>
              </a:path>
            </a:pathLst>
          </a:custGeom>
          <a:solidFill>
            <a:srgbClr val="94B3D6">
              <a:alpha val="30195"/>
            </a:srgbClr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8" name="object 8"/>
          <p:cNvSpPr txBox="1"/>
          <p:nvPr/>
        </p:nvSpPr>
        <p:spPr>
          <a:xfrm>
            <a:off x="1439814" y="1029875"/>
            <a:ext cx="9907493" cy="5724100"/>
          </a:xfrm>
          <a:prstGeom prst="rect">
            <a:avLst/>
          </a:prstGeom>
        </p:spPr>
        <p:txBody>
          <a:bodyPr vert="horz" wrap="square" lIns="0" tIns="112173" rIns="0" bIns="0" rtlCol="0">
            <a:spAutoFit/>
          </a:bodyPr>
          <a:lstStyle/>
          <a:p>
            <a:pPr marL="13434">
              <a:spcBef>
                <a:spcPts val="883"/>
              </a:spcBef>
            </a:pPr>
            <a:r>
              <a:rPr sz="3385" spc="-376" dirty="0">
                <a:solidFill>
                  <a:srgbClr val="0064AF"/>
                </a:solidFill>
                <a:latin typeface="Batang"/>
                <a:cs typeface="Batang"/>
              </a:rPr>
              <a:t>계층</a:t>
            </a:r>
            <a:r>
              <a:rPr sz="3385" spc="-381" dirty="0">
                <a:solidFill>
                  <a:srgbClr val="0064AF"/>
                </a:solidFill>
                <a:latin typeface="Batang"/>
                <a:cs typeface="Batang"/>
              </a:rPr>
              <a:t> 구조의</a:t>
            </a:r>
            <a:r>
              <a:rPr sz="3385" spc="-365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3385" spc="-418" dirty="0">
                <a:solidFill>
                  <a:srgbClr val="0064AF"/>
                </a:solidFill>
                <a:latin typeface="Batang"/>
                <a:cs typeface="Batang"/>
              </a:rPr>
              <a:t>특징</a:t>
            </a:r>
            <a:endParaRPr sz="3385">
              <a:latin typeface="Batang"/>
              <a:cs typeface="Batang"/>
            </a:endParaRPr>
          </a:p>
          <a:p>
            <a:pPr marL="317044" indent="-182703">
              <a:spcBef>
                <a:spcPts val="682"/>
              </a:spcBef>
              <a:buFont typeface="Arial"/>
              <a:buChar char="•"/>
              <a:tabLst>
                <a:tab pos="317044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복잡한 작업을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여러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개의 작고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단순한 작업들로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나누어서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수행</a:t>
            </a:r>
            <a:endParaRPr sz="2962">
              <a:latin typeface="Batang"/>
              <a:cs typeface="Batang"/>
            </a:endParaRPr>
          </a:p>
          <a:p>
            <a:pPr marL="317044" indent="-182703">
              <a:spcBef>
                <a:spcPts val="1068"/>
              </a:spcBef>
              <a:buFont typeface="Arial"/>
              <a:buChar char="•"/>
              <a:tabLst>
                <a:tab pos="317044" algn="l"/>
              </a:tabLst>
            </a:pPr>
            <a:r>
              <a:rPr sz="2962" spc="-11" dirty="0">
                <a:solidFill>
                  <a:srgbClr val="252525"/>
                </a:solidFill>
                <a:latin typeface="Batang"/>
                <a:cs typeface="Batang"/>
              </a:rPr>
              <a:t>모듈성(modularity)</a:t>
            </a:r>
            <a:endParaRPr sz="2962">
              <a:latin typeface="Batang"/>
              <a:cs typeface="Batang"/>
            </a:endParaRPr>
          </a:p>
          <a:p>
            <a:pPr marL="740217" lvl="1" indent="-362048">
              <a:spcBef>
                <a:spcPts val="1206"/>
              </a:spcBef>
              <a:buClr>
                <a:srgbClr val="27446D"/>
              </a:buClr>
              <a:buFont typeface="Wingdings"/>
              <a:buChar char=""/>
              <a:tabLst>
                <a:tab pos="740217" algn="l"/>
              </a:tabLst>
            </a:pPr>
            <a:r>
              <a:rPr sz="2962" spc="-328" dirty="0">
                <a:latin typeface="Batang"/>
                <a:cs typeface="Batang"/>
              </a:rPr>
              <a:t>하나의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계층은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227" dirty="0">
                <a:latin typeface="Batang"/>
                <a:cs typeface="Batang"/>
              </a:rPr>
              <a:t>입력/출력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형식과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내부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기능으로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54" dirty="0">
                <a:latin typeface="Batang"/>
                <a:cs typeface="Batang"/>
              </a:rPr>
              <a:t>정의됨</a:t>
            </a:r>
            <a:endParaRPr sz="2962">
              <a:latin typeface="Batang"/>
              <a:cs typeface="Batang"/>
            </a:endParaRPr>
          </a:p>
          <a:p>
            <a:pPr marL="740217" lvl="1" indent="-362048">
              <a:spcBef>
                <a:spcPts val="635"/>
              </a:spcBef>
              <a:buClr>
                <a:srgbClr val="27446D"/>
              </a:buClr>
              <a:buFont typeface="Wingdings"/>
              <a:buChar char=""/>
              <a:tabLst>
                <a:tab pos="740217" algn="l"/>
              </a:tabLst>
            </a:pPr>
            <a:r>
              <a:rPr sz="2962" spc="-328" dirty="0">
                <a:latin typeface="Batang"/>
                <a:cs typeface="Batang"/>
              </a:rPr>
              <a:t>내부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기능의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상세한 구현 내용은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다른 계층에 전혀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보이지 </a:t>
            </a:r>
            <a:r>
              <a:rPr sz="2962" spc="-354" dirty="0">
                <a:latin typeface="Batang"/>
                <a:cs typeface="Batang"/>
              </a:rPr>
              <a:t>않음</a:t>
            </a:r>
            <a:endParaRPr sz="2962">
              <a:latin typeface="Batang"/>
              <a:cs typeface="Batang"/>
            </a:endParaRPr>
          </a:p>
          <a:p>
            <a:pPr marL="740217" lvl="1" indent="-362048">
              <a:spcBef>
                <a:spcPts val="635"/>
              </a:spcBef>
              <a:buClr>
                <a:srgbClr val="27446D"/>
              </a:buClr>
              <a:buFont typeface="Wingdings"/>
              <a:buChar char=""/>
              <a:tabLst>
                <a:tab pos="740217" algn="l"/>
              </a:tabLst>
            </a:pPr>
            <a:r>
              <a:rPr sz="2962" spc="-328" dirty="0">
                <a:latin typeface="Batang"/>
                <a:cs typeface="Batang"/>
              </a:rPr>
              <a:t>특정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계층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단위로 업데이트 혹은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변경이 </a:t>
            </a:r>
            <a:r>
              <a:rPr sz="2962" spc="-354" dirty="0">
                <a:latin typeface="Batang"/>
                <a:cs typeface="Batang"/>
              </a:rPr>
              <a:t>가능함</a:t>
            </a:r>
            <a:endParaRPr sz="2962">
              <a:latin typeface="Batang"/>
              <a:cs typeface="Batang"/>
            </a:endParaRPr>
          </a:p>
          <a:p>
            <a:pPr marL="315700" indent="-182703">
              <a:spcBef>
                <a:spcPts val="2898"/>
              </a:spcBef>
              <a:buFont typeface="Arial"/>
              <a:buChar char="•"/>
              <a:tabLst>
                <a:tab pos="315700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필요한 계층까지만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구현하여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사용</a:t>
            </a:r>
            <a:endParaRPr sz="2962">
              <a:latin typeface="Batang"/>
              <a:cs typeface="Batang"/>
            </a:endParaRPr>
          </a:p>
          <a:p>
            <a:pPr marL="652895"/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네트워크 장비의 기능 단순화와 비용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절감</a:t>
            </a:r>
            <a:endParaRPr sz="2962">
              <a:latin typeface="Batang"/>
              <a:cs typeface="Batang"/>
            </a:endParaRPr>
          </a:p>
          <a:p>
            <a:pPr marL="316372" marR="8060" indent="-182703">
              <a:spcBef>
                <a:spcPts val="635"/>
              </a:spcBef>
              <a:buFont typeface="Arial"/>
              <a:buChar char="•"/>
              <a:tabLst>
                <a:tab pos="317716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계층간에 필요한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정보를 교환하기가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복잡하고 어려우며 </a:t>
            </a:r>
            <a:r>
              <a:rPr sz="2962" spc="-349" dirty="0">
                <a:solidFill>
                  <a:srgbClr val="252525"/>
                </a:solidFill>
                <a:latin typeface="Batang"/>
                <a:cs typeface="Batang"/>
              </a:rPr>
              <a:t>고속화에 	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어려움을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발생시키기도 </a:t>
            </a:r>
            <a:r>
              <a:rPr sz="2962" spc="-381" dirty="0">
                <a:solidFill>
                  <a:srgbClr val="252525"/>
                </a:solidFill>
                <a:latin typeface="Batang"/>
                <a:cs typeface="Batang"/>
              </a:rPr>
              <a:t>함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6173" y="5356090"/>
            <a:ext cx="228376" cy="304949"/>
          </a:xfrm>
          <a:custGeom>
            <a:avLst/>
            <a:gdLst/>
            <a:ahLst/>
            <a:cxnLst/>
            <a:rect l="l" t="t" r="r" b="b"/>
            <a:pathLst>
              <a:path w="215900" h="288289">
                <a:moveTo>
                  <a:pt x="107823" y="0"/>
                </a:moveTo>
                <a:lnTo>
                  <a:pt x="107823" y="72009"/>
                </a:lnTo>
                <a:lnTo>
                  <a:pt x="0" y="72009"/>
                </a:lnTo>
                <a:lnTo>
                  <a:pt x="0" y="216027"/>
                </a:lnTo>
                <a:lnTo>
                  <a:pt x="107823" y="216027"/>
                </a:lnTo>
                <a:lnTo>
                  <a:pt x="107823" y="288036"/>
                </a:lnTo>
                <a:lnTo>
                  <a:pt x="215645" y="144018"/>
                </a:lnTo>
                <a:lnTo>
                  <a:pt x="107823" y="0"/>
                </a:lnTo>
                <a:close/>
              </a:path>
            </a:pathLst>
          </a:custGeom>
          <a:solidFill>
            <a:srgbClr val="27446D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10" name="object 10"/>
          <p:cNvSpPr txBox="1"/>
          <p:nvPr/>
        </p:nvSpPr>
        <p:spPr>
          <a:xfrm>
            <a:off x="11757578" y="6477552"/>
            <a:ext cx="349281" cy="338489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2116" spc="63" dirty="0">
                <a:latin typeface="Malgun Gothic"/>
                <a:cs typeface="Malgun Gothic"/>
              </a:rPr>
              <a:t>13</a:t>
            </a:r>
            <a:endParaRPr sz="2116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0716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8328" y="22569"/>
            <a:ext cx="988062" cy="338489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2116" spc="100" dirty="0">
                <a:latin typeface="Malgun Gothic"/>
                <a:cs typeface="Malgun Gothic"/>
              </a:rPr>
              <a:t>EE0127</a:t>
            </a:r>
            <a:endParaRPr sz="2116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693" y="123054"/>
            <a:ext cx="6569843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518" dirty="0">
                <a:latin typeface="Batang"/>
                <a:cs typeface="Batang"/>
              </a:rPr>
              <a:t>프로토콜</a:t>
            </a:r>
            <a:r>
              <a:rPr sz="3597" spc="-677" dirty="0">
                <a:latin typeface="Batang"/>
                <a:cs typeface="Batang"/>
              </a:rPr>
              <a:t> </a:t>
            </a:r>
            <a:r>
              <a:rPr sz="3597" spc="-502" dirty="0">
                <a:latin typeface="Batang"/>
                <a:cs typeface="Batang"/>
              </a:rPr>
              <a:t>계층화</a:t>
            </a:r>
            <a:r>
              <a:rPr sz="3597" spc="-672" dirty="0">
                <a:latin typeface="Batang"/>
                <a:cs typeface="Batang"/>
              </a:rPr>
              <a:t> </a:t>
            </a:r>
            <a:r>
              <a:rPr sz="3597" spc="-254" dirty="0">
                <a:latin typeface="Batang"/>
                <a:cs typeface="Batang"/>
              </a:rPr>
              <a:t>(Protocol</a:t>
            </a:r>
            <a:r>
              <a:rPr sz="3597" spc="-698" dirty="0">
                <a:latin typeface="Batang"/>
                <a:cs typeface="Batang"/>
              </a:rPr>
              <a:t> </a:t>
            </a:r>
            <a:r>
              <a:rPr sz="3597" spc="-206" dirty="0">
                <a:latin typeface="Batang"/>
                <a:cs typeface="Batang"/>
              </a:rPr>
              <a:t>Layering)</a:t>
            </a:r>
            <a:endParaRPr sz="3597">
              <a:latin typeface="Batang"/>
              <a:cs typeface="Batang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90368" y="741968"/>
            <a:ext cx="11123260" cy="690674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pc="-53" dirty="0"/>
              <a:t>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412" y="1265398"/>
            <a:ext cx="316563" cy="31246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761691" y="2350393"/>
            <a:ext cx="366073" cy="366073"/>
          </a:xfrm>
          <a:custGeom>
            <a:avLst/>
            <a:gdLst/>
            <a:ahLst/>
            <a:cxnLst/>
            <a:rect l="l" t="t" r="r" b="b"/>
            <a:pathLst>
              <a:path w="346075" h="346075">
                <a:moveTo>
                  <a:pt x="172973" y="0"/>
                </a:moveTo>
                <a:lnTo>
                  <a:pt x="127000" y="6180"/>
                </a:lnTo>
                <a:lnTo>
                  <a:pt x="85682" y="23621"/>
                </a:lnTo>
                <a:lnTo>
                  <a:pt x="50673" y="50672"/>
                </a:lnTo>
                <a:lnTo>
                  <a:pt x="23622" y="85682"/>
                </a:lnTo>
                <a:lnTo>
                  <a:pt x="6180" y="126999"/>
                </a:lnTo>
                <a:lnTo>
                  <a:pt x="0" y="172973"/>
                </a:lnTo>
                <a:lnTo>
                  <a:pt x="6180" y="218947"/>
                </a:lnTo>
                <a:lnTo>
                  <a:pt x="23621" y="260265"/>
                </a:lnTo>
                <a:lnTo>
                  <a:pt x="50672" y="295274"/>
                </a:lnTo>
                <a:lnTo>
                  <a:pt x="85682" y="322325"/>
                </a:lnTo>
                <a:lnTo>
                  <a:pt x="126999" y="339767"/>
                </a:lnTo>
                <a:lnTo>
                  <a:pt x="172973" y="345947"/>
                </a:lnTo>
                <a:lnTo>
                  <a:pt x="218947" y="339767"/>
                </a:lnTo>
                <a:lnTo>
                  <a:pt x="260265" y="322325"/>
                </a:lnTo>
                <a:lnTo>
                  <a:pt x="295274" y="295274"/>
                </a:lnTo>
                <a:lnTo>
                  <a:pt x="322325" y="260265"/>
                </a:lnTo>
                <a:lnTo>
                  <a:pt x="339767" y="218947"/>
                </a:lnTo>
                <a:lnTo>
                  <a:pt x="345947" y="172973"/>
                </a:lnTo>
                <a:lnTo>
                  <a:pt x="339767" y="127000"/>
                </a:lnTo>
                <a:lnTo>
                  <a:pt x="322325" y="85682"/>
                </a:lnTo>
                <a:lnTo>
                  <a:pt x="295274" y="50673"/>
                </a:lnTo>
                <a:lnTo>
                  <a:pt x="260265" y="23622"/>
                </a:lnTo>
                <a:lnTo>
                  <a:pt x="218947" y="6180"/>
                </a:lnTo>
                <a:lnTo>
                  <a:pt x="172973" y="0"/>
                </a:lnTo>
                <a:close/>
              </a:path>
            </a:pathLst>
          </a:custGeom>
          <a:solidFill>
            <a:srgbClr val="27446D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7" name="object 7"/>
          <p:cNvSpPr/>
          <p:nvPr/>
        </p:nvSpPr>
        <p:spPr>
          <a:xfrm>
            <a:off x="1761691" y="3630374"/>
            <a:ext cx="366073" cy="366073"/>
          </a:xfrm>
          <a:custGeom>
            <a:avLst/>
            <a:gdLst/>
            <a:ahLst/>
            <a:cxnLst/>
            <a:rect l="l" t="t" r="r" b="b"/>
            <a:pathLst>
              <a:path w="346075" h="346075">
                <a:moveTo>
                  <a:pt x="172973" y="0"/>
                </a:moveTo>
                <a:lnTo>
                  <a:pt x="127000" y="6180"/>
                </a:lnTo>
                <a:lnTo>
                  <a:pt x="85682" y="23622"/>
                </a:lnTo>
                <a:lnTo>
                  <a:pt x="50673" y="50673"/>
                </a:lnTo>
                <a:lnTo>
                  <a:pt x="23622" y="85682"/>
                </a:lnTo>
                <a:lnTo>
                  <a:pt x="6180" y="127000"/>
                </a:lnTo>
                <a:lnTo>
                  <a:pt x="0" y="172974"/>
                </a:lnTo>
                <a:lnTo>
                  <a:pt x="6180" y="218948"/>
                </a:lnTo>
                <a:lnTo>
                  <a:pt x="23621" y="260265"/>
                </a:lnTo>
                <a:lnTo>
                  <a:pt x="50672" y="295275"/>
                </a:lnTo>
                <a:lnTo>
                  <a:pt x="85682" y="322325"/>
                </a:lnTo>
                <a:lnTo>
                  <a:pt x="126999" y="339767"/>
                </a:lnTo>
                <a:lnTo>
                  <a:pt x="172973" y="345948"/>
                </a:lnTo>
                <a:lnTo>
                  <a:pt x="218947" y="339767"/>
                </a:lnTo>
                <a:lnTo>
                  <a:pt x="260265" y="322325"/>
                </a:lnTo>
                <a:lnTo>
                  <a:pt x="295274" y="295275"/>
                </a:lnTo>
                <a:lnTo>
                  <a:pt x="322325" y="260265"/>
                </a:lnTo>
                <a:lnTo>
                  <a:pt x="339767" y="218948"/>
                </a:lnTo>
                <a:lnTo>
                  <a:pt x="345947" y="172974"/>
                </a:lnTo>
                <a:lnTo>
                  <a:pt x="339767" y="127000"/>
                </a:lnTo>
                <a:lnTo>
                  <a:pt x="322325" y="85682"/>
                </a:lnTo>
                <a:lnTo>
                  <a:pt x="295274" y="50673"/>
                </a:lnTo>
                <a:lnTo>
                  <a:pt x="260265" y="23622"/>
                </a:lnTo>
                <a:lnTo>
                  <a:pt x="218947" y="6180"/>
                </a:lnTo>
                <a:lnTo>
                  <a:pt x="172973" y="0"/>
                </a:lnTo>
                <a:close/>
              </a:path>
            </a:pathLst>
          </a:custGeom>
          <a:solidFill>
            <a:srgbClr val="27446D"/>
          </a:solidFill>
        </p:spPr>
        <p:txBody>
          <a:bodyPr wrap="square" lIns="0" tIns="0" rIns="0" bIns="0" rtlCol="0"/>
          <a:lstStyle/>
          <a:p>
            <a:endParaRPr sz="1904"/>
          </a:p>
        </p:txBody>
      </p:sp>
      <p:sp>
        <p:nvSpPr>
          <p:cNvPr id="8" name="object 8"/>
          <p:cNvSpPr txBox="1"/>
          <p:nvPr/>
        </p:nvSpPr>
        <p:spPr>
          <a:xfrm>
            <a:off x="1412947" y="1029875"/>
            <a:ext cx="9831591" cy="4581608"/>
          </a:xfrm>
          <a:prstGeom prst="rect">
            <a:avLst/>
          </a:prstGeom>
        </p:spPr>
        <p:txBody>
          <a:bodyPr vert="horz" wrap="square" lIns="0" tIns="112173" rIns="0" bIns="0" rtlCol="0">
            <a:spAutoFit/>
          </a:bodyPr>
          <a:lstStyle/>
          <a:p>
            <a:pPr marL="40302">
              <a:spcBef>
                <a:spcPts val="883"/>
              </a:spcBef>
            </a:pPr>
            <a:r>
              <a:rPr sz="3385" spc="-381" dirty="0">
                <a:solidFill>
                  <a:srgbClr val="0064AF"/>
                </a:solidFill>
                <a:latin typeface="Batang"/>
                <a:cs typeface="Batang"/>
              </a:rPr>
              <a:t>프로토콜</a:t>
            </a:r>
            <a:r>
              <a:rPr sz="3385" spc="-360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3385" spc="-381" dirty="0">
                <a:solidFill>
                  <a:srgbClr val="0064AF"/>
                </a:solidFill>
                <a:latin typeface="Batang"/>
                <a:cs typeface="Batang"/>
              </a:rPr>
              <a:t>계층화의</a:t>
            </a:r>
            <a:r>
              <a:rPr sz="3385" spc="-360" dirty="0">
                <a:solidFill>
                  <a:srgbClr val="0064AF"/>
                </a:solidFill>
                <a:latin typeface="Batang"/>
                <a:cs typeface="Batang"/>
              </a:rPr>
              <a:t> </a:t>
            </a:r>
            <a:r>
              <a:rPr sz="3385" spc="-418" dirty="0">
                <a:solidFill>
                  <a:srgbClr val="0064AF"/>
                </a:solidFill>
                <a:latin typeface="Batang"/>
                <a:cs typeface="Batang"/>
              </a:rPr>
              <a:t>원칙</a:t>
            </a:r>
            <a:endParaRPr sz="3385">
              <a:latin typeface="Batang"/>
              <a:cs typeface="Batang"/>
            </a:endParaRPr>
          </a:p>
          <a:p>
            <a:pPr marL="343912" indent="-182703">
              <a:spcBef>
                <a:spcPts val="682"/>
              </a:spcBef>
              <a:buFont typeface="Arial"/>
              <a:buChar char="•"/>
              <a:tabLst>
                <a:tab pos="343912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각</a:t>
            </a:r>
            <a:r>
              <a:rPr sz="2962" spc="-30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계층이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각</a:t>
            </a:r>
            <a:r>
              <a:rPr sz="2962" spc="-30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190" dirty="0">
                <a:solidFill>
                  <a:srgbClr val="252525"/>
                </a:solidFill>
                <a:latin typeface="Batang"/>
                <a:cs typeface="Batang"/>
              </a:rPr>
              <a:t>방향(상향/하향)으로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상반되는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38" dirty="0">
                <a:solidFill>
                  <a:srgbClr val="252525"/>
                </a:solidFill>
                <a:latin typeface="Batang"/>
                <a:cs typeface="Batang"/>
              </a:rPr>
              <a:t>2가지</a:t>
            </a:r>
            <a:r>
              <a:rPr sz="2962" spc="-296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작업을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수행</a:t>
            </a:r>
            <a:endParaRPr sz="2962">
              <a:latin typeface="Batang"/>
              <a:cs typeface="Batang"/>
            </a:endParaRPr>
          </a:p>
          <a:p>
            <a:pPr marL="394290">
              <a:spcBef>
                <a:spcPts val="783"/>
              </a:spcBef>
            </a:pPr>
            <a:r>
              <a:rPr sz="3649" spc="-404" baseline="8454" dirty="0">
                <a:solidFill>
                  <a:srgbClr val="FFFFFF"/>
                </a:solidFill>
                <a:latin typeface="Batang"/>
                <a:cs typeface="Batang"/>
              </a:rPr>
              <a:t>예</a:t>
            </a:r>
            <a:r>
              <a:rPr sz="3649" spc="-127" baseline="8454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2962" spc="-206" dirty="0">
                <a:solidFill>
                  <a:srgbClr val="252525"/>
                </a:solidFill>
                <a:latin typeface="Batang"/>
                <a:cs typeface="Batang"/>
              </a:rPr>
              <a:t>듣기/말하기,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22" dirty="0">
                <a:solidFill>
                  <a:srgbClr val="252525"/>
                </a:solidFill>
                <a:latin typeface="Batang"/>
                <a:cs typeface="Batang"/>
              </a:rPr>
              <a:t>암호화/복호화,</a:t>
            </a:r>
            <a:r>
              <a:rPr sz="2962" spc="-30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편지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53" dirty="0">
                <a:solidFill>
                  <a:srgbClr val="252525"/>
                </a:solidFill>
                <a:latin typeface="Batang"/>
                <a:cs typeface="Batang"/>
              </a:rPr>
              <a:t>보내기/받기</a:t>
            </a:r>
            <a:endParaRPr sz="2962">
              <a:latin typeface="Batang"/>
              <a:cs typeface="Batang"/>
            </a:endParaRPr>
          </a:p>
          <a:p>
            <a:pPr marL="343912" indent="-182703">
              <a:spcBef>
                <a:spcPts val="1989"/>
              </a:spcBef>
              <a:buFont typeface="Arial"/>
              <a:buChar char="•"/>
              <a:tabLst>
                <a:tab pos="343912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각 계층에 있는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객체는 서로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동일함</a:t>
            </a:r>
            <a:endParaRPr sz="2962">
              <a:latin typeface="Batang"/>
              <a:cs typeface="Batang"/>
            </a:endParaRPr>
          </a:p>
          <a:p>
            <a:pPr marL="759024" marR="32242" indent="-365406">
              <a:spcBef>
                <a:spcPts val="762"/>
              </a:spcBef>
            </a:pPr>
            <a:r>
              <a:rPr sz="3649" spc="-404" baseline="3623" dirty="0">
                <a:solidFill>
                  <a:srgbClr val="FFFFFF"/>
                </a:solidFill>
                <a:latin typeface="Batang"/>
                <a:cs typeface="Batang"/>
              </a:rPr>
              <a:t>예</a:t>
            </a:r>
            <a:r>
              <a:rPr sz="3649" spc="-127" baseline="3623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2962" spc="-238" dirty="0">
                <a:solidFill>
                  <a:srgbClr val="252525"/>
                </a:solidFill>
                <a:latin typeface="Batang"/>
                <a:cs typeface="Batang"/>
              </a:rPr>
              <a:t>3번째</a:t>
            </a:r>
            <a:r>
              <a:rPr sz="2962" spc="-30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계층이</a:t>
            </a:r>
            <a:r>
              <a:rPr sz="2962" spc="-30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다루는</a:t>
            </a:r>
            <a:r>
              <a:rPr sz="2962" spc="-31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객체는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85" dirty="0">
                <a:solidFill>
                  <a:srgbClr val="252525"/>
                </a:solidFill>
                <a:latin typeface="Batang"/>
                <a:cs typeface="Batang"/>
              </a:rPr>
              <a:t>평문(plain</a:t>
            </a:r>
            <a:r>
              <a:rPr sz="2962" spc="-30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" dirty="0">
                <a:solidFill>
                  <a:srgbClr val="252525"/>
                </a:solidFill>
                <a:latin typeface="Batang"/>
                <a:cs typeface="Batang"/>
              </a:rPr>
              <a:t>text),</a:t>
            </a:r>
            <a:r>
              <a:rPr sz="2962" spc="-301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38" dirty="0">
                <a:solidFill>
                  <a:srgbClr val="252525"/>
                </a:solidFill>
                <a:latin typeface="Batang"/>
                <a:cs typeface="Batang"/>
              </a:rPr>
              <a:t>2번째</a:t>
            </a:r>
            <a:r>
              <a:rPr sz="2962" spc="-307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계층은 암호문</a:t>
            </a:r>
            <a:endParaRPr sz="2962">
              <a:latin typeface="Batang"/>
              <a:cs typeface="Batang"/>
            </a:endParaRPr>
          </a:p>
          <a:p>
            <a:pPr marL="343240" marR="1080770" indent="-182703">
              <a:spcBef>
                <a:spcPts val="1640"/>
              </a:spcBef>
              <a:buFont typeface="Arial"/>
              <a:buChar char="•"/>
              <a:tabLst>
                <a:tab pos="344584" algn="l"/>
              </a:tabLst>
            </a:pP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통신하는 각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계층은 자신이 다루는 객체를 전달할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252525"/>
                </a:solidFill>
                <a:latin typeface="Batang"/>
                <a:cs typeface="Batang"/>
              </a:rPr>
              <a:t>수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있는 	</a:t>
            </a:r>
            <a:r>
              <a:rPr sz="2962" spc="-296" dirty="0">
                <a:solidFill>
                  <a:srgbClr val="252525"/>
                </a:solidFill>
                <a:latin typeface="Batang"/>
                <a:cs typeface="Batang"/>
              </a:rPr>
              <a:t>“논리적인</a:t>
            </a:r>
            <a:r>
              <a:rPr sz="2962" spc="-323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286" dirty="0">
                <a:solidFill>
                  <a:srgbClr val="252525"/>
                </a:solidFill>
                <a:latin typeface="Batang"/>
                <a:cs typeface="Batang"/>
              </a:rPr>
              <a:t>연결”이</a:t>
            </a:r>
            <a:r>
              <a:rPr sz="2962" spc="-312" dirty="0">
                <a:solidFill>
                  <a:srgbClr val="252525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252525"/>
                </a:solidFill>
                <a:latin typeface="Batang"/>
                <a:cs typeface="Batang"/>
              </a:rPr>
              <a:t>있음</a:t>
            </a:r>
            <a:endParaRPr sz="2962">
              <a:latin typeface="Batang"/>
              <a:cs typeface="Batang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3732" y="0"/>
            <a:ext cx="0" cy="908249"/>
          </a:xfrm>
          <a:prstGeom prst="rect">
            <a:avLst/>
          </a:prstGeom>
        </p:spPr>
        <p:txBody>
          <a:bodyPr vert="horz" wrap="square" lIns="0" tIns="306023" rIns="0" bIns="0" rtlCol="0">
            <a:spAutoFit/>
          </a:bodyPr>
          <a:lstStyle/>
          <a:p>
            <a:pPr marL="5747091">
              <a:lnSpc>
                <a:spcPts val="2327"/>
              </a:lnSpc>
            </a:pPr>
            <a:r>
              <a:rPr spc="63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7491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8693" y="123054"/>
            <a:ext cx="6569843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518" dirty="0">
                <a:latin typeface="Batang"/>
                <a:cs typeface="Batang"/>
              </a:rPr>
              <a:t>프로토콜</a:t>
            </a:r>
            <a:r>
              <a:rPr sz="3597" spc="-677" dirty="0">
                <a:latin typeface="Batang"/>
                <a:cs typeface="Batang"/>
              </a:rPr>
              <a:t> </a:t>
            </a:r>
            <a:r>
              <a:rPr sz="3597" spc="-502" dirty="0">
                <a:latin typeface="Batang"/>
                <a:cs typeface="Batang"/>
              </a:rPr>
              <a:t>계층화</a:t>
            </a:r>
            <a:r>
              <a:rPr sz="3597" spc="-672" dirty="0">
                <a:latin typeface="Batang"/>
                <a:cs typeface="Batang"/>
              </a:rPr>
              <a:t> </a:t>
            </a:r>
            <a:r>
              <a:rPr sz="3597" spc="-254" dirty="0">
                <a:latin typeface="Batang"/>
                <a:cs typeface="Batang"/>
              </a:rPr>
              <a:t>(Protocol</a:t>
            </a:r>
            <a:r>
              <a:rPr sz="3597" spc="-698" dirty="0">
                <a:latin typeface="Batang"/>
                <a:cs typeface="Batang"/>
              </a:rPr>
              <a:t> </a:t>
            </a:r>
            <a:r>
              <a:rPr sz="3597" spc="-206" dirty="0">
                <a:latin typeface="Batang"/>
                <a:cs typeface="Batang"/>
              </a:rPr>
              <a:t>Layering)</a:t>
            </a:r>
            <a:endParaRPr sz="3597">
              <a:latin typeface="Batang"/>
              <a:cs typeface="Batang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3950" y="1084920"/>
            <a:ext cx="11154157" cy="5514611"/>
            <a:chOff x="482345" y="1025651"/>
            <a:chExt cx="10544810" cy="5213350"/>
          </a:xfrm>
        </p:grpSpPr>
        <p:sp>
          <p:nvSpPr>
            <p:cNvPr id="6" name="object 6"/>
            <p:cNvSpPr/>
            <p:nvPr/>
          </p:nvSpPr>
          <p:spPr>
            <a:xfrm>
              <a:off x="612266" y="1035176"/>
              <a:ext cx="10405110" cy="5194300"/>
            </a:xfrm>
            <a:custGeom>
              <a:avLst/>
              <a:gdLst/>
              <a:ahLst/>
              <a:cxnLst/>
              <a:rect l="l" t="t" r="r" b="b"/>
              <a:pathLst>
                <a:path w="10405110" h="5194300">
                  <a:moveTo>
                    <a:pt x="10227310" y="0"/>
                  </a:moveTo>
                  <a:lnTo>
                    <a:pt x="177850" y="0"/>
                  </a:lnTo>
                  <a:lnTo>
                    <a:pt x="130571" y="6352"/>
                  </a:lnTo>
                  <a:lnTo>
                    <a:pt x="88087" y="24280"/>
                  </a:lnTo>
                  <a:lnTo>
                    <a:pt x="52092" y="52085"/>
                  </a:lnTo>
                  <a:lnTo>
                    <a:pt x="24282" y="88072"/>
                  </a:lnTo>
                  <a:lnTo>
                    <a:pt x="6353" y="130542"/>
                  </a:lnTo>
                  <a:lnTo>
                    <a:pt x="0" y="177800"/>
                  </a:lnTo>
                  <a:lnTo>
                    <a:pt x="0" y="5016080"/>
                  </a:lnTo>
                  <a:lnTo>
                    <a:pt x="6353" y="5063359"/>
                  </a:lnTo>
                  <a:lnTo>
                    <a:pt x="24282" y="5105844"/>
                  </a:lnTo>
                  <a:lnTo>
                    <a:pt x="52092" y="5141839"/>
                  </a:lnTo>
                  <a:lnTo>
                    <a:pt x="88087" y="5169649"/>
                  </a:lnTo>
                  <a:lnTo>
                    <a:pt x="130571" y="5187578"/>
                  </a:lnTo>
                  <a:lnTo>
                    <a:pt x="177850" y="5193931"/>
                  </a:lnTo>
                  <a:lnTo>
                    <a:pt x="10227310" y="5193931"/>
                  </a:lnTo>
                  <a:lnTo>
                    <a:pt x="10274567" y="5187578"/>
                  </a:lnTo>
                  <a:lnTo>
                    <a:pt x="10317037" y="5169649"/>
                  </a:lnTo>
                  <a:lnTo>
                    <a:pt x="10353024" y="5141839"/>
                  </a:lnTo>
                  <a:lnTo>
                    <a:pt x="10380829" y="5105844"/>
                  </a:lnTo>
                  <a:lnTo>
                    <a:pt x="10398757" y="5063359"/>
                  </a:lnTo>
                  <a:lnTo>
                    <a:pt x="10405110" y="5016080"/>
                  </a:lnTo>
                  <a:lnTo>
                    <a:pt x="10405110" y="177800"/>
                  </a:lnTo>
                  <a:lnTo>
                    <a:pt x="10398757" y="130542"/>
                  </a:lnTo>
                  <a:lnTo>
                    <a:pt x="10380829" y="88072"/>
                  </a:lnTo>
                  <a:lnTo>
                    <a:pt x="10353024" y="52085"/>
                  </a:lnTo>
                  <a:lnTo>
                    <a:pt x="10317037" y="24280"/>
                  </a:lnTo>
                  <a:lnTo>
                    <a:pt x="10274567" y="6352"/>
                  </a:lnTo>
                  <a:lnTo>
                    <a:pt x="10227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602741" y="1025651"/>
              <a:ext cx="10424160" cy="5213350"/>
            </a:xfrm>
            <a:custGeom>
              <a:avLst/>
              <a:gdLst/>
              <a:ahLst/>
              <a:cxnLst/>
              <a:rect l="l" t="t" r="r" b="b"/>
              <a:pathLst>
                <a:path w="10424160" h="5213350">
                  <a:moveTo>
                    <a:pt x="14782" y="4997081"/>
                  </a:moveTo>
                  <a:lnTo>
                    <a:pt x="4267" y="4997081"/>
                  </a:lnTo>
                  <a:lnTo>
                    <a:pt x="0" y="5001348"/>
                  </a:lnTo>
                  <a:lnTo>
                    <a:pt x="0" y="5011889"/>
                  </a:lnTo>
                  <a:lnTo>
                    <a:pt x="4267" y="5016144"/>
                  </a:lnTo>
                  <a:lnTo>
                    <a:pt x="14782" y="5016144"/>
                  </a:lnTo>
                  <a:lnTo>
                    <a:pt x="19050" y="5011889"/>
                  </a:lnTo>
                  <a:lnTo>
                    <a:pt x="19050" y="5001348"/>
                  </a:lnTo>
                  <a:lnTo>
                    <a:pt x="14782" y="4997081"/>
                  </a:lnTo>
                  <a:close/>
                </a:path>
                <a:path w="10424160" h="5213350">
                  <a:moveTo>
                    <a:pt x="14782" y="4958956"/>
                  </a:moveTo>
                  <a:lnTo>
                    <a:pt x="4267" y="4958956"/>
                  </a:lnTo>
                  <a:lnTo>
                    <a:pt x="0" y="4963223"/>
                  </a:lnTo>
                  <a:lnTo>
                    <a:pt x="0" y="4973764"/>
                  </a:lnTo>
                  <a:lnTo>
                    <a:pt x="4267" y="4978031"/>
                  </a:lnTo>
                  <a:lnTo>
                    <a:pt x="14782" y="4978031"/>
                  </a:lnTo>
                  <a:lnTo>
                    <a:pt x="19050" y="4973764"/>
                  </a:lnTo>
                  <a:lnTo>
                    <a:pt x="19050" y="4963223"/>
                  </a:lnTo>
                  <a:lnTo>
                    <a:pt x="14782" y="4958956"/>
                  </a:lnTo>
                  <a:close/>
                </a:path>
                <a:path w="10424160" h="5213350">
                  <a:moveTo>
                    <a:pt x="14782" y="4920843"/>
                  </a:moveTo>
                  <a:lnTo>
                    <a:pt x="4267" y="4920843"/>
                  </a:lnTo>
                  <a:lnTo>
                    <a:pt x="0" y="4925098"/>
                  </a:lnTo>
                  <a:lnTo>
                    <a:pt x="0" y="4935639"/>
                  </a:lnTo>
                  <a:lnTo>
                    <a:pt x="4267" y="4939906"/>
                  </a:lnTo>
                  <a:lnTo>
                    <a:pt x="14782" y="4939906"/>
                  </a:lnTo>
                  <a:lnTo>
                    <a:pt x="19050" y="4935639"/>
                  </a:lnTo>
                  <a:lnTo>
                    <a:pt x="19050" y="4925098"/>
                  </a:lnTo>
                  <a:lnTo>
                    <a:pt x="14782" y="4920843"/>
                  </a:lnTo>
                  <a:close/>
                </a:path>
                <a:path w="10424160" h="5213350">
                  <a:moveTo>
                    <a:pt x="14782" y="4882718"/>
                  </a:moveTo>
                  <a:lnTo>
                    <a:pt x="4267" y="4882718"/>
                  </a:lnTo>
                  <a:lnTo>
                    <a:pt x="0" y="4886985"/>
                  </a:lnTo>
                  <a:lnTo>
                    <a:pt x="0" y="4897526"/>
                  </a:lnTo>
                  <a:lnTo>
                    <a:pt x="4267" y="4901793"/>
                  </a:lnTo>
                  <a:lnTo>
                    <a:pt x="14782" y="4901793"/>
                  </a:lnTo>
                  <a:lnTo>
                    <a:pt x="19050" y="4897526"/>
                  </a:lnTo>
                  <a:lnTo>
                    <a:pt x="19050" y="4886985"/>
                  </a:lnTo>
                  <a:lnTo>
                    <a:pt x="14782" y="4882718"/>
                  </a:lnTo>
                  <a:close/>
                </a:path>
                <a:path w="10424160" h="5213350">
                  <a:moveTo>
                    <a:pt x="14782" y="4844605"/>
                  </a:moveTo>
                  <a:lnTo>
                    <a:pt x="4267" y="4844605"/>
                  </a:lnTo>
                  <a:lnTo>
                    <a:pt x="0" y="4848860"/>
                  </a:lnTo>
                  <a:lnTo>
                    <a:pt x="0" y="4859401"/>
                  </a:lnTo>
                  <a:lnTo>
                    <a:pt x="4267" y="4863668"/>
                  </a:lnTo>
                  <a:lnTo>
                    <a:pt x="14782" y="4863668"/>
                  </a:lnTo>
                  <a:lnTo>
                    <a:pt x="19050" y="4859401"/>
                  </a:lnTo>
                  <a:lnTo>
                    <a:pt x="19050" y="4848860"/>
                  </a:lnTo>
                  <a:lnTo>
                    <a:pt x="14782" y="4844605"/>
                  </a:lnTo>
                  <a:close/>
                </a:path>
                <a:path w="10424160" h="5213350">
                  <a:moveTo>
                    <a:pt x="14782" y="4806480"/>
                  </a:moveTo>
                  <a:lnTo>
                    <a:pt x="4267" y="4806480"/>
                  </a:lnTo>
                  <a:lnTo>
                    <a:pt x="0" y="4810747"/>
                  </a:lnTo>
                  <a:lnTo>
                    <a:pt x="0" y="4821288"/>
                  </a:lnTo>
                  <a:lnTo>
                    <a:pt x="4267" y="4825555"/>
                  </a:lnTo>
                  <a:lnTo>
                    <a:pt x="14782" y="4825555"/>
                  </a:lnTo>
                  <a:lnTo>
                    <a:pt x="19050" y="4821288"/>
                  </a:lnTo>
                  <a:lnTo>
                    <a:pt x="19050" y="4810747"/>
                  </a:lnTo>
                  <a:lnTo>
                    <a:pt x="14782" y="4806480"/>
                  </a:lnTo>
                  <a:close/>
                </a:path>
                <a:path w="10424160" h="5213350">
                  <a:moveTo>
                    <a:pt x="14782" y="4768367"/>
                  </a:moveTo>
                  <a:lnTo>
                    <a:pt x="4267" y="4768367"/>
                  </a:lnTo>
                  <a:lnTo>
                    <a:pt x="0" y="4772621"/>
                  </a:lnTo>
                  <a:lnTo>
                    <a:pt x="0" y="4783162"/>
                  </a:lnTo>
                  <a:lnTo>
                    <a:pt x="4267" y="4787430"/>
                  </a:lnTo>
                  <a:lnTo>
                    <a:pt x="14782" y="4787430"/>
                  </a:lnTo>
                  <a:lnTo>
                    <a:pt x="19050" y="4783162"/>
                  </a:lnTo>
                  <a:lnTo>
                    <a:pt x="19050" y="4772621"/>
                  </a:lnTo>
                  <a:lnTo>
                    <a:pt x="14782" y="4768367"/>
                  </a:lnTo>
                  <a:close/>
                </a:path>
                <a:path w="10424160" h="5213350">
                  <a:moveTo>
                    <a:pt x="14782" y="4730242"/>
                  </a:moveTo>
                  <a:lnTo>
                    <a:pt x="4267" y="4730242"/>
                  </a:lnTo>
                  <a:lnTo>
                    <a:pt x="0" y="4734509"/>
                  </a:lnTo>
                  <a:lnTo>
                    <a:pt x="0" y="4745050"/>
                  </a:lnTo>
                  <a:lnTo>
                    <a:pt x="4267" y="4749317"/>
                  </a:lnTo>
                  <a:lnTo>
                    <a:pt x="14782" y="4749317"/>
                  </a:lnTo>
                  <a:lnTo>
                    <a:pt x="19050" y="4745050"/>
                  </a:lnTo>
                  <a:lnTo>
                    <a:pt x="19050" y="4734509"/>
                  </a:lnTo>
                  <a:lnTo>
                    <a:pt x="14782" y="4730242"/>
                  </a:lnTo>
                  <a:close/>
                </a:path>
                <a:path w="10424160" h="5213350">
                  <a:moveTo>
                    <a:pt x="14782" y="4692116"/>
                  </a:moveTo>
                  <a:lnTo>
                    <a:pt x="4267" y="4692116"/>
                  </a:lnTo>
                  <a:lnTo>
                    <a:pt x="0" y="4696383"/>
                  </a:lnTo>
                  <a:lnTo>
                    <a:pt x="0" y="4706924"/>
                  </a:lnTo>
                  <a:lnTo>
                    <a:pt x="4267" y="4711192"/>
                  </a:lnTo>
                  <a:lnTo>
                    <a:pt x="14782" y="4711192"/>
                  </a:lnTo>
                  <a:lnTo>
                    <a:pt x="19050" y="4706924"/>
                  </a:lnTo>
                  <a:lnTo>
                    <a:pt x="19050" y="4696383"/>
                  </a:lnTo>
                  <a:lnTo>
                    <a:pt x="14782" y="4692116"/>
                  </a:lnTo>
                  <a:close/>
                </a:path>
                <a:path w="10424160" h="5213350">
                  <a:moveTo>
                    <a:pt x="14782" y="4654003"/>
                  </a:moveTo>
                  <a:lnTo>
                    <a:pt x="4267" y="4654003"/>
                  </a:lnTo>
                  <a:lnTo>
                    <a:pt x="0" y="4658271"/>
                  </a:lnTo>
                  <a:lnTo>
                    <a:pt x="0" y="4668812"/>
                  </a:lnTo>
                  <a:lnTo>
                    <a:pt x="4267" y="4673066"/>
                  </a:lnTo>
                  <a:lnTo>
                    <a:pt x="14782" y="4673066"/>
                  </a:lnTo>
                  <a:lnTo>
                    <a:pt x="19050" y="4668812"/>
                  </a:lnTo>
                  <a:lnTo>
                    <a:pt x="19050" y="4658271"/>
                  </a:lnTo>
                  <a:lnTo>
                    <a:pt x="14782" y="4654003"/>
                  </a:lnTo>
                  <a:close/>
                </a:path>
                <a:path w="10424160" h="5213350">
                  <a:moveTo>
                    <a:pt x="14782" y="4615878"/>
                  </a:moveTo>
                  <a:lnTo>
                    <a:pt x="4267" y="4615878"/>
                  </a:lnTo>
                  <a:lnTo>
                    <a:pt x="0" y="4620145"/>
                  </a:lnTo>
                  <a:lnTo>
                    <a:pt x="0" y="4630686"/>
                  </a:lnTo>
                  <a:lnTo>
                    <a:pt x="4267" y="4634953"/>
                  </a:lnTo>
                  <a:lnTo>
                    <a:pt x="14782" y="4634953"/>
                  </a:lnTo>
                  <a:lnTo>
                    <a:pt x="19050" y="4630686"/>
                  </a:lnTo>
                  <a:lnTo>
                    <a:pt x="19050" y="4620145"/>
                  </a:lnTo>
                  <a:lnTo>
                    <a:pt x="14782" y="4615878"/>
                  </a:lnTo>
                  <a:close/>
                </a:path>
                <a:path w="10424160" h="5213350">
                  <a:moveTo>
                    <a:pt x="14782" y="4577765"/>
                  </a:moveTo>
                  <a:lnTo>
                    <a:pt x="4267" y="4577765"/>
                  </a:lnTo>
                  <a:lnTo>
                    <a:pt x="0" y="4582033"/>
                  </a:lnTo>
                  <a:lnTo>
                    <a:pt x="0" y="4592574"/>
                  </a:lnTo>
                  <a:lnTo>
                    <a:pt x="4267" y="4596828"/>
                  </a:lnTo>
                  <a:lnTo>
                    <a:pt x="14782" y="4596828"/>
                  </a:lnTo>
                  <a:lnTo>
                    <a:pt x="19050" y="4592574"/>
                  </a:lnTo>
                  <a:lnTo>
                    <a:pt x="19050" y="4582033"/>
                  </a:lnTo>
                  <a:lnTo>
                    <a:pt x="14782" y="4577765"/>
                  </a:lnTo>
                  <a:close/>
                </a:path>
                <a:path w="10424160" h="5213350">
                  <a:moveTo>
                    <a:pt x="14782" y="4539640"/>
                  </a:moveTo>
                  <a:lnTo>
                    <a:pt x="4267" y="4539640"/>
                  </a:lnTo>
                  <a:lnTo>
                    <a:pt x="0" y="4543907"/>
                  </a:lnTo>
                  <a:lnTo>
                    <a:pt x="0" y="4554448"/>
                  </a:lnTo>
                  <a:lnTo>
                    <a:pt x="4267" y="4558715"/>
                  </a:lnTo>
                  <a:lnTo>
                    <a:pt x="14782" y="4558715"/>
                  </a:lnTo>
                  <a:lnTo>
                    <a:pt x="19050" y="4554448"/>
                  </a:lnTo>
                  <a:lnTo>
                    <a:pt x="19050" y="4543907"/>
                  </a:lnTo>
                  <a:lnTo>
                    <a:pt x="14782" y="4539640"/>
                  </a:lnTo>
                  <a:close/>
                </a:path>
                <a:path w="10424160" h="5213350">
                  <a:moveTo>
                    <a:pt x="14782" y="4501527"/>
                  </a:moveTo>
                  <a:lnTo>
                    <a:pt x="4267" y="4501527"/>
                  </a:lnTo>
                  <a:lnTo>
                    <a:pt x="0" y="4505794"/>
                  </a:lnTo>
                  <a:lnTo>
                    <a:pt x="0" y="4516335"/>
                  </a:lnTo>
                  <a:lnTo>
                    <a:pt x="4267" y="4520590"/>
                  </a:lnTo>
                  <a:lnTo>
                    <a:pt x="14782" y="4520590"/>
                  </a:lnTo>
                  <a:lnTo>
                    <a:pt x="19050" y="4516335"/>
                  </a:lnTo>
                  <a:lnTo>
                    <a:pt x="19050" y="4505794"/>
                  </a:lnTo>
                  <a:lnTo>
                    <a:pt x="14782" y="4501527"/>
                  </a:lnTo>
                  <a:close/>
                </a:path>
                <a:path w="10424160" h="5213350">
                  <a:moveTo>
                    <a:pt x="14782" y="4463402"/>
                  </a:moveTo>
                  <a:lnTo>
                    <a:pt x="4267" y="4463402"/>
                  </a:lnTo>
                  <a:lnTo>
                    <a:pt x="0" y="4467669"/>
                  </a:lnTo>
                  <a:lnTo>
                    <a:pt x="0" y="4478210"/>
                  </a:lnTo>
                  <a:lnTo>
                    <a:pt x="4267" y="4482477"/>
                  </a:lnTo>
                  <a:lnTo>
                    <a:pt x="14782" y="4482477"/>
                  </a:lnTo>
                  <a:lnTo>
                    <a:pt x="19050" y="4478210"/>
                  </a:lnTo>
                  <a:lnTo>
                    <a:pt x="19050" y="4467669"/>
                  </a:lnTo>
                  <a:lnTo>
                    <a:pt x="14782" y="4463402"/>
                  </a:lnTo>
                  <a:close/>
                </a:path>
                <a:path w="10424160" h="5213350">
                  <a:moveTo>
                    <a:pt x="14782" y="4425289"/>
                  </a:moveTo>
                  <a:lnTo>
                    <a:pt x="4267" y="4425289"/>
                  </a:lnTo>
                  <a:lnTo>
                    <a:pt x="0" y="4429556"/>
                  </a:lnTo>
                  <a:lnTo>
                    <a:pt x="0" y="4440085"/>
                  </a:lnTo>
                  <a:lnTo>
                    <a:pt x="4267" y="4444352"/>
                  </a:lnTo>
                  <a:lnTo>
                    <a:pt x="14782" y="4444352"/>
                  </a:lnTo>
                  <a:lnTo>
                    <a:pt x="19050" y="4440085"/>
                  </a:lnTo>
                  <a:lnTo>
                    <a:pt x="19050" y="4429556"/>
                  </a:lnTo>
                  <a:lnTo>
                    <a:pt x="14782" y="4425289"/>
                  </a:lnTo>
                  <a:close/>
                </a:path>
                <a:path w="10424160" h="5213350">
                  <a:moveTo>
                    <a:pt x="14782" y="4387164"/>
                  </a:moveTo>
                  <a:lnTo>
                    <a:pt x="4267" y="4387164"/>
                  </a:lnTo>
                  <a:lnTo>
                    <a:pt x="0" y="4391431"/>
                  </a:lnTo>
                  <a:lnTo>
                    <a:pt x="0" y="4401972"/>
                  </a:lnTo>
                  <a:lnTo>
                    <a:pt x="4267" y="4406239"/>
                  </a:lnTo>
                  <a:lnTo>
                    <a:pt x="14782" y="4406239"/>
                  </a:lnTo>
                  <a:lnTo>
                    <a:pt x="19050" y="4401972"/>
                  </a:lnTo>
                  <a:lnTo>
                    <a:pt x="19050" y="4391431"/>
                  </a:lnTo>
                  <a:lnTo>
                    <a:pt x="14782" y="4387164"/>
                  </a:lnTo>
                  <a:close/>
                </a:path>
                <a:path w="10424160" h="5213350">
                  <a:moveTo>
                    <a:pt x="14782" y="4349051"/>
                  </a:moveTo>
                  <a:lnTo>
                    <a:pt x="4267" y="4349051"/>
                  </a:lnTo>
                  <a:lnTo>
                    <a:pt x="0" y="4353306"/>
                  </a:lnTo>
                  <a:lnTo>
                    <a:pt x="0" y="4363847"/>
                  </a:lnTo>
                  <a:lnTo>
                    <a:pt x="4267" y="4368114"/>
                  </a:lnTo>
                  <a:lnTo>
                    <a:pt x="14782" y="4368114"/>
                  </a:lnTo>
                  <a:lnTo>
                    <a:pt x="19050" y="4363847"/>
                  </a:lnTo>
                  <a:lnTo>
                    <a:pt x="19050" y="4353306"/>
                  </a:lnTo>
                  <a:lnTo>
                    <a:pt x="14782" y="4349051"/>
                  </a:lnTo>
                  <a:close/>
                </a:path>
                <a:path w="10424160" h="5213350">
                  <a:moveTo>
                    <a:pt x="14782" y="4310926"/>
                  </a:moveTo>
                  <a:lnTo>
                    <a:pt x="4267" y="4310926"/>
                  </a:lnTo>
                  <a:lnTo>
                    <a:pt x="0" y="4315193"/>
                  </a:lnTo>
                  <a:lnTo>
                    <a:pt x="0" y="4325734"/>
                  </a:lnTo>
                  <a:lnTo>
                    <a:pt x="4267" y="4330001"/>
                  </a:lnTo>
                  <a:lnTo>
                    <a:pt x="14782" y="4330001"/>
                  </a:lnTo>
                  <a:lnTo>
                    <a:pt x="19050" y="4325734"/>
                  </a:lnTo>
                  <a:lnTo>
                    <a:pt x="19050" y="4315193"/>
                  </a:lnTo>
                  <a:lnTo>
                    <a:pt x="14782" y="4310926"/>
                  </a:lnTo>
                  <a:close/>
                </a:path>
                <a:path w="10424160" h="5213350">
                  <a:moveTo>
                    <a:pt x="14782" y="4272813"/>
                  </a:moveTo>
                  <a:lnTo>
                    <a:pt x="4267" y="4272813"/>
                  </a:lnTo>
                  <a:lnTo>
                    <a:pt x="0" y="4277067"/>
                  </a:lnTo>
                  <a:lnTo>
                    <a:pt x="0" y="4287608"/>
                  </a:lnTo>
                  <a:lnTo>
                    <a:pt x="4267" y="4291876"/>
                  </a:lnTo>
                  <a:lnTo>
                    <a:pt x="14782" y="4291876"/>
                  </a:lnTo>
                  <a:lnTo>
                    <a:pt x="19050" y="4287608"/>
                  </a:lnTo>
                  <a:lnTo>
                    <a:pt x="19050" y="4277067"/>
                  </a:lnTo>
                  <a:lnTo>
                    <a:pt x="14782" y="4272813"/>
                  </a:lnTo>
                  <a:close/>
                </a:path>
                <a:path w="10424160" h="5213350">
                  <a:moveTo>
                    <a:pt x="14782" y="4234688"/>
                  </a:moveTo>
                  <a:lnTo>
                    <a:pt x="4267" y="4234688"/>
                  </a:lnTo>
                  <a:lnTo>
                    <a:pt x="0" y="4238955"/>
                  </a:lnTo>
                  <a:lnTo>
                    <a:pt x="0" y="4249496"/>
                  </a:lnTo>
                  <a:lnTo>
                    <a:pt x="4267" y="4253763"/>
                  </a:lnTo>
                  <a:lnTo>
                    <a:pt x="14782" y="4253763"/>
                  </a:lnTo>
                  <a:lnTo>
                    <a:pt x="19050" y="4249496"/>
                  </a:lnTo>
                  <a:lnTo>
                    <a:pt x="19050" y="4238955"/>
                  </a:lnTo>
                  <a:lnTo>
                    <a:pt x="14782" y="4234688"/>
                  </a:lnTo>
                  <a:close/>
                </a:path>
                <a:path w="10424160" h="5213350">
                  <a:moveTo>
                    <a:pt x="14782" y="4196575"/>
                  </a:moveTo>
                  <a:lnTo>
                    <a:pt x="4267" y="4196575"/>
                  </a:lnTo>
                  <a:lnTo>
                    <a:pt x="0" y="4200829"/>
                  </a:lnTo>
                  <a:lnTo>
                    <a:pt x="0" y="4211370"/>
                  </a:lnTo>
                  <a:lnTo>
                    <a:pt x="4267" y="4215638"/>
                  </a:lnTo>
                  <a:lnTo>
                    <a:pt x="14782" y="4215638"/>
                  </a:lnTo>
                  <a:lnTo>
                    <a:pt x="19050" y="4211370"/>
                  </a:lnTo>
                  <a:lnTo>
                    <a:pt x="19050" y="4200829"/>
                  </a:lnTo>
                  <a:lnTo>
                    <a:pt x="14782" y="4196575"/>
                  </a:lnTo>
                  <a:close/>
                </a:path>
                <a:path w="10424160" h="5213350">
                  <a:moveTo>
                    <a:pt x="14782" y="4158488"/>
                  </a:moveTo>
                  <a:lnTo>
                    <a:pt x="4267" y="4158488"/>
                  </a:lnTo>
                  <a:lnTo>
                    <a:pt x="0" y="4162679"/>
                  </a:lnTo>
                  <a:lnTo>
                    <a:pt x="0" y="4173220"/>
                  </a:lnTo>
                  <a:lnTo>
                    <a:pt x="4267" y="4177538"/>
                  </a:lnTo>
                  <a:lnTo>
                    <a:pt x="14782" y="4177538"/>
                  </a:lnTo>
                  <a:lnTo>
                    <a:pt x="19050" y="4173220"/>
                  </a:lnTo>
                  <a:lnTo>
                    <a:pt x="19050" y="4162679"/>
                  </a:lnTo>
                  <a:lnTo>
                    <a:pt x="14782" y="4158488"/>
                  </a:lnTo>
                  <a:close/>
                </a:path>
                <a:path w="10424160" h="5213350">
                  <a:moveTo>
                    <a:pt x="14782" y="4120388"/>
                  </a:moveTo>
                  <a:lnTo>
                    <a:pt x="4267" y="4120388"/>
                  </a:lnTo>
                  <a:lnTo>
                    <a:pt x="0" y="4124579"/>
                  </a:lnTo>
                  <a:lnTo>
                    <a:pt x="0" y="4135120"/>
                  </a:lnTo>
                  <a:lnTo>
                    <a:pt x="4267" y="4139438"/>
                  </a:lnTo>
                  <a:lnTo>
                    <a:pt x="14782" y="4139438"/>
                  </a:lnTo>
                  <a:lnTo>
                    <a:pt x="19050" y="4135120"/>
                  </a:lnTo>
                  <a:lnTo>
                    <a:pt x="19050" y="4124579"/>
                  </a:lnTo>
                  <a:lnTo>
                    <a:pt x="14782" y="4120388"/>
                  </a:lnTo>
                  <a:close/>
                </a:path>
                <a:path w="10424160" h="5213350">
                  <a:moveTo>
                    <a:pt x="14782" y="4082161"/>
                  </a:moveTo>
                  <a:lnTo>
                    <a:pt x="4267" y="4082161"/>
                  </a:lnTo>
                  <a:lnTo>
                    <a:pt x="0" y="4086479"/>
                  </a:lnTo>
                  <a:lnTo>
                    <a:pt x="0" y="4097020"/>
                  </a:lnTo>
                  <a:lnTo>
                    <a:pt x="4267" y="4101338"/>
                  </a:lnTo>
                  <a:lnTo>
                    <a:pt x="14782" y="4101338"/>
                  </a:lnTo>
                  <a:lnTo>
                    <a:pt x="19050" y="4097020"/>
                  </a:lnTo>
                  <a:lnTo>
                    <a:pt x="19050" y="4086479"/>
                  </a:lnTo>
                  <a:lnTo>
                    <a:pt x="14782" y="4082161"/>
                  </a:lnTo>
                  <a:close/>
                </a:path>
                <a:path w="10424160" h="5213350">
                  <a:moveTo>
                    <a:pt x="14782" y="4044061"/>
                  </a:moveTo>
                  <a:lnTo>
                    <a:pt x="4267" y="4044061"/>
                  </a:lnTo>
                  <a:lnTo>
                    <a:pt x="0" y="4048379"/>
                  </a:lnTo>
                  <a:lnTo>
                    <a:pt x="0" y="4058920"/>
                  </a:lnTo>
                  <a:lnTo>
                    <a:pt x="4267" y="4063111"/>
                  </a:lnTo>
                  <a:lnTo>
                    <a:pt x="14782" y="4063111"/>
                  </a:lnTo>
                  <a:lnTo>
                    <a:pt x="19050" y="4058920"/>
                  </a:lnTo>
                  <a:lnTo>
                    <a:pt x="19050" y="4048379"/>
                  </a:lnTo>
                  <a:lnTo>
                    <a:pt x="14782" y="4044061"/>
                  </a:lnTo>
                  <a:close/>
                </a:path>
                <a:path w="10424160" h="5213350">
                  <a:moveTo>
                    <a:pt x="14782" y="4005961"/>
                  </a:moveTo>
                  <a:lnTo>
                    <a:pt x="4267" y="4005961"/>
                  </a:lnTo>
                  <a:lnTo>
                    <a:pt x="0" y="4010279"/>
                  </a:lnTo>
                  <a:lnTo>
                    <a:pt x="0" y="4020820"/>
                  </a:lnTo>
                  <a:lnTo>
                    <a:pt x="4267" y="4025011"/>
                  </a:lnTo>
                  <a:lnTo>
                    <a:pt x="14782" y="4025011"/>
                  </a:lnTo>
                  <a:lnTo>
                    <a:pt x="19050" y="4020820"/>
                  </a:lnTo>
                  <a:lnTo>
                    <a:pt x="19050" y="4010279"/>
                  </a:lnTo>
                  <a:lnTo>
                    <a:pt x="14782" y="4005961"/>
                  </a:lnTo>
                  <a:close/>
                </a:path>
                <a:path w="10424160" h="5213350">
                  <a:moveTo>
                    <a:pt x="14782" y="3967861"/>
                  </a:moveTo>
                  <a:lnTo>
                    <a:pt x="4267" y="3967861"/>
                  </a:lnTo>
                  <a:lnTo>
                    <a:pt x="0" y="3972179"/>
                  </a:lnTo>
                  <a:lnTo>
                    <a:pt x="0" y="3982720"/>
                  </a:lnTo>
                  <a:lnTo>
                    <a:pt x="4267" y="3986911"/>
                  </a:lnTo>
                  <a:lnTo>
                    <a:pt x="14782" y="3986911"/>
                  </a:lnTo>
                  <a:lnTo>
                    <a:pt x="19050" y="3982720"/>
                  </a:lnTo>
                  <a:lnTo>
                    <a:pt x="19050" y="3972179"/>
                  </a:lnTo>
                  <a:lnTo>
                    <a:pt x="14782" y="3967861"/>
                  </a:lnTo>
                  <a:close/>
                </a:path>
                <a:path w="10424160" h="5213350">
                  <a:moveTo>
                    <a:pt x="14782" y="3929761"/>
                  </a:moveTo>
                  <a:lnTo>
                    <a:pt x="4267" y="3929761"/>
                  </a:lnTo>
                  <a:lnTo>
                    <a:pt x="0" y="3933952"/>
                  </a:lnTo>
                  <a:lnTo>
                    <a:pt x="0" y="3944493"/>
                  </a:lnTo>
                  <a:lnTo>
                    <a:pt x="4267" y="3948811"/>
                  </a:lnTo>
                  <a:lnTo>
                    <a:pt x="14782" y="3948811"/>
                  </a:lnTo>
                  <a:lnTo>
                    <a:pt x="19050" y="3944493"/>
                  </a:lnTo>
                  <a:lnTo>
                    <a:pt x="19050" y="3933952"/>
                  </a:lnTo>
                  <a:lnTo>
                    <a:pt x="14782" y="3929761"/>
                  </a:lnTo>
                  <a:close/>
                </a:path>
                <a:path w="10424160" h="5213350">
                  <a:moveTo>
                    <a:pt x="14782" y="3891661"/>
                  </a:moveTo>
                  <a:lnTo>
                    <a:pt x="4267" y="3891661"/>
                  </a:lnTo>
                  <a:lnTo>
                    <a:pt x="0" y="3895852"/>
                  </a:lnTo>
                  <a:lnTo>
                    <a:pt x="0" y="3906393"/>
                  </a:lnTo>
                  <a:lnTo>
                    <a:pt x="4267" y="3910711"/>
                  </a:lnTo>
                  <a:lnTo>
                    <a:pt x="14782" y="3910711"/>
                  </a:lnTo>
                  <a:lnTo>
                    <a:pt x="19050" y="3906393"/>
                  </a:lnTo>
                  <a:lnTo>
                    <a:pt x="19050" y="3895852"/>
                  </a:lnTo>
                  <a:lnTo>
                    <a:pt x="14782" y="3891661"/>
                  </a:lnTo>
                  <a:close/>
                </a:path>
                <a:path w="10424160" h="5213350">
                  <a:moveTo>
                    <a:pt x="14782" y="3853434"/>
                  </a:moveTo>
                  <a:lnTo>
                    <a:pt x="4267" y="3853434"/>
                  </a:lnTo>
                  <a:lnTo>
                    <a:pt x="0" y="3857752"/>
                  </a:lnTo>
                  <a:lnTo>
                    <a:pt x="0" y="3868293"/>
                  </a:lnTo>
                  <a:lnTo>
                    <a:pt x="4267" y="3872611"/>
                  </a:lnTo>
                  <a:lnTo>
                    <a:pt x="14782" y="3872611"/>
                  </a:lnTo>
                  <a:lnTo>
                    <a:pt x="19050" y="3868293"/>
                  </a:lnTo>
                  <a:lnTo>
                    <a:pt x="19050" y="3863086"/>
                  </a:lnTo>
                  <a:lnTo>
                    <a:pt x="6350" y="3863086"/>
                  </a:lnTo>
                  <a:lnTo>
                    <a:pt x="19050" y="3862959"/>
                  </a:lnTo>
                  <a:lnTo>
                    <a:pt x="19050" y="3857752"/>
                  </a:lnTo>
                  <a:lnTo>
                    <a:pt x="14782" y="3853434"/>
                  </a:lnTo>
                  <a:close/>
                </a:path>
                <a:path w="10424160" h="5213350">
                  <a:moveTo>
                    <a:pt x="19050" y="3862959"/>
                  </a:moveTo>
                  <a:lnTo>
                    <a:pt x="12700" y="3862959"/>
                  </a:lnTo>
                  <a:lnTo>
                    <a:pt x="19050" y="3863086"/>
                  </a:lnTo>
                  <a:close/>
                </a:path>
                <a:path w="10424160" h="5213350">
                  <a:moveTo>
                    <a:pt x="14782" y="3815334"/>
                  </a:moveTo>
                  <a:lnTo>
                    <a:pt x="4267" y="3815334"/>
                  </a:lnTo>
                  <a:lnTo>
                    <a:pt x="0" y="3819652"/>
                  </a:lnTo>
                  <a:lnTo>
                    <a:pt x="0" y="3830193"/>
                  </a:lnTo>
                  <a:lnTo>
                    <a:pt x="4267" y="3834384"/>
                  </a:lnTo>
                  <a:lnTo>
                    <a:pt x="14782" y="3834384"/>
                  </a:lnTo>
                  <a:lnTo>
                    <a:pt x="19050" y="3830193"/>
                  </a:lnTo>
                  <a:lnTo>
                    <a:pt x="19050" y="3819652"/>
                  </a:lnTo>
                  <a:lnTo>
                    <a:pt x="14782" y="3815334"/>
                  </a:lnTo>
                  <a:close/>
                </a:path>
                <a:path w="10424160" h="5213350">
                  <a:moveTo>
                    <a:pt x="14782" y="3777234"/>
                  </a:moveTo>
                  <a:lnTo>
                    <a:pt x="4267" y="3777234"/>
                  </a:lnTo>
                  <a:lnTo>
                    <a:pt x="0" y="3781552"/>
                  </a:lnTo>
                  <a:lnTo>
                    <a:pt x="0" y="3792093"/>
                  </a:lnTo>
                  <a:lnTo>
                    <a:pt x="4267" y="3796284"/>
                  </a:lnTo>
                  <a:lnTo>
                    <a:pt x="14782" y="3796284"/>
                  </a:lnTo>
                  <a:lnTo>
                    <a:pt x="19050" y="3792093"/>
                  </a:lnTo>
                  <a:lnTo>
                    <a:pt x="19050" y="3781552"/>
                  </a:lnTo>
                  <a:lnTo>
                    <a:pt x="14782" y="3777234"/>
                  </a:lnTo>
                  <a:close/>
                </a:path>
                <a:path w="10424160" h="5213350">
                  <a:moveTo>
                    <a:pt x="14782" y="3739134"/>
                  </a:moveTo>
                  <a:lnTo>
                    <a:pt x="4267" y="3739134"/>
                  </a:lnTo>
                  <a:lnTo>
                    <a:pt x="0" y="3743452"/>
                  </a:lnTo>
                  <a:lnTo>
                    <a:pt x="0" y="3753993"/>
                  </a:lnTo>
                  <a:lnTo>
                    <a:pt x="4267" y="3758184"/>
                  </a:lnTo>
                  <a:lnTo>
                    <a:pt x="14782" y="3758184"/>
                  </a:lnTo>
                  <a:lnTo>
                    <a:pt x="19050" y="3753993"/>
                  </a:lnTo>
                  <a:lnTo>
                    <a:pt x="19050" y="3743452"/>
                  </a:lnTo>
                  <a:lnTo>
                    <a:pt x="14782" y="3739134"/>
                  </a:lnTo>
                  <a:close/>
                </a:path>
                <a:path w="10424160" h="5213350">
                  <a:moveTo>
                    <a:pt x="14782" y="3701034"/>
                  </a:moveTo>
                  <a:lnTo>
                    <a:pt x="4267" y="3701034"/>
                  </a:lnTo>
                  <a:lnTo>
                    <a:pt x="0" y="3705225"/>
                  </a:lnTo>
                  <a:lnTo>
                    <a:pt x="0" y="3715766"/>
                  </a:lnTo>
                  <a:lnTo>
                    <a:pt x="4267" y="3720084"/>
                  </a:lnTo>
                  <a:lnTo>
                    <a:pt x="14782" y="3720084"/>
                  </a:lnTo>
                  <a:lnTo>
                    <a:pt x="19050" y="3715766"/>
                  </a:lnTo>
                  <a:lnTo>
                    <a:pt x="19050" y="3705225"/>
                  </a:lnTo>
                  <a:lnTo>
                    <a:pt x="14782" y="3701034"/>
                  </a:lnTo>
                  <a:close/>
                </a:path>
                <a:path w="10424160" h="5213350">
                  <a:moveTo>
                    <a:pt x="14782" y="3662934"/>
                  </a:moveTo>
                  <a:lnTo>
                    <a:pt x="4267" y="3662934"/>
                  </a:lnTo>
                  <a:lnTo>
                    <a:pt x="0" y="3667125"/>
                  </a:lnTo>
                  <a:lnTo>
                    <a:pt x="0" y="3677666"/>
                  </a:lnTo>
                  <a:lnTo>
                    <a:pt x="4267" y="3681984"/>
                  </a:lnTo>
                  <a:lnTo>
                    <a:pt x="14782" y="3681984"/>
                  </a:lnTo>
                  <a:lnTo>
                    <a:pt x="19050" y="3677666"/>
                  </a:lnTo>
                  <a:lnTo>
                    <a:pt x="19050" y="3667125"/>
                  </a:lnTo>
                  <a:lnTo>
                    <a:pt x="14782" y="3662934"/>
                  </a:lnTo>
                  <a:close/>
                </a:path>
                <a:path w="10424160" h="5213350">
                  <a:moveTo>
                    <a:pt x="14782" y="3624834"/>
                  </a:moveTo>
                  <a:lnTo>
                    <a:pt x="4267" y="3624834"/>
                  </a:lnTo>
                  <a:lnTo>
                    <a:pt x="0" y="3629025"/>
                  </a:lnTo>
                  <a:lnTo>
                    <a:pt x="0" y="3639566"/>
                  </a:lnTo>
                  <a:lnTo>
                    <a:pt x="4267" y="3643884"/>
                  </a:lnTo>
                  <a:lnTo>
                    <a:pt x="14782" y="3643884"/>
                  </a:lnTo>
                  <a:lnTo>
                    <a:pt x="19050" y="3639566"/>
                  </a:lnTo>
                  <a:lnTo>
                    <a:pt x="19050" y="3629025"/>
                  </a:lnTo>
                  <a:lnTo>
                    <a:pt x="14782" y="3624834"/>
                  </a:lnTo>
                  <a:close/>
                </a:path>
                <a:path w="10424160" h="5213350">
                  <a:moveTo>
                    <a:pt x="14782" y="3586607"/>
                  </a:moveTo>
                  <a:lnTo>
                    <a:pt x="4267" y="3586607"/>
                  </a:lnTo>
                  <a:lnTo>
                    <a:pt x="0" y="3590925"/>
                  </a:lnTo>
                  <a:lnTo>
                    <a:pt x="0" y="3601466"/>
                  </a:lnTo>
                  <a:lnTo>
                    <a:pt x="4267" y="3605784"/>
                  </a:lnTo>
                  <a:lnTo>
                    <a:pt x="14782" y="3605784"/>
                  </a:lnTo>
                  <a:lnTo>
                    <a:pt x="19050" y="3601466"/>
                  </a:lnTo>
                  <a:lnTo>
                    <a:pt x="19050" y="3590925"/>
                  </a:lnTo>
                  <a:lnTo>
                    <a:pt x="14782" y="3586607"/>
                  </a:lnTo>
                  <a:close/>
                </a:path>
                <a:path w="10424160" h="5213350">
                  <a:moveTo>
                    <a:pt x="14782" y="3548507"/>
                  </a:moveTo>
                  <a:lnTo>
                    <a:pt x="4267" y="3548507"/>
                  </a:lnTo>
                  <a:lnTo>
                    <a:pt x="0" y="3552825"/>
                  </a:lnTo>
                  <a:lnTo>
                    <a:pt x="0" y="3563366"/>
                  </a:lnTo>
                  <a:lnTo>
                    <a:pt x="4267" y="3567557"/>
                  </a:lnTo>
                  <a:lnTo>
                    <a:pt x="14782" y="3567557"/>
                  </a:lnTo>
                  <a:lnTo>
                    <a:pt x="19050" y="3563366"/>
                  </a:lnTo>
                  <a:lnTo>
                    <a:pt x="19050" y="3552825"/>
                  </a:lnTo>
                  <a:lnTo>
                    <a:pt x="14782" y="3548507"/>
                  </a:lnTo>
                  <a:close/>
                </a:path>
                <a:path w="10424160" h="5213350">
                  <a:moveTo>
                    <a:pt x="14782" y="3510407"/>
                  </a:moveTo>
                  <a:lnTo>
                    <a:pt x="4267" y="3510407"/>
                  </a:lnTo>
                  <a:lnTo>
                    <a:pt x="0" y="3514725"/>
                  </a:lnTo>
                  <a:lnTo>
                    <a:pt x="0" y="3525266"/>
                  </a:lnTo>
                  <a:lnTo>
                    <a:pt x="4267" y="3529457"/>
                  </a:lnTo>
                  <a:lnTo>
                    <a:pt x="14782" y="3529457"/>
                  </a:lnTo>
                  <a:lnTo>
                    <a:pt x="19050" y="3525266"/>
                  </a:lnTo>
                  <a:lnTo>
                    <a:pt x="19050" y="3514725"/>
                  </a:lnTo>
                  <a:lnTo>
                    <a:pt x="14782" y="3510407"/>
                  </a:lnTo>
                  <a:close/>
                </a:path>
                <a:path w="10424160" h="5213350">
                  <a:moveTo>
                    <a:pt x="14782" y="3472307"/>
                  </a:moveTo>
                  <a:lnTo>
                    <a:pt x="4267" y="3472307"/>
                  </a:lnTo>
                  <a:lnTo>
                    <a:pt x="0" y="3476625"/>
                  </a:lnTo>
                  <a:lnTo>
                    <a:pt x="0" y="3487166"/>
                  </a:lnTo>
                  <a:lnTo>
                    <a:pt x="4267" y="3491357"/>
                  </a:lnTo>
                  <a:lnTo>
                    <a:pt x="14782" y="3491357"/>
                  </a:lnTo>
                  <a:lnTo>
                    <a:pt x="19050" y="3487166"/>
                  </a:lnTo>
                  <a:lnTo>
                    <a:pt x="19050" y="3476625"/>
                  </a:lnTo>
                  <a:lnTo>
                    <a:pt x="14782" y="3472307"/>
                  </a:lnTo>
                  <a:close/>
                </a:path>
                <a:path w="10424160" h="5213350">
                  <a:moveTo>
                    <a:pt x="14782" y="3434207"/>
                  </a:moveTo>
                  <a:lnTo>
                    <a:pt x="4267" y="3434207"/>
                  </a:lnTo>
                  <a:lnTo>
                    <a:pt x="0" y="3438398"/>
                  </a:lnTo>
                  <a:lnTo>
                    <a:pt x="0" y="3448939"/>
                  </a:lnTo>
                  <a:lnTo>
                    <a:pt x="4267" y="3453257"/>
                  </a:lnTo>
                  <a:lnTo>
                    <a:pt x="14782" y="3453257"/>
                  </a:lnTo>
                  <a:lnTo>
                    <a:pt x="19050" y="3448939"/>
                  </a:lnTo>
                  <a:lnTo>
                    <a:pt x="19050" y="3438398"/>
                  </a:lnTo>
                  <a:lnTo>
                    <a:pt x="14782" y="3434207"/>
                  </a:lnTo>
                  <a:close/>
                </a:path>
                <a:path w="10424160" h="5213350">
                  <a:moveTo>
                    <a:pt x="14782" y="3396107"/>
                  </a:moveTo>
                  <a:lnTo>
                    <a:pt x="4267" y="3396107"/>
                  </a:lnTo>
                  <a:lnTo>
                    <a:pt x="0" y="3400298"/>
                  </a:lnTo>
                  <a:lnTo>
                    <a:pt x="0" y="3410839"/>
                  </a:lnTo>
                  <a:lnTo>
                    <a:pt x="4267" y="3415157"/>
                  </a:lnTo>
                  <a:lnTo>
                    <a:pt x="14782" y="3415157"/>
                  </a:lnTo>
                  <a:lnTo>
                    <a:pt x="19050" y="3410839"/>
                  </a:lnTo>
                  <a:lnTo>
                    <a:pt x="19050" y="3400298"/>
                  </a:lnTo>
                  <a:lnTo>
                    <a:pt x="14782" y="3396107"/>
                  </a:lnTo>
                  <a:close/>
                </a:path>
                <a:path w="10424160" h="5213350">
                  <a:moveTo>
                    <a:pt x="14782" y="3358007"/>
                  </a:moveTo>
                  <a:lnTo>
                    <a:pt x="4267" y="3358007"/>
                  </a:lnTo>
                  <a:lnTo>
                    <a:pt x="0" y="3362198"/>
                  </a:lnTo>
                  <a:lnTo>
                    <a:pt x="0" y="3372739"/>
                  </a:lnTo>
                  <a:lnTo>
                    <a:pt x="4267" y="3377057"/>
                  </a:lnTo>
                  <a:lnTo>
                    <a:pt x="14782" y="3377057"/>
                  </a:lnTo>
                  <a:lnTo>
                    <a:pt x="19050" y="3372739"/>
                  </a:lnTo>
                  <a:lnTo>
                    <a:pt x="19050" y="3362198"/>
                  </a:lnTo>
                  <a:lnTo>
                    <a:pt x="14782" y="3358007"/>
                  </a:lnTo>
                  <a:close/>
                </a:path>
                <a:path w="10424160" h="5213350">
                  <a:moveTo>
                    <a:pt x="14782" y="3319779"/>
                  </a:moveTo>
                  <a:lnTo>
                    <a:pt x="4267" y="3319779"/>
                  </a:lnTo>
                  <a:lnTo>
                    <a:pt x="0" y="3324098"/>
                  </a:lnTo>
                  <a:lnTo>
                    <a:pt x="0" y="3334639"/>
                  </a:lnTo>
                  <a:lnTo>
                    <a:pt x="4267" y="3338957"/>
                  </a:lnTo>
                  <a:lnTo>
                    <a:pt x="14782" y="3338957"/>
                  </a:lnTo>
                  <a:lnTo>
                    <a:pt x="19050" y="3334639"/>
                  </a:lnTo>
                  <a:lnTo>
                    <a:pt x="19050" y="3329432"/>
                  </a:lnTo>
                  <a:lnTo>
                    <a:pt x="6350" y="3329432"/>
                  </a:lnTo>
                  <a:lnTo>
                    <a:pt x="6350" y="3329304"/>
                  </a:lnTo>
                  <a:lnTo>
                    <a:pt x="19050" y="3329304"/>
                  </a:lnTo>
                  <a:lnTo>
                    <a:pt x="19050" y="3324098"/>
                  </a:lnTo>
                  <a:lnTo>
                    <a:pt x="14782" y="3319779"/>
                  </a:lnTo>
                  <a:close/>
                </a:path>
                <a:path w="10424160" h="5213350">
                  <a:moveTo>
                    <a:pt x="19050" y="3329304"/>
                  </a:moveTo>
                  <a:lnTo>
                    <a:pt x="12700" y="3329304"/>
                  </a:lnTo>
                  <a:lnTo>
                    <a:pt x="12700" y="3329432"/>
                  </a:lnTo>
                  <a:lnTo>
                    <a:pt x="19050" y="3329432"/>
                  </a:lnTo>
                  <a:lnTo>
                    <a:pt x="19050" y="3329304"/>
                  </a:lnTo>
                  <a:close/>
                </a:path>
                <a:path w="10424160" h="5213350">
                  <a:moveTo>
                    <a:pt x="14782" y="3281679"/>
                  </a:moveTo>
                  <a:lnTo>
                    <a:pt x="4267" y="3281679"/>
                  </a:lnTo>
                  <a:lnTo>
                    <a:pt x="0" y="3285998"/>
                  </a:lnTo>
                  <a:lnTo>
                    <a:pt x="0" y="3296539"/>
                  </a:lnTo>
                  <a:lnTo>
                    <a:pt x="4267" y="3300729"/>
                  </a:lnTo>
                  <a:lnTo>
                    <a:pt x="14782" y="3300729"/>
                  </a:lnTo>
                  <a:lnTo>
                    <a:pt x="19050" y="3296539"/>
                  </a:lnTo>
                  <a:lnTo>
                    <a:pt x="19050" y="3285998"/>
                  </a:lnTo>
                  <a:lnTo>
                    <a:pt x="14782" y="3281679"/>
                  </a:lnTo>
                  <a:close/>
                </a:path>
                <a:path w="10424160" h="5213350">
                  <a:moveTo>
                    <a:pt x="14782" y="3243580"/>
                  </a:moveTo>
                  <a:lnTo>
                    <a:pt x="4267" y="3243580"/>
                  </a:lnTo>
                  <a:lnTo>
                    <a:pt x="0" y="3247898"/>
                  </a:lnTo>
                  <a:lnTo>
                    <a:pt x="0" y="3258439"/>
                  </a:lnTo>
                  <a:lnTo>
                    <a:pt x="4267" y="3262629"/>
                  </a:lnTo>
                  <a:lnTo>
                    <a:pt x="14782" y="3262629"/>
                  </a:lnTo>
                  <a:lnTo>
                    <a:pt x="19050" y="3258439"/>
                  </a:lnTo>
                  <a:lnTo>
                    <a:pt x="19050" y="3247898"/>
                  </a:lnTo>
                  <a:lnTo>
                    <a:pt x="14782" y="3243580"/>
                  </a:lnTo>
                  <a:close/>
                </a:path>
                <a:path w="10424160" h="5213350">
                  <a:moveTo>
                    <a:pt x="14782" y="3205480"/>
                  </a:moveTo>
                  <a:lnTo>
                    <a:pt x="4267" y="3205480"/>
                  </a:lnTo>
                  <a:lnTo>
                    <a:pt x="0" y="3209671"/>
                  </a:lnTo>
                  <a:lnTo>
                    <a:pt x="0" y="3220212"/>
                  </a:lnTo>
                  <a:lnTo>
                    <a:pt x="4267" y="3224530"/>
                  </a:lnTo>
                  <a:lnTo>
                    <a:pt x="14782" y="3224530"/>
                  </a:lnTo>
                  <a:lnTo>
                    <a:pt x="19050" y="3220212"/>
                  </a:lnTo>
                  <a:lnTo>
                    <a:pt x="19050" y="3209671"/>
                  </a:lnTo>
                  <a:lnTo>
                    <a:pt x="14782" y="3205480"/>
                  </a:lnTo>
                  <a:close/>
                </a:path>
                <a:path w="10424160" h="5213350">
                  <a:moveTo>
                    <a:pt x="14782" y="3167380"/>
                  </a:moveTo>
                  <a:lnTo>
                    <a:pt x="4267" y="3167380"/>
                  </a:lnTo>
                  <a:lnTo>
                    <a:pt x="0" y="3171571"/>
                  </a:lnTo>
                  <a:lnTo>
                    <a:pt x="0" y="3182112"/>
                  </a:lnTo>
                  <a:lnTo>
                    <a:pt x="4267" y="3186430"/>
                  </a:lnTo>
                  <a:lnTo>
                    <a:pt x="14782" y="3186430"/>
                  </a:lnTo>
                  <a:lnTo>
                    <a:pt x="19050" y="3182112"/>
                  </a:lnTo>
                  <a:lnTo>
                    <a:pt x="19050" y="3171571"/>
                  </a:lnTo>
                  <a:lnTo>
                    <a:pt x="14782" y="3167380"/>
                  </a:lnTo>
                  <a:close/>
                </a:path>
                <a:path w="10424160" h="5213350">
                  <a:moveTo>
                    <a:pt x="14782" y="3129280"/>
                  </a:moveTo>
                  <a:lnTo>
                    <a:pt x="4267" y="3129280"/>
                  </a:lnTo>
                  <a:lnTo>
                    <a:pt x="0" y="3133471"/>
                  </a:lnTo>
                  <a:lnTo>
                    <a:pt x="0" y="3144012"/>
                  </a:lnTo>
                  <a:lnTo>
                    <a:pt x="4267" y="3148330"/>
                  </a:lnTo>
                  <a:lnTo>
                    <a:pt x="14782" y="3148330"/>
                  </a:lnTo>
                  <a:lnTo>
                    <a:pt x="19050" y="3144012"/>
                  </a:lnTo>
                  <a:lnTo>
                    <a:pt x="19050" y="3133471"/>
                  </a:lnTo>
                  <a:lnTo>
                    <a:pt x="14782" y="3129280"/>
                  </a:lnTo>
                  <a:close/>
                </a:path>
                <a:path w="10424160" h="5213350">
                  <a:moveTo>
                    <a:pt x="14782" y="3091053"/>
                  </a:moveTo>
                  <a:lnTo>
                    <a:pt x="4267" y="3091053"/>
                  </a:lnTo>
                  <a:lnTo>
                    <a:pt x="0" y="3095371"/>
                  </a:lnTo>
                  <a:lnTo>
                    <a:pt x="0" y="3105912"/>
                  </a:lnTo>
                  <a:lnTo>
                    <a:pt x="4267" y="3110230"/>
                  </a:lnTo>
                  <a:lnTo>
                    <a:pt x="14782" y="3110230"/>
                  </a:lnTo>
                  <a:lnTo>
                    <a:pt x="19050" y="3105912"/>
                  </a:lnTo>
                  <a:lnTo>
                    <a:pt x="19050" y="3095371"/>
                  </a:lnTo>
                  <a:lnTo>
                    <a:pt x="14782" y="3091053"/>
                  </a:lnTo>
                  <a:close/>
                </a:path>
                <a:path w="10424160" h="5213350">
                  <a:moveTo>
                    <a:pt x="14782" y="3052953"/>
                  </a:moveTo>
                  <a:lnTo>
                    <a:pt x="4267" y="3052953"/>
                  </a:lnTo>
                  <a:lnTo>
                    <a:pt x="0" y="3057271"/>
                  </a:lnTo>
                  <a:lnTo>
                    <a:pt x="0" y="3067812"/>
                  </a:lnTo>
                  <a:lnTo>
                    <a:pt x="4267" y="3072003"/>
                  </a:lnTo>
                  <a:lnTo>
                    <a:pt x="14782" y="3072003"/>
                  </a:lnTo>
                  <a:lnTo>
                    <a:pt x="19050" y="3067812"/>
                  </a:lnTo>
                  <a:lnTo>
                    <a:pt x="19050" y="3057271"/>
                  </a:lnTo>
                  <a:lnTo>
                    <a:pt x="14782" y="3052953"/>
                  </a:lnTo>
                  <a:close/>
                </a:path>
                <a:path w="10424160" h="5213350">
                  <a:moveTo>
                    <a:pt x="14782" y="3014853"/>
                  </a:moveTo>
                  <a:lnTo>
                    <a:pt x="4267" y="3014853"/>
                  </a:lnTo>
                  <a:lnTo>
                    <a:pt x="0" y="3019171"/>
                  </a:lnTo>
                  <a:lnTo>
                    <a:pt x="0" y="3029712"/>
                  </a:lnTo>
                  <a:lnTo>
                    <a:pt x="4267" y="3033903"/>
                  </a:lnTo>
                  <a:lnTo>
                    <a:pt x="14782" y="3033903"/>
                  </a:lnTo>
                  <a:lnTo>
                    <a:pt x="19050" y="3029712"/>
                  </a:lnTo>
                  <a:lnTo>
                    <a:pt x="19050" y="3019171"/>
                  </a:lnTo>
                  <a:lnTo>
                    <a:pt x="14782" y="3014853"/>
                  </a:lnTo>
                  <a:close/>
                </a:path>
                <a:path w="10424160" h="5213350">
                  <a:moveTo>
                    <a:pt x="14782" y="2976753"/>
                  </a:moveTo>
                  <a:lnTo>
                    <a:pt x="4267" y="2976753"/>
                  </a:lnTo>
                  <a:lnTo>
                    <a:pt x="0" y="2981071"/>
                  </a:lnTo>
                  <a:lnTo>
                    <a:pt x="0" y="2991612"/>
                  </a:lnTo>
                  <a:lnTo>
                    <a:pt x="4267" y="2995803"/>
                  </a:lnTo>
                  <a:lnTo>
                    <a:pt x="14782" y="2995803"/>
                  </a:lnTo>
                  <a:lnTo>
                    <a:pt x="19050" y="2991612"/>
                  </a:lnTo>
                  <a:lnTo>
                    <a:pt x="19050" y="2981071"/>
                  </a:lnTo>
                  <a:lnTo>
                    <a:pt x="14782" y="2976753"/>
                  </a:lnTo>
                  <a:close/>
                </a:path>
                <a:path w="10424160" h="5213350">
                  <a:moveTo>
                    <a:pt x="14782" y="2938653"/>
                  </a:moveTo>
                  <a:lnTo>
                    <a:pt x="4267" y="2938653"/>
                  </a:lnTo>
                  <a:lnTo>
                    <a:pt x="0" y="2942844"/>
                  </a:lnTo>
                  <a:lnTo>
                    <a:pt x="0" y="2953385"/>
                  </a:lnTo>
                  <a:lnTo>
                    <a:pt x="4267" y="2957703"/>
                  </a:lnTo>
                  <a:lnTo>
                    <a:pt x="14782" y="2957703"/>
                  </a:lnTo>
                  <a:lnTo>
                    <a:pt x="19050" y="2953385"/>
                  </a:lnTo>
                  <a:lnTo>
                    <a:pt x="19050" y="2942844"/>
                  </a:lnTo>
                  <a:lnTo>
                    <a:pt x="14782" y="2938653"/>
                  </a:lnTo>
                  <a:close/>
                </a:path>
                <a:path w="10424160" h="5213350">
                  <a:moveTo>
                    <a:pt x="14782" y="2900553"/>
                  </a:moveTo>
                  <a:lnTo>
                    <a:pt x="4267" y="2900553"/>
                  </a:lnTo>
                  <a:lnTo>
                    <a:pt x="0" y="2904744"/>
                  </a:lnTo>
                  <a:lnTo>
                    <a:pt x="0" y="2915285"/>
                  </a:lnTo>
                  <a:lnTo>
                    <a:pt x="4267" y="2919603"/>
                  </a:lnTo>
                  <a:lnTo>
                    <a:pt x="14782" y="2919603"/>
                  </a:lnTo>
                  <a:lnTo>
                    <a:pt x="19050" y="2915285"/>
                  </a:lnTo>
                  <a:lnTo>
                    <a:pt x="19050" y="2904744"/>
                  </a:lnTo>
                  <a:lnTo>
                    <a:pt x="14782" y="2900553"/>
                  </a:lnTo>
                  <a:close/>
                </a:path>
                <a:path w="10424160" h="5213350">
                  <a:moveTo>
                    <a:pt x="14782" y="2862453"/>
                  </a:moveTo>
                  <a:lnTo>
                    <a:pt x="4267" y="2862453"/>
                  </a:lnTo>
                  <a:lnTo>
                    <a:pt x="0" y="2866644"/>
                  </a:lnTo>
                  <a:lnTo>
                    <a:pt x="0" y="2877185"/>
                  </a:lnTo>
                  <a:lnTo>
                    <a:pt x="4267" y="2881503"/>
                  </a:lnTo>
                  <a:lnTo>
                    <a:pt x="14782" y="2881503"/>
                  </a:lnTo>
                  <a:lnTo>
                    <a:pt x="19050" y="2877185"/>
                  </a:lnTo>
                  <a:lnTo>
                    <a:pt x="19050" y="2866644"/>
                  </a:lnTo>
                  <a:lnTo>
                    <a:pt x="14782" y="2862453"/>
                  </a:lnTo>
                  <a:close/>
                </a:path>
                <a:path w="10424160" h="5213350">
                  <a:moveTo>
                    <a:pt x="14782" y="2824226"/>
                  </a:moveTo>
                  <a:lnTo>
                    <a:pt x="4267" y="2824226"/>
                  </a:lnTo>
                  <a:lnTo>
                    <a:pt x="0" y="2828544"/>
                  </a:lnTo>
                  <a:lnTo>
                    <a:pt x="0" y="2839085"/>
                  </a:lnTo>
                  <a:lnTo>
                    <a:pt x="4267" y="2843403"/>
                  </a:lnTo>
                  <a:lnTo>
                    <a:pt x="14782" y="2843403"/>
                  </a:lnTo>
                  <a:lnTo>
                    <a:pt x="19050" y="2839085"/>
                  </a:lnTo>
                  <a:lnTo>
                    <a:pt x="19050" y="2828544"/>
                  </a:lnTo>
                  <a:lnTo>
                    <a:pt x="14782" y="2824226"/>
                  </a:lnTo>
                  <a:close/>
                </a:path>
                <a:path w="10424160" h="5213350">
                  <a:moveTo>
                    <a:pt x="14782" y="2786126"/>
                  </a:moveTo>
                  <a:lnTo>
                    <a:pt x="4267" y="2786126"/>
                  </a:lnTo>
                  <a:lnTo>
                    <a:pt x="0" y="2790444"/>
                  </a:lnTo>
                  <a:lnTo>
                    <a:pt x="0" y="2800985"/>
                  </a:lnTo>
                  <a:lnTo>
                    <a:pt x="4267" y="2805176"/>
                  </a:lnTo>
                  <a:lnTo>
                    <a:pt x="14782" y="2805176"/>
                  </a:lnTo>
                  <a:lnTo>
                    <a:pt x="19050" y="2800985"/>
                  </a:lnTo>
                  <a:lnTo>
                    <a:pt x="19050" y="2790444"/>
                  </a:lnTo>
                  <a:lnTo>
                    <a:pt x="14782" y="2786126"/>
                  </a:lnTo>
                  <a:close/>
                </a:path>
                <a:path w="10424160" h="5213350">
                  <a:moveTo>
                    <a:pt x="14782" y="2748026"/>
                  </a:moveTo>
                  <a:lnTo>
                    <a:pt x="4267" y="2748026"/>
                  </a:lnTo>
                  <a:lnTo>
                    <a:pt x="0" y="2752344"/>
                  </a:lnTo>
                  <a:lnTo>
                    <a:pt x="0" y="2762885"/>
                  </a:lnTo>
                  <a:lnTo>
                    <a:pt x="4267" y="2767076"/>
                  </a:lnTo>
                  <a:lnTo>
                    <a:pt x="14782" y="2767076"/>
                  </a:lnTo>
                  <a:lnTo>
                    <a:pt x="19050" y="2762885"/>
                  </a:lnTo>
                  <a:lnTo>
                    <a:pt x="19050" y="2752344"/>
                  </a:lnTo>
                  <a:lnTo>
                    <a:pt x="14782" y="2748026"/>
                  </a:lnTo>
                  <a:close/>
                </a:path>
                <a:path w="10424160" h="5213350">
                  <a:moveTo>
                    <a:pt x="14782" y="2709926"/>
                  </a:moveTo>
                  <a:lnTo>
                    <a:pt x="4267" y="2709926"/>
                  </a:lnTo>
                  <a:lnTo>
                    <a:pt x="0" y="2714244"/>
                  </a:lnTo>
                  <a:lnTo>
                    <a:pt x="0" y="2724785"/>
                  </a:lnTo>
                  <a:lnTo>
                    <a:pt x="4267" y="2728976"/>
                  </a:lnTo>
                  <a:lnTo>
                    <a:pt x="14782" y="2728976"/>
                  </a:lnTo>
                  <a:lnTo>
                    <a:pt x="19050" y="2724785"/>
                  </a:lnTo>
                  <a:lnTo>
                    <a:pt x="19050" y="2714244"/>
                  </a:lnTo>
                  <a:lnTo>
                    <a:pt x="14782" y="2709926"/>
                  </a:lnTo>
                  <a:close/>
                </a:path>
                <a:path w="10424160" h="5213350">
                  <a:moveTo>
                    <a:pt x="14782" y="2671826"/>
                  </a:moveTo>
                  <a:lnTo>
                    <a:pt x="4267" y="2671826"/>
                  </a:lnTo>
                  <a:lnTo>
                    <a:pt x="0" y="2676017"/>
                  </a:lnTo>
                  <a:lnTo>
                    <a:pt x="0" y="2686558"/>
                  </a:lnTo>
                  <a:lnTo>
                    <a:pt x="4267" y="2690876"/>
                  </a:lnTo>
                  <a:lnTo>
                    <a:pt x="14782" y="2690876"/>
                  </a:lnTo>
                  <a:lnTo>
                    <a:pt x="19050" y="2686558"/>
                  </a:lnTo>
                  <a:lnTo>
                    <a:pt x="19050" y="2676017"/>
                  </a:lnTo>
                  <a:lnTo>
                    <a:pt x="14782" y="2671826"/>
                  </a:lnTo>
                  <a:close/>
                </a:path>
                <a:path w="10424160" h="5213350">
                  <a:moveTo>
                    <a:pt x="14782" y="2633726"/>
                  </a:moveTo>
                  <a:lnTo>
                    <a:pt x="4267" y="2633726"/>
                  </a:lnTo>
                  <a:lnTo>
                    <a:pt x="0" y="2637917"/>
                  </a:lnTo>
                  <a:lnTo>
                    <a:pt x="0" y="2648458"/>
                  </a:lnTo>
                  <a:lnTo>
                    <a:pt x="4267" y="2652776"/>
                  </a:lnTo>
                  <a:lnTo>
                    <a:pt x="14782" y="2652776"/>
                  </a:lnTo>
                  <a:lnTo>
                    <a:pt x="19050" y="2648458"/>
                  </a:lnTo>
                  <a:lnTo>
                    <a:pt x="19050" y="2637917"/>
                  </a:lnTo>
                  <a:lnTo>
                    <a:pt x="14782" y="2633726"/>
                  </a:lnTo>
                  <a:close/>
                </a:path>
                <a:path w="10424160" h="5213350">
                  <a:moveTo>
                    <a:pt x="14782" y="2595499"/>
                  </a:moveTo>
                  <a:lnTo>
                    <a:pt x="4267" y="2595499"/>
                  </a:lnTo>
                  <a:lnTo>
                    <a:pt x="0" y="2599817"/>
                  </a:lnTo>
                  <a:lnTo>
                    <a:pt x="0" y="2610358"/>
                  </a:lnTo>
                  <a:lnTo>
                    <a:pt x="4267" y="2614676"/>
                  </a:lnTo>
                  <a:lnTo>
                    <a:pt x="14782" y="2614676"/>
                  </a:lnTo>
                  <a:lnTo>
                    <a:pt x="19050" y="2610358"/>
                  </a:lnTo>
                  <a:lnTo>
                    <a:pt x="19050" y="2605151"/>
                  </a:lnTo>
                  <a:lnTo>
                    <a:pt x="6350" y="2605151"/>
                  </a:lnTo>
                  <a:lnTo>
                    <a:pt x="6350" y="2605024"/>
                  </a:lnTo>
                  <a:lnTo>
                    <a:pt x="19050" y="2605024"/>
                  </a:lnTo>
                  <a:lnTo>
                    <a:pt x="19050" y="2599817"/>
                  </a:lnTo>
                  <a:lnTo>
                    <a:pt x="14782" y="2595499"/>
                  </a:lnTo>
                  <a:close/>
                </a:path>
                <a:path w="10424160" h="5213350">
                  <a:moveTo>
                    <a:pt x="19050" y="2605024"/>
                  </a:moveTo>
                  <a:lnTo>
                    <a:pt x="12700" y="2605024"/>
                  </a:lnTo>
                  <a:lnTo>
                    <a:pt x="12700" y="2605151"/>
                  </a:lnTo>
                  <a:lnTo>
                    <a:pt x="19050" y="2605151"/>
                  </a:lnTo>
                  <a:lnTo>
                    <a:pt x="19050" y="2605024"/>
                  </a:lnTo>
                  <a:close/>
                </a:path>
                <a:path w="10424160" h="5213350">
                  <a:moveTo>
                    <a:pt x="14782" y="2557399"/>
                  </a:moveTo>
                  <a:lnTo>
                    <a:pt x="4267" y="2557399"/>
                  </a:lnTo>
                  <a:lnTo>
                    <a:pt x="0" y="2561717"/>
                  </a:lnTo>
                  <a:lnTo>
                    <a:pt x="0" y="2572258"/>
                  </a:lnTo>
                  <a:lnTo>
                    <a:pt x="4267" y="2576449"/>
                  </a:lnTo>
                  <a:lnTo>
                    <a:pt x="14782" y="2576449"/>
                  </a:lnTo>
                  <a:lnTo>
                    <a:pt x="19050" y="2572258"/>
                  </a:lnTo>
                  <a:lnTo>
                    <a:pt x="19050" y="2561717"/>
                  </a:lnTo>
                  <a:lnTo>
                    <a:pt x="14782" y="2557399"/>
                  </a:lnTo>
                  <a:close/>
                </a:path>
                <a:path w="10424160" h="5213350">
                  <a:moveTo>
                    <a:pt x="14782" y="2519299"/>
                  </a:moveTo>
                  <a:lnTo>
                    <a:pt x="4267" y="2519299"/>
                  </a:lnTo>
                  <a:lnTo>
                    <a:pt x="0" y="2523617"/>
                  </a:lnTo>
                  <a:lnTo>
                    <a:pt x="0" y="2534158"/>
                  </a:lnTo>
                  <a:lnTo>
                    <a:pt x="4267" y="2538349"/>
                  </a:lnTo>
                  <a:lnTo>
                    <a:pt x="14782" y="2538349"/>
                  </a:lnTo>
                  <a:lnTo>
                    <a:pt x="19050" y="2534158"/>
                  </a:lnTo>
                  <a:lnTo>
                    <a:pt x="19050" y="2523617"/>
                  </a:lnTo>
                  <a:lnTo>
                    <a:pt x="14782" y="2519299"/>
                  </a:lnTo>
                  <a:close/>
                </a:path>
                <a:path w="10424160" h="5213350">
                  <a:moveTo>
                    <a:pt x="14782" y="2481199"/>
                  </a:moveTo>
                  <a:lnTo>
                    <a:pt x="4267" y="2481199"/>
                  </a:lnTo>
                  <a:lnTo>
                    <a:pt x="0" y="2485517"/>
                  </a:lnTo>
                  <a:lnTo>
                    <a:pt x="0" y="2496058"/>
                  </a:lnTo>
                  <a:lnTo>
                    <a:pt x="4267" y="2500249"/>
                  </a:lnTo>
                  <a:lnTo>
                    <a:pt x="14782" y="2500249"/>
                  </a:lnTo>
                  <a:lnTo>
                    <a:pt x="19050" y="2496058"/>
                  </a:lnTo>
                  <a:lnTo>
                    <a:pt x="19050" y="2485517"/>
                  </a:lnTo>
                  <a:lnTo>
                    <a:pt x="14782" y="2481199"/>
                  </a:lnTo>
                  <a:close/>
                </a:path>
                <a:path w="10424160" h="5213350">
                  <a:moveTo>
                    <a:pt x="14782" y="2443099"/>
                  </a:moveTo>
                  <a:lnTo>
                    <a:pt x="4267" y="2443099"/>
                  </a:lnTo>
                  <a:lnTo>
                    <a:pt x="0" y="2447290"/>
                  </a:lnTo>
                  <a:lnTo>
                    <a:pt x="0" y="2457831"/>
                  </a:lnTo>
                  <a:lnTo>
                    <a:pt x="4267" y="2462149"/>
                  </a:lnTo>
                  <a:lnTo>
                    <a:pt x="14782" y="2462149"/>
                  </a:lnTo>
                  <a:lnTo>
                    <a:pt x="19050" y="2457831"/>
                  </a:lnTo>
                  <a:lnTo>
                    <a:pt x="19050" y="2447290"/>
                  </a:lnTo>
                  <a:lnTo>
                    <a:pt x="14782" y="2443099"/>
                  </a:lnTo>
                  <a:close/>
                </a:path>
                <a:path w="10424160" h="5213350">
                  <a:moveTo>
                    <a:pt x="14782" y="2404999"/>
                  </a:moveTo>
                  <a:lnTo>
                    <a:pt x="4267" y="2404999"/>
                  </a:lnTo>
                  <a:lnTo>
                    <a:pt x="0" y="2409190"/>
                  </a:lnTo>
                  <a:lnTo>
                    <a:pt x="0" y="2419731"/>
                  </a:lnTo>
                  <a:lnTo>
                    <a:pt x="4267" y="2424049"/>
                  </a:lnTo>
                  <a:lnTo>
                    <a:pt x="14782" y="2424049"/>
                  </a:lnTo>
                  <a:lnTo>
                    <a:pt x="19050" y="2419731"/>
                  </a:lnTo>
                  <a:lnTo>
                    <a:pt x="19050" y="2409190"/>
                  </a:lnTo>
                  <a:lnTo>
                    <a:pt x="14782" y="2404999"/>
                  </a:lnTo>
                  <a:close/>
                </a:path>
                <a:path w="10424160" h="5213350">
                  <a:moveTo>
                    <a:pt x="14782" y="2366899"/>
                  </a:moveTo>
                  <a:lnTo>
                    <a:pt x="4267" y="2366899"/>
                  </a:lnTo>
                  <a:lnTo>
                    <a:pt x="0" y="2371090"/>
                  </a:lnTo>
                  <a:lnTo>
                    <a:pt x="0" y="2381631"/>
                  </a:lnTo>
                  <a:lnTo>
                    <a:pt x="4267" y="2385949"/>
                  </a:lnTo>
                  <a:lnTo>
                    <a:pt x="14782" y="2385949"/>
                  </a:lnTo>
                  <a:lnTo>
                    <a:pt x="19050" y="2381631"/>
                  </a:lnTo>
                  <a:lnTo>
                    <a:pt x="19050" y="2371090"/>
                  </a:lnTo>
                  <a:lnTo>
                    <a:pt x="14782" y="2366899"/>
                  </a:lnTo>
                  <a:close/>
                </a:path>
                <a:path w="10424160" h="5213350">
                  <a:moveTo>
                    <a:pt x="14782" y="2328672"/>
                  </a:moveTo>
                  <a:lnTo>
                    <a:pt x="4267" y="2328672"/>
                  </a:lnTo>
                  <a:lnTo>
                    <a:pt x="0" y="2332990"/>
                  </a:lnTo>
                  <a:lnTo>
                    <a:pt x="0" y="2343531"/>
                  </a:lnTo>
                  <a:lnTo>
                    <a:pt x="4267" y="2347849"/>
                  </a:lnTo>
                  <a:lnTo>
                    <a:pt x="14782" y="2347849"/>
                  </a:lnTo>
                  <a:lnTo>
                    <a:pt x="19050" y="2343531"/>
                  </a:lnTo>
                  <a:lnTo>
                    <a:pt x="19050" y="2332990"/>
                  </a:lnTo>
                  <a:lnTo>
                    <a:pt x="14782" y="2328672"/>
                  </a:lnTo>
                  <a:close/>
                </a:path>
                <a:path w="10424160" h="5213350">
                  <a:moveTo>
                    <a:pt x="14782" y="2290572"/>
                  </a:moveTo>
                  <a:lnTo>
                    <a:pt x="4267" y="2290572"/>
                  </a:lnTo>
                  <a:lnTo>
                    <a:pt x="0" y="2294890"/>
                  </a:lnTo>
                  <a:lnTo>
                    <a:pt x="0" y="2305431"/>
                  </a:lnTo>
                  <a:lnTo>
                    <a:pt x="4267" y="2309622"/>
                  </a:lnTo>
                  <a:lnTo>
                    <a:pt x="14782" y="2309622"/>
                  </a:lnTo>
                  <a:lnTo>
                    <a:pt x="19050" y="2305431"/>
                  </a:lnTo>
                  <a:lnTo>
                    <a:pt x="19050" y="2294890"/>
                  </a:lnTo>
                  <a:lnTo>
                    <a:pt x="14782" y="2290572"/>
                  </a:lnTo>
                  <a:close/>
                </a:path>
                <a:path w="10424160" h="5213350">
                  <a:moveTo>
                    <a:pt x="14782" y="2252472"/>
                  </a:moveTo>
                  <a:lnTo>
                    <a:pt x="4267" y="2252472"/>
                  </a:lnTo>
                  <a:lnTo>
                    <a:pt x="0" y="2256790"/>
                  </a:lnTo>
                  <a:lnTo>
                    <a:pt x="0" y="2267331"/>
                  </a:lnTo>
                  <a:lnTo>
                    <a:pt x="4267" y="2271522"/>
                  </a:lnTo>
                  <a:lnTo>
                    <a:pt x="14782" y="2271522"/>
                  </a:lnTo>
                  <a:lnTo>
                    <a:pt x="19050" y="2267331"/>
                  </a:lnTo>
                  <a:lnTo>
                    <a:pt x="19050" y="2256790"/>
                  </a:lnTo>
                  <a:lnTo>
                    <a:pt x="14782" y="2252472"/>
                  </a:lnTo>
                  <a:close/>
                </a:path>
                <a:path w="10424160" h="5213350">
                  <a:moveTo>
                    <a:pt x="14782" y="2214372"/>
                  </a:moveTo>
                  <a:lnTo>
                    <a:pt x="4267" y="2214372"/>
                  </a:lnTo>
                  <a:lnTo>
                    <a:pt x="0" y="2218690"/>
                  </a:lnTo>
                  <a:lnTo>
                    <a:pt x="0" y="2229231"/>
                  </a:lnTo>
                  <a:lnTo>
                    <a:pt x="4267" y="2233422"/>
                  </a:lnTo>
                  <a:lnTo>
                    <a:pt x="14782" y="2233422"/>
                  </a:lnTo>
                  <a:lnTo>
                    <a:pt x="19050" y="2229231"/>
                  </a:lnTo>
                  <a:lnTo>
                    <a:pt x="19050" y="2218690"/>
                  </a:lnTo>
                  <a:lnTo>
                    <a:pt x="14782" y="2214372"/>
                  </a:lnTo>
                  <a:close/>
                </a:path>
                <a:path w="10424160" h="5213350">
                  <a:moveTo>
                    <a:pt x="14782" y="2176272"/>
                  </a:moveTo>
                  <a:lnTo>
                    <a:pt x="4267" y="2176272"/>
                  </a:lnTo>
                  <a:lnTo>
                    <a:pt x="0" y="2180463"/>
                  </a:lnTo>
                  <a:lnTo>
                    <a:pt x="0" y="2191004"/>
                  </a:lnTo>
                  <a:lnTo>
                    <a:pt x="4267" y="2195322"/>
                  </a:lnTo>
                  <a:lnTo>
                    <a:pt x="14782" y="2195322"/>
                  </a:lnTo>
                  <a:lnTo>
                    <a:pt x="19050" y="2191004"/>
                  </a:lnTo>
                  <a:lnTo>
                    <a:pt x="19050" y="2180463"/>
                  </a:lnTo>
                  <a:lnTo>
                    <a:pt x="14782" y="2176272"/>
                  </a:lnTo>
                  <a:close/>
                </a:path>
                <a:path w="10424160" h="5213350">
                  <a:moveTo>
                    <a:pt x="14782" y="2138172"/>
                  </a:moveTo>
                  <a:lnTo>
                    <a:pt x="4267" y="2138172"/>
                  </a:lnTo>
                  <a:lnTo>
                    <a:pt x="0" y="2142363"/>
                  </a:lnTo>
                  <a:lnTo>
                    <a:pt x="0" y="2152904"/>
                  </a:lnTo>
                  <a:lnTo>
                    <a:pt x="4267" y="2157222"/>
                  </a:lnTo>
                  <a:lnTo>
                    <a:pt x="14782" y="2157222"/>
                  </a:lnTo>
                  <a:lnTo>
                    <a:pt x="19050" y="2152904"/>
                  </a:lnTo>
                  <a:lnTo>
                    <a:pt x="19050" y="2142363"/>
                  </a:lnTo>
                  <a:lnTo>
                    <a:pt x="14782" y="2138172"/>
                  </a:lnTo>
                  <a:close/>
                </a:path>
                <a:path w="10424160" h="5213350">
                  <a:moveTo>
                    <a:pt x="14782" y="2100072"/>
                  </a:moveTo>
                  <a:lnTo>
                    <a:pt x="4267" y="2100072"/>
                  </a:lnTo>
                  <a:lnTo>
                    <a:pt x="0" y="2104263"/>
                  </a:lnTo>
                  <a:lnTo>
                    <a:pt x="0" y="2114804"/>
                  </a:lnTo>
                  <a:lnTo>
                    <a:pt x="4267" y="2119122"/>
                  </a:lnTo>
                  <a:lnTo>
                    <a:pt x="14782" y="2119122"/>
                  </a:lnTo>
                  <a:lnTo>
                    <a:pt x="19050" y="2114804"/>
                  </a:lnTo>
                  <a:lnTo>
                    <a:pt x="19050" y="2104263"/>
                  </a:lnTo>
                  <a:lnTo>
                    <a:pt x="14782" y="2100072"/>
                  </a:lnTo>
                  <a:close/>
                </a:path>
                <a:path w="10424160" h="5213350">
                  <a:moveTo>
                    <a:pt x="14782" y="2061845"/>
                  </a:moveTo>
                  <a:lnTo>
                    <a:pt x="4267" y="2061845"/>
                  </a:lnTo>
                  <a:lnTo>
                    <a:pt x="0" y="2066163"/>
                  </a:lnTo>
                  <a:lnTo>
                    <a:pt x="0" y="2076704"/>
                  </a:lnTo>
                  <a:lnTo>
                    <a:pt x="4267" y="2081022"/>
                  </a:lnTo>
                  <a:lnTo>
                    <a:pt x="14782" y="2081022"/>
                  </a:lnTo>
                  <a:lnTo>
                    <a:pt x="19050" y="2076704"/>
                  </a:lnTo>
                  <a:lnTo>
                    <a:pt x="19050" y="2066163"/>
                  </a:lnTo>
                  <a:lnTo>
                    <a:pt x="14782" y="2061845"/>
                  </a:lnTo>
                  <a:close/>
                </a:path>
                <a:path w="10424160" h="5213350">
                  <a:moveTo>
                    <a:pt x="14782" y="2023745"/>
                  </a:moveTo>
                  <a:lnTo>
                    <a:pt x="4267" y="2023745"/>
                  </a:lnTo>
                  <a:lnTo>
                    <a:pt x="0" y="2028063"/>
                  </a:lnTo>
                  <a:lnTo>
                    <a:pt x="0" y="2038604"/>
                  </a:lnTo>
                  <a:lnTo>
                    <a:pt x="4267" y="2042795"/>
                  </a:lnTo>
                  <a:lnTo>
                    <a:pt x="14782" y="2042795"/>
                  </a:lnTo>
                  <a:lnTo>
                    <a:pt x="19050" y="2038604"/>
                  </a:lnTo>
                  <a:lnTo>
                    <a:pt x="19050" y="2028063"/>
                  </a:lnTo>
                  <a:lnTo>
                    <a:pt x="14782" y="2023745"/>
                  </a:lnTo>
                  <a:close/>
                </a:path>
                <a:path w="10424160" h="5213350">
                  <a:moveTo>
                    <a:pt x="14782" y="1985645"/>
                  </a:moveTo>
                  <a:lnTo>
                    <a:pt x="4267" y="1985645"/>
                  </a:lnTo>
                  <a:lnTo>
                    <a:pt x="0" y="1989963"/>
                  </a:lnTo>
                  <a:lnTo>
                    <a:pt x="0" y="2000504"/>
                  </a:lnTo>
                  <a:lnTo>
                    <a:pt x="4267" y="2004695"/>
                  </a:lnTo>
                  <a:lnTo>
                    <a:pt x="14782" y="2004695"/>
                  </a:lnTo>
                  <a:lnTo>
                    <a:pt x="19050" y="2000504"/>
                  </a:lnTo>
                  <a:lnTo>
                    <a:pt x="19050" y="1989963"/>
                  </a:lnTo>
                  <a:lnTo>
                    <a:pt x="14782" y="1985645"/>
                  </a:lnTo>
                  <a:close/>
                </a:path>
                <a:path w="10424160" h="5213350">
                  <a:moveTo>
                    <a:pt x="14782" y="1947545"/>
                  </a:moveTo>
                  <a:lnTo>
                    <a:pt x="4267" y="1947545"/>
                  </a:lnTo>
                  <a:lnTo>
                    <a:pt x="0" y="1951736"/>
                  </a:lnTo>
                  <a:lnTo>
                    <a:pt x="0" y="1962277"/>
                  </a:lnTo>
                  <a:lnTo>
                    <a:pt x="4267" y="1966595"/>
                  </a:lnTo>
                  <a:lnTo>
                    <a:pt x="14782" y="1966595"/>
                  </a:lnTo>
                  <a:lnTo>
                    <a:pt x="19050" y="1962277"/>
                  </a:lnTo>
                  <a:lnTo>
                    <a:pt x="19050" y="1951736"/>
                  </a:lnTo>
                  <a:lnTo>
                    <a:pt x="14782" y="1947545"/>
                  </a:lnTo>
                  <a:close/>
                </a:path>
                <a:path w="10424160" h="5213350">
                  <a:moveTo>
                    <a:pt x="14782" y="1909445"/>
                  </a:moveTo>
                  <a:lnTo>
                    <a:pt x="4267" y="1909445"/>
                  </a:lnTo>
                  <a:lnTo>
                    <a:pt x="0" y="1913636"/>
                  </a:lnTo>
                  <a:lnTo>
                    <a:pt x="0" y="1924177"/>
                  </a:lnTo>
                  <a:lnTo>
                    <a:pt x="4267" y="1928495"/>
                  </a:lnTo>
                  <a:lnTo>
                    <a:pt x="14782" y="1928495"/>
                  </a:lnTo>
                  <a:lnTo>
                    <a:pt x="19050" y="1924177"/>
                  </a:lnTo>
                  <a:lnTo>
                    <a:pt x="19050" y="1913636"/>
                  </a:lnTo>
                  <a:lnTo>
                    <a:pt x="14782" y="1909445"/>
                  </a:lnTo>
                  <a:close/>
                </a:path>
                <a:path w="10424160" h="5213350">
                  <a:moveTo>
                    <a:pt x="14782" y="1871345"/>
                  </a:moveTo>
                  <a:lnTo>
                    <a:pt x="4267" y="1871345"/>
                  </a:lnTo>
                  <a:lnTo>
                    <a:pt x="0" y="1875536"/>
                  </a:lnTo>
                  <a:lnTo>
                    <a:pt x="0" y="1886077"/>
                  </a:lnTo>
                  <a:lnTo>
                    <a:pt x="4267" y="1890395"/>
                  </a:lnTo>
                  <a:lnTo>
                    <a:pt x="14782" y="1890395"/>
                  </a:lnTo>
                  <a:lnTo>
                    <a:pt x="19050" y="1886077"/>
                  </a:lnTo>
                  <a:lnTo>
                    <a:pt x="19050" y="1875536"/>
                  </a:lnTo>
                  <a:lnTo>
                    <a:pt x="14782" y="1871345"/>
                  </a:lnTo>
                  <a:close/>
                </a:path>
                <a:path w="10424160" h="5213350">
                  <a:moveTo>
                    <a:pt x="14782" y="1833118"/>
                  </a:moveTo>
                  <a:lnTo>
                    <a:pt x="4267" y="1833118"/>
                  </a:lnTo>
                  <a:lnTo>
                    <a:pt x="0" y="1837436"/>
                  </a:lnTo>
                  <a:lnTo>
                    <a:pt x="0" y="1847977"/>
                  </a:lnTo>
                  <a:lnTo>
                    <a:pt x="4267" y="1852295"/>
                  </a:lnTo>
                  <a:lnTo>
                    <a:pt x="14782" y="1852295"/>
                  </a:lnTo>
                  <a:lnTo>
                    <a:pt x="19050" y="1847977"/>
                  </a:lnTo>
                  <a:lnTo>
                    <a:pt x="19050" y="1837436"/>
                  </a:lnTo>
                  <a:lnTo>
                    <a:pt x="14782" y="1833118"/>
                  </a:lnTo>
                  <a:close/>
                </a:path>
                <a:path w="10424160" h="5213350">
                  <a:moveTo>
                    <a:pt x="14782" y="1795018"/>
                  </a:moveTo>
                  <a:lnTo>
                    <a:pt x="4267" y="1795018"/>
                  </a:lnTo>
                  <a:lnTo>
                    <a:pt x="0" y="1799336"/>
                  </a:lnTo>
                  <a:lnTo>
                    <a:pt x="0" y="1809877"/>
                  </a:lnTo>
                  <a:lnTo>
                    <a:pt x="4267" y="1814068"/>
                  </a:lnTo>
                  <a:lnTo>
                    <a:pt x="14782" y="1814068"/>
                  </a:lnTo>
                  <a:lnTo>
                    <a:pt x="19050" y="1809877"/>
                  </a:lnTo>
                  <a:lnTo>
                    <a:pt x="19050" y="1799336"/>
                  </a:lnTo>
                  <a:lnTo>
                    <a:pt x="14782" y="1795018"/>
                  </a:lnTo>
                  <a:close/>
                </a:path>
                <a:path w="10424160" h="5213350">
                  <a:moveTo>
                    <a:pt x="14782" y="1756918"/>
                  </a:moveTo>
                  <a:lnTo>
                    <a:pt x="4267" y="1756918"/>
                  </a:lnTo>
                  <a:lnTo>
                    <a:pt x="0" y="1761236"/>
                  </a:lnTo>
                  <a:lnTo>
                    <a:pt x="0" y="1771777"/>
                  </a:lnTo>
                  <a:lnTo>
                    <a:pt x="4267" y="1775968"/>
                  </a:lnTo>
                  <a:lnTo>
                    <a:pt x="14782" y="1775968"/>
                  </a:lnTo>
                  <a:lnTo>
                    <a:pt x="19050" y="1771777"/>
                  </a:lnTo>
                  <a:lnTo>
                    <a:pt x="19050" y="1761236"/>
                  </a:lnTo>
                  <a:lnTo>
                    <a:pt x="14782" y="1756918"/>
                  </a:lnTo>
                  <a:close/>
                </a:path>
                <a:path w="10424160" h="5213350">
                  <a:moveTo>
                    <a:pt x="14782" y="1718818"/>
                  </a:moveTo>
                  <a:lnTo>
                    <a:pt x="4267" y="1718818"/>
                  </a:lnTo>
                  <a:lnTo>
                    <a:pt x="0" y="1723136"/>
                  </a:lnTo>
                  <a:lnTo>
                    <a:pt x="0" y="1733677"/>
                  </a:lnTo>
                  <a:lnTo>
                    <a:pt x="4267" y="1737868"/>
                  </a:lnTo>
                  <a:lnTo>
                    <a:pt x="14782" y="1737868"/>
                  </a:lnTo>
                  <a:lnTo>
                    <a:pt x="19050" y="1733677"/>
                  </a:lnTo>
                  <a:lnTo>
                    <a:pt x="19050" y="1723136"/>
                  </a:lnTo>
                  <a:lnTo>
                    <a:pt x="14782" y="1718818"/>
                  </a:lnTo>
                  <a:close/>
                </a:path>
                <a:path w="10424160" h="5213350">
                  <a:moveTo>
                    <a:pt x="14782" y="1680718"/>
                  </a:moveTo>
                  <a:lnTo>
                    <a:pt x="4267" y="1680718"/>
                  </a:lnTo>
                  <a:lnTo>
                    <a:pt x="0" y="1684909"/>
                  </a:lnTo>
                  <a:lnTo>
                    <a:pt x="0" y="1695450"/>
                  </a:lnTo>
                  <a:lnTo>
                    <a:pt x="4267" y="1699768"/>
                  </a:lnTo>
                  <a:lnTo>
                    <a:pt x="14782" y="1699768"/>
                  </a:lnTo>
                  <a:lnTo>
                    <a:pt x="19050" y="1695450"/>
                  </a:lnTo>
                  <a:lnTo>
                    <a:pt x="19050" y="1684909"/>
                  </a:lnTo>
                  <a:lnTo>
                    <a:pt x="14782" y="1680718"/>
                  </a:lnTo>
                  <a:close/>
                </a:path>
                <a:path w="10424160" h="5213350">
                  <a:moveTo>
                    <a:pt x="14782" y="1642618"/>
                  </a:moveTo>
                  <a:lnTo>
                    <a:pt x="4267" y="1642618"/>
                  </a:lnTo>
                  <a:lnTo>
                    <a:pt x="0" y="1646809"/>
                  </a:lnTo>
                  <a:lnTo>
                    <a:pt x="0" y="1657350"/>
                  </a:lnTo>
                  <a:lnTo>
                    <a:pt x="4267" y="1661668"/>
                  </a:lnTo>
                  <a:lnTo>
                    <a:pt x="14782" y="1661668"/>
                  </a:lnTo>
                  <a:lnTo>
                    <a:pt x="19050" y="1657350"/>
                  </a:lnTo>
                  <a:lnTo>
                    <a:pt x="19050" y="1646809"/>
                  </a:lnTo>
                  <a:lnTo>
                    <a:pt x="14782" y="1642618"/>
                  </a:lnTo>
                  <a:close/>
                </a:path>
                <a:path w="10424160" h="5213350">
                  <a:moveTo>
                    <a:pt x="14782" y="1604518"/>
                  </a:moveTo>
                  <a:lnTo>
                    <a:pt x="4267" y="1604518"/>
                  </a:lnTo>
                  <a:lnTo>
                    <a:pt x="0" y="1608709"/>
                  </a:lnTo>
                  <a:lnTo>
                    <a:pt x="0" y="1619250"/>
                  </a:lnTo>
                  <a:lnTo>
                    <a:pt x="4267" y="1623568"/>
                  </a:lnTo>
                  <a:lnTo>
                    <a:pt x="14782" y="1623568"/>
                  </a:lnTo>
                  <a:lnTo>
                    <a:pt x="19050" y="1619250"/>
                  </a:lnTo>
                  <a:lnTo>
                    <a:pt x="19050" y="1608709"/>
                  </a:lnTo>
                  <a:lnTo>
                    <a:pt x="14782" y="1604518"/>
                  </a:lnTo>
                  <a:close/>
                </a:path>
                <a:path w="10424160" h="5213350">
                  <a:moveTo>
                    <a:pt x="14782" y="1566291"/>
                  </a:moveTo>
                  <a:lnTo>
                    <a:pt x="4267" y="1566291"/>
                  </a:lnTo>
                  <a:lnTo>
                    <a:pt x="0" y="1570609"/>
                  </a:lnTo>
                  <a:lnTo>
                    <a:pt x="0" y="1581150"/>
                  </a:lnTo>
                  <a:lnTo>
                    <a:pt x="4267" y="1585468"/>
                  </a:lnTo>
                  <a:lnTo>
                    <a:pt x="14782" y="1585468"/>
                  </a:lnTo>
                  <a:lnTo>
                    <a:pt x="19050" y="1581150"/>
                  </a:lnTo>
                  <a:lnTo>
                    <a:pt x="19050" y="1570609"/>
                  </a:lnTo>
                  <a:lnTo>
                    <a:pt x="14782" y="1566291"/>
                  </a:lnTo>
                  <a:close/>
                </a:path>
                <a:path w="10424160" h="5213350">
                  <a:moveTo>
                    <a:pt x="14782" y="1528191"/>
                  </a:moveTo>
                  <a:lnTo>
                    <a:pt x="4267" y="1528191"/>
                  </a:lnTo>
                  <a:lnTo>
                    <a:pt x="0" y="1532509"/>
                  </a:lnTo>
                  <a:lnTo>
                    <a:pt x="0" y="1543050"/>
                  </a:lnTo>
                  <a:lnTo>
                    <a:pt x="4267" y="1547241"/>
                  </a:lnTo>
                  <a:lnTo>
                    <a:pt x="14782" y="1547241"/>
                  </a:lnTo>
                  <a:lnTo>
                    <a:pt x="19050" y="1543050"/>
                  </a:lnTo>
                  <a:lnTo>
                    <a:pt x="19050" y="1532509"/>
                  </a:lnTo>
                  <a:lnTo>
                    <a:pt x="14782" y="1528191"/>
                  </a:lnTo>
                  <a:close/>
                </a:path>
                <a:path w="10424160" h="5213350">
                  <a:moveTo>
                    <a:pt x="14782" y="1490091"/>
                  </a:moveTo>
                  <a:lnTo>
                    <a:pt x="4267" y="1490091"/>
                  </a:lnTo>
                  <a:lnTo>
                    <a:pt x="0" y="1494409"/>
                  </a:lnTo>
                  <a:lnTo>
                    <a:pt x="0" y="1504950"/>
                  </a:lnTo>
                  <a:lnTo>
                    <a:pt x="4267" y="1509141"/>
                  </a:lnTo>
                  <a:lnTo>
                    <a:pt x="14782" y="1509141"/>
                  </a:lnTo>
                  <a:lnTo>
                    <a:pt x="19050" y="1504950"/>
                  </a:lnTo>
                  <a:lnTo>
                    <a:pt x="19050" y="1494409"/>
                  </a:lnTo>
                  <a:lnTo>
                    <a:pt x="14782" y="1490091"/>
                  </a:lnTo>
                  <a:close/>
                </a:path>
                <a:path w="10424160" h="5213350">
                  <a:moveTo>
                    <a:pt x="14782" y="1451991"/>
                  </a:moveTo>
                  <a:lnTo>
                    <a:pt x="4267" y="1451991"/>
                  </a:lnTo>
                  <a:lnTo>
                    <a:pt x="0" y="1456309"/>
                  </a:lnTo>
                  <a:lnTo>
                    <a:pt x="0" y="1466850"/>
                  </a:lnTo>
                  <a:lnTo>
                    <a:pt x="4267" y="1471041"/>
                  </a:lnTo>
                  <a:lnTo>
                    <a:pt x="14782" y="1471041"/>
                  </a:lnTo>
                  <a:lnTo>
                    <a:pt x="19050" y="1466850"/>
                  </a:lnTo>
                  <a:lnTo>
                    <a:pt x="19050" y="1456309"/>
                  </a:lnTo>
                  <a:lnTo>
                    <a:pt x="14782" y="1451991"/>
                  </a:lnTo>
                  <a:close/>
                </a:path>
                <a:path w="10424160" h="5213350">
                  <a:moveTo>
                    <a:pt x="14782" y="1413891"/>
                  </a:moveTo>
                  <a:lnTo>
                    <a:pt x="4267" y="1413891"/>
                  </a:lnTo>
                  <a:lnTo>
                    <a:pt x="0" y="1418082"/>
                  </a:lnTo>
                  <a:lnTo>
                    <a:pt x="0" y="1428623"/>
                  </a:lnTo>
                  <a:lnTo>
                    <a:pt x="4267" y="1432941"/>
                  </a:lnTo>
                  <a:lnTo>
                    <a:pt x="14782" y="1432941"/>
                  </a:lnTo>
                  <a:lnTo>
                    <a:pt x="19050" y="1428623"/>
                  </a:lnTo>
                  <a:lnTo>
                    <a:pt x="19050" y="1418082"/>
                  </a:lnTo>
                  <a:lnTo>
                    <a:pt x="14782" y="1413891"/>
                  </a:lnTo>
                  <a:close/>
                </a:path>
                <a:path w="10424160" h="5213350">
                  <a:moveTo>
                    <a:pt x="14782" y="1375791"/>
                  </a:moveTo>
                  <a:lnTo>
                    <a:pt x="4267" y="1375791"/>
                  </a:lnTo>
                  <a:lnTo>
                    <a:pt x="0" y="1379982"/>
                  </a:lnTo>
                  <a:lnTo>
                    <a:pt x="0" y="1390523"/>
                  </a:lnTo>
                  <a:lnTo>
                    <a:pt x="4267" y="1394841"/>
                  </a:lnTo>
                  <a:lnTo>
                    <a:pt x="14782" y="1394841"/>
                  </a:lnTo>
                  <a:lnTo>
                    <a:pt x="19050" y="1390523"/>
                  </a:lnTo>
                  <a:lnTo>
                    <a:pt x="19050" y="1379982"/>
                  </a:lnTo>
                  <a:lnTo>
                    <a:pt x="14782" y="1375791"/>
                  </a:lnTo>
                  <a:close/>
                </a:path>
                <a:path w="10424160" h="5213350">
                  <a:moveTo>
                    <a:pt x="14782" y="1337691"/>
                  </a:moveTo>
                  <a:lnTo>
                    <a:pt x="4267" y="1337691"/>
                  </a:lnTo>
                  <a:lnTo>
                    <a:pt x="0" y="1341882"/>
                  </a:lnTo>
                  <a:lnTo>
                    <a:pt x="0" y="1352423"/>
                  </a:lnTo>
                  <a:lnTo>
                    <a:pt x="4267" y="1356741"/>
                  </a:lnTo>
                  <a:lnTo>
                    <a:pt x="14782" y="1356741"/>
                  </a:lnTo>
                  <a:lnTo>
                    <a:pt x="19050" y="1352423"/>
                  </a:lnTo>
                  <a:lnTo>
                    <a:pt x="19050" y="1341882"/>
                  </a:lnTo>
                  <a:lnTo>
                    <a:pt x="14782" y="1337691"/>
                  </a:lnTo>
                  <a:close/>
                </a:path>
                <a:path w="10424160" h="5213350">
                  <a:moveTo>
                    <a:pt x="14782" y="1299464"/>
                  </a:moveTo>
                  <a:lnTo>
                    <a:pt x="4267" y="1299464"/>
                  </a:lnTo>
                  <a:lnTo>
                    <a:pt x="0" y="1303782"/>
                  </a:lnTo>
                  <a:lnTo>
                    <a:pt x="0" y="1314323"/>
                  </a:lnTo>
                  <a:lnTo>
                    <a:pt x="4267" y="1318641"/>
                  </a:lnTo>
                  <a:lnTo>
                    <a:pt x="14782" y="1318641"/>
                  </a:lnTo>
                  <a:lnTo>
                    <a:pt x="19050" y="1314323"/>
                  </a:lnTo>
                  <a:lnTo>
                    <a:pt x="19050" y="1309116"/>
                  </a:lnTo>
                  <a:lnTo>
                    <a:pt x="6350" y="1309116"/>
                  </a:lnTo>
                  <a:lnTo>
                    <a:pt x="6350" y="1308989"/>
                  </a:lnTo>
                  <a:lnTo>
                    <a:pt x="19050" y="1308989"/>
                  </a:lnTo>
                  <a:lnTo>
                    <a:pt x="19050" y="1303782"/>
                  </a:lnTo>
                  <a:lnTo>
                    <a:pt x="14782" y="1299464"/>
                  </a:lnTo>
                  <a:close/>
                </a:path>
                <a:path w="10424160" h="5213350">
                  <a:moveTo>
                    <a:pt x="19050" y="1308989"/>
                  </a:moveTo>
                  <a:lnTo>
                    <a:pt x="12700" y="1308989"/>
                  </a:lnTo>
                  <a:lnTo>
                    <a:pt x="12700" y="1309116"/>
                  </a:lnTo>
                  <a:lnTo>
                    <a:pt x="19050" y="1309116"/>
                  </a:lnTo>
                  <a:lnTo>
                    <a:pt x="19050" y="1308989"/>
                  </a:lnTo>
                  <a:close/>
                </a:path>
                <a:path w="10424160" h="5213350">
                  <a:moveTo>
                    <a:pt x="14782" y="1261364"/>
                  </a:moveTo>
                  <a:lnTo>
                    <a:pt x="4267" y="1261364"/>
                  </a:lnTo>
                  <a:lnTo>
                    <a:pt x="0" y="1265682"/>
                  </a:lnTo>
                  <a:lnTo>
                    <a:pt x="0" y="1276223"/>
                  </a:lnTo>
                  <a:lnTo>
                    <a:pt x="4267" y="1280414"/>
                  </a:lnTo>
                  <a:lnTo>
                    <a:pt x="14782" y="1280414"/>
                  </a:lnTo>
                  <a:lnTo>
                    <a:pt x="19050" y="1276223"/>
                  </a:lnTo>
                  <a:lnTo>
                    <a:pt x="19050" y="1265682"/>
                  </a:lnTo>
                  <a:lnTo>
                    <a:pt x="14782" y="1261364"/>
                  </a:lnTo>
                  <a:close/>
                </a:path>
                <a:path w="10424160" h="5213350">
                  <a:moveTo>
                    <a:pt x="14782" y="1223264"/>
                  </a:moveTo>
                  <a:lnTo>
                    <a:pt x="4267" y="1223264"/>
                  </a:lnTo>
                  <a:lnTo>
                    <a:pt x="0" y="1227582"/>
                  </a:lnTo>
                  <a:lnTo>
                    <a:pt x="0" y="1238123"/>
                  </a:lnTo>
                  <a:lnTo>
                    <a:pt x="4267" y="1242314"/>
                  </a:lnTo>
                  <a:lnTo>
                    <a:pt x="14782" y="1242314"/>
                  </a:lnTo>
                  <a:lnTo>
                    <a:pt x="19050" y="1238123"/>
                  </a:lnTo>
                  <a:lnTo>
                    <a:pt x="19050" y="1227582"/>
                  </a:lnTo>
                  <a:lnTo>
                    <a:pt x="14782" y="1223264"/>
                  </a:lnTo>
                  <a:close/>
                </a:path>
                <a:path w="10424160" h="5213350">
                  <a:moveTo>
                    <a:pt x="14782" y="1185164"/>
                  </a:moveTo>
                  <a:lnTo>
                    <a:pt x="4267" y="1185164"/>
                  </a:lnTo>
                  <a:lnTo>
                    <a:pt x="0" y="1189355"/>
                  </a:lnTo>
                  <a:lnTo>
                    <a:pt x="0" y="1199896"/>
                  </a:lnTo>
                  <a:lnTo>
                    <a:pt x="4267" y="1204214"/>
                  </a:lnTo>
                  <a:lnTo>
                    <a:pt x="14782" y="1204214"/>
                  </a:lnTo>
                  <a:lnTo>
                    <a:pt x="19050" y="1199896"/>
                  </a:lnTo>
                  <a:lnTo>
                    <a:pt x="19050" y="1189355"/>
                  </a:lnTo>
                  <a:lnTo>
                    <a:pt x="14782" y="1185164"/>
                  </a:lnTo>
                  <a:close/>
                </a:path>
                <a:path w="10424160" h="5213350">
                  <a:moveTo>
                    <a:pt x="14782" y="1147064"/>
                  </a:moveTo>
                  <a:lnTo>
                    <a:pt x="4267" y="1147064"/>
                  </a:lnTo>
                  <a:lnTo>
                    <a:pt x="0" y="1151255"/>
                  </a:lnTo>
                  <a:lnTo>
                    <a:pt x="0" y="1161796"/>
                  </a:lnTo>
                  <a:lnTo>
                    <a:pt x="4267" y="1166114"/>
                  </a:lnTo>
                  <a:lnTo>
                    <a:pt x="14782" y="1166114"/>
                  </a:lnTo>
                  <a:lnTo>
                    <a:pt x="19050" y="1161796"/>
                  </a:lnTo>
                  <a:lnTo>
                    <a:pt x="19050" y="1151255"/>
                  </a:lnTo>
                  <a:lnTo>
                    <a:pt x="14782" y="1147064"/>
                  </a:lnTo>
                  <a:close/>
                </a:path>
                <a:path w="10424160" h="5213350">
                  <a:moveTo>
                    <a:pt x="14782" y="1108964"/>
                  </a:moveTo>
                  <a:lnTo>
                    <a:pt x="4267" y="1108964"/>
                  </a:lnTo>
                  <a:lnTo>
                    <a:pt x="0" y="1113155"/>
                  </a:lnTo>
                  <a:lnTo>
                    <a:pt x="0" y="1123696"/>
                  </a:lnTo>
                  <a:lnTo>
                    <a:pt x="4267" y="1128014"/>
                  </a:lnTo>
                  <a:lnTo>
                    <a:pt x="14782" y="1128014"/>
                  </a:lnTo>
                  <a:lnTo>
                    <a:pt x="19050" y="1123696"/>
                  </a:lnTo>
                  <a:lnTo>
                    <a:pt x="19050" y="1113155"/>
                  </a:lnTo>
                  <a:lnTo>
                    <a:pt x="14782" y="1108964"/>
                  </a:lnTo>
                  <a:close/>
                </a:path>
                <a:path w="10424160" h="5213350">
                  <a:moveTo>
                    <a:pt x="14782" y="1070737"/>
                  </a:moveTo>
                  <a:lnTo>
                    <a:pt x="4267" y="1070737"/>
                  </a:lnTo>
                  <a:lnTo>
                    <a:pt x="0" y="1075055"/>
                  </a:lnTo>
                  <a:lnTo>
                    <a:pt x="0" y="1085596"/>
                  </a:lnTo>
                  <a:lnTo>
                    <a:pt x="4267" y="1089914"/>
                  </a:lnTo>
                  <a:lnTo>
                    <a:pt x="14782" y="1089914"/>
                  </a:lnTo>
                  <a:lnTo>
                    <a:pt x="19050" y="1085596"/>
                  </a:lnTo>
                  <a:lnTo>
                    <a:pt x="19050" y="1075055"/>
                  </a:lnTo>
                  <a:lnTo>
                    <a:pt x="14782" y="1070737"/>
                  </a:lnTo>
                  <a:close/>
                </a:path>
                <a:path w="10424160" h="5213350">
                  <a:moveTo>
                    <a:pt x="14782" y="1032637"/>
                  </a:moveTo>
                  <a:lnTo>
                    <a:pt x="4267" y="1032637"/>
                  </a:lnTo>
                  <a:lnTo>
                    <a:pt x="0" y="1036955"/>
                  </a:lnTo>
                  <a:lnTo>
                    <a:pt x="0" y="1047496"/>
                  </a:lnTo>
                  <a:lnTo>
                    <a:pt x="4267" y="1051687"/>
                  </a:lnTo>
                  <a:lnTo>
                    <a:pt x="14782" y="1051687"/>
                  </a:lnTo>
                  <a:lnTo>
                    <a:pt x="19050" y="1047496"/>
                  </a:lnTo>
                  <a:lnTo>
                    <a:pt x="19050" y="1036955"/>
                  </a:lnTo>
                  <a:lnTo>
                    <a:pt x="14782" y="1032637"/>
                  </a:lnTo>
                  <a:close/>
                </a:path>
                <a:path w="10424160" h="5213350">
                  <a:moveTo>
                    <a:pt x="14782" y="994537"/>
                  </a:moveTo>
                  <a:lnTo>
                    <a:pt x="4267" y="994537"/>
                  </a:lnTo>
                  <a:lnTo>
                    <a:pt x="0" y="998855"/>
                  </a:lnTo>
                  <a:lnTo>
                    <a:pt x="0" y="1009396"/>
                  </a:lnTo>
                  <a:lnTo>
                    <a:pt x="4267" y="1013587"/>
                  </a:lnTo>
                  <a:lnTo>
                    <a:pt x="14782" y="1013587"/>
                  </a:lnTo>
                  <a:lnTo>
                    <a:pt x="19050" y="1009396"/>
                  </a:lnTo>
                  <a:lnTo>
                    <a:pt x="19050" y="998855"/>
                  </a:lnTo>
                  <a:lnTo>
                    <a:pt x="14782" y="994537"/>
                  </a:lnTo>
                  <a:close/>
                </a:path>
                <a:path w="10424160" h="5213350">
                  <a:moveTo>
                    <a:pt x="14782" y="956437"/>
                  </a:moveTo>
                  <a:lnTo>
                    <a:pt x="4267" y="956437"/>
                  </a:lnTo>
                  <a:lnTo>
                    <a:pt x="0" y="960755"/>
                  </a:lnTo>
                  <a:lnTo>
                    <a:pt x="0" y="971296"/>
                  </a:lnTo>
                  <a:lnTo>
                    <a:pt x="4267" y="975487"/>
                  </a:lnTo>
                  <a:lnTo>
                    <a:pt x="14782" y="975487"/>
                  </a:lnTo>
                  <a:lnTo>
                    <a:pt x="19050" y="971296"/>
                  </a:lnTo>
                  <a:lnTo>
                    <a:pt x="19050" y="960755"/>
                  </a:lnTo>
                  <a:lnTo>
                    <a:pt x="14782" y="956437"/>
                  </a:lnTo>
                  <a:close/>
                </a:path>
                <a:path w="10424160" h="5213350">
                  <a:moveTo>
                    <a:pt x="14782" y="918337"/>
                  </a:moveTo>
                  <a:lnTo>
                    <a:pt x="4267" y="918337"/>
                  </a:lnTo>
                  <a:lnTo>
                    <a:pt x="0" y="922528"/>
                  </a:lnTo>
                  <a:lnTo>
                    <a:pt x="0" y="933069"/>
                  </a:lnTo>
                  <a:lnTo>
                    <a:pt x="4267" y="937387"/>
                  </a:lnTo>
                  <a:lnTo>
                    <a:pt x="14782" y="937387"/>
                  </a:lnTo>
                  <a:lnTo>
                    <a:pt x="19050" y="933069"/>
                  </a:lnTo>
                  <a:lnTo>
                    <a:pt x="19050" y="922528"/>
                  </a:lnTo>
                  <a:lnTo>
                    <a:pt x="14782" y="918337"/>
                  </a:lnTo>
                  <a:close/>
                </a:path>
                <a:path w="10424160" h="5213350">
                  <a:moveTo>
                    <a:pt x="14782" y="880237"/>
                  </a:moveTo>
                  <a:lnTo>
                    <a:pt x="4267" y="880237"/>
                  </a:lnTo>
                  <a:lnTo>
                    <a:pt x="0" y="884428"/>
                  </a:lnTo>
                  <a:lnTo>
                    <a:pt x="0" y="894969"/>
                  </a:lnTo>
                  <a:lnTo>
                    <a:pt x="4267" y="899287"/>
                  </a:lnTo>
                  <a:lnTo>
                    <a:pt x="14782" y="899287"/>
                  </a:lnTo>
                  <a:lnTo>
                    <a:pt x="19050" y="894969"/>
                  </a:lnTo>
                  <a:lnTo>
                    <a:pt x="19050" y="884428"/>
                  </a:lnTo>
                  <a:lnTo>
                    <a:pt x="14782" y="880237"/>
                  </a:lnTo>
                  <a:close/>
                </a:path>
                <a:path w="10424160" h="5213350">
                  <a:moveTo>
                    <a:pt x="14782" y="842137"/>
                  </a:moveTo>
                  <a:lnTo>
                    <a:pt x="4267" y="842137"/>
                  </a:lnTo>
                  <a:lnTo>
                    <a:pt x="0" y="846328"/>
                  </a:lnTo>
                  <a:lnTo>
                    <a:pt x="0" y="856869"/>
                  </a:lnTo>
                  <a:lnTo>
                    <a:pt x="4267" y="861187"/>
                  </a:lnTo>
                  <a:lnTo>
                    <a:pt x="14782" y="861187"/>
                  </a:lnTo>
                  <a:lnTo>
                    <a:pt x="19050" y="856869"/>
                  </a:lnTo>
                  <a:lnTo>
                    <a:pt x="19050" y="846328"/>
                  </a:lnTo>
                  <a:lnTo>
                    <a:pt x="14782" y="842137"/>
                  </a:lnTo>
                  <a:close/>
                </a:path>
                <a:path w="10424160" h="5213350">
                  <a:moveTo>
                    <a:pt x="14782" y="803910"/>
                  </a:moveTo>
                  <a:lnTo>
                    <a:pt x="4267" y="803910"/>
                  </a:lnTo>
                  <a:lnTo>
                    <a:pt x="0" y="808228"/>
                  </a:lnTo>
                  <a:lnTo>
                    <a:pt x="0" y="818769"/>
                  </a:lnTo>
                  <a:lnTo>
                    <a:pt x="4267" y="823087"/>
                  </a:lnTo>
                  <a:lnTo>
                    <a:pt x="14782" y="823087"/>
                  </a:lnTo>
                  <a:lnTo>
                    <a:pt x="19050" y="818769"/>
                  </a:lnTo>
                  <a:lnTo>
                    <a:pt x="19050" y="808228"/>
                  </a:lnTo>
                  <a:lnTo>
                    <a:pt x="14782" y="803910"/>
                  </a:lnTo>
                  <a:close/>
                </a:path>
                <a:path w="10424160" h="5213350">
                  <a:moveTo>
                    <a:pt x="14782" y="765810"/>
                  </a:moveTo>
                  <a:lnTo>
                    <a:pt x="4267" y="765810"/>
                  </a:lnTo>
                  <a:lnTo>
                    <a:pt x="0" y="770128"/>
                  </a:lnTo>
                  <a:lnTo>
                    <a:pt x="0" y="780669"/>
                  </a:lnTo>
                  <a:lnTo>
                    <a:pt x="4267" y="784860"/>
                  </a:lnTo>
                  <a:lnTo>
                    <a:pt x="14782" y="784860"/>
                  </a:lnTo>
                  <a:lnTo>
                    <a:pt x="19050" y="780669"/>
                  </a:lnTo>
                  <a:lnTo>
                    <a:pt x="19050" y="770128"/>
                  </a:lnTo>
                  <a:lnTo>
                    <a:pt x="14782" y="765810"/>
                  </a:lnTo>
                  <a:close/>
                </a:path>
                <a:path w="10424160" h="5213350">
                  <a:moveTo>
                    <a:pt x="14782" y="727710"/>
                  </a:moveTo>
                  <a:lnTo>
                    <a:pt x="4267" y="727710"/>
                  </a:lnTo>
                  <a:lnTo>
                    <a:pt x="0" y="732028"/>
                  </a:lnTo>
                  <a:lnTo>
                    <a:pt x="0" y="742569"/>
                  </a:lnTo>
                  <a:lnTo>
                    <a:pt x="4267" y="746760"/>
                  </a:lnTo>
                  <a:lnTo>
                    <a:pt x="14782" y="746760"/>
                  </a:lnTo>
                  <a:lnTo>
                    <a:pt x="19050" y="742569"/>
                  </a:lnTo>
                  <a:lnTo>
                    <a:pt x="19050" y="732028"/>
                  </a:lnTo>
                  <a:lnTo>
                    <a:pt x="14782" y="727710"/>
                  </a:lnTo>
                  <a:close/>
                </a:path>
                <a:path w="10424160" h="5213350">
                  <a:moveTo>
                    <a:pt x="14782" y="689610"/>
                  </a:moveTo>
                  <a:lnTo>
                    <a:pt x="4267" y="689610"/>
                  </a:lnTo>
                  <a:lnTo>
                    <a:pt x="0" y="693928"/>
                  </a:lnTo>
                  <a:lnTo>
                    <a:pt x="0" y="704469"/>
                  </a:lnTo>
                  <a:lnTo>
                    <a:pt x="4267" y="708660"/>
                  </a:lnTo>
                  <a:lnTo>
                    <a:pt x="14782" y="708660"/>
                  </a:lnTo>
                  <a:lnTo>
                    <a:pt x="19050" y="704469"/>
                  </a:lnTo>
                  <a:lnTo>
                    <a:pt x="19050" y="693928"/>
                  </a:lnTo>
                  <a:lnTo>
                    <a:pt x="14782" y="689610"/>
                  </a:lnTo>
                  <a:close/>
                </a:path>
                <a:path w="10424160" h="5213350">
                  <a:moveTo>
                    <a:pt x="14782" y="651510"/>
                  </a:moveTo>
                  <a:lnTo>
                    <a:pt x="4267" y="651510"/>
                  </a:lnTo>
                  <a:lnTo>
                    <a:pt x="0" y="655701"/>
                  </a:lnTo>
                  <a:lnTo>
                    <a:pt x="0" y="666242"/>
                  </a:lnTo>
                  <a:lnTo>
                    <a:pt x="4267" y="670560"/>
                  </a:lnTo>
                  <a:lnTo>
                    <a:pt x="14782" y="670560"/>
                  </a:lnTo>
                  <a:lnTo>
                    <a:pt x="19050" y="666242"/>
                  </a:lnTo>
                  <a:lnTo>
                    <a:pt x="19050" y="655701"/>
                  </a:lnTo>
                  <a:lnTo>
                    <a:pt x="14782" y="651510"/>
                  </a:lnTo>
                  <a:close/>
                </a:path>
                <a:path w="10424160" h="5213350">
                  <a:moveTo>
                    <a:pt x="14782" y="613410"/>
                  </a:moveTo>
                  <a:lnTo>
                    <a:pt x="4267" y="613410"/>
                  </a:lnTo>
                  <a:lnTo>
                    <a:pt x="0" y="617601"/>
                  </a:lnTo>
                  <a:lnTo>
                    <a:pt x="0" y="628142"/>
                  </a:lnTo>
                  <a:lnTo>
                    <a:pt x="4267" y="632460"/>
                  </a:lnTo>
                  <a:lnTo>
                    <a:pt x="14782" y="632460"/>
                  </a:lnTo>
                  <a:lnTo>
                    <a:pt x="19050" y="628142"/>
                  </a:lnTo>
                  <a:lnTo>
                    <a:pt x="19050" y="617601"/>
                  </a:lnTo>
                  <a:lnTo>
                    <a:pt x="14782" y="613410"/>
                  </a:lnTo>
                  <a:close/>
                </a:path>
                <a:path w="10424160" h="5213350">
                  <a:moveTo>
                    <a:pt x="14782" y="575310"/>
                  </a:moveTo>
                  <a:lnTo>
                    <a:pt x="4267" y="575310"/>
                  </a:lnTo>
                  <a:lnTo>
                    <a:pt x="0" y="579501"/>
                  </a:lnTo>
                  <a:lnTo>
                    <a:pt x="0" y="590042"/>
                  </a:lnTo>
                  <a:lnTo>
                    <a:pt x="4267" y="594360"/>
                  </a:lnTo>
                  <a:lnTo>
                    <a:pt x="14782" y="594360"/>
                  </a:lnTo>
                  <a:lnTo>
                    <a:pt x="19050" y="590042"/>
                  </a:lnTo>
                  <a:lnTo>
                    <a:pt x="19050" y="579501"/>
                  </a:lnTo>
                  <a:lnTo>
                    <a:pt x="14782" y="575310"/>
                  </a:lnTo>
                  <a:close/>
                </a:path>
                <a:path w="10424160" h="5213350">
                  <a:moveTo>
                    <a:pt x="14782" y="537083"/>
                  </a:moveTo>
                  <a:lnTo>
                    <a:pt x="4267" y="537083"/>
                  </a:lnTo>
                  <a:lnTo>
                    <a:pt x="0" y="541401"/>
                  </a:lnTo>
                  <a:lnTo>
                    <a:pt x="0" y="551942"/>
                  </a:lnTo>
                  <a:lnTo>
                    <a:pt x="4267" y="556260"/>
                  </a:lnTo>
                  <a:lnTo>
                    <a:pt x="14782" y="556260"/>
                  </a:lnTo>
                  <a:lnTo>
                    <a:pt x="19050" y="551942"/>
                  </a:lnTo>
                  <a:lnTo>
                    <a:pt x="19050" y="541401"/>
                  </a:lnTo>
                  <a:lnTo>
                    <a:pt x="14782" y="537083"/>
                  </a:lnTo>
                  <a:close/>
                </a:path>
                <a:path w="10424160" h="5213350">
                  <a:moveTo>
                    <a:pt x="14782" y="498983"/>
                  </a:moveTo>
                  <a:lnTo>
                    <a:pt x="4267" y="498983"/>
                  </a:lnTo>
                  <a:lnTo>
                    <a:pt x="0" y="503300"/>
                  </a:lnTo>
                  <a:lnTo>
                    <a:pt x="0" y="513842"/>
                  </a:lnTo>
                  <a:lnTo>
                    <a:pt x="4267" y="518033"/>
                  </a:lnTo>
                  <a:lnTo>
                    <a:pt x="14782" y="518033"/>
                  </a:lnTo>
                  <a:lnTo>
                    <a:pt x="19050" y="513842"/>
                  </a:lnTo>
                  <a:lnTo>
                    <a:pt x="19050" y="503300"/>
                  </a:lnTo>
                  <a:lnTo>
                    <a:pt x="14782" y="498983"/>
                  </a:lnTo>
                  <a:close/>
                </a:path>
                <a:path w="10424160" h="5213350">
                  <a:moveTo>
                    <a:pt x="14782" y="460883"/>
                  </a:moveTo>
                  <a:lnTo>
                    <a:pt x="4267" y="460883"/>
                  </a:lnTo>
                  <a:lnTo>
                    <a:pt x="0" y="465200"/>
                  </a:lnTo>
                  <a:lnTo>
                    <a:pt x="0" y="475742"/>
                  </a:lnTo>
                  <a:lnTo>
                    <a:pt x="4267" y="479933"/>
                  </a:lnTo>
                  <a:lnTo>
                    <a:pt x="14782" y="479933"/>
                  </a:lnTo>
                  <a:lnTo>
                    <a:pt x="19050" y="475742"/>
                  </a:lnTo>
                  <a:lnTo>
                    <a:pt x="19050" y="465200"/>
                  </a:lnTo>
                  <a:lnTo>
                    <a:pt x="14782" y="460883"/>
                  </a:lnTo>
                  <a:close/>
                </a:path>
                <a:path w="10424160" h="5213350">
                  <a:moveTo>
                    <a:pt x="14782" y="422783"/>
                  </a:moveTo>
                  <a:lnTo>
                    <a:pt x="4267" y="422783"/>
                  </a:lnTo>
                  <a:lnTo>
                    <a:pt x="0" y="426974"/>
                  </a:lnTo>
                  <a:lnTo>
                    <a:pt x="0" y="437515"/>
                  </a:lnTo>
                  <a:lnTo>
                    <a:pt x="4267" y="441833"/>
                  </a:lnTo>
                  <a:lnTo>
                    <a:pt x="14782" y="441833"/>
                  </a:lnTo>
                  <a:lnTo>
                    <a:pt x="19050" y="437515"/>
                  </a:lnTo>
                  <a:lnTo>
                    <a:pt x="19050" y="426974"/>
                  </a:lnTo>
                  <a:lnTo>
                    <a:pt x="14782" y="422783"/>
                  </a:lnTo>
                  <a:close/>
                </a:path>
                <a:path w="10424160" h="5213350">
                  <a:moveTo>
                    <a:pt x="14782" y="384683"/>
                  </a:moveTo>
                  <a:lnTo>
                    <a:pt x="4267" y="384683"/>
                  </a:lnTo>
                  <a:lnTo>
                    <a:pt x="0" y="388874"/>
                  </a:lnTo>
                  <a:lnTo>
                    <a:pt x="0" y="399415"/>
                  </a:lnTo>
                  <a:lnTo>
                    <a:pt x="4267" y="403733"/>
                  </a:lnTo>
                  <a:lnTo>
                    <a:pt x="14782" y="403733"/>
                  </a:lnTo>
                  <a:lnTo>
                    <a:pt x="19050" y="399415"/>
                  </a:lnTo>
                  <a:lnTo>
                    <a:pt x="19050" y="388874"/>
                  </a:lnTo>
                  <a:lnTo>
                    <a:pt x="14782" y="384683"/>
                  </a:lnTo>
                  <a:close/>
                </a:path>
                <a:path w="10424160" h="5213350">
                  <a:moveTo>
                    <a:pt x="14782" y="346583"/>
                  </a:moveTo>
                  <a:lnTo>
                    <a:pt x="4267" y="346583"/>
                  </a:lnTo>
                  <a:lnTo>
                    <a:pt x="0" y="350774"/>
                  </a:lnTo>
                  <a:lnTo>
                    <a:pt x="0" y="361315"/>
                  </a:lnTo>
                  <a:lnTo>
                    <a:pt x="4267" y="365633"/>
                  </a:lnTo>
                  <a:lnTo>
                    <a:pt x="14782" y="365633"/>
                  </a:lnTo>
                  <a:lnTo>
                    <a:pt x="19050" y="361315"/>
                  </a:lnTo>
                  <a:lnTo>
                    <a:pt x="19050" y="350774"/>
                  </a:lnTo>
                  <a:lnTo>
                    <a:pt x="14782" y="346583"/>
                  </a:lnTo>
                  <a:close/>
                </a:path>
                <a:path w="10424160" h="5213350">
                  <a:moveTo>
                    <a:pt x="14782" y="308356"/>
                  </a:moveTo>
                  <a:lnTo>
                    <a:pt x="4267" y="308356"/>
                  </a:lnTo>
                  <a:lnTo>
                    <a:pt x="0" y="312674"/>
                  </a:lnTo>
                  <a:lnTo>
                    <a:pt x="0" y="323215"/>
                  </a:lnTo>
                  <a:lnTo>
                    <a:pt x="4267" y="327533"/>
                  </a:lnTo>
                  <a:lnTo>
                    <a:pt x="14782" y="327533"/>
                  </a:lnTo>
                  <a:lnTo>
                    <a:pt x="19050" y="323215"/>
                  </a:lnTo>
                  <a:lnTo>
                    <a:pt x="19050" y="312674"/>
                  </a:lnTo>
                  <a:lnTo>
                    <a:pt x="14782" y="308356"/>
                  </a:lnTo>
                  <a:close/>
                </a:path>
                <a:path w="10424160" h="5213350">
                  <a:moveTo>
                    <a:pt x="14782" y="270256"/>
                  </a:moveTo>
                  <a:lnTo>
                    <a:pt x="4267" y="270256"/>
                  </a:lnTo>
                  <a:lnTo>
                    <a:pt x="0" y="274574"/>
                  </a:lnTo>
                  <a:lnTo>
                    <a:pt x="0" y="285115"/>
                  </a:lnTo>
                  <a:lnTo>
                    <a:pt x="4267" y="289306"/>
                  </a:lnTo>
                  <a:lnTo>
                    <a:pt x="14782" y="289306"/>
                  </a:lnTo>
                  <a:lnTo>
                    <a:pt x="19050" y="285115"/>
                  </a:lnTo>
                  <a:lnTo>
                    <a:pt x="19050" y="274574"/>
                  </a:lnTo>
                  <a:lnTo>
                    <a:pt x="14782" y="270256"/>
                  </a:lnTo>
                  <a:close/>
                </a:path>
                <a:path w="10424160" h="5213350">
                  <a:moveTo>
                    <a:pt x="14782" y="232156"/>
                  </a:moveTo>
                  <a:lnTo>
                    <a:pt x="4267" y="232156"/>
                  </a:lnTo>
                  <a:lnTo>
                    <a:pt x="0" y="236474"/>
                  </a:lnTo>
                  <a:lnTo>
                    <a:pt x="0" y="247015"/>
                  </a:lnTo>
                  <a:lnTo>
                    <a:pt x="4267" y="251206"/>
                  </a:lnTo>
                  <a:lnTo>
                    <a:pt x="14782" y="251206"/>
                  </a:lnTo>
                  <a:lnTo>
                    <a:pt x="19050" y="247015"/>
                  </a:lnTo>
                  <a:lnTo>
                    <a:pt x="19050" y="236474"/>
                  </a:lnTo>
                  <a:lnTo>
                    <a:pt x="14782" y="232156"/>
                  </a:lnTo>
                  <a:close/>
                </a:path>
                <a:path w="10424160" h="5213350">
                  <a:moveTo>
                    <a:pt x="14782" y="194056"/>
                  </a:moveTo>
                  <a:lnTo>
                    <a:pt x="4267" y="194056"/>
                  </a:lnTo>
                  <a:lnTo>
                    <a:pt x="0" y="198374"/>
                  </a:lnTo>
                  <a:lnTo>
                    <a:pt x="0" y="208915"/>
                  </a:lnTo>
                  <a:lnTo>
                    <a:pt x="4267" y="213106"/>
                  </a:lnTo>
                  <a:lnTo>
                    <a:pt x="14782" y="213106"/>
                  </a:lnTo>
                  <a:lnTo>
                    <a:pt x="19050" y="208915"/>
                  </a:lnTo>
                  <a:lnTo>
                    <a:pt x="19050" y="198374"/>
                  </a:lnTo>
                  <a:lnTo>
                    <a:pt x="14782" y="194056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838" y="169291"/>
                  </a:lnTo>
                  <a:lnTo>
                    <a:pt x="4419" y="174244"/>
                  </a:lnTo>
                  <a:lnTo>
                    <a:pt x="14820" y="175768"/>
                  </a:lnTo>
                  <a:lnTo>
                    <a:pt x="19672" y="172212"/>
                  </a:lnTo>
                  <a:lnTo>
                    <a:pt x="20459" y="167005"/>
                  </a:lnTo>
                  <a:lnTo>
                    <a:pt x="8168" y="165100"/>
                  </a:lnTo>
                  <a:lnTo>
                    <a:pt x="7899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7251" y="155321"/>
                  </a:moveTo>
                  <a:lnTo>
                    <a:pt x="2400" y="158876"/>
                  </a:lnTo>
                  <a:lnTo>
                    <a:pt x="1625" y="164084"/>
                  </a:lnTo>
                  <a:lnTo>
                    <a:pt x="20459" y="167005"/>
                  </a:lnTo>
                  <a:lnTo>
                    <a:pt x="14173" y="165988"/>
                  </a:lnTo>
                  <a:lnTo>
                    <a:pt x="20610" y="165988"/>
                  </a:lnTo>
                  <a:lnTo>
                    <a:pt x="21234" y="161798"/>
                  </a:lnTo>
                  <a:lnTo>
                    <a:pt x="17653" y="156845"/>
                  </a:lnTo>
                  <a:lnTo>
                    <a:pt x="7251" y="155321"/>
                  </a:lnTo>
                  <a:close/>
                </a:path>
                <a:path w="10424160" h="5213350">
                  <a:moveTo>
                    <a:pt x="20610" y="165988"/>
                  </a:moveTo>
                  <a:lnTo>
                    <a:pt x="14173" y="165988"/>
                  </a:lnTo>
                  <a:lnTo>
                    <a:pt x="20459" y="167005"/>
                  </a:lnTo>
                  <a:lnTo>
                    <a:pt x="20610" y="165988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7899" y="165100"/>
                  </a:lnTo>
                  <a:lnTo>
                    <a:pt x="8168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10782" y="125222"/>
                  </a:moveTo>
                  <a:lnTo>
                    <a:pt x="8966" y="130175"/>
                  </a:lnTo>
                  <a:lnTo>
                    <a:pt x="11493" y="135636"/>
                  </a:lnTo>
                  <a:lnTo>
                    <a:pt x="16433" y="137413"/>
                  </a:lnTo>
                  <a:lnTo>
                    <a:pt x="21361" y="139319"/>
                  </a:lnTo>
                  <a:lnTo>
                    <a:pt x="26835" y="136779"/>
                  </a:lnTo>
                  <a:lnTo>
                    <a:pt x="28663" y="131825"/>
                  </a:lnTo>
                  <a:lnTo>
                    <a:pt x="24193" y="130175"/>
                  </a:lnTo>
                  <a:lnTo>
                    <a:pt x="22694" y="129667"/>
                  </a:lnTo>
                  <a:lnTo>
                    <a:pt x="10782" y="125222"/>
                  </a:lnTo>
                  <a:close/>
                </a:path>
                <a:path w="10424160" h="5213350">
                  <a:moveTo>
                    <a:pt x="18084" y="117729"/>
                  </a:moveTo>
                  <a:lnTo>
                    <a:pt x="12611" y="120269"/>
                  </a:lnTo>
                  <a:lnTo>
                    <a:pt x="10782" y="125222"/>
                  </a:lnTo>
                  <a:lnTo>
                    <a:pt x="15346" y="126873"/>
                  </a:lnTo>
                  <a:lnTo>
                    <a:pt x="16636" y="127381"/>
                  </a:lnTo>
                  <a:lnTo>
                    <a:pt x="28663" y="131825"/>
                  </a:lnTo>
                  <a:lnTo>
                    <a:pt x="30479" y="126873"/>
                  </a:lnTo>
                  <a:lnTo>
                    <a:pt x="27952" y="121412"/>
                  </a:lnTo>
                  <a:lnTo>
                    <a:pt x="23012" y="119634"/>
                  </a:lnTo>
                  <a:lnTo>
                    <a:pt x="18084" y="117729"/>
                  </a:lnTo>
                  <a:close/>
                </a:path>
                <a:path w="10424160" h="5213350">
                  <a:moveTo>
                    <a:pt x="27939" y="89281"/>
                  </a:moveTo>
                  <a:lnTo>
                    <a:pt x="25196" y="93725"/>
                  </a:lnTo>
                  <a:lnTo>
                    <a:pt x="26526" y="99187"/>
                  </a:lnTo>
                  <a:lnTo>
                    <a:pt x="26619" y="99568"/>
                  </a:lnTo>
                  <a:lnTo>
                    <a:pt x="31102" y="102362"/>
                  </a:lnTo>
                  <a:lnTo>
                    <a:pt x="35598" y="105029"/>
                  </a:lnTo>
                  <a:lnTo>
                    <a:pt x="41465" y="103632"/>
                  </a:lnTo>
                  <a:lnTo>
                    <a:pt x="44195" y="99187"/>
                  </a:lnTo>
                  <a:lnTo>
                    <a:pt x="27939" y="89281"/>
                  </a:lnTo>
                  <a:close/>
                </a:path>
                <a:path w="10424160" h="5213350">
                  <a:moveTo>
                    <a:pt x="36550" y="83312"/>
                  </a:moveTo>
                  <a:lnTo>
                    <a:pt x="30683" y="84709"/>
                  </a:lnTo>
                  <a:lnTo>
                    <a:pt x="27952" y="89281"/>
                  </a:lnTo>
                  <a:lnTo>
                    <a:pt x="44208" y="99187"/>
                  </a:lnTo>
                  <a:lnTo>
                    <a:pt x="46951" y="94615"/>
                  </a:lnTo>
                  <a:lnTo>
                    <a:pt x="45653" y="89281"/>
                  </a:lnTo>
                  <a:lnTo>
                    <a:pt x="45529" y="88773"/>
                  </a:lnTo>
                  <a:lnTo>
                    <a:pt x="41033" y="86106"/>
                  </a:lnTo>
                  <a:lnTo>
                    <a:pt x="36550" y="83312"/>
                  </a:lnTo>
                  <a:close/>
                </a:path>
                <a:path w="10424160" h="5213350">
                  <a:moveTo>
                    <a:pt x="52298" y="57785"/>
                  </a:moveTo>
                  <a:lnTo>
                    <a:pt x="48755" y="61595"/>
                  </a:lnTo>
                  <a:lnTo>
                    <a:pt x="48980" y="66294"/>
                  </a:lnTo>
                  <a:lnTo>
                    <a:pt x="49047" y="67691"/>
                  </a:lnTo>
                  <a:lnTo>
                    <a:pt x="52933" y="71120"/>
                  </a:lnTo>
                  <a:lnTo>
                    <a:pt x="56832" y="74675"/>
                  </a:lnTo>
                  <a:lnTo>
                    <a:pt x="62852" y="74422"/>
                  </a:lnTo>
                  <a:lnTo>
                    <a:pt x="66389" y="70491"/>
                  </a:lnTo>
                  <a:lnTo>
                    <a:pt x="63337" y="67691"/>
                  </a:lnTo>
                  <a:lnTo>
                    <a:pt x="61696" y="66294"/>
                  </a:lnTo>
                  <a:lnTo>
                    <a:pt x="57056" y="61975"/>
                  </a:lnTo>
                  <a:lnTo>
                    <a:pt x="56581" y="61595"/>
                  </a:lnTo>
                  <a:lnTo>
                    <a:pt x="52298" y="57785"/>
                  </a:lnTo>
                  <a:close/>
                </a:path>
                <a:path w="10424160" h="5213350">
                  <a:moveTo>
                    <a:pt x="66596" y="57785"/>
                  </a:moveTo>
                  <a:lnTo>
                    <a:pt x="52450" y="57785"/>
                  </a:lnTo>
                  <a:lnTo>
                    <a:pt x="62221" y="66675"/>
                  </a:lnTo>
                  <a:lnTo>
                    <a:pt x="63267" y="67691"/>
                  </a:lnTo>
                  <a:lnTo>
                    <a:pt x="66415" y="70491"/>
                  </a:lnTo>
                  <a:lnTo>
                    <a:pt x="69938" y="66675"/>
                  </a:lnTo>
                  <a:lnTo>
                    <a:pt x="69723" y="61975"/>
                  </a:lnTo>
                  <a:lnTo>
                    <a:pt x="69659" y="60579"/>
                  </a:lnTo>
                  <a:lnTo>
                    <a:pt x="66596" y="57785"/>
                  </a:lnTo>
                  <a:close/>
                </a:path>
                <a:path w="10424160" h="5213350">
                  <a:moveTo>
                    <a:pt x="61874" y="53594"/>
                  </a:moveTo>
                  <a:lnTo>
                    <a:pt x="55854" y="53848"/>
                  </a:lnTo>
                  <a:lnTo>
                    <a:pt x="52901" y="57023"/>
                  </a:lnTo>
                  <a:lnTo>
                    <a:pt x="52298" y="57785"/>
                  </a:lnTo>
                  <a:lnTo>
                    <a:pt x="55439" y="60579"/>
                  </a:lnTo>
                  <a:lnTo>
                    <a:pt x="52450" y="57785"/>
                  </a:lnTo>
                  <a:lnTo>
                    <a:pt x="66596" y="57785"/>
                  </a:lnTo>
                  <a:lnTo>
                    <a:pt x="65760" y="57023"/>
                  </a:lnTo>
                  <a:lnTo>
                    <a:pt x="61874" y="53594"/>
                  </a:lnTo>
                  <a:close/>
                </a:path>
                <a:path w="10424160" h="5213350">
                  <a:moveTo>
                    <a:pt x="83451" y="31496"/>
                  </a:moveTo>
                  <a:lnTo>
                    <a:pt x="78968" y="34162"/>
                  </a:lnTo>
                  <a:lnTo>
                    <a:pt x="77546" y="40132"/>
                  </a:lnTo>
                  <a:lnTo>
                    <a:pt x="83032" y="49022"/>
                  </a:lnTo>
                  <a:lnTo>
                    <a:pt x="88887" y="50419"/>
                  </a:lnTo>
                  <a:lnTo>
                    <a:pt x="93383" y="47751"/>
                  </a:lnTo>
                  <a:lnTo>
                    <a:pt x="83451" y="31496"/>
                  </a:lnTo>
                  <a:close/>
                </a:path>
                <a:path w="10424160" h="5213350">
                  <a:moveTo>
                    <a:pt x="87960" y="28701"/>
                  </a:moveTo>
                  <a:lnTo>
                    <a:pt x="83451" y="31496"/>
                  </a:lnTo>
                  <a:lnTo>
                    <a:pt x="85432" y="34671"/>
                  </a:lnTo>
                  <a:lnTo>
                    <a:pt x="86731" y="36830"/>
                  </a:lnTo>
                  <a:lnTo>
                    <a:pt x="93395" y="47751"/>
                  </a:lnTo>
                  <a:lnTo>
                    <a:pt x="97891" y="44958"/>
                  </a:lnTo>
                  <a:lnTo>
                    <a:pt x="99301" y="39116"/>
                  </a:lnTo>
                  <a:lnTo>
                    <a:pt x="96558" y="34671"/>
                  </a:lnTo>
                  <a:lnTo>
                    <a:pt x="93827" y="30099"/>
                  </a:lnTo>
                  <a:lnTo>
                    <a:pt x="87960" y="28701"/>
                  </a:lnTo>
                  <a:close/>
                </a:path>
                <a:path w="10424160" h="5213350">
                  <a:moveTo>
                    <a:pt x="118872" y="13081"/>
                  </a:moveTo>
                  <a:lnTo>
                    <a:pt x="113944" y="14986"/>
                  </a:lnTo>
                  <a:lnTo>
                    <a:pt x="111417" y="20447"/>
                  </a:lnTo>
                  <a:lnTo>
                    <a:pt x="115049" y="30353"/>
                  </a:lnTo>
                  <a:lnTo>
                    <a:pt x="120523" y="32766"/>
                  </a:lnTo>
                  <a:lnTo>
                    <a:pt x="125463" y="30987"/>
                  </a:lnTo>
                  <a:lnTo>
                    <a:pt x="118872" y="13081"/>
                  </a:lnTo>
                  <a:close/>
                </a:path>
                <a:path w="10424160" h="5213350">
                  <a:moveTo>
                    <a:pt x="123825" y="11303"/>
                  </a:moveTo>
                  <a:lnTo>
                    <a:pt x="118897" y="13081"/>
                  </a:lnTo>
                  <a:lnTo>
                    <a:pt x="119581" y="14986"/>
                  </a:lnTo>
                  <a:lnTo>
                    <a:pt x="125476" y="30987"/>
                  </a:lnTo>
                  <a:lnTo>
                    <a:pt x="130416" y="29210"/>
                  </a:lnTo>
                  <a:lnTo>
                    <a:pt x="132943" y="23749"/>
                  </a:lnTo>
                  <a:lnTo>
                    <a:pt x="129311" y="13843"/>
                  </a:lnTo>
                  <a:lnTo>
                    <a:pt x="123825" y="11303"/>
                  </a:lnTo>
                  <a:close/>
                </a:path>
                <a:path w="10424160" h="5213350">
                  <a:moveTo>
                    <a:pt x="157429" y="2667"/>
                  </a:moveTo>
                  <a:lnTo>
                    <a:pt x="152222" y="3429"/>
                  </a:lnTo>
                  <a:lnTo>
                    <a:pt x="148640" y="8255"/>
                  </a:lnTo>
                  <a:lnTo>
                    <a:pt x="150202" y="18669"/>
                  </a:lnTo>
                  <a:lnTo>
                    <a:pt x="155054" y="22225"/>
                  </a:lnTo>
                  <a:lnTo>
                    <a:pt x="160261" y="21462"/>
                  </a:lnTo>
                  <a:lnTo>
                    <a:pt x="157544" y="3429"/>
                  </a:lnTo>
                  <a:lnTo>
                    <a:pt x="157429" y="2667"/>
                  </a:lnTo>
                  <a:close/>
                </a:path>
                <a:path w="10424160" h="5213350">
                  <a:moveTo>
                    <a:pt x="162648" y="1778"/>
                  </a:moveTo>
                  <a:lnTo>
                    <a:pt x="157441" y="2667"/>
                  </a:lnTo>
                  <a:lnTo>
                    <a:pt x="160159" y="20700"/>
                  </a:lnTo>
                  <a:lnTo>
                    <a:pt x="160273" y="21462"/>
                  </a:lnTo>
                  <a:lnTo>
                    <a:pt x="165481" y="20700"/>
                  </a:lnTo>
                  <a:lnTo>
                    <a:pt x="169062" y="15875"/>
                  </a:lnTo>
                  <a:lnTo>
                    <a:pt x="167500" y="5461"/>
                  </a:lnTo>
                  <a:lnTo>
                    <a:pt x="162648" y="1778"/>
                  </a:lnTo>
                  <a:close/>
                </a:path>
                <a:path w="10424160" h="5213350">
                  <a:moveTo>
                    <a:pt x="196824" y="0"/>
                  </a:moveTo>
                  <a:lnTo>
                    <a:pt x="191554" y="0"/>
                  </a:lnTo>
                  <a:lnTo>
                    <a:pt x="187299" y="4318"/>
                  </a:lnTo>
                  <a:lnTo>
                    <a:pt x="187299" y="14732"/>
                  </a:lnTo>
                  <a:lnTo>
                    <a:pt x="191554" y="19050"/>
                  </a:lnTo>
                  <a:lnTo>
                    <a:pt x="196824" y="19050"/>
                  </a:lnTo>
                  <a:lnTo>
                    <a:pt x="196824" y="0"/>
                  </a:lnTo>
                  <a:close/>
                </a:path>
                <a:path w="10424160" h="5213350">
                  <a:moveTo>
                    <a:pt x="202095" y="0"/>
                  </a:moveTo>
                  <a:lnTo>
                    <a:pt x="196837" y="0"/>
                  </a:lnTo>
                  <a:lnTo>
                    <a:pt x="196837" y="19050"/>
                  </a:lnTo>
                  <a:lnTo>
                    <a:pt x="202095" y="19050"/>
                  </a:lnTo>
                  <a:lnTo>
                    <a:pt x="206362" y="14732"/>
                  </a:lnTo>
                  <a:lnTo>
                    <a:pt x="206362" y="4318"/>
                  </a:lnTo>
                  <a:lnTo>
                    <a:pt x="202095" y="0"/>
                  </a:lnTo>
                  <a:close/>
                </a:path>
                <a:path w="10424160" h="5213350">
                  <a:moveTo>
                    <a:pt x="234937" y="0"/>
                  </a:moveTo>
                  <a:lnTo>
                    <a:pt x="229679" y="0"/>
                  </a:lnTo>
                  <a:lnTo>
                    <a:pt x="225412" y="4318"/>
                  </a:lnTo>
                  <a:lnTo>
                    <a:pt x="225412" y="14732"/>
                  </a:lnTo>
                  <a:lnTo>
                    <a:pt x="229679" y="19050"/>
                  </a:lnTo>
                  <a:lnTo>
                    <a:pt x="234937" y="19050"/>
                  </a:lnTo>
                  <a:lnTo>
                    <a:pt x="234937" y="0"/>
                  </a:lnTo>
                  <a:close/>
                </a:path>
                <a:path w="10424160" h="5213350">
                  <a:moveTo>
                    <a:pt x="240220" y="0"/>
                  </a:moveTo>
                  <a:lnTo>
                    <a:pt x="234962" y="0"/>
                  </a:lnTo>
                  <a:lnTo>
                    <a:pt x="234962" y="19050"/>
                  </a:lnTo>
                  <a:lnTo>
                    <a:pt x="240220" y="19050"/>
                  </a:lnTo>
                  <a:lnTo>
                    <a:pt x="244487" y="14732"/>
                  </a:lnTo>
                  <a:lnTo>
                    <a:pt x="244487" y="4318"/>
                  </a:lnTo>
                  <a:lnTo>
                    <a:pt x="240220" y="0"/>
                  </a:lnTo>
                  <a:close/>
                </a:path>
                <a:path w="10424160" h="5213350">
                  <a:moveTo>
                    <a:pt x="273062" y="0"/>
                  </a:moveTo>
                  <a:lnTo>
                    <a:pt x="267792" y="0"/>
                  </a:lnTo>
                  <a:lnTo>
                    <a:pt x="263537" y="4318"/>
                  </a:lnTo>
                  <a:lnTo>
                    <a:pt x="263537" y="14732"/>
                  </a:lnTo>
                  <a:lnTo>
                    <a:pt x="267792" y="19050"/>
                  </a:lnTo>
                  <a:lnTo>
                    <a:pt x="273062" y="19050"/>
                  </a:lnTo>
                  <a:lnTo>
                    <a:pt x="273062" y="0"/>
                  </a:lnTo>
                  <a:close/>
                </a:path>
                <a:path w="10424160" h="5213350">
                  <a:moveTo>
                    <a:pt x="278333" y="0"/>
                  </a:moveTo>
                  <a:lnTo>
                    <a:pt x="273075" y="0"/>
                  </a:lnTo>
                  <a:lnTo>
                    <a:pt x="273075" y="19050"/>
                  </a:lnTo>
                  <a:lnTo>
                    <a:pt x="278333" y="19050"/>
                  </a:lnTo>
                  <a:lnTo>
                    <a:pt x="282600" y="14732"/>
                  </a:lnTo>
                  <a:lnTo>
                    <a:pt x="282600" y="4318"/>
                  </a:lnTo>
                  <a:lnTo>
                    <a:pt x="278333" y="0"/>
                  </a:lnTo>
                  <a:close/>
                </a:path>
                <a:path w="10424160" h="5213350">
                  <a:moveTo>
                    <a:pt x="311175" y="0"/>
                  </a:moveTo>
                  <a:lnTo>
                    <a:pt x="305917" y="0"/>
                  </a:lnTo>
                  <a:lnTo>
                    <a:pt x="301650" y="4318"/>
                  </a:lnTo>
                  <a:lnTo>
                    <a:pt x="301650" y="14732"/>
                  </a:lnTo>
                  <a:lnTo>
                    <a:pt x="305917" y="19050"/>
                  </a:lnTo>
                  <a:lnTo>
                    <a:pt x="311175" y="19050"/>
                  </a:lnTo>
                  <a:lnTo>
                    <a:pt x="311175" y="0"/>
                  </a:lnTo>
                  <a:close/>
                </a:path>
                <a:path w="10424160" h="5213350">
                  <a:moveTo>
                    <a:pt x="316458" y="0"/>
                  </a:moveTo>
                  <a:lnTo>
                    <a:pt x="311200" y="0"/>
                  </a:lnTo>
                  <a:lnTo>
                    <a:pt x="311200" y="19050"/>
                  </a:lnTo>
                  <a:lnTo>
                    <a:pt x="316458" y="19050"/>
                  </a:lnTo>
                  <a:lnTo>
                    <a:pt x="320725" y="14732"/>
                  </a:lnTo>
                  <a:lnTo>
                    <a:pt x="320725" y="4318"/>
                  </a:lnTo>
                  <a:lnTo>
                    <a:pt x="316458" y="0"/>
                  </a:lnTo>
                  <a:close/>
                </a:path>
                <a:path w="10424160" h="5213350">
                  <a:moveTo>
                    <a:pt x="349300" y="0"/>
                  </a:moveTo>
                  <a:lnTo>
                    <a:pt x="344030" y="0"/>
                  </a:lnTo>
                  <a:lnTo>
                    <a:pt x="339775" y="4318"/>
                  </a:lnTo>
                  <a:lnTo>
                    <a:pt x="339775" y="14732"/>
                  </a:lnTo>
                  <a:lnTo>
                    <a:pt x="344030" y="19050"/>
                  </a:lnTo>
                  <a:lnTo>
                    <a:pt x="349300" y="19050"/>
                  </a:lnTo>
                  <a:lnTo>
                    <a:pt x="349300" y="0"/>
                  </a:lnTo>
                  <a:close/>
                </a:path>
                <a:path w="10424160" h="5213350">
                  <a:moveTo>
                    <a:pt x="354571" y="0"/>
                  </a:moveTo>
                  <a:lnTo>
                    <a:pt x="349313" y="0"/>
                  </a:lnTo>
                  <a:lnTo>
                    <a:pt x="349313" y="19050"/>
                  </a:lnTo>
                  <a:lnTo>
                    <a:pt x="354571" y="19050"/>
                  </a:lnTo>
                  <a:lnTo>
                    <a:pt x="358838" y="14732"/>
                  </a:lnTo>
                  <a:lnTo>
                    <a:pt x="358838" y="4318"/>
                  </a:lnTo>
                  <a:lnTo>
                    <a:pt x="354571" y="0"/>
                  </a:lnTo>
                  <a:close/>
                </a:path>
                <a:path w="10424160" h="5213350">
                  <a:moveTo>
                    <a:pt x="387413" y="0"/>
                  </a:moveTo>
                  <a:lnTo>
                    <a:pt x="382155" y="0"/>
                  </a:lnTo>
                  <a:lnTo>
                    <a:pt x="377888" y="4318"/>
                  </a:lnTo>
                  <a:lnTo>
                    <a:pt x="377888" y="14732"/>
                  </a:lnTo>
                  <a:lnTo>
                    <a:pt x="382155" y="19050"/>
                  </a:lnTo>
                  <a:lnTo>
                    <a:pt x="387413" y="19050"/>
                  </a:lnTo>
                  <a:lnTo>
                    <a:pt x="387413" y="0"/>
                  </a:lnTo>
                  <a:close/>
                </a:path>
                <a:path w="10424160" h="5213350">
                  <a:moveTo>
                    <a:pt x="392696" y="0"/>
                  </a:moveTo>
                  <a:lnTo>
                    <a:pt x="387438" y="0"/>
                  </a:lnTo>
                  <a:lnTo>
                    <a:pt x="387438" y="19050"/>
                  </a:lnTo>
                  <a:lnTo>
                    <a:pt x="392696" y="19050"/>
                  </a:lnTo>
                  <a:lnTo>
                    <a:pt x="396963" y="14732"/>
                  </a:lnTo>
                  <a:lnTo>
                    <a:pt x="396963" y="4318"/>
                  </a:lnTo>
                  <a:lnTo>
                    <a:pt x="392696" y="0"/>
                  </a:lnTo>
                  <a:close/>
                </a:path>
                <a:path w="10424160" h="5213350">
                  <a:moveTo>
                    <a:pt x="425538" y="0"/>
                  </a:moveTo>
                  <a:lnTo>
                    <a:pt x="420268" y="0"/>
                  </a:lnTo>
                  <a:lnTo>
                    <a:pt x="416013" y="4318"/>
                  </a:lnTo>
                  <a:lnTo>
                    <a:pt x="416013" y="14732"/>
                  </a:lnTo>
                  <a:lnTo>
                    <a:pt x="420268" y="19050"/>
                  </a:lnTo>
                  <a:lnTo>
                    <a:pt x="425538" y="19050"/>
                  </a:lnTo>
                  <a:lnTo>
                    <a:pt x="425538" y="0"/>
                  </a:lnTo>
                  <a:close/>
                </a:path>
                <a:path w="10424160" h="5213350">
                  <a:moveTo>
                    <a:pt x="430809" y="0"/>
                  </a:moveTo>
                  <a:lnTo>
                    <a:pt x="425551" y="0"/>
                  </a:lnTo>
                  <a:lnTo>
                    <a:pt x="425551" y="19050"/>
                  </a:lnTo>
                  <a:lnTo>
                    <a:pt x="430809" y="19050"/>
                  </a:lnTo>
                  <a:lnTo>
                    <a:pt x="435076" y="14732"/>
                  </a:lnTo>
                  <a:lnTo>
                    <a:pt x="435076" y="4318"/>
                  </a:lnTo>
                  <a:lnTo>
                    <a:pt x="430809" y="0"/>
                  </a:lnTo>
                  <a:close/>
                </a:path>
                <a:path w="10424160" h="5213350">
                  <a:moveTo>
                    <a:pt x="463651" y="0"/>
                  </a:moveTo>
                  <a:lnTo>
                    <a:pt x="458393" y="0"/>
                  </a:lnTo>
                  <a:lnTo>
                    <a:pt x="454126" y="4318"/>
                  </a:lnTo>
                  <a:lnTo>
                    <a:pt x="454126" y="14732"/>
                  </a:lnTo>
                  <a:lnTo>
                    <a:pt x="458393" y="19050"/>
                  </a:lnTo>
                  <a:lnTo>
                    <a:pt x="463651" y="19050"/>
                  </a:lnTo>
                  <a:lnTo>
                    <a:pt x="463651" y="0"/>
                  </a:lnTo>
                  <a:close/>
                </a:path>
                <a:path w="10424160" h="5213350">
                  <a:moveTo>
                    <a:pt x="468934" y="0"/>
                  </a:moveTo>
                  <a:lnTo>
                    <a:pt x="463677" y="0"/>
                  </a:lnTo>
                  <a:lnTo>
                    <a:pt x="463677" y="19050"/>
                  </a:lnTo>
                  <a:lnTo>
                    <a:pt x="468934" y="19050"/>
                  </a:lnTo>
                  <a:lnTo>
                    <a:pt x="473202" y="14732"/>
                  </a:lnTo>
                  <a:lnTo>
                    <a:pt x="473202" y="4318"/>
                  </a:lnTo>
                  <a:lnTo>
                    <a:pt x="468934" y="0"/>
                  </a:lnTo>
                  <a:close/>
                </a:path>
                <a:path w="10424160" h="5213350">
                  <a:moveTo>
                    <a:pt x="501777" y="0"/>
                  </a:moveTo>
                  <a:lnTo>
                    <a:pt x="496506" y="0"/>
                  </a:lnTo>
                  <a:lnTo>
                    <a:pt x="492252" y="4318"/>
                  </a:lnTo>
                  <a:lnTo>
                    <a:pt x="492252" y="14732"/>
                  </a:lnTo>
                  <a:lnTo>
                    <a:pt x="496506" y="19050"/>
                  </a:lnTo>
                  <a:lnTo>
                    <a:pt x="501777" y="19050"/>
                  </a:lnTo>
                  <a:lnTo>
                    <a:pt x="501777" y="0"/>
                  </a:lnTo>
                  <a:close/>
                </a:path>
                <a:path w="10424160" h="5213350">
                  <a:moveTo>
                    <a:pt x="507047" y="0"/>
                  </a:moveTo>
                  <a:lnTo>
                    <a:pt x="501789" y="0"/>
                  </a:lnTo>
                  <a:lnTo>
                    <a:pt x="501789" y="19050"/>
                  </a:lnTo>
                  <a:lnTo>
                    <a:pt x="507047" y="19050"/>
                  </a:lnTo>
                  <a:lnTo>
                    <a:pt x="511314" y="14732"/>
                  </a:lnTo>
                  <a:lnTo>
                    <a:pt x="511314" y="4318"/>
                  </a:lnTo>
                  <a:lnTo>
                    <a:pt x="507047" y="0"/>
                  </a:lnTo>
                  <a:close/>
                </a:path>
                <a:path w="10424160" h="5213350">
                  <a:moveTo>
                    <a:pt x="539889" y="0"/>
                  </a:moveTo>
                  <a:lnTo>
                    <a:pt x="534631" y="0"/>
                  </a:lnTo>
                  <a:lnTo>
                    <a:pt x="530364" y="4318"/>
                  </a:lnTo>
                  <a:lnTo>
                    <a:pt x="530364" y="14732"/>
                  </a:lnTo>
                  <a:lnTo>
                    <a:pt x="534631" y="19050"/>
                  </a:lnTo>
                  <a:lnTo>
                    <a:pt x="539889" y="19050"/>
                  </a:lnTo>
                  <a:lnTo>
                    <a:pt x="539889" y="0"/>
                  </a:lnTo>
                  <a:close/>
                </a:path>
                <a:path w="10424160" h="5213350">
                  <a:moveTo>
                    <a:pt x="545172" y="0"/>
                  </a:moveTo>
                  <a:lnTo>
                    <a:pt x="539915" y="0"/>
                  </a:lnTo>
                  <a:lnTo>
                    <a:pt x="539915" y="19050"/>
                  </a:lnTo>
                  <a:lnTo>
                    <a:pt x="545172" y="19050"/>
                  </a:lnTo>
                  <a:lnTo>
                    <a:pt x="549440" y="14732"/>
                  </a:lnTo>
                  <a:lnTo>
                    <a:pt x="549440" y="4318"/>
                  </a:lnTo>
                  <a:lnTo>
                    <a:pt x="545172" y="0"/>
                  </a:lnTo>
                  <a:close/>
                </a:path>
                <a:path w="10424160" h="5213350">
                  <a:moveTo>
                    <a:pt x="578015" y="0"/>
                  </a:moveTo>
                  <a:lnTo>
                    <a:pt x="572744" y="0"/>
                  </a:lnTo>
                  <a:lnTo>
                    <a:pt x="568490" y="4318"/>
                  </a:lnTo>
                  <a:lnTo>
                    <a:pt x="568490" y="14732"/>
                  </a:lnTo>
                  <a:lnTo>
                    <a:pt x="572744" y="19050"/>
                  </a:lnTo>
                  <a:lnTo>
                    <a:pt x="578015" y="19050"/>
                  </a:lnTo>
                  <a:lnTo>
                    <a:pt x="578015" y="0"/>
                  </a:lnTo>
                  <a:close/>
                </a:path>
                <a:path w="10424160" h="5213350">
                  <a:moveTo>
                    <a:pt x="583285" y="0"/>
                  </a:moveTo>
                  <a:lnTo>
                    <a:pt x="578027" y="0"/>
                  </a:lnTo>
                  <a:lnTo>
                    <a:pt x="578027" y="19050"/>
                  </a:lnTo>
                  <a:lnTo>
                    <a:pt x="583285" y="19050"/>
                  </a:lnTo>
                  <a:lnTo>
                    <a:pt x="587552" y="14732"/>
                  </a:lnTo>
                  <a:lnTo>
                    <a:pt x="587552" y="4318"/>
                  </a:lnTo>
                  <a:lnTo>
                    <a:pt x="583285" y="0"/>
                  </a:lnTo>
                  <a:close/>
                </a:path>
                <a:path w="10424160" h="5213350">
                  <a:moveTo>
                    <a:pt x="616127" y="0"/>
                  </a:moveTo>
                  <a:lnTo>
                    <a:pt x="610870" y="0"/>
                  </a:lnTo>
                  <a:lnTo>
                    <a:pt x="606602" y="4318"/>
                  </a:lnTo>
                  <a:lnTo>
                    <a:pt x="606602" y="14732"/>
                  </a:lnTo>
                  <a:lnTo>
                    <a:pt x="610870" y="19050"/>
                  </a:lnTo>
                  <a:lnTo>
                    <a:pt x="616127" y="19050"/>
                  </a:lnTo>
                  <a:lnTo>
                    <a:pt x="616127" y="0"/>
                  </a:lnTo>
                  <a:close/>
                </a:path>
                <a:path w="10424160" h="5213350">
                  <a:moveTo>
                    <a:pt x="621411" y="0"/>
                  </a:moveTo>
                  <a:lnTo>
                    <a:pt x="616153" y="0"/>
                  </a:lnTo>
                  <a:lnTo>
                    <a:pt x="616153" y="19050"/>
                  </a:lnTo>
                  <a:lnTo>
                    <a:pt x="621411" y="19050"/>
                  </a:lnTo>
                  <a:lnTo>
                    <a:pt x="625678" y="14732"/>
                  </a:lnTo>
                  <a:lnTo>
                    <a:pt x="625678" y="4318"/>
                  </a:lnTo>
                  <a:lnTo>
                    <a:pt x="621411" y="0"/>
                  </a:lnTo>
                  <a:close/>
                </a:path>
                <a:path w="10424160" h="5213350">
                  <a:moveTo>
                    <a:pt x="654253" y="0"/>
                  </a:moveTo>
                  <a:lnTo>
                    <a:pt x="648982" y="0"/>
                  </a:lnTo>
                  <a:lnTo>
                    <a:pt x="644728" y="4318"/>
                  </a:lnTo>
                  <a:lnTo>
                    <a:pt x="644728" y="14732"/>
                  </a:lnTo>
                  <a:lnTo>
                    <a:pt x="648982" y="19050"/>
                  </a:lnTo>
                  <a:lnTo>
                    <a:pt x="654253" y="19050"/>
                  </a:lnTo>
                  <a:lnTo>
                    <a:pt x="654253" y="0"/>
                  </a:lnTo>
                  <a:close/>
                </a:path>
                <a:path w="10424160" h="5213350">
                  <a:moveTo>
                    <a:pt x="659523" y="0"/>
                  </a:moveTo>
                  <a:lnTo>
                    <a:pt x="654265" y="0"/>
                  </a:lnTo>
                  <a:lnTo>
                    <a:pt x="654265" y="19050"/>
                  </a:lnTo>
                  <a:lnTo>
                    <a:pt x="659523" y="19050"/>
                  </a:lnTo>
                  <a:lnTo>
                    <a:pt x="663790" y="14732"/>
                  </a:lnTo>
                  <a:lnTo>
                    <a:pt x="663790" y="4318"/>
                  </a:lnTo>
                  <a:lnTo>
                    <a:pt x="659523" y="0"/>
                  </a:lnTo>
                  <a:close/>
                </a:path>
                <a:path w="10424160" h="5213350">
                  <a:moveTo>
                    <a:pt x="692404" y="0"/>
                  </a:moveTo>
                  <a:lnTo>
                    <a:pt x="687070" y="0"/>
                  </a:lnTo>
                  <a:lnTo>
                    <a:pt x="682879" y="4318"/>
                  </a:lnTo>
                  <a:lnTo>
                    <a:pt x="682879" y="14732"/>
                  </a:lnTo>
                  <a:lnTo>
                    <a:pt x="687070" y="19050"/>
                  </a:lnTo>
                  <a:lnTo>
                    <a:pt x="692404" y="19050"/>
                  </a:lnTo>
                  <a:lnTo>
                    <a:pt x="692404" y="0"/>
                  </a:lnTo>
                  <a:close/>
                </a:path>
                <a:path w="10424160" h="5213350">
                  <a:moveTo>
                    <a:pt x="697611" y="0"/>
                  </a:moveTo>
                  <a:lnTo>
                    <a:pt x="692404" y="0"/>
                  </a:lnTo>
                  <a:lnTo>
                    <a:pt x="692404" y="19050"/>
                  </a:lnTo>
                  <a:lnTo>
                    <a:pt x="697611" y="19050"/>
                  </a:lnTo>
                  <a:lnTo>
                    <a:pt x="701929" y="14732"/>
                  </a:lnTo>
                  <a:lnTo>
                    <a:pt x="701929" y="4318"/>
                  </a:lnTo>
                  <a:lnTo>
                    <a:pt x="697611" y="0"/>
                  </a:lnTo>
                  <a:close/>
                </a:path>
                <a:path w="10424160" h="5213350">
                  <a:moveTo>
                    <a:pt x="730504" y="0"/>
                  </a:moveTo>
                  <a:lnTo>
                    <a:pt x="725170" y="0"/>
                  </a:lnTo>
                  <a:lnTo>
                    <a:pt x="720979" y="4318"/>
                  </a:lnTo>
                  <a:lnTo>
                    <a:pt x="720979" y="14732"/>
                  </a:lnTo>
                  <a:lnTo>
                    <a:pt x="725170" y="19050"/>
                  </a:lnTo>
                  <a:lnTo>
                    <a:pt x="730504" y="19050"/>
                  </a:lnTo>
                  <a:lnTo>
                    <a:pt x="730504" y="0"/>
                  </a:lnTo>
                  <a:close/>
                </a:path>
                <a:path w="10424160" h="5213350">
                  <a:moveTo>
                    <a:pt x="735711" y="0"/>
                  </a:moveTo>
                  <a:lnTo>
                    <a:pt x="730504" y="0"/>
                  </a:lnTo>
                  <a:lnTo>
                    <a:pt x="730504" y="19050"/>
                  </a:lnTo>
                  <a:lnTo>
                    <a:pt x="735711" y="19050"/>
                  </a:lnTo>
                  <a:lnTo>
                    <a:pt x="740029" y="14732"/>
                  </a:lnTo>
                  <a:lnTo>
                    <a:pt x="740029" y="4318"/>
                  </a:lnTo>
                  <a:lnTo>
                    <a:pt x="735711" y="0"/>
                  </a:lnTo>
                  <a:close/>
                </a:path>
                <a:path w="10424160" h="5213350">
                  <a:moveTo>
                    <a:pt x="768604" y="0"/>
                  </a:moveTo>
                  <a:lnTo>
                    <a:pt x="763396" y="0"/>
                  </a:lnTo>
                  <a:lnTo>
                    <a:pt x="759079" y="4318"/>
                  </a:lnTo>
                  <a:lnTo>
                    <a:pt x="759079" y="14732"/>
                  </a:lnTo>
                  <a:lnTo>
                    <a:pt x="763396" y="19050"/>
                  </a:lnTo>
                  <a:lnTo>
                    <a:pt x="768604" y="19050"/>
                  </a:lnTo>
                  <a:lnTo>
                    <a:pt x="768604" y="0"/>
                  </a:lnTo>
                  <a:close/>
                </a:path>
                <a:path w="10424160" h="5213350">
                  <a:moveTo>
                    <a:pt x="773938" y="0"/>
                  </a:moveTo>
                  <a:lnTo>
                    <a:pt x="768604" y="0"/>
                  </a:lnTo>
                  <a:lnTo>
                    <a:pt x="768604" y="19050"/>
                  </a:lnTo>
                  <a:lnTo>
                    <a:pt x="773938" y="19050"/>
                  </a:lnTo>
                  <a:lnTo>
                    <a:pt x="778129" y="14732"/>
                  </a:lnTo>
                  <a:lnTo>
                    <a:pt x="778129" y="4318"/>
                  </a:lnTo>
                  <a:lnTo>
                    <a:pt x="773938" y="0"/>
                  </a:lnTo>
                  <a:close/>
                </a:path>
                <a:path w="10424160" h="5213350">
                  <a:moveTo>
                    <a:pt x="806704" y="0"/>
                  </a:moveTo>
                  <a:lnTo>
                    <a:pt x="801496" y="0"/>
                  </a:lnTo>
                  <a:lnTo>
                    <a:pt x="797179" y="4318"/>
                  </a:lnTo>
                  <a:lnTo>
                    <a:pt x="797179" y="14732"/>
                  </a:lnTo>
                  <a:lnTo>
                    <a:pt x="801496" y="19050"/>
                  </a:lnTo>
                  <a:lnTo>
                    <a:pt x="806704" y="19050"/>
                  </a:lnTo>
                  <a:lnTo>
                    <a:pt x="806704" y="0"/>
                  </a:lnTo>
                  <a:close/>
                </a:path>
                <a:path w="10424160" h="5213350">
                  <a:moveTo>
                    <a:pt x="812038" y="0"/>
                  </a:moveTo>
                  <a:lnTo>
                    <a:pt x="806704" y="0"/>
                  </a:lnTo>
                  <a:lnTo>
                    <a:pt x="806704" y="19050"/>
                  </a:lnTo>
                  <a:lnTo>
                    <a:pt x="812038" y="19050"/>
                  </a:lnTo>
                  <a:lnTo>
                    <a:pt x="816229" y="14732"/>
                  </a:lnTo>
                  <a:lnTo>
                    <a:pt x="816229" y="4318"/>
                  </a:lnTo>
                  <a:lnTo>
                    <a:pt x="812038" y="0"/>
                  </a:lnTo>
                  <a:close/>
                </a:path>
                <a:path w="10424160" h="5213350">
                  <a:moveTo>
                    <a:pt x="844804" y="0"/>
                  </a:moveTo>
                  <a:lnTo>
                    <a:pt x="839596" y="0"/>
                  </a:lnTo>
                  <a:lnTo>
                    <a:pt x="835279" y="4318"/>
                  </a:lnTo>
                  <a:lnTo>
                    <a:pt x="835279" y="14732"/>
                  </a:lnTo>
                  <a:lnTo>
                    <a:pt x="839596" y="19050"/>
                  </a:lnTo>
                  <a:lnTo>
                    <a:pt x="844804" y="19050"/>
                  </a:lnTo>
                  <a:lnTo>
                    <a:pt x="844804" y="0"/>
                  </a:lnTo>
                  <a:close/>
                </a:path>
                <a:path w="10424160" h="5213350">
                  <a:moveTo>
                    <a:pt x="850138" y="0"/>
                  </a:moveTo>
                  <a:lnTo>
                    <a:pt x="844804" y="0"/>
                  </a:lnTo>
                  <a:lnTo>
                    <a:pt x="844804" y="19050"/>
                  </a:lnTo>
                  <a:lnTo>
                    <a:pt x="850138" y="19050"/>
                  </a:lnTo>
                  <a:lnTo>
                    <a:pt x="854329" y="14732"/>
                  </a:lnTo>
                  <a:lnTo>
                    <a:pt x="854329" y="4318"/>
                  </a:lnTo>
                  <a:lnTo>
                    <a:pt x="850138" y="0"/>
                  </a:lnTo>
                  <a:close/>
                </a:path>
                <a:path w="10424160" h="5213350">
                  <a:moveTo>
                    <a:pt x="882904" y="0"/>
                  </a:moveTo>
                  <a:lnTo>
                    <a:pt x="877696" y="0"/>
                  </a:lnTo>
                  <a:lnTo>
                    <a:pt x="873379" y="4318"/>
                  </a:lnTo>
                  <a:lnTo>
                    <a:pt x="873379" y="14732"/>
                  </a:lnTo>
                  <a:lnTo>
                    <a:pt x="877696" y="19050"/>
                  </a:lnTo>
                  <a:lnTo>
                    <a:pt x="882904" y="19050"/>
                  </a:lnTo>
                  <a:lnTo>
                    <a:pt x="882904" y="0"/>
                  </a:lnTo>
                  <a:close/>
                </a:path>
                <a:path w="10424160" h="5213350">
                  <a:moveTo>
                    <a:pt x="888238" y="0"/>
                  </a:moveTo>
                  <a:lnTo>
                    <a:pt x="883031" y="0"/>
                  </a:lnTo>
                  <a:lnTo>
                    <a:pt x="883031" y="19050"/>
                  </a:lnTo>
                  <a:lnTo>
                    <a:pt x="888238" y="19050"/>
                  </a:lnTo>
                  <a:lnTo>
                    <a:pt x="892556" y="14732"/>
                  </a:lnTo>
                  <a:lnTo>
                    <a:pt x="892556" y="4318"/>
                  </a:lnTo>
                  <a:lnTo>
                    <a:pt x="888238" y="0"/>
                  </a:lnTo>
                  <a:close/>
                </a:path>
                <a:path w="10424160" h="5213350">
                  <a:moveTo>
                    <a:pt x="921131" y="0"/>
                  </a:moveTo>
                  <a:lnTo>
                    <a:pt x="915796" y="0"/>
                  </a:lnTo>
                  <a:lnTo>
                    <a:pt x="911606" y="4318"/>
                  </a:lnTo>
                  <a:lnTo>
                    <a:pt x="911606" y="14732"/>
                  </a:lnTo>
                  <a:lnTo>
                    <a:pt x="915796" y="19050"/>
                  </a:lnTo>
                  <a:lnTo>
                    <a:pt x="921131" y="19050"/>
                  </a:lnTo>
                  <a:lnTo>
                    <a:pt x="921131" y="0"/>
                  </a:lnTo>
                  <a:close/>
                </a:path>
                <a:path w="10424160" h="5213350">
                  <a:moveTo>
                    <a:pt x="926338" y="0"/>
                  </a:moveTo>
                  <a:lnTo>
                    <a:pt x="921131" y="0"/>
                  </a:lnTo>
                  <a:lnTo>
                    <a:pt x="921131" y="19050"/>
                  </a:lnTo>
                  <a:lnTo>
                    <a:pt x="926338" y="19050"/>
                  </a:lnTo>
                  <a:lnTo>
                    <a:pt x="930656" y="14732"/>
                  </a:lnTo>
                  <a:lnTo>
                    <a:pt x="930656" y="4318"/>
                  </a:lnTo>
                  <a:lnTo>
                    <a:pt x="926338" y="0"/>
                  </a:lnTo>
                  <a:close/>
                </a:path>
                <a:path w="10424160" h="5213350">
                  <a:moveTo>
                    <a:pt x="959231" y="0"/>
                  </a:moveTo>
                  <a:lnTo>
                    <a:pt x="953896" y="0"/>
                  </a:lnTo>
                  <a:lnTo>
                    <a:pt x="949706" y="4318"/>
                  </a:lnTo>
                  <a:lnTo>
                    <a:pt x="949706" y="14732"/>
                  </a:lnTo>
                  <a:lnTo>
                    <a:pt x="953896" y="19050"/>
                  </a:lnTo>
                  <a:lnTo>
                    <a:pt x="959231" y="19050"/>
                  </a:lnTo>
                  <a:lnTo>
                    <a:pt x="959231" y="0"/>
                  </a:lnTo>
                  <a:close/>
                </a:path>
                <a:path w="10424160" h="5213350">
                  <a:moveTo>
                    <a:pt x="964438" y="0"/>
                  </a:moveTo>
                  <a:lnTo>
                    <a:pt x="959231" y="0"/>
                  </a:lnTo>
                  <a:lnTo>
                    <a:pt x="959231" y="19050"/>
                  </a:lnTo>
                  <a:lnTo>
                    <a:pt x="964438" y="19050"/>
                  </a:lnTo>
                  <a:lnTo>
                    <a:pt x="968756" y="14732"/>
                  </a:lnTo>
                  <a:lnTo>
                    <a:pt x="968756" y="4318"/>
                  </a:lnTo>
                  <a:lnTo>
                    <a:pt x="964438" y="0"/>
                  </a:lnTo>
                  <a:close/>
                </a:path>
                <a:path w="10424160" h="5213350">
                  <a:moveTo>
                    <a:pt x="997331" y="0"/>
                  </a:moveTo>
                  <a:lnTo>
                    <a:pt x="991996" y="0"/>
                  </a:lnTo>
                  <a:lnTo>
                    <a:pt x="987806" y="4318"/>
                  </a:lnTo>
                  <a:lnTo>
                    <a:pt x="987806" y="14732"/>
                  </a:lnTo>
                  <a:lnTo>
                    <a:pt x="991996" y="19050"/>
                  </a:lnTo>
                  <a:lnTo>
                    <a:pt x="997331" y="19050"/>
                  </a:lnTo>
                  <a:lnTo>
                    <a:pt x="997331" y="0"/>
                  </a:lnTo>
                  <a:close/>
                </a:path>
                <a:path w="10424160" h="5213350">
                  <a:moveTo>
                    <a:pt x="1002538" y="0"/>
                  </a:moveTo>
                  <a:lnTo>
                    <a:pt x="997331" y="0"/>
                  </a:lnTo>
                  <a:lnTo>
                    <a:pt x="997331" y="19050"/>
                  </a:lnTo>
                  <a:lnTo>
                    <a:pt x="1002538" y="19050"/>
                  </a:lnTo>
                  <a:lnTo>
                    <a:pt x="1006856" y="14732"/>
                  </a:lnTo>
                  <a:lnTo>
                    <a:pt x="1006856" y="4318"/>
                  </a:lnTo>
                  <a:lnTo>
                    <a:pt x="1002538" y="0"/>
                  </a:lnTo>
                  <a:close/>
                </a:path>
                <a:path w="10424160" h="5213350">
                  <a:moveTo>
                    <a:pt x="1035431" y="0"/>
                  </a:moveTo>
                  <a:lnTo>
                    <a:pt x="1030224" y="0"/>
                  </a:lnTo>
                  <a:lnTo>
                    <a:pt x="1025906" y="4318"/>
                  </a:lnTo>
                  <a:lnTo>
                    <a:pt x="1025906" y="14732"/>
                  </a:lnTo>
                  <a:lnTo>
                    <a:pt x="1030224" y="19050"/>
                  </a:lnTo>
                  <a:lnTo>
                    <a:pt x="1035431" y="19050"/>
                  </a:lnTo>
                  <a:lnTo>
                    <a:pt x="1035431" y="0"/>
                  </a:lnTo>
                  <a:close/>
                </a:path>
                <a:path w="10424160" h="5213350">
                  <a:moveTo>
                    <a:pt x="1040764" y="0"/>
                  </a:moveTo>
                  <a:lnTo>
                    <a:pt x="1035431" y="0"/>
                  </a:lnTo>
                  <a:lnTo>
                    <a:pt x="1035431" y="19050"/>
                  </a:lnTo>
                  <a:lnTo>
                    <a:pt x="1040764" y="19050"/>
                  </a:lnTo>
                  <a:lnTo>
                    <a:pt x="1044956" y="14732"/>
                  </a:lnTo>
                  <a:lnTo>
                    <a:pt x="1044956" y="4318"/>
                  </a:lnTo>
                  <a:lnTo>
                    <a:pt x="1040764" y="0"/>
                  </a:lnTo>
                  <a:close/>
                </a:path>
                <a:path w="10424160" h="5213350">
                  <a:moveTo>
                    <a:pt x="1073531" y="0"/>
                  </a:moveTo>
                  <a:lnTo>
                    <a:pt x="1068324" y="0"/>
                  </a:lnTo>
                  <a:lnTo>
                    <a:pt x="1064006" y="4318"/>
                  </a:lnTo>
                  <a:lnTo>
                    <a:pt x="1064006" y="14732"/>
                  </a:lnTo>
                  <a:lnTo>
                    <a:pt x="1068324" y="19050"/>
                  </a:lnTo>
                  <a:lnTo>
                    <a:pt x="1073531" y="19050"/>
                  </a:lnTo>
                  <a:lnTo>
                    <a:pt x="1073531" y="0"/>
                  </a:lnTo>
                  <a:close/>
                </a:path>
                <a:path w="10424160" h="5213350">
                  <a:moveTo>
                    <a:pt x="1078864" y="0"/>
                  </a:moveTo>
                  <a:lnTo>
                    <a:pt x="1073531" y="0"/>
                  </a:lnTo>
                  <a:lnTo>
                    <a:pt x="1073531" y="19050"/>
                  </a:lnTo>
                  <a:lnTo>
                    <a:pt x="1078864" y="19050"/>
                  </a:lnTo>
                  <a:lnTo>
                    <a:pt x="1083056" y="14732"/>
                  </a:lnTo>
                  <a:lnTo>
                    <a:pt x="1083056" y="4318"/>
                  </a:lnTo>
                  <a:lnTo>
                    <a:pt x="1078864" y="0"/>
                  </a:lnTo>
                  <a:close/>
                </a:path>
                <a:path w="10424160" h="5213350">
                  <a:moveTo>
                    <a:pt x="1111631" y="0"/>
                  </a:moveTo>
                  <a:lnTo>
                    <a:pt x="1106424" y="0"/>
                  </a:lnTo>
                  <a:lnTo>
                    <a:pt x="1102106" y="4318"/>
                  </a:lnTo>
                  <a:lnTo>
                    <a:pt x="1102106" y="14732"/>
                  </a:lnTo>
                  <a:lnTo>
                    <a:pt x="1106424" y="19050"/>
                  </a:lnTo>
                  <a:lnTo>
                    <a:pt x="1111631" y="19050"/>
                  </a:lnTo>
                  <a:lnTo>
                    <a:pt x="1111631" y="0"/>
                  </a:lnTo>
                  <a:close/>
                </a:path>
                <a:path w="10424160" h="5213350">
                  <a:moveTo>
                    <a:pt x="1116964" y="0"/>
                  </a:moveTo>
                  <a:lnTo>
                    <a:pt x="1111758" y="0"/>
                  </a:lnTo>
                  <a:lnTo>
                    <a:pt x="1111758" y="19050"/>
                  </a:lnTo>
                  <a:lnTo>
                    <a:pt x="1116964" y="19050"/>
                  </a:lnTo>
                  <a:lnTo>
                    <a:pt x="1121283" y="14732"/>
                  </a:lnTo>
                  <a:lnTo>
                    <a:pt x="1121283" y="4318"/>
                  </a:lnTo>
                  <a:lnTo>
                    <a:pt x="1116964" y="0"/>
                  </a:lnTo>
                  <a:close/>
                </a:path>
                <a:path w="10424160" h="5213350">
                  <a:moveTo>
                    <a:pt x="1149858" y="0"/>
                  </a:moveTo>
                  <a:lnTo>
                    <a:pt x="1144524" y="0"/>
                  </a:lnTo>
                  <a:lnTo>
                    <a:pt x="1140333" y="4318"/>
                  </a:lnTo>
                  <a:lnTo>
                    <a:pt x="1140333" y="14732"/>
                  </a:lnTo>
                  <a:lnTo>
                    <a:pt x="1144524" y="19050"/>
                  </a:lnTo>
                  <a:lnTo>
                    <a:pt x="1149858" y="19050"/>
                  </a:lnTo>
                  <a:lnTo>
                    <a:pt x="1149858" y="0"/>
                  </a:lnTo>
                  <a:close/>
                </a:path>
                <a:path w="10424160" h="5213350">
                  <a:moveTo>
                    <a:pt x="1155064" y="0"/>
                  </a:moveTo>
                  <a:lnTo>
                    <a:pt x="1149858" y="0"/>
                  </a:lnTo>
                  <a:lnTo>
                    <a:pt x="1149858" y="19050"/>
                  </a:lnTo>
                  <a:lnTo>
                    <a:pt x="1155064" y="19050"/>
                  </a:lnTo>
                  <a:lnTo>
                    <a:pt x="1159383" y="14732"/>
                  </a:lnTo>
                  <a:lnTo>
                    <a:pt x="1159383" y="4318"/>
                  </a:lnTo>
                  <a:lnTo>
                    <a:pt x="1155064" y="0"/>
                  </a:lnTo>
                  <a:close/>
                </a:path>
                <a:path w="10424160" h="5213350">
                  <a:moveTo>
                    <a:pt x="1187958" y="0"/>
                  </a:moveTo>
                  <a:lnTo>
                    <a:pt x="1182624" y="0"/>
                  </a:lnTo>
                  <a:lnTo>
                    <a:pt x="1178433" y="4318"/>
                  </a:lnTo>
                  <a:lnTo>
                    <a:pt x="1178433" y="14732"/>
                  </a:lnTo>
                  <a:lnTo>
                    <a:pt x="1182624" y="19050"/>
                  </a:lnTo>
                  <a:lnTo>
                    <a:pt x="1187958" y="19050"/>
                  </a:lnTo>
                  <a:lnTo>
                    <a:pt x="1187958" y="0"/>
                  </a:lnTo>
                  <a:close/>
                </a:path>
                <a:path w="10424160" h="5213350">
                  <a:moveTo>
                    <a:pt x="1193164" y="0"/>
                  </a:moveTo>
                  <a:lnTo>
                    <a:pt x="1187958" y="0"/>
                  </a:lnTo>
                  <a:lnTo>
                    <a:pt x="1187958" y="19050"/>
                  </a:lnTo>
                  <a:lnTo>
                    <a:pt x="1193164" y="19050"/>
                  </a:lnTo>
                  <a:lnTo>
                    <a:pt x="1197483" y="14732"/>
                  </a:lnTo>
                  <a:lnTo>
                    <a:pt x="1197483" y="4318"/>
                  </a:lnTo>
                  <a:lnTo>
                    <a:pt x="1193164" y="0"/>
                  </a:lnTo>
                  <a:close/>
                </a:path>
                <a:path w="10424160" h="5213350">
                  <a:moveTo>
                    <a:pt x="1226058" y="0"/>
                  </a:moveTo>
                  <a:lnTo>
                    <a:pt x="1220724" y="0"/>
                  </a:lnTo>
                  <a:lnTo>
                    <a:pt x="1216533" y="4318"/>
                  </a:lnTo>
                  <a:lnTo>
                    <a:pt x="1216533" y="14732"/>
                  </a:lnTo>
                  <a:lnTo>
                    <a:pt x="1220724" y="19050"/>
                  </a:lnTo>
                  <a:lnTo>
                    <a:pt x="1226058" y="19050"/>
                  </a:lnTo>
                  <a:lnTo>
                    <a:pt x="1226058" y="0"/>
                  </a:lnTo>
                  <a:close/>
                </a:path>
                <a:path w="10424160" h="5213350">
                  <a:moveTo>
                    <a:pt x="1231264" y="0"/>
                  </a:moveTo>
                  <a:lnTo>
                    <a:pt x="1226058" y="0"/>
                  </a:lnTo>
                  <a:lnTo>
                    <a:pt x="1226058" y="19050"/>
                  </a:lnTo>
                  <a:lnTo>
                    <a:pt x="1231264" y="19050"/>
                  </a:lnTo>
                  <a:lnTo>
                    <a:pt x="1235583" y="14732"/>
                  </a:lnTo>
                  <a:lnTo>
                    <a:pt x="1235583" y="4318"/>
                  </a:lnTo>
                  <a:lnTo>
                    <a:pt x="1231264" y="0"/>
                  </a:lnTo>
                  <a:close/>
                </a:path>
                <a:path w="10424160" h="5213350">
                  <a:moveTo>
                    <a:pt x="1264158" y="0"/>
                  </a:moveTo>
                  <a:lnTo>
                    <a:pt x="1258951" y="0"/>
                  </a:lnTo>
                  <a:lnTo>
                    <a:pt x="1254633" y="4318"/>
                  </a:lnTo>
                  <a:lnTo>
                    <a:pt x="1254633" y="14732"/>
                  </a:lnTo>
                  <a:lnTo>
                    <a:pt x="1258951" y="19050"/>
                  </a:lnTo>
                  <a:lnTo>
                    <a:pt x="1264158" y="19050"/>
                  </a:lnTo>
                  <a:lnTo>
                    <a:pt x="1264158" y="0"/>
                  </a:lnTo>
                  <a:close/>
                </a:path>
                <a:path w="10424160" h="5213350">
                  <a:moveTo>
                    <a:pt x="1269491" y="0"/>
                  </a:moveTo>
                  <a:lnTo>
                    <a:pt x="1264158" y="0"/>
                  </a:lnTo>
                  <a:lnTo>
                    <a:pt x="1264158" y="19050"/>
                  </a:lnTo>
                  <a:lnTo>
                    <a:pt x="1269491" y="19050"/>
                  </a:lnTo>
                  <a:lnTo>
                    <a:pt x="1273683" y="14732"/>
                  </a:lnTo>
                  <a:lnTo>
                    <a:pt x="1273683" y="4318"/>
                  </a:lnTo>
                  <a:lnTo>
                    <a:pt x="1269491" y="0"/>
                  </a:lnTo>
                  <a:close/>
                </a:path>
                <a:path w="10424160" h="5213350">
                  <a:moveTo>
                    <a:pt x="1302258" y="0"/>
                  </a:moveTo>
                  <a:lnTo>
                    <a:pt x="1297051" y="0"/>
                  </a:lnTo>
                  <a:lnTo>
                    <a:pt x="1292733" y="4318"/>
                  </a:lnTo>
                  <a:lnTo>
                    <a:pt x="1292733" y="14732"/>
                  </a:lnTo>
                  <a:lnTo>
                    <a:pt x="1297051" y="19050"/>
                  </a:lnTo>
                  <a:lnTo>
                    <a:pt x="1302258" y="19050"/>
                  </a:lnTo>
                  <a:lnTo>
                    <a:pt x="1302258" y="0"/>
                  </a:lnTo>
                  <a:close/>
                </a:path>
                <a:path w="10424160" h="5213350">
                  <a:moveTo>
                    <a:pt x="1307591" y="0"/>
                  </a:moveTo>
                  <a:lnTo>
                    <a:pt x="1302258" y="0"/>
                  </a:lnTo>
                  <a:lnTo>
                    <a:pt x="1302258" y="19050"/>
                  </a:lnTo>
                  <a:lnTo>
                    <a:pt x="1307591" y="19050"/>
                  </a:lnTo>
                  <a:lnTo>
                    <a:pt x="1311783" y="14732"/>
                  </a:lnTo>
                  <a:lnTo>
                    <a:pt x="1311783" y="4318"/>
                  </a:lnTo>
                  <a:lnTo>
                    <a:pt x="1307591" y="0"/>
                  </a:lnTo>
                  <a:close/>
                </a:path>
                <a:path w="10424160" h="5213350">
                  <a:moveTo>
                    <a:pt x="1340358" y="0"/>
                  </a:moveTo>
                  <a:lnTo>
                    <a:pt x="1335151" y="0"/>
                  </a:lnTo>
                  <a:lnTo>
                    <a:pt x="1330833" y="4318"/>
                  </a:lnTo>
                  <a:lnTo>
                    <a:pt x="1330833" y="14732"/>
                  </a:lnTo>
                  <a:lnTo>
                    <a:pt x="1335151" y="19050"/>
                  </a:lnTo>
                  <a:lnTo>
                    <a:pt x="1340358" y="19050"/>
                  </a:lnTo>
                  <a:lnTo>
                    <a:pt x="1340358" y="0"/>
                  </a:lnTo>
                  <a:close/>
                </a:path>
                <a:path w="10424160" h="5213350">
                  <a:moveTo>
                    <a:pt x="1345691" y="0"/>
                  </a:moveTo>
                  <a:lnTo>
                    <a:pt x="1340358" y="0"/>
                  </a:lnTo>
                  <a:lnTo>
                    <a:pt x="1340358" y="19050"/>
                  </a:lnTo>
                  <a:lnTo>
                    <a:pt x="1345691" y="19050"/>
                  </a:lnTo>
                  <a:lnTo>
                    <a:pt x="1349883" y="14732"/>
                  </a:lnTo>
                  <a:lnTo>
                    <a:pt x="1349883" y="4318"/>
                  </a:lnTo>
                  <a:lnTo>
                    <a:pt x="1345691" y="0"/>
                  </a:lnTo>
                  <a:close/>
                </a:path>
                <a:path w="10424160" h="5213350">
                  <a:moveTo>
                    <a:pt x="1378458" y="0"/>
                  </a:moveTo>
                  <a:lnTo>
                    <a:pt x="1373251" y="0"/>
                  </a:lnTo>
                  <a:lnTo>
                    <a:pt x="1368933" y="4318"/>
                  </a:lnTo>
                  <a:lnTo>
                    <a:pt x="1368933" y="14732"/>
                  </a:lnTo>
                  <a:lnTo>
                    <a:pt x="1373251" y="19050"/>
                  </a:lnTo>
                  <a:lnTo>
                    <a:pt x="1378458" y="19050"/>
                  </a:lnTo>
                  <a:lnTo>
                    <a:pt x="1378458" y="0"/>
                  </a:lnTo>
                  <a:close/>
                </a:path>
                <a:path w="10424160" h="5213350">
                  <a:moveTo>
                    <a:pt x="1383791" y="0"/>
                  </a:moveTo>
                  <a:lnTo>
                    <a:pt x="1378584" y="0"/>
                  </a:lnTo>
                  <a:lnTo>
                    <a:pt x="1378584" y="19050"/>
                  </a:lnTo>
                  <a:lnTo>
                    <a:pt x="1383791" y="19050"/>
                  </a:lnTo>
                  <a:lnTo>
                    <a:pt x="1388109" y="14732"/>
                  </a:lnTo>
                  <a:lnTo>
                    <a:pt x="1388109" y="4318"/>
                  </a:lnTo>
                  <a:lnTo>
                    <a:pt x="1383791" y="0"/>
                  </a:lnTo>
                  <a:close/>
                </a:path>
                <a:path w="10424160" h="5213350">
                  <a:moveTo>
                    <a:pt x="1416684" y="0"/>
                  </a:moveTo>
                  <a:lnTo>
                    <a:pt x="1411351" y="0"/>
                  </a:lnTo>
                  <a:lnTo>
                    <a:pt x="1407159" y="4318"/>
                  </a:lnTo>
                  <a:lnTo>
                    <a:pt x="1407159" y="14732"/>
                  </a:lnTo>
                  <a:lnTo>
                    <a:pt x="1411351" y="19050"/>
                  </a:lnTo>
                  <a:lnTo>
                    <a:pt x="1416684" y="19050"/>
                  </a:lnTo>
                  <a:lnTo>
                    <a:pt x="1416684" y="0"/>
                  </a:lnTo>
                  <a:close/>
                </a:path>
                <a:path w="10424160" h="5213350">
                  <a:moveTo>
                    <a:pt x="1421891" y="0"/>
                  </a:moveTo>
                  <a:lnTo>
                    <a:pt x="1416684" y="0"/>
                  </a:lnTo>
                  <a:lnTo>
                    <a:pt x="1416684" y="19050"/>
                  </a:lnTo>
                  <a:lnTo>
                    <a:pt x="1421891" y="19050"/>
                  </a:lnTo>
                  <a:lnTo>
                    <a:pt x="1426209" y="14732"/>
                  </a:lnTo>
                  <a:lnTo>
                    <a:pt x="1426209" y="4318"/>
                  </a:lnTo>
                  <a:lnTo>
                    <a:pt x="1421891" y="0"/>
                  </a:lnTo>
                  <a:close/>
                </a:path>
                <a:path w="10424160" h="5213350">
                  <a:moveTo>
                    <a:pt x="1454784" y="0"/>
                  </a:moveTo>
                  <a:lnTo>
                    <a:pt x="1449451" y="0"/>
                  </a:lnTo>
                  <a:lnTo>
                    <a:pt x="1445259" y="4318"/>
                  </a:lnTo>
                  <a:lnTo>
                    <a:pt x="1445259" y="14732"/>
                  </a:lnTo>
                  <a:lnTo>
                    <a:pt x="1449451" y="19050"/>
                  </a:lnTo>
                  <a:lnTo>
                    <a:pt x="1454784" y="19050"/>
                  </a:lnTo>
                  <a:lnTo>
                    <a:pt x="1454784" y="0"/>
                  </a:lnTo>
                  <a:close/>
                </a:path>
                <a:path w="10424160" h="5213350">
                  <a:moveTo>
                    <a:pt x="1459991" y="0"/>
                  </a:moveTo>
                  <a:lnTo>
                    <a:pt x="1454784" y="0"/>
                  </a:lnTo>
                  <a:lnTo>
                    <a:pt x="1454784" y="19050"/>
                  </a:lnTo>
                  <a:lnTo>
                    <a:pt x="1459991" y="19050"/>
                  </a:lnTo>
                  <a:lnTo>
                    <a:pt x="1464309" y="14732"/>
                  </a:lnTo>
                  <a:lnTo>
                    <a:pt x="1464309" y="4318"/>
                  </a:lnTo>
                  <a:lnTo>
                    <a:pt x="1459991" y="0"/>
                  </a:lnTo>
                  <a:close/>
                </a:path>
                <a:path w="10424160" h="5213350">
                  <a:moveTo>
                    <a:pt x="1492884" y="0"/>
                  </a:moveTo>
                  <a:lnTo>
                    <a:pt x="1487551" y="0"/>
                  </a:lnTo>
                  <a:lnTo>
                    <a:pt x="1483359" y="4318"/>
                  </a:lnTo>
                  <a:lnTo>
                    <a:pt x="1483359" y="14732"/>
                  </a:lnTo>
                  <a:lnTo>
                    <a:pt x="1487551" y="19050"/>
                  </a:lnTo>
                  <a:lnTo>
                    <a:pt x="1492884" y="19050"/>
                  </a:lnTo>
                  <a:lnTo>
                    <a:pt x="1492884" y="0"/>
                  </a:lnTo>
                  <a:close/>
                </a:path>
                <a:path w="10424160" h="5213350">
                  <a:moveTo>
                    <a:pt x="1498091" y="0"/>
                  </a:moveTo>
                  <a:lnTo>
                    <a:pt x="1492884" y="0"/>
                  </a:lnTo>
                  <a:lnTo>
                    <a:pt x="1492884" y="19050"/>
                  </a:lnTo>
                  <a:lnTo>
                    <a:pt x="1498091" y="19050"/>
                  </a:lnTo>
                  <a:lnTo>
                    <a:pt x="1502409" y="14732"/>
                  </a:lnTo>
                  <a:lnTo>
                    <a:pt x="1502409" y="4318"/>
                  </a:lnTo>
                  <a:lnTo>
                    <a:pt x="1498091" y="0"/>
                  </a:lnTo>
                  <a:close/>
                </a:path>
                <a:path w="10424160" h="5213350">
                  <a:moveTo>
                    <a:pt x="1530984" y="0"/>
                  </a:moveTo>
                  <a:lnTo>
                    <a:pt x="1525777" y="0"/>
                  </a:lnTo>
                  <a:lnTo>
                    <a:pt x="1521459" y="4318"/>
                  </a:lnTo>
                  <a:lnTo>
                    <a:pt x="1521459" y="14732"/>
                  </a:lnTo>
                  <a:lnTo>
                    <a:pt x="1525777" y="19050"/>
                  </a:lnTo>
                  <a:lnTo>
                    <a:pt x="1530984" y="19050"/>
                  </a:lnTo>
                  <a:lnTo>
                    <a:pt x="1530984" y="0"/>
                  </a:lnTo>
                  <a:close/>
                </a:path>
                <a:path w="10424160" h="5213350">
                  <a:moveTo>
                    <a:pt x="1536319" y="0"/>
                  </a:moveTo>
                  <a:lnTo>
                    <a:pt x="1530984" y="0"/>
                  </a:lnTo>
                  <a:lnTo>
                    <a:pt x="1530984" y="19050"/>
                  </a:lnTo>
                  <a:lnTo>
                    <a:pt x="1536319" y="19050"/>
                  </a:lnTo>
                  <a:lnTo>
                    <a:pt x="1540509" y="14732"/>
                  </a:lnTo>
                  <a:lnTo>
                    <a:pt x="1540509" y="4318"/>
                  </a:lnTo>
                  <a:lnTo>
                    <a:pt x="1536319" y="0"/>
                  </a:lnTo>
                  <a:close/>
                </a:path>
                <a:path w="10424160" h="5213350">
                  <a:moveTo>
                    <a:pt x="1569084" y="0"/>
                  </a:moveTo>
                  <a:lnTo>
                    <a:pt x="1563877" y="0"/>
                  </a:lnTo>
                  <a:lnTo>
                    <a:pt x="1559559" y="4318"/>
                  </a:lnTo>
                  <a:lnTo>
                    <a:pt x="1559559" y="14732"/>
                  </a:lnTo>
                  <a:lnTo>
                    <a:pt x="1563877" y="19050"/>
                  </a:lnTo>
                  <a:lnTo>
                    <a:pt x="1569084" y="19050"/>
                  </a:lnTo>
                  <a:lnTo>
                    <a:pt x="1569084" y="0"/>
                  </a:lnTo>
                  <a:close/>
                </a:path>
                <a:path w="10424160" h="5213350">
                  <a:moveTo>
                    <a:pt x="1574419" y="0"/>
                  </a:moveTo>
                  <a:lnTo>
                    <a:pt x="1569084" y="0"/>
                  </a:lnTo>
                  <a:lnTo>
                    <a:pt x="1569084" y="19050"/>
                  </a:lnTo>
                  <a:lnTo>
                    <a:pt x="1574419" y="19050"/>
                  </a:lnTo>
                  <a:lnTo>
                    <a:pt x="1578609" y="14732"/>
                  </a:lnTo>
                  <a:lnTo>
                    <a:pt x="1578609" y="4318"/>
                  </a:lnTo>
                  <a:lnTo>
                    <a:pt x="1574419" y="0"/>
                  </a:lnTo>
                  <a:close/>
                </a:path>
                <a:path w="10424160" h="5213350">
                  <a:moveTo>
                    <a:pt x="1607184" y="0"/>
                  </a:moveTo>
                  <a:lnTo>
                    <a:pt x="1601977" y="0"/>
                  </a:lnTo>
                  <a:lnTo>
                    <a:pt x="1597659" y="4318"/>
                  </a:lnTo>
                  <a:lnTo>
                    <a:pt x="1597659" y="14732"/>
                  </a:lnTo>
                  <a:lnTo>
                    <a:pt x="1601977" y="19050"/>
                  </a:lnTo>
                  <a:lnTo>
                    <a:pt x="1607184" y="19050"/>
                  </a:lnTo>
                  <a:lnTo>
                    <a:pt x="1607184" y="0"/>
                  </a:lnTo>
                  <a:close/>
                </a:path>
                <a:path w="10424160" h="5213350">
                  <a:moveTo>
                    <a:pt x="1612519" y="0"/>
                  </a:moveTo>
                  <a:lnTo>
                    <a:pt x="1607184" y="0"/>
                  </a:lnTo>
                  <a:lnTo>
                    <a:pt x="1607184" y="19050"/>
                  </a:lnTo>
                  <a:lnTo>
                    <a:pt x="1612519" y="19050"/>
                  </a:lnTo>
                  <a:lnTo>
                    <a:pt x="1616709" y="14732"/>
                  </a:lnTo>
                  <a:lnTo>
                    <a:pt x="1616709" y="4318"/>
                  </a:lnTo>
                  <a:lnTo>
                    <a:pt x="1612519" y="0"/>
                  </a:lnTo>
                  <a:close/>
                </a:path>
                <a:path w="10424160" h="5213350">
                  <a:moveTo>
                    <a:pt x="1645284" y="0"/>
                  </a:moveTo>
                  <a:lnTo>
                    <a:pt x="1640077" y="0"/>
                  </a:lnTo>
                  <a:lnTo>
                    <a:pt x="1635759" y="4318"/>
                  </a:lnTo>
                  <a:lnTo>
                    <a:pt x="1635759" y="14732"/>
                  </a:lnTo>
                  <a:lnTo>
                    <a:pt x="1640077" y="19050"/>
                  </a:lnTo>
                  <a:lnTo>
                    <a:pt x="1645284" y="19050"/>
                  </a:lnTo>
                  <a:lnTo>
                    <a:pt x="1645284" y="0"/>
                  </a:lnTo>
                  <a:close/>
                </a:path>
                <a:path w="10424160" h="5213350">
                  <a:moveTo>
                    <a:pt x="1645412" y="12700"/>
                  </a:moveTo>
                  <a:lnTo>
                    <a:pt x="1645284" y="12700"/>
                  </a:lnTo>
                  <a:lnTo>
                    <a:pt x="1645284" y="19050"/>
                  </a:lnTo>
                  <a:lnTo>
                    <a:pt x="1645412" y="19050"/>
                  </a:lnTo>
                  <a:lnTo>
                    <a:pt x="1645412" y="12700"/>
                  </a:lnTo>
                  <a:close/>
                </a:path>
                <a:path w="10424160" h="5213350">
                  <a:moveTo>
                    <a:pt x="1650619" y="0"/>
                  </a:moveTo>
                  <a:lnTo>
                    <a:pt x="1645412" y="0"/>
                  </a:lnTo>
                  <a:lnTo>
                    <a:pt x="1645412" y="19050"/>
                  </a:lnTo>
                  <a:lnTo>
                    <a:pt x="1650619" y="19050"/>
                  </a:lnTo>
                  <a:lnTo>
                    <a:pt x="1654937" y="14732"/>
                  </a:lnTo>
                  <a:lnTo>
                    <a:pt x="1654937" y="4318"/>
                  </a:lnTo>
                  <a:lnTo>
                    <a:pt x="1650619" y="0"/>
                  </a:lnTo>
                  <a:close/>
                </a:path>
                <a:path w="10424160" h="5213350">
                  <a:moveTo>
                    <a:pt x="1645412" y="0"/>
                  </a:moveTo>
                  <a:lnTo>
                    <a:pt x="1645284" y="0"/>
                  </a:lnTo>
                  <a:lnTo>
                    <a:pt x="1645284" y="6350"/>
                  </a:lnTo>
                  <a:lnTo>
                    <a:pt x="1645412" y="6350"/>
                  </a:lnTo>
                  <a:lnTo>
                    <a:pt x="1645412" y="0"/>
                  </a:lnTo>
                  <a:close/>
                </a:path>
                <a:path w="10424160" h="5213350">
                  <a:moveTo>
                    <a:pt x="1683512" y="0"/>
                  </a:moveTo>
                  <a:lnTo>
                    <a:pt x="1678177" y="0"/>
                  </a:lnTo>
                  <a:lnTo>
                    <a:pt x="1673987" y="4318"/>
                  </a:lnTo>
                  <a:lnTo>
                    <a:pt x="1673987" y="14732"/>
                  </a:lnTo>
                  <a:lnTo>
                    <a:pt x="1678177" y="19050"/>
                  </a:lnTo>
                  <a:lnTo>
                    <a:pt x="1683512" y="19050"/>
                  </a:lnTo>
                  <a:lnTo>
                    <a:pt x="1683512" y="0"/>
                  </a:lnTo>
                  <a:close/>
                </a:path>
                <a:path w="10424160" h="5213350">
                  <a:moveTo>
                    <a:pt x="1688719" y="0"/>
                  </a:moveTo>
                  <a:lnTo>
                    <a:pt x="1683512" y="0"/>
                  </a:lnTo>
                  <a:lnTo>
                    <a:pt x="1683512" y="19050"/>
                  </a:lnTo>
                  <a:lnTo>
                    <a:pt x="1688719" y="19050"/>
                  </a:lnTo>
                  <a:lnTo>
                    <a:pt x="1693037" y="14732"/>
                  </a:lnTo>
                  <a:lnTo>
                    <a:pt x="1693037" y="4318"/>
                  </a:lnTo>
                  <a:lnTo>
                    <a:pt x="1688719" y="0"/>
                  </a:lnTo>
                  <a:close/>
                </a:path>
                <a:path w="10424160" h="5213350">
                  <a:moveTo>
                    <a:pt x="1721612" y="0"/>
                  </a:moveTo>
                  <a:lnTo>
                    <a:pt x="1716277" y="0"/>
                  </a:lnTo>
                  <a:lnTo>
                    <a:pt x="1712087" y="4318"/>
                  </a:lnTo>
                  <a:lnTo>
                    <a:pt x="1712087" y="14732"/>
                  </a:lnTo>
                  <a:lnTo>
                    <a:pt x="1716277" y="19050"/>
                  </a:lnTo>
                  <a:lnTo>
                    <a:pt x="1721612" y="19050"/>
                  </a:lnTo>
                  <a:lnTo>
                    <a:pt x="1721612" y="0"/>
                  </a:lnTo>
                  <a:close/>
                </a:path>
                <a:path w="10424160" h="5213350">
                  <a:moveTo>
                    <a:pt x="1726819" y="0"/>
                  </a:moveTo>
                  <a:lnTo>
                    <a:pt x="1721612" y="0"/>
                  </a:lnTo>
                  <a:lnTo>
                    <a:pt x="1721612" y="19050"/>
                  </a:lnTo>
                  <a:lnTo>
                    <a:pt x="1726819" y="19050"/>
                  </a:lnTo>
                  <a:lnTo>
                    <a:pt x="1731137" y="14732"/>
                  </a:lnTo>
                  <a:lnTo>
                    <a:pt x="1731137" y="4318"/>
                  </a:lnTo>
                  <a:lnTo>
                    <a:pt x="1726819" y="0"/>
                  </a:lnTo>
                  <a:close/>
                </a:path>
                <a:path w="10424160" h="5213350">
                  <a:moveTo>
                    <a:pt x="1759712" y="0"/>
                  </a:moveTo>
                  <a:lnTo>
                    <a:pt x="1754377" y="0"/>
                  </a:lnTo>
                  <a:lnTo>
                    <a:pt x="1750187" y="4318"/>
                  </a:lnTo>
                  <a:lnTo>
                    <a:pt x="1750187" y="14732"/>
                  </a:lnTo>
                  <a:lnTo>
                    <a:pt x="1754377" y="19050"/>
                  </a:lnTo>
                  <a:lnTo>
                    <a:pt x="1759712" y="19050"/>
                  </a:lnTo>
                  <a:lnTo>
                    <a:pt x="1759712" y="0"/>
                  </a:lnTo>
                  <a:close/>
                </a:path>
                <a:path w="10424160" h="5213350">
                  <a:moveTo>
                    <a:pt x="1764919" y="0"/>
                  </a:moveTo>
                  <a:lnTo>
                    <a:pt x="1759712" y="0"/>
                  </a:lnTo>
                  <a:lnTo>
                    <a:pt x="1759712" y="19050"/>
                  </a:lnTo>
                  <a:lnTo>
                    <a:pt x="1764919" y="19050"/>
                  </a:lnTo>
                  <a:lnTo>
                    <a:pt x="1769237" y="14732"/>
                  </a:lnTo>
                  <a:lnTo>
                    <a:pt x="1769237" y="4318"/>
                  </a:lnTo>
                  <a:lnTo>
                    <a:pt x="1764919" y="0"/>
                  </a:lnTo>
                  <a:close/>
                </a:path>
                <a:path w="10424160" h="5213350">
                  <a:moveTo>
                    <a:pt x="1797812" y="0"/>
                  </a:moveTo>
                  <a:lnTo>
                    <a:pt x="1792605" y="0"/>
                  </a:lnTo>
                  <a:lnTo>
                    <a:pt x="1788287" y="4318"/>
                  </a:lnTo>
                  <a:lnTo>
                    <a:pt x="1788287" y="14732"/>
                  </a:lnTo>
                  <a:lnTo>
                    <a:pt x="1792605" y="19050"/>
                  </a:lnTo>
                  <a:lnTo>
                    <a:pt x="1797812" y="19050"/>
                  </a:lnTo>
                  <a:lnTo>
                    <a:pt x="1797812" y="0"/>
                  </a:lnTo>
                  <a:close/>
                </a:path>
                <a:path w="10424160" h="5213350">
                  <a:moveTo>
                    <a:pt x="1803145" y="0"/>
                  </a:moveTo>
                  <a:lnTo>
                    <a:pt x="1797812" y="0"/>
                  </a:lnTo>
                  <a:lnTo>
                    <a:pt x="1797812" y="19050"/>
                  </a:lnTo>
                  <a:lnTo>
                    <a:pt x="1803145" y="19050"/>
                  </a:lnTo>
                  <a:lnTo>
                    <a:pt x="1807337" y="14732"/>
                  </a:lnTo>
                  <a:lnTo>
                    <a:pt x="1807337" y="4318"/>
                  </a:lnTo>
                  <a:lnTo>
                    <a:pt x="1803145" y="0"/>
                  </a:lnTo>
                  <a:close/>
                </a:path>
                <a:path w="10424160" h="5213350">
                  <a:moveTo>
                    <a:pt x="1835912" y="0"/>
                  </a:moveTo>
                  <a:lnTo>
                    <a:pt x="1830705" y="0"/>
                  </a:lnTo>
                  <a:lnTo>
                    <a:pt x="1826387" y="4318"/>
                  </a:lnTo>
                  <a:lnTo>
                    <a:pt x="1826387" y="14732"/>
                  </a:lnTo>
                  <a:lnTo>
                    <a:pt x="1830705" y="19050"/>
                  </a:lnTo>
                  <a:lnTo>
                    <a:pt x="1835912" y="19050"/>
                  </a:lnTo>
                  <a:lnTo>
                    <a:pt x="1835912" y="0"/>
                  </a:lnTo>
                  <a:close/>
                </a:path>
                <a:path w="10424160" h="5213350">
                  <a:moveTo>
                    <a:pt x="1841245" y="0"/>
                  </a:moveTo>
                  <a:lnTo>
                    <a:pt x="1835912" y="0"/>
                  </a:lnTo>
                  <a:lnTo>
                    <a:pt x="1835912" y="19050"/>
                  </a:lnTo>
                  <a:lnTo>
                    <a:pt x="1841245" y="19050"/>
                  </a:lnTo>
                  <a:lnTo>
                    <a:pt x="1845437" y="14732"/>
                  </a:lnTo>
                  <a:lnTo>
                    <a:pt x="1845437" y="4318"/>
                  </a:lnTo>
                  <a:lnTo>
                    <a:pt x="1841245" y="0"/>
                  </a:lnTo>
                  <a:close/>
                </a:path>
                <a:path w="10424160" h="5213350">
                  <a:moveTo>
                    <a:pt x="1874012" y="0"/>
                  </a:moveTo>
                  <a:lnTo>
                    <a:pt x="1868805" y="0"/>
                  </a:lnTo>
                  <a:lnTo>
                    <a:pt x="1864487" y="4318"/>
                  </a:lnTo>
                  <a:lnTo>
                    <a:pt x="1864487" y="14732"/>
                  </a:lnTo>
                  <a:lnTo>
                    <a:pt x="1868805" y="19050"/>
                  </a:lnTo>
                  <a:lnTo>
                    <a:pt x="1874012" y="19050"/>
                  </a:lnTo>
                  <a:lnTo>
                    <a:pt x="1874012" y="0"/>
                  </a:lnTo>
                  <a:close/>
                </a:path>
                <a:path w="10424160" h="5213350">
                  <a:moveTo>
                    <a:pt x="1879345" y="0"/>
                  </a:moveTo>
                  <a:lnTo>
                    <a:pt x="1874139" y="0"/>
                  </a:lnTo>
                  <a:lnTo>
                    <a:pt x="1874139" y="19050"/>
                  </a:lnTo>
                  <a:lnTo>
                    <a:pt x="1879345" y="19050"/>
                  </a:lnTo>
                  <a:lnTo>
                    <a:pt x="1883664" y="14732"/>
                  </a:lnTo>
                  <a:lnTo>
                    <a:pt x="1883664" y="4318"/>
                  </a:lnTo>
                  <a:lnTo>
                    <a:pt x="1879345" y="0"/>
                  </a:lnTo>
                  <a:close/>
                </a:path>
                <a:path w="10424160" h="5213350">
                  <a:moveTo>
                    <a:pt x="1912239" y="0"/>
                  </a:moveTo>
                  <a:lnTo>
                    <a:pt x="1906905" y="0"/>
                  </a:lnTo>
                  <a:lnTo>
                    <a:pt x="1902714" y="4318"/>
                  </a:lnTo>
                  <a:lnTo>
                    <a:pt x="1902714" y="14732"/>
                  </a:lnTo>
                  <a:lnTo>
                    <a:pt x="1906905" y="19050"/>
                  </a:lnTo>
                  <a:lnTo>
                    <a:pt x="1912239" y="19050"/>
                  </a:lnTo>
                  <a:lnTo>
                    <a:pt x="1912239" y="0"/>
                  </a:lnTo>
                  <a:close/>
                </a:path>
                <a:path w="10424160" h="5213350">
                  <a:moveTo>
                    <a:pt x="1917445" y="0"/>
                  </a:moveTo>
                  <a:lnTo>
                    <a:pt x="1912239" y="0"/>
                  </a:lnTo>
                  <a:lnTo>
                    <a:pt x="1912239" y="19050"/>
                  </a:lnTo>
                  <a:lnTo>
                    <a:pt x="1917445" y="19050"/>
                  </a:lnTo>
                  <a:lnTo>
                    <a:pt x="1921764" y="14732"/>
                  </a:lnTo>
                  <a:lnTo>
                    <a:pt x="1921764" y="4318"/>
                  </a:lnTo>
                  <a:lnTo>
                    <a:pt x="1917445" y="0"/>
                  </a:lnTo>
                  <a:close/>
                </a:path>
                <a:path w="10424160" h="5213350">
                  <a:moveTo>
                    <a:pt x="1950339" y="0"/>
                  </a:moveTo>
                  <a:lnTo>
                    <a:pt x="1945005" y="0"/>
                  </a:lnTo>
                  <a:lnTo>
                    <a:pt x="1940814" y="4318"/>
                  </a:lnTo>
                  <a:lnTo>
                    <a:pt x="1940814" y="14732"/>
                  </a:lnTo>
                  <a:lnTo>
                    <a:pt x="1945005" y="19050"/>
                  </a:lnTo>
                  <a:lnTo>
                    <a:pt x="1950339" y="19050"/>
                  </a:lnTo>
                  <a:lnTo>
                    <a:pt x="1950339" y="0"/>
                  </a:lnTo>
                  <a:close/>
                </a:path>
                <a:path w="10424160" h="5213350">
                  <a:moveTo>
                    <a:pt x="1955545" y="0"/>
                  </a:moveTo>
                  <a:lnTo>
                    <a:pt x="1950339" y="0"/>
                  </a:lnTo>
                  <a:lnTo>
                    <a:pt x="1950339" y="19050"/>
                  </a:lnTo>
                  <a:lnTo>
                    <a:pt x="1955545" y="19050"/>
                  </a:lnTo>
                  <a:lnTo>
                    <a:pt x="1959864" y="14732"/>
                  </a:lnTo>
                  <a:lnTo>
                    <a:pt x="1959864" y="4318"/>
                  </a:lnTo>
                  <a:lnTo>
                    <a:pt x="1955545" y="0"/>
                  </a:lnTo>
                  <a:close/>
                </a:path>
                <a:path w="10424160" h="5213350">
                  <a:moveTo>
                    <a:pt x="1988439" y="0"/>
                  </a:moveTo>
                  <a:lnTo>
                    <a:pt x="1983105" y="0"/>
                  </a:lnTo>
                  <a:lnTo>
                    <a:pt x="1978914" y="4318"/>
                  </a:lnTo>
                  <a:lnTo>
                    <a:pt x="1978914" y="14732"/>
                  </a:lnTo>
                  <a:lnTo>
                    <a:pt x="1983105" y="19050"/>
                  </a:lnTo>
                  <a:lnTo>
                    <a:pt x="1988439" y="19050"/>
                  </a:lnTo>
                  <a:lnTo>
                    <a:pt x="1988439" y="0"/>
                  </a:lnTo>
                  <a:close/>
                </a:path>
                <a:path w="10424160" h="5213350">
                  <a:moveTo>
                    <a:pt x="1993645" y="0"/>
                  </a:moveTo>
                  <a:lnTo>
                    <a:pt x="1988439" y="0"/>
                  </a:lnTo>
                  <a:lnTo>
                    <a:pt x="1988439" y="19050"/>
                  </a:lnTo>
                  <a:lnTo>
                    <a:pt x="1993645" y="19050"/>
                  </a:lnTo>
                  <a:lnTo>
                    <a:pt x="1997964" y="14732"/>
                  </a:lnTo>
                  <a:lnTo>
                    <a:pt x="1997964" y="4318"/>
                  </a:lnTo>
                  <a:lnTo>
                    <a:pt x="1993645" y="0"/>
                  </a:lnTo>
                  <a:close/>
                </a:path>
                <a:path w="10424160" h="5213350">
                  <a:moveTo>
                    <a:pt x="2026539" y="0"/>
                  </a:moveTo>
                  <a:lnTo>
                    <a:pt x="2021332" y="0"/>
                  </a:lnTo>
                  <a:lnTo>
                    <a:pt x="2017014" y="4318"/>
                  </a:lnTo>
                  <a:lnTo>
                    <a:pt x="2017014" y="14732"/>
                  </a:lnTo>
                  <a:lnTo>
                    <a:pt x="2021332" y="19050"/>
                  </a:lnTo>
                  <a:lnTo>
                    <a:pt x="2026539" y="19050"/>
                  </a:lnTo>
                  <a:lnTo>
                    <a:pt x="2026539" y="0"/>
                  </a:lnTo>
                  <a:close/>
                </a:path>
                <a:path w="10424160" h="5213350">
                  <a:moveTo>
                    <a:pt x="2031872" y="0"/>
                  </a:moveTo>
                  <a:lnTo>
                    <a:pt x="2026539" y="0"/>
                  </a:lnTo>
                  <a:lnTo>
                    <a:pt x="2026539" y="19050"/>
                  </a:lnTo>
                  <a:lnTo>
                    <a:pt x="2031872" y="19050"/>
                  </a:lnTo>
                  <a:lnTo>
                    <a:pt x="2036064" y="14732"/>
                  </a:lnTo>
                  <a:lnTo>
                    <a:pt x="2036064" y="4318"/>
                  </a:lnTo>
                  <a:lnTo>
                    <a:pt x="2031872" y="0"/>
                  </a:lnTo>
                  <a:close/>
                </a:path>
                <a:path w="10424160" h="5213350">
                  <a:moveTo>
                    <a:pt x="2064639" y="0"/>
                  </a:moveTo>
                  <a:lnTo>
                    <a:pt x="2059432" y="0"/>
                  </a:lnTo>
                  <a:lnTo>
                    <a:pt x="2055114" y="4318"/>
                  </a:lnTo>
                  <a:lnTo>
                    <a:pt x="2055114" y="14732"/>
                  </a:lnTo>
                  <a:lnTo>
                    <a:pt x="2059432" y="19050"/>
                  </a:lnTo>
                  <a:lnTo>
                    <a:pt x="2064639" y="19050"/>
                  </a:lnTo>
                  <a:lnTo>
                    <a:pt x="2064639" y="0"/>
                  </a:lnTo>
                  <a:close/>
                </a:path>
                <a:path w="10424160" h="5213350">
                  <a:moveTo>
                    <a:pt x="2069972" y="0"/>
                  </a:moveTo>
                  <a:lnTo>
                    <a:pt x="2064639" y="0"/>
                  </a:lnTo>
                  <a:lnTo>
                    <a:pt x="2064639" y="19050"/>
                  </a:lnTo>
                  <a:lnTo>
                    <a:pt x="2069972" y="19050"/>
                  </a:lnTo>
                  <a:lnTo>
                    <a:pt x="2074164" y="14732"/>
                  </a:lnTo>
                  <a:lnTo>
                    <a:pt x="2074164" y="4318"/>
                  </a:lnTo>
                  <a:lnTo>
                    <a:pt x="2069972" y="0"/>
                  </a:lnTo>
                  <a:close/>
                </a:path>
                <a:path w="10424160" h="5213350">
                  <a:moveTo>
                    <a:pt x="2102739" y="0"/>
                  </a:moveTo>
                  <a:lnTo>
                    <a:pt x="2097532" y="0"/>
                  </a:lnTo>
                  <a:lnTo>
                    <a:pt x="2093214" y="4318"/>
                  </a:lnTo>
                  <a:lnTo>
                    <a:pt x="2093214" y="14732"/>
                  </a:lnTo>
                  <a:lnTo>
                    <a:pt x="2097532" y="19050"/>
                  </a:lnTo>
                  <a:lnTo>
                    <a:pt x="2102739" y="19050"/>
                  </a:lnTo>
                  <a:lnTo>
                    <a:pt x="2102739" y="0"/>
                  </a:lnTo>
                  <a:close/>
                </a:path>
                <a:path w="10424160" h="5213350">
                  <a:moveTo>
                    <a:pt x="2108072" y="0"/>
                  </a:moveTo>
                  <a:lnTo>
                    <a:pt x="2102739" y="0"/>
                  </a:lnTo>
                  <a:lnTo>
                    <a:pt x="2102739" y="19050"/>
                  </a:lnTo>
                  <a:lnTo>
                    <a:pt x="2108072" y="19050"/>
                  </a:lnTo>
                  <a:lnTo>
                    <a:pt x="2112264" y="14732"/>
                  </a:lnTo>
                  <a:lnTo>
                    <a:pt x="2112264" y="4318"/>
                  </a:lnTo>
                  <a:lnTo>
                    <a:pt x="2108072" y="0"/>
                  </a:lnTo>
                  <a:close/>
                </a:path>
                <a:path w="10424160" h="5213350">
                  <a:moveTo>
                    <a:pt x="2140839" y="0"/>
                  </a:moveTo>
                  <a:lnTo>
                    <a:pt x="2135632" y="0"/>
                  </a:lnTo>
                  <a:lnTo>
                    <a:pt x="2131314" y="4318"/>
                  </a:lnTo>
                  <a:lnTo>
                    <a:pt x="2131314" y="14732"/>
                  </a:lnTo>
                  <a:lnTo>
                    <a:pt x="2135632" y="19050"/>
                  </a:lnTo>
                  <a:lnTo>
                    <a:pt x="2140839" y="19050"/>
                  </a:lnTo>
                  <a:lnTo>
                    <a:pt x="2140839" y="0"/>
                  </a:lnTo>
                  <a:close/>
                </a:path>
                <a:path w="10424160" h="5213350">
                  <a:moveTo>
                    <a:pt x="2146172" y="0"/>
                  </a:moveTo>
                  <a:lnTo>
                    <a:pt x="2140966" y="0"/>
                  </a:lnTo>
                  <a:lnTo>
                    <a:pt x="2140966" y="19050"/>
                  </a:lnTo>
                  <a:lnTo>
                    <a:pt x="2146172" y="19050"/>
                  </a:lnTo>
                  <a:lnTo>
                    <a:pt x="2150491" y="14732"/>
                  </a:lnTo>
                  <a:lnTo>
                    <a:pt x="2150491" y="4318"/>
                  </a:lnTo>
                  <a:lnTo>
                    <a:pt x="2146172" y="0"/>
                  </a:lnTo>
                  <a:close/>
                </a:path>
                <a:path w="10424160" h="5213350">
                  <a:moveTo>
                    <a:pt x="2179066" y="0"/>
                  </a:moveTo>
                  <a:lnTo>
                    <a:pt x="2173732" y="0"/>
                  </a:lnTo>
                  <a:lnTo>
                    <a:pt x="2169541" y="4318"/>
                  </a:lnTo>
                  <a:lnTo>
                    <a:pt x="2169541" y="14732"/>
                  </a:lnTo>
                  <a:lnTo>
                    <a:pt x="2173732" y="19050"/>
                  </a:lnTo>
                  <a:lnTo>
                    <a:pt x="2179066" y="19050"/>
                  </a:lnTo>
                  <a:lnTo>
                    <a:pt x="2179066" y="0"/>
                  </a:lnTo>
                  <a:close/>
                </a:path>
                <a:path w="10424160" h="5213350">
                  <a:moveTo>
                    <a:pt x="2184272" y="0"/>
                  </a:moveTo>
                  <a:lnTo>
                    <a:pt x="2179066" y="0"/>
                  </a:lnTo>
                  <a:lnTo>
                    <a:pt x="2179066" y="19050"/>
                  </a:lnTo>
                  <a:lnTo>
                    <a:pt x="2184272" y="19050"/>
                  </a:lnTo>
                  <a:lnTo>
                    <a:pt x="2188591" y="14732"/>
                  </a:lnTo>
                  <a:lnTo>
                    <a:pt x="2188591" y="4318"/>
                  </a:lnTo>
                  <a:lnTo>
                    <a:pt x="2184272" y="0"/>
                  </a:lnTo>
                  <a:close/>
                </a:path>
                <a:path w="10424160" h="5213350">
                  <a:moveTo>
                    <a:pt x="2217166" y="0"/>
                  </a:moveTo>
                  <a:lnTo>
                    <a:pt x="2211832" y="0"/>
                  </a:lnTo>
                  <a:lnTo>
                    <a:pt x="2207641" y="4318"/>
                  </a:lnTo>
                  <a:lnTo>
                    <a:pt x="2207641" y="14732"/>
                  </a:lnTo>
                  <a:lnTo>
                    <a:pt x="2211832" y="19050"/>
                  </a:lnTo>
                  <a:lnTo>
                    <a:pt x="2217166" y="19050"/>
                  </a:lnTo>
                  <a:lnTo>
                    <a:pt x="2217166" y="0"/>
                  </a:lnTo>
                  <a:close/>
                </a:path>
                <a:path w="10424160" h="5213350">
                  <a:moveTo>
                    <a:pt x="2222372" y="0"/>
                  </a:moveTo>
                  <a:lnTo>
                    <a:pt x="2217166" y="0"/>
                  </a:lnTo>
                  <a:lnTo>
                    <a:pt x="2217166" y="19050"/>
                  </a:lnTo>
                  <a:lnTo>
                    <a:pt x="2222372" y="19050"/>
                  </a:lnTo>
                  <a:lnTo>
                    <a:pt x="2226691" y="14732"/>
                  </a:lnTo>
                  <a:lnTo>
                    <a:pt x="2226691" y="4318"/>
                  </a:lnTo>
                  <a:lnTo>
                    <a:pt x="2222372" y="0"/>
                  </a:lnTo>
                  <a:close/>
                </a:path>
                <a:path w="10424160" h="5213350">
                  <a:moveTo>
                    <a:pt x="2255266" y="0"/>
                  </a:moveTo>
                  <a:lnTo>
                    <a:pt x="2249932" y="0"/>
                  </a:lnTo>
                  <a:lnTo>
                    <a:pt x="2245741" y="4318"/>
                  </a:lnTo>
                  <a:lnTo>
                    <a:pt x="2245741" y="14732"/>
                  </a:lnTo>
                  <a:lnTo>
                    <a:pt x="2249932" y="19050"/>
                  </a:lnTo>
                  <a:lnTo>
                    <a:pt x="2255266" y="19050"/>
                  </a:lnTo>
                  <a:lnTo>
                    <a:pt x="2255266" y="0"/>
                  </a:lnTo>
                  <a:close/>
                </a:path>
                <a:path w="10424160" h="5213350">
                  <a:moveTo>
                    <a:pt x="2260472" y="0"/>
                  </a:moveTo>
                  <a:lnTo>
                    <a:pt x="2255266" y="0"/>
                  </a:lnTo>
                  <a:lnTo>
                    <a:pt x="2255266" y="19050"/>
                  </a:lnTo>
                  <a:lnTo>
                    <a:pt x="2260472" y="19050"/>
                  </a:lnTo>
                  <a:lnTo>
                    <a:pt x="2264791" y="14732"/>
                  </a:lnTo>
                  <a:lnTo>
                    <a:pt x="2264791" y="4318"/>
                  </a:lnTo>
                  <a:lnTo>
                    <a:pt x="2260472" y="0"/>
                  </a:lnTo>
                  <a:close/>
                </a:path>
                <a:path w="10424160" h="5213350">
                  <a:moveTo>
                    <a:pt x="2293366" y="0"/>
                  </a:moveTo>
                  <a:lnTo>
                    <a:pt x="2288159" y="0"/>
                  </a:lnTo>
                  <a:lnTo>
                    <a:pt x="2283841" y="4318"/>
                  </a:lnTo>
                  <a:lnTo>
                    <a:pt x="2283841" y="14732"/>
                  </a:lnTo>
                  <a:lnTo>
                    <a:pt x="2288159" y="19050"/>
                  </a:lnTo>
                  <a:lnTo>
                    <a:pt x="2293366" y="19050"/>
                  </a:lnTo>
                  <a:lnTo>
                    <a:pt x="2293366" y="0"/>
                  </a:lnTo>
                  <a:close/>
                </a:path>
                <a:path w="10424160" h="5213350">
                  <a:moveTo>
                    <a:pt x="2298700" y="0"/>
                  </a:moveTo>
                  <a:lnTo>
                    <a:pt x="2293366" y="0"/>
                  </a:lnTo>
                  <a:lnTo>
                    <a:pt x="2293366" y="19050"/>
                  </a:lnTo>
                  <a:lnTo>
                    <a:pt x="2298700" y="19050"/>
                  </a:lnTo>
                  <a:lnTo>
                    <a:pt x="2302891" y="14732"/>
                  </a:lnTo>
                  <a:lnTo>
                    <a:pt x="2302891" y="4318"/>
                  </a:lnTo>
                  <a:lnTo>
                    <a:pt x="2298700" y="0"/>
                  </a:lnTo>
                  <a:close/>
                </a:path>
                <a:path w="10424160" h="5213350">
                  <a:moveTo>
                    <a:pt x="2331466" y="0"/>
                  </a:moveTo>
                  <a:lnTo>
                    <a:pt x="2326259" y="0"/>
                  </a:lnTo>
                  <a:lnTo>
                    <a:pt x="2321941" y="4318"/>
                  </a:lnTo>
                  <a:lnTo>
                    <a:pt x="2321941" y="14732"/>
                  </a:lnTo>
                  <a:lnTo>
                    <a:pt x="2326259" y="19050"/>
                  </a:lnTo>
                  <a:lnTo>
                    <a:pt x="2331466" y="19050"/>
                  </a:lnTo>
                  <a:lnTo>
                    <a:pt x="2331466" y="0"/>
                  </a:lnTo>
                  <a:close/>
                </a:path>
                <a:path w="10424160" h="5213350">
                  <a:moveTo>
                    <a:pt x="2336800" y="0"/>
                  </a:moveTo>
                  <a:lnTo>
                    <a:pt x="2331466" y="0"/>
                  </a:lnTo>
                  <a:lnTo>
                    <a:pt x="2331466" y="19050"/>
                  </a:lnTo>
                  <a:lnTo>
                    <a:pt x="2336800" y="19050"/>
                  </a:lnTo>
                  <a:lnTo>
                    <a:pt x="2340991" y="14732"/>
                  </a:lnTo>
                  <a:lnTo>
                    <a:pt x="2340991" y="4318"/>
                  </a:lnTo>
                  <a:lnTo>
                    <a:pt x="2336800" y="0"/>
                  </a:lnTo>
                  <a:close/>
                </a:path>
                <a:path w="10424160" h="5213350">
                  <a:moveTo>
                    <a:pt x="2369566" y="0"/>
                  </a:moveTo>
                  <a:lnTo>
                    <a:pt x="2364359" y="0"/>
                  </a:lnTo>
                  <a:lnTo>
                    <a:pt x="2360041" y="4318"/>
                  </a:lnTo>
                  <a:lnTo>
                    <a:pt x="2360041" y="14732"/>
                  </a:lnTo>
                  <a:lnTo>
                    <a:pt x="2364359" y="19050"/>
                  </a:lnTo>
                  <a:lnTo>
                    <a:pt x="2369566" y="19050"/>
                  </a:lnTo>
                  <a:lnTo>
                    <a:pt x="2369566" y="0"/>
                  </a:lnTo>
                  <a:close/>
                </a:path>
                <a:path w="10424160" h="5213350">
                  <a:moveTo>
                    <a:pt x="2374900" y="0"/>
                  </a:moveTo>
                  <a:lnTo>
                    <a:pt x="2369566" y="0"/>
                  </a:lnTo>
                  <a:lnTo>
                    <a:pt x="2369566" y="19050"/>
                  </a:lnTo>
                  <a:lnTo>
                    <a:pt x="2374900" y="19050"/>
                  </a:lnTo>
                  <a:lnTo>
                    <a:pt x="2379091" y="14732"/>
                  </a:lnTo>
                  <a:lnTo>
                    <a:pt x="2379091" y="4318"/>
                  </a:lnTo>
                  <a:lnTo>
                    <a:pt x="2374900" y="0"/>
                  </a:lnTo>
                  <a:close/>
                </a:path>
                <a:path w="10424160" h="5213350">
                  <a:moveTo>
                    <a:pt x="2407666" y="0"/>
                  </a:moveTo>
                  <a:lnTo>
                    <a:pt x="2402459" y="0"/>
                  </a:lnTo>
                  <a:lnTo>
                    <a:pt x="2398141" y="4318"/>
                  </a:lnTo>
                  <a:lnTo>
                    <a:pt x="2398141" y="14732"/>
                  </a:lnTo>
                  <a:lnTo>
                    <a:pt x="2402459" y="19050"/>
                  </a:lnTo>
                  <a:lnTo>
                    <a:pt x="2407666" y="19050"/>
                  </a:lnTo>
                  <a:lnTo>
                    <a:pt x="2407666" y="0"/>
                  </a:lnTo>
                  <a:close/>
                </a:path>
                <a:path w="10424160" h="5213350">
                  <a:moveTo>
                    <a:pt x="2407793" y="12700"/>
                  </a:moveTo>
                  <a:lnTo>
                    <a:pt x="2407666" y="12700"/>
                  </a:lnTo>
                  <a:lnTo>
                    <a:pt x="2407666" y="19050"/>
                  </a:lnTo>
                  <a:lnTo>
                    <a:pt x="2407793" y="19050"/>
                  </a:lnTo>
                  <a:lnTo>
                    <a:pt x="2407793" y="12700"/>
                  </a:lnTo>
                  <a:close/>
                </a:path>
                <a:path w="10424160" h="5213350">
                  <a:moveTo>
                    <a:pt x="2413000" y="0"/>
                  </a:moveTo>
                  <a:lnTo>
                    <a:pt x="2407793" y="0"/>
                  </a:lnTo>
                  <a:lnTo>
                    <a:pt x="2407793" y="19050"/>
                  </a:lnTo>
                  <a:lnTo>
                    <a:pt x="2413000" y="19050"/>
                  </a:lnTo>
                  <a:lnTo>
                    <a:pt x="2417318" y="14732"/>
                  </a:lnTo>
                  <a:lnTo>
                    <a:pt x="2417318" y="4318"/>
                  </a:lnTo>
                  <a:lnTo>
                    <a:pt x="2413000" y="0"/>
                  </a:lnTo>
                  <a:close/>
                </a:path>
                <a:path w="10424160" h="5213350">
                  <a:moveTo>
                    <a:pt x="2407793" y="0"/>
                  </a:moveTo>
                  <a:lnTo>
                    <a:pt x="2407666" y="0"/>
                  </a:lnTo>
                  <a:lnTo>
                    <a:pt x="2407666" y="6350"/>
                  </a:lnTo>
                  <a:lnTo>
                    <a:pt x="2407793" y="6350"/>
                  </a:lnTo>
                  <a:lnTo>
                    <a:pt x="2407793" y="0"/>
                  </a:lnTo>
                  <a:close/>
                </a:path>
                <a:path w="10424160" h="5213350">
                  <a:moveTo>
                    <a:pt x="2445893" y="0"/>
                  </a:moveTo>
                  <a:lnTo>
                    <a:pt x="2440559" y="0"/>
                  </a:lnTo>
                  <a:lnTo>
                    <a:pt x="2436368" y="4318"/>
                  </a:lnTo>
                  <a:lnTo>
                    <a:pt x="2436368" y="14732"/>
                  </a:lnTo>
                  <a:lnTo>
                    <a:pt x="2440559" y="19050"/>
                  </a:lnTo>
                  <a:lnTo>
                    <a:pt x="2445893" y="19050"/>
                  </a:lnTo>
                  <a:lnTo>
                    <a:pt x="2445893" y="0"/>
                  </a:lnTo>
                  <a:close/>
                </a:path>
                <a:path w="10424160" h="5213350">
                  <a:moveTo>
                    <a:pt x="2451100" y="0"/>
                  </a:moveTo>
                  <a:lnTo>
                    <a:pt x="2445893" y="0"/>
                  </a:lnTo>
                  <a:lnTo>
                    <a:pt x="2445893" y="19050"/>
                  </a:lnTo>
                  <a:lnTo>
                    <a:pt x="2451100" y="19050"/>
                  </a:lnTo>
                  <a:lnTo>
                    <a:pt x="2455418" y="14732"/>
                  </a:lnTo>
                  <a:lnTo>
                    <a:pt x="2455418" y="4318"/>
                  </a:lnTo>
                  <a:lnTo>
                    <a:pt x="2451100" y="0"/>
                  </a:lnTo>
                  <a:close/>
                </a:path>
                <a:path w="10424160" h="5213350">
                  <a:moveTo>
                    <a:pt x="2483993" y="0"/>
                  </a:moveTo>
                  <a:lnTo>
                    <a:pt x="2478659" y="0"/>
                  </a:lnTo>
                  <a:lnTo>
                    <a:pt x="2474468" y="4318"/>
                  </a:lnTo>
                  <a:lnTo>
                    <a:pt x="2474468" y="14732"/>
                  </a:lnTo>
                  <a:lnTo>
                    <a:pt x="2478659" y="19050"/>
                  </a:lnTo>
                  <a:lnTo>
                    <a:pt x="2483993" y="19050"/>
                  </a:lnTo>
                  <a:lnTo>
                    <a:pt x="2483993" y="0"/>
                  </a:lnTo>
                  <a:close/>
                </a:path>
                <a:path w="10424160" h="5213350">
                  <a:moveTo>
                    <a:pt x="2489200" y="0"/>
                  </a:moveTo>
                  <a:lnTo>
                    <a:pt x="2483993" y="0"/>
                  </a:lnTo>
                  <a:lnTo>
                    <a:pt x="2483993" y="19050"/>
                  </a:lnTo>
                  <a:lnTo>
                    <a:pt x="2489200" y="19050"/>
                  </a:lnTo>
                  <a:lnTo>
                    <a:pt x="2493518" y="14732"/>
                  </a:lnTo>
                  <a:lnTo>
                    <a:pt x="2493518" y="4318"/>
                  </a:lnTo>
                  <a:lnTo>
                    <a:pt x="2489200" y="0"/>
                  </a:lnTo>
                  <a:close/>
                </a:path>
                <a:path w="10424160" h="5213350">
                  <a:moveTo>
                    <a:pt x="2522093" y="0"/>
                  </a:moveTo>
                  <a:lnTo>
                    <a:pt x="2516759" y="0"/>
                  </a:lnTo>
                  <a:lnTo>
                    <a:pt x="2512568" y="4318"/>
                  </a:lnTo>
                  <a:lnTo>
                    <a:pt x="2512568" y="14732"/>
                  </a:lnTo>
                  <a:lnTo>
                    <a:pt x="2516759" y="19050"/>
                  </a:lnTo>
                  <a:lnTo>
                    <a:pt x="2522093" y="19050"/>
                  </a:lnTo>
                  <a:lnTo>
                    <a:pt x="2522093" y="0"/>
                  </a:lnTo>
                  <a:close/>
                </a:path>
                <a:path w="10424160" h="5213350">
                  <a:moveTo>
                    <a:pt x="2527300" y="0"/>
                  </a:moveTo>
                  <a:lnTo>
                    <a:pt x="2522093" y="0"/>
                  </a:lnTo>
                  <a:lnTo>
                    <a:pt x="2522093" y="19050"/>
                  </a:lnTo>
                  <a:lnTo>
                    <a:pt x="2527300" y="19050"/>
                  </a:lnTo>
                  <a:lnTo>
                    <a:pt x="2531618" y="14732"/>
                  </a:lnTo>
                  <a:lnTo>
                    <a:pt x="2531618" y="4318"/>
                  </a:lnTo>
                  <a:lnTo>
                    <a:pt x="2527300" y="0"/>
                  </a:lnTo>
                  <a:close/>
                </a:path>
                <a:path w="10424160" h="5213350">
                  <a:moveTo>
                    <a:pt x="2560193" y="0"/>
                  </a:moveTo>
                  <a:lnTo>
                    <a:pt x="2554985" y="0"/>
                  </a:lnTo>
                  <a:lnTo>
                    <a:pt x="2550668" y="4318"/>
                  </a:lnTo>
                  <a:lnTo>
                    <a:pt x="2550668" y="14732"/>
                  </a:lnTo>
                  <a:lnTo>
                    <a:pt x="2554985" y="19050"/>
                  </a:lnTo>
                  <a:lnTo>
                    <a:pt x="2560193" y="19050"/>
                  </a:lnTo>
                  <a:lnTo>
                    <a:pt x="2560193" y="0"/>
                  </a:lnTo>
                  <a:close/>
                </a:path>
                <a:path w="10424160" h="5213350">
                  <a:moveTo>
                    <a:pt x="2565527" y="0"/>
                  </a:moveTo>
                  <a:lnTo>
                    <a:pt x="2560193" y="0"/>
                  </a:lnTo>
                  <a:lnTo>
                    <a:pt x="2560193" y="19050"/>
                  </a:lnTo>
                  <a:lnTo>
                    <a:pt x="2565527" y="19050"/>
                  </a:lnTo>
                  <a:lnTo>
                    <a:pt x="2569718" y="14732"/>
                  </a:lnTo>
                  <a:lnTo>
                    <a:pt x="2569718" y="4318"/>
                  </a:lnTo>
                  <a:lnTo>
                    <a:pt x="2565527" y="0"/>
                  </a:lnTo>
                  <a:close/>
                </a:path>
                <a:path w="10424160" h="5213350">
                  <a:moveTo>
                    <a:pt x="2598293" y="0"/>
                  </a:moveTo>
                  <a:lnTo>
                    <a:pt x="2593085" y="0"/>
                  </a:lnTo>
                  <a:lnTo>
                    <a:pt x="2588768" y="4318"/>
                  </a:lnTo>
                  <a:lnTo>
                    <a:pt x="2588768" y="14732"/>
                  </a:lnTo>
                  <a:lnTo>
                    <a:pt x="2593085" y="19050"/>
                  </a:lnTo>
                  <a:lnTo>
                    <a:pt x="2598293" y="19050"/>
                  </a:lnTo>
                  <a:lnTo>
                    <a:pt x="2598293" y="0"/>
                  </a:lnTo>
                  <a:close/>
                </a:path>
                <a:path w="10424160" h="5213350">
                  <a:moveTo>
                    <a:pt x="2603627" y="0"/>
                  </a:moveTo>
                  <a:lnTo>
                    <a:pt x="2598293" y="0"/>
                  </a:lnTo>
                  <a:lnTo>
                    <a:pt x="2598293" y="19050"/>
                  </a:lnTo>
                  <a:lnTo>
                    <a:pt x="2603627" y="19050"/>
                  </a:lnTo>
                  <a:lnTo>
                    <a:pt x="2607818" y="14732"/>
                  </a:lnTo>
                  <a:lnTo>
                    <a:pt x="2607818" y="4318"/>
                  </a:lnTo>
                  <a:lnTo>
                    <a:pt x="2603627" y="0"/>
                  </a:lnTo>
                  <a:close/>
                </a:path>
                <a:path w="10424160" h="5213350">
                  <a:moveTo>
                    <a:pt x="2636393" y="0"/>
                  </a:moveTo>
                  <a:lnTo>
                    <a:pt x="2631185" y="0"/>
                  </a:lnTo>
                  <a:lnTo>
                    <a:pt x="2626868" y="4318"/>
                  </a:lnTo>
                  <a:lnTo>
                    <a:pt x="2626868" y="14732"/>
                  </a:lnTo>
                  <a:lnTo>
                    <a:pt x="2631185" y="19050"/>
                  </a:lnTo>
                  <a:lnTo>
                    <a:pt x="2636393" y="19050"/>
                  </a:lnTo>
                  <a:lnTo>
                    <a:pt x="2636393" y="0"/>
                  </a:lnTo>
                  <a:close/>
                </a:path>
                <a:path w="10424160" h="5213350">
                  <a:moveTo>
                    <a:pt x="2641727" y="0"/>
                  </a:moveTo>
                  <a:lnTo>
                    <a:pt x="2636520" y="0"/>
                  </a:lnTo>
                  <a:lnTo>
                    <a:pt x="2636520" y="19050"/>
                  </a:lnTo>
                  <a:lnTo>
                    <a:pt x="2641727" y="19050"/>
                  </a:lnTo>
                  <a:lnTo>
                    <a:pt x="2646045" y="14732"/>
                  </a:lnTo>
                  <a:lnTo>
                    <a:pt x="2646045" y="4318"/>
                  </a:lnTo>
                  <a:lnTo>
                    <a:pt x="2641727" y="0"/>
                  </a:lnTo>
                  <a:close/>
                </a:path>
                <a:path w="10424160" h="5213350">
                  <a:moveTo>
                    <a:pt x="2674620" y="0"/>
                  </a:moveTo>
                  <a:lnTo>
                    <a:pt x="2669285" y="0"/>
                  </a:lnTo>
                  <a:lnTo>
                    <a:pt x="2665095" y="4318"/>
                  </a:lnTo>
                  <a:lnTo>
                    <a:pt x="2665095" y="14732"/>
                  </a:lnTo>
                  <a:lnTo>
                    <a:pt x="2669285" y="19050"/>
                  </a:lnTo>
                  <a:lnTo>
                    <a:pt x="2674620" y="19050"/>
                  </a:lnTo>
                  <a:lnTo>
                    <a:pt x="2674620" y="0"/>
                  </a:lnTo>
                  <a:close/>
                </a:path>
                <a:path w="10424160" h="5213350">
                  <a:moveTo>
                    <a:pt x="2679827" y="0"/>
                  </a:moveTo>
                  <a:lnTo>
                    <a:pt x="2674620" y="0"/>
                  </a:lnTo>
                  <a:lnTo>
                    <a:pt x="2674620" y="19050"/>
                  </a:lnTo>
                  <a:lnTo>
                    <a:pt x="2679827" y="19050"/>
                  </a:lnTo>
                  <a:lnTo>
                    <a:pt x="2684145" y="14732"/>
                  </a:lnTo>
                  <a:lnTo>
                    <a:pt x="2684145" y="4318"/>
                  </a:lnTo>
                  <a:lnTo>
                    <a:pt x="2679827" y="0"/>
                  </a:lnTo>
                  <a:close/>
                </a:path>
                <a:path w="10424160" h="5213350">
                  <a:moveTo>
                    <a:pt x="2712720" y="0"/>
                  </a:moveTo>
                  <a:lnTo>
                    <a:pt x="2707385" y="0"/>
                  </a:lnTo>
                  <a:lnTo>
                    <a:pt x="2703195" y="4318"/>
                  </a:lnTo>
                  <a:lnTo>
                    <a:pt x="2703195" y="14732"/>
                  </a:lnTo>
                  <a:lnTo>
                    <a:pt x="2707385" y="19050"/>
                  </a:lnTo>
                  <a:lnTo>
                    <a:pt x="2712720" y="19050"/>
                  </a:lnTo>
                  <a:lnTo>
                    <a:pt x="2712720" y="0"/>
                  </a:lnTo>
                  <a:close/>
                </a:path>
                <a:path w="10424160" h="5213350">
                  <a:moveTo>
                    <a:pt x="2717927" y="0"/>
                  </a:moveTo>
                  <a:lnTo>
                    <a:pt x="2712720" y="0"/>
                  </a:lnTo>
                  <a:lnTo>
                    <a:pt x="2712720" y="19050"/>
                  </a:lnTo>
                  <a:lnTo>
                    <a:pt x="2717927" y="19050"/>
                  </a:lnTo>
                  <a:lnTo>
                    <a:pt x="2722245" y="14732"/>
                  </a:lnTo>
                  <a:lnTo>
                    <a:pt x="2722245" y="4318"/>
                  </a:lnTo>
                  <a:lnTo>
                    <a:pt x="2717927" y="0"/>
                  </a:lnTo>
                  <a:close/>
                </a:path>
                <a:path w="10424160" h="5213350">
                  <a:moveTo>
                    <a:pt x="2750820" y="0"/>
                  </a:moveTo>
                  <a:lnTo>
                    <a:pt x="2745485" y="0"/>
                  </a:lnTo>
                  <a:lnTo>
                    <a:pt x="2741295" y="4318"/>
                  </a:lnTo>
                  <a:lnTo>
                    <a:pt x="2741295" y="14732"/>
                  </a:lnTo>
                  <a:lnTo>
                    <a:pt x="2745485" y="19050"/>
                  </a:lnTo>
                  <a:lnTo>
                    <a:pt x="2750820" y="19050"/>
                  </a:lnTo>
                  <a:lnTo>
                    <a:pt x="2750820" y="0"/>
                  </a:lnTo>
                  <a:close/>
                </a:path>
                <a:path w="10424160" h="5213350">
                  <a:moveTo>
                    <a:pt x="2756027" y="0"/>
                  </a:moveTo>
                  <a:lnTo>
                    <a:pt x="2750820" y="0"/>
                  </a:lnTo>
                  <a:lnTo>
                    <a:pt x="2750820" y="19050"/>
                  </a:lnTo>
                  <a:lnTo>
                    <a:pt x="2756027" y="19050"/>
                  </a:lnTo>
                  <a:lnTo>
                    <a:pt x="2760345" y="14732"/>
                  </a:lnTo>
                  <a:lnTo>
                    <a:pt x="2760345" y="4318"/>
                  </a:lnTo>
                  <a:lnTo>
                    <a:pt x="2756027" y="0"/>
                  </a:lnTo>
                  <a:close/>
                </a:path>
                <a:path w="10424160" h="5213350">
                  <a:moveTo>
                    <a:pt x="2788920" y="0"/>
                  </a:moveTo>
                  <a:lnTo>
                    <a:pt x="2783712" y="0"/>
                  </a:lnTo>
                  <a:lnTo>
                    <a:pt x="2779395" y="4318"/>
                  </a:lnTo>
                  <a:lnTo>
                    <a:pt x="2779395" y="14732"/>
                  </a:lnTo>
                  <a:lnTo>
                    <a:pt x="2783712" y="19050"/>
                  </a:lnTo>
                  <a:lnTo>
                    <a:pt x="2788920" y="19050"/>
                  </a:lnTo>
                  <a:lnTo>
                    <a:pt x="2788920" y="0"/>
                  </a:lnTo>
                  <a:close/>
                </a:path>
                <a:path w="10424160" h="5213350">
                  <a:moveTo>
                    <a:pt x="2794254" y="0"/>
                  </a:moveTo>
                  <a:lnTo>
                    <a:pt x="2788920" y="0"/>
                  </a:lnTo>
                  <a:lnTo>
                    <a:pt x="2788920" y="19050"/>
                  </a:lnTo>
                  <a:lnTo>
                    <a:pt x="2794254" y="19050"/>
                  </a:lnTo>
                  <a:lnTo>
                    <a:pt x="2798445" y="14732"/>
                  </a:lnTo>
                  <a:lnTo>
                    <a:pt x="2798445" y="4318"/>
                  </a:lnTo>
                  <a:lnTo>
                    <a:pt x="2794254" y="0"/>
                  </a:lnTo>
                  <a:close/>
                </a:path>
                <a:path w="10424160" h="5213350">
                  <a:moveTo>
                    <a:pt x="2827020" y="0"/>
                  </a:moveTo>
                  <a:lnTo>
                    <a:pt x="2821812" y="0"/>
                  </a:lnTo>
                  <a:lnTo>
                    <a:pt x="2817495" y="4318"/>
                  </a:lnTo>
                  <a:lnTo>
                    <a:pt x="2817495" y="14732"/>
                  </a:lnTo>
                  <a:lnTo>
                    <a:pt x="2821812" y="19050"/>
                  </a:lnTo>
                  <a:lnTo>
                    <a:pt x="2827020" y="19050"/>
                  </a:lnTo>
                  <a:lnTo>
                    <a:pt x="2827020" y="0"/>
                  </a:lnTo>
                  <a:close/>
                </a:path>
                <a:path w="10424160" h="5213350">
                  <a:moveTo>
                    <a:pt x="2832354" y="0"/>
                  </a:moveTo>
                  <a:lnTo>
                    <a:pt x="2827020" y="0"/>
                  </a:lnTo>
                  <a:lnTo>
                    <a:pt x="2827020" y="19050"/>
                  </a:lnTo>
                  <a:lnTo>
                    <a:pt x="2832354" y="19050"/>
                  </a:lnTo>
                  <a:lnTo>
                    <a:pt x="2836545" y="14732"/>
                  </a:lnTo>
                  <a:lnTo>
                    <a:pt x="2836545" y="4318"/>
                  </a:lnTo>
                  <a:lnTo>
                    <a:pt x="2832354" y="0"/>
                  </a:lnTo>
                  <a:close/>
                </a:path>
                <a:path w="10424160" h="5213350">
                  <a:moveTo>
                    <a:pt x="2865120" y="0"/>
                  </a:moveTo>
                  <a:lnTo>
                    <a:pt x="2859912" y="0"/>
                  </a:lnTo>
                  <a:lnTo>
                    <a:pt x="2855595" y="4318"/>
                  </a:lnTo>
                  <a:lnTo>
                    <a:pt x="2855595" y="14732"/>
                  </a:lnTo>
                  <a:lnTo>
                    <a:pt x="2859912" y="19050"/>
                  </a:lnTo>
                  <a:lnTo>
                    <a:pt x="2865120" y="19050"/>
                  </a:lnTo>
                  <a:lnTo>
                    <a:pt x="2865120" y="0"/>
                  </a:lnTo>
                  <a:close/>
                </a:path>
                <a:path w="10424160" h="5213350">
                  <a:moveTo>
                    <a:pt x="2870454" y="0"/>
                  </a:moveTo>
                  <a:lnTo>
                    <a:pt x="2865120" y="0"/>
                  </a:lnTo>
                  <a:lnTo>
                    <a:pt x="2865120" y="19050"/>
                  </a:lnTo>
                  <a:lnTo>
                    <a:pt x="2870454" y="19050"/>
                  </a:lnTo>
                  <a:lnTo>
                    <a:pt x="2874645" y="14732"/>
                  </a:lnTo>
                  <a:lnTo>
                    <a:pt x="2874645" y="4318"/>
                  </a:lnTo>
                  <a:lnTo>
                    <a:pt x="2870454" y="0"/>
                  </a:lnTo>
                  <a:close/>
                </a:path>
                <a:path w="10424160" h="5213350">
                  <a:moveTo>
                    <a:pt x="2903220" y="0"/>
                  </a:moveTo>
                  <a:lnTo>
                    <a:pt x="2898012" y="0"/>
                  </a:lnTo>
                  <a:lnTo>
                    <a:pt x="2893695" y="4318"/>
                  </a:lnTo>
                  <a:lnTo>
                    <a:pt x="2893695" y="14732"/>
                  </a:lnTo>
                  <a:lnTo>
                    <a:pt x="2898012" y="19050"/>
                  </a:lnTo>
                  <a:lnTo>
                    <a:pt x="2903220" y="19050"/>
                  </a:lnTo>
                  <a:lnTo>
                    <a:pt x="2903220" y="0"/>
                  </a:lnTo>
                  <a:close/>
                </a:path>
                <a:path w="10424160" h="5213350">
                  <a:moveTo>
                    <a:pt x="2908554" y="0"/>
                  </a:moveTo>
                  <a:lnTo>
                    <a:pt x="2903347" y="0"/>
                  </a:lnTo>
                  <a:lnTo>
                    <a:pt x="2903347" y="19050"/>
                  </a:lnTo>
                  <a:lnTo>
                    <a:pt x="2908554" y="19050"/>
                  </a:lnTo>
                  <a:lnTo>
                    <a:pt x="2912872" y="14732"/>
                  </a:lnTo>
                  <a:lnTo>
                    <a:pt x="2912872" y="4318"/>
                  </a:lnTo>
                  <a:lnTo>
                    <a:pt x="2908554" y="0"/>
                  </a:lnTo>
                  <a:close/>
                </a:path>
                <a:path w="10424160" h="5213350">
                  <a:moveTo>
                    <a:pt x="2941447" y="0"/>
                  </a:moveTo>
                  <a:lnTo>
                    <a:pt x="2936112" y="0"/>
                  </a:lnTo>
                  <a:lnTo>
                    <a:pt x="2931922" y="4318"/>
                  </a:lnTo>
                  <a:lnTo>
                    <a:pt x="2931922" y="14732"/>
                  </a:lnTo>
                  <a:lnTo>
                    <a:pt x="2936112" y="19050"/>
                  </a:lnTo>
                  <a:lnTo>
                    <a:pt x="2941447" y="19050"/>
                  </a:lnTo>
                  <a:lnTo>
                    <a:pt x="2941447" y="0"/>
                  </a:lnTo>
                  <a:close/>
                </a:path>
                <a:path w="10424160" h="5213350">
                  <a:moveTo>
                    <a:pt x="2946654" y="0"/>
                  </a:moveTo>
                  <a:lnTo>
                    <a:pt x="2941447" y="0"/>
                  </a:lnTo>
                  <a:lnTo>
                    <a:pt x="2941447" y="19050"/>
                  </a:lnTo>
                  <a:lnTo>
                    <a:pt x="2946654" y="19050"/>
                  </a:lnTo>
                  <a:lnTo>
                    <a:pt x="2950972" y="14732"/>
                  </a:lnTo>
                  <a:lnTo>
                    <a:pt x="2950972" y="4318"/>
                  </a:lnTo>
                  <a:lnTo>
                    <a:pt x="2946654" y="0"/>
                  </a:lnTo>
                  <a:close/>
                </a:path>
                <a:path w="10424160" h="5213350">
                  <a:moveTo>
                    <a:pt x="2979547" y="0"/>
                  </a:moveTo>
                  <a:lnTo>
                    <a:pt x="2974212" y="0"/>
                  </a:lnTo>
                  <a:lnTo>
                    <a:pt x="2970022" y="4318"/>
                  </a:lnTo>
                  <a:lnTo>
                    <a:pt x="2970022" y="14732"/>
                  </a:lnTo>
                  <a:lnTo>
                    <a:pt x="2974212" y="19050"/>
                  </a:lnTo>
                  <a:lnTo>
                    <a:pt x="2979547" y="19050"/>
                  </a:lnTo>
                  <a:lnTo>
                    <a:pt x="2979547" y="0"/>
                  </a:lnTo>
                  <a:close/>
                </a:path>
                <a:path w="10424160" h="5213350">
                  <a:moveTo>
                    <a:pt x="2984754" y="0"/>
                  </a:moveTo>
                  <a:lnTo>
                    <a:pt x="2979547" y="0"/>
                  </a:lnTo>
                  <a:lnTo>
                    <a:pt x="2979547" y="19050"/>
                  </a:lnTo>
                  <a:lnTo>
                    <a:pt x="2984754" y="19050"/>
                  </a:lnTo>
                  <a:lnTo>
                    <a:pt x="2989072" y="14732"/>
                  </a:lnTo>
                  <a:lnTo>
                    <a:pt x="2989072" y="4318"/>
                  </a:lnTo>
                  <a:lnTo>
                    <a:pt x="2984754" y="0"/>
                  </a:lnTo>
                  <a:close/>
                </a:path>
                <a:path w="10424160" h="5213350">
                  <a:moveTo>
                    <a:pt x="3017647" y="0"/>
                  </a:moveTo>
                  <a:lnTo>
                    <a:pt x="3012312" y="0"/>
                  </a:lnTo>
                  <a:lnTo>
                    <a:pt x="3008122" y="4318"/>
                  </a:lnTo>
                  <a:lnTo>
                    <a:pt x="3008122" y="14732"/>
                  </a:lnTo>
                  <a:lnTo>
                    <a:pt x="3012312" y="19050"/>
                  </a:lnTo>
                  <a:lnTo>
                    <a:pt x="3017647" y="19050"/>
                  </a:lnTo>
                  <a:lnTo>
                    <a:pt x="3017647" y="0"/>
                  </a:lnTo>
                  <a:close/>
                </a:path>
                <a:path w="10424160" h="5213350">
                  <a:moveTo>
                    <a:pt x="3022854" y="0"/>
                  </a:moveTo>
                  <a:lnTo>
                    <a:pt x="3017647" y="0"/>
                  </a:lnTo>
                  <a:lnTo>
                    <a:pt x="3017647" y="19050"/>
                  </a:lnTo>
                  <a:lnTo>
                    <a:pt x="3022854" y="19050"/>
                  </a:lnTo>
                  <a:lnTo>
                    <a:pt x="3027172" y="14732"/>
                  </a:lnTo>
                  <a:lnTo>
                    <a:pt x="3027172" y="4318"/>
                  </a:lnTo>
                  <a:lnTo>
                    <a:pt x="3022854" y="0"/>
                  </a:lnTo>
                  <a:close/>
                </a:path>
                <a:path w="10424160" h="5213350">
                  <a:moveTo>
                    <a:pt x="3055747" y="0"/>
                  </a:moveTo>
                  <a:lnTo>
                    <a:pt x="3050540" y="0"/>
                  </a:lnTo>
                  <a:lnTo>
                    <a:pt x="3046222" y="4318"/>
                  </a:lnTo>
                  <a:lnTo>
                    <a:pt x="3046222" y="14732"/>
                  </a:lnTo>
                  <a:lnTo>
                    <a:pt x="3050540" y="19050"/>
                  </a:lnTo>
                  <a:lnTo>
                    <a:pt x="3055747" y="19050"/>
                  </a:lnTo>
                  <a:lnTo>
                    <a:pt x="3055747" y="0"/>
                  </a:lnTo>
                  <a:close/>
                </a:path>
                <a:path w="10424160" h="5213350">
                  <a:moveTo>
                    <a:pt x="3061081" y="0"/>
                  </a:moveTo>
                  <a:lnTo>
                    <a:pt x="3055747" y="0"/>
                  </a:lnTo>
                  <a:lnTo>
                    <a:pt x="3055747" y="19050"/>
                  </a:lnTo>
                  <a:lnTo>
                    <a:pt x="3061081" y="19050"/>
                  </a:lnTo>
                  <a:lnTo>
                    <a:pt x="3065272" y="14732"/>
                  </a:lnTo>
                  <a:lnTo>
                    <a:pt x="3065272" y="4318"/>
                  </a:lnTo>
                  <a:lnTo>
                    <a:pt x="3061081" y="0"/>
                  </a:lnTo>
                  <a:close/>
                </a:path>
                <a:path w="10424160" h="5213350">
                  <a:moveTo>
                    <a:pt x="3093847" y="0"/>
                  </a:moveTo>
                  <a:lnTo>
                    <a:pt x="3088640" y="0"/>
                  </a:lnTo>
                  <a:lnTo>
                    <a:pt x="3084322" y="4318"/>
                  </a:lnTo>
                  <a:lnTo>
                    <a:pt x="3084322" y="14732"/>
                  </a:lnTo>
                  <a:lnTo>
                    <a:pt x="3088640" y="19050"/>
                  </a:lnTo>
                  <a:lnTo>
                    <a:pt x="3093847" y="19050"/>
                  </a:lnTo>
                  <a:lnTo>
                    <a:pt x="3093847" y="0"/>
                  </a:lnTo>
                  <a:close/>
                </a:path>
                <a:path w="10424160" h="5213350">
                  <a:moveTo>
                    <a:pt x="3099181" y="0"/>
                  </a:moveTo>
                  <a:lnTo>
                    <a:pt x="3093847" y="0"/>
                  </a:lnTo>
                  <a:lnTo>
                    <a:pt x="3093847" y="19050"/>
                  </a:lnTo>
                  <a:lnTo>
                    <a:pt x="3099181" y="19050"/>
                  </a:lnTo>
                  <a:lnTo>
                    <a:pt x="3103372" y="14732"/>
                  </a:lnTo>
                  <a:lnTo>
                    <a:pt x="3103372" y="4318"/>
                  </a:lnTo>
                  <a:lnTo>
                    <a:pt x="3099181" y="0"/>
                  </a:lnTo>
                  <a:close/>
                </a:path>
                <a:path w="10424160" h="5213350">
                  <a:moveTo>
                    <a:pt x="3131947" y="0"/>
                  </a:moveTo>
                  <a:lnTo>
                    <a:pt x="3126740" y="0"/>
                  </a:lnTo>
                  <a:lnTo>
                    <a:pt x="3122422" y="4318"/>
                  </a:lnTo>
                  <a:lnTo>
                    <a:pt x="3122422" y="14732"/>
                  </a:lnTo>
                  <a:lnTo>
                    <a:pt x="3126740" y="19050"/>
                  </a:lnTo>
                  <a:lnTo>
                    <a:pt x="3131947" y="19050"/>
                  </a:lnTo>
                  <a:lnTo>
                    <a:pt x="3131947" y="0"/>
                  </a:lnTo>
                  <a:close/>
                </a:path>
                <a:path w="10424160" h="5213350">
                  <a:moveTo>
                    <a:pt x="3137281" y="0"/>
                  </a:moveTo>
                  <a:lnTo>
                    <a:pt x="3131947" y="0"/>
                  </a:lnTo>
                  <a:lnTo>
                    <a:pt x="3131947" y="19050"/>
                  </a:lnTo>
                  <a:lnTo>
                    <a:pt x="3137281" y="19050"/>
                  </a:lnTo>
                  <a:lnTo>
                    <a:pt x="3141472" y="14732"/>
                  </a:lnTo>
                  <a:lnTo>
                    <a:pt x="3141472" y="4318"/>
                  </a:lnTo>
                  <a:lnTo>
                    <a:pt x="3137281" y="0"/>
                  </a:lnTo>
                  <a:close/>
                </a:path>
                <a:path w="10424160" h="5213350">
                  <a:moveTo>
                    <a:pt x="3170047" y="0"/>
                  </a:moveTo>
                  <a:lnTo>
                    <a:pt x="3164840" y="0"/>
                  </a:lnTo>
                  <a:lnTo>
                    <a:pt x="3160522" y="4318"/>
                  </a:lnTo>
                  <a:lnTo>
                    <a:pt x="3160522" y="14732"/>
                  </a:lnTo>
                  <a:lnTo>
                    <a:pt x="3164840" y="19050"/>
                  </a:lnTo>
                  <a:lnTo>
                    <a:pt x="3170047" y="19050"/>
                  </a:lnTo>
                  <a:lnTo>
                    <a:pt x="3170047" y="0"/>
                  </a:lnTo>
                  <a:close/>
                </a:path>
                <a:path w="10424160" h="5213350">
                  <a:moveTo>
                    <a:pt x="3175381" y="0"/>
                  </a:moveTo>
                  <a:lnTo>
                    <a:pt x="3170173" y="0"/>
                  </a:lnTo>
                  <a:lnTo>
                    <a:pt x="3170173" y="19050"/>
                  </a:lnTo>
                  <a:lnTo>
                    <a:pt x="3175381" y="19050"/>
                  </a:lnTo>
                  <a:lnTo>
                    <a:pt x="3179698" y="14732"/>
                  </a:lnTo>
                  <a:lnTo>
                    <a:pt x="3179698" y="4318"/>
                  </a:lnTo>
                  <a:lnTo>
                    <a:pt x="3175381" y="0"/>
                  </a:lnTo>
                  <a:close/>
                </a:path>
                <a:path w="10424160" h="5213350">
                  <a:moveTo>
                    <a:pt x="3208273" y="0"/>
                  </a:moveTo>
                  <a:lnTo>
                    <a:pt x="3202940" y="0"/>
                  </a:lnTo>
                  <a:lnTo>
                    <a:pt x="3198748" y="4318"/>
                  </a:lnTo>
                  <a:lnTo>
                    <a:pt x="3198748" y="14732"/>
                  </a:lnTo>
                  <a:lnTo>
                    <a:pt x="3202940" y="19050"/>
                  </a:lnTo>
                  <a:lnTo>
                    <a:pt x="3208273" y="19050"/>
                  </a:lnTo>
                  <a:lnTo>
                    <a:pt x="3208273" y="0"/>
                  </a:lnTo>
                  <a:close/>
                </a:path>
                <a:path w="10424160" h="5213350">
                  <a:moveTo>
                    <a:pt x="3213481" y="0"/>
                  </a:moveTo>
                  <a:lnTo>
                    <a:pt x="3208273" y="0"/>
                  </a:lnTo>
                  <a:lnTo>
                    <a:pt x="3208273" y="19050"/>
                  </a:lnTo>
                  <a:lnTo>
                    <a:pt x="3213481" y="19050"/>
                  </a:lnTo>
                  <a:lnTo>
                    <a:pt x="3217798" y="14732"/>
                  </a:lnTo>
                  <a:lnTo>
                    <a:pt x="3217798" y="4318"/>
                  </a:lnTo>
                  <a:lnTo>
                    <a:pt x="3213481" y="0"/>
                  </a:lnTo>
                  <a:close/>
                </a:path>
                <a:path w="10424160" h="5213350">
                  <a:moveTo>
                    <a:pt x="3246373" y="0"/>
                  </a:moveTo>
                  <a:lnTo>
                    <a:pt x="3241040" y="0"/>
                  </a:lnTo>
                  <a:lnTo>
                    <a:pt x="3236848" y="4318"/>
                  </a:lnTo>
                  <a:lnTo>
                    <a:pt x="3236848" y="14732"/>
                  </a:lnTo>
                  <a:lnTo>
                    <a:pt x="3241040" y="19050"/>
                  </a:lnTo>
                  <a:lnTo>
                    <a:pt x="3246373" y="19050"/>
                  </a:lnTo>
                  <a:lnTo>
                    <a:pt x="3246373" y="0"/>
                  </a:lnTo>
                  <a:close/>
                </a:path>
                <a:path w="10424160" h="5213350">
                  <a:moveTo>
                    <a:pt x="3251581" y="0"/>
                  </a:moveTo>
                  <a:lnTo>
                    <a:pt x="3246373" y="0"/>
                  </a:lnTo>
                  <a:lnTo>
                    <a:pt x="3246373" y="19050"/>
                  </a:lnTo>
                  <a:lnTo>
                    <a:pt x="3251581" y="19050"/>
                  </a:lnTo>
                  <a:lnTo>
                    <a:pt x="3255899" y="14732"/>
                  </a:lnTo>
                  <a:lnTo>
                    <a:pt x="3255899" y="4318"/>
                  </a:lnTo>
                  <a:lnTo>
                    <a:pt x="3251581" y="0"/>
                  </a:lnTo>
                  <a:close/>
                </a:path>
                <a:path w="10424160" h="5213350">
                  <a:moveTo>
                    <a:pt x="3284474" y="0"/>
                  </a:moveTo>
                  <a:lnTo>
                    <a:pt x="3279267" y="0"/>
                  </a:lnTo>
                  <a:lnTo>
                    <a:pt x="3274949" y="4318"/>
                  </a:lnTo>
                  <a:lnTo>
                    <a:pt x="3274949" y="14732"/>
                  </a:lnTo>
                  <a:lnTo>
                    <a:pt x="3279267" y="19050"/>
                  </a:lnTo>
                  <a:lnTo>
                    <a:pt x="3284474" y="19050"/>
                  </a:lnTo>
                  <a:lnTo>
                    <a:pt x="3284474" y="0"/>
                  </a:lnTo>
                  <a:close/>
                </a:path>
                <a:path w="10424160" h="5213350">
                  <a:moveTo>
                    <a:pt x="3289808" y="0"/>
                  </a:moveTo>
                  <a:lnTo>
                    <a:pt x="3284474" y="0"/>
                  </a:lnTo>
                  <a:lnTo>
                    <a:pt x="3284474" y="19050"/>
                  </a:lnTo>
                  <a:lnTo>
                    <a:pt x="3289808" y="19050"/>
                  </a:lnTo>
                  <a:lnTo>
                    <a:pt x="3293999" y="14732"/>
                  </a:lnTo>
                  <a:lnTo>
                    <a:pt x="3293999" y="4318"/>
                  </a:lnTo>
                  <a:lnTo>
                    <a:pt x="3289808" y="0"/>
                  </a:lnTo>
                  <a:close/>
                </a:path>
                <a:path w="10424160" h="5213350">
                  <a:moveTo>
                    <a:pt x="3322574" y="0"/>
                  </a:moveTo>
                  <a:lnTo>
                    <a:pt x="3317367" y="0"/>
                  </a:lnTo>
                  <a:lnTo>
                    <a:pt x="3313049" y="4318"/>
                  </a:lnTo>
                  <a:lnTo>
                    <a:pt x="3313049" y="14732"/>
                  </a:lnTo>
                  <a:lnTo>
                    <a:pt x="3317367" y="19050"/>
                  </a:lnTo>
                  <a:lnTo>
                    <a:pt x="3322574" y="19050"/>
                  </a:lnTo>
                  <a:lnTo>
                    <a:pt x="3322574" y="0"/>
                  </a:lnTo>
                  <a:close/>
                </a:path>
                <a:path w="10424160" h="5213350">
                  <a:moveTo>
                    <a:pt x="3327908" y="0"/>
                  </a:moveTo>
                  <a:lnTo>
                    <a:pt x="3322574" y="0"/>
                  </a:lnTo>
                  <a:lnTo>
                    <a:pt x="3322574" y="19050"/>
                  </a:lnTo>
                  <a:lnTo>
                    <a:pt x="3327908" y="19050"/>
                  </a:lnTo>
                  <a:lnTo>
                    <a:pt x="3332099" y="14732"/>
                  </a:lnTo>
                  <a:lnTo>
                    <a:pt x="3332099" y="4318"/>
                  </a:lnTo>
                  <a:lnTo>
                    <a:pt x="3327908" y="0"/>
                  </a:lnTo>
                  <a:close/>
                </a:path>
                <a:path w="10424160" h="5213350">
                  <a:moveTo>
                    <a:pt x="3360674" y="0"/>
                  </a:moveTo>
                  <a:lnTo>
                    <a:pt x="3355467" y="0"/>
                  </a:lnTo>
                  <a:lnTo>
                    <a:pt x="3351149" y="4318"/>
                  </a:lnTo>
                  <a:lnTo>
                    <a:pt x="3351149" y="14732"/>
                  </a:lnTo>
                  <a:lnTo>
                    <a:pt x="3355467" y="19050"/>
                  </a:lnTo>
                  <a:lnTo>
                    <a:pt x="3360674" y="19050"/>
                  </a:lnTo>
                  <a:lnTo>
                    <a:pt x="3360674" y="0"/>
                  </a:lnTo>
                  <a:close/>
                </a:path>
                <a:path w="10424160" h="5213350">
                  <a:moveTo>
                    <a:pt x="3366008" y="0"/>
                  </a:moveTo>
                  <a:lnTo>
                    <a:pt x="3360674" y="0"/>
                  </a:lnTo>
                  <a:lnTo>
                    <a:pt x="3360674" y="19050"/>
                  </a:lnTo>
                  <a:lnTo>
                    <a:pt x="3366008" y="19050"/>
                  </a:lnTo>
                  <a:lnTo>
                    <a:pt x="3370199" y="14732"/>
                  </a:lnTo>
                  <a:lnTo>
                    <a:pt x="3370199" y="4318"/>
                  </a:lnTo>
                  <a:lnTo>
                    <a:pt x="3366008" y="0"/>
                  </a:lnTo>
                  <a:close/>
                </a:path>
                <a:path w="10424160" h="5213350">
                  <a:moveTo>
                    <a:pt x="3398774" y="0"/>
                  </a:moveTo>
                  <a:lnTo>
                    <a:pt x="3393567" y="0"/>
                  </a:lnTo>
                  <a:lnTo>
                    <a:pt x="3389249" y="4318"/>
                  </a:lnTo>
                  <a:lnTo>
                    <a:pt x="3389249" y="14732"/>
                  </a:lnTo>
                  <a:lnTo>
                    <a:pt x="3393567" y="19050"/>
                  </a:lnTo>
                  <a:lnTo>
                    <a:pt x="3398774" y="19050"/>
                  </a:lnTo>
                  <a:lnTo>
                    <a:pt x="3398774" y="0"/>
                  </a:lnTo>
                  <a:close/>
                </a:path>
                <a:path w="10424160" h="5213350">
                  <a:moveTo>
                    <a:pt x="3404108" y="0"/>
                  </a:moveTo>
                  <a:lnTo>
                    <a:pt x="3398901" y="0"/>
                  </a:lnTo>
                  <a:lnTo>
                    <a:pt x="3398901" y="19050"/>
                  </a:lnTo>
                  <a:lnTo>
                    <a:pt x="3404108" y="19050"/>
                  </a:lnTo>
                  <a:lnTo>
                    <a:pt x="3408426" y="14732"/>
                  </a:lnTo>
                  <a:lnTo>
                    <a:pt x="3408426" y="4318"/>
                  </a:lnTo>
                  <a:lnTo>
                    <a:pt x="3404108" y="0"/>
                  </a:lnTo>
                  <a:close/>
                </a:path>
                <a:path w="10424160" h="5213350">
                  <a:moveTo>
                    <a:pt x="3437001" y="0"/>
                  </a:moveTo>
                  <a:lnTo>
                    <a:pt x="3431667" y="0"/>
                  </a:lnTo>
                  <a:lnTo>
                    <a:pt x="3427476" y="4318"/>
                  </a:lnTo>
                  <a:lnTo>
                    <a:pt x="3427476" y="14732"/>
                  </a:lnTo>
                  <a:lnTo>
                    <a:pt x="3431667" y="19050"/>
                  </a:lnTo>
                  <a:lnTo>
                    <a:pt x="3437001" y="19050"/>
                  </a:lnTo>
                  <a:lnTo>
                    <a:pt x="3437001" y="0"/>
                  </a:lnTo>
                  <a:close/>
                </a:path>
                <a:path w="10424160" h="5213350">
                  <a:moveTo>
                    <a:pt x="3442208" y="0"/>
                  </a:moveTo>
                  <a:lnTo>
                    <a:pt x="3437001" y="0"/>
                  </a:lnTo>
                  <a:lnTo>
                    <a:pt x="3437001" y="19050"/>
                  </a:lnTo>
                  <a:lnTo>
                    <a:pt x="3442208" y="19050"/>
                  </a:lnTo>
                  <a:lnTo>
                    <a:pt x="3446526" y="14732"/>
                  </a:lnTo>
                  <a:lnTo>
                    <a:pt x="3446526" y="4318"/>
                  </a:lnTo>
                  <a:lnTo>
                    <a:pt x="3442208" y="0"/>
                  </a:lnTo>
                  <a:close/>
                </a:path>
                <a:path w="10424160" h="5213350">
                  <a:moveTo>
                    <a:pt x="3475101" y="0"/>
                  </a:moveTo>
                  <a:lnTo>
                    <a:pt x="3469767" y="0"/>
                  </a:lnTo>
                  <a:lnTo>
                    <a:pt x="3465576" y="4318"/>
                  </a:lnTo>
                  <a:lnTo>
                    <a:pt x="3465576" y="14732"/>
                  </a:lnTo>
                  <a:lnTo>
                    <a:pt x="3469767" y="19050"/>
                  </a:lnTo>
                  <a:lnTo>
                    <a:pt x="3475101" y="19050"/>
                  </a:lnTo>
                  <a:lnTo>
                    <a:pt x="3475101" y="0"/>
                  </a:lnTo>
                  <a:close/>
                </a:path>
                <a:path w="10424160" h="5213350">
                  <a:moveTo>
                    <a:pt x="3480308" y="0"/>
                  </a:moveTo>
                  <a:lnTo>
                    <a:pt x="3475101" y="0"/>
                  </a:lnTo>
                  <a:lnTo>
                    <a:pt x="3475101" y="19050"/>
                  </a:lnTo>
                  <a:lnTo>
                    <a:pt x="3480308" y="19050"/>
                  </a:lnTo>
                  <a:lnTo>
                    <a:pt x="3484626" y="14732"/>
                  </a:lnTo>
                  <a:lnTo>
                    <a:pt x="3484626" y="4318"/>
                  </a:lnTo>
                  <a:lnTo>
                    <a:pt x="3480308" y="0"/>
                  </a:lnTo>
                  <a:close/>
                </a:path>
                <a:path w="10424160" h="5213350">
                  <a:moveTo>
                    <a:pt x="3513201" y="0"/>
                  </a:moveTo>
                  <a:lnTo>
                    <a:pt x="3507867" y="0"/>
                  </a:lnTo>
                  <a:lnTo>
                    <a:pt x="3503676" y="4318"/>
                  </a:lnTo>
                  <a:lnTo>
                    <a:pt x="3503676" y="14732"/>
                  </a:lnTo>
                  <a:lnTo>
                    <a:pt x="3507867" y="19050"/>
                  </a:lnTo>
                  <a:lnTo>
                    <a:pt x="3513201" y="19050"/>
                  </a:lnTo>
                  <a:lnTo>
                    <a:pt x="3513201" y="0"/>
                  </a:lnTo>
                  <a:close/>
                </a:path>
                <a:path w="10424160" h="5213350">
                  <a:moveTo>
                    <a:pt x="3518408" y="0"/>
                  </a:moveTo>
                  <a:lnTo>
                    <a:pt x="3513201" y="0"/>
                  </a:lnTo>
                  <a:lnTo>
                    <a:pt x="3513201" y="19050"/>
                  </a:lnTo>
                  <a:lnTo>
                    <a:pt x="3518408" y="19050"/>
                  </a:lnTo>
                  <a:lnTo>
                    <a:pt x="3522726" y="14732"/>
                  </a:lnTo>
                  <a:lnTo>
                    <a:pt x="3522726" y="4318"/>
                  </a:lnTo>
                  <a:lnTo>
                    <a:pt x="3518408" y="0"/>
                  </a:lnTo>
                  <a:close/>
                </a:path>
                <a:path w="10424160" h="5213350">
                  <a:moveTo>
                    <a:pt x="3551301" y="0"/>
                  </a:moveTo>
                  <a:lnTo>
                    <a:pt x="3546094" y="0"/>
                  </a:lnTo>
                  <a:lnTo>
                    <a:pt x="3541776" y="4318"/>
                  </a:lnTo>
                  <a:lnTo>
                    <a:pt x="3541776" y="14732"/>
                  </a:lnTo>
                  <a:lnTo>
                    <a:pt x="3546094" y="19050"/>
                  </a:lnTo>
                  <a:lnTo>
                    <a:pt x="3551301" y="19050"/>
                  </a:lnTo>
                  <a:lnTo>
                    <a:pt x="3551301" y="0"/>
                  </a:lnTo>
                  <a:close/>
                </a:path>
                <a:path w="10424160" h="5213350">
                  <a:moveTo>
                    <a:pt x="3556635" y="0"/>
                  </a:moveTo>
                  <a:lnTo>
                    <a:pt x="3551301" y="0"/>
                  </a:lnTo>
                  <a:lnTo>
                    <a:pt x="3551301" y="19050"/>
                  </a:lnTo>
                  <a:lnTo>
                    <a:pt x="3556635" y="19050"/>
                  </a:lnTo>
                  <a:lnTo>
                    <a:pt x="3560826" y="14732"/>
                  </a:lnTo>
                  <a:lnTo>
                    <a:pt x="3560826" y="4318"/>
                  </a:lnTo>
                  <a:lnTo>
                    <a:pt x="3556635" y="0"/>
                  </a:lnTo>
                  <a:close/>
                </a:path>
                <a:path w="10424160" h="5213350">
                  <a:moveTo>
                    <a:pt x="3589401" y="0"/>
                  </a:moveTo>
                  <a:lnTo>
                    <a:pt x="3584194" y="0"/>
                  </a:lnTo>
                  <a:lnTo>
                    <a:pt x="3579876" y="4318"/>
                  </a:lnTo>
                  <a:lnTo>
                    <a:pt x="3579876" y="14732"/>
                  </a:lnTo>
                  <a:lnTo>
                    <a:pt x="3584194" y="19050"/>
                  </a:lnTo>
                  <a:lnTo>
                    <a:pt x="3589401" y="19050"/>
                  </a:lnTo>
                  <a:lnTo>
                    <a:pt x="3589401" y="0"/>
                  </a:lnTo>
                  <a:close/>
                </a:path>
                <a:path w="10424160" h="5213350">
                  <a:moveTo>
                    <a:pt x="3594735" y="0"/>
                  </a:moveTo>
                  <a:lnTo>
                    <a:pt x="3589401" y="0"/>
                  </a:lnTo>
                  <a:lnTo>
                    <a:pt x="3589401" y="19050"/>
                  </a:lnTo>
                  <a:lnTo>
                    <a:pt x="3594735" y="19050"/>
                  </a:lnTo>
                  <a:lnTo>
                    <a:pt x="3598926" y="14732"/>
                  </a:lnTo>
                  <a:lnTo>
                    <a:pt x="3598926" y="4318"/>
                  </a:lnTo>
                  <a:lnTo>
                    <a:pt x="3594735" y="0"/>
                  </a:lnTo>
                  <a:close/>
                </a:path>
                <a:path w="10424160" h="5213350">
                  <a:moveTo>
                    <a:pt x="3627501" y="0"/>
                  </a:moveTo>
                  <a:lnTo>
                    <a:pt x="3622294" y="0"/>
                  </a:lnTo>
                  <a:lnTo>
                    <a:pt x="3617976" y="4318"/>
                  </a:lnTo>
                  <a:lnTo>
                    <a:pt x="3617976" y="14732"/>
                  </a:lnTo>
                  <a:lnTo>
                    <a:pt x="3622294" y="19050"/>
                  </a:lnTo>
                  <a:lnTo>
                    <a:pt x="3627501" y="19050"/>
                  </a:lnTo>
                  <a:lnTo>
                    <a:pt x="3627501" y="0"/>
                  </a:lnTo>
                  <a:close/>
                </a:path>
                <a:path w="10424160" h="5213350">
                  <a:moveTo>
                    <a:pt x="3632835" y="0"/>
                  </a:moveTo>
                  <a:lnTo>
                    <a:pt x="3627501" y="0"/>
                  </a:lnTo>
                  <a:lnTo>
                    <a:pt x="3627501" y="19050"/>
                  </a:lnTo>
                  <a:lnTo>
                    <a:pt x="3632835" y="19050"/>
                  </a:lnTo>
                  <a:lnTo>
                    <a:pt x="3637026" y="14732"/>
                  </a:lnTo>
                  <a:lnTo>
                    <a:pt x="3637026" y="4318"/>
                  </a:lnTo>
                  <a:lnTo>
                    <a:pt x="3632835" y="0"/>
                  </a:lnTo>
                  <a:close/>
                </a:path>
                <a:path w="10424160" h="5213350">
                  <a:moveTo>
                    <a:pt x="3665601" y="0"/>
                  </a:moveTo>
                  <a:lnTo>
                    <a:pt x="3660394" y="0"/>
                  </a:lnTo>
                  <a:lnTo>
                    <a:pt x="3656076" y="4318"/>
                  </a:lnTo>
                  <a:lnTo>
                    <a:pt x="3656076" y="14732"/>
                  </a:lnTo>
                  <a:lnTo>
                    <a:pt x="3660394" y="19050"/>
                  </a:lnTo>
                  <a:lnTo>
                    <a:pt x="3665601" y="19050"/>
                  </a:lnTo>
                  <a:lnTo>
                    <a:pt x="3665601" y="0"/>
                  </a:lnTo>
                  <a:close/>
                </a:path>
                <a:path w="10424160" h="5213350">
                  <a:moveTo>
                    <a:pt x="3665728" y="12700"/>
                  </a:moveTo>
                  <a:lnTo>
                    <a:pt x="3665601" y="12700"/>
                  </a:lnTo>
                  <a:lnTo>
                    <a:pt x="3665601" y="19050"/>
                  </a:lnTo>
                  <a:lnTo>
                    <a:pt x="3665728" y="19050"/>
                  </a:lnTo>
                  <a:lnTo>
                    <a:pt x="3665728" y="12700"/>
                  </a:lnTo>
                  <a:close/>
                </a:path>
                <a:path w="10424160" h="5213350">
                  <a:moveTo>
                    <a:pt x="3670935" y="0"/>
                  </a:moveTo>
                  <a:lnTo>
                    <a:pt x="3665728" y="0"/>
                  </a:lnTo>
                  <a:lnTo>
                    <a:pt x="3665728" y="19050"/>
                  </a:lnTo>
                  <a:lnTo>
                    <a:pt x="3670935" y="19050"/>
                  </a:lnTo>
                  <a:lnTo>
                    <a:pt x="3675253" y="14732"/>
                  </a:lnTo>
                  <a:lnTo>
                    <a:pt x="3675253" y="4318"/>
                  </a:lnTo>
                  <a:lnTo>
                    <a:pt x="3670935" y="0"/>
                  </a:lnTo>
                  <a:close/>
                </a:path>
                <a:path w="10424160" h="5213350">
                  <a:moveTo>
                    <a:pt x="3665728" y="0"/>
                  </a:moveTo>
                  <a:lnTo>
                    <a:pt x="3665601" y="0"/>
                  </a:lnTo>
                  <a:lnTo>
                    <a:pt x="3665601" y="6350"/>
                  </a:lnTo>
                  <a:lnTo>
                    <a:pt x="3665728" y="6350"/>
                  </a:lnTo>
                  <a:lnTo>
                    <a:pt x="3665728" y="0"/>
                  </a:lnTo>
                  <a:close/>
                </a:path>
                <a:path w="10424160" h="5213350">
                  <a:moveTo>
                    <a:pt x="3703828" y="0"/>
                  </a:moveTo>
                  <a:lnTo>
                    <a:pt x="3698494" y="0"/>
                  </a:lnTo>
                  <a:lnTo>
                    <a:pt x="3694303" y="4318"/>
                  </a:lnTo>
                  <a:lnTo>
                    <a:pt x="3694303" y="14732"/>
                  </a:lnTo>
                  <a:lnTo>
                    <a:pt x="3698494" y="19050"/>
                  </a:lnTo>
                  <a:lnTo>
                    <a:pt x="3703828" y="19050"/>
                  </a:lnTo>
                  <a:lnTo>
                    <a:pt x="3703828" y="0"/>
                  </a:lnTo>
                  <a:close/>
                </a:path>
                <a:path w="10424160" h="5213350">
                  <a:moveTo>
                    <a:pt x="3709035" y="0"/>
                  </a:moveTo>
                  <a:lnTo>
                    <a:pt x="3703828" y="0"/>
                  </a:lnTo>
                  <a:lnTo>
                    <a:pt x="3703828" y="19050"/>
                  </a:lnTo>
                  <a:lnTo>
                    <a:pt x="3709035" y="19050"/>
                  </a:lnTo>
                  <a:lnTo>
                    <a:pt x="3713353" y="14732"/>
                  </a:lnTo>
                  <a:lnTo>
                    <a:pt x="3713353" y="4318"/>
                  </a:lnTo>
                  <a:lnTo>
                    <a:pt x="3709035" y="0"/>
                  </a:lnTo>
                  <a:close/>
                </a:path>
                <a:path w="10424160" h="5213350">
                  <a:moveTo>
                    <a:pt x="3741928" y="0"/>
                  </a:moveTo>
                  <a:lnTo>
                    <a:pt x="3736594" y="0"/>
                  </a:lnTo>
                  <a:lnTo>
                    <a:pt x="3732403" y="4318"/>
                  </a:lnTo>
                  <a:lnTo>
                    <a:pt x="3732403" y="14732"/>
                  </a:lnTo>
                  <a:lnTo>
                    <a:pt x="3736594" y="19050"/>
                  </a:lnTo>
                  <a:lnTo>
                    <a:pt x="3741928" y="19050"/>
                  </a:lnTo>
                  <a:lnTo>
                    <a:pt x="3741928" y="0"/>
                  </a:lnTo>
                  <a:close/>
                </a:path>
                <a:path w="10424160" h="5213350">
                  <a:moveTo>
                    <a:pt x="3747135" y="0"/>
                  </a:moveTo>
                  <a:lnTo>
                    <a:pt x="3741928" y="0"/>
                  </a:lnTo>
                  <a:lnTo>
                    <a:pt x="3741928" y="19050"/>
                  </a:lnTo>
                  <a:lnTo>
                    <a:pt x="3747135" y="19050"/>
                  </a:lnTo>
                  <a:lnTo>
                    <a:pt x="3751453" y="14732"/>
                  </a:lnTo>
                  <a:lnTo>
                    <a:pt x="3751453" y="4318"/>
                  </a:lnTo>
                  <a:lnTo>
                    <a:pt x="3747135" y="0"/>
                  </a:lnTo>
                  <a:close/>
                </a:path>
                <a:path w="10424160" h="5213350">
                  <a:moveTo>
                    <a:pt x="3780028" y="0"/>
                  </a:moveTo>
                  <a:lnTo>
                    <a:pt x="3774694" y="0"/>
                  </a:lnTo>
                  <a:lnTo>
                    <a:pt x="3770503" y="4318"/>
                  </a:lnTo>
                  <a:lnTo>
                    <a:pt x="3770503" y="14732"/>
                  </a:lnTo>
                  <a:lnTo>
                    <a:pt x="3774694" y="19050"/>
                  </a:lnTo>
                  <a:lnTo>
                    <a:pt x="3780028" y="19050"/>
                  </a:lnTo>
                  <a:lnTo>
                    <a:pt x="3780028" y="0"/>
                  </a:lnTo>
                  <a:close/>
                </a:path>
                <a:path w="10424160" h="5213350">
                  <a:moveTo>
                    <a:pt x="3785235" y="0"/>
                  </a:moveTo>
                  <a:lnTo>
                    <a:pt x="3780028" y="0"/>
                  </a:lnTo>
                  <a:lnTo>
                    <a:pt x="3780028" y="19050"/>
                  </a:lnTo>
                  <a:lnTo>
                    <a:pt x="3785235" y="19050"/>
                  </a:lnTo>
                  <a:lnTo>
                    <a:pt x="3789553" y="14732"/>
                  </a:lnTo>
                  <a:lnTo>
                    <a:pt x="3789553" y="4318"/>
                  </a:lnTo>
                  <a:lnTo>
                    <a:pt x="3785235" y="0"/>
                  </a:lnTo>
                  <a:close/>
                </a:path>
                <a:path w="10424160" h="5213350">
                  <a:moveTo>
                    <a:pt x="3818128" y="0"/>
                  </a:moveTo>
                  <a:lnTo>
                    <a:pt x="3812921" y="0"/>
                  </a:lnTo>
                  <a:lnTo>
                    <a:pt x="3808603" y="4318"/>
                  </a:lnTo>
                  <a:lnTo>
                    <a:pt x="3808603" y="14732"/>
                  </a:lnTo>
                  <a:lnTo>
                    <a:pt x="3812921" y="19050"/>
                  </a:lnTo>
                  <a:lnTo>
                    <a:pt x="3818128" y="19050"/>
                  </a:lnTo>
                  <a:lnTo>
                    <a:pt x="3818128" y="0"/>
                  </a:lnTo>
                  <a:close/>
                </a:path>
                <a:path w="10424160" h="5213350">
                  <a:moveTo>
                    <a:pt x="3823462" y="0"/>
                  </a:moveTo>
                  <a:lnTo>
                    <a:pt x="3818128" y="0"/>
                  </a:lnTo>
                  <a:lnTo>
                    <a:pt x="3818128" y="19050"/>
                  </a:lnTo>
                  <a:lnTo>
                    <a:pt x="3823462" y="19050"/>
                  </a:lnTo>
                  <a:lnTo>
                    <a:pt x="3827653" y="14732"/>
                  </a:lnTo>
                  <a:lnTo>
                    <a:pt x="3827653" y="4318"/>
                  </a:lnTo>
                  <a:lnTo>
                    <a:pt x="3823462" y="0"/>
                  </a:lnTo>
                  <a:close/>
                </a:path>
                <a:path w="10424160" h="5213350">
                  <a:moveTo>
                    <a:pt x="3856228" y="0"/>
                  </a:moveTo>
                  <a:lnTo>
                    <a:pt x="3851021" y="0"/>
                  </a:lnTo>
                  <a:lnTo>
                    <a:pt x="3846703" y="4318"/>
                  </a:lnTo>
                  <a:lnTo>
                    <a:pt x="3846703" y="14732"/>
                  </a:lnTo>
                  <a:lnTo>
                    <a:pt x="3851021" y="19050"/>
                  </a:lnTo>
                  <a:lnTo>
                    <a:pt x="3856228" y="19050"/>
                  </a:lnTo>
                  <a:lnTo>
                    <a:pt x="3856228" y="0"/>
                  </a:lnTo>
                  <a:close/>
                </a:path>
                <a:path w="10424160" h="5213350">
                  <a:moveTo>
                    <a:pt x="3861562" y="0"/>
                  </a:moveTo>
                  <a:lnTo>
                    <a:pt x="3856228" y="0"/>
                  </a:lnTo>
                  <a:lnTo>
                    <a:pt x="3856228" y="19050"/>
                  </a:lnTo>
                  <a:lnTo>
                    <a:pt x="3861562" y="19050"/>
                  </a:lnTo>
                  <a:lnTo>
                    <a:pt x="3865753" y="14732"/>
                  </a:lnTo>
                  <a:lnTo>
                    <a:pt x="3865753" y="4318"/>
                  </a:lnTo>
                  <a:lnTo>
                    <a:pt x="3861562" y="0"/>
                  </a:lnTo>
                  <a:close/>
                </a:path>
                <a:path w="10424160" h="5213350">
                  <a:moveTo>
                    <a:pt x="3894328" y="0"/>
                  </a:moveTo>
                  <a:lnTo>
                    <a:pt x="3889121" y="0"/>
                  </a:lnTo>
                  <a:lnTo>
                    <a:pt x="3884803" y="4318"/>
                  </a:lnTo>
                  <a:lnTo>
                    <a:pt x="3884803" y="14732"/>
                  </a:lnTo>
                  <a:lnTo>
                    <a:pt x="3889121" y="19050"/>
                  </a:lnTo>
                  <a:lnTo>
                    <a:pt x="3894328" y="19050"/>
                  </a:lnTo>
                  <a:lnTo>
                    <a:pt x="3894328" y="0"/>
                  </a:lnTo>
                  <a:close/>
                </a:path>
                <a:path w="10424160" h="5213350">
                  <a:moveTo>
                    <a:pt x="3899662" y="0"/>
                  </a:moveTo>
                  <a:lnTo>
                    <a:pt x="3894455" y="0"/>
                  </a:lnTo>
                  <a:lnTo>
                    <a:pt x="3894455" y="19050"/>
                  </a:lnTo>
                  <a:lnTo>
                    <a:pt x="3899662" y="19050"/>
                  </a:lnTo>
                  <a:lnTo>
                    <a:pt x="3903980" y="14732"/>
                  </a:lnTo>
                  <a:lnTo>
                    <a:pt x="3903980" y="4318"/>
                  </a:lnTo>
                  <a:lnTo>
                    <a:pt x="3899662" y="0"/>
                  </a:lnTo>
                  <a:close/>
                </a:path>
                <a:path w="10424160" h="5213350">
                  <a:moveTo>
                    <a:pt x="3932555" y="0"/>
                  </a:moveTo>
                  <a:lnTo>
                    <a:pt x="3927221" y="0"/>
                  </a:lnTo>
                  <a:lnTo>
                    <a:pt x="3923030" y="4318"/>
                  </a:lnTo>
                  <a:lnTo>
                    <a:pt x="3923030" y="14732"/>
                  </a:lnTo>
                  <a:lnTo>
                    <a:pt x="3927221" y="19050"/>
                  </a:lnTo>
                  <a:lnTo>
                    <a:pt x="3932555" y="19050"/>
                  </a:lnTo>
                  <a:lnTo>
                    <a:pt x="3932555" y="0"/>
                  </a:lnTo>
                  <a:close/>
                </a:path>
                <a:path w="10424160" h="5213350">
                  <a:moveTo>
                    <a:pt x="3937762" y="0"/>
                  </a:moveTo>
                  <a:lnTo>
                    <a:pt x="3932555" y="0"/>
                  </a:lnTo>
                  <a:lnTo>
                    <a:pt x="3932555" y="19050"/>
                  </a:lnTo>
                  <a:lnTo>
                    <a:pt x="3937762" y="19050"/>
                  </a:lnTo>
                  <a:lnTo>
                    <a:pt x="3942080" y="14732"/>
                  </a:lnTo>
                  <a:lnTo>
                    <a:pt x="3942080" y="4318"/>
                  </a:lnTo>
                  <a:lnTo>
                    <a:pt x="3937762" y="0"/>
                  </a:lnTo>
                  <a:close/>
                </a:path>
                <a:path w="10424160" h="5213350">
                  <a:moveTo>
                    <a:pt x="3970655" y="0"/>
                  </a:moveTo>
                  <a:lnTo>
                    <a:pt x="3965321" y="0"/>
                  </a:lnTo>
                  <a:lnTo>
                    <a:pt x="3961130" y="4318"/>
                  </a:lnTo>
                  <a:lnTo>
                    <a:pt x="3961130" y="14732"/>
                  </a:lnTo>
                  <a:lnTo>
                    <a:pt x="3965321" y="19050"/>
                  </a:lnTo>
                  <a:lnTo>
                    <a:pt x="3970655" y="19050"/>
                  </a:lnTo>
                  <a:lnTo>
                    <a:pt x="3970655" y="0"/>
                  </a:lnTo>
                  <a:close/>
                </a:path>
                <a:path w="10424160" h="5213350">
                  <a:moveTo>
                    <a:pt x="3975862" y="0"/>
                  </a:moveTo>
                  <a:lnTo>
                    <a:pt x="3970655" y="0"/>
                  </a:lnTo>
                  <a:lnTo>
                    <a:pt x="3970655" y="19050"/>
                  </a:lnTo>
                  <a:lnTo>
                    <a:pt x="3975862" y="19050"/>
                  </a:lnTo>
                  <a:lnTo>
                    <a:pt x="3980180" y="14732"/>
                  </a:lnTo>
                  <a:lnTo>
                    <a:pt x="3980180" y="4318"/>
                  </a:lnTo>
                  <a:lnTo>
                    <a:pt x="3975862" y="0"/>
                  </a:lnTo>
                  <a:close/>
                </a:path>
                <a:path w="10424160" h="5213350">
                  <a:moveTo>
                    <a:pt x="4008755" y="0"/>
                  </a:moveTo>
                  <a:lnTo>
                    <a:pt x="4003421" y="0"/>
                  </a:lnTo>
                  <a:lnTo>
                    <a:pt x="3999230" y="4318"/>
                  </a:lnTo>
                  <a:lnTo>
                    <a:pt x="3999230" y="14732"/>
                  </a:lnTo>
                  <a:lnTo>
                    <a:pt x="4003421" y="19050"/>
                  </a:lnTo>
                  <a:lnTo>
                    <a:pt x="4008755" y="19050"/>
                  </a:lnTo>
                  <a:lnTo>
                    <a:pt x="4008755" y="0"/>
                  </a:lnTo>
                  <a:close/>
                </a:path>
                <a:path w="10424160" h="5213350">
                  <a:moveTo>
                    <a:pt x="4013962" y="0"/>
                  </a:moveTo>
                  <a:lnTo>
                    <a:pt x="4008755" y="0"/>
                  </a:lnTo>
                  <a:lnTo>
                    <a:pt x="4008755" y="19050"/>
                  </a:lnTo>
                  <a:lnTo>
                    <a:pt x="4013962" y="19050"/>
                  </a:lnTo>
                  <a:lnTo>
                    <a:pt x="4018280" y="14732"/>
                  </a:lnTo>
                  <a:lnTo>
                    <a:pt x="4018280" y="4318"/>
                  </a:lnTo>
                  <a:lnTo>
                    <a:pt x="4013962" y="0"/>
                  </a:lnTo>
                  <a:close/>
                </a:path>
                <a:path w="10424160" h="5213350">
                  <a:moveTo>
                    <a:pt x="4046855" y="0"/>
                  </a:moveTo>
                  <a:lnTo>
                    <a:pt x="4041648" y="0"/>
                  </a:lnTo>
                  <a:lnTo>
                    <a:pt x="4037330" y="4318"/>
                  </a:lnTo>
                  <a:lnTo>
                    <a:pt x="4037330" y="14732"/>
                  </a:lnTo>
                  <a:lnTo>
                    <a:pt x="4041648" y="19050"/>
                  </a:lnTo>
                  <a:lnTo>
                    <a:pt x="4046855" y="19050"/>
                  </a:lnTo>
                  <a:lnTo>
                    <a:pt x="4046855" y="0"/>
                  </a:lnTo>
                  <a:close/>
                </a:path>
                <a:path w="10424160" h="5213350">
                  <a:moveTo>
                    <a:pt x="4052189" y="0"/>
                  </a:moveTo>
                  <a:lnTo>
                    <a:pt x="4046855" y="0"/>
                  </a:lnTo>
                  <a:lnTo>
                    <a:pt x="4046855" y="19050"/>
                  </a:lnTo>
                  <a:lnTo>
                    <a:pt x="4052189" y="19050"/>
                  </a:lnTo>
                  <a:lnTo>
                    <a:pt x="4056380" y="14732"/>
                  </a:lnTo>
                  <a:lnTo>
                    <a:pt x="4056380" y="4318"/>
                  </a:lnTo>
                  <a:lnTo>
                    <a:pt x="4052189" y="0"/>
                  </a:lnTo>
                  <a:close/>
                </a:path>
                <a:path w="10424160" h="5213350">
                  <a:moveTo>
                    <a:pt x="4084955" y="0"/>
                  </a:moveTo>
                  <a:lnTo>
                    <a:pt x="4079748" y="0"/>
                  </a:lnTo>
                  <a:lnTo>
                    <a:pt x="4075430" y="4318"/>
                  </a:lnTo>
                  <a:lnTo>
                    <a:pt x="4075430" y="14732"/>
                  </a:lnTo>
                  <a:lnTo>
                    <a:pt x="4079748" y="19050"/>
                  </a:lnTo>
                  <a:lnTo>
                    <a:pt x="4084955" y="19050"/>
                  </a:lnTo>
                  <a:lnTo>
                    <a:pt x="4084955" y="0"/>
                  </a:lnTo>
                  <a:close/>
                </a:path>
                <a:path w="10424160" h="5213350">
                  <a:moveTo>
                    <a:pt x="4090289" y="0"/>
                  </a:moveTo>
                  <a:lnTo>
                    <a:pt x="4084955" y="0"/>
                  </a:lnTo>
                  <a:lnTo>
                    <a:pt x="4084955" y="19050"/>
                  </a:lnTo>
                  <a:lnTo>
                    <a:pt x="4090289" y="19050"/>
                  </a:lnTo>
                  <a:lnTo>
                    <a:pt x="4094480" y="14732"/>
                  </a:lnTo>
                  <a:lnTo>
                    <a:pt x="4094480" y="4318"/>
                  </a:lnTo>
                  <a:lnTo>
                    <a:pt x="4090289" y="0"/>
                  </a:lnTo>
                  <a:close/>
                </a:path>
                <a:path w="10424160" h="5213350">
                  <a:moveTo>
                    <a:pt x="4123055" y="0"/>
                  </a:moveTo>
                  <a:lnTo>
                    <a:pt x="4117848" y="0"/>
                  </a:lnTo>
                  <a:lnTo>
                    <a:pt x="4113530" y="4318"/>
                  </a:lnTo>
                  <a:lnTo>
                    <a:pt x="4113530" y="14732"/>
                  </a:lnTo>
                  <a:lnTo>
                    <a:pt x="4117848" y="19050"/>
                  </a:lnTo>
                  <a:lnTo>
                    <a:pt x="4123055" y="19050"/>
                  </a:lnTo>
                  <a:lnTo>
                    <a:pt x="4123055" y="0"/>
                  </a:lnTo>
                  <a:close/>
                </a:path>
                <a:path w="10424160" h="5213350">
                  <a:moveTo>
                    <a:pt x="4128389" y="0"/>
                  </a:moveTo>
                  <a:lnTo>
                    <a:pt x="4123055" y="0"/>
                  </a:lnTo>
                  <a:lnTo>
                    <a:pt x="4123055" y="19050"/>
                  </a:lnTo>
                  <a:lnTo>
                    <a:pt x="4128389" y="19050"/>
                  </a:lnTo>
                  <a:lnTo>
                    <a:pt x="4132580" y="14732"/>
                  </a:lnTo>
                  <a:lnTo>
                    <a:pt x="4132580" y="4318"/>
                  </a:lnTo>
                  <a:lnTo>
                    <a:pt x="4128389" y="0"/>
                  </a:lnTo>
                  <a:close/>
                </a:path>
                <a:path w="10424160" h="5213350">
                  <a:moveTo>
                    <a:pt x="4161155" y="0"/>
                  </a:moveTo>
                  <a:lnTo>
                    <a:pt x="4155948" y="0"/>
                  </a:lnTo>
                  <a:lnTo>
                    <a:pt x="4151630" y="4318"/>
                  </a:lnTo>
                  <a:lnTo>
                    <a:pt x="4151630" y="14732"/>
                  </a:lnTo>
                  <a:lnTo>
                    <a:pt x="4155948" y="19050"/>
                  </a:lnTo>
                  <a:lnTo>
                    <a:pt x="4161155" y="19050"/>
                  </a:lnTo>
                  <a:lnTo>
                    <a:pt x="4161155" y="0"/>
                  </a:lnTo>
                  <a:close/>
                </a:path>
                <a:path w="10424160" h="5213350">
                  <a:moveTo>
                    <a:pt x="4166489" y="0"/>
                  </a:moveTo>
                  <a:lnTo>
                    <a:pt x="4161282" y="0"/>
                  </a:lnTo>
                  <a:lnTo>
                    <a:pt x="4161282" y="19050"/>
                  </a:lnTo>
                  <a:lnTo>
                    <a:pt x="4166489" y="19050"/>
                  </a:lnTo>
                  <a:lnTo>
                    <a:pt x="4170807" y="14732"/>
                  </a:lnTo>
                  <a:lnTo>
                    <a:pt x="4170807" y="4318"/>
                  </a:lnTo>
                  <a:lnTo>
                    <a:pt x="4166489" y="0"/>
                  </a:lnTo>
                  <a:close/>
                </a:path>
                <a:path w="10424160" h="5213350">
                  <a:moveTo>
                    <a:pt x="4199382" y="0"/>
                  </a:moveTo>
                  <a:lnTo>
                    <a:pt x="4194048" y="0"/>
                  </a:lnTo>
                  <a:lnTo>
                    <a:pt x="4189857" y="4318"/>
                  </a:lnTo>
                  <a:lnTo>
                    <a:pt x="4189857" y="14732"/>
                  </a:lnTo>
                  <a:lnTo>
                    <a:pt x="4194048" y="19050"/>
                  </a:lnTo>
                  <a:lnTo>
                    <a:pt x="4199382" y="19050"/>
                  </a:lnTo>
                  <a:lnTo>
                    <a:pt x="4199382" y="0"/>
                  </a:lnTo>
                  <a:close/>
                </a:path>
                <a:path w="10424160" h="5213350">
                  <a:moveTo>
                    <a:pt x="4204589" y="0"/>
                  </a:moveTo>
                  <a:lnTo>
                    <a:pt x="4199382" y="0"/>
                  </a:lnTo>
                  <a:lnTo>
                    <a:pt x="4199382" y="19050"/>
                  </a:lnTo>
                  <a:lnTo>
                    <a:pt x="4204589" y="19050"/>
                  </a:lnTo>
                  <a:lnTo>
                    <a:pt x="4208907" y="14732"/>
                  </a:lnTo>
                  <a:lnTo>
                    <a:pt x="4208907" y="4318"/>
                  </a:lnTo>
                  <a:lnTo>
                    <a:pt x="4204589" y="0"/>
                  </a:lnTo>
                  <a:close/>
                </a:path>
                <a:path w="10424160" h="5213350">
                  <a:moveTo>
                    <a:pt x="4237482" y="0"/>
                  </a:moveTo>
                  <a:lnTo>
                    <a:pt x="4232148" y="0"/>
                  </a:lnTo>
                  <a:lnTo>
                    <a:pt x="4227957" y="4318"/>
                  </a:lnTo>
                  <a:lnTo>
                    <a:pt x="4227957" y="14732"/>
                  </a:lnTo>
                  <a:lnTo>
                    <a:pt x="4232148" y="19050"/>
                  </a:lnTo>
                  <a:lnTo>
                    <a:pt x="4237482" y="19050"/>
                  </a:lnTo>
                  <a:lnTo>
                    <a:pt x="4237482" y="0"/>
                  </a:lnTo>
                  <a:close/>
                </a:path>
                <a:path w="10424160" h="5213350">
                  <a:moveTo>
                    <a:pt x="4242689" y="0"/>
                  </a:moveTo>
                  <a:lnTo>
                    <a:pt x="4237482" y="0"/>
                  </a:lnTo>
                  <a:lnTo>
                    <a:pt x="4237482" y="19050"/>
                  </a:lnTo>
                  <a:lnTo>
                    <a:pt x="4242689" y="19050"/>
                  </a:lnTo>
                  <a:lnTo>
                    <a:pt x="4247007" y="14732"/>
                  </a:lnTo>
                  <a:lnTo>
                    <a:pt x="4247007" y="4318"/>
                  </a:lnTo>
                  <a:lnTo>
                    <a:pt x="4242689" y="0"/>
                  </a:lnTo>
                  <a:close/>
                </a:path>
                <a:path w="10424160" h="5213350">
                  <a:moveTo>
                    <a:pt x="4275582" y="0"/>
                  </a:moveTo>
                  <a:lnTo>
                    <a:pt x="4270248" y="0"/>
                  </a:lnTo>
                  <a:lnTo>
                    <a:pt x="4266057" y="4318"/>
                  </a:lnTo>
                  <a:lnTo>
                    <a:pt x="4266057" y="14732"/>
                  </a:lnTo>
                  <a:lnTo>
                    <a:pt x="4270248" y="19050"/>
                  </a:lnTo>
                  <a:lnTo>
                    <a:pt x="4275582" y="19050"/>
                  </a:lnTo>
                  <a:lnTo>
                    <a:pt x="4275582" y="0"/>
                  </a:lnTo>
                  <a:close/>
                </a:path>
                <a:path w="10424160" h="5213350">
                  <a:moveTo>
                    <a:pt x="4280789" y="0"/>
                  </a:moveTo>
                  <a:lnTo>
                    <a:pt x="4275582" y="0"/>
                  </a:lnTo>
                  <a:lnTo>
                    <a:pt x="4275582" y="19050"/>
                  </a:lnTo>
                  <a:lnTo>
                    <a:pt x="4280789" y="19050"/>
                  </a:lnTo>
                  <a:lnTo>
                    <a:pt x="4285107" y="14732"/>
                  </a:lnTo>
                  <a:lnTo>
                    <a:pt x="4285107" y="4318"/>
                  </a:lnTo>
                  <a:lnTo>
                    <a:pt x="4280789" y="0"/>
                  </a:lnTo>
                  <a:close/>
                </a:path>
                <a:path w="10424160" h="5213350">
                  <a:moveTo>
                    <a:pt x="4313682" y="0"/>
                  </a:moveTo>
                  <a:lnTo>
                    <a:pt x="4308475" y="0"/>
                  </a:lnTo>
                  <a:lnTo>
                    <a:pt x="4304157" y="4318"/>
                  </a:lnTo>
                  <a:lnTo>
                    <a:pt x="4304157" y="14732"/>
                  </a:lnTo>
                  <a:lnTo>
                    <a:pt x="4308475" y="19050"/>
                  </a:lnTo>
                  <a:lnTo>
                    <a:pt x="4313682" y="19050"/>
                  </a:lnTo>
                  <a:lnTo>
                    <a:pt x="4313682" y="0"/>
                  </a:lnTo>
                  <a:close/>
                </a:path>
                <a:path w="10424160" h="5213350">
                  <a:moveTo>
                    <a:pt x="4319016" y="0"/>
                  </a:moveTo>
                  <a:lnTo>
                    <a:pt x="4313682" y="0"/>
                  </a:lnTo>
                  <a:lnTo>
                    <a:pt x="4313682" y="19050"/>
                  </a:lnTo>
                  <a:lnTo>
                    <a:pt x="4319016" y="19050"/>
                  </a:lnTo>
                  <a:lnTo>
                    <a:pt x="4323207" y="14732"/>
                  </a:lnTo>
                  <a:lnTo>
                    <a:pt x="4323207" y="4318"/>
                  </a:lnTo>
                  <a:lnTo>
                    <a:pt x="4319016" y="0"/>
                  </a:lnTo>
                  <a:close/>
                </a:path>
                <a:path w="10424160" h="5213350">
                  <a:moveTo>
                    <a:pt x="4351782" y="0"/>
                  </a:moveTo>
                  <a:lnTo>
                    <a:pt x="4346575" y="0"/>
                  </a:lnTo>
                  <a:lnTo>
                    <a:pt x="4342257" y="4318"/>
                  </a:lnTo>
                  <a:lnTo>
                    <a:pt x="4342257" y="14732"/>
                  </a:lnTo>
                  <a:lnTo>
                    <a:pt x="4346575" y="19050"/>
                  </a:lnTo>
                  <a:lnTo>
                    <a:pt x="4351782" y="19050"/>
                  </a:lnTo>
                  <a:lnTo>
                    <a:pt x="4351782" y="0"/>
                  </a:lnTo>
                  <a:close/>
                </a:path>
                <a:path w="10424160" h="5213350">
                  <a:moveTo>
                    <a:pt x="4357116" y="0"/>
                  </a:moveTo>
                  <a:lnTo>
                    <a:pt x="4351782" y="0"/>
                  </a:lnTo>
                  <a:lnTo>
                    <a:pt x="4351782" y="19050"/>
                  </a:lnTo>
                  <a:lnTo>
                    <a:pt x="4357116" y="19050"/>
                  </a:lnTo>
                  <a:lnTo>
                    <a:pt x="4361307" y="14732"/>
                  </a:lnTo>
                  <a:lnTo>
                    <a:pt x="4361307" y="4318"/>
                  </a:lnTo>
                  <a:lnTo>
                    <a:pt x="4357116" y="0"/>
                  </a:lnTo>
                  <a:close/>
                </a:path>
                <a:path w="10424160" h="5213350">
                  <a:moveTo>
                    <a:pt x="4389882" y="0"/>
                  </a:moveTo>
                  <a:lnTo>
                    <a:pt x="4384675" y="0"/>
                  </a:lnTo>
                  <a:lnTo>
                    <a:pt x="4380357" y="4318"/>
                  </a:lnTo>
                  <a:lnTo>
                    <a:pt x="4380357" y="14732"/>
                  </a:lnTo>
                  <a:lnTo>
                    <a:pt x="4384675" y="19050"/>
                  </a:lnTo>
                  <a:lnTo>
                    <a:pt x="4389882" y="19050"/>
                  </a:lnTo>
                  <a:lnTo>
                    <a:pt x="4389882" y="0"/>
                  </a:lnTo>
                  <a:close/>
                </a:path>
                <a:path w="10424160" h="5213350">
                  <a:moveTo>
                    <a:pt x="4395216" y="0"/>
                  </a:moveTo>
                  <a:lnTo>
                    <a:pt x="4389882" y="0"/>
                  </a:lnTo>
                  <a:lnTo>
                    <a:pt x="4389882" y="19050"/>
                  </a:lnTo>
                  <a:lnTo>
                    <a:pt x="4395216" y="19050"/>
                  </a:lnTo>
                  <a:lnTo>
                    <a:pt x="4399407" y="14732"/>
                  </a:lnTo>
                  <a:lnTo>
                    <a:pt x="4399407" y="4318"/>
                  </a:lnTo>
                  <a:lnTo>
                    <a:pt x="4395216" y="0"/>
                  </a:lnTo>
                  <a:close/>
                </a:path>
                <a:path w="10424160" h="5213350">
                  <a:moveTo>
                    <a:pt x="4427982" y="0"/>
                  </a:moveTo>
                  <a:lnTo>
                    <a:pt x="4422775" y="0"/>
                  </a:lnTo>
                  <a:lnTo>
                    <a:pt x="4418457" y="4318"/>
                  </a:lnTo>
                  <a:lnTo>
                    <a:pt x="4418457" y="14732"/>
                  </a:lnTo>
                  <a:lnTo>
                    <a:pt x="4422775" y="19050"/>
                  </a:lnTo>
                  <a:lnTo>
                    <a:pt x="4427982" y="19050"/>
                  </a:lnTo>
                  <a:lnTo>
                    <a:pt x="4427982" y="0"/>
                  </a:lnTo>
                  <a:close/>
                </a:path>
                <a:path w="10424160" h="5213350">
                  <a:moveTo>
                    <a:pt x="4433316" y="0"/>
                  </a:moveTo>
                  <a:lnTo>
                    <a:pt x="4428109" y="0"/>
                  </a:lnTo>
                  <a:lnTo>
                    <a:pt x="4428109" y="19050"/>
                  </a:lnTo>
                  <a:lnTo>
                    <a:pt x="4433316" y="19050"/>
                  </a:lnTo>
                  <a:lnTo>
                    <a:pt x="4437634" y="14732"/>
                  </a:lnTo>
                  <a:lnTo>
                    <a:pt x="4437634" y="4318"/>
                  </a:lnTo>
                  <a:lnTo>
                    <a:pt x="4433316" y="0"/>
                  </a:lnTo>
                  <a:close/>
                </a:path>
                <a:path w="10424160" h="5213350">
                  <a:moveTo>
                    <a:pt x="4466209" y="0"/>
                  </a:moveTo>
                  <a:lnTo>
                    <a:pt x="4460875" y="0"/>
                  </a:lnTo>
                  <a:lnTo>
                    <a:pt x="4456684" y="4318"/>
                  </a:lnTo>
                  <a:lnTo>
                    <a:pt x="4456684" y="14732"/>
                  </a:lnTo>
                  <a:lnTo>
                    <a:pt x="4460875" y="19050"/>
                  </a:lnTo>
                  <a:lnTo>
                    <a:pt x="4466209" y="19050"/>
                  </a:lnTo>
                  <a:lnTo>
                    <a:pt x="4466209" y="0"/>
                  </a:lnTo>
                  <a:close/>
                </a:path>
                <a:path w="10424160" h="5213350">
                  <a:moveTo>
                    <a:pt x="4471416" y="0"/>
                  </a:moveTo>
                  <a:lnTo>
                    <a:pt x="4466209" y="0"/>
                  </a:lnTo>
                  <a:lnTo>
                    <a:pt x="4466209" y="19050"/>
                  </a:lnTo>
                  <a:lnTo>
                    <a:pt x="4471416" y="19050"/>
                  </a:lnTo>
                  <a:lnTo>
                    <a:pt x="4475734" y="14732"/>
                  </a:lnTo>
                  <a:lnTo>
                    <a:pt x="4475734" y="4318"/>
                  </a:lnTo>
                  <a:lnTo>
                    <a:pt x="4471416" y="0"/>
                  </a:lnTo>
                  <a:close/>
                </a:path>
                <a:path w="10424160" h="5213350">
                  <a:moveTo>
                    <a:pt x="4504309" y="0"/>
                  </a:moveTo>
                  <a:lnTo>
                    <a:pt x="4498975" y="0"/>
                  </a:lnTo>
                  <a:lnTo>
                    <a:pt x="4494784" y="4318"/>
                  </a:lnTo>
                  <a:lnTo>
                    <a:pt x="4494784" y="14732"/>
                  </a:lnTo>
                  <a:lnTo>
                    <a:pt x="4498975" y="19050"/>
                  </a:lnTo>
                  <a:lnTo>
                    <a:pt x="4504309" y="19050"/>
                  </a:lnTo>
                  <a:lnTo>
                    <a:pt x="4504309" y="0"/>
                  </a:lnTo>
                  <a:close/>
                </a:path>
                <a:path w="10424160" h="5213350">
                  <a:moveTo>
                    <a:pt x="4509516" y="0"/>
                  </a:moveTo>
                  <a:lnTo>
                    <a:pt x="4504309" y="0"/>
                  </a:lnTo>
                  <a:lnTo>
                    <a:pt x="4504309" y="19050"/>
                  </a:lnTo>
                  <a:lnTo>
                    <a:pt x="4509516" y="19050"/>
                  </a:lnTo>
                  <a:lnTo>
                    <a:pt x="4513834" y="14732"/>
                  </a:lnTo>
                  <a:lnTo>
                    <a:pt x="4513834" y="4318"/>
                  </a:lnTo>
                  <a:lnTo>
                    <a:pt x="4509516" y="0"/>
                  </a:lnTo>
                  <a:close/>
                </a:path>
                <a:path w="10424160" h="5213350">
                  <a:moveTo>
                    <a:pt x="4542409" y="0"/>
                  </a:moveTo>
                  <a:lnTo>
                    <a:pt x="4537075" y="0"/>
                  </a:lnTo>
                  <a:lnTo>
                    <a:pt x="4532884" y="4318"/>
                  </a:lnTo>
                  <a:lnTo>
                    <a:pt x="4532884" y="14732"/>
                  </a:lnTo>
                  <a:lnTo>
                    <a:pt x="4537075" y="19050"/>
                  </a:lnTo>
                  <a:lnTo>
                    <a:pt x="4542409" y="19050"/>
                  </a:lnTo>
                  <a:lnTo>
                    <a:pt x="4542409" y="0"/>
                  </a:lnTo>
                  <a:close/>
                </a:path>
                <a:path w="10424160" h="5213350">
                  <a:moveTo>
                    <a:pt x="4547616" y="0"/>
                  </a:moveTo>
                  <a:lnTo>
                    <a:pt x="4542409" y="0"/>
                  </a:lnTo>
                  <a:lnTo>
                    <a:pt x="4542409" y="19050"/>
                  </a:lnTo>
                  <a:lnTo>
                    <a:pt x="4547616" y="19050"/>
                  </a:lnTo>
                  <a:lnTo>
                    <a:pt x="4551934" y="14732"/>
                  </a:lnTo>
                  <a:lnTo>
                    <a:pt x="4551934" y="4318"/>
                  </a:lnTo>
                  <a:lnTo>
                    <a:pt x="4547616" y="0"/>
                  </a:lnTo>
                  <a:close/>
                </a:path>
                <a:path w="10424160" h="5213350">
                  <a:moveTo>
                    <a:pt x="4580509" y="0"/>
                  </a:moveTo>
                  <a:lnTo>
                    <a:pt x="4575302" y="0"/>
                  </a:lnTo>
                  <a:lnTo>
                    <a:pt x="4570984" y="4318"/>
                  </a:lnTo>
                  <a:lnTo>
                    <a:pt x="4570984" y="14732"/>
                  </a:lnTo>
                  <a:lnTo>
                    <a:pt x="4575302" y="19050"/>
                  </a:lnTo>
                  <a:lnTo>
                    <a:pt x="4580509" y="19050"/>
                  </a:lnTo>
                  <a:lnTo>
                    <a:pt x="4580509" y="0"/>
                  </a:lnTo>
                  <a:close/>
                </a:path>
                <a:path w="10424160" h="5213350">
                  <a:moveTo>
                    <a:pt x="4585843" y="0"/>
                  </a:moveTo>
                  <a:lnTo>
                    <a:pt x="4580509" y="0"/>
                  </a:lnTo>
                  <a:lnTo>
                    <a:pt x="4580509" y="19050"/>
                  </a:lnTo>
                  <a:lnTo>
                    <a:pt x="4585843" y="19050"/>
                  </a:lnTo>
                  <a:lnTo>
                    <a:pt x="4590034" y="14732"/>
                  </a:lnTo>
                  <a:lnTo>
                    <a:pt x="4590034" y="4318"/>
                  </a:lnTo>
                  <a:lnTo>
                    <a:pt x="4585843" y="0"/>
                  </a:lnTo>
                  <a:close/>
                </a:path>
                <a:path w="10424160" h="5213350">
                  <a:moveTo>
                    <a:pt x="4618609" y="0"/>
                  </a:moveTo>
                  <a:lnTo>
                    <a:pt x="4613402" y="0"/>
                  </a:lnTo>
                  <a:lnTo>
                    <a:pt x="4609084" y="4318"/>
                  </a:lnTo>
                  <a:lnTo>
                    <a:pt x="4609084" y="14732"/>
                  </a:lnTo>
                  <a:lnTo>
                    <a:pt x="4613402" y="19050"/>
                  </a:lnTo>
                  <a:lnTo>
                    <a:pt x="4618609" y="19050"/>
                  </a:lnTo>
                  <a:lnTo>
                    <a:pt x="4618609" y="0"/>
                  </a:lnTo>
                  <a:close/>
                </a:path>
                <a:path w="10424160" h="5213350">
                  <a:moveTo>
                    <a:pt x="4623943" y="0"/>
                  </a:moveTo>
                  <a:lnTo>
                    <a:pt x="4618609" y="0"/>
                  </a:lnTo>
                  <a:lnTo>
                    <a:pt x="4618609" y="19050"/>
                  </a:lnTo>
                  <a:lnTo>
                    <a:pt x="4623943" y="19050"/>
                  </a:lnTo>
                  <a:lnTo>
                    <a:pt x="4628134" y="14732"/>
                  </a:lnTo>
                  <a:lnTo>
                    <a:pt x="4628134" y="4318"/>
                  </a:lnTo>
                  <a:lnTo>
                    <a:pt x="4623943" y="0"/>
                  </a:lnTo>
                  <a:close/>
                </a:path>
                <a:path w="10424160" h="5213350">
                  <a:moveTo>
                    <a:pt x="4656709" y="0"/>
                  </a:moveTo>
                  <a:lnTo>
                    <a:pt x="4651502" y="0"/>
                  </a:lnTo>
                  <a:lnTo>
                    <a:pt x="4647184" y="4318"/>
                  </a:lnTo>
                  <a:lnTo>
                    <a:pt x="4647184" y="14732"/>
                  </a:lnTo>
                  <a:lnTo>
                    <a:pt x="4651502" y="19050"/>
                  </a:lnTo>
                  <a:lnTo>
                    <a:pt x="4656709" y="19050"/>
                  </a:lnTo>
                  <a:lnTo>
                    <a:pt x="4656709" y="0"/>
                  </a:lnTo>
                  <a:close/>
                </a:path>
                <a:path w="10424160" h="5213350">
                  <a:moveTo>
                    <a:pt x="4662043" y="0"/>
                  </a:moveTo>
                  <a:lnTo>
                    <a:pt x="4656836" y="0"/>
                  </a:lnTo>
                  <a:lnTo>
                    <a:pt x="4656836" y="19050"/>
                  </a:lnTo>
                  <a:lnTo>
                    <a:pt x="4662043" y="19050"/>
                  </a:lnTo>
                  <a:lnTo>
                    <a:pt x="4666361" y="14732"/>
                  </a:lnTo>
                  <a:lnTo>
                    <a:pt x="4666361" y="4318"/>
                  </a:lnTo>
                  <a:lnTo>
                    <a:pt x="4662043" y="0"/>
                  </a:lnTo>
                  <a:close/>
                </a:path>
                <a:path w="10424160" h="5213350">
                  <a:moveTo>
                    <a:pt x="4694936" y="0"/>
                  </a:moveTo>
                  <a:lnTo>
                    <a:pt x="4689602" y="0"/>
                  </a:lnTo>
                  <a:lnTo>
                    <a:pt x="4685411" y="4318"/>
                  </a:lnTo>
                  <a:lnTo>
                    <a:pt x="4685411" y="14732"/>
                  </a:lnTo>
                  <a:lnTo>
                    <a:pt x="4689602" y="19050"/>
                  </a:lnTo>
                  <a:lnTo>
                    <a:pt x="4694936" y="19050"/>
                  </a:lnTo>
                  <a:lnTo>
                    <a:pt x="4694936" y="0"/>
                  </a:lnTo>
                  <a:close/>
                </a:path>
                <a:path w="10424160" h="5213350">
                  <a:moveTo>
                    <a:pt x="4700143" y="0"/>
                  </a:moveTo>
                  <a:lnTo>
                    <a:pt x="4694936" y="0"/>
                  </a:lnTo>
                  <a:lnTo>
                    <a:pt x="4694936" y="19050"/>
                  </a:lnTo>
                  <a:lnTo>
                    <a:pt x="4700143" y="19050"/>
                  </a:lnTo>
                  <a:lnTo>
                    <a:pt x="4704461" y="14732"/>
                  </a:lnTo>
                  <a:lnTo>
                    <a:pt x="4704461" y="4318"/>
                  </a:lnTo>
                  <a:lnTo>
                    <a:pt x="4700143" y="0"/>
                  </a:lnTo>
                  <a:close/>
                </a:path>
                <a:path w="10424160" h="5213350">
                  <a:moveTo>
                    <a:pt x="4733036" y="0"/>
                  </a:moveTo>
                  <a:lnTo>
                    <a:pt x="4727702" y="0"/>
                  </a:lnTo>
                  <a:lnTo>
                    <a:pt x="4723511" y="4318"/>
                  </a:lnTo>
                  <a:lnTo>
                    <a:pt x="4723511" y="14732"/>
                  </a:lnTo>
                  <a:lnTo>
                    <a:pt x="4727702" y="19050"/>
                  </a:lnTo>
                  <a:lnTo>
                    <a:pt x="4733036" y="19050"/>
                  </a:lnTo>
                  <a:lnTo>
                    <a:pt x="4733036" y="0"/>
                  </a:lnTo>
                  <a:close/>
                </a:path>
                <a:path w="10424160" h="5213350">
                  <a:moveTo>
                    <a:pt x="4738243" y="0"/>
                  </a:moveTo>
                  <a:lnTo>
                    <a:pt x="4733036" y="0"/>
                  </a:lnTo>
                  <a:lnTo>
                    <a:pt x="4733036" y="19050"/>
                  </a:lnTo>
                  <a:lnTo>
                    <a:pt x="4738243" y="19050"/>
                  </a:lnTo>
                  <a:lnTo>
                    <a:pt x="4742561" y="14732"/>
                  </a:lnTo>
                  <a:lnTo>
                    <a:pt x="4742561" y="4318"/>
                  </a:lnTo>
                  <a:lnTo>
                    <a:pt x="4738243" y="0"/>
                  </a:lnTo>
                  <a:close/>
                </a:path>
                <a:path w="10424160" h="5213350">
                  <a:moveTo>
                    <a:pt x="4771136" y="0"/>
                  </a:moveTo>
                  <a:lnTo>
                    <a:pt x="4765802" y="0"/>
                  </a:lnTo>
                  <a:lnTo>
                    <a:pt x="4761611" y="4318"/>
                  </a:lnTo>
                  <a:lnTo>
                    <a:pt x="4761611" y="14732"/>
                  </a:lnTo>
                  <a:lnTo>
                    <a:pt x="4765802" y="19050"/>
                  </a:lnTo>
                  <a:lnTo>
                    <a:pt x="4771136" y="19050"/>
                  </a:lnTo>
                  <a:lnTo>
                    <a:pt x="4771136" y="0"/>
                  </a:lnTo>
                  <a:close/>
                </a:path>
                <a:path w="10424160" h="5213350">
                  <a:moveTo>
                    <a:pt x="4776343" y="0"/>
                  </a:moveTo>
                  <a:lnTo>
                    <a:pt x="4771136" y="0"/>
                  </a:lnTo>
                  <a:lnTo>
                    <a:pt x="4771136" y="19050"/>
                  </a:lnTo>
                  <a:lnTo>
                    <a:pt x="4776343" y="19050"/>
                  </a:lnTo>
                  <a:lnTo>
                    <a:pt x="4780661" y="14732"/>
                  </a:lnTo>
                  <a:lnTo>
                    <a:pt x="4780661" y="4318"/>
                  </a:lnTo>
                  <a:lnTo>
                    <a:pt x="4776343" y="0"/>
                  </a:lnTo>
                  <a:close/>
                </a:path>
                <a:path w="10424160" h="5213350">
                  <a:moveTo>
                    <a:pt x="4809236" y="0"/>
                  </a:moveTo>
                  <a:lnTo>
                    <a:pt x="4804029" y="0"/>
                  </a:lnTo>
                  <a:lnTo>
                    <a:pt x="4799711" y="4318"/>
                  </a:lnTo>
                  <a:lnTo>
                    <a:pt x="4799711" y="14732"/>
                  </a:lnTo>
                  <a:lnTo>
                    <a:pt x="4804029" y="19050"/>
                  </a:lnTo>
                  <a:lnTo>
                    <a:pt x="4809236" y="19050"/>
                  </a:lnTo>
                  <a:lnTo>
                    <a:pt x="4809236" y="0"/>
                  </a:lnTo>
                  <a:close/>
                </a:path>
                <a:path w="10424160" h="5213350">
                  <a:moveTo>
                    <a:pt x="4814570" y="0"/>
                  </a:moveTo>
                  <a:lnTo>
                    <a:pt x="4809236" y="0"/>
                  </a:lnTo>
                  <a:lnTo>
                    <a:pt x="4809236" y="19050"/>
                  </a:lnTo>
                  <a:lnTo>
                    <a:pt x="4814570" y="19050"/>
                  </a:lnTo>
                  <a:lnTo>
                    <a:pt x="4818761" y="14732"/>
                  </a:lnTo>
                  <a:lnTo>
                    <a:pt x="4818761" y="4318"/>
                  </a:lnTo>
                  <a:lnTo>
                    <a:pt x="4814570" y="0"/>
                  </a:lnTo>
                  <a:close/>
                </a:path>
                <a:path w="10424160" h="5213350">
                  <a:moveTo>
                    <a:pt x="4847336" y="0"/>
                  </a:moveTo>
                  <a:lnTo>
                    <a:pt x="4842129" y="0"/>
                  </a:lnTo>
                  <a:lnTo>
                    <a:pt x="4837811" y="4318"/>
                  </a:lnTo>
                  <a:lnTo>
                    <a:pt x="4837811" y="14732"/>
                  </a:lnTo>
                  <a:lnTo>
                    <a:pt x="4842129" y="19050"/>
                  </a:lnTo>
                  <a:lnTo>
                    <a:pt x="4847336" y="19050"/>
                  </a:lnTo>
                  <a:lnTo>
                    <a:pt x="4847336" y="0"/>
                  </a:lnTo>
                  <a:close/>
                </a:path>
                <a:path w="10424160" h="5213350">
                  <a:moveTo>
                    <a:pt x="4852670" y="0"/>
                  </a:moveTo>
                  <a:lnTo>
                    <a:pt x="4847336" y="0"/>
                  </a:lnTo>
                  <a:lnTo>
                    <a:pt x="4847336" y="19050"/>
                  </a:lnTo>
                  <a:lnTo>
                    <a:pt x="4852670" y="19050"/>
                  </a:lnTo>
                  <a:lnTo>
                    <a:pt x="4856861" y="14732"/>
                  </a:lnTo>
                  <a:lnTo>
                    <a:pt x="4856861" y="4318"/>
                  </a:lnTo>
                  <a:lnTo>
                    <a:pt x="4852670" y="0"/>
                  </a:lnTo>
                  <a:close/>
                </a:path>
                <a:path w="10424160" h="5213350">
                  <a:moveTo>
                    <a:pt x="4885436" y="0"/>
                  </a:moveTo>
                  <a:lnTo>
                    <a:pt x="4880229" y="0"/>
                  </a:lnTo>
                  <a:lnTo>
                    <a:pt x="4875911" y="4318"/>
                  </a:lnTo>
                  <a:lnTo>
                    <a:pt x="4875911" y="14732"/>
                  </a:lnTo>
                  <a:lnTo>
                    <a:pt x="4880229" y="19050"/>
                  </a:lnTo>
                  <a:lnTo>
                    <a:pt x="4885436" y="19050"/>
                  </a:lnTo>
                  <a:lnTo>
                    <a:pt x="4885436" y="0"/>
                  </a:lnTo>
                  <a:close/>
                </a:path>
                <a:path w="10424160" h="5213350">
                  <a:moveTo>
                    <a:pt x="4890770" y="0"/>
                  </a:moveTo>
                  <a:lnTo>
                    <a:pt x="4885436" y="0"/>
                  </a:lnTo>
                  <a:lnTo>
                    <a:pt x="4885436" y="19050"/>
                  </a:lnTo>
                  <a:lnTo>
                    <a:pt x="4890770" y="19050"/>
                  </a:lnTo>
                  <a:lnTo>
                    <a:pt x="4894961" y="14732"/>
                  </a:lnTo>
                  <a:lnTo>
                    <a:pt x="4894961" y="4318"/>
                  </a:lnTo>
                  <a:lnTo>
                    <a:pt x="4890770" y="0"/>
                  </a:lnTo>
                  <a:close/>
                </a:path>
                <a:path w="10424160" h="5213350">
                  <a:moveTo>
                    <a:pt x="4923536" y="0"/>
                  </a:moveTo>
                  <a:lnTo>
                    <a:pt x="4918329" y="0"/>
                  </a:lnTo>
                  <a:lnTo>
                    <a:pt x="4914011" y="4318"/>
                  </a:lnTo>
                  <a:lnTo>
                    <a:pt x="4914011" y="14732"/>
                  </a:lnTo>
                  <a:lnTo>
                    <a:pt x="4918329" y="19050"/>
                  </a:lnTo>
                  <a:lnTo>
                    <a:pt x="4923536" y="19050"/>
                  </a:lnTo>
                  <a:lnTo>
                    <a:pt x="4923536" y="0"/>
                  </a:lnTo>
                  <a:close/>
                </a:path>
                <a:path w="10424160" h="5213350">
                  <a:moveTo>
                    <a:pt x="4928870" y="0"/>
                  </a:moveTo>
                  <a:lnTo>
                    <a:pt x="4923663" y="0"/>
                  </a:lnTo>
                  <a:lnTo>
                    <a:pt x="4923663" y="19050"/>
                  </a:lnTo>
                  <a:lnTo>
                    <a:pt x="4928870" y="19050"/>
                  </a:lnTo>
                  <a:lnTo>
                    <a:pt x="4933188" y="14732"/>
                  </a:lnTo>
                  <a:lnTo>
                    <a:pt x="4933188" y="4318"/>
                  </a:lnTo>
                  <a:lnTo>
                    <a:pt x="4928870" y="0"/>
                  </a:lnTo>
                  <a:close/>
                </a:path>
                <a:path w="10424160" h="5213350">
                  <a:moveTo>
                    <a:pt x="4961763" y="0"/>
                  </a:moveTo>
                  <a:lnTo>
                    <a:pt x="4956429" y="0"/>
                  </a:lnTo>
                  <a:lnTo>
                    <a:pt x="4952238" y="4318"/>
                  </a:lnTo>
                  <a:lnTo>
                    <a:pt x="4952238" y="14732"/>
                  </a:lnTo>
                  <a:lnTo>
                    <a:pt x="4956429" y="19050"/>
                  </a:lnTo>
                  <a:lnTo>
                    <a:pt x="4961763" y="19050"/>
                  </a:lnTo>
                  <a:lnTo>
                    <a:pt x="4961763" y="0"/>
                  </a:lnTo>
                  <a:close/>
                </a:path>
                <a:path w="10424160" h="5213350">
                  <a:moveTo>
                    <a:pt x="4966970" y="0"/>
                  </a:moveTo>
                  <a:lnTo>
                    <a:pt x="4961763" y="0"/>
                  </a:lnTo>
                  <a:lnTo>
                    <a:pt x="4961763" y="19050"/>
                  </a:lnTo>
                  <a:lnTo>
                    <a:pt x="4966970" y="19050"/>
                  </a:lnTo>
                  <a:lnTo>
                    <a:pt x="4971288" y="14732"/>
                  </a:lnTo>
                  <a:lnTo>
                    <a:pt x="4971288" y="4318"/>
                  </a:lnTo>
                  <a:lnTo>
                    <a:pt x="4966970" y="0"/>
                  </a:lnTo>
                  <a:close/>
                </a:path>
                <a:path w="10424160" h="5213350">
                  <a:moveTo>
                    <a:pt x="4999863" y="0"/>
                  </a:moveTo>
                  <a:lnTo>
                    <a:pt x="4994529" y="0"/>
                  </a:lnTo>
                  <a:lnTo>
                    <a:pt x="4990338" y="4318"/>
                  </a:lnTo>
                  <a:lnTo>
                    <a:pt x="4990338" y="14732"/>
                  </a:lnTo>
                  <a:lnTo>
                    <a:pt x="4994529" y="19050"/>
                  </a:lnTo>
                  <a:lnTo>
                    <a:pt x="4999863" y="19050"/>
                  </a:lnTo>
                  <a:lnTo>
                    <a:pt x="4999863" y="0"/>
                  </a:lnTo>
                  <a:close/>
                </a:path>
                <a:path w="10424160" h="5213350">
                  <a:moveTo>
                    <a:pt x="5005070" y="0"/>
                  </a:moveTo>
                  <a:lnTo>
                    <a:pt x="4999863" y="0"/>
                  </a:lnTo>
                  <a:lnTo>
                    <a:pt x="4999863" y="19050"/>
                  </a:lnTo>
                  <a:lnTo>
                    <a:pt x="5005070" y="19050"/>
                  </a:lnTo>
                  <a:lnTo>
                    <a:pt x="5009388" y="14732"/>
                  </a:lnTo>
                  <a:lnTo>
                    <a:pt x="5009388" y="4318"/>
                  </a:lnTo>
                  <a:lnTo>
                    <a:pt x="5005070" y="0"/>
                  </a:lnTo>
                  <a:close/>
                </a:path>
                <a:path w="10424160" h="5213350">
                  <a:moveTo>
                    <a:pt x="5037963" y="0"/>
                  </a:moveTo>
                  <a:lnTo>
                    <a:pt x="5032629" y="0"/>
                  </a:lnTo>
                  <a:lnTo>
                    <a:pt x="5028438" y="4318"/>
                  </a:lnTo>
                  <a:lnTo>
                    <a:pt x="5028438" y="14732"/>
                  </a:lnTo>
                  <a:lnTo>
                    <a:pt x="5032629" y="19050"/>
                  </a:lnTo>
                  <a:lnTo>
                    <a:pt x="5037963" y="19050"/>
                  </a:lnTo>
                  <a:lnTo>
                    <a:pt x="5037963" y="0"/>
                  </a:lnTo>
                  <a:close/>
                </a:path>
                <a:path w="10424160" h="5213350">
                  <a:moveTo>
                    <a:pt x="5043170" y="0"/>
                  </a:moveTo>
                  <a:lnTo>
                    <a:pt x="5037963" y="0"/>
                  </a:lnTo>
                  <a:lnTo>
                    <a:pt x="5037963" y="19050"/>
                  </a:lnTo>
                  <a:lnTo>
                    <a:pt x="5043170" y="19050"/>
                  </a:lnTo>
                  <a:lnTo>
                    <a:pt x="5047488" y="14732"/>
                  </a:lnTo>
                  <a:lnTo>
                    <a:pt x="5047488" y="4318"/>
                  </a:lnTo>
                  <a:lnTo>
                    <a:pt x="5043170" y="0"/>
                  </a:lnTo>
                  <a:close/>
                </a:path>
                <a:path w="10424160" h="5213350">
                  <a:moveTo>
                    <a:pt x="5076063" y="0"/>
                  </a:moveTo>
                  <a:lnTo>
                    <a:pt x="5070856" y="0"/>
                  </a:lnTo>
                  <a:lnTo>
                    <a:pt x="5066538" y="4318"/>
                  </a:lnTo>
                  <a:lnTo>
                    <a:pt x="5066538" y="14732"/>
                  </a:lnTo>
                  <a:lnTo>
                    <a:pt x="5070856" y="19050"/>
                  </a:lnTo>
                  <a:lnTo>
                    <a:pt x="5076063" y="19050"/>
                  </a:lnTo>
                  <a:lnTo>
                    <a:pt x="5076063" y="0"/>
                  </a:lnTo>
                  <a:close/>
                </a:path>
                <a:path w="10424160" h="5213350">
                  <a:moveTo>
                    <a:pt x="5081397" y="0"/>
                  </a:moveTo>
                  <a:lnTo>
                    <a:pt x="5076063" y="0"/>
                  </a:lnTo>
                  <a:lnTo>
                    <a:pt x="5076063" y="19050"/>
                  </a:lnTo>
                  <a:lnTo>
                    <a:pt x="5081397" y="19050"/>
                  </a:lnTo>
                  <a:lnTo>
                    <a:pt x="5085588" y="14732"/>
                  </a:lnTo>
                  <a:lnTo>
                    <a:pt x="5085588" y="4318"/>
                  </a:lnTo>
                  <a:lnTo>
                    <a:pt x="5081397" y="0"/>
                  </a:lnTo>
                  <a:close/>
                </a:path>
                <a:path w="10424160" h="5213350">
                  <a:moveTo>
                    <a:pt x="5114163" y="0"/>
                  </a:moveTo>
                  <a:lnTo>
                    <a:pt x="5108956" y="0"/>
                  </a:lnTo>
                  <a:lnTo>
                    <a:pt x="5104638" y="4318"/>
                  </a:lnTo>
                  <a:lnTo>
                    <a:pt x="5104638" y="14732"/>
                  </a:lnTo>
                  <a:lnTo>
                    <a:pt x="5108956" y="19050"/>
                  </a:lnTo>
                  <a:lnTo>
                    <a:pt x="5114163" y="19050"/>
                  </a:lnTo>
                  <a:lnTo>
                    <a:pt x="5114163" y="0"/>
                  </a:lnTo>
                  <a:close/>
                </a:path>
                <a:path w="10424160" h="5213350">
                  <a:moveTo>
                    <a:pt x="5119497" y="0"/>
                  </a:moveTo>
                  <a:lnTo>
                    <a:pt x="5114163" y="0"/>
                  </a:lnTo>
                  <a:lnTo>
                    <a:pt x="5114163" y="19050"/>
                  </a:lnTo>
                  <a:lnTo>
                    <a:pt x="5119497" y="19050"/>
                  </a:lnTo>
                  <a:lnTo>
                    <a:pt x="5123688" y="14732"/>
                  </a:lnTo>
                  <a:lnTo>
                    <a:pt x="5123688" y="4318"/>
                  </a:lnTo>
                  <a:lnTo>
                    <a:pt x="5119497" y="0"/>
                  </a:lnTo>
                  <a:close/>
                </a:path>
                <a:path w="10424160" h="5213350">
                  <a:moveTo>
                    <a:pt x="5152263" y="0"/>
                  </a:moveTo>
                  <a:lnTo>
                    <a:pt x="5147056" y="0"/>
                  </a:lnTo>
                  <a:lnTo>
                    <a:pt x="5142738" y="4318"/>
                  </a:lnTo>
                  <a:lnTo>
                    <a:pt x="5142738" y="14732"/>
                  </a:lnTo>
                  <a:lnTo>
                    <a:pt x="5147056" y="19050"/>
                  </a:lnTo>
                  <a:lnTo>
                    <a:pt x="5152263" y="19050"/>
                  </a:lnTo>
                  <a:lnTo>
                    <a:pt x="5152263" y="0"/>
                  </a:lnTo>
                  <a:close/>
                </a:path>
                <a:path w="10424160" h="5213350">
                  <a:moveTo>
                    <a:pt x="5157597" y="0"/>
                  </a:moveTo>
                  <a:lnTo>
                    <a:pt x="5152263" y="0"/>
                  </a:lnTo>
                  <a:lnTo>
                    <a:pt x="5152263" y="19050"/>
                  </a:lnTo>
                  <a:lnTo>
                    <a:pt x="5157597" y="19050"/>
                  </a:lnTo>
                  <a:lnTo>
                    <a:pt x="5161788" y="14732"/>
                  </a:lnTo>
                  <a:lnTo>
                    <a:pt x="5161788" y="4318"/>
                  </a:lnTo>
                  <a:lnTo>
                    <a:pt x="5157597" y="0"/>
                  </a:lnTo>
                  <a:close/>
                </a:path>
                <a:path w="10424160" h="5213350">
                  <a:moveTo>
                    <a:pt x="5190363" y="0"/>
                  </a:moveTo>
                  <a:lnTo>
                    <a:pt x="5185156" y="0"/>
                  </a:lnTo>
                  <a:lnTo>
                    <a:pt x="5180838" y="4318"/>
                  </a:lnTo>
                  <a:lnTo>
                    <a:pt x="5180838" y="14732"/>
                  </a:lnTo>
                  <a:lnTo>
                    <a:pt x="5185156" y="19050"/>
                  </a:lnTo>
                  <a:lnTo>
                    <a:pt x="5190363" y="19050"/>
                  </a:lnTo>
                  <a:lnTo>
                    <a:pt x="5190363" y="0"/>
                  </a:lnTo>
                  <a:close/>
                </a:path>
                <a:path w="10424160" h="5213350">
                  <a:moveTo>
                    <a:pt x="5190490" y="12700"/>
                  </a:moveTo>
                  <a:lnTo>
                    <a:pt x="5190363" y="12700"/>
                  </a:lnTo>
                  <a:lnTo>
                    <a:pt x="5190363" y="19050"/>
                  </a:lnTo>
                  <a:lnTo>
                    <a:pt x="5190490" y="19050"/>
                  </a:lnTo>
                  <a:lnTo>
                    <a:pt x="5190490" y="12700"/>
                  </a:lnTo>
                  <a:close/>
                </a:path>
                <a:path w="10424160" h="5213350">
                  <a:moveTo>
                    <a:pt x="5195697" y="0"/>
                  </a:moveTo>
                  <a:lnTo>
                    <a:pt x="5190490" y="0"/>
                  </a:lnTo>
                  <a:lnTo>
                    <a:pt x="5190490" y="19050"/>
                  </a:lnTo>
                  <a:lnTo>
                    <a:pt x="5195697" y="19050"/>
                  </a:lnTo>
                  <a:lnTo>
                    <a:pt x="5200015" y="14732"/>
                  </a:lnTo>
                  <a:lnTo>
                    <a:pt x="5200015" y="4318"/>
                  </a:lnTo>
                  <a:lnTo>
                    <a:pt x="5195697" y="0"/>
                  </a:lnTo>
                  <a:close/>
                </a:path>
                <a:path w="10424160" h="5213350">
                  <a:moveTo>
                    <a:pt x="5190490" y="0"/>
                  </a:moveTo>
                  <a:lnTo>
                    <a:pt x="5190363" y="0"/>
                  </a:lnTo>
                  <a:lnTo>
                    <a:pt x="5190363" y="6350"/>
                  </a:lnTo>
                  <a:lnTo>
                    <a:pt x="5190490" y="6350"/>
                  </a:lnTo>
                  <a:lnTo>
                    <a:pt x="5190490" y="0"/>
                  </a:lnTo>
                  <a:close/>
                </a:path>
                <a:path w="10424160" h="5213350">
                  <a:moveTo>
                    <a:pt x="5228590" y="0"/>
                  </a:moveTo>
                  <a:lnTo>
                    <a:pt x="5223256" y="0"/>
                  </a:lnTo>
                  <a:lnTo>
                    <a:pt x="5219065" y="4318"/>
                  </a:lnTo>
                  <a:lnTo>
                    <a:pt x="5219065" y="14732"/>
                  </a:lnTo>
                  <a:lnTo>
                    <a:pt x="5223256" y="19050"/>
                  </a:lnTo>
                  <a:lnTo>
                    <a:pt x="5228590" y="19050"/>
                  </a:lnTo>
                  <a:lnTo>
                    <a:pt x="5228590" y="0"/>
                  </a:lnTo>
                  <a:close/>
                </a:path>
                <a:path w="10424160" h="5213350">
                  <a:moveTo>
                    <a:pt x="5233797" y="0"/>
                  </a:moveTo>
                  <a:lnTo>
                    <a:pt x="5228590" y="0"/>
                  </a:lnTo>
                  <a:lnTo>
                    <a:pt x="5228590" y="19050"/>
                  </a:lnTo>
                  <a:lnTo>
                    <a:pt x="5233797" y="19050"/>
                  </a:lnTo>
                  <a:lnTo>
                    <a:pt x="5238115" y="14732"/>
                  </a:lnTo>
                  <a:lnTo>
                    <a:pt x="5238115" y="4318"/>
                  </a:lnTo>
                  <a:lnTo>
                    <a:pt x="5233797" y="0"/>
                  </a:lnTo>
                  <a:close/>
                </a:path>
                <a:path w="10424160" h="5213350">
                  <a:moveTo>
                    <a:pt x="5266690" y="0"/>
                  </a:moveTo>
                  <a:lnTo>
                    <a:pt x="5261356" y="0"/>
                  </a:lnTo>
                  <a:lnTo>
                    <a:pt x="5257165" y="4318"/>
                  </a:lnTo>
                  <a:lnTo>
                    <a:pt x="5257165" y="14732"/>
                  </a:lnTo>
                  <a:lnTo>
                    <a:pt x="5261356" y="19050"/>
                  </a:lnTo>
                  <a:lnTo>
                    <a:pt x="5266690" y="19050"/>
                  </a:lnTo>
                  <a:lnTo>
                    <a:pt x="5266690" y="0"/>
                  </a:lnTo>
                  <a:close/>
                </a:path>
                <a:path w="10424160" h="5213350">
                  <a:moveTo>
                    <a:pt x="5271897" y="0"/>
                  </a:moveTo>
                  <a:lnTo>
                    <a:pt x="5266690" y="0"/>
                  </a:lnTo>
                  <a:lnTo>
                    <a:pt x="5266690" y="19050"/>
                  </a:lnTo>
                  <a:lnTo>
                    <a:pt x="5271897" y="19050"/>
                  </a:lnTo>
                  <a:lnTo>
                    <a:pt x="5276215" y="14732"/>
                  </a:lnTo>
                  <a:lnTo>
                    <a:pt x="5276215" y="4318"/>
                  </a:lnTo>
                  <a:lnTo>
                    <a:pt x="5271897" y="0"/>
                  </a:lnTo>
                  <a:close/>
                </a:path>
                <a:path w="10424160" h="5213350">
                  <a:moveTo>
                    <a:pt x="5304790" y="0"/>
                  </a:moveTo>
                  <a:lnTo>
                    <a:pt x="5299583" y="0"/>
                  </a:lnTo>
                  <a:lnTo>
                    <a:pt x="5295265" y="4318"/>
                  </a:lnTo>
                  <a:lnTo>
                    <a:pt x="5295265" y="14732"/>
                  </a:lnTo>
                  <a:lnTo>
                    <a:pt x="5299583" y="19050"/>
                  </a:lnTo>
                  <a:lnTo>
                    <a:pt x="5304790" y="19050"/>
                  </a:lnTo>
                  <a:lnTo>
                    <a:pt x="5304790" y="0"/>
                  </a:lnTo>
                  <a:close/>
                </a:path>
                <a:path w="10424160" h="5213350">
                  <a:moveTo>
                    <a:pt x="5310124" y="0"/>
                  </a:moveTo>
                  <a:lnTo>
                    <a:pt x="5304790" y="0"/>
                  </a:lnTo>
                  <a:lnTo>
                    <a:pt x="5304790" y="19050"/>
                  </a:lnTo>
                  <a:lnTo>
                    <a:pt x="5310124" y="19050"/>
                  </a:lnTo>
                  <a:lnTo>
                    <a:pt x="5314315" y="14732"/>
                  </a:lnTo>
                  <a:lnTo>
                    <a:pt x="5314315" y="4318"/>
                  </a:lnTo>
                  <a:lnTo>
                    <a:pt x="5310124" y="0"/>
                  </a:lnTo>
                  <a:close/>
                </a:path>
                <a:path w="10424160" h="5213350">
                  <a:moveTo>
                    <a:pt x="5342890" y="0"/>
                  </a:moveTo>
                  <a:lnTo>
                    <a:pt x="5337683" y="0"/>
                  </a:lnTo>
                  <a:lnTo>
                    <a:pt x="5333365" y="4318"/>
                  </a:lnTo>
                  <a:lnTo>
                    <a:pt x="5333365" y="14732"/>
                  </a:lnTo>
                  <a:lnTo>
                    <a:pt x="5337683" y="19050"/>
                  </a:lnTo>
                  <a:lnTo>
                    <a:pt x="5342890" y="19050"/>
                  </a:lnTo>
                  <a:lnTo>
                    <a:pt x="5342890" y="0"/>
                  </a:lnTo>
                  <a:close/>
                </a:path>
                <a:path w="10424160" h="5213350">
                  <a:moveTo>
                    <a:pt x="5348224" y="0"/>
                  </a:moveTo>
                  <a:lnTo>
                    <a:pt x="5342890" y="0"/>
                  </a:lnTo>
                  <a:lnTo>
                    <a:pt x="5342890" y="19050"/>
                  </a:lnTo>
                  <a:lnTo>
                    <a:pt x="5348224" y="19050"/>
                  </a:lnTo>
                  <a:lnTo>
                    <a:pt x="5352415" y="14732"/>
                  </a:lnTo>
                  <a:lnTo>
                    <a:pt x="5352415" y="4318"/>
                  </a:lnTo>
                  <a:lnTo>
                    <a:pt x="5348224" y="0"/>
                  </a:lnTo>
                  <a:close/>
                </a:path>
                <a:path w="10424160" h="5213350">
                  <a:moveTo>
                    <a:pt x="5380990" y="0"/>
                  </a:moveTo>
                  <a:lnTo>
                    <a:pt x="5375783" y="0"/>
                  </a:lnTo>
                  <a:lnTo>
                    <a:pt x="5371465" y="4318"/>
                  </a:lnTo>
                  <a:lnTo>
                    <a:pt x="5371465" y="14732"/>
                  </a:lnTo>
                  <a:lnTo>
                    <a:pt x="5375783" y="19050"/>
                  </a:lnTo>
                  <a:lnTo>
                    <a:pt x="5380990" y="19050"/>
                  </a:lnTo>
                  <a:lnTo>
                    <a:pt x="5380990" y="0"/>
                  </a:lnTo>
                  <a:close/>
                </a:path>
                <a:path w="10424160" h="5213350">
                  <a:moveTo>
                    <a:pt x="5386324" y="0"/>
                  </a:moveTo>
                  <a:lnTo>
                    <a:pt x="5380990" y="0"/>
                  </a:lnTo>
                  <a:lnTo>
                    <a:pt x="5380990" y="19050"/>
                  </a:lnTo>
                  <a:lnTo>
                    <a:pt x="5386324" y="19050"/>
                  </a:lnTo>
                  <a:lnTo>
                    <a:pt x="5390515" y="14732"/>
                  </a:lnTo>
                  <a:lnTo>
                    <a:pt x="5390515" y="4318"/>
                  </a:lnTo>
                  <a:lnTo>
                    <a:pt x="5386324" y="0"/>
                  </a:lnTo>
                  <a:close/>
                </a:path>
                <a:path w="10424160" h="5213350">
                  <a:moveTo>
                    <a:pt x="5419090" y="0"/>
                  </a:moveTo>
                  <a:lnTo>
                    <a:pt x="5413883" y="0"/>
                  </a:lnTo>
                  <a:lnTo>
                    <a:pt x="5409565" y="4318"/>
                  </a:lnTo>
                  <a:lnTo>
                    <a:pt x="5409565" y="14732"/>
                  </a:lnTo>
                  <a:lnTo>
                    <a:pt x="5413883" y="19050"/>
                  </a:lnTo>
                  <a:lnTo>
                    <a:pt x="5419090" y="19050"/>
                  </a:lnTo>
                  <a:lnTo>
                    <a:pt x="5419090" y="0"/>
                  </a:lnTo>
                  <a:close/>
                </a:path>
                <a:path w="10424160" h="5213350">
                  <a:moveTo>
                    <a:pt x="5424424" y="0"/>
                  </a:moveTo>
                  <a:lnTo>
                    <a:pt x="5419217" y="0"/>
                  </a:lnTo>
                  <a:lnTo>
                    <a:pt x="5419217" y="19050"/>
                  </a:lnTo>
                  <a:lnTo>
                    <a:pt x="5424424" y="19050"/>
                  </a:lnTo>
                  <a:lnTo>
                    <a:pt x="5428742" y="14732"/>
                  </a:lnTo>
                  <a:lnTo>
                    <a:pt x="5428742" y="4318"/>
                  </a:lnTo>
                  <a:lnTo>
                    <a:pt x="5424424" y="0"/>
                  </a:lnTo>
                  <a:close/>
                </a:path>
                <a:path w="10424160" h="5213350">
                  <a:moveTo>
                    <a:pt x="5457317" y="0"/>
                  </a:moveTo>
                  <a:lnTo>
                    <a:pt x="5451983" y="0"/>
                  </a:lnTo>
                  <a:lnTo>
                    <a:pt x="5447792" y="4318"/>
                  </a:lnTo>
                  <a:lnTo>
                    <a:pt x="5447792" y="14732"/>
                  </a:lnTo>
                  <a:lnTo>
                    <a:pt x="5451983" y="19050"/>
                  </a:lnTo>
                  <a:lnTo>
                    <a:pt x="5457317" y="19050"/>
                  </a:lnTo>
                  <a:lnTo>
                    <a:pt x="5457317" y="0"/>
                  </a:lnTo>
                  <a:close/>
                </a:path>
                <a:path w="10424160" h="5213350">
                  <a:moveTo>
                    <a:pt x="5462524" y="0"/>
                  </a:moveTo>
                  <a:lnTo>
                    <a:pt x="5457317" y="0"/>
                  </a:lnTo>
                  <a:lnTo>
                    <a:pt x="5457317" y="19050"/>
                  </a:lnTo>
                  <a:lnTo>
                    <a:pt x="5462524" y="19050"/>
                  </a:lnTo>
                  <a:lnTo>
                    <a:pt x="5466842" y="14732"/>
                  </a:lnTo>
                  <a:lnTo>
                    <a:pt x="5466842" y="4318"/>
                  </a:lnTo>
                  <a:lnTo>
                    <a:pt x="5462524" y="0"/>
                  </a:lnTo>
                  <a:close/>
                </a:path>
                <a:path w="10424160" h="5213350">
                  <a:moveTo>
                    <a:pt x="5495417" y="0"/>
                  </a:moveTo>
                  <a:lnTo>
                    <a:pt x="5490083" y="0"/>
                  </a:lnTo>
                  <a:lnTo>
                    <a:pt x="5485892" y="4318"/>
                  </a:lnTo>
                  <a:lnTo>
                    <a:pt x="5485892" y="14732"/>
                  </a:lnTo>
                  <a:lnTo>
                    <a:pt x="5490083" y="19050"/>
                  </a:lnTo>
                  <a:lnTo>
                    <a:pt x="5495417" y="19050"/>
                  </a:lnTo>
                  <a:lnTo>
                    <a:pt x="5495417" y="0"/>
                  </a:lnTo>
                  <a:close/>
                </a:path>
                <a:path w="10424160" h="5213350">
                  <a:moveTo>
                    <a:pt x="5500624" y="0"/>
                  </a:moveTo>
                  <a:lnTo>
                    <a:pt x="5495417" y="0"/>
                  </a:lnTo>
                  <a:lnTo>
                    <a:pt x="5495417" y="19050"/>
                  </a:lnTo>
                  <a:lnTo>
                    <a:pt x="5500624" y="19050"/>
                  </a:lnTo>
                  <a:lnTo>
                    <a:pt x="5504942" y="14732"/>
                  </a:lnTo>
                  <a:lnTo>
                    <a:pt x="5504942" y="4318"/>
                  </a:lnTo>
                  <a:lnTo>
                    <a:pt x="5500624" y="0"/>
                  </a:lnTo>
                  <a:close/>
                </a:path>
                <a:path w="10424160" h="5213350">
                  <a:moveTo>
                    <a:pt x="5533517" y="0"/>
                  </a:moveTo>
                  <a:lnTo>
                    <a:pt x="5528183" y="0"/>
                  </a:lnTo>
                  <a:lnTo>
                    <a:pt x="5523992" y="4318"/>
                  </a:lnTo>
                  <a:lnTo>
                    <a:pt x="5523992" y="14732"/>
                  </a:lnTo>
                  <a:lnTo>
                    <a:pt x="5528183" y="19050"/>
                  </a:lnTo>
                  <a:lnTo>
                    <a:pt x="5533517" y="19050"/>
                  </a:lnTo>
                  <a:lnTo>
                    <a:pt x="5533517" y="0"/>
                  </a:lnTo>
                  <a:close/>
                </a:path>
                <a:path w="10424160" h="5213350">
                  <a:moveTo>
                    <a:pt x="5538724" y="0"/>
                  </a:moveTo>
                  <a:lnTo>
                    <a:pt x="5533517" y="0"/>
                  </a:lnTo>
                  <a:lnTo>
                    <a:pt x="5533517" y="19050"/>
                  </a:lnTo>
                  <a:lnTo>
                    <a:pt x="5538724" y="19050"/>
                  </a:lnTo>
                  <a:lnTo>
                    <a:pt x="5543042" y="14732"/>
                  </a:lnTo>
                  <a:lnTo>
                    <a:pt x="5543042" y="4318"/>
                  </a:lnTo>
                  <a:lnTo>
                    <a:pt x="5538724" y="0"/>
                  </a:lnTo>
                  <a:close/>
                </a:path>
                <a:path w="10424160" h="5213350">
                  <a:moveTo>
                    <a:pt x="5571617" y="0"/>
                  </a:moveTo>
                  <a:lnTo>
                    <a:pt x="5566410" y="0"/>
                  </a:lnTo>
                  <a:lnTo>
                    <a:pt x="5562092" y="4318"/>
                  </a:lnTo>
                  <a:lnTo>
                    <a:pt x="5562092" y="14732"/>
                  </a:lnTo>
                  <a:lnTo>
                    <a:pt x="5566410" y="19050"/>
                  </a:lnTo>
                  <a:lnTo>
                    <a:pt x="5571617" y="19050"/>
                  </a:lnTo>
                  <a:lnTo>
                    <a:pt x="5571617" y="0"/>
                  </a:lnTo>
                  <a:close/>
                </a:path>
                <a:path w="10424160" h="5213350">
                  <a:moveTo>
                    <a:pt x="5576951" y="0"/>
                  </a:moveTo>
                  <a:lnTo>
                    <a:pt x="5571617" y="0"/>
                  </a:lnTo>
                  <a:lnTo>
                    <a:pt x="5571617" y="19050"/>
                  </a:lnTo>
                  <a:lnTo>
                    <a:pt x="5576951" y="19050"/>
                  </a:lnTo>
                  <a:lnTo>
                    <a:pt x="5581142" y="14732"/>
                  </a:lnTo>
                  <a:lnTo>
                    <a:pt x="5581142" y="4318"/>
                  </a:lnTo>
                  <a:lnTo>
                    <a:pt x="5576951" y="0"/>
                  </a:lnTo>
                  <a:close/>
                </a:path>
                <a:path w="10424160" h="5213350">
                  <a:moveTo>
                    <a:pt x="5609717" y="0"/>
                  </a:moveTo>
                  <a:lnTo>
                    <a:pt x="5604510" y="0"/>
                  </a:lnTo>
                  <a:lnTo>
                    <a:pt x="5600192" y="4318"/>
                  </a:lnTo>
                  <a:lnTo>
                    <a:pt x="5600192" y="14732"/>
                  </a:lnTo>
                  <a:lnTo>
                    <a:pt x="5604510" y="19050"/>
                  </a:lnTo>
                  <a:lnTo>
                    <a:pt x="5609717" y="19050"/>
                  </a:lnTo>
                  <a:lnTo>
                    <a:pt x="5609717" y="0"/>
                  </a:lnTo>
                  <a:close/>
                </a:path>
                <a:path w="10424160" h="5213350">
                  <a:moveTo>
                    <a:pt x="5615051" y="0"/>
                  </a:moveTo>
                  <a:lnTo>
                    <a:pt x="5609717" y="0"/>
                  </a:lnTo>
                  <a:lnTo>
                    <a:pt x="5609717" y="19050"/>
                  </a:lnTo>
                  <a:lnTo>
                    <a:pt x="5615051" y="19050"/>
                  </a:lnTo>
                  <a:lnTo>
                    <a:pt x="5619242" y="14732"/>
                  </a:lnTo>
                  <a:lnTo>
                    <a:pt x="5619242" y="4318"/>
                  </a:lnTo>
                  <a:lnTo>
                    <a:pt x="5615051" y="0"/>
                  </a:lnTo>
                  <a:close/>
                </a:path>
                <a:path w="10424160" h="5213350">
                  <a:moveTo>
                    <a:pt x="5647817" y="0"/>
                  </a:moveTo>
                  <a:lnTo>
                    <a:pt x="5642610" y="0"/>
                  </a:lnTo>
                  <a:lnTo>
                    <a:pt x="5638292" y="4318"/>
                  </a:lnTo>
                  <a:lnTo>
                    <a:pt x="5638292" y="14732"/>
                  </a:lnTo>
                  <a:lnTo>
                    <a:pt x="5642610" y="19050"/>
                  </a:lnTo>
                  <a:lnTo>
                    <a:pt x="5647817" y="19050"/>
                  </a:lnTo>
                  <a:lnTo>
                    <a:pt x="5647817" y="0"/>
                  </a:lnTo>
                  <a:close/>
                </a:path>
                <a:path w="10424160" h="5213350">
                  <a:moveTo>
                    <a:pt x="5653151" y="0"/>
                  </a:moveTo>
                  <a:lnTo>
                    <a:pt x="5647817" y="0"/>
                  </a:lnTo>
                  <a:lnTo>
                    <a:pt x="5647817" y="19050"/>
                  </a:lnTo>
                  <a:lnTo>
                    <a:pt x="5653151" y="19050"/>
                  </a:lnTo>
                  <a:lnTo>
                    <a:pt x="5657342" y="14732"/>
                  </a:lnTo>
                  <a:lnTo>
                    <a:pt x="5657342" y="4318"/>
                  </a:lnTo>
                  <a:lnTo>
                    <a:pt x="5653151" y="0"/>
                  </a:lnTo>
                  <a:close/>
                </a:path>
                <a:path w="10424160" h="5213350">
                  <a:moveTo>
                    <a:pt x="5685917" y="0"/>
                  </a:moveTo>
                  <a:lnTo>
                    <a:pt x="5680710" y="0"/>
                  </a:lnTo>
                  <a:lnTo>
                    <a:pt x="5676392" y="4318"/>
                  </a:lnTo>
                  <a:lnTo>
                    <a:pt x="5676392" y="14732"/>
                  </a:lnTo>
                  <a:lnTo>
                    <a:pt x="5680710" y="19050"/>
                  </a:lnTo>
                  <a:lnTo>
                    <a:pt x="5685917" y="19050"/>
                  </a:lnTo>
                  <a:lnTo>
                    <a:pt x="5685917" y="0"/>
                  </a:lnTo>
                  <a:close/>
                </a:path>
                <a:path w="10424160" h="5213350">
                  <a:moveTo>
                    <a:pt x="5691251" y="0"/>
                  </a:moveTo>
                  <a:lnTo>
                    <a:pt x="5686044" y="0"/>
                  </a:lnTo>
                  <a:lnTo>
                    <a:pt x="5686044" y="19050"/>
                  </a:lnTo>
                  <a:lnTo>
                    <a:pt x="5691251" y="19050"/>
                  </a:lnTo>
                  <a:lnTo>
                    <a:pt x="5695569" y="14732"/>
                  </a:lnTo>
                  <a:lnTo>
                    <a:pt x="5695569" y="4318"/>
                  </a:lnTo>
                  <a:lnTo>
                    <a:pt x="5691251" y="0"/>
                  </a:lnTo>
                  <a:close/>
                </a:path>
                <a:path w="10424160" h="5213350">
                  <a:moveTo>
                    <a:pt x="5724144" y="0"/>
                  </a:moveTo>
                  <a:lnTo>
                    <a:pt x="5718810" y="0"/>
                  </a:lnTo>
                  <a:lnTo>
                    <a:pt x="5714619" y="4318"/>
                  </a:lnTo>
                  <a:lnTo>
                    <a:pt x="5714619" y="14732"/>
                  </a:lnTo>
                  <a:lnTo>
                    <a:pt x="5718810" y="19050"/>
                  </a:lnTo>
                  <a:lnTo>
                    <a:pt x="5724144" y="19050"/>
                  </a:lnTo>
                  <a:lnTo>
                    <a:pt x="5724144" y="0"/>
                  </a:lnTo>
                  <a:close/>
                </a:path>
                <a:path w="10424160" h="5213350">
                  <a:moveTo>
                    <a:pt x="5729351" y="0"/>
                  </a:moveTo>
                  <a:lnTo>
                    <a:pt x="5724144" y="0"/>
                  </a:lnTo>
                  <a:lnTo>
                    <a:pt x="5724144" y="19050"/>
                  </a:lnTo>
                  <a:lnTo>
                    <a:pt x="5729351" y="19050"/>
                  </a:lnTo>
                  <a:lnTo>
                    <a:pt x="5733669" y="14732"/>
                  </a:lnTo>
                  <a:lnTo>
                    <a:pt x="5733669" y="4318"/>
                  </a:lnTo>
                  <a:lnTo>
                    <a:pt x="5729351" y="0"/>
                  </a:lnTo>
                  <a:close/>
                </a:path>
                <a:path w="10424160" h="5213350">
                  <a:moveTo>
                    <a:pt x="5762244" y="0"/>
                  </a:moveTo>
                  <a:lnTo>
                    <a:pt x="5756910" y="0"/>
                  </a:lnTo>
                  <a:lnTo>
                    <a:pt x="5752719" y="4318"/>
                  </a:lnTo>
                  <a:lnTo>
                    <a:pt x="5752719" y="14732"/>
                  </a:lnTo>
                  <a:lnTo>
                    <a:pt x="5756910" y="19050"/>
                  </a:lnTo>
                  <a:lnTo>
                    <a:pt x="5762244" y="19050"/>
                  </a:lnTo>
                  <a:lnTo>
                    <a:pt x="5762244" y="0"/>
                  </a:lnTo>
                  <a:close/>
                </a:path>
                <a:path w="10424160" h="5213350">
                  <a:moveTo>
                    <a:pt x="5767451" y="0"/>
                  </a:moveTo>
                  <a:lnTo>
                    <a:pt x="5762244" y="0"/>
                  </a:lnTo>
                  <a:lnTo>
                    <a:pt x="5762244" y="19050"/>
                  </a:lnTo>
                  <a:lnTo>
                    <a:pt x="5767451" y="19050"/>
                  </a:lnTo>
                  <a:lnTo>
                    <a:pt x="5771769" y="14732"/>
                  </a:lnTo>
                  <a:lnTo>
                    <a:pt x="5771769" y="4318"/>
                  </a:lnTo>
                  <a:lnTo>
                    <a:pt x="5767451" y="0"/>
                  </a:lnTo>
                  <a:close/>
                </a:path>
                <a:path w="10424160" h="5213350">
                  <a:moveTo>
                    <a:pt x="5800344" y="0"/>
                  </a:moveTo>
                  <a:lnTo>
                    <a:pt x="5795137" y="0"/>
                  </a:lnTo>
                  <a:lnTo>
                    <a:pt x="5790819" y="4318"/>
                  </a:lnTo>
                  <a:lnTo>
                    <a:pt x="5790819" y="14732"/>
                  </a:lnTo>
                  <a:lnTo>
                    <a:pt x="5795137" y="19050"/>
                  </a:lnTo>
                  <a:lnTo>
                    <a:pt x="5800344" y="19050"/>
                  </a:lnTo>
                  <a:lnTo>
                    <a:pt x="5800344" y="0"/>
                  </a:lnTo>
                  <a:close/>
                </a:path>
                <a:path w="10424160" h="5213350">
                  <a:moveTo>
                    <a:pt x="5805678" y="0"/>
                  </a:moveTo>
                  <a:lnTo>
                    <a:pt x="5800344" y="0"/>
                  </a:lnTo>
                  <a:lnTo>
                    <a:pt x="5800344" y="19050"/>
                  </a:lnTo>
                  <a:lnTo>
                    <a:pt x="5805678" y="19050"/>
                  </a:lnTo>
                  <a:lnTo>
                    <a:pt x="5809869" y="14732"/>
                  </a:lnTo>
                  <a:lnTo>
                    <a:pt x="5809869" y="4318"/>
                  </a:lnTo>
                  <a:lnTo>
                    <a:pt x="5805678" y="0"/>
                  </a:lnTo>
                  <a:close/>
                </a:path>
                <a:path w="10424160" h="5213350">
                  <a:moveTo>
                    <a:pt x="5838444" y="0"/>
                  </a:moveTo>
                  <a:lnTo>
                    <a:pt x="5833237" y="0"/>
                  </a:lnTo>
                  <a:lnTo>
                    <a:pt x="5828919" y="4318"/>
                  </a:lnTo>
                  <a:lnTo>
                    <a:pt x="5828919" y="14732"/>
                  </a:lnTo>
                  <a:lnTo>
                    <a:pt x="5833237" y="19050"/>
                  </a:lnTo>
                  <a:lnTo>
                    <a:pt x="5838444" y="19050"/>
                  </a:lnTo>
                  <a:lnTo>
                    <a:pt x="5838444" y="0"/>
                  </a:lnTo>
                  <a:close/>
                </a:path>
                <a:path w="10424160" h="5213350">
                  <a:moveTo>
                    <a:pt x="5843778" y="0"/>
                  </a:moveTo>
                  <a:lnTo>
                    <a:pt x="5838444" y="0"/>
                  </a:lnTo>
                  <a:lnTo>
                    <a:pt x="5838444" y="19050"/>
                  </a:lnTo>
                  <a:lnTo>
                    <a:pt x="5843778" y="19050"/>
                  </a:lnTo>
                  <a:lnTo>
                    <a:pt x="5847969" y="14732"/>
                  </a:lnTo>
                  <a:lnTo>
                    <a:pt x="5847969" y="4318"/>
                  </a:lnTo>
                  <a:lnTo>
                    <a:pt x="5843778" y="0"/>
                  </a:lnTo>
                  <a:close/>
                </a:path>
                <a:path w="10424160" h="5213350">
                  <a:moveTo>
                    <a:pt x="5876544" y="0"/>
                  </a:moveTo>
                  <a:lnTo>
                    <a:pt x="5871337" y="0"/>
                  </a:lnTo>
                  <a:lnTo>
                    <a:pt x="5867019" y="4318"/>
                  </a:lnTo>
                  <a:lnTo>
                    <a:pt x="5867019" y="14732"/>
                  </a:lnTo>
                  <a:lnTo>
                    <a:pt x="5871337" y="19050"/>
                  </a:lnTo>
                  <a:lnTo>
                    <a:pt x="5876544" y="19050"/>
                  </a:lnTo>
                  <a:lnTo>
                    <a:pt x="5876544" y="0"/>
                  </a:lnTo>
                  <a:close/>
                </a:path>
                <a:path w="10424160" h="5213350">
                  <a:moveTo>
                    <a:pt x="5881878" y="0"/>
                  </a:moveTo>
                  <a:lnTo>
                    <a:pt x="5876544" y="0"/>
                  </a:lnTo>
                  <a:lnTo>
                    <a:pt x="5876544" y="19050"/>
                  </a:lnTo>
                  <a:lnTo>
                    <a:pt x="5881878" y="19050"/>
                  </a:lnTo>
                  <a:lnTo>
                    <a:pt x="5886069" y="14732"/>
                  </a:lnTo>
                  <a:lnTo>
                    <a:pt x="5886069" y="4318"/>
                  </a:lnTo>
                  <a:lnTo>
                    <a:pt x="5881878" y="0"/>
                  </a:lnTo>
                  <a:close/>
                </a:path>
                <a:path w="10424160" h="5213350">
                  <a:moveTo>
                    <a:pt x="5914644" y="0"/>
                  </a:moveTo>
                  <a:lnTo>
                    <a:pt x="5909437" y="0"/>
                  </a:lnTo>
                  <a:lnTo>
                    <a:pt x="5905119" y="4318"/>
                  </a:lnTo>
                  <a:lnTo>
                    <a:pt x="5905119" y="14732"/>
                  </a:lnTo>
                  <a:lnTo>
                    <a:pt x="5909437" y="19050"/>
                  </a:lnTo>
                  <a:lnTo>
                    <a:pt x="5914644" y="19050"/>
                  </a:lnTo>
                  <a:lnTo>
                    <a:pt x="5914644" y="0"/>
                  </a:lnTo>
                  <a:close/>
                </a:path>
                <a:path w="10424160" h="5213350">
                  <a:moveTo>
                    <a:pt x="5914771" y="12700"/>
                  </a:moveTo>
                  <a:lnTo>
                    <a:pt x="5914644" y="12700"/>
                  </a:lnTo>
                  <a:lnTo>
                    <a:pt x="5914644" y="19050"/>
                  </a:lnTo>
                  <a:lnTo>
                    <a:pt x="5914771" y="19050"/>
                  </a:lnTo>
                  <a:lnTo>
                    <a:pt x="5914771" y="12700"/>
                  </a:lnTo>
                  <a:close/>
                </a:path>
                <a:path w="10424160" h="5213350">
                  <a:moveTo>
                    <a:pt x="5919978" y="0"/>
                  </a:moveTo>
                  <a:lnTo>
                    <a:pt x="5914771" y="0"/>
                  </a:lnTo>
                  <a:lnTo>
                    <a:pt x="5914771" y="19050"/>
                  </a:lnTo>
                  <a:lnTo>
                    <a:pt x="5919978" y="19050"/>
                  </a:lnTo>
                  <a:lnTo>
                    <a:pt x="5924296" y="14732"/>
                  </a:lnTo>
                  <a:lnTo>
                    <a:pt x="5924296" y="4318"/>
                  </a:lnTo>
                  <a:lnTo>
                    <a:pt x="5919978" y="0"/>
                  </a:lnTo>
                  <a:close/>
                </a:path>
                <a:path w="10424160" h="5213350">
                  <a:moveTo>
                    <a:pt x="5914771" y="0"/>
                  </a:moveTo>
                  <a:lnTo>
                    <a:pt x="5914644" y="0"/>
                  </a:lnTo>
                  <a:lnTo>
                    <a:pt x="5914644" y="6350"/>
                  </a:lnTo>
                  <a:lnTo>
                    <a:pt x="5914771" y="6350"/>
                  </a:lnTo>
                  <a:lnTo>
                    <a:pt x="5914771" y="0"/>
                  </a:lnTo>
                  <a:close/>
                </a:path>
                <a:path w="10424160" h="5213350">
                  <a:moveTo>
                    <a:pt x="5952871" y="0"/>
                  </a:moveTo>
                  <a:lnTo>
                    <a:pt x="5947537" y="0"/>
                  </a:lnTo>
                  <a:lnTo>
                    <a:pt x="5943346" y="4318"/>
                  </a:lnTo>
                  <a:lnTo>
                    <a:pt x="5943346" y="14732"/>
                  </a:lnTo>
                  <a:lnTo>
                    <a:pt x="5947537" y="19050"/>
                  </a:lnTo>
                  <a:lnTo>
                    <a:pt x="5952871" y="19050"/>
                  </a:lnTo>
                  <a:lnTo>
                    <a:pt x="5952871" y="0"/>
                  </a:lnTo>
                  <a:close/>
                </a:path>
                <a:path w="10424160" h="5213350">
                  <a:moveTo>
                    <a:pt x="5958078" y="0"/>
                  </a:moveTo>
                  <a:lnTo>
                    <a:pt x="5952871" y="0"/>
                  </a:lnTo>
                  <a:lnTo>
                    <a:pt x="5952871" y="19050"/>
                  </a:lnTo>
                  <a:lnTo>
                    <a:pt x="5958078" y="19050"/>
                  </a:lnTo>
                  <a:lnTo>
                    <a:pt x="5962396" y="14732"/>
                  </a:lnTo>
                  <a:lnTo>
                    <a:pt x="5962396" y="4318"/>
                  </a:lnTo>
                  <a:lnTo>
                    <a:pt x="5958078" y="0"/>
                  </a:lnTo>
                  <a:close/>
                </a:path>
                <a:path w="10424160" h="5213350">
                  <a:moveTo>
                    <a:pt x="5990971" y="0"/>
                  </a:moveTo>
                  <a:lnTo>
                    <a:pt x="5985637" y="0"/>
                  </a:lnTo>
                  <a:lnTo>
                    <a:pt x="5981446" y="4318"/>
                  </a:lnTo>
                  <a:lnTo>
                    <a:pt x="5981446" y="14732"/>
                  </a:lnTo>
                  <a:lnTo>
                    <a:pt x="5985637" y="19050"/>
                  </a:lnTo>
                  <a:lnTo>
                    <a:pt x="5990971" y="19050"/>
                  </a:lnTo>
                  <a:lnTo>
                    <a:pt x="5990971" y="0"/>
                  </a:lnTo>
                  <a:close/>
                </a:path>
                <a:path w="10424160" h="5213350">
                  <a:moveTo>
                    <a:pt x="5996178" y="0"/>
                  </a:moveTo>
                  <a:lnTo>
                    <a:pt x="5990971" y="0"/>
                  </a:lnTo>
                  <a:lnTo>
                    <a:pt x="5990971" y="19050"/>
                  </a:lnTo>
                  <a:lnTo>
                    <a:pt x="5996178" y="19050"/>
                  </a:lnTo>
                  <a:lnTo>
                    <a:pt x="6000496" y="14732"/>
                  </a:lnTo>
                  <a:lnTo>
                    <a:pt x="6000496" y="4318"/>
                  </a:lnTo>
                  <a:lnTo>
                    <a:pt x="5996178" y="0"/>
                  </a:lnTo>
                  <a:close/>
                </a:path>
                <a:path w="10424160" h="5213350">
                  <a:moveTo>
                    <a:pt x="6029071" y="0"/>
                  </a:moveTo>
                  <a:lnTo>
                    <a:pt x="6023737" y="0"/>
                  </a:lnTo>
                  <a:lnTo>
                    <a:pt x="6019546" y="4318"/>
                  </a:lnTo>
                  <a:lnTo>
                    <a:pt x="6019546" y="14732"/>
                  </a:lnTo>
                  <a:lnTo>
                    <a:pt x="6023737" y="19050"/>
                  </a:lnTo>
                  <a:lnTo>
                    <a:pt x="6029071" y="19050"/>
                  </a:lnTo>
                  <a:lnTo>
                    <a:pt x="6029071" y="0"/>
                  </a:lnTo>
                  <a:close/>
                </a:path>
                <a:path w="10424160" h="5213350">
                  <a:moveTo>
                    <a:pt x="6034278" y="0"/>
                  </a:moveTo>
                  <a:lnTo>
                    <a:pt x="6029071" y="0"/>
                  </a:lnTo>
                  <a:lnTo>
                    <a:pt x="6029071" y="19050"/>
                  </a:lnTo>
                  <a:lnTo>
                    <a:pt x="6034278" y="19050"/>
                  </a:lnTo>
                  <a:lnTo>
                    <a:pt x="6038596" y="14732"/>
                  </a:lnTo>
                  <a:lnTo>
                    <a:pt x="6038596" y="4318"/>
                  </a:lnTo>
                  <a:lnTo>
                    <a:pt x="6034278" y="0"/>
                  </a:lnTo>
                  <a:close/>
                </a:path>
                <a:path w="10424160" h="5213350">
                  <a:moveTo>
                    <a:pt x="6067171" y="0"/>
                  </a:moveTo>
                  <a:lnTo>
                    <a:pt x="6061964" y="0"/>
                  </a:lnTo>
                  <a:lnTo>
                    <a:pt x="6057646" y="4318"/>
                  </a:lnTo>
                  <a:lnTo>
                    <a:pt x="6057646" y="14732"/>
                  </a:lnTo>
                  <a:lnTo>
                    <a:pt x="6061964" y="19050"/>
                  </a:lnTo>
                  <a:lnTo>
                    <a:pt x="6067171" y="19050"/>
                  </a:lnTo>
                  <a:lnTo>
                    <a:pt x="6067171" y="0"/>
                  </a:lnTo>
                  <a:close/>
                </a:path>
                <a:path w="10424160" h="5213350">
                  <a:moveTo>
                    <a:pt x="6072505" y="0"/>
                  </a:moveTo>
                  <a:lnTo>
                    <a:pt x="6067171" y="0"/>
                  </a:lnTo>
                  <a:lnTo>
                    <a:pt x="6067171" y="19050"/>
                  </a:lnTo>
                  <a:lnTo>
                    <a:pt x="6072505" y="19050"/>
                  </a:lnTo>
                  <a:lnTo>
                    <a:pt x="6076696" y="14732"/>
                  </a:lnTo>
                  <a:lnTo>
                    <a:pt x="6076696" y="4318"/>
                  </a:lnTo>
                  <a:lnTo>
                    <a:pt x="6072505" y="0"/>
                  </a:lnTo>
                  <a:close/>
                </a:path>
                <a:path w="10424160" h="5213350">
                  <a:moveTo>
                    <a:pt x="6105271" y="0"/>
                  </a:moveTo>
                  <a:lnTo>
                    <a:pt x="6100064" y="0"/>
                  </a:lnTo>
                  <a:lnTo>
                    <a:pt x="6095746" y="4318"/>
                  </a:lnTo>
                  <a:lnTo>
                    <a:pt x="6095746" y="14732"/>
                  </a:lnTo>
                  <a:lnTo>
                    <a:pt x="6100064" y="19050"/>
                  </a:lnTo>
                  <a:lnTo>
                    <a:pt x="6105271" y="19050"/>
                  </a:lnTo>
                  <a:lnTo>
                    <a:pt x="6105271" y="0"/>
                  </a:lnTo>
                  <a:close/>
                </a:path>
                <a:path w="10424160" h="5213350">
                  <a:moveTo>
                    <a:pt x="6110605" y="0"/>
                  </a:moveTo>
                  <a:lnTo>
                    <a:pt x="6105271" y="0"/>
                  </a:lnTo>
                  <a:lnTo>
                    <a:pt x="6105271" y="19050"/>
                  </a:lnTo>
                  <a:lnTo>
                    <a:pt x="6110605" y="19050"/>
                  </a:lnTo>
                  <a:lnTo>
                    <a:pt x="6114796" y="14732"/>
                  </a:lnTo>
                  <a:lnTo>
                    <a:pt x="6114796" y="4318"/>
                  </a:lnTo>
                  <a:lnTo>
                    <a:pt x="6110605" y="0"/>
                  </a:lnTo>
                  <a:close/>
                </a:path>
                <a:path w="10424160" h="5213350">
                  <a:moveTo>
                    <a:pt x="6143371" y="0"/>
                  </a:moveTo>
                  <a:lnTo>
                    <a:pt x="6138164" y="0"/>
                  </a:lnTo>
                  <a:lnTo>
                    <a:pt x="6133846" y="4318"/>
                  </a:lnTo>
                  <a:lnTo>
                    <a:pt x="6133846" y="14732"/>
                  </a:lnTo>
                  <a:lnTo>
                    <a:pt x="6138164" y="19050"/>
                  </a:lnTo>
                  <a:lnTo>
                    <a:pt x="6143371" y="19050"/>
                  </a:lnTo>
                  <a:lnTo>
                    <a:pt x="6143371" y="0"/>
                  </a:lnTo>
                  <a:close/>
                </a:path>
                <a:path w="10424160" h="5213350">
                  <a:moveTo>
                    <a:pt x="6148705" y="0"/>
                  </a:moveTo>
                  <a:lnTo>
                    <a:pt x="6143371" y="0"/>
                  </a:lnTo>
                  <a:lnTo>
                    <a:pt x="6143371" y="19050"/>
                  </a:lnTo>
                  <a:lnTo>
                    <a:pt x="6148705" y="19050"/>
                  </a:lnTo>
                  <a:lnTo>
                    <a:pt x="6152896" y="14732"/>
                  </a:lnTo>
                  <a:lnTo>
                    <a:pt x="6152896" y="4318"/>
                  </a:lnTo>
                  <a:lnTo>
                    <a:pt x="6148705" y="0"/>
                  </a:lnTo>
                  <a:close/>
                </a:path>
                <a:path w="10424160" h="5213350">
                  <a:moveTo>
                    <a:pt x="6181471" y="0"/>
                  </a:moveTo>
                  <a:lnTo>
                    <a:pt x="6176264" y="0"/>
                  </a:lnTo>
                  <a:lnTo>
                    <a:pt x="6171946" y="4318"/>
                  </a:lnTo>
                  <a:lnTo>
                    <a:pt x="6171946" y="14732"/>
                  </a:lnTo>
                  <a:lnTo>
                    <a:pt x="6176264" y="19050"/>
                  </a:lnTo>
                  <a:lnTo>
                    <a:pt x="6181471" y="19050"/>
                  </a:lnTo>
                  <a:lnTo>
                    <a:pt x="6181471" y="0"/>
                  </a:lnTo>
                  <a:close/>
                </a:path>
                <a:path w="10424160" h="5213350">
                  <a:moveTo>
                    <a:pt x="6186805" y="0"/>
                  </a:moveTo>
                  <a:lnTo>
                    <a:pt x="6181598" y="0"/>
                  </a:lnTo>
                  <a:lnTo>
                    <a:pt x="6181598" y="19050"/>
                  </a:lnTo>
                  <a:lnTo>
                    <a:pt x="6186805" y="19050"/>
                  </a:lnTo>
                  <a:lnTo>
                    <a:pt x="6191123" y="14732"/>
                  </a:lnTo>
                  <a:lnTo>
                    <a:pt x="6191123" y="4318"/>
                  </a:lnTo>
                  <a:lnTo>
                    <a:pt x="6186805" y="0"/>
                  </a:lnTo>
                  <a:close/>
                </a:path>
                <a:path w="10424160" h="5213350">
                  <a:moveTo>
                    <a:pt x="6219698" y="0"/>
                  </a:moveTo>
                  <a:lnTo>
                    <a:pt x="6214364" y="0"/>
                  </a:lnTo>
                  <a:lnTo>
                    <a:pt x="6210173" y="4318"/>
                  </a:lnTo>
                  <a:lnTo>
                    <a:pt x="6210173" y="14732"/>
                  </a:lnTo>
                  <a:lnTo>
                    <a:pt x="6214364" y="19050"/>
                  </a:lnTo>
                  <a:lnTo>
                    <a:pt x="6219698" y="19050"/>
                  </a:lnTo>
                  <a:lnTo>
                    <a:pt x="6219698" y="0"/>
                  </a:lnTo>
                  <a:close/>
                </a:path>
                <a:path w="10424160" h="5213350">
                  <a:moveTo>
                    <a:pt x="6224905" y="0"/>
                  </a:moveTo>
                  <a:lnTo>
                    <a:pt x="6219698" y="0"/>
                  </a:lnTo>
                  <a:lnTo>
                    <a:pt x="6219698" y="19050"/>
                  </a:lnTo>
                  <a:lnTo>
                    <a:pt x="6224905" y="19050"/>
                  </a:lnTo>
                  <a:lnTo>
                    <a:pt x="6229223" y="14732"/>
                  </a:lnTo>
                  <a:lnTo>
                    <a:pt x="6229223" y="4318"/>
                  </a:lnTo>
                  <a:lnTo>
                    <a:pt x="6224905" y="0"/>
                  </a:lnTo>
                  <a:close/>
                </a:path>
                <a:path w="10424160" h="5213350">
                  <a:moveTo>
                    <a:pt x="6257798" y="0"/>
                  </a:moveTo>
                  <a:lnTo>
                    <a:pt x="6252464" y="0"/>
                  </a:lnTo>
                  <a:lnTo>
                    <a:pt x="6248273" y="4318"/>
                  </a:lnTo>
                  <a:lnTo>
                    <a:pt x="6248273" y="14732"/>
                  </a:lnTo>
                  <a:lnTo>
                    <a:pt x="6252464" y="19050"/>
                  </a:lnTo>
                  <a:lnTo>
                    <a:pt x="6257798" y="19050"/>
                  </a:lnTo>
                  <a:lnTo>
                    <a:pt x="6257798" y="0"/>
                  </a:lnTo>
                  <a:close/>
                </a:path>
                <a:path w="10424160" h="5213350">
                  <a:moveTo>
                    <a:pt x="6263005" y="0"/>
                  </a:moveTo>
                  <a:lnTo>
                    <a:pt x="6257798" y="0"/>
                  </a:lnTo>
                  <a:lnTo>
                    <a:pt x="6257798" y="19050"/>
                  </a:lnTo>
                  <a:lnTo>
                    <a:pt x="6263005" y="19050"/>
                  </a:lnTo>
                  <a:lnTo>
                    <a:pt x="6267323" y="14732"/>
                  </a:lnTo>
                  <a:lnTo>
                    <a:pt x="6267323" y="4318"/>
                  </a:lnTo>
                  <a:lnTo>
                    <a:pt x="6263005" y="0"/>
                  </a:lnTo>
                  <a:close/>
                </a:path>
                <a:path w="10424160" h="5213350">
                  <a:moveTo>
                    <a:pt x="6295898" y="0"/>
                  </a:moveTo>
                  <a:lnTo>
                    <a:pt x="6290691" y="0"/>
                  </a:lnTo>
                  <a:lnTo>
                    <a:pt x="6286373" y="4318"/>
                  </a:lnTo>
                  <a:lnTo>
                    <a:pt x="6286373" y="14732"/>
                  </a:lnTo>
                  <a:lnTo>
                    <a:pt x="6290691" y="19050"/>
                  </a:lnTo>
                  <a:lnTo>
                    <a:pt x="6295898" y="19050"/>
                  </a:lnTo>
                  <a:lnTo>
                    <a:pt x="6295898" y="0"/>
                  </a:lnTo>
                  <a:close/>
                </a:path>
                <a:path w="10424160" h="5213350">
                  <a:moveTo>
                    <a:pt x="6301232" y="0"/>
                  </a:moveTo>
                  <a:lnTo>
                    <a:pt x="6295898" y="0"/>
                  </a:lnTo>
                  <a:lnTo>
                    <a:pt x="6295898" y="19050"/>
                  </a:lnTo>
                  <a:lnTo>
                    <a:pt x="6301232" y="19050"/>
                  </a:lnTo>
                  <a:lnTo>
                    <a:pt x="6305423" y="14732"/>
                  </a:lnTo>
                  <a:lnTo>
                    <a:pt x="6305423" y="4318"/>
                  </a:lnTo>
                  <a:lnTo>
                    <a:pt x="6301232" y="0"/>
                  </a:lnTo>
                  <a:close/>
                </a:path>
                <a:path w="10424160" h="5213350">
                  <a:moveTo>
                    <a:pt x="6333998" y="0"/>
                  </a:moveTo>
                  <a:lnTo>
                    <a:pt x="6328791" y="0"/>
                  </a:lnTo>
                  <a:lnTo>
                    <a:pt x="6324473" y="4318"/>
                  </a:lnTo>
                  <a:lnTo>
                    <a:pt x="6324473" y="14732"/>
                  </a:lnTo>
                  <a:lnTo>
                    <a:pt x="6328791" y="19050"/>
                  </a:lnTo>
                  <a:lnTo>
                    <a:pt x="6333998" y="19050"/>
                  </a:lnTo>
                  <a:lnTo>
                    <a:pt x="6333998" y="0"/>
                  </a:lnTo>
                  <a:close/>
                </a:path>
                <a:path w="10424160" h="5213350">
                  <a:moveTo>
                    <a:pt x="6339332" y="0"/>
                  </a:moveTo>
                  <a:lnTo>
                    <a:pt x="6333998" y="0"/>
                  </a:lnTo>
                  <a:lnTo>
                    <a:pt x="6333998" y="19050"/>
                  </a:lnTo>
                  <a:lnTo>
                    <a:pt x="6339332" y="19050"/>
                  </a:lnTo>
                  <a:lnTo>
                    <a:pt x="6343523" y="14732"/>
                  </a:lnTo>
                  <a:lnTo>
                    <a:pt x="6343523" y="4318"/>
                  </a:lnTo>
                  <a:lnTo>
                    <a:pt x="6339332" y="0"/>
                  </a:lnTo>
                  <a:close/>
                </a:path>
                <a:path w="10424160" h="5213350">
                  <a:moveTo>
                    <a:pt x="6372098" y="0"/>
                  </a:moveTo>
                  <a:lnTo>
                    <a:pt x="6366891" y="0"/>
                  </a:lnTo>
                  <a:lnTo>
                    <a:pt x="6362573" y="4318"/>
                  </a:lnTo>
                  <a:lnTo>
                    <a:pt x="6362573" y="14732"/>
                  </a:lnTo>
                  <a:lnTo>
                    <a:pt x="6366891" y="19050"/>
                  </a:lnTo>
                  <a:lnTo>
                    <a:pt x="6372098" y="19050"/>
                  </a:lnTo>
                  <a:lnTo>
                    <a:pt x="6372098" y="0"/>
                  </a:lnTo>
                  <a:close/>
                </a:path>
                <a:path w="10424160" h="5213350">
                  <a:moveTo>
                    <a:pt x="6377432" y="0"/>
                  </a:moveTo>
                  <a:lnTo>
                    <a:pt x="6372098" y="0"/>
                  </a:lnTo>
                  <a:lnTo>
                    <a:pt x="6372098" y="19050"/>
                  </a:lnTo>
                  <a:lnTo>
                    <a:pt x="6377432" y="19050"/>
                  </a:lnTo>
                  <a:lnTo>
                    <a:pt x="6381623" y="14732"/>
                  </a:lnTo>
                  <a:lnTo>
                    <a:pt x="6381623" y="4318"/>
                  </a:lnTo>
                  <a:lnTo>
                    <a:pt x="6377432" y="0"/>
                  </a:lnTo>
                  <a:close/>
                </a:path>
                <a:path w="10424160" h="5213350">
                  <a:moveTo>
                    <a:pt x="6410198" y="0"/>
                  </a:moveTo>
                  <a:lnTo>
                    <a:pt x="6404991" y="0"/>
                  </a:lnTo>
                  <a:lnTo>
                    <a:pt x="6400673" y="4318"/>
                  </a:lnTo>
                  <a:lnTo>
                    <a:pt x="6400673" y="14732"/>
                  </a:lnTo>
                  <a:lnTo>
                    <a:pt x="6404991" y="19050"/>
                  </a:lnTo>
                  <a:lnTo>
                    <a:pt x="6410198" y="19050"/>
                  </a:lnTo>
                  <a:lnTo>
                    <a:pt x="6410198" y="0"/>
                  </a:lnTo>
                  <a:close/>
                </a:path>
                <a:path w="10424160" h="5213350">
                  <a:moveTo>
                    <a:pt x="6415532" y="0"/>
                  </a:moveTo>
                  <a:lnTo>
                    <a:pt x="6410325" y="0"/>
                  </a:lnTo>
                  <a:lnTo>
                    <a:pt x="6410325" y="19050"/>
                  </a:lnTo>
                  <a:lnTo>
                    <a:pt x="6415532" y="19050"/>
                  </a:lnTo>
                  <a:lnTo>
                    <a:pt x="6419850" y="14732"/>
                  </a:lnTo>
                  <a:lnTo>
                    <a:pt x="6419850" y="4318"/>
                  </a:lnTo>
                  <a:lnTo>
                    <a:pt x="6415532" y="0"/>
                  </a:lnTo>
                  <a:close/>
                </a:path>
                <a:path w="10424160" h="5213350">
                  <a:moveTo>
                    <a:pt x="6448425" y="0"/>
                  </a:moveTo>
                  <a:lnTo>
                    <a:pt x="6443091" y="0"/>
                  </a:lnTo>
                  <a:lnTo>
                    <a:pt x="6438900" y="4318"/>
                  </a:lnTo>
                  <a:lnTo>
                    <a:pt x="6438900" y="14732"/>
                  </a:lnTo>
                  <a:lnTo>
                    <a:pt x="6443091" y="19050"/>
                  </a:lnTo>
                  <a:lnTo>
                    <a:pt x="6448425" y="19050"/>
                  </a:lnTo>
                  <a:lnTo>
                    <a:pt x="6448425" y="0"/>
                  </a:lnTo>
                  <a:close/>
                </a:path>
                <a:path w="10424160" h="5213350">
                  <a:moveTo>
                    <a:pt x="6453632" y="0"/>
                  </a:moveTo>
                  <a:lnTo>
                    <a:pt x="6448425" y="0"/>
                  </a:lnTo>
                  <a:lnTo>
                    <a:pt x="6448425" y="19050"/>
                  </a:lnTo>
                  <a:lnTo>
                    <a:pt x="6453632" y="19050"/>
                  </a:lnTo>
                  <a:lnTo>
                    <a:pt x="6457950" y="14732"/>
                  </a:lnTo>
                  <a:lnTo>
                    <a:pt x="6457950" y="4318"/>
                  </a:lnTo>
                  <a:lnTo>
                    <a:pt x="6453632" y="0"/>
                  </a:lnTo>
                  <a:close/>
                </a:path>
                <a:path w="10424160" h="5213350">
                  <a:moveTo>
                    <a:pt x="6486525" y="0"/>
                  </a:moveTo>
                  <a:lnTo>
                    <a:pt x="6481191" y="0"/>
                  </a:lnTo>
                  <a:lnTo>
                    <a:pt x="6477000" y="4318"/>
                  </a:lnTo>
                  <a:lnTo>
                    <a:pt x="6477000" y="14732"/>
                  </a:lnTo>
                  <a:lnTo>
                    <a:pt x="6481191" y="19050"/>
                  </a:lnTo>
                  <a:lnTo>
                    <a:pt x="6486525" y="19050"/>
                  </a:lnTo>
                  <a:lnTo>
                    <a:pt x="6486525" y="0"/>
                  </a:lnTo>
                  <a:close/>
                </a:path>
                <a:path w="10424160" h="5213350">
                  <a:moveTo>
                    <a:pt x="6491732" y="0"/>
                  </a:moveTo>
                  <a:lnTo>
                    <a:pt x="6486525" y="0"/>
                  </a:lnTo>
                  <a:lnTo>
                    <a:pt x="6486525" y="19050"/>
                  </a:lnTo>
                  <a:lnTo>
                    <a:pt x="6491732" y="19050"/>
                  </a:lnTo>
                  <a:lnTo>
                    <a:pt x="6496050" y="14732"/>
                  </a:lnTo>
                  <a:lnTo>
                    <a:pt x="6496050" y="4318"/>
                  </a:lnTo>
                  <a:lnTo>
                    <a:pt x="6491732" y="0"/>
                  </a:lnTo>
                  <a:close/>
                </a:path>
                <a:path w="10424160" h="5213350">
                  <a:moveTo>
                    <a:pt x="6524625" y="0"/>
                  </a:moveTo>
                  <a:lnTo>
                    <a:pt x="6519290" y="0"/>
                  </a:lnTo>
                  <a:lnTo>
                    <a:pt x="6515100" y="4318"/>
                  </a:lnTo>
                  <a:lnTo>
                    <a:pt x="6515100" y="14732"/>
                  </a:lnTo>
                  <a:lnTo>
                    <a:pt x="6519290" y="19050"/>
                  </a:lnTo>
                  <a:lnTo>
                    <a:pt x="6524625" y="19050"/>
                  </a:lnTo>
                  <a:lnTo>
                    <a:pt x="6524625" y="0"/>
                  </a:lnTo>
                  <a:close/>
                </a:path>
                <a:path w="10424160" h="5213350">
                  <a:moveTo>
                    <a:pt x="6529832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6529832" y="19050"/>
                  </a:lnTo>
                  <a:lnTo>
                    <a:pt x="6534150" y="14732"/>
                  </a:lnTo>
                  <a:lnTo>
                    <a:pt x="6534150" y="4318"/>
                  </a:lnTo>
                  <a:lnTo>
                    <a:pt x="6529832" y="0"/>
                  </a:lnTo>
                  <a:close/>
                </a:path>
                <a:path w="10424160" h="5213350">
                  <a:moveTo>
                    <a:pt x="6562725" y="0"/>
                  </a:moveTo>
                  <a:lnTo>
                    <a:pt x="6557517" y="0"/>
                  </a:lnTo>
                  <a:lnTo>
                    <a:pt x="6553200" y="4318"/>
                  </a:lnTo>
                  <a:lnTo>
                    <a:pt x="6553200" y="14732"/>
                  </a:lnTo>
                  <a:lnTo>
                    <a:pt x="6557517" y="19050"/>
                  </a:lnTo>
                  <a:lnTo>
                    <a:pt x="6562725" y="19050"/>
                  </a:lnTo>
                  <a:lnTo>
                    <a:pt x="6562725" y="0"/>
                  </a:lnTo>
                  <a:close/>
                </a:path>
                <a:path w="10424160" h="5213350">
                  <a:moveTo>
                    <a:pt x="6568058" y="0"/>
                  </a:moveTo>
                  <a:lnTo>
                    <a:pt x="6562725" y="0"/>
                  </a:lnTo>
                  <a:lnTo>
                    <a:pt x="6562725" y="19050"/>
                  </a:lnTo>
                  <a:lnTo>
                    <a:pt x="6568058" y="19050"/>
                  </a:lnTo>
                  <a:lnTo>
                    <a:pt x="6572250" y="14732"/>
                  </a:lnTo>
                  <a:lnTo>
                    <a:pt x="6572250" y="4318"/>
                  </a:lnTo>
                  <a:lnTo>
                    <a:pt x="6568058" y="0"/>
                  </a:lnTo>
                  <a:close/>
                </a:path>
                <a:path w="10424160" h="5213350">
                  <a:moveTo>
                    <a:pt x="6600825" y="0"/>
                  </a:moveTo>
                  <a:lnTo>
                    <a:pt x="6595617" y="0"/>
                  </a:lnTo>
                  <a:lnTo>
                    <a:pt x="6591300" y="4318"/>
                  </a:lnTo>
                  <a:lnTo>
                    <a:pt x="6591300" y="14732"/>
                  </a:lnTo>
                  <a:lnTo>
                    <a:pt x="6595617" y="19050"/>
                  </a:lnTo>
                  <a:lnTo>
                    <a:pt x="6600825" y="19050"/>
                  </a:lnTo>
                  <a:lnTo>
                    <a:pt x="6600825" y="0"/>
                  </a:lnTo>
                  <a:close/>
                </a:path>
                <a:path w="10424160" h="5213350">
                  <a:moveTo>
                    <a:pt x="6606158" y="0"/>
                  </a:moveTo>
                  <a:lnTo>
                    <a:pt x="6600825" y="0"/>
                  </a:lnTo>
                  <a:lnTo>
                    <a:pt x="6600825" y="19050"/>
                  </a:lnTo>
                  <a:lnTo>
                    <a:pt x="6606158" y="19050"/>
                  </a:lnTo>
                  <a:lnTo>
                    <a:pt x="6610350" y="14732"/>
                  </a:lnTo>
                  <a:lnTo>
                    <a:pt x="6610350" y="4318"/>
                  </a:lnTo>
                  <a:lnTo>
                    <a:pt x="6606158" y="0"/>
                  </a:lnTo>
                  <a:close/>
                </a:path>
                <a:path w="10424160" h="5213350">
                  <a:moveTo>
                    <a:pt x="6638925" y="0"/>
                  </a:moveTo>
                  <a:lnTo>
                    <a:pt x="6633717" y="0"/>
                  </a:lnTo>
                  <a:lnTo>
                    <a:pt x="6629400" y="4318"/>
                  </a:lnTo>
                  <a:lnTo>
                    <a:pt x="6629400" y="14732"/>
                  </a:lnTo>
                  <a:lnTo>
                    <a:pt x="6633717" y="19050"/>
                  </a:lnTo>
                  <a:lnTo>
                    <a:pt x="6638925" y="19050"/>
                  </a:lnTo>
                  <a:lnTo>
                    <a:pt x="6638925" y="0"/>
                  </a:lnTo>
                  <a:close/>
                </a:path>
                <a:path w="10424160" h="5213350">
                  <a:moveTo>
                    <a:pt x="6644258" y="0"/>
                  </a:moveTo>
                  <a:lnTo>
                    <a:pt x="6638925" y="0"/>
                  </a:lnTo>
                  <a:lnTo>
                    <a:pt x="6638925" y="19050"/>
                  </a:lnTo>
                  <a:lnTo>
                    <a:pt x="6644258" y="19050"/>
                  </a:lnTo>
                  <a:lnTo>
                    <a:pt x="6648450" y="14732"/>
                  </a:lnTo>
                  <a:lnTo>
                    <a:pt x="6648450" y="4318"/>
                  </a:lnTo>
                  <a:lnTo>
                    <a:pt x="6644258" y="0"/>
                  </a:lnTo>
                  <a:close/>
                </a:path>
                <a:path w="10424160" h="5213350">
                  <a:moveTo>
                    <a:pt x="6677025" y="0"/>
                  </a:moveTo>
                  <a:lnTo>
                    <a:pt x="6671817" y="0"/>
                  </a:lnTo>
                  <a:lnTo>
                    <a:pt x="6667500" y="4318"/>
                  </a:lnTo>
                  <a:lnTo>
                    <a:pt x="6667500" y="14732"/>
                  </a:lnTo>
                  <a:lnTo>
                    <a:pt x="6671817" y="19050"/>
                  </a:lnTo>
                  <a:lnTo>
                    <a:pt x="6677025" y="19050"/>
                  </a:lnTo>
                  <a:lnTo>
                    <a:pt x="6677025" y="0"/>
                  </a:lnTo>
                  <a:close/>
                </a:path>
                <a:path w="10424160" h="5213350">
                  <a:moveTo>
                    <a:pt x="6682358" y="0"/>
                  </a:moveTo>
                  <a:lnTo>
                    <a:pt x="6677152" y="0"/>
                  </a:lnTo>
                  <a:lnTo>
                    <a:pt x="6677152" y="19050"/>
                  </a:lnTo>
                  <a:lnTo>
                    <a:pt x="6682358" y="19050"/>
                  </a:lnTo>
                  <a:lnTo>
                    <a:pt x="6686677" y="14732"/>
                  </a:lnTo>
                  <a:lnTo>
                    <a:pt x="6686677" y="4318"/>
                  </a:lnTo>
                  <a:lnTo>
                    <a:pt x="6682358" y="0"/>
                  </a:lnTo>
                  <a:close/>
                </a:path>
                <a:path w="10424160" h="5213350">
                  <a:moveTo>
                    <a:pt x="6715252" y="0"/>
                  </a:moveTo>
                  <a:lnTo>
                    <a:pt x="6709917" y="0"/>
                  </a:lnTo>
                  <a:lnTo>
                    <a:pt x="6705727" y="4318"/>
                  </a:lnTo>
                  <a:lnTo>
                    <a:pt x="6705727" y="14732"/>
                  </a:lnTo>
                  <a:lnTo>
                    <a:pt x="6709917" y="19050"/>
                  </a:lnTo>
                  <a:lnTo>
                    <a:pt x="6715252" y="19050"/>
                  </a:lnTo>
                  <a:lnTo>
                    <a:pt x="6715252" y="0"/>
                  </a:lnTo>
                  <a:close/>
                </a:path>
                <a:path w="10424160" h="5213350">
                  <a:moveTo>
                    <a:pt x="6720458" y="0"/>
                  </a:moveTo>
                  <a:lnTo>
                    <a:pt x="6715252" y="0"/>
                  </a:lnTo>
                  <a:lnTo>
                    <a:pt x="6715252" y="19050"/>
                  </a:lnTo>
                  <a:lnTo>
                    <a:pt x="6720458" y="19050"/>
                  </a:lnTo>
                  <a:lnTo>
                    <a:pt x="6724777" y="14732"/>
                  </a:lnTo>
                  <a:lnTo>
                    <a:pt x="6724777" y="4318"/>
                  </a:lnTo>
                  <a:lnTo>
                    <a:pt x="6720458" y="0"/>
                  </a:lnTo>
                  <a:close/>
                </a:path>
                <a:path w="10424160" h="5213350">
                  <a:moveTo>
                    <a:pt x="6753352" y="0"/>
                  </a:moveTo>
                  <a:lnTo>
                    <a:pt x="6748017" y="0"/>
                  </a:lnTo>
                  <a:lnTo>
                    <a:pt x="6743827" y="4318"/>
                  </a:lnTo>
                  <a:lnTo>
                    <a:pt x="6743827" y="14732"/>
                  </a:lnTo>
                  <a:lnTo>
                    <a:pt x="6748017" y="19050"/>
                  </a:lnTo>
                  <a:lnTo>
                    <a:pt x="6753352" y="19050"/>
                  </a:lnTo>
                  <a:lnTo>
                    <a:pt x="6753352" y="0"/>
                  </a:lnTo>
                  <a:close/>
                </a:path>
                <a:path w="10424160" h="5213350">
                  <a:moveTo>
                    <a:pt x="6758558" y="0"/>
                  </a:moveTo>
                  <a:lnTo>
                    <a:pt x="6753352" y="0"/>
                  </a:lnTo>
                  <a:lnTo>
                    <a:pt x="6753352" y="19050"/>
                  </a:lnTo>
                  <a:lnTo>
                    <a:pt x="6758558" y="19050"/>
                  </a:lnTo>
                  <a:lnTo>
                    <a:pt x="6762877" y="14732"/>
                  </a:lnTo>
                  <a:lnTo>
                    <a:pt x="6762877" y="4318"/>
                  </a:lnTo>
                  <a:lnTo>
                    <a:pt x="6758558" y="0"/>
                  </a:lnTo>
                  <a:close/>
                </a:path>
                <a:path w="10424160" h="5213350">
                  <a:moveTo>
                    <a:pt x="6791452" y="0"/>
                  </a:moveTo>
                  <a:lnTo>
                    <a:pt x="6786244" y="0"/>
                  </a:lnTo>
                  <a:lnTo>
                    <a:pt x="6781927" y="4318"/>
                  </a:lnTo>
                  <a:lnTo>
                    <a:pt x="6781927" y="14732"/>
                  </a:lnTo>
                  <a:lnTo>
                    <a:pt x="6786244" y="19050"/>
                  </a:lnTo>
                  <a:lnTo>
                    <a:pt x="6791452" y="19050"/>
                  </a:lnTo>
                  <a:lnTo>
                    <a:pt x="6791452" y="0"/>
                  </a:lnTo>
                  <a:close/>
                </a:path>
                <a:path w="10424160" h="5213350">
                  <a:moveTo>
                    <a:pt x="6796785" y="0"/>
                  </a:moveTo>
                  <a:lnTo>
                    <a:pt x="6791452" y="0"/>
                  </a:lnTo>
                  <a:lnTo>
                    <a:pt x="6791452" y="19050"/>
                  </a:lnTo>
                  <a:lnTo>
                    <a:pt x="6796785" y="19050"/>
                  </a:lnTo>
                  <a:lnTo>
                    <a:pt x="6800977" y="14732"/>
                  </a:lnTo>
                  <a:lnTo>
                    <a:pt x="6800977" y="4318"/>
                  </a:lnTo>
                  <a:lnTo>
                    <a:pt x="6796785" y="0"/>
                  </a:lnTo>
                  <a:close/>
                </a:path>
                <a:path w="10424160" h="5213350">
                  <a:moveTo>
                    <a:pt x="6829552" y="0"/>
                  </a:moveTo>
                  <a:lnTo>
                    <a:pt x="6824344" y="0"/>
                  </a:lnTo>
                  <a:lnTo>
                    <a:pt x="6820027" y="4318"/>
                  </a:lnTo>
                  <a:lnTo>
                    <a:pt x="6820027" y="14732"/>
                  </a:lnTo>
                  <a:lnTo>
                    <a:pt x="6824344" y="19050"/>
                  </a:lnTo>
                  <a:lnTo>
                    <a:pt x="6829552" y="19050"/>
                  </a:lnTo>
                  <a:lnTo>
                    <a:pt x="6829552" y="0"/>
                  </a:lnTo>
                  <a:close/>
                </a:path>
                <a:path w="10424160" h="5213350">
                  <a:moveTo>
                    <a:pt x="6834885" y="0"/>
                  </a:moveTo>
                  <a:lnTo>
                    <a:pt x="6829552" y="0"/>
                  </a:lnTo>
                  <a:lnTo>
                    <a:pt x="6829552" y="19050"/>
                  </a:lnTo>
                  <a:lnTo>
                    <a:pt x="6834885" y="19050"/>
                  </a:lnTo>
                  <a:lnTo>
                    <a:pt x="6839077" y="14732"/>
                  </a:lnTo>
                  <a:lnTo>
                    <a:pt x="6839077" y="4318"/>
                  </a:lnTo>
                  <a:lnTo>
                    <a:pt x="6834885" y="0"/>
                  </a:lnTo>
                  <a:close/>
                </a:path>
                <a:path w="10424160" h="5213350">
                  <a:moveTo>
                    <a:pt x="6867652" y="0"/>
                  </a:moveTo>
                  <a:lnTo>
                    <a:pt x="6862444" y="0"/>
                  </a:lnTo>
                  <a:lnTo>
                    <a:pt x="6858127" y="4318"/>
                  </a:lnTo>
                  <a:lnTo>
                    <a:pt x="6858127" y="14732"/>
                  </a:lnTo>
                  <a:lnTo>
                    <a:pt x="6862444" y="19050"/>
                  </a:lnTo>
                  <a:lnTo>
                    <a:pt x="6867652" y="19050"/>
                  </a:lnTo>
                  <a:lnTo>
                    <a:pt x="6867652" y="0"/>
                  </a:lnTo>
                  <a:close/>
                </a:path>
                <a:path w="10424160" h="5213350">
                  <a:moveTo>
                    <a:pt x="6872985" y="0"/>
                  </a:moveTo>
                  <a:lnTo>
                    <a:pt x="6867652" y="0"/>
                  </a:lnTo>
                  <a:lnTo>
                    <a:pt x="6867652" y="19050"/>
                  </a:lnTo>
                  <a:lnTo>
                    <a:pt x="6872985" y="19050"/>
                  </a:lnTo>
                  <a:lnTo>
                    <a:pt x="6877177" y="14732"/>
                  </a:lnTo>
                  <a:lnTo>
                    <a:pt x="6877177" y="4318"/>
                  </a:lnTo>
                  <a:lnTo>
                    <a:pt x="6872985" y="0"/>
                  </a:lnTo>
                  <a:close/>
                </a:path>
                <a:path w="10424160" h="5213350">
                  <a:moveTo>
                    <a:pt x="6905752" y="0"/>
                  </a:moveTo>
                  <a:lnTo>
                    <a:pt x="6900544" y="0"/>
                  </a:lnTo>
                  <a:lnTo>
                    <a:pt x="6896227" y="4318"/>
                  </a:lnTo>
                  <a:lnTo>
                    <a:pt x="6896227" y="14732"/>
                  </a:lnTo>
                  <a:lnTo>
                    <a:pt x="6900544" y="19050"/>
                  </a:lnTo>
                  <a:lnTo>
                    <a:pt x="6905752" y="19050"/>
                  </a:lnTo>
                  <a:lnTo>
                    <a:pt x="6905752" y="0"/>
                  </a:lnTo>
                  <a:close/>
                </a:path>
                <a:path w="10424160" h="5213350">
                  <a:moveTo>
                    <a:pt x="6911085" y="0"/>
                  </a:moveTo>
                  <a:lnTo>
                    <a:pt x="6905879" y="0"/>
                  </a:lnTo>
                  <a:lnTo>
                    <a:pt x="6905879" y="19050"/>
                  </a:lnTo>
                  <a:lnTo>
                    <a:pt x="6911085" y="19050"/>
                  </a:lnTo>
                  <a:lnTo>
                    <a:pt x="6915404" y="14732"/>
                  </a:lnTo>
                  <a:lnTo>
                    <a:pt x="6915404" y="4318"/>
                  </a:lnTo>
                  <a:lnTo>
                    <a:pt x="6911085" y="0"/>
                  </a:lnTo>
                  <a:close/>
                </a:path>
                <a:path w="10424160" h="5213350">
                  <a:moveTo>
                    <a:pt x="6943979" y="0"/>
                  </a:moveTo>
                  <a:lnTo>
                    <a:pt x="6938644" y="0"/>
                  </a:lnTo>
                  <a:lnTo>
                    <a:pt x="6934454" y="4318"/>
                  </a:lnTo>
                  <a:lnTo>
                    <a:pt x="6934454" y="14732"/>
                  </a:lnTo>
                  <a:lnTo>
                    <a:pt x="6938644" y="19050"/>
                  </a:lnTo>
                  <a:lnTo>
                    <a:pt x="6943979" y="19050"/>
                  </a:lnTo>
                  <a:lnTo>
                    <a:pt x="6943979" y="0"/>
                  </a:lnTo>
                  <a:close/>
                </a:path>
                <a:path w="10424160" h="5213350">
                  <a:moveTo>
                    <a:pt x="6949185" y="0"/>
                  </a:moveTo>
                  <a:lnTo>
                    <a:pt x="6943979" y="0"/>
                  </a:lnTo>
                  <a:lnTo>
                    <a:pt x="6943979" y="19050"/>
                  </a:lnTo>
                  <a:lnTo>
                    <a:pt x="6949185" y="19050"/>
                  </a:lnTo>
                  <a:lnTo>
                    <a:pt x="6953504" y="14732"/>
                  </a:lnTo>
                  <a:lnTo>
                    <a:pt x="6953504" y="4318"/>
                  </a:lnTo>
                  <a:lnTo>
                    <a:pt x="6949185" y="0"/>
                  </a:lnTo>
                  <a:close/>
                </a:path>
                <a:path w="10424160" h="5213350">
                  <a:moveTo>
                    <a:pt x="6982079" y="0"/>
                  </a:moveTo>
                  <a:lnTo>
                    <a:pt x="6976744" y="0"/>
                  </a:lnTo>
                  <a:lnTo>
                    <a:pt x="6972554" y="4318"/>
                  </a:lnTo>
                  <a:lnTo>
                    <a:pt x="6972554" y="14732"/>
                  </a:lnTo>
                  <a:lnTo>
                    <a:pt x="6976744" y="19050"/>
                  </a:lnTo>
                  <a:lnTo>
                    <a:pt x="6982079" y="19050"/>
                  </a:lnTo>
                  <a:lnTo>
                    <a:pt x="6982079" y="0"/>
                  </a:lnTo>
                  <a:close/>
                </a:path>
                <a:path w="10424160" h="5213350">
                  <a:moveTo>
                    <a:pt x="6987285" y="0"/>
                  </a:moveTo>
                  <a:lnTo>
                    <a:pt x="6982079" y="0"/>
                  </a:lnTo>
                  <a:lnTo>
                    <a:pt x="6982079" y="19050"/>
                  </a:lnTo>
                  <a:lnTo>
                    <a:pt x="6987285" y="19050"/>
                  </a:lnTo>
                  <a:lnTo>
                    <a:pt x="6991604" y="14732"/>
                  </a:lnTo>
                  <a:lnTo>
                    <a:pt x="6991604" y="4318"/>
                  </a:lnTo>
                  <a:lnTo>
                    <a:pt x="6987285" y="0"/>
                  </a:lnTo>
                  <a:close/>
                </a:path>
                <a:path w="10424160" h="5213350">
                  <a:moveTo>
                    <a:pt x="7020179" y="0"/>
                  </a:moveTo>
                  <a:lnTo>
                    <a:pt x="7014844" y="0"/>
                  </a:lnTo>
                  <a:lnTo>
                    <a:pt x="7010654" y="4318"/>
                  </a:lnTo>
                  <a:lnTo>
                    <a:pt x="7010654" y="14732"/>
                  </a:lnTo>
                  <a:lnTo>
                    <a:pt x="7014844" y="19050"/>
                  </a:lnTo>
                  <a:lnTo>
                    <a:pt x="7020179" y="19050"/>
                  </a:lnTo>
                  <a:lnTo>
                    <a:pt x="7020179" y="0"/>
                  </a:lnTo>
                  <a:close/>
                </a:path>
                <a:path w="10424160" h="5213350">
                  <a:moveTo>
                    <a:pt x="7025385" y="0"/>
                  </a:moveTo>
                  <a:lnTo>
                    <a:pt x="7020179" y="0"/>
                  </a:lnTo>
                  <a:lnTo>
                    <a:pt x="7020179" y="19050"/>
                  </a:lnTo>
                  <a:lnTo>
                    <a:pt x="7025385" y="19050"/>
                  </a:lnTo>
                  <a:lnTo>
                    <a:pt x="7029704" y="14732"/>
                  </a:lnTo>
                  <a:lnTo>
                    <a:pt x="7029704" y="4318"/>
                  </a:lnTo>
                  <a:lnTo>
                    <a:pt x="7025385" y="0"/>
                  </a:lnTo>
                  <a:close/>
                </a:path>
                <a:path w="10424160" h="5213350">
                  <a:moveTo>
                    <a:pt x="7058279" y="0"/>
                  </a:moveTo>
                  <a:lnTo>
                    <a:pt x="7053072" y="0"/>
                  </a:lnTo>
                  <a:lnTo>
                    <a:pt x="7048754" y="4318"/>
                  </a:lnTo>
                  <a:lnTo>
                    <a:pt x="7048754" y="14732"/>
                  </a:lnTo>
                  <a:lnTo>
                    <a:pt x="7053072" y="19050"/>
                  </a:lnTo>
                  <a:lnTo>
                    <a:pt x="7058279" y="19050"/>
                  </a:lnTo>
                  <a:lnTo>
                    <a:pt x="7058279" y="0"/>
                  </a:lnTo>
                  <a:close/>
                </a:path>
                <a:path w="10424160" h="5213350">
                  <a:moveTo>
                    <a:pt x="7063612" y="0"/>
                  </a:moveTo>
                  <a:lnTo>
                    <a:pt x="7058279" y="0"/>
                  </a:lnTo>
                  <a:lnTo>
                    <a:pt x="7058279" y="19050"/>
                  </a:lnTo>
                  <a:lnTo>
                    <a:pt x="7063612" y="19050"/>
                  </a:lnTo>
                  <a:lnTo>
                    <a:pt x="7067804" y="14732"/>
                  </a:lnTo>
                  <a:lnTo>
                    <a:pt x="7067804" y="4318"/>
                  </a:lnTo>
                  <a:lnTo>
                    <a:pt x="7063612" y="0"/>
                  </a:lnTo>
                  <a:close/>
                </a:path>
                <a:path w="10424160" h="5213350">
                  <a:moveTo>
                    <a:pt x="7096379" y="0"/>
                  </a:moveTo>
                  <a:lnTo>
                    <a:pt x="7091172" y="0"/>
                  </a:lnTo>
                  <a:lnTo>
                    <a:pt x="7086854" y="4318"/>
                  </a:lnTo>
                  <a:lnTo>
                    <a:pt x="7086854" y="14732"/>
                  </a:lnTo>
                  <a:lnTo>
                    <a:pt x="7091172" y="19050"/>
                  </a:lnTo>
                  <a:lnTo>
                    <a:pt x="7096379" y="19050"/>
                  </a:lnTo>
                  <a:lnTo>
                    <a:pt x="7096379" y="0"/>
                  </a:lnTo>
                  <a:close/>
                </a:path>
                <a:path w="10424160" h="5213350">
                  <a:moveTo>
                    <a:pt x="7101712" y="0"/>
                  </a:moveTo>
                  <a:lnTo>
                    <a:pt x="7096379" y="0"/>
                  </a:lnTo>
                  <a:lnTo>
                    <a:pt x="7096379" y="19050"/>
                  </a:lnTo>
                  <a:lnTo>
                    <a:pt x="7101712" y="19050"/>
                  </a:lnTo>
                  <a:lnTo>
                    <a:pt x="7105904" y="14732"/>
                  </a:lnTo>
                  <a:lnTo>
                    <a:pt x="7105904" y="4318"/>
                  </a:lnTo>
                  <a:lnTo>
                    <a:pt x="7101712" y="0"/>
                  </a:lnTo>
                  <a:close/>
                </a:path>
                <a:path w="10424160" h="5213350">
                  <a:moveTo>
                    <a:pt x="7134479" y="0"/>
                  </a:moveTo>
                  <a:lnTo>
                    <a:pt x="7129272" y="0"/>
                  </a:lnTo>
                  <a:lnTo>
                    <a:pt x="7124954" y="4318"/>
                  </a:lnTo>
                  <a:lnTo>
                    <a:pt x="7124954" y="14732"/>
                  </a:lnTo>
                  <a:lnTo>
                    <a:pt x="7129272" y="19050"/>
                  </a:lnTo>
                  <a:lnTo>
                    <a:pt x="7134479" y="19050"/>
                  </a:lnTo>
                  <a:lnTo>
                    <a:pt x="7134479" y="0"/>
                  </a:lnTo>
                  <a:close/>
                </a:path>
                <a:path w="10424160" h="5213350">
                  <a:moveTo>
                    <a:pt x="7139812" y="0"/>
                  </a:moveTo>
                  <a:lnTo>
                    <a:pt x="7134479" y="0"/>
                  </a:lnTo>
                  <a:lnTo>
                    <a:pt x="7134479" y="19050"/>
                  </a:lnTo>
                  <a:lnTo>
                    <a:pt x="7139812" y="19050"/>
                  </a:lnTo>
                  <a:lnTo>
                    <a:pt x="7144004" y="14732"/>
                  </a:lnTo>
                  <a:lnTo>
                    <a:pt x="7144004" y="4318"/>
                  </a:lnTo>
                  <a:lnTo>
                    <a:pt x="7139812" y="0"/>
                  </a:lnTo>
                  <a:close/>
                </a:path>
                <a:path w="10424160" h="5213350">
                  <a:moveTo>
                    <a:pt x="7172579" y="0"/>
                  </a:moveTo>
                  <a:lnTo>
                    <a:pt x="7167372" y="0"/>
                  </a:lnTo>
                  <a:lnTo>
                    <a:pt x="7163054" y="4318"/>
                  </a:lnTo>
                  <a:lnTo>
                    <a:pt x="7163054" y="14732"/>
                  </a:lnTo>
                  <a:lnTo>
                    <a:pt x="7167372" y="19050"/>
                  </a:lnTo>
                  <a:lnTo>
                    <a:pt x="7172579" y="19050"/>
                  </a:lnTo>
                  <a:lnTo>
                    <a:pt x="7172579" y="0"/>
                  </a:lnTo>
                  <a:close/>
                </a:path>
                <a:path w="10424160" h="5213350">
                  <a:moveTo>
                    <a:pt x="7177912" y="0"/>
                  </a:moveTo>
                  <a:lnTo>
                    <a:pt x="7172706" y="0"/>
                  </a:lnTo>
                  <a:lnTo>
                    <a:pt x="7172706" y="19050"/>
                  </a:lnTo>
                  <a:lnTo>
                    <a:pt x="7177912" y="19050"/>
                  </a:lnTo>
                  <a:lnTo>
                    <a:pt x="7182231" y="14732"/>
                  </a:lnTo>
                  <a:lnTo>
                    <a:pt x="7182231" y="4318"/>
                  </a:lnTo>
                  <a:lnTo>
                    <a:pt x="7177912" y="0"/>
                  </a:lnTo>
                  <a:close/>
                </a:path>
                <a:path w="10424160" h="5213350">
                  <a:moveTo>
                    <a:pt x="7210806" y="0"/>
                  </a:moveTo>
                  <a:lnTo>
                    <a:pt x="7205472" y="0"/>
                  </a:lnTo>
                  <a:lnTo>
                    <a:pt x="7201281" y="4318"/>
                  </a:lnTo>
                  <a:lnTo>
                    <a:pt x="7201281" y="14732"/>
                  </a:lnTo>
                  <a:lnTo>
                    <a:pt x="7205472" y="19050"/>
                  </a:lnTo>
                  <a:lnTo>
                    <a:pt x="7210806" y="19050"/>
                  </a:lnTo>
                  <a:lnTo>
                    <a:pt x="7210806" y="0"/>
                  </a:lnTo>
                  <a:close/>
                </a:path>
                <a:path w="10424160" h="5213350">
                  <a:moveTo>
                    <a:pt x="7216012" y="0"/>
                  </a:moveTo>
                  <a:lnTo>
                    <a:pt x="7210806" y="0"/>
                  </a:lnTo>
                  <a:lnTo>
                    <a:pt x="7210806" y="19050"/>
                  </a:lnTo>
                  <a:lnTo>
                    <a:pt x="7216012" y="19050"/>
                  </a:lnTo>
                  <a:lnTo>
                    <a:pt x="7220331" y="14732"/>
                  </a:lnTo>
                  <a:lnTo>
                    <a:pt x="7220331" y="4318"/>
                  </a:lnTo>
                  <a:lnTo>
                    <a:pt x="7216012" y="0"/>
                  </a:lnTo>
                  <a:close/>
                </a:path>
                <a:path w="10424160" h="5213350">
                  <a:moveTo>
                    <a:pt x="7248906" y="0"/>
                  </a:moveTo>
                  <a:lnTo>
                    <a:pt x="7243572" y="0"/>
                  </a:lnTo>
                  <a:lnTo>
                    <a:pt x="7239381" y="4318"/>
                  </a:lnTo>
                  <a:lnTo>
                    <a:pt x="7239381" y="14732"/>
                  </a:lnTo>
                  <a:lnTo>
                    <a:pt x="7243572" y="19050"/>
                  </a:lnTo>
                  <a:lnTo>
                    <a:pt x="7248906" y="19050"/>
                  </a:lnTo>
                  <a:lnTo>
                    <a:pt x="7248906" y="0"/>
                  </a:lnTo>
                  <a:close/>
                </a:path>
                <a:path w="10424160" h="5213350">
                  <a:moveTo>
                    <a:pt x="7254112" y="0"/>
                  </a:moveTo>
                  <a:lnTo>
                    <a:pt x="7248906" y="0"/>
                  </a:lnTo>
                  <a:lnTo>
                    <a:pt x="7248906" y="19050"/>
                  </a:lnTo>
                  <a:lnTo>
                    <a:pt x="7254112" y="19050"/>
                  </a:lnTo>
                  <a:lnTo>
                    <a:pt x="7258431" y="14732"/>
                  </a:lnTo>
                  <a:lnTo>
                    <a:pt x="7258431" y="4318"/>
                  </a:lnTo>
                  <a:lnTo>
                    <a:pt x="7254112" y="0"/>
                  </a:lnTo>
                  <a:close/>
                </a:path>
                <a:path w="10424160" h="5213350">
                  <a:moveTo>
                    <a:pt x="7287006" y="0"/>
                  </a:moveTo>
                  <a:lnTo>
                    <a:pt x="7281799" y="0"/>
                  </a:lnTo>
                  <a:lnTo>
                    <a:pt x="7277481" y="4318"/>
                  </a:lnTo>
                  <a:lnTo>
                    <a:pt x="7277481" y="14732"/>
                  </a:lnTo>
                  <a:lnTo>
                    <a:pt x="7281799" y="19050"/>
                  </a:lnTo>
                  <a:lnTo>
                    <a:pt x="7287006" y="19050"/>
                  </a:lnTo>
                  <a:lnTo>
                    <a:pt x="7287006" y="0"/>
                  </a:lnTo>
                  <a:close/>
                </a:path>
                <a:path w="10424160" h="5213350">
                  <a:moveTo>
                    <a:pt x="7292339" y="0"/>
                  </a:moveTo>
                  <a:lnTo>
                    <a:pt x="7287006" y="0"/>
                  </a:lnTo>
                  <a:lnTo>
                    <a:pt x="7287006" y="19050"/>
                  </a:lnTo>
                  <a:lnTo>
                    <a:pt x="7292339" y="19050"/>
                  </a:lnTo>
                  <a:lnTo>
                    <a:pt x="7296531" y="14732"/>
                  </a:lnTo>
                  <a:lnTo>
                    <a:pt x="7296531" y="4318"/>
                  </a:lnTo>
                  <a:lnTo>
                    <a:pt x="7292339" y="0"/>
                  </a:lnTo>
                  <a:close/>
                </a:path>
                <a:path w="10424160" h="5213350">
                  <a:moveTo>
                    <a:pt x="7325106" y="0"/>
                  </a:moveTo>
                  <a:lnTo>
                    <a:pt x="7319899" y="0"/>
                  </a:lnTo>
                  <a:lnTo>
                    <a:pt x="7315581" y="4318"/>
                  </a:lnTo>
                  <a:lnTo>
                    <a:pt x="7315581" y="14732"/>
                  </a:lnTo>
                  <a:lnTo>
                    <a:pt x="7319899" y="19050"/>
                  </a:lnTo>
                  <a:lnTo>
                    <a:pt x="7325106" y="19050"/>
                  </a:lnTo>
                  <a:lnTo>
                    <a:pt x="7325106" y="0"/>
                  </a:lnTo>
                  <a:close/>
                </a:path>
                <a:path w="10424160" h="5213350">
                  <a:moveTo>
                    <a:pt x="7330439" y="0"/>
                  </a:moveTo>
                  <a:lnTo>
                    <a:pt x="7325106" y="0"/>
                  </a:lnTo>
                  <a:lnTo>
                    <a:pt x="7325106" y="19050"/>
                  </a:lnTo>
                  <a:lnTo>
                    <a:pt x="7330439" y="19050"/>
                  </a:lnTo>
                  <a:lnTo>
                    <a:pt x="7334631" y="14732"/>
                  </a:lnTo>
                  <a:lnTo>
                    <a:pt x="7334631" y="4318"/>
                  </a:lnTo>
                  <a:lnTo>
                    <a:pt x="7330439" y="0"/>
                  </a:lnTo>
                  <a:close/>
                </a:path>
                <a:path w="10424160" h="5213350">
                  <a:moveTo>
                    <a:pt x="7363206" y="0"/>
                  </a:moveTo>
                  <a:lnTo>
                    <a:pt x="7357999" y="0"/>
                  </a:lnTo>
                  <a:lnTo>
                    <a:pt x="7353681" y="4318"/>
                  </a:lnTo>
                  <a:lnTo>
                    <a:pt x="7353681" y="14732"/>
                  </a:lnTo>
                  <a:lnTo>
                    <a:pt x="7357999" y="19050"/>
                  </a:lnTo>
                  <a:lnTo>
                    <a:pt x="7363206" y="19050"/>
                  </a:lnTo>
                  <a:lnTo>
                    <a:pt x="7363206" y="0"/>
                  </a:lnTo>
                  <a:close/>
                </a:path>
                <a:path w="10424160" h="5213350">
                  <a:moveTo>
                    <a:pt x="7368539" y="0"/>
                  </a:moveTo>
                  <a:lnTo>
                    <a:pt x="7363206" y="0"/>
                  </a:lnTo>
                  <a:lnTo>
                    <a:pt x="7363206" y="19050"/>
                  </a:lnTo>
                  <a:lnTo>
                    <a:pt x="7368539" y="19050"/>
                  </a:lnTo>
                  <a:lnTo>
                    <a:pt x="7372731" y="14732"/>
                  </a:lnTo>
                  <a:lnTo>
                    <a:pt x="7372731" y="4318"/>
                  </a:lnTo>
                  <a:lnTo>
                    <a:pt x="7368539" y="0"/>
                  </a:lnTo>
                  <a:close/>
                </a:path>
                <a:path w="10424160" h="5213350">
                  <a:moveTo>
                    <a:pt x="7401306" y="0"/>
                  </a:moveTo>
                  <a:lnTo>
                    <a:pt x="7396099" y="0"/>
                  </a:lnTo>
                  <a:lnTo>
                    <a:pt x="7391781" y="4318"/>
                  </a:lnTo>
                  <a:lnTo>
                    <a:pt x="7391781" y="14732"/>
                  </a:lnTo>
                  <a:lnTo>
                    <a:pt x="7396099" y="19050"/>
                  </a:lnTo>
                  <a:lnTo>
                    <a:pt x="7401306" y="19050"/>
                  </a:lnTo>
                  <a:lnTo>
                    <a:pt x="7401306" y="0"/>
                  </a:lnTo>
                  <a:close/>
                </a:path>
                <a:path w="10424160" h="5213350">
                  <a:moveTo>
                    <a:pt x="7406639" y="0"/>
                  </a:moveTo>
                  <a:lnTo>
                    <a:pt x="7401433" y="0"/>
                  </a:lnTo>
                  <a:lnTo>
                    <a:pt x="7401433" y="19050"/>
                  </a:lnTo>
                  <a:lnTo>
                    <a:pt x="7406639" y="19050"/>
                  </a:lnTo>
                  <a:lnTo>
                    <a:pt x="7410958" y="14732"/>
                  </a:lnTo>
                  <a:lnTo>
                    <a:pt x="7410958" y="4318"/>
                  </a:lnTo>
                  <a:lnTo>
                    <a:pt x="7406639" y="0"/>
                  </a:lnTo>
                  <a:close/>
                </a:path>
                <a:path w="10424160" h="5213350">
                  <a:moveTo>
                    <a:pt x="7439533" y="0"/>
                  </a:moveTo>
                  <a:lnTo>
                    <a:pt x="7434199" y="0"/>
                  </a:lnTo>
                  <a:lnTo>
                    <a:pt x="7430008" y="4318"/>
                  </a:lnTo>
                  <a:lnTo>
                    <a:pt x="7430008" y="14732"/>
                  </a:lnTo>
                  <a:lnTo>
                    <a:pt x="7434199" y="19050"/>
                  </a:lnTo>
                  <a:lnTo>
                    <a:pt x="7439533" y="19050"/>
                  </a:lnTo>
                  <a:lnTo>
                    <a:pt x="7439533" y="0"/>
                  </a:lnTo>
                  <a:close/>
                </a:path>
                <a:path w="10424160" h="5213350">
                  <a:moveTo>
                    <a:pt x="7444739" y="0"/>
                  </a:moveTo>
                  <a:lnTo>
                    <a:pt x="7439533" y="0"/>
                  </a:lnTo>
                  <a:lnTo>
                    <a:pt x="7439533" y="19050"/>
                  </a:lnTo>
                  <a:lnTo>
                    <a:pt x="7444739" y="19050"/>
                  </a:lnTo>
                  <a:lnTo>
                    <a:pt x="7449058" y="14732"/>
                  </a:lnTo>
                  <a:lnTo>
                    <a:pt x="7449058" y="4318"/>
                  </a:lnTo>
                  <a:lnTo>
                    <a:pt x="7444739" y="0"/>
                  </a:lnTo>
                  <a:close/>
                </a:path>
                <a:path w="10424160" h="5213350">
                  <a:moveTo>
                    <a:pt x="7477633" y="0"/>
                  </a:moveTo>
                  <a:lnTo>
                    <a:pt x="7472299" y="0"/>
                  </a:lnTo>
                  <a:lnTo>
                    <a:pt x="7468108" y="4318"/>
                  </a:lnTo>
                  <a:lnTo>
                    <a:pt x="7468108" y="14732"/>
                  </a:lnTo>
                  <a:lnTo>
                    <a:pt x="7472299" y="19050"/>
                  </a:lnTo>
                  <a:lnTo>
                    <a:pt x="7477633" y="19050"/>
                  </a:lnTo>
                  <a:lnTo>
                    <a:pt x="7477633" y="0"/>
                  </a:lnTo>
                  <a:close/>
                </a:path>
                <a:path w="10424160" h="5213350">
                  <a:moveTo>
                    <a:pt x="7482839" y="0"/>
                  </a:moveTo>
                  <a:lnTo>
                    <a:pt x="7477633" y="0"/>
                  </a:lnTo>
                  <a:lnTo>
                    <a:pt x="7477633" y="19050"/>
                  </a:lnTo>
                  <a:lnTo>
                    <a:pt x="7482839" y="19050"/>
                  </a:lnTo>
                  <a:lnTo>
                    <a:pt x="7487158" y="14732"/>
                  </a:lnTo>
                  <a:lnTo>
                    <a:pt x="7487158" y="4318"/>
                  </a:lnTo>
                  <a:lnTo>
                    <a:pt x="7482839" y="0"/>
                  </a:lnTo>
                  <a:close/>
                </a:path>
                <a:path w="10424160" h="5213350">
                  <a:moveTo>
                    <a:pt x="7515733" y="0"/>
                  </a:moveTo>
                  <a:lnTo>
                    <a:pt x="7510399" y="0"/>
                  </a:lnTo>
                  <a:lnTo>
                    <a:pt x="7506208" y="4318"/>
                  </a:lnTo>
                  <a:lnTo>
                    <a:pt x="7506208" y="14732"/>
                  </a:lnTo>
                  <a:lnTo>
                    <a:pt x="7510399" y="19050"/>
                  </a:lnTo>
                  <a:lnTo>
                    <a:pt x="7515733" y="19050"/>
                  </a:lnTo>
                  <a:lnTo>
                    <a:pt x="7515733" y="0"/>
                  </a:lnTo>
                  <a:close/>
                </a:path>
                <a:path w="10424160" h="5213350">
                  <a:moveTo>
                    <a:pt x="7520939" y="0"/>
                  </a:moveTo>
                  <a:lnTo>
                    <a:pt x="7515733" y="0"/>
                  </a:lnTo>
                  <a:lnTo>
                    <a:pt x="7515733" y="19050"/>
                  </a:lnTo>
                  <a:lnTo>
                    <a:pt x="7520939" y="19050"/>
                  </a:lnTo>
                  <a:lnTo>
                    <a:pt x="7525258" y="14732"/>
                  </a:lnTo>
                  <a:lnTo>
                    <a:pt x="7525258" y="4318"/>
                  </a:lnTo>
                  <a:lnTo>
                    <a:pt x="7520939" y="0"/>
                  </a:lnTo>
                  <a:close/>
                </a:path>
                <a:path w="10424160" h="5213350">
                  <a:moveTo>
                    <a:pt x="7553833" y="0"/>
                  </a:moveTo>
                  <a:lnTo>
                    <a:pt x="7548626" y="0"/>
                  </a:lnTo>
                  <a:lnTo>
                    <a:pt x="7544308" y="4318"/>
                  </a:lnTo>
                  <a:lnTo>
                    <a:pt x="7544308" y="14732"/>
                  </a:lnTo>
                  <a:lnTo>
                    <a:pt x="7548626" y="19050"/>
                  </a:lnTo>
                  <a:lnTo>
                    <a:pt x="7553833" y="19050"/>
                  </a:lnTo>
                  <a:lnTo>
                    <a:pt x="7553833" y="0"/>
                  </a:lnTo>
                  <a:close/>
                </a:path>
                <a:path w="10424160" h="5213350">
                  <a:moveTo>
                    <a:pt x="7559166" y="0"/>
                  </a:moveTo>
                  <a:lnTo>
                    <a:pt x="7553833" y="0"/>
                  </a:lnTo>
                  <a:lnTo>
                    <a:pt x="7553833" y="19050"/>
                  </a:lnTo>
                  <a:lnTo>
                    <a:pt x="7559166" y="19050"/>
                  </a:lnTo>
                  <a:lnTo>
                    <a:pt x="7563358" y="14732"/>
                  </a:lnTo>
                  <a:lnTo>
                    <a:pt x="7563358" y="4318"/>
                  </a:lnTo>
                  <a:lnTo>
                    <a:pt x="7559166" y="0"/>
                  </a:lnTo>
                  <a:close/>
                </a:path>
                <a:path w="10424160" h="5213350">
                  <a:moveTo>
                    <a:pt x="7591933" y="0"/>
                  </a:moveTo>
                  <a:lnTo>
                    <a:pt x="7586726" y="0"/>
                  </a:lnTo>
                  <a:lnTo>
                    <a:pt x="7582408" y="4318"/>
                  </a:lnTo>
                  <a:lnTo>
                    <a:pt x="7582408" y="14732"/>
                  </a:lnTo>
                  <a:lnTo>
                    <a:pt x="7586726" y="19050"/>
                  </a:lnTo>
                  <a:lnTo>
                    <a:pt x="7591933" y="19050"/>
                  </a:lnTo>
                  <a:lnTo>
                    <a:pt x="7591933" y="0"/>
                  </a:lnTo>
                  <a:close/>
                </a:path>
                <a:path w="10424160" h="5213350">
                  <a:moveTo>
                    <a:pt x="7597266" y="0"/>
                  </a:moveTo>
                  <a:lnTo>
                    <a:pt x="7591933" y="0"/>
                  </a:lnTo>
                  <a:lnTo>
                    <a:pt x="7591933" y="19050"/>
                  </a:lnTo>
                  <a:lnTo>
                    <a:pt x="7597266" y="19050"/>
                  </a:lnTo>
                  <a:lnTo>
                    <a:pt x="7601458" y="14732"/>
                  </a:lnTo>
                  <a:lnTo>
                    <a:pt x="7601458" y="4318"/>
                  </a:lnTo>
                  <a:lnTo>
                    <a:pt x="7597266" y="0"/>
                  </a:lnTo>
                  <a:close/>
                </a:path>
                <a:path w="10424160" h="5213350">
                  <a:moveTo>
                    <a:pt x="7630033" y="0"/>
                  </a:moveTo>
                  <a:lnTo>
                    <a:pt x="7624826" y="0"/>
                  </a:lnTo>
                  <a:lnTo>
                    <a:pt x="7620508" y="4318"/>
                  </a:lnTo>
                  <a:lnTo>
                    <a:pt x="7620508" y="14732"/>
                  </a:lnTo>
                  <a:lnTo>
                    <a:pt x="7624826" y="19050"/>
                  </a:lnTo>
                  <a:lnTo>
                    <a:pt x="7630033" y="19050"/>
                  </a:lnTo>
                  <a:lnTo>
                    <a:pt x="7630033" y="0"/>
                  </a:lnTo>
                  <a:close/>
                </a:path>
                <a:path w="10424160" h="5213350">
                  <a:moveTo>
                    <a:pt x="7635366" y="0"/>
                  </a:moveTo>
                  <a:lnTo>
                    <a:pt x="7630033" y="0"/>
                  </a:lnTo>
                  <a:lnTo>
                    <a:pt x="7630033" y="19050"/>
                  </a:lnTo>
                  <a:lnTo>
                    <a:pt x="7635366" y="19050"/>
                  </a:lnTo>
                  <a:lnTo>
                    <a:pt x="7639558" y="14732"/>
                  </a:lnTo>
                  <a:lnTo>
                    <a:pt x="7639558" y="4318"/>
                  </a:lnTo>
                  <a:lnTo>
                    <a:pt x="7635366" y="0"/>
                  </a:lnTo>
                  <a:close/>
                </a:path>
                <a:path w="10424160" h="5213350">
                  <a:moveTo>
                    <a:pt x="7668133" y="0"/>
                  </a:moveTo>
                  <a:lnTo>
                    <a:pt x="7662926" y="0"/>
                  </a:lnTo>
                  <a:lnTo>
                    <a:pt x="7658608" y="4318"/>
                  </a:lnTo>
                  <a:lnTo>
                    <a:pt x="7658608" y="14732"/>
                  </a:lnTo>
                  <a:lnTo>
                    <a:pt x="7662926" y="19050"/>
                  </a:lnTo>
                  <a:lnTo>
                    <a:pt x="7668133" y="19050"/>
                  </a:lnTo>
                  <a:lnTo>
                    <a:pt x="7668133" y="0"/>
                  </a:lnTo>
                  <a:close/>
                </a:path>
                <a:path w="10424160" h="5213350">
                  <a:moveTo>
                    <a:pt x="7673466" y="0"/>
                  </a:moveTo>
                  <a:lnTo>
                    <a:pt x="7668259" y="0"/>
                  </a:lnTo>
                  <a:lnTo>
                    <a:pt x="7668259" y="19050"/>
                  </a:lnTo>
                  <a:lnTo>
                    <a:pt x="7673466" y="19050"/>
                  </a:lnTo>
                  <a:lnTo>
                    <a:pt x="7677784" y="14732"/>
                  </a:lnTo>
                  <a:lnTo>
                    <a:pt x="7677784" y="4318"/>
                  </a:lnTo>
                  <a:lnTo>
                    <a:pt x="7673466" y="0"/>
                  </a:lnTo>
                  <a:close/>
                </a:path>
                <a:path w="10424160" h="5213350">
                  <a:moveTo>
                    <a:pt x="7706359" y="0"/>
                  </a:moveTo>
                  <a:lnTo>
                    <a:pt x="7701026" y="0"/>
                  </a:lnTo>
                  <a:lnTo>
                    <a:pt x="7696834" y="4318"/>
                  </a:lnTo>
                  <a:lnTo>
                    <a:pt x="7696834" y="14732"/>
                  </a:lnTo>
                  <a:lnTo>
                    <a:pt x="7701026" y="19050"/>
                  </a:lnTo>
                  <a:lnTo>
                    <a:pt x="7706359" y="19050"/>
                  </a:lnTo>
                  <a:lnTo>
                    <a:pt x="7706359" y="0"/>
                  </a:lnTo>
                  <a:close/>
                </a:path>
                <a:path w="10424160" h="5213350">
                  <a:moveTo>
                    <a:pt x="7711566" y="0"/>
                  </a:moveTo>
                  <a:lnTo>
                    <a:pt x="7706359" y="0"/>
                  </a:lnTo>
                  <a:lnTo>
                    <a:pt x="7706359" y="19050"/>
                  </a:lnTo>
                  <a:lnTo>
                    <a:pt x="7711566" y="19050"/>
                  </a:lnTo>
                  <a:lnTo>
                    <a:pt x="7715884" y="14732"/>
                  </a:lnTo>
                  <a:lnTo>
                    <a:pt x="7715884" y="4318"/>
                  </a:lnTo>
                  <a:lnTo>
                    <a:pt x="7711566" y="0"/>
                  </a:lnTo>
                  <a:close/>
                </a:path>
                <a:path w="10424160" h="5213350">
                  <a:moveTo>
                    <a:pt x="7744459" y="0"/>
                  </a:moveTo>
                  <a:lnTo>
                    <a:pt x="7739126" y="0"/>
                  </a:lnTo>
                  <a:lnTo>
                    <a:pt x="7734934" y="4318"/>
                  </a:lnTo>
                  <a:lnTo>
                    <a:pt x="7734934" y="14732"/>
                  </a:lnTo>
                  <a:lnTo>
                    <a:pt x="7739126" y="19050"/>
                  </a:lnTo>
                  <a:lnTo>
                    <a:pt x="7744459" y="19050"/>
                  </a:lnTo>
                  <a:lnTo>
                    <a:pt x="7744459" y="0"/>
                  </a:lnTo>
                  <a:close/>
                </a:path>
                <a:path w="10424160" h="5213350">
                  <a:moveTo>
                    <a:pt x="7749666" y="0"/>
                  </a:moveTo>
                  <a:lnTo>
                    <a:pt x="7744459" y="0"/>
                  </a:lnTo>
                  <a:lnTo>
                    <a:pt x="7744459" y="19050"/>
                  </a:lnTo>
                  <a:lnTo>
                    <a:pt x="7749666" y="19050"/>
                  </a:lnTo>
                  <a:lnTo>
                    <a:pt x="7753984" y="14732"/>
                  </a:lnTo>
                  <a:lnTo>
                    <a:pt x="7753984" y="4318"/>
                  </a:lnTo>
                  <a:lnTo>
                    <a:pt x="7749666" y="0"/>
                  </a:lnTo>
                  <a:close/>
                </a:path>
                <a:path w="10424160" h="5213350">
                  <a:moveTo>
                    <a:pt x="7782559" y="0"/>
                  </a:moveTo>
                  <a:lnTo>
                    <a:pt x="7777353" y="0"/>
                  </a:lnTo>
                  <a:lnTo>
                    <a:pt x="7773034" y="4318"/>
                  </a:lnTo>
                  <a:lnTo>
                    <a:pt x="7773034" y="14732"/>
                  </a:lnTo>
                  <a:lnTo>
                    <a:pt x="7777353" y="19050"/>
                  </a:lnTo>
                  <a:lnTo>
                    <a:pt x="7782559" y="19050"/>
                  </a:lnTo>
                  <a:lnTo>
                    <a:pt x="7782559" y="0"/>
                  </a:lnTo>
                  <a:close/>
                </a:path>
                <a:path w="10424160" h="5213350">
                  <a:moveTo>
                    <a:pt x="7787766" y="0"/>
                  </a:moveTo>
                  <a:lnTo>
                    <a:pt x="7782559" y="0"/>
                  </a:lnTo>
                  <a:lnTo>
                    <a:pt x="7782559" y="19050"/>
                  </a:lnTo>
                  <a:lnTo>
                    <a:pt x="7787766" y="19050"/>
                  </a:lnTo>
                  <a:lnTo>
                    <a:pt x="7792084" y="14732"/>
                  </a:lnTo>
                  <a:lnTo>
                    <a:pt x="7792084" y="4318"/>
                  </a:lnTo>
                  <a:lnTo>
                    <a:pt x="7787766" y="0"/>
                  </a:lnTo>
                  <a:close/>
                </a:path>
                <a:path w="10424160" h="5213350">
                  <a:moveTo>
                    <a:pt x="7820659" y="0"/>
                  </a:moveTo>
                  <a:lnTo>
                    <a:pt x="7815453" y="0"/>
                  </a:lnTo>
                  <a:lnTo>
                    <a:pt x="7811134" y="4318"/>
                  </a:lnTo>
                  <a:lnTo>
                    <a:pt x="7811134" y="14732"/>
                  </a:lnTo>
                  <a:lnTo>
                    <a:pt x="7815453" y="19050"/>
                  </a:lnTo>
                  <a:lnTo>
                    <a:pt x="7820659" y="19050"/>
                  </a:lnTo>
                  <a:lnTo>
                    <a:pt x="7820659" y="0"/>
                  </a:lnTo>
                  <a:close/>
                </a:path>
                <a:path w="10424160" h="5213350">
                  <a:moveTo>
                    <a:pt x="7825993" y="0"/>
                  </a:moveTo>
                  <a:lnTo>
                    <a:pt x="7820659" y="0"/>
                  </a:lnTo>
                  <a:lnTo>
                    <a:pt x="7820659" y="19050"/>
                  </a:lnTo>
                  <a:lnTo>
                    <a:pt x="7825993" y="19050"/>
                  </a:lnTo>
                  <a:lnTo>
                    <a:pt x="7830184" y="14732"/>
                  </a:lnTo>
                  <a:lnTo>
                    <a:pt x="7830184" y="4318"/>
                  </a:lnTo>
                  <a:lnTo>
                    <a:pt x="7825993" y="0"/>
                  </a:lnTo>
                  <a:close/>
                </a:path>
                <a:path w="10424160" h="5213350">
                  <a:moveTo>
                    <a:pt x="7858759" y="0"/>
                  </a:moveTo>
                  <a:lnTo>
                    <a:pt x="7853553" y="0"/>
                  </a:lnTo>
                  <a:lnTo>
                    <a:pt x="7849234" y="4318"/>
                  </a:lnTo>
                  <a:lnTo>
                    <a:pt x="7849234" y="14732"/>
                  </a:lnTo>
                  <a:lnTo>
                    <a:pt x="7853553" y="19050"/>
                  </a:lnTo>
                  <a:lnTo>
                    <a:pt x="7858759" y="19050"/>
                  </a:lnTo>
                  <a:lnTo>
                    <a:pt x="7858759" y="0"/>
                  </a:lnTo>
                  <a:close/>
                </a:path>
                <a:path w="10424160" h="5213350">
                  <a:moveTo>
                    <a:pt x="7864093" y="0"/>
                  </a:moveTo>
                  <a:lnTo>
                    <a:pt x="7858759" y="0"/>
                  </a:lnTo>
                  <a:lnTo>
                    <a:pt x="7858759" y="19050"/>
                  </a:lnTo>
                  <a:lnTo>
                    <a:pt x="7864093" y="19050"/>
                  </a:lnTo>
                  <a:lnTo>
                    <a:pt x="7868284" y="14732"/>
                  </a:lnTo>
                  <a:lnTo>
                    <a:pt x="7868284" y="4318"/>
                  </a:lnTo>
                  <a:lnTo>
                    <a:pt x="7864093" y="0"/>
                  </a:lnTo>
                  <a:close/>
                </a:path>
                <a:path w="10424160" h="5213350">
                  <a:moveTo>
                    <a:pt x="7896859" y="0"/>
                  </a:moveTo>
                  <a:lnTo>
                    <a:pt x="7891653" y="0"/>
                  </a:lnTo>
                  <a:lnTo>
                    <a:pt x="7887334" y="4318"/>
                  </a:lnTo>
                  <a:lnTo>
                    <a:pt x="7887334" y="14732"/>
                  </a:lnTo>
                  <a:lnTo>
                    <a:pt x="7891653" y="19050"/>
                  </a:lnTo>
                  <a:lnTo>
                    <a:pt x="7896859" y="19050"/>
                  </a:lnTo>
                  <a:lnTo>
                    <a:pt x="7896859" y="0"/>
                  </a:lnTo>
                  <a:close/>
                </a:path>
                <a:path w="10424160" h="5213350">
                  <a:moveTo>
                    <a:pt x="7902193" y="0"/>
                  </a:moveTo>
                  <a:lnTo>
                    <a:pt x="7896986" y="0"/>
                  </a:lnTo>
                  <a:lnTo>
                    <a:pt x="7896986" y="19050"/>
                  </a:lnTo>
                  <a:lnTo>
                    <a:pt x="7902193" y="19050"/>
                  </a:lnTo>
                  <a:lnTo>
                    <a:pt x="7906511" y="14732"/>
                  </a:lnTo>
                  <a:lnTo>
                    <a:pt x="7906511" y="4318"/>
                  </a:lnTo>
                  <a:lnTo>
                    <a:pt x="7902193" y="0"/>
                  </a:lnTo>
                  <a:close/>
                </a:path>
                <a:path w="10424160" h="5213350">
                  <a:moveTo>
                    <a:pt x="7935086" y="0"/>
                  </a:moveTo>
                  <a:lnTo>
                    <a:pt x="7929753" y="0"/>
                  </a:lnTo>
                  <a:lnTo>
                    <a:pt x="7925561" y="4318"/>
                  </a:lnTo>
                  <a:lnTo>
                    <a:pt x="7925561" y="14732"/>
                  </a:lnTo>
                  <a:lnTo>
                    <a:pt x="7929753" y="19050"/>
                  </a:lnTo>
                  <a:lnTo>
                    <a:pt x="7935086" y="19050"/>
                  </a:lnTo>
                  <a:lnTo>
                    <a:pt x="7935086" y="0"/>
                  </a:lnTo>
                  <a:close/>
                </a:path>
                <a:path w="10424160" h="5213350">
                  <a:moveTo>
                    <a:pt x="7940293" y="0"/>
                  </a:moveTo>
                  <a:lnTo>
                    <a:pt x="7935086" y="0"/>
                  </a:lnTo>
                  <a:lnTo>
                    <a:pt x="7935086" y="19050"/>
                  </a:lnTo>
                  <a:lnTo>
                    <a:pt x="7940293" y="19050"/>
                  </a:lnTo>
                  <a:lnTo>
                    <a:pt x="7944611" y="14732"/>
                  </a:lnTo>
                  <a:lnTo>
                    <a:pt x="7944611" y="4318"/>
                  </a:lnTo>
                  <a:lnTo>
                    <a:pt x="7940293" y="0"/>
                  </a:lnTo>
                  <a:close/>
                </a:path>
                <a:path w="10424160" h="5213350">
                  <a:moveTo>
                    <a:pt x="7973186" y="0"/>
                  </a:moveTo>
                  <a:lnTo>
                    <a:pt x="7967853" y="0"/>
                  </a:lnTo>
                  <a:lnTo>
                    <a:pt x="7963661" y="4318"/>
                  </a:lnTo>
                  <a:lnTo>
                    <a:pt x="7963661" y="14732"/>
                  </a:lnTo>
                  <a:lnTo>
                    <a:pt x="7967853" y="19050"/>
                  </a:lnTo>
                  <a:lnTo>
                    <a:pt x="7973186" y="19050"/>
                  </a:lnTo>
                  <a:lnTo>
                    <a:pt x="7973186" y="0"/>
                  </a:lnTo>
                  <a:close/>
                </a:path>
                <a:path w="10424160" h="5213350">
                  <a:moveTo>
                    <a:pt x="7978393" y="0"/>
                  </a:moveTo>
                  <a:lnTo>
                    <a:pt x="7973186" y="0"/>
                  </a:lnTo>
                  <a:lnTo>
                    <a:pt x="7973186" y="19050"/>
                  </a:lnTo>
                  <a:lnTo>
                    <a:pt x="7978393" y="19050"/>
                  </a:lnTo>
                  <a:lnTo>
                    <a:pt x="7982711" y="14732"/>
                  </a:lnTo>
                  <a:lnTo>
                    <a:pt x="7982711" y="4318"/>
                  </a:lnTo>
                  <a:lnTo>
                    <a:pt x="7978393" y="0"/>
                  </a:lnTo>
                  <a:close/>
                </a:path>
                <a:path w="10424160" h="5213350">
                  <a:moveTo>
                    <a:pt x="8011286" y="0"/>
                  </a:moveTo>
                  <a:lnTo>
                    <a:pt x="8005953" y="0"/>
                  </a:lnTo>
                  <a:lnTo>
                    <a:pt x="8001761" y="4318"/>
                  </a:lnTo>
                  <a:lnTo>
                    <a:pt x="8001761" y="14732"/>
                  </a:lnTo>
                  <a:lnTo>
                    <a:pt x="8005953" y="19050"/>
                  </a:lnTo>
                  <a:lnTo>
                    <a:pt x="8011286" y="19050"/>
                  </a:lnTo>
                  <a:lnTo>
                    <a:pt x="8011286" y="0"/>
                  </a:lnTo>
                  <a:close/>
                </a:path>
                <a:path w="10424160" h="5213350">
                  <a:moveTo>
                    <a:pt x="8016493" y="0"/>
                  </a:moveTo>
                  <a:lnTo>
                    <a:pt x="8011286" y="0"/>
                  </a:lnTo>
                  <a:lnTo>
                    <a:pt x="8011286" y="19050"/>
                  </a:lnTo>
                  <a:lnTo>
                    <a:pt x="8016493" y="19050"/>
                  </a:lnTo>
                  <a:lnTo>
                    <a:pt x="8020811" y="14732"/>
                  </a:lnTo>
                  <a:lnTo>
                    <a:pt x="8020811" y="4318"/>
                  </a:lnTo>
                  <a:lnTo>
                    <a:pt x="8016493" y="0"/>
                  </a:lnTo>
                  <a:close/>
                </a:path>
                <a:path w="10424160" h="5213350">
                  <a:moveTo>
                    <a:pt x="8049386" y="0"/>
                  </a:moveTo>
                  <a:lnTo>
                    <a:pt x="8044180" y="0"/>
                  </a:lnTo>
                  <a:lnTo>
                    <a:pt x="8039861" y="4318"/>
                  </a:lnTo>
                  <a:lnTo>
                    <a:pt x="8039861" y="14732"/>
                  </a:lnTo>
                  <a:lnTo>
                    <a:pt x="8044180" y="19050"/>
                  </a:lnTo>
                  <a:lnTo>
                    <a:pt x="8049386" y="19050"/>
                  </a:lnTo>
                  <a:lnTo>
                    <a:pt x="8049386" y="0"/>
                  </a:lnTo>
                  <a:close/>
                </a:path>
                <a:path w="10424160" h="5213350">
                  <a:moveTo>
                    <a:pt x="8054721" y="0"/>
                  </a:moveTo>
                  <a:lnTo>
                    <a:pt x="8049386" y="0"/>
                  </a:lnTo>
                  <a:lnTo>
                    <a:pt x="8049386" y="19050"/>
                  </a:lnTo>
                  <a:lnTo>
                    <a:pt x="8054721" y="19050"/>
                  </a:lnTo>
                  <a:lnTo>
                    <a:pt x="8058911" y="14732"/>
                  </a:lnTo>
                  <a:lnTo>
                    <a:pt x="8058911" y="4318"/>
                  </a:lnTo>
                  <a:lnTo>
                    <a:pt x="8054721" y="0"/>
                  </a:lnTo>
                  <a:close/>
                </a:path>
                <a:path w="10424160" h="5213350">
                  <a:moveTo>
                    <a:pt x="8087486" y="0"/>
                  </a:moveTo>
                  <a:lnTo>
                    <a:pt x="8082280" y="0"/>
                  </a:lnTo>
                  <a:lnTo>
                    <a:pt x="8077961" y="4318"/>
                  </a:lnTo>
                  <a:lnTo>
                    <a:pt x="8077961" y="14732"/>
                  </a:lnTo>
                  <a:lnTo>
                    <a:pt x="8082280" y="19050"/>
                  </a:lnTo>
                  <a:lnTo>
                    <a:pt x="8087486" y="19050"/>
                  </a:lnTo>
                  <a:lnTo>
                    <a:pt x="8087486" y="0"/>
                  </a:lnTo>
                  <a:close/>
                </a:path>
                <a:path w="10424160" h="5213350">
                  <a:moveTo>
                    <a:pt x="8092821" y="0"/>
                  </a:moveTo>
                  <a:lnTo>
                    <a:pt x="8087486" y="0"/>
                  </a:lnTo>
                  <a:lnTo>
                    <a:pt x="8087486" y="19050"/>
                  </a:lnTo>
                  <a:lnTo>
                    <a:pt x="8092821" y="19050"/>
                  </a:lnTo>
                  <a:lnTo>
                    <a:pt x="8097011" y="14732"/>
                  </a:lnTo>
                  <a:lnTo>
                    <a:pt x="8097011" y="4318"/>
                  </a:lnTo>
                  <a:lnTo>
                    <a:pt x="8092821" y="0"/>
                  </a:lnTo>
                  <a:close/>
                </a:path>
                <a:path w="10424160" h="5213350">
                  <a:moveTo>
                    <a:pt x="8125586" y="0"/>
                  </a:moveTo>
                  <a:lnTo>
                    <a:pt x="8120380" y="0"/>
                  </a:lnTo>
                  <a:lnTo>
                    <a:pt x="8116061" y="4318"/>
                  </a:lnTo>
                  <a:lnTo>
                    <a:pt x="8116061" y="14732"/>
                  </a:lnTo>
                  <a:lnTo>
                    <a:pt x="8120380" y="19050"/>
                  </a:lnTo>
                  <a:lnTo>
                    <a:pt x="8125586" y="19050"/>
                  </a:lnTo>
                  <a:lnTo>
                    <a:pt x="8125586" y="0"/>
                  </a:lnTo>
                  <a:close/>
                </a:path>
                <a:path w="10424160" h="5213350">
                  <a:moveTo>
                    <a:pt x="8130921" y="0"/>
                  </a:moveTo>
                  <a:lnTo>
                    <a:pt x="8125586" y="0"/>
                  </a:lnTo>
                  <a:lnTo>
                    <a:pt x="8125586" y="19050"/>
                  </a:lnTo>
                  <a:lnTo>
                    <a:pt x="8130921" y="19050"/>
                  </a:lnTo>
                  <a:lnTo>
                    <a:pt x="8135111" y="14732"/>
                  </a:lnTo>
                  <a:lnTo>
                    <a:pt x="8135111" y="4318"/>
                  </a:lnTo>
                  <a:lnTo>
                    <a:pt x="8130921" y="0"/>
                  </a:lnTo>
                  <a:close/>
                </a:path>
                <a:path w="10424160" h="5213350">
                  <a:moveTo>
                    <a:pt x="8163686" y="0"/>
                  </a:moveTo>
                  <a:lnTo>
                    <a:pt x="8158480" y="0"/>
                  </a:lnTo>
                  <a:lnTo>
                    <a:pt x="8154161" y="4318"/>
                  </a:lnTo>
                  <a:lnTo>
                    <a:pt x="8154161" y="14732"/>
                  </a:lnTo>
                  <a:lnTo>
                    <a:pt x="8158480" y="19050"/>
                  </a:lnTo>
                  <a:lnTo>
                    <a:pt x="8163686" y="19050"/>
                  </a:lnTo>
                  <a:lnTo>
                    <a:pt x="8163686" y="0"/>
                  </a:lnTo>
                  <a:close/>
                </a:path>
                <a:path w="10424160" h="5213350">
                  <a:moveTo>
                    <a:pt x="8169021" y="0"/>
                  </a:moveTo>
                  <a:lnTo>
                    <a:pt x="8163813" y="0"/>
                  </a:lnTo>
                  <a:lnTo>
                    <a:pt x="8163813" y="19050"/>
                  </a:lnTo>
                  <a:lnTo>
                    <a:pt x="8169021" y="19050"/>
                  </a:lnTo>
                  <a:lnTo>
                    <a:pt x="8173338" y="14732"/>
                  </a:lnTo>
                  <a:lnTo>
                    <a:pt x="8173338" y="4318"/>
                  </a:lnTo>
                  <a:lnTo>
                    <a:pt x="8169021" y="0"/>
                  </a:lnTo>
                  <a:close/>
                </a:path>
                <a:path w="10424160" h="5213350">
                  <a:moveTo>
                    <a:pt x="8201913" y="0"/>
                  </a:moveTo>
                  <a:lnTo>
                    <a:pt x="8196580" y="0"/>
                  </a:lnTo>
                  <a:lnTo>
                    <a:pt x="8192388" y="4318"/>
                  </a:lnTo>
                  <a:lnTo>
                    <a:pt x="8192388" y="14732"/>
                  </a:lnTo>
                  <a:lnTo>
                    <a:pt x="8196580" y="19050"/>
                  </a:lnTo>
                  <a:lnTo>
                    <a:pt x="8201913" y="19050"/>
                  </a:lnTo>
                  <a:lnTo>
                    <a:pt x="8201913" y="0"/>
                  </a:lnTo>
                  <a:close/>
                </a:path>
                <a:path w="10424160" h="5213350">
                  <a:moveTo>
                    <a:pt x="8207121" y="0"/>
                  </a:moveTo>
                  <a:lnTo>
                    <a:pt x="8201913" y="0"/>
                  </a:lnTo>
                  <a:lnTo>
                    <a:pt x="8201913" y="19050"/>
                  </a:lnTo>
                  <a:lnTo>
                    <a:pt x="8207121" y="19050"/>
                  </a:lnTo>
                  <a:lnTo>
                    <a:pt x="8211438" y="14732"/>
                  </a:lnTo>
                  <a:lnTo>
                    <a:pt x="8211438" y="4318"/>
                  </a:lnTo>
                  <a:lnTo>
                    <a:pt x="8207121" y="0"/>
                  </a:lnTo>
                  <a:close/>
                </a:path>
                <a:path w="10424160" h="5213350">
                  <a:moveTo>
                    <a:pt x="8240013" y="0"/>
                  </a:moveTo>
                  <a:lnTo>
                    <a:pt x="8234680" y="0"/>
                  </a:lnTo>
                  <a:lnTo>
                    <a:pt x="8230488" y="4318"/>
                  </a:lnTo>
                  <a:lnTo>
                    <a:pt x="8230488" y="14732"/>
                  </a:lnTo>
                  <a:lnTo>
                    <a:pt x="8234680" y="19050"/>
                  </a:lnTo>
                  <a:lnTo>
                    <a:pt x="8240013" y="19050"/>
                  </a:lnTo>
                  <a:lnTo>
                    <a:pt x="8240013" y="0"/>
                  </a:lnTo>
                  <a:close/>
                </a:path>
                <a:path w="10424160" h="5213350">
                  <a:moveTo>
                    <a:pt x="8245221" y="0"/>
                  </a:moveTo>
                  <a:lnTo>
                    <a:pt x="8240013" y="0"/>
                  </a:lnTo>
                  <a:lnTo>
                    <a:pt x="8240013" y="19050"/>
                  </a:lnTo>
                  <a:lnTo>
                    <a:pt x="8245221" y="19050"/>
                  </a:lnTo>
                  <a:lnTo>
                    <a:pt x="8249538" y="14732"/>
                  </a:lnTo>
                  <a:lnTo>
                    <a:pt x="8249538" y="4318"/>
                  </a:lnTo>
                  <a:lnTo>
                    <a:pt x="8245221" y="0"/>
                  </a:lnTo>
                  <a:close/>
                </a:path>
                <a:path w="10424160" h="5213350">
                  <a:moveTo>
                    <a:pt x="8278113" y="0"/>
                  </a:moveTo>
                  <a:lnTo>
                    <a:pt x="8272907" y="0"/>
                  </a:lnTo>
                  <a:lnTo>
                    <a:pt x="8268588" y="4318"/>
                  </a:lnTo>
                  <a:lnTo>
                    <a:pt x="8268588" y="14732"/>
                  </a:lnTo>
                  <a:lnTo>
                    <a:pt x="8272907" y="19050"/>
                  </a:lnTo>
                  <a:lnTo>
                    <a:pt x="8278113" y="19050"/>
                  </a:lnTo>
                  <a:lnTo>
                    <a:pt x="8278113" y="0"/>
                  </a:lnTo>
                  <a:close/>
                </a:path>
                <a:path w="10424160" h="5213350">
                  <a:moveTo>
                    <a:pt x="8283448" y="0"/>
                  </a:moveTo>
                  <a:lnTo>
                    <a:pt x="8278113" y="0"/>
                  </a:lnTo>
                  <a:lnTo>
                    <a:pt x="8278113" y="19050"/>
                  </a:lnTo>
                  <a:lnTo>
                    <a:pt x="8283448" y="19050"/>
                  </a:lnTo>
                  <a:lnTo>
                    <a:pt x="8287638" y="14732"/>
                  </a:lnTo>
                  <a:lnTo>
                    <a:pt x="8287638" y="4318"/>
                  </a:lnTo>
                  <a:lnTo>
                    <a:pt x="8283448" y="0"/>
                  </a:lnTo>
                  <a:close/>
                </a:path>
                <a:path w="10424160" h="5213350">
                  <a:moveTo>
                    <a:pt x="8316213" y="0"/>
                  </a:moveTo>
                  <a:lnTo>
                    <a:pt x="8311007" y="0"/>
                  </a:lnTo>
                  <a:lnTo>
                    <a:pt x="8306688" y="4318"/>
                  </a:lnTo>
                  <a:lnTo>
                    <a:pt x="8306688" y="14732"/>
                  </a:lnTo>
                  <a:lnTo>
                    <a:pt x="8311007" y="19050"/>
                  </a:lnTo>
                  <a:lnTo>
                    <a:pt x="8316213" y="19050"/>
                  </a:lnTo>
                  <a:lnTo>
                    <a:pt x="8316213" y="0"/>
                  </a:lnTo>
                  <a:close/>
                </a:path>
                <a:path w="10424160" h="5213350">
                  <a:moveTo>
                    <a:pt x="8321548" y="0"/>
                  </a:moveTo>
                  <a:lnTo>
                    <a:pt x="8316213" y="0"/>
                  </a:lnTo>
                  <a:lnTo>
                    <a:pt x="8316213" y="19050"/>
                  </a:lnTo>
                  <a:lnTo>
                    <a:pt x="8321548" y="19050"/>
                  </a:lnTo>
                  <a:lnTo>
                    <a:pt x="8325738" y="14732"/>
                  </a:lnTo>
                  <a:lnTo>
                    <a:pt x="8325738" y="4318"/>
                  </a:lnTo>
                  <a:lnTo>
                    <a:pt x="8321548" y="0"/>
                  </a:lnTo>
                  <a:close/>
                </a:path>
                <a:path w="10424160" h="5213350">
                  <a:moveTo>
                    <a:pt x="8354313" y="0"/>
                  </a:moveTo>
                  <a:lnTo>
                    <a:pt x="8349107" y="0"/>
                  </a:lnTo>
                  <a:lnTo>
                    <a:pt x="8344788" y="4318"/>
                  </a:lnTo>
                  <a:lnTo>
                    <a:pt x="8344788" y="14732"/>
                  </a:lnTo>
                  <a:lnTo>
                    <a:pt x="8349107" y="19050"/>
                  </a:lnTo>
                  <a:lnTo>
                    <a:pt x="8354313" y="19050"/>
                  </a:lnTo>
                  <a:lnTo>
                    <a:pt x="8354313" y="0"/>
                  </a:lnTo>
                  <a:close/>
                </a:path>
                <a:path w="10424160" h="5213350">
                  <a:moveTo>
                    <a:pt x="8359648" y="0"/>
                  </a:moveTo>
                  <a:lnTo>
                    <a:pt x="8354313" y="0"/>
                  </a:lnTo>
                  <a:lnTo>
                    <a:pt x="8354313" y="19050"/>
                  </a:lnTo>
                  <a:lnTo>
                    <a:pt x="8359648" y="19050"/>
                  </a:lnTo>
                  <a:lnTo>
                    <a:pt x="8363838" y="14732"/>
                  </a:lnTo>
                  <a:lnTo>
                    <a:pt x="8363838" y="4318"/>
                  </a:lnTo>
                  <a:lnTo>
                    <a:pt x="8359648" y="0"/>
                  </a:lnTo>
                  <a:close/>
                </a:path>
                <a:path w="10424160" h="5213350">
                  <a:moveTo>
                    <a:pt x="8392414" y="0"/>
                  </a:moveTo>
                  <a:lnTo>
                    <a:pt x="8387207" y="0"/>
                  </a:lnTo>
                  <a:lnTo>
                    <a:pt x="8382888" y="4318"/>
                  </a:lnTo>
                  <a:lnTo>
                    <a:pt x="8382888" y="14732"/>
                  </a:lnTo>
                  <a:lnTo>
                    <a:pt x="8387207" y="19050"/>
                  </a:lnTo>
                  <a:lnTo>
                    <a:pt x="8392414" y="19050"/>
                  </a:lnTo>
                  <a:lnTo>
                    <a:pt x="8392414" y="0"/>
                  </a:lnTo>
                  <a:close/>
                </a:path>
                <a:path w="10424160" h="5213350">
                  <a:moveTo>
                    <a:pt x="8397748" y="0"/>
                  </a:moveTo>
                  <a:lnTo>
                    <a:pt x="8392541" y="0"/>
                  </a:lnTo>
                  <a:lnTo>
                    <a:pt x="8392541" y="19050"/>
                  </a:lnTo>
                  <a:lnTo>
                    <a:pt x="8397748" y="19050"/>
                  </a:lnTo>
                  <a:lnTo>
                    <a:pt x="8402066" y="14732"/>
                  </a:lnTo>
                  <a:lnTo>
                    <a:pt x="8402066" y="4318"/>
                  </a:lnTo>
                  <a:lnTo>
                    <a:pt x="8397748" y="0"/>
                  </a:lnTo>
                  <a:close/>
                </a:path>
                <a:path w="10424160" h="5213350">
                  <a:moveTo>
                    <a:pt x="8430641" y="0"/>
                  </a:moveTo>
                  <a:lnTo>
                    <a:pt x="8425307" y="0"/>
                  </a:lnTo>
                  <a:lnTo>
                    <a:pt x="8421116" y="4318"/>
                  </a:lnTo>
                  <a:lnTo>
                    <a:pt x="8421116" y="14732"/>
                  </a:lnTo>
                  <a:lnTo>
                    <a:pt x="8425307" y="19050"/>
                  </a:lnTo>
                  <a:lnTo>
                    <a:pt x="8430641" y="19050"/>
                  </a:lnTo>
                  <a:lnTo>
                    <a:pt x="8430641" y="0"/>
                  </a:lnTo>
                  <a:close/>
                </a:path>
                <a:path w="10424160" h="5213350">
                  <a:moveTo>
                    <a:pt x="8435848" y="0"/>
                  </a:moveTo>
                  <a:lnTo>
                    <a:pt x="8430641" y="0"/>
                  </a:lnTo>
                  <a:lnTo>
                    <a:pt x="8430641" y="19050"/>
                  </a:lnTo>
                  <a:lnTo>
                    <a:pt x="8435848" y="19050"/>
                  </a:lnTo>
                  <a:lnTo>
                    <a:pt x="8440166" y="14732"/>
                  </a:lnTo>
                  <a:lnTo>
                    <a:pt x="8440166" y="4318"/>
                  </a:lnTo>
                  <a:lnTo>
                    <a:pt x="8435848" y="0"/>
                  </a:lnTo>
                  <a:close/>
                </a:path>
                <a:path w="10424160" h="5213350">
                  <a:moveTo>
                    <a:pt x="8468741" y="0"/>
                  </a:moveTo>
                  <a:lnTo>
                    <a:pt x="8463407" y="0"/>
                  </a:lnTo>
                  <a:lnTo>
                    <a:pt x="8459216" y="4318"/>
                  </a:lnTo>
                  <a:lnTo>
                    <a:pt x="8459216" y="14732"/>
                  </a:lnTo>
                  <a:lnTo>
                    <a:pt x="8463407" y="19050"/>
                  </a:lnTo>
                  <a:lnTo>
                    <a:pt x="8468741" y="19050"/>
                  </a:lnTo>
                  <a:lnTo>
                    <a:pt x="8468741" y="0"/>
                  </a:lnTo>
                  <a:close/>
                </a:path>
                <a:path w="10424160" h="5213350">
                  <a:moveTo>
                    <a:pt x="8473948" y="0"/>
                  </a:moveTo>
                  <a:lnTo>
                    <a:pt x="8468741" y="0"/>
                  </a:lnTo>
                  <a:lnTo>
                    <a:pt x="8468741" y="19050"/>
                  </a:lnTo>
                  <a:lnTo>
                    <a:pt x="8473948" y="19050"/>
                  </a:lnTo>
                  <a:lnTo>
                    <a:pt x="8478266" y="14732"/>
                  </a:lnTo>
                  <a:lnTo>
                    <a:pt x="8478266" y="4318"/>
                  </a:lnTo>
                  <a:lnTo>
                    <a:pt x="8473948" y="0"/>
                  </a:lnTo>
                  <a:close/>
                </a:path>
                <a:path w="10424160" h="5213350">
                  <a:moveTo>
                    <a:pt x="8506841" y="0"/>
                  </a:moveTo>
                  <a:lnTo>
                    <a:pt x="8501507" y="0"/>
                  </a:lnTo>
                  <a:lnTo>
                    <a:pt x="8497316" y="4318"/>
                  </a:lnTo>
                  <a:lnTo>
                    <a:pt x="8497316" y="14732"/>
                  </a:lnTo>
                  <a:lnTo>
                    <a:pt x="8501507" y="19050"/>
                  </a:lnTo>
                  <a:lnTo>
                    <a:pt x="8506841" y="19050"/>
                  </a:lnTo>
                  <a:lnTo>
                    <a:pt x="8506841" y="0"/>
                  </a:lnTo>
                  <a:close/>
                </a:path>
                <a:path w="10424160" h="5213350">
                  <a:moveTo>
                    <a:pt x="8512048" y="0"/>
                  </a:moveTo>
                  <a:lnTo>
                    <a:pt x="8506841" y="0"/>
                  </a:lnTo>
                  <a:lnTo>
                    <a:pt x="8506841" y="19050"/>
                  </a:lnTo>
                  <a:lnTo>
                    <a:pt x="8512048" y="19050"/>
                  </a:lnTo>
                  <a:lnTo>
                    <a:pt x="8516366" y="14732"/>
                  </a:lnTo>
                  <a:lnTo>
                    <a:pt x="8516366" y="4318"/>
                  </a:lnTo>
                  <a:lnTo>
                    <a:pt x="8512048" y="0"/>
                  </a:lnTo>
                  <a:close/>
                </a:path>
                <a:path w="10424160" h="5213350">
                  <a:moveTo>
                    <a:pt x="8544941" y="0"/>
                  </a:moveTo>
                  <a:lnTo>
                    <a:pt x="8539734" y="0"/>
                  </a:lnTo>
                  <a:lnTo>
                    <a:pt x="8535416" y="4318"/>
                  </a:lnTo>
                  <a:lnTo>
                    <a:pt x="8535416" y="14732"/>
                  </a:lnTo>
                  <a:lnTo>
                    <a:pt x="8539734" y="19050"/>
                  </a:lnTo>
                  <a:lnTo>
                    <a:pt x="8544941" y="19050"/>
                  </a:lnTo>
                  <a:lnTo>
                    <a:pt x="8544941" y="0"/>
                  </a:lnTo>
                  <a:close/>
                </a:path>
                <a:path w="10424160" h="5213350">
                  <a:moveTo>
                    <a:pt x="8550275" y="0"/>
                  </a:moveTo>
                  <a:lnTo>
                    <a:pt x="8544941" y="0"/>
                  </a:lnTo>
                  <a:lnTo>
                    <a:pt x="8544941" y="19050"/>
                  </a:lnTo>
                  <a:lnTo>
                    <a:pt x="8550275" y="19050"/>
                  </a:lnTo>
                  <a:lnTo>
                    <a:pt x="8554466" y="14732"/>
                  </a:lnTo>
                  <a:lnTo>
                    <a:pt x="8554466" y="4318"/>
                  </a:lnTo>
                  <a:lnTo>
                    <a:pt x="8550275" y="0"/>
                  </a:lnTo>
                  <a:close/>
                </a:path>
                <a:path w="10424160" h="5213350">
                  <a:moveTo>
                    <a:pt x="8583041" y="0"/>
                  </a:moveTo>
                  <a:lnTo>
                    <a:pt x="8577834" y="0"/>
                  </a:lnTo>
                  <a:lnTo>
                    <a:pt x="8573516" y="4318"/>
                  </a:lnTo>
                  <a:lnTo>
                    <a:pt x="8573516" y="14732"/>
                  </a:lnTo>
                  <a:lnTo>
                    <a:pt x="8577834" y="19050"/>
                  </a:lnTo>
                  <a:lnTo>
                    <a:pt x="8583041" y="19050"/>
                  </a:lnTo>
                  <a:lnTo>
                    <a:pt x="8583041" y="0"/>
                  </a:lnTo>
                  <a:close/>
                </a:path>
                <a:path w="10424160" h="5213350">
                  <a:moveTo>
                    <a:pt x="8588375" y="0"/>
                  </a:moveTo>
                  <a:lnTo>
                    <a:pt x="8583041" y="0"/>
                  </a:lnTo>
                  <a:lnTo>
                    <a:pt x="8583041" y="19050"/>
                  </a:lnTo>
                  <a:lnTo>
                    <a:pt x="8588375" y="19050"/>
                  </a:lnTo>
                  <a:lnTo>
                    <a:pt x="8592566" y="14732"/>
                  </a:lnTo>
                  <a:lnTo>
                    <a:pt x="8592566" y="4318"/>
                  </a:lnTo>
                  <a:lnTo>
                    <a:pt x="8588375" y="0"/>
                  </a:lnTo>
                  <a:close/>
                </a:path>
                <a:path w="10424160" h="5213350">
                  <a:moveTo>
                    <a:pt x="8621141" y="0"/>
                  </a:moveTo>
                  <a:lnTo>
                    <a:pt x="8615934" y="0"/>
                  </a:lnTo>
                  <a:lnTo>
                    <a:pt x="8611616" y="4318"/>
                  </a:lnTo>
                  <a:lnTo>
                    <a:pt x="8611616" y="14732"/>
                  </a:lnTo>
                  <a:lnTo>
                    <a:pt x="8615934" y="19050"/>
                  </a:lnTo>
                  <a:lnTo>
                    <a:pt x="8621141" y="19050"/>
                  </a:lnTo>
                  <a:lnTo>
                    <a:pt x="8621141" y="0"/>
                  </a:lnTo>
                  <a:close/>
                </a:path>
                <a:path w="10424160" h="5213350">
                  <a:moveTo>
                    <a:pt x="8626475" y="0"/>
                  </a:moveTo>
                  <a:lnTo>
                    <a:pt x="8621267" y="0"/>
                  </a:lnTo>
                  <a:lnTo>
                    <a:pt x="8621267" y="19050"/>
                  </a:lnTo>
                  <a:lnTo>
                    <a:pt x="8626475" y="19050"/>
                  </a:lnTo>
                  <a:lnTo>
                    <a:pt x="8630792" y="14732"/>
                  </a:lnTo>
                  <a:lnTo>
                    <a:pt x="8630792" y="4318"/>
                  </a:lnTo>
                  <a:lnTo>
                    <a:pt x="8626475" y="0"/>
                  </a:lnTo>
                  <a:close/>
                </a:path>
                <a:path w="10424160" h="5213350">
                  <a:moveTo>
                    <a:pt x="8659367" y="0"/>
                  </a:moveTo>
                  <a:lnTo>
                    <a:pt x="8654034" y="0"/>
                  </a:lnTo>
                  <a:lnTo>
                    <a:pt x="8649842" y="4318"/>
                  </a:lnTo>
                  <a:lnTo>
                    <a:pt x="8649842" y="14732"/>
                  </a:lnTo>
                  <a:lnTo>
                    <a:pt x="8654034" y="19050"/>
                  </a:lnTo>
                  <a:lnTo>
                    <a:pt x="8659367" y="19050"/>
                  </a:lnTo>
                  <a:lnTo>
                    <a:pt x="8659367" y="0"/>
                  </a:lnTo>
                  <a:close/>
                </a:path>
                <a:path w="10424160" h="5213350">
                  <a:moveTo>
                    <a:pt x="8664575" y="0"/>
                  </a:moveTo>
                  <a:lnTo>
                    <a:pt x="8659367" y="0"/>
                  </a:lnTo>
                  <a:lnTo>
                    <a:pt x="8659367" y="19050"/>
                  </a:lnTo>
                  <a:lnTo>
                    <a:pt x="8664575" y="19050"/>
                  </a:lnTo>
                  <a:lnTo>
                    <a:pt x="8668892" y="14732"/>
                  </a:lnTo>
                  <a:lnTo>
                    <a:pt x="8668892" y="4318"/>
                  </a:lnTo>
                  <a:lnTo>
                    <a:pt x="8664575" y="0"/>
                  </a:lnTo>
                  <a:close/>
                </a:path>
                <a:path w="10424160" h="5213350">
                  <a:moveTo>
                    <a:pt x="8697467" y="0"/>
                  </a:moveTo>
                  <a:lnTo>
                    <a:pt x="8692134" y="0"/>
                  </a:lnTo>
                  <a:lnTo>
                    <a:pt x="8687942" y="4318"/>
                  </a:lnTo>
                  <a:lnTo>
                    <a:pt x="8687942" y="14732"/>
                  </a:lnTo>
                  <a:lnTo>
                    <a:pt x="8692134" y="19050"/>
                  </a:lnTo>
                  <a:lnTo>
                    <a:pt x="8697467" y="19050"/>
                  </a:lnTo>
                  <a:lnTo>
                    <a:pt x="8697467" y="0"/>
                  </a:lnTo>
                  <a:close/>
                </a:path>
                <a:path w="10424160" h="5213350">
                  <a:moveTo>
                    <a:pt x="8702675" y="0"/>
                  </a:moveTo>
                  <a:lnTo>
                    <a:pt x="8697467" y="0"/>
                  </a:lnTo>
                  <a:lnTo>
                    <a:pt x="8697467" y="19050"/>
                  </a:lnTo>
                  <a:lnTo>
                    <a:pt x="8702675" y="19050"/>
                  </a:lnTo>
                  <a:lnTo>
                    <a:pt x="8706992" y="14732"/>
                  </a:lnTo>
                  <a:lnTo>
                    <a:pt x="8706992" y="4318"/>
                  </a:lnTo>
                  <a:lnTo>
                    <a:pt x="8702675" y="0"/>
                  </a:lnTo>
                  <a:close/>
                </a:path>
                <a:path w="10424160" h="5213350">
                  <a:moveTo>
                    <a:pt x="8735567" y="0"/>
                  </a:moveTo>
                  <a:lnTo>
                    <a:pt x="8730234" y="0"/>
                  </a:lnTo>
                  <a:lnTo>
                    <a:pt x="8726042" y="4318"/>
                  </a:lnTo>
                  <a:lnTo>
                    <a:pt x="8726042" y="14732"/>
                  </a:lnTo>
                  <a:lnTo>
                    <a:pt x="8730234" y="19050"/>
                  </a:lnTo>
                  <a:lnTo>
                    <a:pt x="8735567" y="19050"/>
                  </a:lnTo>
                  <a:lnTo>
                    <a:pt x="8735567" y="0"/>
                  </a:lnTo>
                  <a:close/>
                </a:path>
                <a:path w="10424160" h="5213350">
                  <a:moveTo>
                    <a:pt x="8740775" y="0"/>
                  </a:moveTo>
                  <a:lnTo>
                    <a:pt x="8735567" y="0"/>
                  </a:lnTo>
                  <a:lnTo>
                    <a:pt x="8735567" y="19050"/>
                  </a:lnTo>
                  <a:lnTo>
                    <a:pt x="8740775" y="19050"/>
                  </a:lnTo>
                  <a:lnTo>
                    <a:pt x="8745092" y="14732"/>
                  </a:lnTo>
                  <a:lnTo>
                    <a:pt x="8745092" y="4318"/>
                  </a:lnTo>
                  <a:lnTo>
                    <a:pt x="8740775" y="0"/>
                  </a:lnTo>
                  <a:close/>
                </a:path>
                <a:path w="10424160" h="5213350">
                  <a:moveTo>
                    <a:pt x="8773667" y="0"/>
                  </a:moveTo>
                  <a:lnTo>
                    <a:pt x="8768461" y="0"/>
                  </a:lnTo>
                  <a:lnTo>
                    <a:pt x="8764142" y="4318"/>
                  </a:lnTo>
                  <a:lnTo>
                    <a:pt x="8764142" y="14732"/>
                  </a:lnTo>
                  <a:lnTo>
                    <a:pt x="8768461" y="19050"/>
                  </a:lnTo>
                  <a:lnTo>
                    <a:pt x="8773667" y="19050"/>
                  </a:lnTo>
                  <a:lnTo>
                    <a:pt x="8773667" y="0"/>
                  </a:lnTo>
                  <a:close/>
                </a:path>
                <a:path w="10424160" h="5213350">
                  <a:moveTo>
                    <a:pt x="8779002" y="0"/>
                  </a:moveTo>
                  <a:lnTo>
                    <a:pt x="8773667" y="0"/>
                  </a:lnTo>
                  <a:lnTo>
                    <a:pt x="8773667" y="19050"/>
                  </a:lnTo>
                  <a:lnTo>
                    <a:pt x="8779002" y="19050"/>
                  </a:lnTo>
                  <a:lnTo>
                    <a:pt x="8783192" y="14732"/>
                  </a:lnTo>
                  <a:lnTo>
                    <a:pt x="8783192" y="4318"/>
                  </a:lnTo>
                  <a:lnTo>
                    <a:pt x="8779002" y="0"/>
                  </a:lnTo>
                  <a:close/>
                </a:path>
                <a:path w="10424160" h="5213350">
                  <a:moveTo>
                    <a:pt x="8811767" y="0"/>
                  </a:moveTo>
                  <a:lnTo>
                    <a:pt x="8806561" y="0"/>
                  </a:lnTo>
                  <a:lnTo>
                    <a:pt x="8802242" y="4318"/>
                  </a:lnTo>
                  <a:lnTo>
                    <a:pt x="8802242" y="14732"/>
                  </a:lnTo>
                  <a:lnTo>
                    <a:pt x="8806561" y="19050"/>
                  </a:lnTo>
                  <a:lnTo>
                    <a:pt x="8811767" y="19050"/>
                  </a:lnTo>
                  <a:lnTo>
                    <a:pt x="8811767" y="0"/>
                  </a:lnTo>
                  <a:close/>
                </a:path>
                <a:path w="10424160" h="5213350">
                  <a:moveTo>
                    <a:pt x="8817102" y="0"/>
                  </a:moveTo>
                  <a:lnTo>
                    <a:pt x="8811767" y="0"/>
                  </a:lnTo>
                  <a:lnTo>
                    <a:pt x="8811767" y="19050"/>
                  </a:lnTo>
                  <a:lnTo>
                    <a:pt x="8817102" y="19050"/>
                  </a:lnTo>
                  <a:lnTo>
                    <a:pt x="8821292" y="14732"/>
                  </a:lnTo>
                  <a:lnTo>
                    <a:pt x="8821292" y="4318"/>
                  </a:lnTo>
                  <a:lnTo>
                    <a:pt x="8817102" y="0"/>
                  </a:lnTo>
                  <a:close/>
                </a:path>
                <a:path w="10424160" h="5213350">
                  <a:moveTo>
                    <a:pt x="8849867" y="0"/>
                  </a:moveTo>
                  <a:lnTo>
                    <a:pt x="8844661" y="0"/>
                  </a:lnTo>
                  <a:lnTo>
                    <a:pt x="8840342" y="4318"/>
                  </a:lnTo>
                  <a:lnTo>
                    <a:pt x="8840342" y="14732"/>
                  </a:lnTo>
                  <a:lnTo>
                    <a:pt x="8844661" y="19050"/>
                  </a:lnTo>
                  <a:lnTo>
                    <a:pt x="8849867" y="19050"/>
                  </a:lnTo>
                  <a:lnTo>
                    <a:pt x="8849867" y="0"/>
                  </a:lnTo>
                  <a:close/>
                </a:path>
                <a:path w="10424160" h="5213350">
                  <a:moveTo>
                    <a:pt x="8855202" y="0"/>
                  </a:moveTo>
                  <a:lnTo>
                    <a:pt x="8849867" y="0"/>
                  </a:lnTo>
                  <a:lnTo>
                    <a:pt x="8849867" y="19050"/>
                  </a:lnTo>
                  <a:lnTo>
                    <a:pt x="8855202" y="19050"/>
                  </a:lnTo>
                  <a:lnTo>
                    <a:pt x="8859392" y="14732"/>
                  </a:lnTo>
                  <a:lnTo>
                    <a:pt x="8859392" y="4318"/>
                  </a:lnTo>
                  <a:lnTo>
                    <a:pt x="8855202" y="0"/>
                  </a:lnTo>
                  <a:close/>
                </a:path>
                <a:path w="10424160" h="5213350">
                  <a:moveTo>
                    <a:pt x="8887967" y="0"/>
                  </a:moveTo>
                  <a:lnTo>
                    <a:pt x="8882761" y="0"/>
                  </a:lnTo>
                  <a:lnTo>
                    <a:pt x="8878442" y="4318"/>
                  </a:lnTo>
                  <a:lnTo>
                    <a:pt x="8878442" y="14732"/>
                  </a:lnTo>
                  <a:lnTo>
                    <a:pt x="8882761" y="19050"/>
                  </a:lnTo>
                  <a:lnTo>
                    <a:pt x="8887967" y="19050"/>
                  </a:lnTo>
                  <a:lnTo>
                    <a:pt x="8887967" y="0"/>
                  </a:lnTo>
                  <a:close/>
                </a:path>
                <a:path w="10424160" h="5213350">
                  <a:moveTo>
                    <a:pt x="8893302" y="0"/>
                  </a:moveTo>
                  <a:lnTo>
                    <a:pt x="8888094" y="0"/>
                  </a:lnTo>
                  <a:lnTo>
                    <a:pt x="8888094" y="19050"/>
                  </a:lnTo>
                  <a:lnTo>
                    <a:pt x="8893302" y="19050"/>
                  </a:lnTo>
                  <a:lnTo>
                    <a:pt x="8897619" y="14732"/>
                  </a:lnTo>
                  <a:lnTo>
                    <a:pt x="8897619" y="4318"/>
                  </a:lnTo>
                  <a:lnTo>
                    <a:pt x="8893302" y="0"/>
                  </a:lnTo>
                  <a:close/>
                </a:path>
                <a:path w="10424160" h="5213350">
                  <a:moveTo>
                    <a:pt x="8926194" y="0"/>
                  </a:moveTo>
                  <a:lnTo>
                    <a:pt x="8920861" y="0"/>
                  </a:lnTo>
                  <a:lnTo>
                    <a:pt x="8916669" y="4318"/>
                  </a:lnTo>
                  <a:lnTo>
                    <a:pt x="8916669" y="14732"/>
                  </a:lnTo>
                  <a:lnTo>
                    <a:pt x="8920861" y="19050"/>
                  </a:lnTo>
                  <a:lnTo>
                    <a:pt x="8926194" y="19050"/>
                  </a:lnTo>
                  <a:lnTo>
                    <a:pt x="8926194" y="0"/>
                  </a:lnTo>
                  <a:close/>
                </a:path>
                <a:path w="10424160" h="5213350">
                  <a:moveTo>
                    <a:pt x="8931402" y="0"/>
                  </a:moveTo>
                  <a:lnTo>
                    <a:pt x="8926194" y="0"/>
                  </a:lnTo>
                  <a:lnTo>
                    <a:pt x="8926194" y="19050"/>
                  </a:lnTo>
                  <a:lnTo>
                    <a:pt x="8931402" y="19050"/>
                  </a:lnTo>
                  <a:lnTo>
                    <a:pt x="8935719" y="14732"/>
                  </a:lnTo>
                  <a:lnTo>
                    <a:pt x="8935719" y="4318"/>
                  </a:lnTo>
                  <a:lnTo>
                    <a:pt x="8931402" y="0"/>
                  </a:lnTo>
                  <a:close/>
                </a:path>
                <a:path w="10424160" h="5213350">
                  <a:moveTo>
                    <a:pt x="8964294" y="0"/>
                  </a:moveTo>
                  <a:lnTo>
                    <a:pt x="8958961" y="0"/>
                  </a:lnTo>
                  <a:lnTo>
                    <a:pt x="8954769" y="4318"/>
                  </a:lnTo>
                  <a:lnTo>
                    <a:pt x="8954769" y="14732"/>
                  </a:lnTo>
                  <a:lnTo>
                    <a:pt x="8958961" y="19050"/>
                  </a:lnTo>
                  <a:lnTo>
                    <a:pt x="8964294" y="19050"/>
                  </a:lnTo>
                  <a:lnTo>
                    <a:pt x="8964294" y="0"/>
                  </a:lnTo>
                  <a:close/>
                </a:path>
                <a:path w="10424160" h="5213350">
                  <a:moveTo>
                    <a:pt x="8969502" y="0"/>
                  </a:moveTo>
                  <a:lnTo>
                    <a:pt x="8964294" y="0"/>
                  </a:lnTo>
                  <a:lnTo>
                    <a:pt x="8964294" y="19050"/>
                  </a:lnTo>
                  <a:lnTo>
                    <a:pt x="8969502" y="19050"/>
                  </a:lnTo>
                  <a:lnTo>
                    <a:pt x="8973819" y="14732"/>
                  </a:lnTo>
                  <a:lnTo>
                    <a:pt x="8973819" y="4318"/>
                  </a:lnTo>
                  <a:lnTo>
                    <a:pt x="8969502" y="0"/>
                  </a:lnTo>
                  <a:close/>
                </a:path>
                <a:path w="10424160" h="5213350">
                  <a:moveTo>
                    <a:pt x="9002394" y="0"/>
                  </a:moveTo>
                  <a:lnTo>
                    <a:pt x="8997188" y="0"/>
                  </a:lnTo>
                  <a:lnTo>
                    <a:pt x="8992869" y="4318"/>
                  </a:lnTo>
                  <a:lnTo>
                    <a:pt x="8992869" y="14732"/>
                  </a:lnTo>
                  <a:lnTo>
                    <a:pt x="8997188" y="19050"/>
                  </a:lnTo>
                  <a:lnTo>
                    <a:pt x="9002394" y="19050"/>
                  </a:lnTo>
                  <a:lnTo>
                    <a:pt x="9002394" y="0"/>
                  </a:lnTo>
                  <a:close/>
                </a:path>
                <a:path w="10424160" h="5213350">
                  <a:moveTo>
                    <a:pt x="9007729" y="0"/>
                  </a:moveTo>
                  <a:lnTo>
                    <a:pt x="9002394" y="0"/>
                  </a:lnTo>
                  <a:lnTo>
                    <a:pt x="9002394" y="19050"/>
                  </a:lnTo>
                  <a:lnTo>
                    <a:pt x="9007729" y="19050"/>
                  </a:lnTo>
                  <a:lnTo>
                    <a:pt x="9011919" y="14732"/>
                  </a:lnTo>
                  <a:lnTo>
                    <a:pt x="9011919" y="4318"/>
                  </a:lnTo>
                  <a:lnTo>
                    <a:pt x="9007729" y="0"/>
                  </a:lnTo>
                  <a:close/>
                </a:path>
                <a:path w="10424160" h="5213350">
                  <a:moveTo>
                    <a:pt x="9040494" y="0"/>
                  </a:moveTo>
                  <a:lnTo>
                    <a:pt x="9035288" y="0"/>
                  </a:lnTo>
                  <a:lnTo>
                    <a:pt x="9030969" y="4318"/>
                  </a:lnTo>
                  <a:lnTo>
                    <a:pt x="9030969" y="14732"/>
                  </a:lnTo>
                  <a:lnTo>
                    <a:pt x="9035288" y="19050"/>
                  </a:lnTo>
                  <a:lnTo>
                    <a:pt x="9040494" y="19050"/>
                  </a:lnTo>
                  <a:lnTo>
                    <a:pt x="9040494" y="0"/>
                  </a:lnTo>
                  <a:close/>
                </a:path>
                <a:path w="10424160" h="5213350">
                  <a:moveTo>
                    <a:pt x="9045829" y="0"/>
                  </a:moveTo>
                  <a:lnTo>
                    <a:pt x="9040494" y="0"/>
                  </a:lnTo>
                  <a:lnTo>
                    <a:pt x="9040494" y="19050"/>
                  </a:lnTo>
                  <a:lnTo>
                    <a:pt x="9045829" y="19050"/>
                  </a:lnTo>
                  <a:lnTo>
                    <a:pt x="9050019" y="14732"/>
                  </a:lnTo>
                  <a:lnTo>
                    <a:pt x="9050019" y="4318"/>
                  </a:lnTo>
                  <a:lnTo>
                    <a:pt x="9045829" y="0"/>
                  </a:lnTo>
                  <a:close/>
                </a:path>
                <a:path w="10424160" h="5213350">
                  <a:moveTo>
                    <a:pt x="9078594" y="0"/>
                  </a:moveTo>
                  <a:lnTo>
                    <a:pt x="9073388" y="0"/>
                  </a:lnTo>
                  <a:lnTo>
                    <a:pt x="9069069" y="4318"/>
                  </a:lnTo>
                  <a:lnTo>
                    <a:pt x="9069069" y="14732"/>
                  </a:lnTo>
                  <a:lnTo>
                    <a:pt x="9073388" y="19050"/>
                  </a:lnTo>
                  <a:lnTo>
                    <a:pt x="9078594" y="19050"/>
                  </a:lnTo>
                  <a:lnTo>
                    <a:pt x="9078594" y="0"/>
                  </a:lnTo>
                  <a:close/>
                </a:path>
                <a:path w="10424160" h="5213350">
                  <a:moveTo>
                    <a:pt x="9083929" y="0"/>
                  </a:moveTo>
                  <a:lnTo>
                    <a:pt x="9078594" y="0"/>
                  </a:lnTo>
                  <a:lnTo>
                    <a:pt x="9078594" y="19050"/>
                  </a:lnTo>
                  <a:lnTo>
                    <a:pt x="9083929" y="19050"/>
                  </a:lnTo>
                  <a:lnTo>
                    <a:pt x="9088119" y="14732"/>
                  </a:lnTo>
                  <a:lnTo>
                    <a:pt x="9088119" y="4318"/>
                  </a:lnTo>
                  <a:lnTo>
                    <a:pt x="9083929" y="0"/>
                  </a:lnTo>
                  <a:close/>
                </a:path>
                <a:path w="10424160" h="5213350">
                  <a:moveTo>
                    <a:pt x="9116694" y="0"/>
                  </a:moveTo>
                  <a:lnTo>
                    <a:pt x="9111488" y="0"/>
                  </a:lnTo>
                  <a:lnTo>
                    <a:pt x="9107169" y="4318"/>
                  </a:lnTo>
                  <a:lnTo>
                    <a:pt x="9107169" y="14732"/>
                  </a:lnTo>
                  <a:lnTo>
                    <a:pt x="9111488" y="19050"/>
                  </a:lnTo>
                  <a:lnTo>
                    <a:pt x="9116694" y="19050"/>
                  </a:lnTo>
                  <a:lnTo>
                    <a:pt x="9116694" y="0"/>
                  </a:lnTo>
                  <a:close/>
                </a:path>
                <a:path w="10424160" h="5213350">
                  <a:moveTo>
                    <a:pt x="9116822" y="12700"/>
                  </a:moveTo>
                  <a:lnTo>
                    <a:pt x="9116694" y="12700"/>
                  </a:lnTo>
                  <a:lnTo>
                    <a:pt x="9116694" y="19050"/>
                  </a:lnTo>
                  <a:lnTo>
                    <a:pt x="9116822" y="19050"/>
                  </a:lnTo>
                  <a:lnTo>
                    <a:pt x="9116822" y="12700"/>
                  </a:lnTo>
                  <a:close/>
                </a:path>
                <a:path w="10424160" h="5213350">
                  <a:moveTo>
                    <a:pt x="9122029" y="0"/>
                  </a:moveTo>
                  <a:lnTo>
                    <a:pt x="9116822" y="0"/>
                  </a:lnTo>
                  <a:lnTo>
                    <a:pt x="9116822" y="19050"/>
                  </a:lnTo>
                  <a:lnTo>
                    <a:pt x="9122029" y="19050"/>
                  </a:lnTo>
                  <a:lnTo>
                    <a:pt x="9126347" y="14732"/>
                  </a:lnTo>
                  <a:lnTo>
                    <a:pt x="9126347" y="4318"/>
                  </a:lnTo>
                  <a:lnTo>
                    <a:pt x="9122029" y="0"/>
                  </a:lnTo>
                  <a:close/>
                </a:path>
                <a:path w="10424160" h="5213350">
                  <a:moveTo>
                    <a:pt x="9116822" y="0"/>
                  </a:moveTo>
                  <a:lnTo>
                    <a:pt x="9116694" y="0"/>
                  </a:lnTo>
                  <a:lnTo>
                    <a:pt x="9116694" y="6350"/>
                  </a:lnTo>
                  <a:lnTo>
                    <a:pt x="9116822" y="6350"/>
                  </a:lnTo>
                  <a:lnTo>
                    <a:pt x="9116822" y="0"/>
                  </a:lnTo>
                  <a:close/>
                </a:path>
                <a:path w="10424160" h="5213350">
                  <a:moveTo>
                    <a:pt x="9154922" y="0"/>
                  </a:moveTo>
                  <a:lnTo>
                    <a:pt x="9149588" y="0"/>
                  </a:lnTo>
                  <a:lnTo>
                    <a:pt x="9145397" y="4318"/>
                  </a:lnTo>
                  <a:lnTo>
                    <a:pt x="9145397" y="14732"/>
                  </a:lnTo>
                  <a:lnTo>
                    <a:pt x="9149588" y="19050"/>
                  </a:lnTo>
                  <a:lnTo>
                    <a:pt x="9154922" y="19050"/>
                  </a:lnTo>
                  <a:lnTo>
                    <a:pt x="9154922" y="0"/>
                  </a:lnTo>
                  <a:close/>
                </a:path>
                <a:path w="10424160" h="5213350">
                  <a:moveTo>
                    <a:pt x="9160129" y="0"/>
                  </a:moveTo>
                  <a:lnTo>
                    <a:pt x="9154922" y="0"/>
                  </a:lnTo>
                  <a:lnTo>
                    <a:pt x="9154922" y="19050"/>
                  </a:lnTo>
                  <a:lnTo>
                    <a:pt x="9160129" y="19050"/>
                  </a:lnTo>
                  <a:lnTo>
                    <a:pt x="9164447" y="14732"/>
                  </a:lnTo>
                  <a:lnTo>
                    <a:pt x="9164447" y="4318"/>
                  </a:lnTo>
                  <a:lnTo>
                    <a:pt x="9160129" y="0"/>
                  </a:lnTo>
                  <a:close/>
                </a:path>
                <a:path w="10424160" h="5213350">
                  <a:moveTo>
                    <a:pt x="9193022" y="0"/>
                  </a:moveTo>
                  <a:lnTo>
                    <a:pt x="9187688" y="0"/>
                  </a:lnTo>
                  <a:lnTo>
                    <a:pt x="9183497" y="4318"/>
                  </a:lnTo>
                  <a:lnTo>
                    <a:pt x="9183497" y="14732"/>
                  </a:lnTo>
                  <a:lnTo>
                    <a:pt x="9187688" y="19050"/>
                  </a:lnTo>
                  <a:lnTo>
                    <a:pt x="9193022" y="19050"/>
                  </a:lnTo>
                  <a:lnTo>
                    <a:pt x="9193022" y="0"/>
                  </a:lnTo>
                  <a:close/>
                </a:path>
                <a:path w="10424160" h="5213350">
                  <a:moveTo>
                    <a:pt x="9198229" y="0"/>
                  </a:moveTo>
                  <a:lnTo>
                    <a:pt x="9193022" y="0"/>
                  </a:lnTo>
                  <a:lnTo>
                    <a:pt x="9193022" y="19050"/>
                  </a:lnTo>
                  <a:lnTo>
                    <a:pt x="9198229" y="19050"/>
                  </a:lnTo>
                  <a:lnTo>
                    <a:pt x="9202547" y="14732"/>
                  </a:lnTo>
                  <a:lnTo>
                    <a:pt x="9202547" y="4318"/>
                  </a:lnTo>
                  <a:lnTo>
                    <a:pt x="9198229" y="0"/>
                  </a:lnTo>
                  <a:close/>
                </a:path>
                <a:path w="10424160" h="5213350">
                  <a:moveTo>
                    <a:pt x="9231122" y="0"/>
                  </a:moveTo>
                  <a:lnTo>
                    <a:pt x="9225788" y="0"/>
                  </a:lnTo>
                  <a:lnTo>
                    <a:pt x="9221597" y="4318"/>
                  </a:lnTo>
                  <a:lnTo>
                    <a:pt x="9221597" y="14732"/>
                  </a:lnTo>
                  <a:lnTo>
                    <a:pt x="9225788" y="19050"/>
                  </a:lnTo>
                  <a:lnTo>
                    <a:pt x="9231122" y="19050"/>
                  </a:lnTo>
                  <a:lnTo>
                    <a:pt x="9231122" y="0"/>
                  </a:lnTo>
                  <a:close/>
                </a:path>
                <a:path w="10424160" h="5213350">
                  <a:moveTo>
                    <a:pt x="9236329" y="0"/>
                  </a:moveTo>
                  <a:lnTo>
                    <a:pt x="9231122" y="0"/>
                  </a:lnTo>
                  <a:lnTo>
                    <a:pt x="9231122" y="19050"/>
                  </a:lnTo>
                  <a:lnTo>
                    <a:pt x="9236329" y="19050"/>
                  </a:lnTo>
                  <a:lnTo>
                    <a:pt x="9240647" y="14732"/>
                  </a:lnTo>
                  <a:lnTo>
                    <a:pt x="9240647" y="4318"/>
                  </a:lnTo>
                  <a:lnTo>
                    <a:pt x="9236329" y="0"/>
                  </a:lnTo>
                  <a:close/>
                </a:path>
                <a:path w="10424160" h="5213350">
                  <a:moveTo>
                    <a:pt x="9269222" y="0"/>
                  </a:moveTo>
                  <a:lnTo>
                    <a:pt x="9264015" y="0"/>
                  </a:lnTo>
                  <a:lnTo>
                    <a:pt x="9259697" y="4318"/>
                  </a:lnTo>
                  <a:lnTo>
                    <a:pt x="9259697" y="14732"/>
                  </a:lnTo>
                  <a:lnTo>
                    <a:pt x="9264015" y="19050"/>
                  </a:lnTo>
                  <a:lnTo>
                    <a:pt x="9269222" y="19050"/>
                  </a:lnTo>
                  <a:lnTo>
                    <a:pt x="9269222" y="0"/>
                  </a:lnTo>
                  <a:close/>
                </a:path>
                <a:path w="10424160" h="5213350">
                  <a:moveTo>
                    <a:pt x="9274556" y="0"/>
                  </a:moveTo>
                  <a:lnTo>
                    <a:pt x="9269222" y="0"/>
                  </a:lnTo>
                  <a:lnTo>
                    <a:pt x="9269222" y="19050"/>
                  </a:lnTo>
                  <a:lnTo>
                    <a:pt x="9274556" y="19050"/>
                  </a:lnTo>
                  <a:lnTo>
                    <a:pt x="9278747" y="14732"/>
                  </a:lnTo>
                  <a:lnTo>
                    <a:pt x="9278747" y="4318"/>
                  </a:lnTo>
                  <a:lnTo>
                    <a:pt x="9274556" y="0"/>
                  </a:lnTo>
                  <a:close/>
                </a:path>
                <a:path w="10424160" h="5213350">
                  <a:moveTo>
                    <a:pt x="9307322" y="0"/>
                  </a:moveTo>
                  <a:lnTo>
                    <a:pt x="9302115" y="0"/>
                  </a:lnTo>
                  <a:lnTo>
                    <a:pt x="9297797" y="4318"/>
                  </a:lnTo>
                  <a:lnTo>
                    <a:pt x="9297797" y="14732"/>
                  </a:lnTo>
                  <a:lnTo>
                    <a:pt x="9302115" y="19050"/>
                  </a:lnTo>
                  <a:lnTo>
                    <a:pt x="9307322" y="19050"/>
                  </a:lnTo>
                  <a:lnTo>
                    <a:pt x="9307322" y="0"/>
                  </a:lnTo>
                  <a:close/>
                </a:path>
                <a:path w="10424160" h="5213350">
                  <a:moveTo>
                    <a:pt x="9312656" y="0"/>
                  </a:moveTo>
                  <a:lnTo>
                    <a:pt x="9307322" y="0"/>
                  </a:lnTo>
                  <a:lnTo>
                    <a:pt x="9307322" y="19050"/>
                  </a:lnTo>
                  <a:lnTo>
                    <a:pt x="9312656" y="19050"/>
                  </a:lnTo>
                  <a:lnTo>
                    <a:pt x="9316847" y="14732"/>
                  </a:lnTo>
                  <a:lnTo>
                    <a:pt x="9316847" y="4318"/>
                  </a:lnTo>
                  <a:lnTo>
                    <a:pt x="9312656" y="0"/>
                  </a:lnTo>
                  <a:close/>
                </a:path>
                <a:path w="10424160" h="5213350">
                  <a:moveTo>
                    <a:pt x="9345422" y="0"/>
                  </a:moveTo>
                  <a:lnTo>
                    <a:pt x="9340215" y="0"/>
                  </a:lnTo>
                  <a:lnTo>
                    <a:pt x="9335897" y="4318"/>
                  </a:lnTo>
                  <a:lnTo>
                    <a:pt x="9335897" y="14732"/>
                  </a:lnTo>
                  <a:lnTo>
                    <a:pt x="9340215" y="19050"/>
                  </a:lnTo>
                  <a:lnTo>
                    <a:pt x="9345422" y="19050"/>
                  </a:lnTo>
                  <a:lnTo>
                    <a:pt x="9345422" y="0"/>
                  </a:lnTo>
                  <a:close/>
                </a:path>
                <a:path w="10424160" h="5213350">
                  <a:moveTo>
                    <a:pt x="9350756" y="0"/>
                  </a:moveTo>
                  <a:lnTo>
                    <a:pt x="9345549" y="0"/>
                  </a:lnTo>
                  <a:lnTo>
                    <a:pt x="9345549" y="19050"/>
                  </a:lnTo>
                  <a:lnTo>
                    <a:pt x="9350756" y="19050"/>
                  </a:lnTo>
                  <a:lnTo>
                    <a:pt x="9355074" y="14732"/>
                  </a:lnTo>
                  <a:lnTo>
                    <a:pt x="9355074" y="4318"/>
                  </a:lnTo>
                  <a:lnTo>
                    <a:pt x="9350756" y="0"/>
                  </a:lnTo>
                  <a:close/>
                </a:path>
                <a:path w="10424160" h="5213350">
                  <a:moveTo>
                    <a:pt x="9383649" y="0"/>
                  </a:moveTo>
                  <a:lnTo>
                    <a:pt x="9378315" y="0"/>
                  </a:lnTo>
                  <a:lnTo>
                    <a:pt x="9374124" y="4318"/>
                  </a:lnTo>
                  <a:lnTo>
                    <a:pt x="9374124" y="14732"/>
                  </a:lnTo>
                  <a:lnTo>
                    <a:pt x="9378315" y="19050"/>
                  </a:lnTo>
                  <a:lnTo>
                    <a:pt x="9383649" y="19050"/>
                  </a:lnTo>
                  <a:lnTo>
                    <a:pt x="9383649" y="0"/>
                  </a:lnTo>
                  <a:close/>
                </a:path>
                <a:path w="10424160" h="5213350">
                  <a:moveTo>
                    <a:pt x="9388856" y="0"/>
                  </a:moveTo>
                  <a:lnTo>
                    <a:pt x="9383649" y="0"/>
                  </a:lnTo>
                  <a:lnTo>
                    <a:pt x="9383649" y="19050"/>
                  </a:lnTo>
                  <a:lnTo>
                    <a:pt x="9388856" y="19050"/>
                  </a:lnTo>
                  <a:lnTo>
                    <a:pt x="9393174" y="14732"/>
                  </a:lnTo>
                  <a:lnTo>
                    <a:pt x="9393174" y="4318"/>
                  </a:lnTo>
                  <a:lnTo>
                    <a:pt x="9388856" y="0"/>
                  </a:lnTo>
                  <a:close/>
                </a:path>
                <a:path w="10424160" h="5213350">
                  <a:moveTo>
                    <a:pt x="9421749" y="0"/>
                  </a:moveTo>
                  <a:lnTo>
                    <a:pt x="9416415" y="0"/>
                  </a:lnTo>
                  <a:lnTo>
                    <a:pt x="9412224" y="4318"/>
                  </a:lnTo>
                  <a:lnTo>
                    <a:pt x="9412224" y="14732"/>
                  </a:lnTo>
                  <a:lnTo>
                    <a:pt x="9416415" y="19050"/>
                  </a:lnTo>
                  <a:lnTo>
                    <a:pt x="9421749" y="19050"/>
                  </a:lnTo>
                  <a:lnTo>
                    <a:pt x="9421749" y="0"/>
                  </a:lnTo>
                  <a:close/>
                </a:path>
                <a:path w="10424160" h="5213350">
                  <a:moveTo>
                    <a:pt x="9426956" y="0"/>
                  </a:moveTo>
                  <a:lnTo>
                    <a:pt x="9421749" y="0"/>
                  </a:lnTo>
                  <a:lnTo>
                    <a:pt x="9421749" y="19050"/>
                  </a:lnTo>
                  <a:lnTo>
                    <a:pt x="9426956" y="19050"/>
                  </a:lnTo>
                  <a:lnTo>
                    <a:pt x="9431274" y="14732"/>
                  </a:lnTo>
                  <a:lnTo>
                    <a:pt x="9431274" y="4318"/>
                  </a:lnTo>
                  <a:lnTo>
                    <a:pt x="9426956" y="0"/>
                  </a:lnTo>
                  <a:close/>
                </a:path>
                <a:path w="10424160" h="5213350">
                  <a:moveTo>
                    <a:pt x="9459849" y="0"/>
                  </a:moveTo>
                  <a:lnTo>
                    <a:pt x="9454515" y="0"/>
                  </a:lnTo>
                  <a:lnTo>
                    <a:pt x="9450324" y="4318"/>
                  </a:lnTo>
                  <a:lnTo>
                    <a:pt x="9450324" y="14732"/>
                  </a:lnTo>
                  <a:lnTo>
                    <a:pt x="9454515" y="19050"/>
                  </a:lnTo>
                  <a:lnTo>
                    <a:pt x="9459849" y="19050"/>
                  </a:lnTo>
                  <a:lnTo>
                    <a:pt x="9459849" y="0"/>
                  </a:lnTo>
                  <a:close/>
                </a:path>
                <a:path w="10424160" h="5213350">
                  <a:moveTo>
                    <a:pt x="9465056" y="0"/>
                  </a:moveTo>
                  <a:lnTo>
                    <a:pt x="9459849" y="0"/>
                  </a:lnTo>
                  <a:lnTo>
                    <a:pt x="9459849" y="19050"/>
                  </a:lnTo>
                  <a:lnTo>
                    <a:pt x="9465056" y="19050"/>
                  </a:lnTo>
                  <a:lnTo>
                    <a:pt x="9469374" y="14732"/>
                  </a:lnTo>
                  <a:lnTo>
                    <a:pt x="9469374" y="4318"/>
                  </a:lnTo>
                  <a:lnTo>
                    <a:pt x="9465056" y="0"/>
                  </a:lnTo>
                  <a:close/>
                </a:path>
                <a:path w="10424160" h="5213350">
                  <a:moveTo>
                    <a:pt x="9497949" y="0"/>
                  </a:moveTo>
                  <a:lnTo>
                    <a:pt x="9492741" y="0"/>
                  </a:lnTo>
                  <a:lnTo>
                    <a:pt x="9488424" y="4318"/>
                  </a:lnTo>
                  <a:lnTo>
                    <a:pt x="9488424" y="14732"/>
                  </a:lnTo>
                  <a:lnTo>
                    <a:pt x="9492741" y="19050"/>
                  </a:lnTo>
                  <a:lnTo>
                    <a:pt x="9497949" y="19050"/>
                  </a:lnTo>
                  <a:lnTo>
                    <a:pt x="9497949" y="0"/>
                  </a:lnTo>
                  <a:close/>
                </a:path>
                <a:path w="10424160" h="5213350">
                  <a:moveTo>
                    <a:pt x="9503283" y="0"/>
                  </a:moveTo>
                  <a:lnTo>
                    <a:pt x="9497949" y="0"/>
                  </a:lnTo>
                  <a:lnTo>
                    <a:pt x="9497949" y="19050"/>
                  </a:lnTo>
                  <a:lnTo>
                    <a:pt x="9503283" y="19050"/>
                  </a:lnTo>
                  <a:lnTo>
                    <a:pt x="9507474" y="14732"/>
                  </a:lnTo>
                  <a:lnTo>
                    <a:pt x="9507474" y="4318"/>
                  </a:lnTo>
                  <a:lnTo>
                    <a:pt x="9503283" y="0"/>
                  </a:lnTo>
                  <a:close/>
                </a:path>
                <a:path w="10424160" h="5213350">
                  <a:moveTo>
                    <a:pt x="9536049" y="0"/>
                  </a:moveTo>
                  <a:lnTo>
                    <a:pt x="9530841" y="0"/>
                  </a:lnTo>
                  <a:lnTo>
                    <a:pt x="9526524" y="4318"/>
                  </a:lnTo>
                  <a:lnTo>
                    <a:pt x="9526524" y="14732"/>
                  </a:lnTo>
                  <a:lnTo>
                    <a:pt x="9530841" y="19050"/>
                  </a:lnTo>
                  <a:lnTo>
                    <a:pt x="9536049" y="19050"/>
                  </a:lnTo>
                  <a:lnTo>
                    <a:pt x="9536049" y="0"/>
                  </a:lnTo>
                  <a:close/>
                </a:path>
                <a:path w="10424160" h="5213350">
                  <a:moveTo>
                    <a:pt x="9541383" y="0"/>
                  </a:moveTo>
                  <a:lnTo>
                    <a:pt x="9536049" y="0"/>
                  </a:lnTo>
                  <a:lnTo>
                    <a:pt x="9536049" y="19050"/>
                  </a:lnTo>
                  <a:lnTo>
                    <a:pt x="9541383" y="19050"/>
                  </a:lnTo>
                  <a:lnTo>
                    <a:pt x="9545574" y="14732"/>
                  </a:lnTo>
                  <a:lnTo>
                    <a:pt x="9545574" y="4318"/>
                  </a:lnTo>
                  <a:lnTo>
                    <a:pt x="9541383" y="0"/>
                  </a:lnTo>
                  <a:close/>
                </a:path>
                <a:path w="10424160" h="5213350">
                  <a:moveTo>
                    <a:pt x="9574149" y="0"/>
                  </a:moveTo>
                  <a:lnTo>
                    <a:pt x="9568941" y="0"/>
                  </a:lnTo>
                  <a:lnTo>
                    <a:pt x="9564624" y="4318"/>
                  </a:lnTo>
                  <a:lnTo>
                    <a:pt x="9564624" y="14732"/>
                  </a:lnTo>
                  <a:lnTo>
                    <a:pt x="9568941" y="19050"/>
                  </a:lnTo>
                  <a:lnTo>
                    <a:pt x="9574149" y="19050"/>
                  </a:lnTo>
                  <a:lnTo>
                    <a:pt x="9574149" y="0"/>
                  </a:lnTo>
                  <a:close/>
                </a:path>
                <a:path w="10424160" h="5213350">
                  <a:moveTo>
                    <a:pt x="9579483" y="0"/>
                  </a:moveTo>
                  <a:lnTo>
                    <a:pt x="9574149" y="0"/>
                  </a:lnTo>
                  <a:lnTo>
                    <a:pt x="9574149" y="19050"/>
                  </a:lnTo>
                  <a:lnTo>
                    <a:pt x="9579483" y="19050"/>
                  </a:lnTo>
                  <a:lnTo>
                    <a:pt x="9583674" y="14732"/>
                  </a:lnTo>
                  <a:lnTo>
                    <a:pt x="9583674" y="4318"/>
                  </a:lnTo>
                  <a:lnTo>
                    <a:pt x="9579483" y="0"/>
                  </a:lnTo>
                  <a:close/>
                </a:path>
                <a:path w="10424160" h="5213350">
                  <a:moveTo>
                    <a:pt x="9612249" y="0"/>
                  </a:moveTo>
                  <a:lnTo>
                    <a:pt x="9607041" y="0"/>
                  </a:lnTo>
                  <a:lnTo>
                    <a:pt x="9602724" y="4318"/>
                  </a:lnTo>
                  <a:lnTo>
                    <a:pt x="9602724" y="14732"/>
                  </a:lnTo>
                  <a:lnTo>
                    <a:pt x="9607041" y="19050"/>
                  </a:lnTo>
                  <a:lnTo>
                    <a:pt x="9612249" y="19050"/>
                  </a:lnTo>
                  <a:lnTo>
                    <a:pt x="9612249" y="0"/>
                  </a:lnTo>
                  <a:close/>
                </a:path>
                <a:path w="10424160" h="5213350">
                  <a:moveTo>
                    <a:pt x="9617583" y="0"/>
                  </a:moveTo>
                  <a:lnTo>
                    <a:pt x="9612376" y="0"/>
                  </a:lnTo>
                  <a:lnTo>
                    <a:pt x="9612376" y="19050"/>
                  </a:lnTo>
                  <a:lnTo>
                    <a:pt x="9617583" y="19050"/>
                  </a:lnTo>
                  <a:lnTo>
                    <a:pt x="9621901" y="14732"/>
                  </a:lnTo>
                  <a:lnTo>
                    <a:pt x="9621901" y="4318"/>
                  </a:lnTo>
                  <a:lnTo>
                    <a:pt x="9617583" y="0"/>
                  </a:lnTo>
                  <a:close/>
                </a:path>
                <a:path w="10424160" h="5213350">
                  <a:moveTo>
                    <a:pt x="9650476" y="0"/>
                  </a:moveTo>
                  <a:lnTo>
                    <a:pt x="9645141" y="0"/>
                  </a:lnTo>
                  <a:lnTo>
                    <a:pt x="9640951" y="4318"/>
                  </a:lnTo>
                  <a:lnTo>
                    <a:pt x="9640951" y="14732"/>
                  </a:lnTo>
                  <a:lnTo>
                    <a:pt x="9645141" y="19050"/>
                  </a:lnTo>
                  <a:lnTo>
                    <a:pt x="9650476" y="19050"/>
                  </a:lnTo>
                  <a:lnTo>
                    <a:pt x="9650476" y="0"/>
                  </a:lnTo>
                  <a:close/>
                </a:path>
                <a:path w="10424160" h="5213350">
                  <a:moveTo>
                    <a:pt x="9655683" y="0"/>
                  </a:moveTo>
                  <a:lnTo>
                    <a:pt x="9650476" y="0"/>
                  </a:lnTo>
                  <a:lnTo>
                    <a:pt x="9650476" y="19050"/>
                  </a:lnTo>
                  <a:lnTo>
                    <a:pt x="9655683" y="19050"/>
                  </a:lnTo>
                  <a:lnTo>
                    <a:pt x="9660001" y="14732"/>
                  </a:lnTo>
                  <a:lnTo>
                    <a:pt x="9660001" y="4318"/>
                  </a:lnTo>
                  <a:lnTo>
                    <a:pt x="9655683" y="0"/>
                  </a:lnTo>
                  <a:close/>
                </a:path>
                <a:path w="10424160" h="5213350">
                  <a:moveTo>
                    <a:pt x="9688576" y="0"/>
                  </a:moveTo>
                  <a:lnTo>
                    <a:pt x="9683241" y="0"/>
                  </a:lnTo>
                  <a:lnTo>
                    <a:pt x="9679051" y="4318"/>
                  </a:lnTo>
                  <a:lnTo>
                    <a:pt x="9679051" y="14732"/>
                  </a:lnTo>
                  <a:lnTo>
                    <a:pt x="9683241" y="19050"/>
                  </a:lnTo>
                  <a:lnTo>
                    <a:pt x="9688576" y="19050"/>
                  </a:lnTo>
                  <a:lnTo>
                    <a:pt x="9688576" y="0"/>
                  </a:lnTo>
                  <a:close/>
                </a:path>
                <a:path w="10424160" h="5213350">
                  <a:moveTo>
                    <a:pt x="9693783" y="0"/>
                  </a:moveTo>
                  <a:lnTo>
                    <a:pt x="9688576" y="0"/>
                  </a:lnTo>
                  <a:lnTo>
                    <a:pt x="9688576" y="19050"/>
                  </a:lnTo>
                  <a:lnTo>
                    <a:pt x="9693783" y="19050"/>
                  </a:lnTo>
                  <a:lnTo>
                    <a:pt x="9698101" y="14732"/>
                  </a:lnTo>
                  <a:lnTo>
                    <a:pt x="9698101" y="4318"/>
                  </a:lnTo>
                  <a:lnTo>
                    <a:pt x="9693783" y="0"/>
                  </a:lnTo>
                  <a:close/>
                </a:path>
                <a:path w="10424160" h="5213350">
                  <a:moveTo>
                    <a:pt x="9726676" y="0"/>
                  </a:moveTo>
                  <a:lnTo>
                    <a:pt x="9721341" y="0"/>
                  </a:lnTo>
                  <a:lnTo>
                    <a:pt x="9717151" y="4318"/>
                  </a:lnTo>
                  <a:lnTo>
                    <a:pt x="9717151" y="14732"/>
                  </a:lnTo>
                  <a:lnTo>
                    <a:pt x="9721341" y="19050"/>
                  </a:lnTo>
                  <a:lnTo>
                    <a:pt x="9726676" y="19050"/>
                  </a:lnTo>
                  <a:lnTo>
                    <a:pt x="9726676" y="0"/>
                  </a:lnTo>
                  <a:close/>
                </a:path>
                <a:path w="10424160" h="5213350">
                  <a:moveTo>
                    <a:pt x="9731883" y="0"/>
                  </a:moveTo>
                  <a:lnTo>
                    <a:pt x="9726676" y="0"/>
                  </a:lnTo>
                  <a:lnTo>
                    <a:pt x="9726676" y="19050"/>
                  </a:lnTo>
                  <a:lnTo>
                    <a:pt x="9731883" y="19050"/>
                  </a:lnTo>
                  <a:lnTo>
                    <a:pt x="9736201" y="14732"/>
                  </a:lnTo>
                  <a:lnTo>
                    <a:pt x="9736201" y="4318"/>
                  </a:lnTo>
                  <a:lnTo>
                    <a:pt x="9731883" y="0"/>
                  </a:lnTo>
                  <a:close/>
                </a:path>
                <a:path w="10424160" h="5213350">
                  <a:moveTo>
                    <a:pt x="9764776" y="0"/>
                  </a:moveTo>
                  <a:lnTo>
                    <a:pt x="9759568" y="0"/>
                  </a:lnTo>
                  <a:lnTo>
                    <a:pt x="9755251" y="4318"/>
                  </a:lnTo>
                  <a:lnTo>
                    <a:pt x="9755251" y="14732"/>
                  </a:lnTo>
                  <a:lnTo>
                    <a:pt x="9759568" y="19050"/>
                  </a:lnTo>
                  <a:lnTo>
                    <a:pt x="9764776" y="19050"/>
                  </a:lnTo>
                  <a:lnTo>
                    <a:pt x="9764776" y="0"/>
                  </a:lnTo>
                  <a:close/>
                </a:path>
                <a:path w="10424160" h="5213350">
                  <a:moveTo>
                    <a:pt x="9770110" y="0"/>
                  </a:moveTo>
                  <a:lnTo>
                    <a:pt x="9764776" y="0"/>
                  </a:lnTo>
                  <a:lnTo>
                    <a:pt x="9764776" y="19050"/>
                  </a:lnTo>
                  <a:lnTo>
                    <a:pt x="9770110" y="19050"/>
                  </a:lnTo>
                  <a:lnTo>
                    <a:pt x="9774301" y="14732"/>
                  </a:lnTo>
                  <a:lnTo>
                    <a:pt x="9774301" y="4318"/>
                  </a:lnTo>
                  <a:lnTo>
                    <a:pt x="9770110" y="0"/>
                  </a:lnTo>
                  <a:close/>
                </a:path>
                <a:path w="10424160" h="5213350">
                  <a:moveTo>
                    <a:pt x="9802876" y="0"/>
                  </a:moveTo>
                  <a:lnTo>
                    <a:pt x="9797668" y="0"/>
                  </a:lnTo>
                  <a:lnTo>
                    <a:pt x="9793351" y="4318"/>
                  </a:lnTo>
                  <a:lnTo>
                    <a:pt x="9793351" y="14732"/>
                  </a:lnTo>
                  <a:lnTo>
                    <a:pt x="9797668" y="19050"/>
                  </a:lnTo>
                  <a:lnTo>
                    <a:pt x="9802876" y="19050"/>
                  </a:lnTo>
                  <a:lnTo>
                    <a:pt x="9802876" y="0"/>
                  </a:lnTo>
                  <a:close/>
                </a:path>
                <a:path w="10424160" h="5213350">
                  <a:moveTo>
                    <a:pt x="9808210" y="0"/>
                  </a:moveTo>
                  <a:lnTo>
                    <a:pt x="9802876" y="0"/>
                  </a:lnTo>
                  <a:lnTo>
                    <a:pt x="9802876" y="19050"/>
                  </a:lnTo>
                  <a:lnTo>
                    <a:pt x="9808210" y="19050"/>
                  </a:lnTo>
                  <a:lnTo>
                    <a:pt x="9812401" y="14732"/>
                  </a:lnTo>
                  <a:lnTo>
                    <a:pt x="9812401" y="4318"/>
                  </a:lnTo>
                  <a:lnTo>
                    <a:pt x="9808210" y="0"/>
                  </a:lnTo>
                  <a:close/>
                </a:path>
                <a:path w="10424160" h="5213350">
                  <a:moveTo>
                    <a:pt x="9840976" y="0"/>
                  </a:moveTo>
                  <a:lnTo>
                    <a:pt x="9835768" y="0"/>
                  </a:lnTo>
                  <a:lnTo>
                    <a:pt x="9831451" y="4318"/>
                  </a:lnTo>
                  <a:lnTo>
                    <a:pt x="9831451" y="14732"/>
                  </a:lnTo>
                  <a:lnTo>
                    <a:pt x="9835768" y="19050"/>
                  </a:lnTo>
                  <a:lnTo>
                    <a:pt x="9840976" y="19050"/>
                  </a:lnTo>
                  <a:lnTo>
                    <a:pt x="9840976" y="0"/>
                  </a:lnTo>
                  <a:close/>
                </a:path>
                <a:path w="10424160" h="5213350">
                  <a:moveTo>
                    <a:pt x="9846310" y="0"/>
                  </a:moveTo>
                  <a:lnTo>
                    <a:pt x="9841103" y="0"/>
                  </a:lnTo>
                  <a:lnTo>
                    <a:pt x="9841103" y="19050"/>
                  </a:lnTo>
                  <a:lnTo>
                    <a:pt x="9846310" y="19050"/>
                  </a:lnTo>
                  <a:lnTo>
                    <a:pt x="9850628" y="14732"/>
                  </a:lnTo>
                  <a:lnTo>
                    <a:pt x="9850628" y="4318"/>
                  </a:lnTo>
                  <a:lnTo>
                    <a:pt x="9846310" y="0"/>
                  </a:lnTo>
                  <a:close/>
                </a:path>
                <a:path w="10424160" h="5213350">
                  <a:moveTo>
                    <a:pt x="9879203" y="0"/>
                  </a:moveTo>
                  <a:lnTo>
                    <a:pt x="9873868" y="0"/>
                  </a:lnTo>
                  <a:lnTo>
                    <a:pt x="9869678" y="4318"/>
                  </a:lnTo>
                  <a:lnTo>
                    <a:pt x="9869678" y="14732"/>
                  </a:lnTo>
                  <a:lnTo>
                    <a:pt x="9873868" y="19050"/>
                  </a:lnTo>
                  <a:lnTo>
                    <a:pt x="9879203" y="19050"/>
                  </a:lnTo>
                  <a:lnTo>
                    <a:pt x="9879203" y="0"/>
                  </a:lnTo>
                  <a:close/>
                </a:path>
                <a:path w="10424160" h="5213350">
                  <a:moveTo>
                    <a:pt x="9884410" y="0"/>
                  </a:moveTo>
                  <a:lnTo>
                    <a:pt x="9879203" y="0"/>
                  </a:lnTo>
                  <a:lnTo>
                    <a:pt x="9879203" y="19050"/>
                  </a:lnTo>
                  <a:lnTo>
                    <a:pt x="9884410" y="19050"/>
                  </a:lnTo>
                  <a:lnTo>
                    <a:pt x="9888728" y="14732"/>
                  </a:lnTo>
                  <a:lnTo>
                    <a:pt x="9888728" y="4318"/>
                  </a:lnTo>
                  <a:lnTo>
                    <a:pt x="9884410" y="0"/>
                  </a:lnTo>
                  <a:close/>
                </a:path>
                <a:path w="10424160" h="5213350">
                  <a:moveTo>
                    <a:pt x="9917303" y="0"/>
                  </a:moveTo>
                  <a:lnTo>
                    <a:pt x="9911968" y="0"/>
                  </a:lnTo>
                  <a:lnTo>
                    <a:pt x="9907778" y="4318"/>
                  </a:lnTo>
                  <a:lnTo>
                    <a:pt x="9907778" y="14732"/>
                  </a:lnTo>
                  <a:lnTo>
                    <a:pt x="9911968" y="19050"/>
                  </a:lnTo>
                  <a:lnTo>
                    <a:pt x="9917303" y="19050"/>
                  </a:lnTo>
                  <a:lnTo>
                    <a:pt x="9917303" y="0"/>
                  </a:lnTo>
                  <a:close/>
                </a:path>
                <a:path w="10424160" h="5213350">
                  <a:moveTo>
                    <a:pt x="9922510" y="0"/>
                  </a:moveTo>
                  <a:lnTo>
                    <a:pt x="9917303" y="0"/>
                  </a:lnTo>
                  <a:lnTo>
                    <a:pt x="9917303" y="19050"/>
                  </a:lnTo>
                  <a:lnTo>
                    <a:pt x="9922510" y="19050"/>
                  </a:lnTo>
                  <a:lnTo>
                    <a:pt x="9926828" y="14732"/>
                  </a:lnTo>
                  <a:lnTo>
                    <a:pt x="9926828" y="4318"/>
                  </a:lnTo>
                  <a:lnTo>
                    <a:pt x="9922510" y="0"/>
                  </a:lnTo>
                  <a:close/>
                </a:path>
                <a:path w="10424160" h="5213350">
                  <a:moveTo>
                    <a:pt x="9955403" y="0"/>
                  </a:moveTo>
                  <a:lnTo>
                    <a:pt x="9950068" y="0"/>
                  </a:lnTo>
                  <a:lnTo>
                    <a:pt x="9945878" y="4318"/>
                  </a:lnTo>
                  <a:lnTo>
                    <a:pt x="9945878" y="14732"/>
                  </a:lnTo>
                  <a:lnTo>
                    <a:pt x="9950068" y="19050"/>
                  </a:lnTo>
                  <a:lnTo>
                    <a:pt x="9955403" y="19050"/>
                  </a:lnTo>
                  <a:lnTo>
                    <a:pt x="9955403" y="0"/>
                  </a:lnTo>
                  <a:close/>
                </a:path>
                <a:path w="10424160" h="5213350">
                  <a:moveTo>
                    <a:pt x="9960610" y="0"/>
                  </a:moveTo>
                  <a:lnTo>
                    <a:pt x="9955403" y="0"/>
                  </a:lnTo>
                  <a:lnTo>
                    <a:pt x="9955403" y="19050"/>
                  </a:lnTo>
                  <a:lnTo>
                    <a:pt x="9960610" y="19050"/>
                  </a:lnTo>
                  <a:lnTo>
                    <a:pt x="9964928" y="14732"/>
                  </a:lnTo>
                  <a:lnTo>
                    <a:pt x="9964928" y="4318"/>
                  </a:lnTo>
                  <a:lnTo>
                    <a:pt x="9960610" y="0"/>
                  </a:lnTo>
                  <a:close/>
                </a:path>
                <a:path w="10424160" h="5213350">
                  <a:moveTo>
                    <a:pt x="9993503" y="0"/>
                  </a:moveTo>
                  <a:lnTo>
                    <a:pt x="9988296" y="0"/>
                  </a:lnTo>
                  <a:lnTo>
                    <a:pt x="9983978" y="4318"/>
                  </a:lnTo>
                  <a:lnTo>
                    <a:pt x="9983978" y="14732"/>
                  </a:lnTo>
                  <a:lnTo>
                    <a:pt x="9988296" y="19050"/>
                  </a:lnTo>
                  <a:lnTo>
                    <a:pt x="9993503" y="19050"/>
                  </a:lnTo>
                  <a:lnTo>
                    <a:pt x="9993503" y="0"/>
                  </a:lnTo>
                  <a:close/>
                </a:path>
                <a:path w="10424160" h="5213350">
                  <a:moveTo>
                    <a:pt x="9998837" y="0"/>
                  </a:moveTo>
                  <a:lnTo>
                    <a:pt x="9993503" y="0"/>
                  </a:lnTo>
                  <a:lnTo>
                    <a:pt x="9993503" y="19050"/>
                  </a:lnTo>
                  <a:lnTo>
                    <a:pt x="9998837" y="19050"/>
                  </a:lnTo>
                  <a:lnTo>
                    <a:pt x="10003028" y="14732"/>
                  </a:lnTo>
                  <a:lnTo>
                    <a:pt x="10003028" y="4318"/>
                  </a:lnTo>
                  <a:lnTo>
                    <a:pt x="9998837" y="0"/>
                  </a:lnTo>
                  <a:close/>
                </a:path>
                <a:path w="10424160" h="5213350">
                  <a:moveTo>
                    <a:pt x="10031603" y="0"/>
                  </a:moveTo>
                  <a:lnTo>
                    <a:pt x="10026396" y="0"/>
                  </a:lnTo>
                  <a:lnTo>
                    <a:pt x="10022078" y="4318"/>
                  </a:lnTo>
                  <a:lnTo>
                    <a:pt x="10022078" y="14732"/>
                  </a:lnTo>
                  <a:lnTo>
                    <a:pt x="10026396" y="19050"/>
                  </a:lnTo>
                  <a:lnTo>
                    <a:pt x="10031603" y="19050"/>
                  </a:lnTo>
                  <a:lnTo>
                    <a:pt x="10031603" y="0"/>
                  </a:lnTo>
                  <a:close/>
                </a:path>
                <a:path w="10424160" h="5213350">
                  <a:moveTo>
                    <a:pt x="10036937" y="0"/>
                  </a:moveTo>
                  <a:lnTo>
                    <a:pt x="10031603" y="0"/>
                  </a:lnTo>
                  <a:lnTo>
                    <a:pt x="10031603" y="19050"/>
                  </a:lnTo>
                  <a:lnTo>
                    <a:pt x="10036937" y="19050"/>
                  </a:lnTo>
                  <a:lnTo>
                    <a:pt x="10041128" y="14732"/>
                  </a:lnTo>
                  <a:lnTo>
                    <a:pt x="10041128" y="4318"/>
                  </a:lnTo>
                  <a:lnTo>
                    <a:pt x="10036937" y="0"/>
                  </a:lnTo>
                  <a:close/>
                </a:path>
                <a:path w="10424160" h="5213350">
                  <a:moveTo>
                    <a:pt x="10069703" y="0"/>
                  </a:moveTo>
                  <a:lnTo>
                    <a:pt x="10064496" y="0"/>
                  </a:lnTo>
                  <a:lnTo>
                    <a:pt x="10060178" y="4318"/>
                  </a:lnTo>
                  <a:lnTo>
                    <a:pt x="10060178" y="14732"/>
                  </a:lnTo>
                  <a:lnTo>
                    <a:pt x="10064496" y="19050"/>
                  </a:lnTo>
                  <a:lnTo>
                    <a:pt x="10069703" y="19050"/>
                  </a:lnTo>
                  <a:lnTo>
                    <a:pt x="10069703" y="0"/>
                  </a:lnTo>
                  <a:close/>
                </a:path>
                <a:path w="10424160" h="5213350">
                  <a:moveTo>
                    <a:pt x="10075037" y="0"/>
                  </a:moveTo>
                  <a:lnTo>
                    <a:pt x="10069703" y="0"/>
                  </a:lnTo>
                  <a:lnTo>
                    <a:pt x="10069703" y="19050"/>
                  </a:lnTo>
                  <a:lnTo>
                    <a:pt x="10075037" y="19050"/>
                  </a:lnTo>
                  <a:lnTo>
                    <a:pt x="10079228" y="14732"/>
                  </a:lnTo>
                  <a:lnTo>
                    <a:pt x="10079228" y="4318"/>
                  </a:lnTo>
                  <a:lnTo>
                    <a:pt x="10075037" y="0"/>
                  </a:lnTo>
                  <a:close/>
                </a:path>
                <a:path w="10424160" h="5213350">
                  <a:moveTo>
                    <a:pt x="10107930" y="0"/>
                  </a:moveTo>
                  <a:lnTo>
                    <a:pt x="10102596" y="0"/>
                  </a:lnTo>
                  <a:lnTo>
                    <a:pt x="10098405" y="4318"/>
                  </a:lnTo>
                  <a:lnTo>
                    <a:pt x="10098405" y="14732"/>
                  </a:lnTo>
                  <a:lnTo>
                    <a:pt x="10102596" y="19050"/>
                  </a:lnTo>
                  <a:lnTo>
                    <a:pt x="10107930" y="19050"/>
                  </a:lnTo>
                  <a:lnTo>
                    <a:pt x="10107930" y="0"/>
                  </a:lnTo>
                  <a:close/>
                </a:path>
                <a:path w="10424160" h="5213350">
                  <a:moveTo>
                    <a:pt x="10113137" y="0"/>
                  </a:moveTo>
                  <a:lnTo>
                    <a:pt x="10107930" y="0"/>
                  </a:lnTo>
                  <a:lnTo>
                    <a:pt x="10107930" y="19050"/>
                  </a:lnTo>
                  <a:lnTo>
                    <a:pt x="10113137" y="19050"/>
                  </a:lnTo>
                  <a:lnTo>
                    <a:pt x="10117455" y="14732"/>
                  </a:lnTo>
                  <a:lnTo>
                    <a:pt x="10117455" y="4318"/>
                  </a:lnTo>
                  <a:lnTo>
                    <a:pt x="10113137" y="0"/>
                  </a:lnTo>
                  <a:close/>
                </a:path>
                <a:path w="10424160" h="5213350">
                  <a:moveTo>
                    <a:pt x="10146030" y="0"/>
                  </a:moveTo>
                  <a:lnTo>
                    <a:pt x="10140696" y="0"/>
                  </a:lnTo>
                  <a:lnTo>
                    <a:pt x="10136505" y="4318"/>
                  </a:lnTo>
                  <a:lnTo>
                    <a:pt x="10136505" y="14732"/>
                  </a:lnTo>
                  <a:lnTo>
                    <a:pt x="10140696" y="19050"/>
                  </a:lnTo>
                  <a:lnTo>
                    <a:pt x="10146030" y="19050"/>
                  </a:lnTo>
                  <a:lnTo>
                    <a:pt x="10146030" y="0"/>
                  </a:lnTo>
                  <a:close/>
                </a:path>
                <a:path w="10424160" h="5213350">
                  <a:moveTo>
                    <a:pt x="10151237" y="0"/>
                  </a:moveTo>
                  <a:lnTo>
                    <a:pt x="10146030" y="0"/>
                  </a:lnTo>
                  <a:lnTo>
                    <a:pt x="10146030" y="19050"/>
                  </a:lnTo>
                  <a:lnTo>
                    <a:pt x="10151237" y="19050"/>
                  </a:lnTo>
                  <a:lnTo>
                    <a:pt x="10155555" y="14732"/>
                  </a:lnTo>
                  <a:lnTo>
                    <a:pt x="10155555" y="4318"/>
                  </a:lnTo>
                  <a:lnTo>
                    <a:pt x="10151237" y="0"/>
                  </a:lnTo>
                  <a:close/>
                </a:path>
                <a:path w="10424160" h="5213350">
                  <a:moveTo>
                    <a:pt x="10184130" y="0"/>
                  </a:moveTo>
                  <a:lnTo>
                    <a:pt x="10178796" y="0"/>
                  </a:lnTo>
                  <a:lnTo>
                    <a:pt x="10174605" y="4318"/>
                  </a:lnTo>
                  <a:lnTo>
                    <a:pt x="10174605" y="14732"/>
                  </a:lnTo>
                  <a:lnTo>
                    <a:pt x="10178796" y="19050"/>
                  </a:lnTo>
                  <a:lnTo>
                    <a:pt x="10184130" y="19050"/>
                  </a:lnTo>
                  <a:lnTo>
                    <a:pt x="10184130" y="0"/>
                  </a:lnTo>
                  <a:close/>
                </a:path>
                <a:path w="10424160" h="5213350">
                  <a:moveTo>
                    <a:pt x="10189337" y="0"/>
                  </a:moveTo>
                  <a:lnTo>
                    <a:pt x="10184130" y="0"/>
                  </a:lnTo>
                  <a:lnTo>
                    <a:pt x="10184130" y="19050"/>
                  </a:lnTo>
                  <a:lnTo>
                    <a:pt x="10189337" y="19050"/>
                  </a:lnTo>
                  <a:lnTo>
                    <a:pt x="10193655" y="14732"/>
                  </a:lnTo>
                  <a:lnTo>
                    <a:pt x="10193655" y="4318"/>
                  </a:lnTo>
                  <a:lnTo>
                    <a:pt x="10189337" y="0"/>
                  </a:lnTo>
                  <a:close/>
                </a:path>
                <a:path w="10424160" h="5213350">
                  <a:moveTo>
                    <a:pt x="10222230" y="0"/>
                  </a:moveTo>
                  <a:lnTo>
                    <a:pt x="10217023" y="0"/>
                  </a:lnTo>
                  <a:lnTo>
                    <a:pt x="10212705" y="4318"/>
                  </a:lnTo>
                  <a:lnTo>
                    <a:pt x="10212705" y="14732"/>
                  </a:lnTo>
                  <a:lnTo>
                    <a:pt x="10217023" y="19050"/>
                  </a:lnTo>
                  <a:lnTo>
                    <a:pt x="10222230" y="19050"/>
                  </a:lnTo>
                  <a:lnTo>
                    <a:pt x="10222230" y="0"/>
                  </a:lnTo>
                  <a:close/>
                </a:path>
                <a:path w="10424160" h="5213350">
                  <a:moveTo>
                    <a:pt x="10227564" y="0"/>
                  </a:moveTo>
                  <a:lnTo>
                    <a:pt x="10222230" y="0"/>
                  </a:lnTo>
                  <a:lnTo>
                    <a:pt x="10222230" y="19050"/>
                  </a:lnTo>
                  <a:lnTo>
                    <a:pt x="10227564" y="19050"/>
                  </a:lnTo>
                  <a:lnTo>
                    <a:pt x="10231755" y="14732"/>
                  </a:lnTo>
                  <a:lnTo>
                    <a:pt x="10231755" y="4318"/>
                  </a:lnTo>
                  <a:lnTo>
                    <a:pt x="10227564" y="0"/>
                  </a:lnTo>
                  <a:close/>
                </a:path>
                <a:path w="10424160" h="5213350">
                  <a:moveTo>
                    <a:pt x="10261727" y="1905"/>
                  </a:moveTo>
                  <a:lnTo>
                    <a:pt x="10260910" y="7620"/>
                  </a:lnTo>
                  <a:lnTo>
                    <a:pt x="10260759" y="8128"/>
                  </a:lnTo>
                  <a:lnTo>
                    <a:pt x="10260029" y="12826"/>
                  </a:lnTo>
                  <a:lnTo>
                    <a:pt x="10259822" y="14350"/>
                  </a:lnTo>
                  <a:lnTo>
                    <a:pt x="10259739" y="14986"/>
                  </a:lnTo>
                  <a:lnTo>
                    <a:pt x="10258806" y="20700"/>
                  </a:lnTo>
                  <a:lnTo>
                    <a:pt x="10270490" y="7620"/>
                  </a:lnTo>
                  <a:lnTo>
                    <a:pt x="10266934" y="2667"/>
                  </a:lnTo>
                  <a:lnTo>
                    <a:pt x="10261727" y="1905"/>
                  </a:lnTo>
                  <a:close/>
                </a:path>
                <a:path w="10424160" h="5213350">
                  <a:moveTo>
                    <a:pt x="10256519" y="1016"/>
                  </a:moveTo>
                  <a:lnTo>
                    <a:pt x="10251693" y="4572"/>
                  </a:lnTo>
                  <a:lnTo>
                    <a:pt x="10250805" y="9779"/>
                  </a:lnTo>
                  <a:lnTo>
                    <a:pt x="10250135" y="14350"/>
                  </a:lnTo>
                  <a:lnTo>
                    <a:pt x="10250042" y="14986"/>
                  </a:lnTo>
                  <a:lnTo>
                    <a:pt x="10253599" y="19812"/>
                  </a:lnTo>
                  <a:lnTo>
                    <a:pt x="10258806" y="20700"/>
                  </a:lnTo>
                  <a:lnTo>
                    <a:pt x="10261608" y="2667"/>
                  </a:lnTo>
                  <a:lnTo>
                    <a:pt x="10261727" y="1905"/>
                  </a:lnTo>
                  <a:lnTo>
                    <a:pt x="10256519" y="1016"/>
                  </a:lnTo>
                  <a:close/>
                </a:path>
                <a:path w="10424160" h="5213350">
                  <a:moveTo>
                    <a:pt x="10300589" y="11430"/>
                  </a:moveTo>
                  <a:lnTo>
                    <a:pt x="10293731" y="29210"/>
                  </a:lnTo>
                  <a:lnTo>
                    <a:pt x="10298684" y="31115"/>
                  </a:lnTo>
                  <a:lnTo>
                    <a:pt x="10304272" y="28575"/>
                  </a:lnTo>
                  <a:lnTo>
                    <a:pt x="10306050" y="23749"/>
                  </a:lnTo>
                  <a:lnTo>
                    <a:pt x="10307955" y="18796"/>
                  </a:lnTo>
                  <a:lnTo>
                    <a:pt x="10305541" y="13335"/>
                  </a:lnTo>
                  <a:lnTo>
                    <a:pt x="10300589" y="11430"/>
                  </a:lnTo>
                  <a:close/>
                </a:path>
                <a:path w="10424160" h="5213350">
                  <a:moveTo>
                    <a:pt x="10295763" y="9525"/>
                  </a:moveTo>
                  <a:lnTo>
                    <a:pt x="10290175" y="11937"/>
                  </a:lnTo>
                  <a:lnTo>
                    <a:pt x="10288269" y="16891"/>
                  </a:lnTo>
                  <a:lnTo>
                    <a:pt x="10286365" y="21717"/>
                  </a:lnTo>
                  <a:lnTo>
                    <a:pt x="10288905" y="27305"/>
                  </a:lnTo>
                  <a:lnTo>
                    <a:pt x="10293731" y="29210"/>
                  </a:lnTo>
                  <a:lnTo>
                    <a:pt x="10296016" y="23241"/>
                  </a:lnTo>
                  <a:lnTo>
                    <a:pt x="10298335" y="17272"/>
                  </a:lnTo>
                  <a:lnTo>
                    <a:pt x="10298452" y="16891"/>
                  </a:lnTo>
                  <a:lnTo>
                    <a:pt x="10300589" y="11430"/>
                  </a:lnTo>
                  <a:lnTo>
                    <a:pt x="10295763" y="9525"/>
                  </a:lnTo>
                  <a:close/>
                </a:path>
                <a:path w="10424160" h="5213350">
                  <a:moveTo>
                    <a:pt x="10336403" y="28829"/>
                  </a:moveTo>
                  <a:lnTo>
                    <a:pt x="10334560" y="31876"/>
                  </a:lnTo>
                  <a:lnTo>
                    <a:pt x="10333032" y="34290"/>
                  </a:lnTo>
                  <a:lnTo>
                    <a:pt x="10326369" y="45085"/>
                  </a:lnTo>
                  <a:lnTo>
                    <a:pt x="10330815" y="47879"/>
                  </a:lnTo>
                  <a:lnTo>
                    <a:pt x="10336657" y="46482"/>
                  </a:lnTo>
                  <a:lnTo>
                    <a:pt x="10339451" y="41910"/>
                  </a:lnTo>
                  <a:lnTo>
                    <a:pt x="10342244" y="37465"/>
                  </a:lnTo>
                  <a:lnTo>
                    <a:pt x="10340908" y="31876"/>
                  </a:lnTo>
                  <a:lnTo>
                    <a:pt x="10340848" y="31623"/>
                  </a:lnTo>
                  <a:lnTo>
                    <a:pt x="10336403" y="28829"/>
                  </a:lnTo>
                  <a:close/>
                </a:path>
                <a:path w="10424160" h="5213350">
                  <a:moveTo>
                    <a:pt x="10331958" y="26035"/>
                  </a:moveTo>
                  <a:lnTo>
                    <a:pt x="10326116" y="27432"/>
                  </a:lnTo>
                  <a:lnTo>
                    <a:pt x="10323322" y="31876"/>
                  </a:lnTo>
                  <a:lnTo>
                    <a:pt x="10320528" y="36449"/>
                  </a:lnTo>
                  <a:lnTo>
                    <a:pt x="10321833" y="41910"/>
                  </a:lnTo>
                  <a:lnTo>
                    <a:pt x="10321925" y="42291"/>
                  </a:lnTo>
                  <a:lnTo>
                    <a:pt x="10326369" y="45085"/>
                  </a:lnTo>
                  <a:lnTo>
                    <a:pt x="10328094" y="42291"/>
                  </a:lnTo>
                  <a:lnTo>
                    <a:pt x="10328289" y="41910"/>
                  </a:lnTo>
                  <a:lnTo>
                    <a:pt x="10329672" y="39624"/>
                  </a:lnTo>
                  <a:lnTo>
                    <a:pt x="10331072" y="37465"/>
                  </a:lnTo>
                  <a:lnTo>
                    <a:pt x="10336403" y="28829"/>
                  </a:lnTo>
                  <a:lnTo>
                    <a:pt x="10331958" y="26035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3680" y="57912"/>
                  </a:lnTo>
                  <a:lnTo>
                    <a:pt x="10363414" y="58166"/>
                  </a:lnTo>
                  <a:lnTo>
                    <a:pt x="10359016" y="62992"/>
                  </a:lnTo>
                  <a:lnTo>
                    <a:pt x="10354817" y="67437"/>
                  </a:lnTo>
                  <a:lnTo>
                    <a:pt x="10358755" y="70993"/>
                  </a:lnTo>
                  <a:lnTo>
                    <a:pt x="10364724" y="70738"/>
                  </a:lnTo>
                  <a:lnTo>
                    <a:pt x="10368280" y="66929"/>
                  </a:lnTo>
                  <a:lnTo>
                    <a:pt x="10371836" y="62992"/>
                  </a:lnTo>
                  <a:lnTo>
                    <a:pt x="10371630" y="58166"/>
                  </a:lnTo>
                  <a:lnTo>
                    <a:pt x="1037158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63835" y="49911"/>
                  </a:moveTo>
                  <a:lnTo>
                    <a:pt x="10357866" y="50165"/>
                  </a:lnTo>
                  <a:lnTo>
                    <a:pt x="10350627" y="57912"/>
                  </a:lnTo>
                  <a:lnTo>
                    <a:pt x="10350843" y="62992"/>
                  </a:lnTo>
                  <a:lnTo>
                    <a:pt x="10350881" y="63881"/>
                  </a:lnTo>
                  <a:lnTo>
                    <a:pt x="10354817" y="67437"/>
                  </a:lnTo>
                  <a:lnTo>
                    <a:pt x="10367644" y="53467"/>
                  </a:lnTo>
                  <a:lnTo>
                    <a:pt x="10363835" y="49911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7644" y="53467"/>
                  </a:lnTo>
                  <a:lnTo>
                    <a:pt x="1036444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93807" y="85217"/>
                  </a:moveTo>
                  <a:lnTo>
                    <a:pt x="10377042" y="94487"/>
                  </a:lnTo>
                  <a:lnTo>
                    <a:pt x="10379583" y="99060"/>
                  </a:lnTo>
                  <a:lnTo>
                    <a:pt x="10385425" y="100711"/>
                  </a:lnTo>
                  <a:lnTo>
                    <a:pt x="10389997" y="98171"/>
                  </a:lnTo>
                  <a:lnTo>
                    <a:pt x="10394696" y="95631"/>
                  </a:lnTo>
                  <a:lnTo>
                    <a:pt x="10396311" y="89916"/>
                  </a:lnTo>
                  <a:lnTo>
                    <a:pt x="10396347" y="89788"/>
                  </a:lnTo>
                  <a:lnTo>
                    <a:pt x="10393807" y="85217"/>
                  </a:lnTo>
                  <a:close/>
                </a:path>
                <a:path w="10424160" h="5213350">
                  <a:moveTo>
                    <a:pt x="10385425" y="78994"/>
                  </a:moveTo>
                  <a:lnTo>
                    <a:pt x="10380853" y="81534"/>
                  </a:lnTo>
                  <a:lnTo>
                    <a:pt x="10376154" y="84074"/>
                  </a:lnTo>
                  <a:lnTo>
                    <a:pt x="10374538" y="89788"/>
                  </a:lnTo>
                  <a:lnTo>
                    <a:pt x="10374503" y="89916"/>
                  </a:lnTo>
                  <a:lnTo>
                    <a:pt x="10377042" y="94487"/>
                  </a:lnTo>
                  <a:lnTo>
                    <a:pt x="10393807" y="85217"/>
                  </a:lnTo>
                  <a:lnTo>
                    <a:pt x="10391266" y="80645"/>
                  </a:lnTo>
                  <a:lnTo>
                    <a:pt x="10385425" y="78994"/>
                  </a:lnTo>
                  <a:close/>
                </a:path>
                <a:path w="10424160" h="5213350">
                  <a:moveTo>
                    <a:pt x="10411714" y="120776"/>
                  </a:moveTo>
                  <a:lnTo>
                    <a:pt x="10393680" y="126746"/>
                  </a:lnTo>
                  <a:lnTo>
                    <a:pt x="10395331" y="131825"/>
                  </a:lnTo>
                  <a:lnTo>
                    <a:pt x="10400665" y="134493"/>
                  </a:lnTo>
                  <a:lnTo>
                    <a:pt x="10405744" y="132842"/>
                  </a:lnTo>
                  <a:lnTo>
                    <a:pt x="10410698" y="131063"/>
                  </a:lnTo>
                  <a:lnTo>
                    <a:pt x="10413365" y="125730"/>
                  </a:lnTo>
                  <a:lnTo>
                    <a:pt x="10411714" y="120776"/>
                  </a:lnTo>
                  <a:close/>
                </a:path>
                <a:path w="10424160" h="5213350">
                  <a:moveTo>
                    <a:pt x="10404602" y="113030"/>
                  </a:moveTo>
                  <a:lnTo>
                    <a:pt x="10394696" y="116332"/>
                  </a:lnTo>
                  <a:lnTo>
                    <a:pt x="10391902" y="121793"/>
                  </a:lnTo>
                  <a:lnTo>
                    <a:pt x="10393680" y="126746"/>
                  </a:lnTo>
                  <a:lnTo>
                    <a:pt x="10411333" y="120776"/>
                  </a:lnTo>
                  <a:lnTo>
                    <a:pt x="10411756" y="120776"/>
                  </a:lnTo>
                  <a:lnTo>
                    <a:pt x="10410063" y="115697"/>
                  </a:lnTo>
                  <a:lnTo>
                    <a:pt x="10404602" y="113030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02951" y="161544"/>
                  </a:lnTo>
                  <a:lnTo>
                    <a:pt x="10403459" y="166750"/>
                  </a:lnTo>
                  <a:lnTo>
                    <a:pt x="10408158" y="170561"/>
                  </a:lnTo>
                  <a:lnTo>
                    <a:pt x="10413365" y="169925"/>
                  </a:lnTo>
                  <a:lnTo>
                    <a:pt x="10418572" y="169418"/>
                  </a:lnTo>
                  <a:lnTo>
                    <a:pt x="10422382" y="164719"/>
                  </a:lnTo>
                  <a:lnTo>
                    <a:pt x="10422072" y="161544"/>
                  </a:lnTo>
                  <a:lnTo>
                    <a:pt x="10421997" y="160782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6540" y="150495"/>
                  </a:moveTo>
                  <a:lnTo>
                    <a:pt x="10411333" y="151003"/>
                  </a:lnTo>
                  <a:lnTo>
                    <a:pt x="10406126" y="151637"/>
                  </a:lnTo>
                  <a:lnTo>
                    <a:pt x="10402316" y="156210"/>
                  </a:lnTo>
                  <a:lnTo>
                    <a:pt x="10402630" y="159512"/>
                  </a:lnTo>
                  <a:lnTo>
                    <a:pt x="10402751" y="160782"/>
                  </a:lnTo>
                  <a:lnTo>
                    <a:pt x="10402824" y="161544"/>
                  </a:lnTo>
                  <a:lnTo>
                    <a:pt x="10409174" y="160782"/>
                  </a:lnTo>
                  <a:lnTo>
                    <a:pt x="10409967" y="160782"/>
                  </a:lnTo>
                  <a:lnTo>
                    <a:pt x="10415920" y="160147"/>
                  </a:lnTo>
                  <a:lnTo>
                    <a:pt x="10415524" y="160147"/>
                  </a:lnTo>
                  <a:lnTo>
                    <a:pt x="10421874" y="159512"/>
                  </a:lnTo>
                  <a:lnTo>
                    <a:pt x="10421239" y="154305"/>
                  </a:lnTo>
                  <a:lnTo>
                    <a:pt x="10416540" y="150495"/>
                  </a:lnTo>
                  <a:close/>
                </a:path>
                <a:path w="10424160" h="5213350">
                  <a:moveTo>
                    <a:pt x="10409967" y="160782"/>
                  </a:moveTo>
                  <a:lnTo>
                    <a:pt x="10409174" y="160782"/>
                  </a:lnTo>
                  <a:lnTo>
                    <a:pt x="10402951" y="161544"/>
                  </a:lnTo>
                  <a:lnTo>
                    <a:pt x="10409967" y="160782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15524" y="160147"/>
                  </a:lnTo>
                  <a:lnTo>
                    <a:pt x="10415920" y="160147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9841" y="188975"/>
                  </a:moveTo>
                  <a:lnTo>
                    <a:pt x="10409428" y="188975"/>
                  </a:lnTo>
                  <a:lnTo>
                    <a:pt x="10405110" y="193167"/>
                  </a:lnTo>
                  <a:lnTo>
                    <a:pt x="10405110" y="203708"/>
                  </a:lnTo>
                  <a:lnTo>
                    <a:pt x="10409428" y="208025"/>
                  </a:lnTo>
                  <a:lnTo>
                    <a:pt x="10419841" y="208025"/>
                  </a:lnTo>
                  <a:lnTo>
                    <a:pt x="10424160" y="203708"/>
                  </a:lnTo>
                  <a:lnTo>
                    <a:pt x="10424160" y="193167"/>
                  </a:lnTo>
                  <a:lnTo>
                    <a:pt x="10419841" y="188975"/>
                  </a:lnTo>
                  <a:close/>
                </a:path>
                <a:path w="10424160" h="5213350">
                  <a:moveTo>
                    <a:pt x="10419841" y="227075"/>
                  </a:moveTo>
                  <a:lnTo>
                    <a:pt x="10409428" y="227075"/>
                  </a:lnTo>
                  <a:lnTo>
                    <a:pt x="10405110" y="231394"/>
                  </a:lnTo>
                  <a:lnTo>
                    <a:pt x="10405110" y="241935"/>
                  </a:lnTo>
                  <a:lnTo>
                    <a:pt x="10409428" y="246125"/>
                  </a:lnTo>
                  <a:lnTo>
                    <a:pt x="10419841" y="246125"/>
                  </a:lnTo>
                  <a:lnTo>
                    <a:pt x="10424160" y="241935"/>
                  </a:lnTo>
                  <a:lnTo>
                    <a:pt x="10424160" y="231394"/>
                  </a:lnTo>
                  <a:lnTo>
                    <a:pt x="10419841" y="227075"/>
                  </a:lnTo>
                  <a:close/>
                </a:path>
                <a:path w="10424160" h="5213350">
                  <a:moveTo>
                    <a:pt x="10419841" y="265175"/>
                  </a:moveTo>
                  <a:lnTo>
                    <a:pt x="10409428" y="265175"/>
                  </a:lnTo>
                  <a:lnTo>
                    <a:pt x="10405110" y="269494"/>
                  </a:lnTo>
                  <a:lnTo>
                    <a:pt x="10405110" y="280035"/>
                  </a:lnTo>
                  <a:lnTo>
                    <a:pt x="10409428" y="284225"/>
                  </a:lnTo>
                  <a:lnTo>
                    <a:pt x="10419841" y="284225"/>
                  </a:lnTo>
                  <a:lnTo>
                    <a:pt x="10424160" y="280035"/>
                  </a:lnTo>
                  <a:lnTo>
                    <a:pt x="10424160" y="269494"/>
                  </a:lnTo>
                  <a:lnTo>
                    <a:pt x="10419841" y="265175"/>
                  </a:lnTo>
                  <a:close/>
                </a:path>
                <a:path w="10424160" h="5213350">
                  <a:moveTo>
                    <a:pt x="10419841" y="303275"/>
                  </a:moveTo>
                  <a:lnTo>
                    <a:pt x="10409428" y="303275"/>
                  </a:lnTo>
                  <a:lnTo>
                    <a:pt x="10405110" y="307594"/>
                  </a:lnTo>
                  <a:lnTo>
                    <a:pt x="10405110" y="318135"/>
                  </a:lnTo>
                  <a:lnTo>
                    <a:pt x="10409428" y="322453"/>
                  </a:lnTo>
                  <a:lnTo>
                    <a:pt x="10419841" y="322453"/>
                  </a:lnTo>
                  <a:lnTo>
                    <a:pt x="10424160" y="318135"/>
                  </a:lnTo>
                  <a:lnTo>
                    <a:pt x="10424160" y="312928"/>
                  </a:lnTo>
                  <a:lnTo>
                    <a:pt x="10411460" y="312928"/>
                  </a:lnTo>
                  <a:lnTo>
                    <a:pt x="10411460" y="312800"/>
                  </a:lnTo>
                  <a:lnTo>
                    <a:pt x="10424160" y="312800"/>
                  </a:lnTo>
                  <a:lnTo>
                    <a:pt x="10424160" y="307594"/>
                  </a:lnTo>
                  <a:lnTo>
                    <a:pt x="10419841" y="303275"/>
                  </a:lnTo>
                  <a:close/>
                </a:path>
                <a:path w="10424160" h="5213350">
                  <a:moveTo>
                    <a:pt x="10424160" y="312800"/>
                  </a:moveTo>
                  <a:lnTo>
                    <a:pt x="10417810" y="312800"/>
                  </a:lnTo>
                  <a:lnTo>
                    <a:pt x="10417810" y="312928"/>
                  </a:lnTo>
                  <a:lnTo>
                    <a:pt x="10424160" y="312928"/>
                  </a:lnTo>
                  <a:lnTo>
                    <a:pt x="10424160" y="312800"/>
                  </a:lnTo>
                  <a:close/>
                </a:path>
                <a:path w="10424160" h="5213350">
                  <a:moveTo>
                    <a:pt x="10419841" y="341503"/>
                  </a:moveTo>
                  <a:lnTo>
                    <a:pt x="10409428" y="341503"/>
                  </a:lnTo>
                  <a:lnTo>
                    <a:pt x="10405110" y="345694"/>
                  </a:lnTo>
                  <a:lnTo>
                    <a:pt x="10405110" y="356235"/>
                  </a:lnTo>
                  <a:lnTo>
                    <a:pt x="10409428" y="360553"/>
                  </a:lnTo>
                  <a:lnTo>
                    <a:pt x="10419841" y="360553"/>
                  </a:lnTo>
                  <a:lnTo>
                    <a:pt x="10424160" y="356235"/>
                  </a:lnTo>
                  <a:lnTo>
                    <a:pt x="10424160" y="345694"/>
                  </a:lnTo>
                  <a:lnTo>
                    <a:pt x="10419841" y="341503"/>
                  </a:lnTo>
                  <a:close/>
                </a:path>
                <a:path w="10424160" h="5213350">
                  <a:moveTo>
                    <a:pt x="10419841" y="379603"/>
                  </a:moveTo>
                  <a:lnTo>
                    <a:pt x="10409428" y="379603"/>
                  </a:lnTo>
                  <a:lnTo>
                    <a:pt x="10405110" y="383794"/>
                  </a:lnTo>
                  <a:lnTo>
                    <a:pt x="10405110" y="394335"/>
                  </a:lnTo>
                  <a:lnTo>
                    <a:pt x="10409428" y="398653"/>
                  </a:lnTo>
                  <a:lnTo>
                    <a:pt x="10419841" y="398653"/>
                  </a:lnTo>
                  <a:lnTo>
                    <a:pt x="10424160" y="394335"/>
                  </a:lnTo>
                  <a:lnTo>
                    <a:pt x="10424160" y="383794"/>
                  </a:lnTo>
                  <a:lnTo>
                    <a:pt x="10419841" y="379603"/>
                  </a:lnTo>
                  <a:close/>
                </a:path>
                <a:path w="10424160" h="5213350">
                  <a:moveTo>
                    <a:pt x="10419841" y="417703"/>
                  </a:moveTo>
                  <a:lnTo>
                    <a:pt x="10409428" y="417703"/>
                  </a:lnTo>
                  <a:lnTo>
                    <a:pt x="10405110" y="421894"/>
                  </a:lnTo>
                  <a:lnTo>
                    <a:pt x="10405110" y="432435"/>
                  </a:lnTo>
                  <a:lnTo>
                    <a:pt x="10409428" y="436753"/>
                  </a:lnTo>
                  <a:lnTo>
                    <a:pt x="10419841" y="436753"/>
                  </a:lnTo>
                  <a:lnTo>
                    <a:pt x="10424160" y="432435"/>
                  </a:lnTo>
                  <a:lnTo>
                    <a:pt x="10424160" y="421894"/>
                  </a:lnTo>
                  <a:lnTo>
                    <a:pt x="10419841" y="417703"/>
                  </a:lnTo>
                  <a:close/>
                </a:path>
                <a:path w="10424160" h="5213350">
                  <a:moveTo>
                    <a:pt x="10419841" y="455803"/>
                  </a:moveTo>
                  <a:lnTo>
                    <a:pt x="10409428" y="455803"/>
                  </a:lnTo>
                  <a:lnTo>
                    <a:pt x="10405110" y="460121"/>
                  </a:lnTo>
                  <a:lnTo>
                    <a:pt x="10405110" y="470662"/>
                  </a:lnTo>
                  <a:lnTo>
                    <a:pt x="10409428" y="474853"/>
                  </a:lnTo>
                  <a:lnTo>
                    <a:pt x="10419841" y="474853"/>
                  </a:lnTo>
                  <a:lnTo>
                    <a:pt x="10424160" y="470662"/>
                  </a:lnTo>
                  <a:lnTo>
                    <a:pt x="10424160" y="460121"/>
                  </a:lnTo>
                  <a:lnTo>
                    <a:pt x="10419841" y="455803"/>
                  </a:lnTo>
                  <a:close/>
                </a:path>
                <a:path w="10424160" h="5213350">
                  <a:moveTo>
                    <a:pt x="10419841" y="493903"/>
                  </a:moveTo>
                  <a:lnTo>
                    <a:pt x="10409428" y="493903"/>
                  </a:lnTo>
                  <a:lnTo>
                    <a:pt x="10405110" y="498221"/>
                  </a:lnTo>
                  <a:lnTo>
                    <a:pt x="10405110" y="508762"/>
                  </a:lnTo>
                  <a:lnTo>
                    <a:pt x="10409428" y="512953"/>
                  </a:lnTo>
                  <a:lnTo>
                    <a:pt x="10419841" y="512953"/>
                  </a:lnTo>
                  <a:lnTo>
                    <a:pt x="10424160" y="508762"/>
                  </a:lnTo>
                  <a:lnTo>
                    <a:pt x="10424160" y="498221"/>
                  </a:lnTo>
                  <a:lnTo>
                    <a:pt x="10419841" y="493903"/>
                  </a:lnTo>
                  <a:close/>
                </a:path>
                <a:path w="10424160" h="5213350">
                  <a:moveTo>
                    <a:pt x="10419841" y="532003"/>
                  </a:moveTo>
                  <a:lnTo>
                    <a:pt x="10409428" y="532003"/>
                  </a:lnTo>
                  <a:lnTo>
                    <a:pt x="10405110" y="536321"/>
                  </a:lnTo>
                  <a:lnTo>
                    <a:pt x="10405110" y="546862"/>
                  </a:lnTo>
                  <a:lnTo>
                    <a:pt x="10409428" y="551053"/>
                  </a:lnTo>
                  <a:lnTo>
                    <a:pt x="10419841" y="551053"/>
                  </a:lnTo>
                  <a:lnTo>
                    <a:pt x="10424160" y="546862"/>
                  </a:lnTo>
                  <a:lnTo>
                    <a:pt x="10424160" y="536321"/>
                  </a:lnTo>
                  <a:lnTo>
                    <a:pt x="10419841" y="532003"/>
                  </a:lnTo>
                  <a:close/>
                </a:path>
                <a:path w="10424160" h="5213350">
                  <a:moveTo>
                    <a:pt x="10419841" y="570103"/>
                  </a:moveTo>
                  <a:lnTo>
                    <a:pt x="10409428" y="570103"/>
                  </a:lnTo>
                  <a:lnTo>
                    <a:pt x="10405110" y="574421"/>
                  </a:lnTo>
                  <a:lnTo>
                    <a:pt x="10405110" y="584962"/>
                  </a:lnTo>
                  <a:lnTo>
                    <a:pt x="10409428" y="589280"/>
                  </a:lnTo>
                  <a:lnTo>
                    <a:pt x="10419841" y="589280"/>
                  </a:lnTo>
                  <a:lnTo>
                    <a:pt x="10424160" y="584962"/>
                  </a:lnTo>
                  <a:lnTo>
                    <a:pt x="10424160" y="574421"/>
                  </a:lnTo>
                  <a:lnTo>
                    <a:pt x="10419841" y="570103"/>
                  </a:lnTo>
                  <a:close/>
                </a:path>
                <a:path w="10424160" h="5213350">
                  <a:moveTo>
                    <a:pt x="10419841" y="608330"/>
                  </a:moveTo>
                  <a:lnTo>
                    <a:pt x="10409428" y="608330"/>
                  </a:lnTo>
                  <a:lnTo>
                    <a:pt x="10405110" y="612521"/>
                  </a:lnTo>
                  <a:lnTo>
                    <a:pt x="10405110" y="623062"/>
                  </a:lnTo>
                  <a:lnTo>
                    <a:pt x="10409428" y="627380"/>
                  </a:lnTo>
                  <a:lnTo>
                    <a:pt x="10419841" y="627380"/>
                  </a:lnTo>
                  <a:lnTo>
                    <a:pt x="10424160" y="623062"/>
                  </a:lnTo>
                  <a:lnTo>
                    <a:pt x="10424160" y="612521"/>
                  </a:lnTo>
                  <a:lnTo>
                    <a:pt x="10419841" y="608330"/>
                  </a:lnTo>
                  <a:close/>
                </a:path>
                <a:path w="10424160" h="5213350">
                  <a:moveTo>
                    <a:pt x="10419841" y="646430"/>
                  </a:moveTo>
                  <a:lnTo>
                    <a:pt x="10409428" y="646430"/>
                  </a:lnTo>
                  <a:lnTo>
                    <a:pt x="10405110" y="650621"/>
                  </a:lnTo>
                  <a:lnTo>
                    <a:pt x="10405110" y="661162"/>
                  </a:lnTo>
                  <a:lnTo>
                    <a:pt x="10409428" y="665480"/>
                  </a:lnTo>
                  <a:lnTo>
                    <a:pt x="10419841" y="665480"/>
                  </a:lnTo>
                  <a:lnTo>
                    <a:pt x="10424160" y="661162"/>
                  </a:lnTo>
                  <a:lnTo>
                    <a:pt x="10424160" y="650621"/>
                  </a:lnTo>
                  <a:lnTo>
                    <a:pt x="10419841" y="646430"/>
                  </a:lnTo>
                  <a:close/>
                </a:path>
                <a:path w="10424160" h="5213350">
                  <a:moveTo>
                    <a:pt x="10419841" y="684530"/>
                  </a:moveTo>
                  <a:lnTo>
                    <a:pt x="10409428" y="684530"/>
                  </a:lnTo>
                  <a:lnTo>
                    <a:pt x="10405110" y="688721"/>
                  </a:lnTo>
                  <a:lnTo>
                    <a:pt x="10405110" y="699262"/>
                  </a:lnTo>
                  <a:lnTo>
                    <a:pt x="10409428" y="703580"/>
                  </a:lnTo>
                  <a:lnTo>
                    <a:pt x="10419841" y="703580"/>
                  </a:lnTo>
                  <a:lnTo>
                    <a:pt x="10424160" y="699262"/>
                  </a:lnTo>
                  <a:lnTo>
                    <a:pt x="10424160" y="688721"/>
                  </a:lnTo>
                  <a:lnTo>
                    <a:pt x="10419841" y="684530"/>
                  </a:lnTo>
                  <a:close/>
                </a:path>
                <a:path w="10424160" h="5213350">
                  <a:moveTo>
                    <a:pt x="10419841" y="722630"/>
                  </a:moveTo>
                  <a:lnTo>
                    <a:pt x="10409428" y="722630"/>
                  </a:lnTo>
                  <a:lnTo>
                    <a:pt x="10405110" y="726948"/>
                  </a:lnTo>
                  <a:lnTo>
                    <a:pt x="10405110" y="737488"/>
                  </a:lnTo>
                  <a:lnTo>
                    <a:pt x="10409428" y="741680"/>
                  </a:lnTo>
                  <a:lnTo>
                    <a:pt x="10419841" y="741680"/>
                  </a:lnTo>
                  <a:lnTo>
                    <a:pt x="10424160" y="737488"/>
                  </a:lnTo>
                  <a:lnTo>
                    <a:pt x="10424160" y="726948"/>
                  </a:lnTo>
                  <a:lnTo>
                    <a:pt x="10419841" y="722630"/>
                  </a:lnTo>
                  <a:close/>
                </a:path>
                <a:path w="10424160" h="5213350">
                  <a:moveTo>
                    <a:pt x="10419841" y="760730"/>
                  </a:moveTo>
                  <a:lnTo>
                    <a:pt x="10409428" y="760730"/>
                  </a:lnTo>
                  <a:lnTo>
                    <a:pt x="10405110" y="765048"/>
                  </a:lnTo>
                  <a:lnTo>
                    <a:pt x="10405110" y="775588"/>
                  </a:lnTo>
                  <a:lnTo>
                    <a:pt x="10409428" y="779780"/>
                  </a:lnTo>
                  <a:lnTo>
                    <a:pt x="10419841" y="779780"/>
                  </a:lnTo>
                  <a:lnTo>
                    <a:pt x="10424160" y="775588"/>
                  </a:lnTo>
                  <a:lnTo>
                    <a:pt x="10424160" y="765048"/>
                  </a:lnTo>
                  <a:lnTo>
                    <a:pt x="10419841" y="760730"/>
                  </a:lnTo>
                  <a:close/>
                </a:path>
                <a:path w="10424160" h="5213350">
                  <a:moveTo>
                    <a:pt x="10419841" y="798830"/>
                  </a:moveTo>
                  <a:lnTo>
                    <a:pt x="10409428" y="798830"/>
                  </a:lnTo>
                  <a:lnTo>
                    <a:pt x="10405110" y="803148"/>
                  </a:lnTo>
                  <a:lnTo>
                    <a:pt x="10405110" y="813688"/>
                  </a:lnTo>
                  <a:lnTo>
                    <a:pt x="10409428" y="817880"/>
                  </a:lnTo>
                  <a:lnTo>
                    <a:pt x="10419841" y="817880"/>
                  </a:lnTo>
                  <a:lnTo>
                    <a:pt x="10424160" y="813688"/>
                  </a:lnTo>
                  <a:lnTo>
                    <a:pt x="10424160" y="803148"/>
                  </a:lnTo>
                  <a:lnTo>
                    <a:pt x="10419841" y="798830"/>
                  </a:lnTo>
                  <a:close/>
                </a:path>
                <a:path w="10424160" h="5213350">
                  <a:moveTo>
                    <a:pt x="10419841" y="836930"/>
                  </a:moveTo>
                  <a:lnTo>
                    <a:pt x="10409428" y="836930"/>
                  </a:lnTo>
                  <a:lnTo>
                    <a:pt x="10405110" y="841248"/>
                  </a:lnTo>
                  <a:lnTo>
                    <a:pt x="10405110" y="851788"/>
                  </a:lnTo>
                  <a:lnTo>
                    <a:pt x="10409428" y="856107"/>
                  </a:lnTo>
                  <a:lnTo>
                    <a:pt x="10419841" y="856107"/>
                  </a:lnTo>
                  <a:lnTo>
                    <a:pt x="10424160" y="851788"/>
                  </a:lnTo>
                  <a:lnTo>
                    <a:pt x="10424160" y="841248"/>
                  </a:lnTo>
                  <a:lnTo>
                    <a:pt x="10419841" y="836930"/>
                  </a:lnTo>
                  <a:close/>
                </a:path>
                <a:path w="10424160" h="5213350">
                  <a:moveTo>
                    <a:pt x="10419841" y="875157"/>
                  </a:moveTo>
                  <a:lnTo>
                    <a:pt x="10409428" y="875157"/>
                  </a:lnTo>
                  <a:lnTo>
                    <a:pt x="10405110" y="879348"/>
                  </a:lnTo>
                  <a:lnTo>
                    <a:pt x="10405110" y="889888"/>
                  </a:lnTo>
                  <a:lnTo>
                    <a:pt x="10409428" y="894207"/>
                  </a:lnTo>
                  <a:lnTo>
                    <a:pt x="10419841" y="894207"/>
                  </a:lnTo>
                  <a:lnTo>
                    <a:pt x="10424160" y="889888"/>
                  </a:lnTo>
                  <a:lnTo>
                    <a:pt x="10424160" y="879348"/>
                  </a:lnTo>
                  <a:lnTo>
                    <a:pt x="10419841" y="875157"/>
                  </a:lnTo>
                  <a:close/>
                </a:path>
                <a:path w="10424160" h="5213350">
                  <a:moveTo>
                    <a:pt x="10419841" y="913257"/>
                  </a:moveTo>
                  <a:lnTo>
                    <a:pt x="10409428" y="913257"/>
                  </a:lnTo>
                  <a:lnTo>
                    <a:pt x="10405110" y="917448"/>
                  </a:lnTo>
                  <a:lnTo>
                    <a:pt x="10405110" y="927988"/>
                  </a:lnTo>
                  <a:lnTo>
                    <a:pt x="10409428" y="932307"/>
                  </a:lnTo>
                  <a:lnTo>
                    <a:pt x="10419841" y="932307"/>
                  </a:lnTo>
                  <a:lnTo>
                    <a:pt x="10424160" y="927988"/>
                  </a:lnTo>
                  <a:lnTo>
                    <a:pt x="10424160" y="917448"/>
                  </a:lnTo>
                  <a:lnTo>
                    <a:pt x="10419841" y="913257"/>
                  </a:lnTo>
                  <a:close/>
                </a:path>
                <a:path w="10424160" h="5213350">
                  <a:moveTo>
                    <a:pt x="10419841" y="951357"/>
                  </a:moveTo>
                  <a:lnTo>
                    <a:pt x="10409428" y="951357"/>
                  </a:lnTo>
                  <a:lnTo>
                    <a:pt x="10405110" y="955548"/>
                  </a:lnTo>
                  <a:lnTo>
                    <a:pt x="10405110" y="966088"/>
                  </a:lnTo>
                  <a:lnTo>
                    <a:pt x="10409428" y="970407"/>
                  </a:lnTo>
                  <a:lnTo>
                    <a:pt x="10419841" y="970407"/>
                  </a:lnTo>
                  <a:lnTo>
                    <a:pt x="10424160" y="966088"/>
                  </a:lnTo>
                  <a:lnTo>
                    <a:pt x="10424160" y="955548"/>
                  </a:lnTo>
                  <a:lnTo>
                    <a:pt x="10419841" y="951357"/>
                  </a:lnTo>
                  <a:close/>
                </a:path>
                <a:path w="10424160" h="5213350">
                  <a:moveTo>
                    <a:pt x="10419841" y="989457"/>
                  </a:moveTo>
                  <a:lnTo>
                    <a:pt x="10409428" y="989457"/>
                  </a:lnTo>
                  <a:lnTo>
                    <a:pt x="10405110" y="993775"/>
                  </a:lnTo>
                  <a:lnTo>
                    <a:pt x="10405110" y="1004316"/>
                  </a:lnTo>
                  <a:lnTo>
                    <a:pt x="10409428" y="1008507"/>
                  </a:lnTo>
                  <a:lnTo>
                    <a:pt x="10419841" y="1008507"/>
                  </a:lnTo>
                  <a:lnTo>
                    <a:pt x="10424160" y="1004316"/>
                  </a:lnTo>
                  <a:lnTo>
                    <a:pt x="10424160" y="993775"/>
                  </a:lnTo>
                  <a:lnTo>
                    <a:pt x="10419841" y="989457"/>
                  </a:lnTo>
                  <a:close/>
                </a:path>
                <a:path w="10424160" h="5213350">
                  <a:moveTo>
                    <a:pt x="10419841" y="1027557"/>
                  </a:moveTo>
                  <a:lnTo>
                    <a:pt x="10409428" y="1027557"/>
                  </a:lnTo>
                  <a:lnTo>
                    <a:pt x="10405110" y="1031875"/>
                  </a:lnTo>
                  <a:lnTo>
                    <a:pt x="10405110" y="1042416"/>
                  </a:lnTo>
                  <a:lnTo>
                    <a:pt x="10409428" y="1046607"/>
                  </a:lnTo>
                  <a:lnTo>
                    <a:pt x="10419841" y="1046607"/>
                  </a:lnTo>
                  <a:lnTo>
                    <a:pt x="10424160" y="1042416"/>
                  </a:lnTo>
                  <a:lnTo>
                    <a:pt x="10424160" y="1031875"/>
                  </a:lnTo>
                  <a:lnTo>
                    <a:pt x="10419841" y="1027557"/>
                  </a:lnTo>
                  <a:close/>
                </a:path>
                <a:path w="10424160" h="5213350">
                  <a:moveTo>
                    <a:pt x="10419841" y="1065657"/>
                  </a:moveTo>
                  <a:lnTo>
                    <a:pt x="10409428" y="1065657"/>
                  </a:lnTo>
                  <a:lnTo>
                    <a:pt x="10405110" y="1069975"/>
                  </a:lnTo>
                  <a:lnTo>
                    <a:pt x="10405110" y="1080516"/>
                  </a:lnTo>
                  <a:lnTo>
                    <a:pt x="10409428" y="1084834"/>
                  </a:lnTo>
                  <a:lnTo>
                    <a:pt x="10419841" y="1084834"/>
                  </a:lnTo>
                  <a:lnTo>
                    <a:pt x="10424160" y="1080516"/>
                  </a:lnTo>
                  <a:lnTo>
                    <a:pt x="10424160" y="1069975"/>
                  </a:lnTo>
                  <a:lnTo>
                    <a:pt x="10419841" y="1065657"/>
                  </a:lnTo>
                  <a:close/>
                </a:path>
                <a:path w="10424160" h="5213350">
                  <a:moveTo>
                    <a:pt x="10419841" y="1103884"/>
                  </a:moveTo>
                  <a:lnTo>
                    <a:pt x="10409428" y="1103884"/>
                  </a:lnTo>
                  <a:lnTo>
                    <a:pt x="10405110" y="1108075"/>
                  </a:lnTo>
                  <a:lnTo>
                    <a:pt x="10405110" y="1118616"/>
                  </a:lnTo>
                  <a:lnTo>
                    <a:pt x="10409428" y="1122934"/>
                  </a:lnTo>
                  <a:lnTo>
                    <a:pt x="10419841" y="1122934"/>
                  </a:lnTo>
                  <a:lnTo>
                    <a:pt x="10424160" y="1118616"/>
                  </a:lnTo>
                  <a:lnTo>
                    <a:pt x="10424160" y="1108075"/>
                  </a:lnTo>
                  <a:lnTo>
                    <a:pt x="10419841" y="1103884"/>
                  </a:lnTo>
                  <a:close/>
                </a:path>
                <a:path w="10424160" h="5213350">
                  <a:moveTo>
                    <a:pt x="10419841" y="1141984"/>
                  </a:moveTo>
                  <a:lnTo>
                    <a:pt x="10409428" y="1141984"/>
                  </a:lnTo>
                  <a:lnTo>
                    <a:pt x="10405110" y="1146175"/>
                  </a:lnTo>
                  <a:lnTo>
                    <a:pt x="10405110" y="1156716"/>
                  </a:lnTo>
                  <a:lnTo>
                    <a:pt x="10409428" y="1161034"/>
                  </a:lnTo>
                  <a:lnTo>
                    <a:pt x="10419841" y="1161034"/>
                  </a:lnTo>
                  <a:lnTo>
                    <a:pt x="10424160" y="1156716"/>
                  </a:lnTo>
                  <a:lnTo>
                    <a:pt x="10424160" y="1146175"/>
                  </a:lnTo>
                  <a:lnTo>
                    <a:pt x="10419841" y="1141984"/>
                  </a:lnTo>
                  <a:close/>
                </a:path>
                <a:path w="10424160" h="5213350">
                  <a:moveTo>
                    <a:pt x="10419841" y="1180084"/>
                  </a:moveTo>
                  <a:lnTo>
                    <a:pt x="10409428" y="1180084"/>
                  </a:lnTo>
                  <a:lnTo>
                    <a:pt x="10405110" y="1184275"/>
                  </a:lnTo>
                  <a:lnTo>
                    <a:pt x="10405110" y="1194816"/>
                  </a:lnTo>
                  <a:lnTo>
                    <a:pt x="10409428" y="1199134"/>
                  </a:lnTo>
                  <a:lnTo>
                    <a:pt x="10419841" y="1199134"/>
                  </a:lnTo>
                  <a:lnTo>
                    <a:pt x="10424160" y="1194816"/>
                  </a:lnTo>
                  <a:lnTo>
                    <a:pt x="10424160" y="1184275"/>
                  </a:lnTo>
                  <a:lnTo>
                    <a:pt x="10419841" y="1180084"/>
                  </a:lnTo>
                  <a:close/>
                </a:path>
                <a:path w="10424160" h="5213350">
                  <a:moveTo>
                    <a:pt x="10419841" y="1218184"/>
                  </a:moveTo>
                  <a:lnTo>
                    <a:pt x="10409428" y="1218184"/>
                  </a:lnTo>
                  <a:lnTo>
                    <a:pt x="10405110" y="1222502"/>
                  </a:lnTo>
                  <a:lnTo>
                    <a:pt x="10405110" y="1233043"/>
                  </a:lnTo>
                  <a:lnTo>
                    <a:pt x="10409428" y="1237234"/>
                  </a:lnTo>
                  <a:lnTo>
                    <a:pt x="10419841" y="1237234"/>
                  </a:lnTo>
                  <a:lnTo>
                    <a:pt x="10424160" y="1233043"/>
                  </a:lnTo>
                  <a:lnTo>
                    <a:pt x="10424160" y="1222502"/>
                  </a:lnTo>
                  <a:lnTo>
                    <a:pt x="10419841" y="1218184"/>
                  </a:lnTo>
                  <a:close/>
                </a:path>
                <a:path w="10424160" h="5213350">
                  <a:moveTo>
                    <a:pt x="10419841" y="1256284"/>
                  </a:moveTo>
                  <a:lnTo>
                    <a:pt x="10409428" y="1256284"/>
                  </a:lnTo>
                  <a:lnTo>
                    <a:pt x="10405110" y="1260602"/>
                  </a:lnTo>
                  <a:lnTo>
                    <a:pt x="10405110" y="1271143"/>
                  </a:lnTo>
                  <a:lnTo>
                    <a:pt x="10409428" y="1275334"/>
                  </a:lnTo>
                  <a:lnTo>
                    <a:pt x="10419841" y="1275334"/>
                  </a:lnTo>
                  <a:lnTo>
                    <a:pt x="10424160" y="1271143"/>
                  </a:lnTo>
                  <a:lnTo>
                    <a:pt x="10424160" y="1260602"/>
                  </a:lnTo>
                  <a:lnTo>
                    <a:pt x="10419841" y="1256284"/>
                  </a:lnTo>
                  <a:close/>
                </a:path>
                <a:path w="10424160" h="5213350">
                  <a:moveTo>
                    <a:pt x="10419841" y="1294384"/>
                  </a:moveTo>
                  <a:lnTo>
                    <a:pt x="10409428" y="1294384"/>
                  </a:lnTo>
                  <a:lnTo>
                    <a:pt x="10405110" y="1298702"/>
                  </a:lnTo>
                  <a:lnTo>
                    <a:pt x="10405110" y="1309243"/>
                  </a:lnTo>
                  <a:lnTo>
                    <a:pt x="10409428" y="1313434"/>
                  </a:lnTo>
                  <a:lnTo>
                    <a:pt x="10419841" y="1313434"/>
                  </a:lnTo>
                  <a:lnTo>
                    <a:pt x="10424160" y="1309243"/>
                  </a:lnTo>
                  <a:lnTo>
                    <a:pt x="10424160" y="1298702"/>
                  </a:lnTo>
                  <a:lnTo>
                    <a:pt x="10419841" y="1294384"/>
                  </a:lnTo>
                  <a:close/>
                </a:path>
                <a:path w="10424160" h="5213350">
                  <a:moveTo>
                    <a:pt x="10419841" y="1332484"/>
                  </a:moveTo>
                  <a:lnTo>
                    <a:pt x="10409428" y="1332484"/>
                  </a:lnTo>
                  <a:lnTo>
                    <a:pt x="10405110" y="1336802"/>
                  </a:lnTo>
                  <a:lnTo>
                    <a:pt x="10405110" y="1347343"/>
                  </a:lnTo>
                  <a:lnTo>
                    <a:pt x="10409428" y="1351661"/>
                  </a:lnTo>
                  <a:lnTo>
                    <a:pt x="10419841" y="1351661"/>
                  </a:lnTo>
                  <a:lnTo>
                    <a:pt x="10424160" y="1347343"/>
                  </a:lnTo>
                  <a:lnTo>
                    <a:pt x="10424160" y="1336802"/>
                  </a:lnTo>
                  <a:lnTo>
                    <a:pt x="10419841" y="1332484"/>
                  </a:lnTo>
                  <a:close/>
                </a:path>
                <a:path w="10424160" h="5213350">
                  <a:moveTo>
                    <a:pt x="10419841" y="1370711"/>
                  </a:moveTo>
                  <a:lnTo>
                    <a:pt x="10409428" y="1370711"/>
                  </a:lnTo>
                  <a:lnTo>
                    <a:pt x="10405110" y="1374902"/>
                  </a:lnTo>
                  <a:lnTo>
                    <a:pt x="10405110" y="1385443"/>
                  </a:lnTo>
                  <a:lnTo>
                    <a:pt x="10409428" y="1389761"/>
                  </a:lnTo>
                  <a:lnTo>
                    <a:pt x="10419841" y="1389761"/>
                  </a:lnTo>
                  <a:lnTo>
                    <a:pt x="10424160" y="1385443"/>
                  </a:lnTo>
                  <a:lnTo>
                    <a:pt x="10424160" y="1374902"/>
                  </a:lnTo>
                  <a:lnTo>
                    <a:pt x="10419841" y="1370711"/>
                  </a:lnTo>
                  <a:close/>
                </a:path>
                <a:path w="10424160" h="5213350">
                  <a:moveTo>
                    <a:pt x="10419841" y="1408811"/>
                  </a:moveTo>
                  <a:lnTo>
                    <a:pt x="10409428" y="1408811"/>
                  </a:lnTo>
                  <a:lnTo>
                    <a:pt x="10405110" y="1413002"/>
                  </a:lnTo>
                  <a:lnTo>
                    <a:pt x="10405110" y="1423543"/>
                  </a:lnTo>
                  <a:lnTo>
                    <a:pt x="10409428" y="1427861"/>
                  </a:lnTo>
                  <a:lnTo>
                    <a:pt x="10419841" y="1427861"/>
                  </a:lnTo>
                  <a:lnTo>
                    <a:pt x="10424160" y="1423543"/>
                  </a:lnTo>
                  <a:lnTo>
                    <a:pt x="10424160" y="1413002"/>
                  </a:lnTo>
                  <a:lnTo>
                    <a:pt x="10419841" y="1408811"/>
                  </a:lnTo>
                  <a:close/>
                </a:path>
                <a:path w="10424160" h="5213350">
                  <a:moveTo>
                    <a:pt x="10419841" y="1446911"/>
                  </a:moveTo>
                  <a:lnTo>
                    <a:pt x="10409428" y="1446911"/>
                  </a:lnTo>
                  <a:lnTo>
                    <a:pt x="10405110" y="1451102"/>
                  </a:lnTo>
                  <a:lnTo>
                    <a:pt x="10405110" y="1461643"/>
                  </a:lnTo>
                  <a:lnTo>
                    <a:pt x="10409428" y="1465961"/>
                  </a:lnTo>
                  <a:lnTo>
                    <a:pt x="10419841" y="1465961"/>
                  </a:lnTo>
                  <a:lnTo>
                    <a:pt x="10424160" y="1461643"/>
                  </a:lnTo>
                  <a:lnTo>
                    <a:pt x="10424160" y="1451102"/>
                  </a:lnTo>
                  <a:lnTo>
                    <a:pt x="10419841" y="1446911"/>
                  </a:lnTo>
                  <a:close/>
                </a:path>
                <a:path w="10424160" h="5213350">
                  <a:moveTo>
                    <a:pt x="10419841" y="1485011"/>
                  </a:moveTo>
                  <a:lnTo>
                    <a:pt x="10409428" y="1485011"/>
                  </a:lnTo>
                  <a:lnTo>
                    <a:pt x="10405110" y="1489329"/>
                  </a:lnTo>
                  <a:lnTo>
                    <a:pt x="10405110" y="1499870"/>
                  </a:lnTo>
                  <a:lnTo>
                    <a:pt x="10409428" y="1504061"/>
                  </a:lnTo>
                  <a:lnTo>
                    <a:pt x="10419841" y="1504061"/>
                  </a:lnTo>
                  <a:lnTo>
                    <a:pt x="10424160" y="1499870"/>
                  </a:lnTo>
                  <a:lnTo>
                    <a:pt x="10424160" y="1489329"/>
                  </a:lnTo>
                  <a:lnTo>
                    <a:pt x="10419841" y="1485011"/>
                  </a:lnTo>
                  <a:close/>
                </a:path>
                <a:path w="10424160" h="5213350">
                  <a:moveTo>
                    <a:pt x="10419841" y="1523111"/>
                  </a:moveTo>
                  <a:lnTo>
                    <a:pt x="10409428" y="1523111"/>
                  </a:lnTo>
                  <a:lnTo>
                    <a:pt x="10405110" y="1527429"/>
                  </a:lnTo>
                  <a:lnTo>
                    <a:pt x="10405110" y="1537970"/>
                  </a:lnTo>
                  <a:lnTo>
                    <a:pt x="10409428" y="1542161"/>
                  </a:lnTo>
                  <a:lnTo>
                    <a:pt x="10419841" y="1542161"/>
                  </a:lnTo>
                  <a:lnTo>
                    <a:pt x="10424160" y="1537970"/>
                  </a:lnTo>
                  <a:lnTo>
                    <a:pt x="10424160" y="1527429"/>
                  </a:lnTo>
                  <a:lnTo>
                    <a:pt x="10419841" y="1523111"/>
                  </a:lnTo>
                  <a:close/>
                </a:path>
                <a:path w="10424160" h="5213350">
                  <a:moveTo>
                    <a:pt x="10419841" y="1561211"/>
                  </a:moveTo>
                  <a:lnTo>
                    <a:pt x="10409428" y="1561211"/>
                  </a:lnTo>
                  <a:lnTo>
                    <a:pt x="10405110" y="1565529"/>
                  </a:lnTo>
                  <a:lnTo>
                    <a:pt x="10405110" y="1576070"/>
                  </a:lnTo>
                  <a:lnTo>
                    <a:pt x="10409428" y="1580261"/>
                  </a:lnTo>
                  <a:lnTo>
                    <a:pt x="10419841" y="1580261"/>
                  </a:lnTo>
                  <a:lnTo>
                    <a:pt x="10424160" y="1576070"/>
                  </a:lnTo>
                  <a:lnTo>
                    <a:pt x="10424160" y="1565529"/>
                  </a:lnTo>
                  <a:lnTo>
                    <a:pt x="10419841" y="1561211"/>
                  </a:lnTo>
                  <a:close/>
                </a:path>
                <a:path w="10424160" h="5213350">
                  <a:moveTo>
                    <a:pt x="10419841" y="1599311"/>
                  </a:moveTo>
                  <a:lnTo>
                    <a:pt x="10409428" y="1599311"/>
                  </a:lnTo>
                  <a:lnTo>
                    <a:pt x="10405110" y="1603629"/>
                  </a:lnTo>
                  <a:lnTo>
                    <a:pt x="10405110" y="1614170"/>
                  </a:lnTo>
                  <a:lnTo>
                    <a:pt x="10409428" y="1618488"/>
                  </a:lnTo>
                  <a:lnTo>
                    <a:pt x="10419841" y="1618488"/>
                  </a:lnTo>
                  <a:lnTo>
                    <a:pt x="10424160" y="1614170"/>
                  </a:lnTo>
                  <a:lnTo>
                    <a:pt x="10424160" y="1603629"/>
                  </a:lnTo>
                  <a:lnTo>
                    <a:pt x="10419841" y="1599311"/>
                  </a:lnTo>
                  <a:close/>
                </a:path>
                <a:path w="10424160" h="5213350">
                  <a:moveTo>
                    <a:pt x="10419841" y="1637538"/>
                  </a:moveTo>
                  <a:lnTo>
                    <a:pt x="10409428" y="1637538"/>
                  </a:lnTo>
                  <a:lnTo>
                    <a:pt x="10405110" y="1641729"/>
                  </a:lnTo>
                  <a:lnTo>
                    <a:pt x="10405110" y="1652270"/>
                  </a:lnTo>
                  <a:lnTo>
                    <a:pt x="10409428" y="1656588"/>
                  </a:lnTo>
                  <a:lnTo>
                    <a:pt x="10419841" y="1656588"/>
                  </a:lnTo>
                  <a:lnTo>
                    <a:pt x="10424160" y="1652270"/>
                  </a:lnTo>
                  <a:lnTo>
                    <a:pt x="10424160" y="1641729"/>
                  </a:lnTo>
                  <a:lnTo>
                    <a:pt x="10419841" y="1637538"/>
                  </a:lnTo>
                  <a:close/>
                </a:path>
                <a:path w="10424160" h="5213350">
                  <a:moveTo>
                    <a:pt x="10419841" y="1675638"/>
                  </a:moveTo>
                  <a:lnTo>
                    <a:pt x="10409428" y="1675638"/>
                  </a:lnTo>
                  <a:lnTo>
                    <a:pt x="10405110" y="1679829"/>
                  </a:lnTo>
                  <a:lnTo>
                    <a:pt x="10405110" y="1690370"/>
                  </a:lnTo>
                  <a:lnTo>
                    <a:pt x="10409428" y="1694688"/>
                  </a:lnTo>
                  <a:lnTo>
                    <a:pt x="10419841" y="1694688"/>
                  </a:lnTo>
                  <a:lnTo>
                    <a:pt x="10424160" y="1690370"/>
                  </a:lnTo>
                  <a:lnTo>
                    <a:pt x="10424160" y="1679829"/>
                  </a:lnTo>
                  <a:lnTo>
                    <a:pt x="10419841" y="1675638"/>
                  </a:lnTo>
                  <a:close/>
                </a:path>
                <a:path w="10424160" h="5213350">
                  <a:moveTo>
                    <a:pt x="10419841" y="1713738"/>
                  </a:moveTo>
                  <a:lnTo>
                    <a:pt x="10409428" y="1713738"/>
                  </a:lnTo>
                  <a:lnTo>
                    <a:pt x="10405110" y="1717929"/>
                  </a:lnTo>
                  <a:lnTo>
                    <a:pt x="10405110" y="1728470"/>
                  </a:lnTo>
                  <a:lnTo>
                    <a:pt x="10409428" y="1732788"/>
                  </a:lnTo>
                  <a:lnTo>
                    <a:pt x="10419841" y="1732788"/>
                  </a:lnTo>
                  <a:lnTo>
                    <a:pt x="10424160" y="1728470"/>
                  </a:lnTo>
                  <a:lnTo>
                    <a:pt x="10424160" y="1717929"/>
                  </a:lnTo>
                  <a:lnTo>
                    <a:pt x="10419841" y="1713738"/>
                  </a:lnTo>
                  <a:close/>
                </a:path>
                <a:path w="10424160" h="5213350">
                  <a:moveTo>
                    <a:pt x="10419841" y="1751838"/>
                  </a:moveTo>
                  <a:lnTo>
                    <a:pt x="10409428" y="1751838"/>
                  </a:lnTo>
                  <a:lnTo>
                    <a:pt x="10405110" y="1756156"/>
                  </a:lnTo>
                  <a:lnTo>
                    <a:pt x="10405110" y="1766697"/>
                  </a:lnTo>
                  <a:lnTo>
                    <a:pt x="10409428" y="1770888"/>
                  </a:lnTo>
                  <a:lnTo>
                    <a:pt x="10419841" y="1770888"/>
                  </a:lnTo>
                  <a:lnTo>
                    <a:pt x="10424160" y="1766697"/>
                  </a:lnTo>
                  <a:lnTo>
                    <a:pt x="10424160" y="1756156"/>
                  </a:lnTo>
                  <a:lnTo>
                    <a:pt x="10419841" y="1751838"/>
                  </a:lnTo>
                  <a:close/>
                </a:path>
                <a:path w="10424160" h="5213350">
                  <a:moveTo>
                    <a:pt x="10419841" y="1789938"/>
                  </a:moveTo>
                  <a:lnTo>
                    <a:pt x="10409428" y="1789938"/>
                  </a:lnTo>
                  <a:lnTo>
                    <a:pt x="10405110" y="1794256"/>
                  </a:lnTo>
                  <a:lnTo>
                    <a:pt x="10405110" y="1804797"/>
                  </a:lnTo>
                  <a:lnTo>
                    <a:pt x="10409428" y="1808988"/>
                  </a:lnTo>
                  <a:lnTo>
                    <a:pt x="10419841" y="1808988"/>
                  </a:lnTo>
                  <a:lnTo>
                    <a:pt x="10424160" y="1804797"/>
                  </a:lnTo>
                  <a:lnTo>
                    <a:pt x="10424160" y="1794256"/>
                  </a:lnTo>
                  <a:lnTo>
                    <a:pt x="10419841" y="1789938"/>
                  </a:lnTo>
                  <a:close/>
                </a:path>
                <a:path w="10424160" h="5213350">
                  <a:moveTo>
                    <a:pt x="10419841" y="1828038"/>
                  </a:moveTo>
                  <a:lnTo>
                    <a:pt x="10409428" y="1828038"/>
                  </a:lnTo>
                  <a:lnTo>
                    <a:pt x="10405110" y="1832356"/>
                  </a:lnTo>
                  <a:lnTo>
                    <a:pt x="10405110" y="1842897"/>
                  </a:lnTo>
                  <a:lnTo>
                    <a:pt x="10409428" y="1847215"/>
                  </a:lnTo>
                  <a:lnTo>
                    <a:pt x="10419841" y="1847215"/>
                  </a:lnTo>
                  <a:lnTo>
                    <a:pt x="10424160" y="1842897"/>
                  </a:lnTo>
                  <a:lnTo>
                    <a:pt x="10424160" y="1837690"/>
                  </a:lnTo>
                  <a:lnTo>
                    <a:pt x="10411460" y="1837690"/>
                  </a:lnTo>
                  <a:lnTo>
                    <a:pt x="10411460" y="1837563"/>
                  </a:lnTo>
                  <a:lnTo>
                    <a:pt x="10424160" y="1837563"/>
                  </a:lnTo>
                  <a:lnTo>
                    <a:pt x="10424160" y="1832356"/>
                  </a:lnTo>
                  <a:lnTo>
                    <a:pt x="10419841" y="1828038"/>
                  </a:lnTo>
                  <a:close/>
                </a:path>
                <a:path w="10424160" h="5213350">
                  <a:moveTo>
                    <a:pt x="10424160" y="1837563"/>
                  </a:moveTo>
                  <a:lnTo>
                    <a:pt x="10417810" y="1837563"/>
                  </a:lnTo>
                  <a:lnTo>
                    <a:pt x="10417810" y="1837690"/>
                  </a:lnTo>
                  <a:lnTo>
                    <a:pt x="10424160" y="1837690"/>
                  </a:lnTo>
                  <a:lnTo>
                    <a:pt x="10424160" y="1837563"/>
                  </a:lnTo>
                  <a:close/>
                </a:path>
                <a:path w="10424160" h="5213350">
                  <a:moveTo>
                    <a:pt x="10419841" y="1866265"/>
                  </a:moveTo>
                  <a:lnTo>
                    <a:pt x="10409428" y="1866265"/>
                  </a:lnTo>
                  <a:lnTo>
                    <a:pt x="10405110" y="1870456"/>
                  </a:lnTo>
                  <a:lnTo>
                    <a:pt x="10405110" y="1880997"/>
                  </a:lnTo>
                  <a:lnTo>
                    <a:pt x="10409428" y="1885315"/>
                  </a:lnTo>
                  <a:lnTo>
                    <a:pt x="10419841" y="1885315"/>
                  </a:lnTo>
                  <a:lnTo>
                    <a:pt x="10424160" y="1880997"/>
                  </a:lnTo>
                  <a:lnTo>
                    <a:pt x="10424160" y="1870456"/>
                  </a:lnTo>
                  <a:lnTo>
                    <a:pt x="10419841" y="1866265"/>
                  </a:lnTo>
                  <a:close/>
                </a:path>
                <a:path w="10424160" h="5213350">
                  <a:moveTo>
                    <a:pt x="10419841" y="1904365"/>
                  </a:moveTo>
                  <a:lnTo>
                    <a:pt x="10409428" y="1904365"/>
                  </a:lnTo>
                  <a:lnTo>
                    <a:pt x="10405110" y="1908556"/>
                  </a:lnTo>
                  <a:lnTo>
                    <a:pt x="10405110" y="1919097"/>
                  </a:lnTo>
                  <a:lnTo>
                    <a:pt x="10409428" y="1923415"/>
                  </a:lnTo>
                  <a:lnTo>
                    <a:pt x="10419841" y="1923415"/>
                  </a:lnTo>
                  <a:lnTo>
                    <a:pt x="10424160" y="1919097"/>
                  </a:lnTo>
                  <a:lnTo>
                    <a:pt x="10424160" y="1908556"/>
                  </a:lnTo>
                  <a:lnTo>
                    <a:pt x="10419841" y="1904365"/>
                  </a:lnTo>
                  <a:close/>
                </a:path>
                <a:path w="10424160" h="5213350">
                  <a:moveTo>
                    <a:pt x="10419841" y="1942465"/>
                  </a:moveTo>
                  <a:lnTo>
                    <a:pt x="10409428" y="1942465"/>
                  </a:lnTo>
                  <a:lnTo>
                    <a:pt x="10405110" y="1946656"/>
                  </a:lnTo>
                  <a:lnTo>
                    <a:pt x="10405110" y="1957197"/>
                  </a:lnTo>
                  <a:lnTo>
                    <a:pt x="10409428" y="1961515"/>
                  </a:lnTo>
                  <a:lnTo>
                    <a:pt x="10419841" y="1961515"/>
                  </a:lnTo>
                  <a:lnTo>
                    <a:pt x="10424160" y="1957197"/>
                  </a:lnTo>
                  <a:lnTo>
                    <a:pt x="10424160" y="1946656"/>
                  </a:lnTo>
                  <a:lnTo>
                    <a:pt x="10419841" y="1942465"/>
                  </a:lnTo>
                  <a:close/>
                </a:path>
                <a:path w="10424160" h="5213350">
                  <a:moveTo>
                    <a:pt x="10419841" y="1980565"/>
                  </a:moveTo>
                  <a:lnTo>
                    <a:pt x="10409428" y="1980565"/>
                  </a:lnTo>
                  <a:lnTo>
                    <a:pt x="10405110" y="1984883"/>
                  </a:lnTo>
                  <a:lnTo>
                    <a:pt x="10405110" y="1995424"/>
                  </a:lnTo>
                  <a:lnTo>
                    <a:pt x="10409428" y="1999615"/>
                  </a:lnTo>
                  <a:lnTo>
                    <a:pt x="10419841" y="1999615"/>
                  </a:lnTo>
                  <a:lnTo>
                    <a:pt x="10424160" y="1995424"/>
                  </a:lnTo>
                  <a:lnTo>
                    <a:pt x="10424160" y="1984883"/>
                  </a:lnTo>
                  <a:lnTo>
                    <a:pt x="10419841" y="1980565"/>
                  </a:lnTo>
                  <a:close/>
                </a:path>
                <a:path w="10424160" h="5213350">
                  <a:moveTo>
                    <a:pt x="10419841" y="2018665"/>
                  </a:moveTo>
                  <a:lnTo>
                    <a:pt x="10409428" y="2018665"/>
                  </a:lnTo>
                  <a:lnTo>
                    <a:pt x="10405110" y="2022983"/>
                  </a:lnTo>
                  <a:lnTo>
                    <a:pt x="10405110" y="2033524"/>
                  </a:lnTo>
                  <a:lnTo>
                    <a:pt x="10409428" y="2037715"/>
                  </a:lnTo>
                  <a:lnTo>
                    <a:pt x="10419841" y="2037715"/>
                  </a:lnTo>
                  <a:lnTo>
                    <a:pt x="10424160" y="2033524"/>
                  </a:lnTo>
                  <a:lnTo>
                    <a:pt x="10424160" y="2022983"/>
                  </a:lnTo>
                  <a:lnTo>
                    <a:pt x="10419841" y="2018665"/>
                  </a:lnTo>
                  <a:close/>
                </a:path>
                <a:path w="10424160" h="5213350">
                  <a:moveTo>
                    <a:pt x="10419841" y="2056765"/>
                  </a:moveTo>
                  <a:lnTo>
                    <a:pt x="10409428" y="2056765"/>
                  </a:lnTo>
                  <a:lnTo>
                    <a:pt x="10405110" y="2061083"/>
                  </a:lnTo>
                  <a:lnTo>
                    <a:pt x="10405110" y="2071624"/>
                  </a:lnTo>
                  <a:lnTo>
                    <a:pt x="10409428" y="2075815"/>
                  </a:lnTo>
                  <a:lnTo>
                    <a:pt x="10419841" y="2075815"/>
                  </a:lnTo>
                  <a:lnTo>
                    <a:pt x="10424160" y="2071624"/>
                  </a:lnTo>
                  <a:lnTo>
                    <a:pt x="10424160" y="2061083"/>
                  </a:lnTo>
                  <a:lnTo>
                    <a:pt x="10419841" y="2056765"/>
                  </a:lnTo>
                  <a:close/>
                </a:path>
                <a:path w="10424160" h="5213350">
                  <a:moveTo>
                    <a:pt x="10419841" y="2094865"/>
                  </a:moveTo>
                  <a:lnTo>
                    <a:pt x="10409428" y="2094865"/>
                  </a:lnTo>
                  <a:lnTo>
                    <a:pt x="10405110" y="2099183"/>
                  </a:lnTo>
                  <a:lnTo>
                    <a:pt x="10405110" y="2109724"/>
                  </a:lnTo>
                  <a:lnTo>
                    <a:pt x="10409428" y="2114042"/>
                  </a:lnTo>
                  <a:lnTo>
                    <a:pt x="10419841" y="2114042"/>
                  </a:lnTo>
                  <a:lnTo>
                    <a:pt x="10424160" y="2109724"/>
                  </a:lnTo>
                  <a:lnTo>
                    <a:pt x="10424160" y="2099183"/>
                  </a:lnTo>
                  <a:lnTo>
                    <a:pt x="10419841" y="2094865"/>
                  </a:lnTo>
                  <a:close/>
                </a:path>
                <a:path w="10424160" h="5213350">
                  <a:moveTo>
                    <a:pt x="10419841" y="2133092"/>
                  </a:moveTo>
                  <a:lnTo>
                    <a:pt x="10409428" y="2133092"/>
                  </a:lnTo>
                  <a:lnTo>
                    <a:pt x="10405110" y="2137283"/>
                  </a:lnTo>
                  <a:lnTo>
                    <a:pt x="10405110" y="2147824"/>
                  </a:lnTo>
                  <a:lnTo>
                    <a:pt x="10409428" y="2152142"/>
                  </a:lnTo>
                  <a:lnTo>
                    <a:pt x="10419841" y="2152142"/>
                  </a:lnTo>
                  <a:lnTo>
                    <a:pt x="10424160" y="2147824"/>
                  </a:lnTo>
                  <a:lnTo>
                    <a:pt x="10424160" y="2137283"/>
                  </a:lnTo>
                  <a:lnTo>
                    <a:pt x="10419841" y="2133092"/>
                  </a:lnTo>
                  <a:close/>
                </a:path>
                <a:path w="10424160" h="5213350">
                  <a:moveTo>
                    <a:pt x="10419841" y="2171192"/>
                  </a:moveTo>
                  <a:lnTo>
                    <a:pt x="10409428" y="2171192"/>
                  </a:lnTo>
                  <a:lnTo>
                    <a:pt x="10405110" y="2175383"/>
                  </a:lnTo>
                  <a:lnTo>
                    <a:pt x="10405110" y="2185924"/>
                  </a:lnTo>
                  <a:lnTo>
                    <a:pt x="10409428" y="2190242"/>
                  </a:lnTo>
                  <a:lnTo>
                    <a:pt x="10419841" y="2190242"/>
                  </a:lnTo>
                  <a:lnTo>
                    <a:pt x="10424160" y="2185924"/>
                  </a:lnTo>
                  <a:lnTo>
                    <a:pt x="10424160" y="2175383"/>
                  </a:lnTo>
                  <a:lnTo>
                    <a:pt x="10419841" y="2171192"/>
                  </a:lnTo>
                  <a:close/>
                </a:path>
                <a:path w="10424160" h="5213350">
                  <a:moveTo>
                    <a:pt x="10419841" y="2209292"/>
                  </a:moveTo>
                  <a:lnTo>
                    <a:pt x="10409428" y="2209292"/>
                  </a:lnTo>
                  <a:lnTo>
                    <a:pt x="10405110" y="2213483"/>
                  </a:lnTo>
                  <a:lnTo>
                    <a:pt x="10405110" y="2224024"/>
                  </a:lnTo>
                  <a:lnTo>
                    <a:pt x="10409428" y="2228342"/>
                  </a:lnTo>
                  <a:lnTo>
                    <a:pt x="10419841" y="2228342"/>
                  </a:lnTo>
                  <a:lnTo>
                    <a:pt x="10424160" y="2224024"/>
                  </a:lnTo>
                  <a:lnTo>
                    <a:pt x="10424160" y="2213483"/>
                  </a:lnTo>
                  <a:lnTo>
                    <a:pt x="10419841" y="2209292"/>
                  </a:lnTo>
                  <a:close/>
                </a:path>
                <a:path w="10424160" h="5213350">
                  <a:moveTo>
                    <a:pt x="10419841" y="2247392"/>
                  </a:moveTo>
                  <a:lnTo>
                    <a:pt x="10409428" y="2247392"/>
                  </a:lnTo>
                  <a:lnTo>
                    <a:pt x="10405110" y="2251710"/>
                  </a:lnTo>
                  <a:lnTo>
                    <a:pt x="10405110" y="2262251"/>
                  </a:lnTo>
                  <a:lnTo>
                    <a:pt x="10409428" y="2266442"/>
                  </a:lnTo>
                  <a:lnTo>
                    <a:pt x="10419841" y="2266442"/>
                  </a:lnTo>
                  <a:lnTo>
                    <a:pt x="10424160" y="2262251"/>
                  </a:lnTo>
                  <a:lnTo>
                    <a:pt x="10424160" y="2251710"/>
                  </a:lnTo>
                  <a:lnTo>
                    <a:pt x="10419841" y="2247392"/>
                  </a:lnTo>
                  <a:close/>
                </a:path>
                <a:path w="10424160" h="5213350">
                  <a:moveTo>
                    <a:pt x="10419841" y="2285492"/>
                  </a:moveTo>
                  <a:lnTo>
                    <a:pt x="10409428" y="2285492"/>
                  </a:lnTo>
                  <a:lnTo>
                    <a:pt x="10405110" y="2289810"/>
                  </a:lnTo>
                  <a:lnTo>
                    <a:pt x="10405110" y="2300351"/>
                  </a:lnTo>
                  <a:lnTo>
                    <a:pt x="10409428" y="2304542"/>
                  </a:lnTo>
                  <a:lnTo>
                    <a:pt x="10419841" y="2304542"/>
                  </a:lnTo>
                  <a:lnTo>
                    <a:pt x="10424160" y="2300351"/>
                  </a:lnTo>
                  <a:lnTo>
                    <a:pt x="10424160" y="2289810"/>
                  </a:lnTo>
                  <a:lnTo>
                    <a:pt x="10419841" y="2285492"/>
                  </a:lnTo>
                  <a:close/>
                </a:path>
                <a:path w="10424160" h="5213350">
                  <a:moveTo>
                    <a:pt x="10419841" y="2323592"/>
                  </a:moveTo>
                  <a:lnTo>
                    <a:pt x="10409428" y="2323592"/>
                  </a:lnTo>
                  <a:lnTo>
                    <a:pt x="10405110" y="2327910"/>
                  </a:lnTo>
                  <a:lnTo>
                    <a:pt x="10405110" y="2338451"/>
                  </a:lnTo>
                  <a:lnTo>
                    <a:pt x="10409428" y="2342642"/>
                  </a:lnTo>
                  <a:lnTo>
                    <a:pt x="10419841" y="2342642"/>
                  </a:lnTo>
                  <a:lnTo>
                    <a:pt x="10424160" y="2338451"/>
                  </a:lnTo>
                  <a:lnTo>
                    <a:pt x="10424160" y="2327910"/>
                  </a:lnTo>
                  <a:lnTo>
                    <a:pt x="10419841" y="2323592"/>
                  </a:lnTo>
                  <a:close/>
                </a:path>
                <a:path w="10424160" h="5213350">
                  <a:moveTo>
                    <a:pt x="10419841" y="2361692"/>
                  </a:moveTo>
                  <a:lnTo>
                    <a:pt x="10409428" y="2361692"/>
                  </a:lnTo>
                  <a:lnTo>
                    <a:pt x="10405110" y="2366010"/>
                  </a:lnTo>
                  <a:lnTo>
                    <a:pt x="10405110" y="2376551"/>
                  </a:lnTo>
                  <a:lnTo>
                    <a:pt x="10409428" y="2380869"/>
                  </a:lnTo>
                  <a:lnTo>
                    <a:pt x="10419841" y="2380869"/>
                  </a:lnTo>
                  <a:lnTo>
                    <a:pt x="10424160" y="2376551"/>
                  </a:lnTo>
                  <a:lnTo>
                    <a:pt x="10424160" y="2371344"/>
                  </a:lnTo>
                  <a:lnTo>
                    <a:pt x="10411460" y="2371344"/>
                  </a:lnTo>
                  <a:lnTo>
                    <a:pt x="10411460" y="2371217"/>
                  </a:lnTo>
                  <a:lnTo>
                    <a:pt x="10424160" y="2371217"/>
                  </a:lnTo>
                  <a:lnTo>
                    <a:pt x="10424160" y="2366010"/>
                  </a:lnTo>
                  <a:lnTo>
                    <a:pt x="10419841" y="2361692"/>
                  </a:lnTo>
                  <a:close/>
                </a:path>
                <a:path w="10424160" h="5213350">
                  <a:moveTo>
                    <a:pt x="10424160" y="2371217"/>
                  </a:moveTo>
                  <a:lnTo>
                    <a:pt x="10417810" y="2371217"/>
                  </a:lnTo>
                  <a:lnTo>
                    <a:pt x="10417810" y="2371344"/>
                  </a:lnTo>
                  <a:lnTo>
                    <a:pt x="10424160" y="2371344"/>
                  </a:lnTo>
                  <a:lnTo>
                    <a:pt x="10424160" y="2371217"/>
                  </a:lnTo>
                  <a:close/>
                </a:path>
                <a:path w="10424160" h="5213350">
                  <a:moveTo>
                    <a:pt x="10419841" y="2399919"/>
                  </a:moveTo>
                  <a:lnTo>
                    <a:pt x="10409428" y="2399919"/>
                  </a:lnTo>
                  <a:lnTo>
                    <a:pt x="10405110" y="2404110"/>
                  </a:lnTo>
                  <a:lnTo>
                    <a:pt x="10405110" y="2414651"/>
                  </a:lnTo>
                  <a:lnTo>
                    <a:pt x="10409428" y="2418969"/>
                  </a:lnTo>
                  <a:lnTo>
                    <a:pt x="10419841" y="2418969"/>
                  </a:lnTo>
                  <a:lnTo>
                    <a:pt x="10424160" y="2414651"/>
                  </a:lnTo>
                  <a:lnTo>
                    <a:pt x="10424160" y="2404110"/>
                  </a:lnTo>
                  <a:lnTo>
                    <a:pt x="10419841" y="2399919"/>
                  </a:lnTo>
                  <a:close/>
                </a:path>
                <a:path w="10424160" h="5213350">
                  <a:moveTo>
                    <a:pt x="10419841" y="2438019"/>
                  </a:moveTo>
                  <a:lnTo>
                    <a:pt x="10409428" y="2438019"/>
                  </a:lnTo>
                  <a:lnTo>
                    <a:pt x="10405110" y="2442210"/>
                  </a:lnTo>
                  <a:lnTo>
                    <a:pt x="10405110" y="2452751"/>
                  </a:lnTo>
                  <a:lnTo>
                    <a:pt x="10409428" y="2457069"/>
                  </a:lnTo>
                  <a:lnTo>
                    <a:pt x="10419841" y="2457069"/>
                  </a:lnTo>
                  <a:lnTo>
                    <a:pt x="10424160" y="2452751"/>
                  </a:lnTo>
                  <a:lnTo>
                    <a:pt x="10424160" y="2442210"/>
                  </a:lnTo>
                  <a:lnTo>
                    <a:pt x="10419841" y="2438019"/>
                  </a:lnTo>
                  <a:close/>
                </a:path>
                <a:path w="10424160" h="5213350">
                  <a:moveTo>
                    <a:pt x="10419841" y="2476119"/>
                  </a:moveTo>
                  <a:lnTo>
                    <a:pt x="10409428" y="2476119"/>
                  </a:lnTo>
                  <a:lnTo>
                    <a:pt x="10405110" y="2480310"/>
                  </a:lnTo>
                  <a:lnTo>
                    <a:pt x="10405110" y="2490851"/>
                  </a:lnTo>
                  <a:lnTo>
                    <a:pt x="10409428" y="2495169"/>
                  </a:lnTo>
                  <a:lnTo>
                    <a:pt x="10419841" y="2495169"/>
                  </a:lnTo>
                  <a:lnTo>
                    <a:pt x="10424160" y="2490851"/>
                  </a:lnTo>
                  <a:lnTo>
                    <a:pt x="10424160" y="2480310"/>
                  </a:lnTo>
                  <a:lnTo>
                    <a:pt x="10419841" y="2476119"/>
                  </a:lnTo>
                  <a:close/>
                </a:path>
                <a:path w="10424160" h="5213350">
                  <a:moveTo>
                    <a:pt x="10419841" y="2514219"/>
                  </a:moveTo>
                  <a:lnTo>
                    <a:pt x="10409428" y="2514219"/>
                  </a:lnTo>
                  <a:lnTo>
                    <a:pt x="10405110" y="2518537"/>
                  </a:lnTo>
                  <a:lnTo>
                    <a:pt x="10405110" y="2529078"/>
                  </a:lnTo>
                  <a:lnTo>
                    <a:pt x="10409428" y="2533269"/>
                  </a:lnTo>
                  <a:lnTo>
                    <a:pt x="10419841" y="2533269"/>
                  </a:lnTo>
                  <a:lnTo>
                    <a:pt x="10424160" y="2529078"/>
                  </a:lnTo>
                  <a:lnTo>
                    <a:pt x="10424160" y="2518537"/>
                  </a:lnTo>
                  <a:lnTo>
                    <a:pt x="10419841" y="2514219"/>
                  </a:lnTo>
                  <a:close/>
                </a:path>
                <a:path w="10424160" h="5213350">
                  <a:moveTo>
                    <a:pt x="10419841" y="2552319"/>
                  </a:moveTo>
                  <a:lnTo>
                    <a:pt x="10409428" y="2552319"/>
                  </a:lnTo>
                  <a:lnTo>
                    <a:pt x="10405110" y="2556637"/>
                  </a:lnTo>
                  <a:lnTo>
                    <a:pt x="10405110" y="2567178"/>
                  </a:lnTo>
                  <a:lnTo>
                    <a:pt x="10409428" y="2571369"/>
                  </a:lnTo>
                  <a:lnTo>
                    <a:pt x="10419841" y="2571369"/>
                  </a:lnTo>
                  <a:lnTo>
                    <a:pt x="10424160" y="2567178"/>
                  </a:lnTo>
                  <a:lnTo>
                    <a:pt x="10424160" y="2556637"/>
                  </a:lnTo>
                  <a:lnTo>
                    <a:pt x="10419841" y="2552319"/>
                  </a:lnTo>
                  <a:close/>
                </a:path>
                <a:path w="10424160" h="5213350">
                  <a:moveTo>
                    <a:pt x="10419841" y="2590419"/>
                  </a:moveTo>
                  <a:lnTo>
                    <a:pt x="10409428" y="2590419"/>
                  </a:lnTo>
                  <a:lnTo>
                    <a:pt x="10405110" y="2594737"/>
                  </a:lnTo>
                  <a:lnTo>
                    <a:pt x="10405110" y="2605278"/>
                  </a:lnTo>
                  <a:lnTo>
                    <a:pt x="10409428" y="2609596"/>
                  </a:lnTo>
                  <a:lnTo>
                    <a:pt x="10419841" y="2609596"/>
                  </a:lnTo>
                  <a:lnTo>
                    <a:pt x="10424160" y="2605278"/>
                  </a:lnTo>
                  <a:lnTo>
                    <a:pt x="10424160" y="2594737"/>
                  </a:lnTo>
                  <a:lnTo>
                    <a:pt x="10419841" y="2590419"/>
                  </a:lnTo>
                  <a:close/>
                </a:path>
                <a:path w="10424160" h="5213350">
                  <a:moveTo>
                    <a:pt x="10419841" y="2628646"/>
                  </a:moveTo>
                  <a:lnTo>
                    <a:pt x="10409428" y="2628646"/>
                  </a:lnTo>
                  <a:lnTo>
                    <a:pt x="10405110" y="2632837"/>
                  </a:lnTo>
                  <a:lnTo>
                    <a:pt x="10405110" y="2643378"/>
                  </a:lnTo>
                  <a:lnTo>
                    <a:pt x="10409428" y="2647696"/>
                  </a:lnTo>
                  <a:lnTo>
                    <a:pt x="10419841" y="2647696"/>
                  </a:lnTo>
                  <a:lnTo>
                    <a:pt x="10424160" y="2643378"/>
                  </a:lnTo>
                  <a:lnTo>
                    <a:pt x="10424160" y="2632837"/>
                  </a:lnTo>
                  <a:lnTo>
                    <a:pt x="10419841" y="2628646"/>
                  </a:lnTo>
                  <a:close/>
                </a:path>
                <a:path w="10424160" h="5213350">
                  <a:moveTo>
                    <a:pt x="10419841" y="2666746"/>
                  </a:moveTo>
                  <a:lnTo>
                    <a:pt x="10409428" y="2666746"/>
                  </a:lnTo>
                  <a:lnTo>
                    <a:pt x="10405110" y="2670937"/>
                  </a:lnTo>
                  <a:lnTo>
                    <a:pt x="10405110" y="2681478"/>
                  </a:lnTo>
                  <a:lnTo>
                    <a:pt x="10409428" y="2685796"/>
                  </a:lnTo>
                  <a:lnTo>
                    <a:pt x="10419841" y="2685796"/>
                  </a:lnTo>
                  <a:lnTo>
                    <a:pt x="10424160" y="2681478"/>
                  </a:lnTo>
                  <a:lnTo>
                    <a:pt x="10424160" y="2670937"/>
                  </a:lnTo>
                  <a:lnTo>
                    <a:pt x="10419841" y="2666746"/>
                  </a:lnTo>
                  <a:close/>
                </a:path>
                <a:path w="10424160" h="5213350">
                  <a:moveTo>
                    <a:pt x="10419841" y="2704846"/>
                  </a:moveTo>
                  <a:lnTo>
                    <a:pt x="10409428" y="2704846"/>
                  </a:lnTo>
                  <a:lnTo>
                    <a:pt x="10405110" y="2709037"/>
                  </a:lnTo>
                  <a:lnTo>
                    <a:pt x="10405110" y="2719578"/>
                  </a:lnTo>
                  <a:lnTo>
                    <a:pt x="10409428" y="2723896"/>
                  </a:lnTo>
                  <a:lnTo>
                    <a:pt x="10419841" y="2723896"/>
                  </a:lnTo>
                  <a:lnTo>
                    <a:pt x="10424160" y="2719578"/>
                  </a:lnTo>
                  <a:lnTo>
                    <a:pt x="10424160" y="2709037"/>
                  </a:lnTo>
                  <a:lnTo>
                    <a:pt x="10419841" y="2704846"/>
                  </a:lnTo>
                  <a:close/>
                </a:path>
                <a:path w="10424160" h="5213350">
                  <a:moveTo>
                    <a:pt x="10419841" y="2742946"/>
                  </a:moveTo>
                  <a:lnTo>
                    <a:pt x="10409428" y="2742946"/>
                  </a:lnTo>
                  <a:lnTo>
                    <a:pt x="10405110" y="2747264"/>
                  </a:lnTo>
                  <a:lnTo>
                    <a:pt x="10405110" y="2757805"/>
                  </a:lnTo>
                  <a:lnTo>
                    <a:pt x="10409428" y="2761996"/>
                  </a:lnTo>
                  <a:lnTo>
                    <a:pt x="10419841" y="2761996"/>
                  </a:lnTo>
                  <a:lnTo>
                    <a:pt x="10424160" y="2757805"/>
                  </a:lnTo>
                  <a:lnTo>
                    <a:pt x="10424160" y="2747264"/>
                  </a:lnTo>
                  <a:lnTo>
                    <a:pt x="10419841" y="2742946"/>
                  </a:lnTo>
                  <a:close/>
                </a:path>
                <a:path w="10424160" h="5213350">
                  <a:moveTo>
                    <a:pt x="10419841" y="2781046"/>
                  </a:moveTo>
                  <a:lnTo>
                    <a:pt x="10409428" y="2781046"/>
                  </a:lnTo>
                  <a:lnTo>
                    <a:pt x="10405110" y="2785364"/>
                  </a:lnTo>
                  <a:lnTo>
                    <a:pt x="10405110" y="2795905"/>
                  </a:lnTo>
                  <a:lnTo>
                    <a:pt x="10409428" y="2800096"/>
                  </a:lnTo>
                  <a:lnTo>
                    <a:pt x="10419841" y="2800096"/>
                  </a:lnTo>
                  <a:lnTo>
                    <a:pt x="10424160" y="2795905"/>
                  </a:lnTo>
                  <a:lnTo>
                    <a:pt x="10424160" y="2785364"/>
                  </a:lnTo>
                  <a:lnTo>
                    <a:pt x="10419841" y="2781046"/>
                  </a:lnTo>
                  <a:close/>
                </a:path>
                <a:path w="10424160" h="5213350">
                  <a:moveTo>
                    <a:pt x="10419841" y="2819146"/>
                  </a:moveTo>
                  <a:lnTo>
                    <a:pt x="10409428" y="2819146"/>
                  </a:lnTo>
                  <a:lnTo>
                    <a:pt x="10405110" y="2823464"/>
                  </a:lnTo>
                  <a:lnTo>
                    <a:pt x="10405110" y="2834005"/>
                  </a:lnTo>
                  <a:lnTo>
                    <a:pt x="10409428" y="2838196"/>
                  </a:lnTo>
                  <a:lnTo>
                    <a:pt x="10419841" y="2838196"/>
                  </a:lnTo>
                  <a:lnTo>
                    <a:pt x="10424160" y="2834005"/>
                  </a:lnTo>
                  <a:lnTo>
                    <a:pt x="10424160" y="2823464"/>
                  </a:lnTo>
                  <a:lnTo>
                    <a:pt x="10419841" y="2819146"/>
                  </a:lnTo>
                  <a:close/>
                </a:path>
                <a:path w="10424160" h="5213350">
                  <a:moveTo>
                    <a:pt x="10419841" y="2857246"/>
                  </a:moveTo>
                  <a:lnTo>
                    <a:pt x="10409428" y="2857246"/>
                  </a:lnTo>
                  <a:lnTo>
                    <a:pt x="10405110" y="2861564"/>
                  </a:lnTo>
                  <a:lnTo>
                    <a:pt x="10405110" y="2872105"/>
                  </a:lnTo>
                  <a:lnTo>
                    <a:pt x="10409428" y="2876423"/>
                  </a:lnTo>
                  <a:lnTo>
                    <a:pt x="10419841" y="2876423"/>
                  </a:lnTo>
                  <a:lnTo>
                    <a:pt x="10424160" y="2872105"/>
                  </a:lnTo>
                  <a:lnTo>
                    <a:pt x="10424160" y="2861564"/>
                  </a:lnTo>
                  <a:lnTo>
                    <a:pt x="10419841" y="2857246"/>
                  </a:lnTo>
                  <a:close/>
                </a:path>
                <a:path w="10424160" h="5213350">
                  <a:moveTo>
                    <a:pt x="10419841" y="2895473"/>
                  </a:moveTo>
                  <a:lnTo>
                    <a:pt x="10409428" y="2895473"/>
                  </a:lnTo>
                  <a:lnTo>
                    <a:pt x="10405110" y="2899664"/>
                  </a:lnTo>
                  <a:lnTo>
                    <a:pt x="10405110" y="2910205"/>
                  </a:lnTo>
                  <a:lnTo>
                    <a:pt x="10409428" y="2914523"/>
                  </a:lnTo>
                  <a:lnTo>
                    <a:pt x="10419841" y="2914523"/>
                  </a:lnTo>
                  <a:lnTo>
                    <a:pt x="10424160" y="2910205"/>
                  </a:lnTo>
                  <a:lnTo>
                    <a:pt x="10424160" y="2899664"/>
                  </a:lnTo>
                  <a:lnTo>
                    <a:pt x="10419841" y="2895473"/>
                  </a:lnTo>
                  <a:close/>
                </a:path>
                <a:path w="10424160" h="5213350">
                  <a:moveTo>
                    <a:pt x="10419841" y="2933573"/>
                  </a:moveTo>
                  <a:lnTo>
                    <a:pt x="10409428" y="2933573"/>
                  </a:lnTo>
                  <a:lnTo>
                    <a:pt x="10405110" y="2937764"/>
                  </a:lnTo>
                  <a:lnTo>
                    <a:pt x="10405110" y="2948305"/>
                  </a:lnTo>
                  <a:lnTo>
                    <a:pt x="10409428" y="2952623"/>
                  </a:lnTo>
                  <a:lnTo>
                    <a:pt x="10419841" y="2952623"/>
                  </a:lnTo>
                  <a:lnTo>
                    <a:pt x="10424160" y="2948305"/>
                  </a:lnTo>
                  <a:lnTo>
                    <a:pt x="10424160" y="2937764"/>
                  </a:lnTo>
                  <a:lnTo>
                    <a:pt x="10419841" y="2933573"/>
                  </a:lnTo>
                  <a:close/>
                </a:path>
                <a:path w="10424160" h="5213350">
                  <a:moveTo>
                    <a:pt x="10419841" y="2971673"/>
                  </a:moveTo>
                  <a:lnTo>
                    <a:pt x="10409428" y="2971673"/>
                  </a:lnTo>
                  <a:lnTo>
                    <a:pt x="10405110" y="2975864"/>
                  </a:lnTo>
                  <a:lnTo>
                    <a:pt x="10405110" y="2986405"/>
                  </a:lnTo>
                  <a:lnTo>
                    <a:pt x="10409428" y="2990723"/>
                  </a:lnTo>
                  <a:lnTo>
                    <a:pt x="10419841" y="2990723"/>
                  </a:lnTo>
                  <a:lnTo>
                    <a:pt x="10424160" y="2986405"/>
                  </a:lnTo>
                  <a:lnTo>
                    <a:pt x="10424160" y="2975864"/>
                  </a:lnTo>
                  <a:lnTo>
                    <a:pt x="10419841" y="2971673"/>
                  </a:lnTo>
                  <a:close/>
                </a:path>
                <a:path w="10424160" h="5213350">
                  <a:moveTo>
                    <a:pt x="10419841" y="3009773"/>
                  </a:moveTo>
                  <a:lnTo>
                    <a:pt x="10409428" y="3009773"/>
                  </a:lnTo>
                  <a:lnTo>
                    <a:pt x="10405110" y="3014091"/>
                  </a:lnTo>
                  <a:lnTo>
                    <a:pt x="10405110" y="3024632"/>
                  </a:lnTo>
                  <a:lnTo>
                    <a:pt x="10409428" y="3028823"/>
                  </a:lnTo>
                  <a:lnTo>
                    <a:pt x="10419841" y="3028823"/>
                  </a:lnTo>
                  <a:lnTo>
                    <a:pt x="10424160" y="3024632"/>
                  </a:lnTo>
                  <a:lnTo>
                    <a:pt x="10424160" y="3014091"/>
                  </a:lnTo>
                  <a:lnTo>
                    <a:pt x="10419841" y="3009773"/>
                  </a:lnTo>
                  <a:close/>
                </a:path>
                <a:path w="10424160" h="5213350">
                  <a:moveTo>
                    <a:pt x="10419841" y="3047873"/>
                  </a:moveTo>
                  <a:lnTo>
                    <a:pt x="10409428" y="3047873"/>
                  </a:lnTo>
                  <a:lnTo>
                    <a:pt x="10405110" y="3052191"/>
                  </a:lnTo>
                  <a:lnTo>
                    <a:pt x="10405110" y="3062732"/>
                  </a:lnTo>
                  <a:lnTo>
                    <a:pt x="10409428" y="3066923"/>
                  </a:lnTo>
                  <a:lnTo>
                    <a:pt x="10419841" y="3066923"/>
                  </a:lnTo>
                  <a:lnTo>
                    <a:pt x="10424160" y="3062732"/>
                  </a:lnTo>
                  <a:lnTo>
                    <a:pt x="10424160" y="3052191"/>
                  </a:lnTo>
                  <a:lnTo>
                    <a:pt x="10419841" y="3047873"/>
                  </a:lnTo>
                  <a:close/>
                </a:path>
                <a:path w="10424160" h="5213350">
                  <a:moveTo>
                    <a:pt x="10419841" y="3085973"/>
                  </a:moveTo>
                  <a:lnTo>
                    <a:pt x="10409428" y="3085973"/>
                  </a:lnTo>
                  <a:lnTo>
                    <a:pt x="10405110" y="3090291"/>
                  </a:lnTo>
                  <a:lnTo>
                    <a:pt x="10405110" y="3100832"/>
                  </a:lnTo>
                  <a:lnTo>
                    <a:pt x="10409428" y="3105023"/>
                  </a:lnTo>
                  <a:lnTo>
                    <a:pt x="10419841" y="3105023"/>
                  </a:lnTo>
                  <a:lnTo>
                    <a:pt x="10424160" y="3100832"/>
                  </a:lnTo>
                  <a:lnTo>
                    <a:pt x="10424160" y="3090291"/>
                  </a:lnTo>
                  <a:lnTo>
                    <a:pt x="10419841" y="3085973"/>
                  </a:lnTo>
                  <a:close/>
                </a:path>
                <a:path w="10424160" h="5213350">
                  <a:moveTo>
                    <a:pt x="10419841" y="3124073"/>
                  </a:moveTo>
                  <a:lnTo>
                    <a:pt x="10409428" y="3124073"/>
                  </a:lnTo>
                  <a:lnTo>
                    <a:pt x="10405110" y="3128391"/>
                  </a:lnTo>
                  <a:lnTo>
                    <a:pt x="10405110" y="3138932"/>
                  </a:lnTo>
                  <a:lnTo>
                    <a:pt x="10409428" y="3143250"/>
                  </a:lnTo>
                  <a:lnTo>
                    <a:pt x="10419841" y="3143250"/>
                  </a:lnTo>
                  <a:lnTo>
                    <a:pt x="10424160" y="3138932"/>
                  </a:lnTo>
                  <a:lnTo>
                    <a:pt x="10424160" y="3133725"/>
                  </a:lnTo>
                  <a:lnTo>
                    <a:pt x="10411460" y="3133725"/>
                  </a:lnTo>
                  <a:lnTo>
                    <a:pt x="10411460" y="3133598"/>
                  </a:lnTo>
                  <a:lnTo>
                    <a:pt x="10424160" y="3133598"/>
                  </a:lnTo>
                  <a:lnTo>
                    <a:pt x="10424160" y="3128391"/>
                  </a:lnTo>
                  <a:lnTo>
                    <a:pt x="10419841" y="3124073"/>
                  </a:lnTo>
                  <a:close/>
                </a:path>
                <a:path w="10424160" h="5213350">
                  <a:moveTo>
                    <a:pt x="10424160" y="3133598"/>
                  </a:moveTo>
                  <a:lnTo>
                    <a:pt x="10417810" y="3133598"/>
                  </a:lnTo>
                  <a:lnTo>
                    <a:pt x="10417810" y="3133725"/>
                  </a:lnTo>
                  <a:lnTo>
                    <a:pt x="10424160" y="3133725"/>
                  </a:lnTo>
                  <a:lnTo>
                    <a:pt x="10424160" y="3133598"/>
                  </a:lnTo>
                  <a:close/>
                </a:path>
                <a:path w="10424160" h="5213350">
                  <a:moveTo>
                    <a:pt x="10419841" y="3162300"/>
                  </a:moveTo>
                  <a:lnTo>
                    <a:pt x="10409428" y="3162300"/>
                  </a:lnTo>
                  <a:lnTo>
                    <a:pt x="10405110" y="3166491"/>
                  </a:lnTo>
                  <a:lnTo>
                    <a:pt x="10405110" y="3177032"/>
                  </a:lnTo>
                  <a:lnTo>
                    <a:pt x="10409428" y="3181350"/>
                  </a:lnTo>
                  <a:lnTo>
                    <a:pt x="10419841" y="3181350"/>
                  </a:lnTo>
                  <a:lnTo>
                    <a:pt x="10424160" y="3177032"/>
                  </a:lnTo>
                  <a:lnTo>
                    <a:pt x="10424160" y="3166491"/>
                  </a:lnTo>
                  <a:lnTo>
                    <a:pt x="10419841" y="3162300"/>
                  </a:lnTo>
                  <a:close/>
                </a:path>
                <a:path w="10424160" h="5213350">
                  <a:moveTo>
                    <a:pt x="10419841" y="3200400"/>
                  </a:moveTo>
                  <a:lnTo>
                    <a:pt x="10409428" y="3200400"/>
                  </a:lnTo>
                  <a:lnTo>
                    <a:pt x="10405110" y="3204591"/>
                  </a:lnTo>
                  <a:lnTo>
                    <a:pt x="10405110" y="3215132"/>
                  </a:lnTo>
                  <a:lnTo>
                    <a:pt x="10409428" y="3219450"/>
                  </a:lnTo>
                  <a:lnTo>
                    <a:pt x="10419841" y="3219450"/>
                  </a:lnTo>
                  <a:lnTo>
                    <a:pt x="10424160" y="3215132"/>
                  </a:lnTo>
                  <a:lnTo>
                    <a:pt x="10424160" y="3204591"/>
                  </a:lnTo>
                  <a:lnTo>
                    <a:pt x="10419841" y="3200400"/>
                  </a:lnTo>
                  <a:close/>
                </a:path>
                <a:path w="10424160" h="5213350">
                  <a:moveTo>
                    <a:pt x="10419841" y="3238500"/>
                  </a:moveTo>
                  <a:lnTo>
                    <a:pt x="10409428" y="3238500"/>
                  </a:lnTo>
                  <a:lnTo>
                    <a:pt x="10405110" y="3242818"/>
                  </a:lnTo>
                  <a:lnTo>
                    <a:pt x="10405110" y="3253359"/>
                  </a:lnTo>
                  <a:lnTo>
                    <a:pt x="10409428" y="3257550"/>
                  </a:lnTo>
                  <a:lnTo>
                    <a:pt x="10419841" y="3257550"/>
                  </a:lnTo>
                  <a:lnTo>
                    <a:pt x="10424160" y="3253359"/>
                  </a:lnTo>
                  <a:lnTo>
                    <a:pt x="10424160" y="3242818"/>
                  </a:lnTo>
                  <a:lnTo>
                    <a:pt x="10419841" y="3238500"/>
                  </a:lnTo>
                  <a:close/>
                </a:path>
                <a:path w="10424160" h="5213350">
                  <a:moveTo>
                    <a:pt x="10419841" y="3276600"/>
                  </a:moveTo>
                  <a:lnTo>
                    <a:pt x="10409428" y="3276600"/>
                  </a:lnTo>
                  <a:lnTo>
                    <a:pt x="10405110" y="3280918"/>
                  </a:lnTo>
                  <a:lnTo>
                    <a:pt x="10405110" y="3291459"/>
                  </a:lnTo>
                  <a:lnTo>
                    <a:pt x="10409428" y="3295650"/>
                  </a:lnTo>
                  <a:lnTo>
                    <a:pt x="10419841" y="3295650"/>
                  </a:lnTo>
                  <a:lnTo>
                    <a:pt x="10424160" y="3291459"/>
                  </a:lnTo>
                  <a:lnTo>
                    <a:pt x="10424160" y="3280918"/>
                  </a:lnTo>
                  <a:lnTo>
                    <a:pt x="10419841" y="3276600"/>
                  </a:lnTo>
                  <a:close/>
                </a:path>
                <a:path w="10424160" h="5213350">
                  <a:moveTo>
                    <a:pt x="10419841" y="3314700"/>
                  </a:moveTo>
                  <a:lnTo>
                    <a:pt x="10409428" y="3314700"/>
                  </a:lnTo>
                  <a:lnTo>
                    <a:pt x="10405110" y="3319018"/>
                  </a:lnTo>
                  <a:lnTo>
                    <a:pt x="10405110" y="3329559"/>
                  </a:lnTo>
                  <a:lnTo>
                    <a:pt x="10409428" y="3333750"/>
                  </a:lnTo>
                  <a:lnTo>
                    <a:pt x="10419841" y="3333750"/>
                  </a:lnTo>
                  <a:lnTo>
                    <a:pt x="10424160" y="3329559"/>
                  </a:lnTo>
                  <a:lnTo>
                    <a:pt x="10424160" y="3319018"/>
                  </a:lnTo>
                  <a:lnTo>
                    <a:pt x="10419841" y="3314700"/>
                  </a:lnTo>
                  <a:close/>
                </a:path>
                <a:path w="10424160" h="5213350">
                  <a:moveTo>
                    <a:pt x="10419841" y="3352800"/>
                  </a:moveTo>
                  <a:lnTo>
                    <a:pt x="10409428" y="3352800"/>
                  </a:lnTo>
                  <a:lnTo>
                    <a:pt x="10405110" y="3357118"/>
                  </a:lnTo>
                  <a:lnTo>
                    <a:pt x="10405110" y="3367659"/>
                  </a:lnTo>
                  <a:lnTo>
                    <a:pt x="10409428" y="3371977"/>
                  </a:lnTo>
                  <a:lnTo>
                    <a:pt x="10419841" y="3371977"/>
                  </a:lnTo>
                  <a:lnTo>
                    <a:pt x="10424160" y="3367659"/>
                  </a:lnTo>
                  <a:lnTo>
                    <a:pt x="10424160" y="3357118"/>
                  </a:lnTo>
                  <a:lnTo>
                    <a:pt x="10419841" y="3352800"/>
                  </a:lnTo>
                  <a:close/>
                </a:path>
                <a:path w="10424160" h="5213350">
                  <a:moveTo>
                    <a:pt x="10419841" y="3391027"/>
                  </a:moveTo>
                  <a:lnTo>
                    <a:pt x="10409428" y="3391027"/>
                  </a:lnTo>
                  <a:lnTo>
                    <a:pt x="10405110" y="3395218"/>
                  </a:lnTo>
                  <a:lnTo>
                    <a:pt x="10405110" y="3405759"/>
                  </a:lnTo>
                  <a:lnTo>
                    <a:pt x="10409428" y="3410077"/>
                  </a:lnTo>
                  <a:lnTo>
                    <a:pt x="10419841" y="3410077"/>
                  </a:lnTo>
                  <a:lnTo>
                    <a:pt x="10424160" y="3405759"/>
                  </a:lnTo>
                  <a:lnTo>
                    <a:pt x="10424160" y="3395218"/>
                  </a:lnTo>
                  <a:lnTo>
                    <a:pt x="10419841" y="3391027"/>
                  </a:lnTo>
                  <a:close/>
                </a:path>
                <a:path w="10424160" h="5213350">
                  <a:moveTo>
                    <a:pt x="10419841" y="3429127"/>
                  </a:moveTo>
                  <a:lnTo>
                    <a:pt x="10409428" y="3429127"/>
                  </a:lnTo>
                  <a:lnTo>
                    <a:pt x="10405110" y="3433318"/>
                  </a:lnTo>
                  <a:lnTo>
                    <a:pt x="10405110" y="3443859"/>
                  </a:lnTo>
                  <a:lnTo>
                    <a:pt x="10409428" y="3448177"/>
                  </a:lnTo>
                  <a:lnTo>
                    <a:pt x="10419841" y="3448177"/>
                  </a:lnTo>
                  <a:lnTo>
                    <a:pt x="10424160" y="3443859"/>
                  </a:lnTo>
                  <a:lnTo>
                    <a:pt x="10424160" y="3433318"/>
                  </a:lnTo>
                  <a:lnTo>
                    <a:pt x="10419841" y="3429127"/>
                  </a:lnTo>
                  <a:close/>
                </a:path>
                <a:path w="10424160" h="5213350">
                  <a:moveTo>
                    <a:pt x="10419841" y="3467227"/>
                  </a:moveTo>
                  <a:lnTo>
                    <a:pt x="10409428" y="3467227"/>
                  </a:lnTo>
                  <a:lnTo>
                    <a:pt x="10405110" y="3471418"/>
                  </a:lnTo>
                  <a:lnTo>
                    <a:pt x="10405110" y="3481959"/>
                  </a:lnTo>
                  <a:lnTo>
                    <a:pt x="10409428" y="3486277"/>
                  </a:lnTo>
                  <a:lnTo>
                    <a:pt x="10419841" y="3486277"/>
                  </a:lnTo>
                  <a:lnTo>
                    <a:pt x="10424160" y="3481959"/>
                  </a:lnTo>
                  <a:lnTo>
                    <a:pt x="10424160" y="3471418"/>
                  </a:lnTo>
                  <a:lnTo>
                    <a:pt x="10419841" y="3467227"/>
                  </a:lnTo>
                  <a:close/>
                </a:path>
                <a:path w="10424160" h="5213350">
                  <a:moveTo>
                    <a:pt x="10419841" y="3505327"/>
                  </a:moveTo>
                  <a:lnTo>
                    <a:pt x="10409428" y="3505327"/>
                  </a:lnTo>
                  <a:lnTo>
                    <a:pt x="10405110" y="3509645"/>
                  </a:lnTo>
                  <a:lnTo>
                    <a:pt x="10405110" y="3520186"/>
                  </a:lnTo>
                  <a:lnTo>
                    <a:pt x="10409428" y="3524377"/>
                  </a:lnTo>
                  <a:lnTo>
                    <a:pt x="10419841" y="3524377"/>
                  </a:lnTo>
                  <a:lnTo>
                    <a:pt x="10424160" y="3520186"/>
                  </a:lnTo>
                  <a:lnTo>
                    <a:pt x="10424160" y="3509645"/>
                  </a:lnTo>
                  <a:lnTo>
                    <a:pt x="10419841" y="3505327"/>
                  </a:lnTo>
                  <a:close/>
                </a:path>
                <a:path w="10424160" h="5213350">
                  <a:moveTo>
                    <a:pt x="10419841" y="3543427"/>
                  </a:moveTo>
                  <a:lnTo>
                    <a:pt x="10409428" y="3543427"/>
                  </a:lnTo>
                  <a:lnTo>
                    <a:pt x="10405110" y="3547745"/>
                  </a:lnTo>
                  <a:lnTo>
                    <a:pt x="10405110" y="3558286"/>
                  </a:lnTo>
                  <a:lnTo>
                    <a:pt x="10409428" y="3562477"/>
                  </a:lnTo>
                  <a:lnTo>
                    <a:pt x="10419841" y="3562477"/>
                  </a:lnTo>
                  <a:lnTo>
                    <a:pt x="10424160" y="3558286"/>
                  </a:lnTo>
                  <a:lnTo>
                    <a:pt x="10424160" y="3547745"/>
                  </a:lnTo>
                  <a:lnTo>
                    <a:pt x="10419841" y="3543427"/>
                  </a:lnTo>
                  <a:close/>
                </a:path>
                <a:path w="10424160" h="5213350">
                  <a:moveTo>
                    <a:pt x="10419841" y="3581527"/>
                  </a:moveTo>
                  <a:lnTo>
                    <a:pt x="10409428" y="3581527"/>
                  </a:lnTo>
                  <a:lnTo>
                    <a:pt x="10405110" y="3585845"/>
                  </a:lnTo>
                  <a:lnTo>
                    <a:pt x="10405110" y="3596386"/>
                  </a:lnTo>
                  <a:lnTo>
                    <a:pt x="10409428" y="3600577"/>
                  </a:lnTo>
                  <a:lnTo>
                    <a:pt x="10419841" y="3600577"/>
                  </a:lnTo>
                  <a:lnTo>
                    <a:pt x="10424160" y="3596386"/>
                  </a:lnTo>
                  <a:lnTo>
                    <a:pt x="10424160" y="3585845"/>
                  </a:lnTo>
                  <a:lnTo>
                    <a:pt x="10419841" y="3581527"/>
                  </a:lnTo>
                  <a:close/>
                </a:path>
                <a:path w="10424160" h="5213350">
                  <a:moveTo>
                    <a:pt x="10419841" y="3619627"/>
                  </a:moveTo>
                  <a:lnTo>
                    <a:pt x="10409428" y="3619627"/>
                  </a:lnTo>
                  <a:lnTo>
                    <a:pt x="10405110" y="3623945"/>
                  </a:lnTo>
                  <a:lnTo>
                    <a:pt x="10405110" y="3634486"/>
                  </a:lnTo>
                  <a:lnTo>
                    <a:pt x="10409428" y="3638804"/>
                  </a:lnTo>
                  <a:lnTo>
                    <a:pt x="10419841" y="3638804"/>
                  </a:lnTo>
                  <a:lnTo>
                    <a:pt x="10424160" y="3634486"/>
                  </a:lnTo>
                  <a:lnTo>
                    <a:pt x="10424160" y="3623945"/>
                  </a:lnTo>
                  <a:lnTo>
                    <a:pt x="10419841" y="3619627"/>
                  </a:lnTo>
                  <a:close/>
                </a:path>
                <a:path w="10424160" h="5213350">
                  <a:moveTo>
                    <a:pt x="10419841" y="3657854"/>
                  </a:moveTo>
                  <a:lnTo>
                    <a:pt x="10409428" y="3657854"/>
                  </a:lnTo>
                  <a:lnTo>
                    <a:pt x="10405110" y="3662045"/>
                  </a:lnTo>
                  <a:lnTo>
                    <a:pt x="10405110" y="3672586"/>
                  </a:lnTo>
                  <a:lnTo>
                    <a:pt x="10409428" y="3676904"/>
                  </a:lnTo>
                  <a:lnTo>
                    <a:pt x="10419841" y="3676904"/>
                  </a:lnTo>
                  <a:lnTo>
                    <a:pt x="10424160" y="3672586"/>
                  </a:lnTo>
                  <a:lnTo>
                    <a:pt x="10424160" y="3662045"/>
                  </a:lnTo>
                  <a:lnTo>
                    <a:pt x="10419841" y="3657854"/>
                  </a:lnTo>
                  <a:close/>
                </a:path>
                <a:path w="10424160" h="5213350">
                  <a:moveTo>
                    <a:pt x="10419841" y="3695954"/>
                  </a:moveTo>
                  <a:lnTo>
                    <a:pt x="10409428" y="3695954"/>
                  </a:lnTo>
                  <a:lnTo>
                    <a:pt x="10405110" y="3700145"/>
                  </a:lnTo>
                  <a:lnTo>
                    <a:pt x="10405110" y="3710686"/>
                  </a:lnTo>
                  <a:lnTo>
                    <a:pt x="10409428" y="3715004"/>
                  </a:lnTo>
                  <a:lnTo>
                    <a:pt x="10419841" y="3715004"/>
                  </a:lnTo>
                  <a:lnTo>
                    <a:pt x="10424160" y="3710686"/>
                  </a:lnTo>
                  <a:lnTo>
                    <a:pt x="10424160" y="3700145"/>
                  </a:lnTo>
                  <a:lnTo>
                    <a:pt x="10419841" y="3695954"/>
                  </a:lnTo>
                  <a:close/>
                </a:path>
                <a:path w="10424160" h="5213350">
                  <a:moveTo>
                    <a:pt x="10419841" y="3734054"/>
                  </a:moveTo>
                  <a:lnTo>
                    <a:pt x="10409428" y="3734054"/>
                  </a:lnTo>
                  <a:lnTo>
                    <a:pt x="10405110" y="3738245"/>
                  </a:lnTo>
                  <a:lnTo>
                    <a:pt x="10405110" y="3748786"/>
                  </a:lnTo>
                  <a:lnTo>
                    <a:pt x="10409428" y="3753104"/>
                  </a:lnTo>
                  <a:lnTo>
                    <a:pt x="10419841" y="3753104"/>
                  </a:lnTo>
                  <a:lnTo>
                    <a:pt x="10424160" y="3748786"/>
                  </a:lnTo>
                  <a:lnTo>
                    <a:pt x="10424160" y="3738245"/>
                  </a:lnTo>
                  <a:lnTo>
                    <a:pt x="10419841" y="3734054"/>
                  </a:lnTo>
                  <a:close/>
                </a:path>
                <a:path w="10424160" h="5213350">
                  <a:moveTo>
                    <a:pt x="10419841" y="3772154"/>
                  </a:moveTo>
                  <a:lnTo>
                    <a:pt x="10409428" y="3772154"/>
                  </a:lnTo>
                  <a:lnTo>
                    <a:pt x="10405110" y="3776472"/>
                  </a:lnTo>
                  <a:lnTo>
                    <a:pt x="10405110" y="3787013"/>
                  </a:lnTo>
                  <a:lnTo>
                    <a:pt x="10409428" y="3791204"/>
                  </a:lnTo>
                  <a:lnTo>
                    <a:pt x="10419841" y="3791204"/>
                  </a:lnTo>
                  <a:lnTo>
                    <a:pt x="10424160" y="3787013"/>
                  </a:lnTo>
                  <a:lnTo>
                    <a:pt x="10424160" y="3776472"/>
                  </a:lnTo>
                  <a:lnTo>
                    <a:pt x="10419841" y="3772154"/>
                  </a:lnTo>
                  <a:close/>
                </a:path>
                <a:path w="10424160" h="5213350">
                  <a:moveTo>
                    <a:pt x="10419841" y="3810254"/>
                  </a:moveTo>
                  <a:lnTo>
                    <a:pt x="10409428" y="3810254"/>
                  </a:lnTo>
                  <a:lnTo>
                    <a:pt x="10405110" y="3814572"/>
                  </a:lnTo>
                  <a:lnTo>
                    <a:pt x="10405110" y="3825113"/>
                  </a:lnTo>
                  <a:lnTo>
                    <a:pt x="10409428" y="3829304"/>
                  </a:lnTo>
                  <a:lnTo>
                    <a:pt x="10419841" y="3829304"/>
                  </a:lnTo>
                  <a:lnTo>
                    <a:pt x="10424160" y="3825113"/>
                  </a:lnTo>
                  <a:lnTo>
                    <a:pt x="10424160" y="3814572"/>
                  </a:lnTo>
                  <a:lnTo>
                    <a:pt x="10419841" y="3810254"/>
                  </a:lnTo>
                  <a:close/>
                </a:path>
                <a:path w="10424160" h="5213350">
                  <a:moveTo>
                    <a:pt x="10419841" y="3848354"/>
                  </a:moveTo>
                  <a:lnTo>
                    <a:pt x="10409428" y="3848354"/>
                  </a:lnTo>
                  <a:lnTo>
                    <a:pt x="10405110" y="3852672"/>
                  </a:lnTo>
                  <a:lnTo>
                    <a:pt x="10405110" y="3863213"/>
                  </a:lnTo>
                  <a:lnTo>
                    <a:pt x="10409428" y="3867531"/>
                  </a:lnTo>
                  <a:lnTo>
                    <a:pt x="10419841" y="3867531"/>
                  </a:lnTo>
                  <a:lnTo>
                    <a:pt x="10424160" y="3863213"/>
                  </a:lnTo>
                  <a:lnTo>
                    <a:pt x="10424160" y="3852672"/>
                  </a:lnTo>
                  <a:lnTo>
                    <a:pt x="10419841" y="3848354"/>
                  </a:lnTo>
                  <a:close/>
                </a:path>
                <a:path w="10424160" h="5213350">
                  <a:moveTo>
                    <a:pt x="10419841" y="3886581"/>
                  </a:moveTo>
                  <a:lnTo>
                    <a:pt x="10409428" y="3886581"/>
                  </a:lnTo>
                  <a:lnTo>
                    <a:pt x="10405110" y="3890772"/>
                  </a:lnTo>
                  <a:lnTo>
                    <a:pt x="10405110" y="3901313"/>
                  </a:lnTo>
                  <a:lnTo>
                    <a:pt x="10409428" y="3905631"/>
                  </a:lnTo>
                  <a:lnTo>
                    <a:pt x="10419841" y="3905631"/>
                  </a:lnTo>
                  <a:lnTo>
                    <a:pt x="10424160" y="3901313"/>
                  </a:lnTo>
                  <a:lnTo>
                    <a:pt x="10424160" y="3890772"/>
                  </a:lnTo>
                  <a:lnTo>
                    <a:pt x="10419841" y="3886581"/>
                  </a:lnTo>
                  <a:close/>
                </a:path>
                <a:path w="10424160" h="5213350">
                  <a:moveTo>
                    <a:pt x="10419841" y="3924681"/>
                  </a:moveTo>
                  <a:lnTo>
                    <a:pt x="10409428" y="3924681"/>
                  </a:lnTo>
                  <a:lnTo>
                    <a:pt x="10405110" y="3928872"/>
                  </a:lnTo>
                  <a:lnTo>
                    <a:pt x="10405110" y="3939413"/>
                  </a:lnTo>
                  <a:lnTo>
                    <a:pt x="10409428" y="3943731"/>
                  </a:lnTo>
                  <a:lnTo>
                    <a:pt x="10419841" y="3943731"/>
                  </a:lnTo>
                  <a:lnTo>
                    <a:pt x="10424160" y="3939413"/>
                  </a:lnTo>
                  <a:lnTo>
                    <a:pt x="10424160" y="3928872"/>
                  </a:lnTo>
                  <a:lnTo>
                    <a:pt x="10419841" y="3924681"/>
                  </a:lnTo>
                  <a:close/>
                </a:path>
                <a:path w="10424160" h="5213350">
                  <a:moveTo>
                    <a:pt x="10419841" y="3962781"/>
                  </a:moveTo>
                  <a:lnTo>
                    <a:pt x="10409428" y="3962781"/>
                  </a:lnTo>
                  <a:lnTo>
                    <a:pt x="10405110" y="3966972"/>
                  </a:lnTo>
                  <a:lnTo>
                    <a:pt x="10405110" y="3977513"/>
                  </a:lnTo>
                  <a:lnTo>
                    <a:pt x="10409428" y="3981831"/>
                  </a:lnTo>
                  <a:lnTo>
                    <a:pt x="10419841" y="3981831"/>
                  </a:lnTo>
                  <a:lnTo>
                    <a:pt x="10424160" y="3977513"/>
                  </a:lnTo>
                  <a:lnTo>
                    <a:pt x="10424160" y="3966972"/>
                  </a:lnTo>
                  <a:lnTo>
                    <a:pt x="10419841" y="3962781"/>
                  </a:lnTo>
                  <a:close/>
                </a:path>
                <a:path w="10424160" h="5213350">
                  <a:moveTo>
                    <a:pt x="10419841" y="4000881"/>
                  </a:moveTo>
                  <a:lnTo>
                    <a:pt x="10409428" y="4000881"/>
                  </a:lnTo>
                  <a:lnTo>
                    <a:pt x="10405110" y="4005199"/>
                  </a:lnTo>
                  <a:lnTo>
                    <a:pt x="10405110" y="4015740"/>
                  </a:lnTo>
                  <a:lnTo>
                    <a:pt x="10409428" y="4019931"/>
                  </a:lnTo>
                  <a:lnTo>
                    <a:pt x="10419841" y="4019931"/>
                  </a:lnTo>
                  <a:lnTo>
                    <a:pt x="10424160" y="4015740"/>
                  </a:lnTo>
                  <a:lnTo>
                    <a:pt x="10424160" y="4005199"/>
                  </a:lnTo>
                  <a:lnTo>
                    <a:pt x="10419841" y="4000881"/>
                  </a:lnTo>
                  <a:close/>
                </a:path>
                <a:path w="10424160" h="5213350">
                  <a:moveTo>
                    <a:pt x="10419841" y="4038981"/>
                  </a:moveTo>
                  <a:lnTo>
                    <a:pt x="10409428" y="4038981"/>
                  </a:lnTo>
                  <a:lnTo>
                    <a:pt x="10405110" y="4043299"/>
                  </a:lnTo>
                  <a:lnTo>
                    <a:pt x="10405110" y="4053840"/>
                  </a:lnTo>
                  <a:lnTo>
                    <a:pt x="10409428" y="4058031"/>
                  </a:lnTo>
                  <a:lnTo>
                    <a:pt x="10419841" y="4058031"/>
                  </a:lnTo>
                  <a:lnTo>
                    <a:pt x="10424160" y="4053840"/>
                  </a:lnTo>
                  <a:lnTo>
                    <a:pt x="10424160" y="4043299"/>
                  </a:lnTo>
                  <a:lnTo>
                    <a:pt x="10419841" y="4038981"/>
                  </a:lnTo>
                  <a:close/>
                </a:path>
                <a:path w="10424160" h="5213350">
                  <a:moveTo>
                    <a:pt x="10419841" y="4077081"/>
                  </a:moveTo>
                  <a:lnTo>
                    <a:pt x="10409428" y="4077081"/>
                  </a:lnTo>
                  <a:lnTo>
                    <a:pt x="10405110" y="4081399"/>
                  </a:lnTo>
                  <a:lnTo>
                    <a:pt x="10405110" y="4091940"/>
                  </a:lnTo>
                  <a:lnTo>
                    <a:pt x="10409428" y="4096131"/>
                  </a:lnTo>
                  <a:lnTo>
                    <a:pt x="10419841" y="4096131"/>
                  </a:lnTo>
                  <a:lnTo>
                    <a:pt x="10424160" y="4091940"/>
                  </a:lnTo>
                  <a:lnTo>
                    <a:pt x="10424160" y="4081399"/>
                  </a:lnTo>
                  <a:lnTo>
                    <a:pt x="10419841" y="4077081"/>
                  </a:lnTo>
                  <a:close/>
                </a:path>
                <a:path w="10424160" h="5213350">
                  <a:moveTo>
                    <a:pt x="10419841" y="4115181"/>
                  </a:moveTo>
                  <a:lnTo>
                    <a:pt x="10409428" y="4115181"/>
                  </a:lnTo>
                  <a:lnTo>
                    <a:pt x="10405110" y="4119499"/>
                  </a:lnTo>
                  <a:lnTo>
                    <a:pt x="10405110" y="4130040"/>
                  </a:lnTo>
                  <a:lnTo>
                    <a:pt x="10409428" y="4134358"/>
                  </a:lnTo>
                  <a:lnTo>
                    <a:pt x="10419841" y="4134358"/>
                  </a:lnTo>
                  <a:lnTo>
                    <a:pt x="10424160" y="4130040"/>
                  </a:lnTo>
                  <a:lnTo>
                    <a:pt x="10424160" y="4124833"/>
                  </a:lnTo>
                  <a:lnTo>
                    <a:pt x="10411460" y="4124833"/>
                  </a:lnTo>
                  <a:lnTo>
                    <a:pt x="10424160" y="4124706"/>
                  </a:lnTo>
                  <a:lnTo>
                    <a:pt x="10424160" y="4119499"/>
                  </a:lnTo>
                  <a:lnTo>
                    <a:pt x="10419841" y="4115181"/>
                  </a:lnTo>
                  <a:close/>
                </a:path>
                <a:path w="10424160" h="5213350">
                  <a:moveTo>
                    <a:pt x="10424160" y="4124706"/>
                  </a:moveTo>
                  <a:lnTo>
                    <a:pt x="10417810" y="4124706"/>
                  </a:lnTo>
                  <a:lnTo>
                    <a:pt x="10424160" y="4124833"/>
                  </a:lnTo>
                  <a:close/>
                </a:path>
                <a:path w="10424160" h="5213350">
                  <a:moveTo>
                    <a:pt x="10419841" y="4153408"/>
                  </a:moveTo>
                  <a:lnTo>
                    <a:pt x="10409428" y="4153408"/>
                  </a:lnTo>
                  <a:lnTo>
                    <a:pt x="10405110" y="4157599"/>
                  </a:lnTo>
                  <a:lnTo>
                    <a:pt x="10405110" y="4168140"/>
                  </a:lnTo>
                  <a:lnTo>
                    <a:pt x="10409428" y="4172458"/>
                  </a:lnTo>
                  <a:lnTo>
                    <a:pt x="10419841" y="4172458"/>
                  </a:lnTo>
                  <a:lnTo>
                    <a:pt x="10424160" y="4168140"/>
                  </a:lnTo>
                  <a:lnTo>
                    <a:pt x="10424160" y="4157599"/>
                  </a:lnTo>
                  <a:lnTo>
                    <a:pt x="10419841" y="4153408"/>
                  </a:lnTo>
                  <a:close/>
                </a:path>
                <a:path w="10424160" h="5213350">
                  <a:moveTo>
                    <a:pt x="10419841" y="4191469"/>
                  </a:moveTo>
                  <a:lnTo>
                    <a:pt x="10409428" y="4191469"/>
                  </a:lnTo>
                  <a:lnTo>
                    <a:pt x="10405110" y="4195737"/>
                  </a:lnTo>
                  <a:lnTo>
                    <a:pt x="10405110" y="4206278"/>
                  </a:lnTo>
                  <a:lnTo>
                    <a:pt x="10409428" y="4210545"/>
                  </a:lnTo>
                  <a:lnTo>
                    <a:pt x="10419841" y="4210545"/>
                  </a:lnTo>
                  <a:lnTo>
                    <a:pt x="10424160" y="4206278"/>
                  </a:lnTo>
                  <a:lnTo>
                    <a:pt x="10424160" y="4195737"/>
                  </a:lnTo>
                  <a:lnTo>
                    <a:pt x="10419841" y="4191469"/>
                  </a:lnTo>
                  <a:close/>
                </a:path>
                <a:path w="10424160" h="5213350">
                  <a:moveTo>
                    <a:pt x="10419841" y="4229595"/>
                  </a:moveTo>
                  <a:lnTo>
                    <a:pt x="10409428" y="4229595"/>
                  </a:lnTo>
                  <a:lnTo>
                    <a:pt x="10405110" y="4233862"/>
                  </a:lnTo>
                  <a:lnTo>
                    <a:pt x="10405110" y="4244403"/>
                  </a:lnTo>
                  <a:lnTo>
                    <a:pt x="10409428" y="4248658"/>
                  </a:lnTo>
                  <a:lnTo>
                    <a:pt x="10419841" y="4248658"/>
                  </a:lnTo>
                  <a:lnTo>
                    <a:pt x="10424160" y="4244403"/>
                  </a:lnTo>
                  <a:lnTo>
                    <a:pt x="10424160" y="4233862"/>
                  </a:lnTo>
                  <a:lnTo>
                    <a:pt x="10419841" y="4229595"/>
                  </a:lnTo>
                  <a:close/>
                </a:path>
                <a:path w="10424160" h="5213350">
                  <a:moveTo>
                    <a:pt x="10419841" y="4267708"/>
                  </a:moveTo>
                  <a:lnTo>
                    <a:pt x="10409428" y="4267708"/>
                  </a:lnTo>
                  <a:lnTo>
                    <a:pt x="10405110" y="4271975"/>
                  </a:lnTo>
                  <a:lnTo>
                    <a:pt x="10405110" y="4282516"/>
                  </a:lnTo>
                  <a:lnTo>
                    <a:pt x="10409428" y="4286783"/>
                  </a:lnTo>
                  <a:lnTo>
                    <a:pt x="10419841" y="4286783"/>
                  </a:lnTo>
                  <a:lnTo>
                    <a:pt x="10424160" y="4282516"/>
                  </a:lnTo>
                  <a:lnTo>
                    <a:pt x="10424160" y="4271975"/>
                  </a:lnTo>
                  <a:lnTo>
                    <a:pt x="10419841" y="4267708"/>
                  </a:lnTo>
                  <a:close/>
                </a:path>
                <a:path w="10424160" h="5213350">
                  <a:moveTo>
                    <a:pt x="10419841" y="4305833"/>
                  </a:moveTo>
                  <a:lnTo>
                    <a:pt x="10409428" y="4305833"/>
                  </a:lnTo>
                  <a:lnTo>
                    <a:pt x="10405110" y="4310100"/>
                  </a:lnTo>
                  <a:lnTo>
                    <a:pt x="10405110" y="4320641"/>
                  </a:lnTo>
                  <a:lnTo>
                    <a:pt x="10409428" y="4324908"/>
                  </a:lnTo>
                  <a:lnTo>
                    <a:pt x="10419841" y="4324908"/>
                  </a:lnTo>
                  <a:lnTo>
                    <a:pt x="10424160" y="4320641"/>
                  </a:lnTo>
                  <a:lnTo>
                    <a:pt x="10424160" y="4310100"/>
                  </a:lnTo>
                  <a:lnTo>
                    <a:pt x="10419841" y="4305833"/>
                  </a:lnTo>
                  <a:close/>
                </a:path>
                <a:path w="10424160" h="5213350">
                  <a:moveTo>
                    <a:pt x="10419841" y="4343958"/>
                  </a:moveTo>
                  <a:lnTo>
                    <a:pt x="10409428" y="4343958"/>
                  </a:lnTo>
                  <a:lnTo>
                    <a:pt x="10405110" y="4348213"/>
                  </a:lnTo>
                  <a:lnTo>
                    <a:pt x="10405110" y="4358754"/>
                  </a:lnTo>
                  <a:lnTo>
                    <a:pt x="10409428" y="4363021"/>
                  </a:lnTo>
                  <a:lnTo>
                    <a:pt x="10419841" y="4363021"/>
                  </a:lnTo>
                  <a:lnTo>
                    <a:pt x="10424160" y="4358754"/>
                  </a:lnTo>
                  <a:lnTo>
                    <a:pt x="10424160" y="4348213"/>
                  </a:lnTo>
                  <a:lnTo>
                    <a:pt x="10419841" y="4343958"/>
                  </a:lnTo>
                  <a:close/>
                </a:path>
                <a:path w="10424160" h="5213350">
                  <a:moveTo>
                    <a:pt x="10419841" y="4382071"/>
                  </a:moveTo>
                  <a:lnTo>
                    <a:pt x="10409428" y="4382071"/>
                  </a:lnTo>
                  <a:lnTo>
                    <a:pt x="10405110" y="4386338"/>
                  </a:lnTo>
                  <a:lnTo>
                    <a:pt x="10405110" y="4396879"/>
                  </a:lnTo>
                  <a:lnTo>
                    <a:pt x="10409428" y="4401146"/>
                  </a:lnTo>
                  <a:lnTo>
                    <a:pt x="10419841" y="4401146"/>
                  </a:lnTo>
                  <a:lnTo>
                    <a:pt x="10424160" y="4396879"/>
                  </a:lnTo>
                  <a:lnTo>
                    <a:pt x="10424160" y="4386338"/>
                  </a:lnTo>
                  <a:lnTo>
                    <a:pt x="10419841" y="4382071"/>
                  </a:lnTo>
                  <a:close/>
                </a:path>
                <a:path w="10424160" h="5213350">
                  <a:moveTo>
                    <a:pt x="10419841" y="4420196"/>
                  </a:moveTo>
                  <a:lnTo>
                    <a:pt x="10409428" y="4420196"/>
                  </a:lnTo>
                  <a:lnTo>
                    <a:pt x="10405110" y="4424451"/>
                  </a:lnTo>
                  <a:lnTo>
                    <a:pt x="10405110" y="4434992"/>
                  </a:lnTo>
                  <a:lnTo>
                    <a:pt x="10409428" y="4439259"/>
                  </a:lnTo>
                  <a:lnTo>
                    <a:pt x="10419841" y="4439259"/>
                  </a:lnTo>
                  <a:lnTo>
                    <a:pt x="10424160" y="4434992"/>
                  </a:lnTo>
                  <a:lnTo>
                    <a:pt x="10424160" y="4424451"/>
                  </a:lnTo>
                  <a:lnTo>
                    <a:pt x="10419841" y="4420196"/>
                  </a:lnTo>
                  <a:close/>
                </a:path>
                <a:path w="10424160" h="5213350">
                  <a:moveTo>
                    <a:pt x="10419841" y="4458309"/>
                  </a:moveTo>
                  <a:lnTo>
                    <a:pt x="10409428" y="4458309"/>
                  </a:lnTo>
                  <a:lnTo>
                    <a:pt x="10405110" y="4462576"/>
                  </a:lnTo>
                  <a:lnTo>
                    <a:pt x="10405110" y="4473117"/>
                  </a:lnTo>
                  <a:lnTo>
                    <a:pt x="10409428" y="4477385"/>
                  </a:lnTo>
                  <a:lnTo>
                    <a:pt x="10419841" y="4477385"/>
                  </a:lnTo>
                  <a:lnTo>
                    <a:pt x="10424160" y="4473117"/>
                  </a:lnTo>
                  <a:lnTo>
                    <a:pt x="10424160" y="4462576"/>
                  </a:lnTo>
                  <a:lnTo>
                    <a:pt x="10419841" y="4458309"/>
                  </a:lnTo>
                  <a:close/>
                </a:path>
                <a:path w="10424160" h="5213350">
                  <a:moveTo>
                    <a:pt x="10419841" y="4496435"/>
                  </a:moveTo>
                  <a:lnTo>
                    <a:pt x="10409428" y="4496435"/>
                  </a:lnTo>
                  <a:lnTo>
                    <a:pt x="10405110" y="4500689"/>
                  </a:lnTo>
                  <a:lnTo>
                    <a:pt x="10405110" y="4511230"/>
                  </a:lnTo>
                  <a:lnTo>
                    <a:pt x="10409428" y="4515497"/>
                  </a:lnTo>
                  <a:lnTo>
                    <a:pt x="10419841" y="4515497"/>
                  </a:lnTo>
                  <a:lnTo>
                    <a:pt x="10424160" y="4511230"/>
                  </a:lnTo>
                  <a:lnTo>
                    <a:pt x="10424160" y="4500689"/>
                  </a:lnTo>
                  <a:lnTo>
                    <a:pt x="10419841" y="4496435"/>
                  </a:lnTo>
                  <a:close/>
                </a:path>
                <a:path w="10424160" h="5213350">
                  <a:moveTo>
                    <a:pt x="10419841" y="4534547"/>
                  </a:moveTo>
                  <a:lnTo>
                    <a:pt x="10409428" y="4534547"/>
                  </a:lnTo>
                  <a:lnTo>
                    <a:pt x="10405110" y="4538814"/>
                  </a:lnTo>
                  <a:lnTo>
                    <a:pt x="10405110" y="4549355"/>
                  </a:lnTo>
                  <a:lnTo>
                    <a:pt x="10409428" y="4553623"/>
                  </a:lnTo>
                  <a:lnTo>
                    <a:pt x="10419841" y="4553623"/>
                  </a:lnTo>
                  <a:lnTo>
                    <a:pt x="10424160" y="4549355"/>
                  </a:lnTo>
                  <a:lnTo>
                    <a:pt x="10424160" y="4538814"/>
                  </a:lnTo>
                  <a:lnTo>
                    <a:pt x="10419841" y="4534547"/>
                  </a:lnTo>
                  <a:close/>
                </a:path>
                <a:path w="10424160" h="5213350">
                  <a:moveTo>
                    <a:pt x="10419841" y="4572673"/>
                  </a:moveTo>
                  <a:lnTo>
                    <a:pt x="10409428" y="4572673"/>
                  </a:lnTo>
                  <a:lnTo>
                    <a:pt x="10405110" y="4576940"/>
                  </a:lnTo>
                  <a:lnTo>
                    <a:pt x="10405110" y="4587468"/>
                  </a:lnTo>
                  <a:lnTo>
                    <a:pt x="10409428" y="4591735"/>
                  </a:lnTo>
                  <a:lnTo>
                    <a:pt x="10419841" y="4591735"/>
                  </a:lnTo>
                  <a:lnTo>
                    <a:pt x="10424160" y="4587468"/>
                  </a:lnTo>
                  <a:lnTo>
                    <a:pt x="10424160" y="4576940"/>
                  </a:lnTo>
                  <a:lnTo>
                    <a:pt x="10419841" y="4572673"/>
                  </a:lnTo>
                  <a:close/>
                </a:path>
                <a:path w="10424160" h="5213350">
                  <a:moveTo>
                    <a:pt x="10419841" y="4610785"/>
                  </a:moveTo>
                  <a:lnTo>
                    <a:pt x="10409428" y="4610785"/>
                  </a:lnTo>
                  <a:lnTo>
                    <a:pt x="10405110" y="4615053"/>
                  </a:lnTo>
                  <a:lnTo>
                    <a:pt x="10405110" y="4625594"/>
                  </a:lnTo>
                  <a:lnTo>
                    <a:pt x="10409428" y="4629861"/>
                  </a:lnTo>
                  <a:lnTo>
                    <a:pt x="10419841" y="4629861"/>
                  </a:lnTo>
                  <a:lnTo>
                    <a:pt x="10424160" y="4625594"/>
                  </a:lnTo>
                  <a:lnTo>
                    <a:pt x="10424160" y="4615053"/>
                  </a:lnTo>
                  <a:lnTo>
                    <a:pt x="10419841" y="4610785"/>
                  </a:lnTo>
                  <a:close/>
                </a:path>
                <a:path w="10424160" h="5213350">
                  <a:moveTo>
                    <a:pt x="10419841" y="4648911"/>
                  </a:moveTo>
                  <a:lnTo>
                    <a:pt x="10409428" y="4648911"/>
                  </a:lnTo>
                  <a:lnTo>
                    <a:pt x="10405110" y="4653178"/>
                  </a:lnTo>
                  <a:lnTo>
                    <a:pt x="10405110" y="4663719"/>
                  </a:lnTo>
                  <a:lnTo>
                    <a:pt x="10409428" y="4667973"/>
                  </a:lnTo>
                  <a:lnTo>
                    <a:pt x="10419841" y="4667973"/>
                  </a:lnTo>
                  <a:lnTo>
                    <a:pt x="10424160" y="4663719"/>
                  </a:lnTo>
                  <a:lnTo>
                    <a:pt x="10424160" y="4653178"/>
                  </a:lnTo>
                  <a:lnTo>
                    <a:pt x="10419841" y="4648911"/>
                  </a:lnTo>
                  <a:close/>
                </a:path>
                <a:path w="10424160" h="5213350">
                  <a:moveTo>
                    <a:pt x="10419841" y="4687023"/>
                  </a:moveTo>
                  <a:lnTo>
                    <a:pt x="10409428" y="4687023"/>
                  </a:lnTo>
                  <a:lnTo>
                    <a:pt x="10405110" y="4691291"/>
                  </a:lnTo>
                  <a:lnTo>
                    <a:pt x="10405110" y="4701832"/>
                  </a:lnTo>
                  <a:lnTo>
                    <a:pt x="10409428" y="4706099"/>
                  </a:lnTo>
                  <a:lnTo>
                    <a:pt x="10419841" y="4706099"/>
                  </a:lnTo>
                  <a:lnTo>
                    <a:pt x="10424160" y="4701832"/>
                  </a:lnTo>
                  <a:lnTo>
                    <a:pt x="10424160" y="4691291"/>
                  </a:lnTo>
                  <a:lnTo>
                    <a:pt x="10419841" y="4687023"/>
                  </a:lnTo>
                  <a:close/>
                </a:path>
                <a:path w="10424160" h="5213350">
                  <a:moveTo>
                    <a:pt x="10419841" y="4725149"/>
                  </a:moveTo>
                  <a:lnTo>
                    <a:pt x="10409428" y="4725149"/>
                  </a:lnTo>
                  <a:lnTo>
                    <a:pt x="10405110" y="4729416"/>
                  </a:lnTo>
                  <a:lnTo>
                    <a:pt x="10405110" y="4739957"/>
                  </a:lnTo>
                  <a:lnTo>
                    <a:pt x="10409428" y="4744212"/>
                  </a:lnTo>
                  <a:lnTo>
                    <a:pt x="10419841" y="4744212"/>
                  </a:lnTo>
                  <a:lnTo>
                    <a:pt x="10424160" y="4739957"/>
                  </a:lnTo>
                  <a:lnTo>
                    <a:pt x="10424160" y="4729416"/>
                  </a:lnTo>
                  <a:lnTo>
                    <a:pt x="10419841" y="4725149"/>
                  </a:lnTo>
                  <a:close/>
                </a:path>
                <a:path w="10424160" h="5213350">
                  <a:moveTo>
                    <a:pt x="10419841" y="4763262"/>
                  </a:moveTo>
                  <a:lnTo>
                    <a:pt x="10409428" y="4763262"/>
                  </a:lnTo>
                  <a:lnTo>
                    <a:pt x="10405110" y="4767529"/>
                  </a:lnTo>
                  <a:lnTo>
                    <a:pt x="10405110" y="4778070"/>
                  </a:lnTo>
                  <a:lnTo>
                    <a:pt x="10409428" y="4782337"/>
                  </a:lnTo>
                  <a:lnTo>
                    <a:pt x="10419841" y="4782337"/>
                  </a:lnTo>
                  <a:lnTo>
                    <a:pt x="10424160" y="4778070"/>
                  </a:lnTo>
                  <a:lnTo>
                    <a:pt x="10424160" y="4767529"/>
                  </a:lnTo>
                  <a:lnTo>
                    <a:pt x="10419841" y="4763262"/>
                  </a:lnTo>
                  <a:close/>
                </a:path>
                <a:path w="10424160" h="5213350">
                  <a:moveTo>
                    <a:pt x="10419841" y="4801387"/>
                  </a:moveTo>
                  <a:lnTo>
                    <a:pt x="10409428" y="4801387"/>
                  </a:lnTo>
                  <a:lnTo>
                    <a:pt x="10405110" y="4805654"/>
                  </a:lnTo>
                  <a:lnTo>
                    <a:pt x="10405110" y="4816195"/>
                  </a:lnTo>
                  <a:lnTo>
                    <a:pt x="10409428" y="4820450"/>
                  </a:lnTo>
                  <a:lnTo>
                    <a:pt x="10419841" y="4820450"/>
                  </a:lnTo>
                  <a:lnTo>
                    <a:pt x="10424160" y="4816195"/>
                  </a:lnTo>
                  <a:lnTo>
                    <a:pt x="10424160" y="4805654"/>
                  </a:lnTo>
                  <a:lnTo>
                    <a:pt x="10419841" y="4801387"/>
                  </a:lnTo>
                  <a:close/>
                </a:path>
                <a:path w="10424160" h="5213350">
                  <a:moveTo>
                    <a:pt x="10419841" y="4839500"/>
                  </a:moveTo>
                  <a:lnTo>
                    <a:pt x="10409428" y="4839500"/>
                  </a:lnTo>
                  <a:lnTo>
                    <a:pt x="10405110" y="4843767"/>
                  </a:lnTo>
                  <a:lnTo>
                    <a:pt x="10405110" y="4854308"/>
                  </a:lnTo>
                  <a:lnTo>
                    <a:pt x="10409428" y="4858575"/>
                  </a:lnTo>
                  <a:lnTo>
                    <a:pt x="10419841" y="4858575"/>
                  </a:lnTo>
                  <a:lnTo>
                    <a:pt x="10424160" y="4854308"/>
                  </a:lnTo>
                  <a:lnTo>
                    <a:pt x="10424160" y="4843767"/>
                  </a:lnTo>
                  <a:lnTo>
                    <a:pt x="10419841" y="4839500"/>
                  </a:lnTo>
                  <a:close/>
                </a:path>
                <a:path w="10424160" h="5213350">
                  <a:moveTo>
                    <a:pt x="10419841" y="4877625"/>
                  </a:moveTo>
                  <a:lnTo>
                    <a:pt x="10409428" y="4877625"/>
                  </a:lnTo>
                  <a:lnTo>
                    <a:pt x="10405110" y="4881892"/>
                  </a:lnTo>
                  <a:lnTo>
                    <a:pt x="10405110" y="4892433"/>
                  </a:lnTo>
                  <a:lnTo>
                    <a:pt x="10409428" y="4896700"/>
                  </a:lnTo>
                  <a:lnTo>
                    <a:pt x="10419841" y="4896700"/>
                  </a:lnTo>
                  <a:lnTo>
                    <a:pt x="10424160" y="4892433"/>
                  </a:lnTo>
                  <a:lnTo>
                    <a:pt x="10424160" y="4881892"/>
                  </a:lnTo>
                  <a:lnTo>
                    <a:pt x="10419841" y="4877625"/>
                  </a:lnTo>
                  <a:close/>
                </a:path>
                <a:path w="10424160" h="5213350">
                  <a:moveTo>
                    <a:pt x="10419841" y="4915750"/>
                  </a:moveTo>
                  <a:lnTo>
                    <a:pt x="10409428" y="4915750"/>
                  </a:lnTo>
                  <a:lnTo>
                    <a:pt x="10405110" y="4920005"/>
                  </a:lnTo>
                  <a:lnTo>
                    <a:pt x="10405110" y="4930546"/>
                  </a:lnTo>
                  <a:lnTo>
                    <a:pt x="10409428" y="4934813"/>
                  </a:lnTo>
                  <a:lnTo>
                    <a:pt x="10419841" y="4934813"/>
                  </a:lnTo>
                  <a:lnTo>
                    <a:pt x="10424160" y="4930546"/>
                  </a:lnTo>
                  <a:lnTo>
                    <a:pt x="10424160" y="4920005"/>
                  </a:lnTo>
                  <a:lnTo>
                    <a:pt x="10419841" y="4915750"/>
                  </a:lnTo>
                  <a:close/>
                </a:path>
                <a:path w="10424160" h="5213350">
                  <a:moveTo>
                    <a:pt x="10419841" y="4953863"/>
                  </a:moveTo>
                  <a:lnTo>
                    <a:pt x="10409428" y="4953863"/>
                  </a:lnTo>
                  <a:lnTo>
                    <a:pt x="10405110" y="4958130"/>
                  </a:lnTo>
                  <a:lnTo>
                    <a:pt x="10405110" y="4968671"/>
                  </a:lnTo>
                  <a:lnTo>
                    <a:pt x="10409428" y="4972939"/>
                  </a:lnTo>
                  <a:lnTo>
                    <a:pt x="10419841" y="4972939"/>
                  </a:lnTo>
                  <a:lnTo>
                    <a:pt x="10424160" y="4968671"/>
                  </a:lnTo>
                  <a:lnTo>
                    <a:pt x="10424160" y="4958130"/>
                  </a:lnTo>
                  <a:lnTo>
                    <a:pt x="10419841" y="4953863"/>
                  </a:lnTo>
                  <a:close/>
                </a:path>
                <a:path w="10424160" h="5213350">
                  <a:moveTo>
                    <a:pt x="10419841" y="4991989"/>
                  </a:moveTo>
                  <a:lnTo>
                    <a:pt x="10409428" y="4991989"/>
                  </a:lnTo>
                  <a:lnTo>
                    <a:pt x="10405110" y="4996256"/>
                  </a:lnTo>
                  <a:lnTo>
                    <a:pt x="10405110" y="5006784"/>
                  </a:lnTo>
                  <a:lnTo>
                    <a:pt x="10409428" y="5011051"/>
                  </a:lnTo>
                  <a:lnTo>
                    <a:pt x="10419841" y="5011051"/>
                  </a:lnTo>
                  <a:lnTo>
                    <a:pt x="10424160" y="5006784"/>
                  </a:lnTo>
                  <a:lnTo>
                    <a:pt x="10424160" y="4996256"/>
                  </a:lnTo>
                  <a:lnTo>
                    <a:pt x="10419841" y="4991989"/>
                  </a:lnTo>
                  <a:close/>
                </a:path>
                <a:path w="10424160" h="5213350">
                  <a:moveTo>
                    <a:pt x="10404348" y="5039131"/>
                  </a:moveTo>
                  <a:lnTo>
                    <a:pt x="10404093" y="5044389"/>
                  </a:lnTo>
                  <a:lnTo>
                    <a:pt x="10408158" y="5048859"/>
                  </a:lnTo>
                  <a:lnTo>
                    <a:pt x="10418699" y="5049418"/>
                  </a:lnTo>
                  <a:lnTo>
                    <a:pt x="10423143" y="5045379"/>
                  </a:lnTo>
                  <a:lnTo>
                    <a:pt x="10423398" y="5040134"/>
                  </a:lnTo>
                  <a:lnTo>
                    <a:pt x="10404348" y="5039131"/>
                  </a:lnTo>
                  <a:close/>
                </a:path>
                <a:path w="10424160" h="5213350">
                  <a:moveTo>
                    <a:pt x="10409174" y="5029822"/>
                  </a:moveTo>
                  <a:lnTo>
                    <a:pt x="10404602" y="5033860"/>
                  </a:lnTo>
                  <a:lnTo>
                    <a:pt x="10404346" y="5039131"/>
                  </a:lnTo>
                  <a:lnTo>
                    <a:pt x="10404830" y="5039131"/>
                  </a:lnTo>
                  <a:lnTo>
                    <a:pt x="10423880" y="5040134"/>
                  </a:lnTo>
                  <a:lnTo>
                    <a:pt x="10423396" y="5040134"/>
                  </a:lnTo>
                  <a:lnTo>
                    <a:pt x="10423652" y="5034864"/>
                  </a:lnTo>
                  <a:lnTo>
                    <a:pt x="10419715" y="5030381"/>
                  </a:lnTo>
                  <a:lnTo>
                    <a:pt x="10409174" y="5029822"/>
                  </a:lnTo>
                  <a:close/>
                </a:path>
                <a:path w="10424160" h="5213350">
                  <a:moveTo>
                    <a:pt x="10397916" y="5074500"/>
                  </a:moveTo>
                  <a:lnTo>
                    <a:pt x="10397408" y="5076164"/>
                  </a:lnTo>
                  <a:lnTo>
                    <a:pt x="10396488" y="5079580"/>
                  </a:lnTo>
                  <a:lnTo>
                    <a:pt x="10399317" y="5084660"/>
                  </a:lnTo>
                  <a:lnTo>
                    <a:pt x="10399394" y="5084800"/>
                  </a:lnTo>
                  <a:lnTo>
                    <a:pt x="10409555" y="5087620"/>
                  </a:lnTo>
                  <a:lnTo>
                    <a:pt x="10414762" y="5084660"/>
                  </a:lnTo>
                  <a:lnTo>
                    <a:pt x="10416159" y="5079580"/>
                  </a:lnTo>
                  <a:lnTo>
                    <a:pt x="10397916" y="5074500"/>
                  </a:lnTo>
                  <a:close/>
                </a:path>
                <a:path w="10424160" h="5213350">
                  <a:moveTo>
                    <a:pt x="10404475" y="5066436"/>
                  </a:moveTo>
                  <a:lnTo>
                    <a:pt x="10399267" y="5069395"/>
                  </a:lnTo>
                  <a:lnTo>
                    <a:pt x="10397917" y="5074500"/>
                  </a:lnTo>
                  <a:lnTo>
                    <a:pt x="10416205" y="5079580"/>
                  </a:lnTo>
                  <a:lnTo>
                    <a:pt x="10416621" y="5077891"/>
                  </a:lnTo>
                  <a:lnTo>
                    <a:pt x="10417556" y="5074500"/>
                  </a:lnTo>
                  <a:lnTo>
                    <a:pt x="10414719" y="5069395"/>
                  </a:lnTo>
                  <a:lnTo>
                    <a:pt x="10414635" y="5069243"/>
                  </a:lnTo>
                  <a:lnTo>
                    <a:pt x="10404475" y="5066436"/>
                  </a:lnTo>
                  <a:close/>
                </a:path>
                <a:path w="10424160" h="5213350">
                  <a:moveTo>
                    <a:pt x="10384155" y="5107025"/>
                  </a:moveTo>
                  <a:lnTo>
                    <a:pt x="10381361" y="5111496"/>
                  </a:lnTo>
                  <a:lnTo>
                    <a:pt x="10382578" y="5117122"/>
                  </a:lnTo>
                  <a:lnTo>
                    <a:pt x="10382631" y="5117363"/>
                  </a:lnTo>
                  <a:lnTo>
                    <a:pt x="10387203" y="5120157"/>
                  </a:lnTo>
                  <a:lnTo>
                    <a:pt x="10391648" y="5122938"/>
                  </a:lnTo>
                  <a:lnTo>
                    <a:pt x="10397490" y="5121592"/>
                  </a:lnTo>
                  <a:lnTo>
                    <a:pt x="10400284" y="5117122"/>
                  </a:lnTo>
                  <a:lnTo>
                    <a:pt x="10384155" y="5107025"/>
                  </a:lnTo>
                  <a:close/>
                </a:path>
                <a:path w="10424160" h="5213350">
                  <a:moveTo>
                    <a:pt x="10392791" y="5101196"/>
                  </a:moveTo>
                  <a:lnTo>
                    <a:pt x="10386949" y="5102555"/>
                  </a:lnTo>
                  <a:lnTo>
                    <a:pt x="10384306" y="5106771"/>
                  </a:lnTo>
                  <a:lnTo>
                    <a:pt x="10384175" y="5107025"/>
                  </a:lnTo>
                  <a:lnTo>
                    <a:pt x="10400304" y="5117122"/>
                  </a:lnTo>
                  <a:lnTo>
                    <a:pt x="10403078" y="5112651"/>
                  </a:lnTo>
                  <a:lnTo>
                    <a:pt x="10401741" y="5107025"/>
                  </a:lnTo>
                  <a:lnTo>
                    <a:pt x="10401681" y="5106771"/>
                  </a:lnTo>
                  <a:lnTo>
                    <a:pt x="10392791" y="5101196"/>
                  </a:lnTo>
                  <a:close/>
                </a:path>
                <a:path w="10424160" h="5213350">
                  <a:moveTo>
                    <a:pt x="10363200" y="5136591"/>
                  </a:moveTo>
                  <a:lnTo>
                    <a:pt x="10359643" y="5140452"/>
                  </a:lnTo>
                  <a:lnTo>
                    <a:pt x="10359653" y="5140896"/>
                  </a:lnTo>
                  <a:lnTo>
                    <a:pt x="10359771" y="5146471"/>
                  </a:lnTo>
                  <a:lnTo>
                    <a:pt x="10363708" y="5150053"/>
                  </a:lnTo>
                  <a:lnTo>
                    <a:pt x="10367517" y="5153634"/>
                  </a:lnTo>
                  <a:lnTo>
                    <a:pt x="10373614" y="5153406"/>
                  </a:lnTo>
                  <a:lnTo>
                    <a:pt x="10377169" y="5149557"/>
                  </a:lnTo>
                  <a:lnTo>
                    <a:pt x="10373845" y="5146471"/>
                  </a:lnTo>
                  <a:lnTo>
                    <a:pt x="10372471" y="5145239"/>
                  </a:lnTo>
                  <a:lnTo>
                    <a:pt x="10363200" y="5136591"/>
                  </a:lnTo>
                  <a:close/>
                </a:path>
                <a:path w="10424160" h="5213350">
                  <a:moveTo>
                    <a:pt x="10372852" y="5132501"/>
                  </a:moveTo>
                  <a:lnTo>
                    <a:pt x="10366756" y="5132730"/>
                  </a:lnTo>
                  <a:lnTo>
                    <a:pt x="10363200" y="5136591"/>
                  </a:lnTo>
                  <a:lnTo>
                    <a:pt x="10367413" y="5140452"/>
                  </a:lnTo>
                  <a:lnTo>
                    <a:pt x="10367852" y="5140896"/>
                  </a:lnTo>
                  <a:lnTo>
                    <a:pt x="10373010" y="5145684"/>
                  </a:lnTo>
                  <a:lnTo>
                    <a:pt x="10373815" y="5146471"/>
                  </a:lnTo>
                  <a:lnTo>
                    <a:pt x="10377183" y="5149557"/>
                  </a:lnTo>
                  <a:lnTo>
                    <a:pt x="10380726" y="5145684"/>
                  </a:lnTo>
                  <a:lnTo>
                    <a:pt x="10380523" y="5140896"/>
                  </a:lnTo>
                  <a:lnTo>
                    <a:pt x="10380472" y="5139664"/>
                  </a:lnTo>
                  <a:lnTo>
                    <a:pt x="10372852" y="5132501"/>
                  </a:lnTo>
                  <a:close/>
                </a:path>
                <a:path w="10424160" h="5213350">
                  <a:moveTo>
                    <a:pt x="10336657" y="5160899"/>
                  </a:moveTo>
                  <a:lnTo>
                    <a:pt x="10332339" y="5163883"/>
                  </a:lnTo>
                  <a:lnTo>
                    <a:pt x="10331323" y="5169814"/>
                  </a:lnTo>
                  <a:lnTo>
                    <a:pt x="10334243" y="5174145"/>
                  </a:lnTo>
                  <a:lnTo>
                    <a:pt x="10337291" y="5178488"/>
                  </a:lnTo>
                  <a:lnTo>
                    <a:pt x="10343134" y="5179580"/>
                  </a:lnTo>
                  <a:lnTo>
                    <a:pt x="10347452" y="5176596"/>
                  </a:lnTo>
                  <a:lnTo>
                    <a:pt x="10336657" y="5160899"/>
                  </a:lnTo>
                  <a:close/>
                </a:path>
                <a:path w="10424160" h="5213350">
                  <a:moveTo>
                    <a:pt x="10341102" y="5157914"/>
                  </a:moveTo>
                  <a:lnTo>
                    <a:pt x="10336792" y="5160899"/>
                  </a:lnTo>
                  <a:lnTo>
                    <a:pt x="10345535" y="5173611"/>
                  </a:lnTo>
                  <a:lnTo>
                    <a:pt x="10345858" y="5174145"/>
                  </a:lnTo>
                  <a:lnTo>
                    <a:pt x="10347587" y="5176596"/>
                  </a:lnTo>
                  <a:lnTo>
                    <a:pt x="10351897" y="5173611"/>
                  </a:lnTo>
                  <a:lnTo>
                    <a:pt x="10352913" y="5167680"/>
                  </a:lnTo>
                  <a:lnTo>
                    <a:pt x="10349991" y="5163350"/>
                  </a:lnTo>
                  <a:lnTo>
                    <a:pt x="10346943" y="5159006"/>
                  </a:lnTo>
                  <a:lnTo>
                    <a:pt x="10341102" y="5157914"/>
                  </a:lnTo>
                  <a:close/>
                </a:path>
                <a:path w="10424160" h="5213350">
                  <a:moveTo>
                    <a:pt x="10305420" y="5179263"/>
                  </a:moveTo>
                  <a:lnTo>
                    <a:pt x="10300589" y="5181384"/>
                  </a:lnTo>
                  <a:lnTo>
                    <a:pt x="10298430" y="5187010"/>
                  </a:lnTo>
                  <a:lnTo>
                    <a:pt x="10301795" y="5194503"/>
                  </a:lnTo>
                  <a:lnTo>
                    <a:pt x="10302813" y="5196649"/>
                  </a:lnTo>
                  <a:lnTo>
                    <a:pt x="10308336" y="5198783"/>
                  </a:lnTo>
                  <a:lnTo>
                    <a:pt x="10313162" y="5196649"/>
                  </a:lnTo>
                  <a:lnTo>
                    <a:pt x="10312222" y="5194503"/>
                  </a:lnTo>
                  <a:lnTo>
                    <a:pt x="10305420" y="5179263"/>
                  </a:lnTo>
                  <a:close/>
                </a:path>
                <a:path w="10424160" h="5213350">
                  <a:moveTo>
                    <a:pt x="10310241" y="5177104"/>
                  </a:moveTo>
                  <a:lnTo>
                    <a:pt x="10305420" y="5179263"/>
                  </a:lnTo>
                  <a:lnTo>
                    <a:pt x="10306397" y="5181384"/>
                  </a:lnTo>
                  <a:lnTo>
                    <a:pt x="10307997" y="5185041"/>
                  </a:lnTo>
                  <a:lnTo>
                    <a:pt x="10309703" y="5188877"/>
                  </a:lnTo>
                  <a:lnTo>
                    <a:pt x="10310622" y="5190845"/>
                  </a:lnTo>
                  <a:lnTo>
                    <a:pt x="10312206" y="5194503"/>
                  </a:lnTo>
                  <a:lnTo>
                    <a:pt x="10313162" y="5196649"/>
                  </a:lnTo>
                  <a:lnTo>
                    <a:pt x="10317988" y="5194503"/>
                  </a:lnTo>
                  <a:lnTo>
                    <a:pt x="10320147" y="5188877"/>
                  </a:lnTo>
                  <a:lnTo>
                    <a:pt x="10315829" y="5179263"/>
                  </a:lnTo>
                  <a:lnTo>
                    <a:pt x="10310241" y="5177104"/>
                  </a:lnTo>
                  <a:close/>
                </a:path>
                <a:path w="10424160" h="5213350">
                  <a:moveTo>
                    <a:pt x="10270871" y="5190477"/>
                  </a:moveTo>
                  <a:lnTo>
                    <a:pt x="10265791" y="5191696"/>
                  </a:lnTo>
                  <a:lnTo>
                    <a:pt x="10262718" y="5196662"/>
                  </a:lnTo>
                  <a:lnTo>
                    <a:pt x="10262616" y="5196827"/>
                  </a:lnTo>
                  <a:lnTo>
                    <a:pt x="10263886" y="5201945"/>
                  </a:lnTo>
                  <a:lnTo>
                    <a:pt x="10265029" y="5207063"/>
                  </a:lnTo>
                  <a:lnTo>
                    <a:pt x="10270236" y="5210238"/>
                  </a:lnTo>
                  <a:lnTo>
                    <a:pt x="10275316" y="5209019"/>
                  </a:lnTo>
                  <a:lnTo>
                    <a:pt x="10275040" y="5207800"/>
                  </a:lnTo>
                  <a:lnTo>
                    <a:pt x="10274847" y="5207063"/>
                  </a:lnTo>
                  <a:lnTo>
                    <a:pt x="10270871" y="5190477"/>
                  </a:lnTo>
                  <a:close/>
                </a:path>
                <a:path w="10424160" h="5213350">
                  <a:moveTo>
                    <a:pt x="10276078" y="5189270"/>
                  </a:moveTo>
                  <a:lnTo>
                    <a:pt x="10270998" y="5190477"/>
                  </a:lnTo>
                  <a:lnTo>
                    <a:pt x="10273837" y="5202669"/>
                  </a:lnTo>
                  <a:lnTo>
                    <a:pt x="10273918" y="5202847"/>
                  </a:lnTo>
                  <a:lnTo>
                    <a:pt x="10274873" y="5207063"/>
                  </a:lnTo>
                  <a:lnTo>
                    <a:pt x="10275023" y="5207800"/>
                  </a:lnTo>
                  <a:lnTo>
                    <a:pt x="10275316" y="5209019"/>
                  </a:lnTo>
                  <a:lnTo>
                    <a:pt x="10280523" y="5207800"/>
                  </a:lnTo>
                  <a:lnTo>
                    <a:pt x="10283465" y="5202847"/>
                  </a:lnTo>
                  <a:lnTo>
                    <a:pt x="10283571" y="5202669"/>
                  </a:lnTo>
                  <a:lnTo>
                    <a:pt x="10282428" y="5197551"/>
                  </a:lnTo>
                  <a:lnTo>
                    <a:pt x="10281158" y="5192433"/>
                  </a:lnTo>
                  <a:lnTo>
                    <a:pt x="10276078" y="5189270"/>
                  </a:lnTo>
                  <a:close/>
                </a:path>
                <a:path w="10424160" h="5213350">
                  <a:moveTo>
                    <a:pt x="10235311" y="5193982"/>
                  </a:moveTo>
                  <a:lnTo>
                    <a:pt x="10229977" y="5193982"/>
                  </a:lnTo>
                  <a:lnTo>
                    <a:pt x="10225786" y="5198249"/>
                  </a:lnTo>
                  <a:lnTo>
                    <a:pt x="10225786" y="5208765"/>
                  </a:lnTo>
                  <a:lnTo>
                    <a:pt x="10229977" y="5213032"/>
                  </a:lnTo>
                  <a:lnTo>
                    <a:pt x="10235311" y="5213032"/>
                  </a:lnTo>
                  <a:lnTo>
                    <a:pt x="10235311" y="5193982"/>
                  </a:lnTo>
                  <a:close/>
                </a:path>
                <a:path w="10424160" h="5213350">
                  <a:moveTo>
                    <a:pt x="10240517" y="5193982"/>
                  </a:moveTo>
                  <a:lnTo>
                    <a:pt x="10235311" y="5193982"/>
                  </a:lnTo>
                  <a:lnTo>
                    <a:pt x="10235311" y="5213032"/>
                  </a:lnTo>
                  <a:lnTo>
                    <a:pt x="10240517" y="5213032"/>
                  </a:lnTo>
                  <a:lnTo>
                    <a:pt x="10244836" y="5208765"/>
                  </a:lnTo>
                  <a:lnTo>
                    <a:pt x="10244836" y="5198249"/>
                  </a:lnTo>
                  <a:lnTo>
                    <a:pt x="10240517" y="5193982"/>
                  </a:lnTo>
                  <a:close/>
                </a:path>
                <a:path w="10424160" h="5213350">
                  <a:moveTo>
                    <a:pt x="10197084" y="5193982"/>
                  </a:moveTo>
                  <a:lnTo>
                    <a:pt x="10191877" y="5193982"/>
                  </a:lnTo>
                  <a:lnTo>
                    <a:pt x="10187559" y="5198249"/>
                  </a:lnTo>
                  <a:lnTo>
                    <a:pt x="10187559" y="5208765"/>
                  </a:lnTo>
                  <a:lnTo>
                    <a:pt x="10191877" y="5213032"/>
                  </a:lnTo>
                  <a:lnTo>
                    <a:pt x="10197084" y="5213032"/>
                  </a:lnTo>
                  <a:lnTo>
                    <a:pt x="10197084" y="5193982"/>
                  </a:lnTo>
                  <a:close/>
                </a:path>
                <a:path w="10424160" h="5213350">
                  <a:moveTo>
                    <a:pt x="10202417" y="5193982"/>
                  </a:moveTo>
                  <a:lnTo>
                    <a:pt x="10197211" y="5193982"/>
                  </a:lnTo>
                  <a:lnTo>
                    <a:pt x="10197211" y="5213032"/>
                  </a:lnTo>
                  <a:lnTo>
                    <a:pt x="10202417" y="5213032"/>
                  </a:lnTo>
                  <a:lnTo>
                    <a:pt x="10206736" y="5208765"/>
                  </a:lnTo>
                  <a:lnTo>
                    <a:pt x="10206736" y="5198249"/>
                  </a:lnTo>
                  <a:lnTo>
                    <a:pt x="10202417" y="5193982"/>
                  </a:lnTo>
                  <a:close/>
                </a:path>
                <a:path w="10424160" h="5213350">
                  <a:moveTo>
                    <a:pt x="10158984" y="5193982"/>
                  </a:moveTo>
                  <a:lnTo>
                    <a:pt x="10153777" y="5193982"/>
                  </a:lnTo>
                  <a:lnTo>
                    <a:pt x="10149459" y="5198249"/>
                  </a:lnTo>
                  <a:lnTo>
                    <a:pt x="10149459" y="5208765"/>
                  </a:lnTo>
                  <a:lnTo>
                    <a:pt x="10153777" y="5213032"/>
                  </a:lnTo>
                  <a:lnTo>
                    <a:pt x="10158984" y="5213032"/>
                  </a:lnTo>
                  <a:lnTo>
                    <a:pt x="10158984" y="5193982"/>
                  </a:lnTo>
                  <a:close/>
                </a:path>
                <a:path w="10424160" h="5213350">
                  <a:moveTo>
                    <a:pt x="10164317" y="5193982"/>
                  </a:moveTo>
                  <a:lnTo>
                    <a:pt x="10158984" y="5193982"/>
                  </a:lnTo>
                  <a:lnTo>
                    <a:pt x="10158984" y="5213032"/>
                  </a:lnTo>
                  <a:lnTo>
                    <a:pt x="10164317" y="5213032"/>
                  </a:lnTo>
                  <a:lnTo>
                    <a:pt x="10168509" y="5208765"/>
                  </a:lnTo>
                  <a:lnTo>
                    <a:pt x="10168509" y="5198249"/>
                  </a:lnTo>
                  <a:lnTo>
                    <a:pt x="10164317" y="5193982"/>
                  </a:lnTo>
                  <a:close/>
                </a:path>
                <a:path w="10424160" h="5213350">
                  <a:moveTo>
                    <a:pt x="10120884" y="5193982"/>
                  </a:moveTo>
                  <a:lnTo>
                    <a:pt x="10115677" y="5193982"/>
                  </a:lnTo>
                  <a:lnTo>
                    <a:pt x="10111359" y="5198249"/>
                  </a:lnTo>
                  <a:lnTo>
                    <a:pt x="10111359" y="5208765"/>
                  </a:lnTo>
                  <a:lnTo>
                    <a:pt x="10115677" y="5213032"/>
                  </a:lnTo>
                  <a:lnTo>
                    <a:pt x="10120884" y="5213032"/>
                  </a:lnTo>
                  <a:lnTo>
                    <a:pt x="10120884" y="5193982"/>
                  </a:lnTo>
                  <a:close/>
                </a:path>
                <a:path w="10424160" h="5213350">
                  <a:moveTo>
                    <a:pt x="10126217" y="5193982"/>
                  </a:moveTo>
                  <a:lnTo>
                    <a:pt x="10120884" y="5193982"/>
                  </a:lnTo>
                  <a:lnTo>
                    <a:pt x="10120884" y="5213032"/>
                  </a:lnTo>
                  <a:lnTo>
                    <a:pt x="10126217" y="5213032"/>
                  </a:lnTo>
                  <a:lnTo>
                    <a:pt x="10130409" y="5208765"/>
                  </a:lnTo>
                  <a:lnTo>
                    <a:pt x="10130409" y="5198249"/>
                  </a:lnTo>
                  <a:lnTo>
                    <a:pt x="10126217" y="5193982"/>
                  </a:lnTo>
                  <a:close/>
                </a:path>
                <a:path w="10424160" h="5213350">
                  <a:moveTo>
                    <a:pt x="10082784" y="5193982"/>
                  </a:moveTo>
                  <a:lnTo>
                    <a:pt x="10077450" y="5193982"/>
                  </a:lnTo>
                  <a:lnTo>
                    <a:pt x="10073259" y="5198249"/>
                  </a:lnTo>
                  <a:lnTo>
                    <a:pt x="10073259" y="5208765"/>
                  </a:lnTo>
                  <a:lnTo>
                    <a:pt x="10077450" y="5213032"/>
                  </a:lnTo>
                  <a:lnTo>
                    <a:pt x="10082784" y="5213032"/>
                  </a:lnTo>
                  <a:lnTo>
                    <a:pt x="10082784" y="5193982"/>
                  </a:lnTo>
                  <a:close/>
                </a:path>
                <a:path w="10424160" h="5213350">
                  <a:moveTo>
                    <a:pt x="10087991" y="5193982"/>
                  </a:moveTo>
                  <a:lnTo>
                    <a:pt x="10082784" y="5193982"/>
                  </a:lnTo>
                  <a:lnTo>
                    <a:pt x="10082784" y="5213032"/>
                  </a:lnTo>
                  <a:lnTo>
                    <a:pt x="10087991" y="5213032"/>
                  </a:lnTo>
                  <a:lnTo>
                    <a:pt x="10092309" y="5208765"/>
                  </a:lnTo>
                  <a:lnTo>
                    <a:pt x="10092309" y="5198249"/>
                  </a:lnTo>
                  <a:lnTo>
                    <a:pt x="10087991" y="5193982"/>
                  </a:lnTo>
                  <a:close/>
                </a:path>
                <a:path w="10424160" h="5213350">
                  <a:moveTo>
                    <a:pt x="10044684" y="5193982"/>
                  </a:moveTo>
                  <a:lnTo>
                    <a:pt x="10039350" y="5193982"/>
                  </a:lnTo>
                  <a:lnTo>
                    <a:pt x="10035159" y="5198249"/>
                  </a:lnTo>
                  <a:lnTo>
                    <a:pt x="10035159" y="5208765"/>
                  </a:lnTo>
                  <a:lnTo>
                    <a:pt x="10039350" y="5213032"/>
                  </a:lnTo>
                  <a:lnTo>
                    <a:pt x="10044684" y="5213032"/>
                  </a:lnTo>
                  <a:lnTo>
                    <a:pt x="10044684" y="5193982"/>
                  </a:lnTo>
                  <a:close/>
                </a:path>
                <a:path w="10424160" h="5213350">
                  <a:moveTo>
                    <a:pt x="10049891" y="5193982"/>
                  </a:moveTo>
                  <a:lnTo>
                    <a:pt x="10044684" y="5193982"/>
                  </a:lnTo>
                  <a:lnTo>
                    <a:pt x="10044684" y="5213032"/>
                  </a:lnTo>
                  <a:lnTo>
                    <a:pt x="10049891" y="5213032"/>
                  </a:lnTo>
                  <a:lnTo>
                    <a:pt x="10054209" y="5208765"/>
                  </a:lnTo>
                  <a:lnTo>
                    <a:pt x="10054209" y="5198249"/>
                  </a:lnTo>
                  <a:lnTo>
                    <a:pt x="10049891" y="5193982"/>
                  </a:lnTo>
                  <a:close/>
                </a:path>
                <a:path w="10424160" h="5213350">
                  <a:moveTo>
                    <a:pt x="10006584" y="5193982"/>
                  </a:moveTo>
                  <a:lnTo>
                    <a:pt x="10001250" y="5193982"/>
                  </a:lnTo>
                  <a:lnTo>
                    <a:pt x="9997059" y="5198249"/>
                  </a:lnTo>
                  <a:lnTo>
                    <a:pt x="9997059" y="5208765"/>
                  </a:lnTo>
                  <a:lnTo>
                    <a:pt x="10001250" y="5213032"/>
                  </a:lnTo>
                  <a:lnTo>
                    <a:pt x="10006584" y="5213032"/>
                  </a:lnTo>
                  <a:lnTo>
                    <a:pt x="10006584" y="5193982"/>
                  </a:lnTo>
                  <a:close/>
                </a:path>
                <a:path w="10424160" h="5213350">
                  <a:moveTo>
                    <a:pt x="10011791" y="5193982"/>
                  </a:moveTo>
                  <a:lnTo>
                    <a:pt x="10006584" y="5193982"/>
                  </a:lnTo>
                  <a:lnTo>
                    <a:pt x="10006584" y="5213032"/>
                  </a:lnTo>
                  <a:lnTo>
                    <a:pt x="10011791" y="5213032"/>
                  </a:lnTo>
                  <a:lnTo>
                    <a:pt x="10016109" y="5208765"/>
                  </a:lnTo>
                  <a:lnTo>
                    <a:pt x="10016109" y="5198249"/>
                  </a:lnTo>
                  <a:lnTo>
                    <a:pt x="10011791" y="5193982"/>
                  </a:lnTo>
                  <a:close/>
                </a:path>
                <a:path w="10424160" h="5213350">
                  <a:moveTo>
                    <a:pt x="9968357" y="5193982"/>
                  </a:moveTo>
                  <a:lnTo>
                    <a:pt x="9963150" y="5193982"/>
                  </a:lnTo>
                  <a:lnTo>
                    <a:pt x="9958832" y="5198249"/>
                  </a:lnTo>
                  <a:lnTo>
                    <a:pt x="9958832" y="5208765"/>
                  </a:lnTo>
                  <a:lnTo>
                    <a:pt x="9963150" y="5213032"/>
                  </a:lnTo>
                  <a:lnTo>
                    <a:pt x="9968357" y="5213032"/>
                  </a:lnTo>
                  <a:lnTo>
                    <a:pt x="9968357" y="5193982"/>
                  </a:lnTo>
                  <a:close/>
                </a:path>
                <a:path w="10424160" h="5213350">
                  <a:moveTo>
                    <a:pt x="9973691" y="5193982"/>
                  </a:moveTo>
                  <a:lnTo>
                    <a:pt x="9968484" y="5193982"/>
                  </a:lnTo>
                  <a:lnTo>
                    <a:pt x="9968484" y="5213032"/>
                  </a:lnTo>
                  <a:lnTo>
                    <a:pt x="9973691" y="5213032"/>
                  </a:lnTo>
                  <a:lnTo>
                    <a:pt x="9978009" y="5208765"/>
                  </a:lnTo>
                  <a:lnTo>
                    <a:pt x="9978009" y="5198249"/>
                  </a:lnTo>
                  <a:lnTo>
                    <a:pt x="9973691" y="5193982"/>
                  </a:lnTo>
                  <a:close/>
                </a:path>
                <a:path w="10424160" h="5213350">
                  <a:moveTo>
                    <a:pt x="9930257" y="5193982"/>
                  </a:moveTo>
                  <a:lnTo>
                    <a:pt x="9925050" y="5193982"/>
                  </a:lnTo>
                  <a:lnTo>
                    <a:pt x="9920732" y="5198249"/>
                  </a:lnTo>
                  <a:lnTo>
                    <a:pt x="9920732" y="5208765"/>
                  </a:lnTo>
                  <a:lnTo>
                    <a:pt x="9925050" y="5213032"/>
                  </a:lnTo>
                  <a:lnTo>
                    <a:pt x="9930257" y="5213032"/>
                  </a:lnTo>
                  <a:lnTo>
                    <a:pt x="9930257" y="5193982"/>
                  </a:lnTo>
                  <a:close/>
                </a:path>
                <a:path w="10424160" h="5213350">
                  <a:moveTo>
                    <a:pt x="9935591" y="5193982"/>
                  </a:moveTo>
                  <a:lnTo>
                    <a:pt x="9930257" y="5193982"/>
                  </a:lnTo>
                  <a:lnTo>
                    <a:pt x="9930257" y="5213032"/>
                  </a:lnTo>
                  <a:lnTo>
                    <a:pt x="9935591" y="5213032"/>
                  </a:lnTo>
                  <a:lnTo>
                    <a:pt x="9939782" y="5208765"/>
                  </a:lnTo>
                  <a:lnTo>
                    <a:pt x="9939782" y="5198249"/>
                  </a:lnTo>
                  <a:lnTo>
                    <a:pt x="9935591" y="5193982"/>
                  </a:lnTo>
                  <a:close/>
                </a:path>
                <a:path w="10424160" h="5213350">
                  <a:moveTo>
                    <a:pt x="9892157" y="5193982"/>
                  </a:moveTo>
                  <a:lnTo>
                    <a:pt x="9886950" y="5193982"/>
                  </a:lnTo>
                  <a:lnTo>
                    <a:pt x="9882632" y="5198249"/>
                  </a:lnTo>
                  <a:lnTo>
                    <a:pt x="9882632" y="5208765"/>
                  </a:lnTo>
                  <a:lnTo>
                    <a:pt x="9886950" y="5213032"/>
                  </a:lnTo>
                  <a:lnTo>
                    <a:pt x="9892157" y="5213032"/>
                  </a:lnTo>
                  <a:lnTo>
                    <a:pt x="9892157" y="5193982"/>
                  </a:lnTo>
                  <a:close/>
                </a:path>
                <a:path w="10424160" h="5213350">
                  <a:moveTo>
                    <a:pt x="9897491" y="5193982"/>
                  </a:moveTo>
                  <a:lnTo>
                    <a:pt x="9892157" y="5193982"/>
                  </a:lnTo>
                  <a:lnTo>
                    <a:pt x="9892157" y="5213032"/>
                  </a:lnTo>
                  <a:lnTo>
                    <a:pt x="9897491" y="5213032"/>
                  </a:lnTo>
                  <a:lnTo>
                    <a:pt x="9901682" y="5208765"/>
                  </a:lnTo>
                  <a:lnTo>
                    <a:pt x="9901682" y="5198249"/>
                  </a:lnTo>
                  <a:lnTo>
                    <a:pt x="9897491" y="5193982"/>
                  </a:lnTo>
                  <a:close/>
                </a:path>
                <a:path w="10424160" h="5213350">
                  <a:moveTo>
                    <a:pt x="9854057" y="5193982"/>
                  </a:moveTo>
                  <a:lnTo>
                    <a:pt x="9848850" y="5193982"/>
                  </a:lnTo>
                  <a:lnTo>
                    <a:pt x="9844532" y="5198249"/>
                  </a:lnTo>
                  <a:lnTo>
                    <a:pt x="9844532" y="5208765"/>
                  </a:lnTo>
                  <a:lnTo>
                    <a:pt x="9848850" y="5213032"/>
                  </a:lnTo>
                  <a:lnTo>
                    <a:pt x="9854057" y="5213032"/>
                  </a:lnTo>
                  <a:lnTo>
                    <a:pt x="9854057" y="5193982"/>
                  </a:lnTo>
                  <a:close/>
                </a:path>
                <a:path w="10424160" h="5213350">
                  <a:moveTo>
                    <a:pt x="9859391" y="5193982"/>
                  </a:moveTo>
                  <a:lnTo>
                    <a:pt x="9854057" y="5193982"/>
                  </a:lnTo>
                  <a:lnTo>
                    <a:pt x="9854057" y="5213032"/>
                  </a:lnTo>
                  <a:lnTo>
                    <a:pt x="9859391" y="5213032"/>
                  </a:lnTo>
                  <a:lnTo>
                    <a:pt x="9863582" y="5208765"/>
                  </a:lnTo>
                  <a:lnTo>
                    <a:pt x="9863582" y="5198249"/>
                  </a:lnTo>
                  <a:lnTo>
                    <a:pt x="9859391" y="5193982"/>
                  </a:lnTo>
                  <a:close/>
                </a:path>
                <a:path w="10424160" h="5213350">
                  <a:moveTo>
                    <a:pt x="9815957" y="5193982"/>
                  </a:moveTo>
                  <a:lnTo>
                    <a:pt x="9810623" y="5193982"/>
                  </a:lnTo>
                  <a:lnTo>
                    <a:pt x="9806432" y="5198249"/>
                  </a:lnTo>
                  <a:lnTo>
                    <a:pt x="9806432" y="5208765"/>
                  </a:lnTo>
                  <a:lnTo>
                    <a:pt x="9810623" y="5213032"/>
                  </a:lnTo>
                  <a:lnTo>
                    <a:pt x="9815957" y="5213032"/>
                  </a:lnTo>
                  <a:lnTo>
                    <a:pt x="9815957" y="5193982"/>
                  </a:lnTo>
                  <a:close/>
                </a:path>
                <a:path w="10424160" h="5213350">
                  <a:moveTo>
                    <a:pt x="9821164" y="5193982"/>
                  </a:moveTo>
                  <a:lnTo>
                    <a:pt x="9815957" y="5193982"/>
                  </a:lnTo>
                  <a:lnTo>
                    <a:pt x="9815957" y="5213032"/>
                  </a:lnTo>
                  <a:lnTo>
                    <a:pt x="9821164" y="5213032"/>
                  </a:lnTo>
                  <a:lnTo>
                    <a:pt x="9825482" y="5208765"/>
                  </a:lnTo>
                  <a:lnTo>
                    <a:pt x="9825482" y="5198249"/>
                  </a:lnTo>
                  <a:lnTo>
                    <a:pt x="9821164" y="5193982"/>
                  </a:lnTo>
                  <a:close/>
                </a:path>
                <a:path w="10424160" h="5213350">
                  <a:moveTo>
                    <a:pt x="9777857" y="5193982"/>
                  </a:moveTo>
                  <a:lnTo>
                    <a:pt x="9772523" y="5193982"/>
                  </a:lnTo>
                  <a:lnTo>
                    <a:pt x="9768332" y="5198249"/>
                  </a:lnTo>
                  <a:lnTo>
                    <a:pt x="9768332" y="5208765"/>
                  </a:lnTo>
                  <a:lnTo>
                    <a:pt x="9772523" y="5213032"/>
                  </a:lnTo>
                  <a:lnTo>
                    <a:pt x="9777857" y="5213032"/>
                  </a:lnTo>
                  <a:lnTo>
                    <a:pt x="9777857" y="5193982"/>
                  </a:lnTo>
                  <a:close/>
                </a:path>
                <a:path w="10424160" h="5213350">
                  <a:moveTo>
                    <a:pt x="9783064" y="5193982"/>
                  </a:moveTo>
                  <a:lnTo>
                    <a:pt x="9777857" y="5193982"/>
                  </a:lnTo>
                  <a:lnTo>
                    <a:pt x="9777857" y="5213032"/>
                  </a:lnTo>
                  <a:lnTo>
                    <a:pt x="9783064" y="5213032"/>
                  </a:lnTo>
                  <a:lnTo>
                    <a:pt x="9787382" y="5208765"/>
                  </a:lnTo>
                  <a:lnTo>
                    <a:pt x="9787382" y="5198249"/>
                  </a:lnTo>
                  <a:lnTo>
                    <a:pt x="9783064" y="5193982"/>
                  </a:lnTo>
                  <a:close/>
                </a:path>
                <a:path w="10424160" h="5213350">
                  <a:moveTo>
                    <a:pt x="9739630" y="5193982"/>
                  </a:moveTo>
                  <a:lnTo>
                    <a:pt x="9734423" y="5193982"/>
                  </a:lnTo>
                  <a:lnTo>
                    <a:pt x="9730105" y="5198249"/>
                  </a:lnTo>
                  <a:lnTo>
                    <a:pt x="9730105" y="5208765"/>
                  </a:lnTo>
                  <a:lnTo>
                    <a:pt x="9734423" y="5213032"/>
                  </a:lnTo>
                  <a:lnTo>
                    <a:pt x="9739630" y="5213032"/>
                  </a:lnTo>
                  <a:lnTo>
                    <a:pt x="9739630" y="5193982"/>
                  </a:lnTo>
                  <a:close/>
                </a:path>
                <a:path w="10424160" h="5213350">
                  <a:moveTo>
                    <a:pt x="9744964" y="5193982"/>
                  </a:moveTo>
                  <a:lnTo>
                    <a:pt x="9739757" y="5193982"/>
                  </a:lnTo>
                  <a:lnTo>
                    <a:pt x="9739757" y="5213032"/>
                  </a:lnTo>
                  <a:lnTo>
                    <a:pt x="9744964" y="5213032"/>
                  </a:lnTo>
                  <a:lnTo>
                    <a:pt x="9749282" y="5208765"/>
                  </a:lnTo>
                  <a:lnTo>
                    <a:pt x="9749282" y="5198249"/>
                  </a:lnTo>
                  <a:lnTo>
                    <a:pt x="9744964" y="5193982"/>
                  </a:lnTo>
                  <a:close/>
                </a:path>
                <a:path w="10424160" h="5213350">
                  <a:moveTo>
                    <a:pt x="9701530" y="5193982"/>
                  </a:moveTo>
                  <a:lnTo>
                    <a:pt x="9696323" y="5193982"/>
                  </a:lnTo>
                  <a:lnTo>
                    <a:pt x="9692005" y="5198249"/>
                  </a:lnTo>
                  <a:lnTo>
                    <a:pt x="9692005" y="5208765"/>
                  </a:lnTo>
                  <a:lnTo>
                    <a:pt x="9696323" y="5213032"/>
                  </a:lnTo>
                  <a:lnTo>
                    <a:pt x="9701530" y="5213032"/>
                  </a:lnTo>
                  <a:lnTo>
                    <a:pt x="9701530" y="5193982"/>
                  </a:lnTo>
                  <a:close/>
                </a:path>
                <a:path w="10424160" h="5213350">
                  <a:moveTo>
                    <a:pt x="9706864" y="5193982"/>
                  </a:moveTo>
                  <a:lnTo>
                    <a:pt x="9701530" y="5193982"/>
                  </a:lnTo>
                  <a:lnTo>
                    <a:pt x="9701530" y="5213032"/>
                  </a:lnTo>
                  <a:lnTo>
                    <a:pt x="9706864" y="5213032"/>
                  </a:lnTo>
                  <a:lnTo>
                    <a:pt x="9711055" y="5208765"/>
                  </a:lnTo>
                  <a:lnTo>
                    <a:pt x="9711055" y="5198249"/>
                  </a:lnTo>
                  <a:lnTo>
                    <a:pt x="9706864" y="5193982"/>
                  </a:lnTo>
                  <a:close/>
                </a:path>
                <a:path w="10424160" h="5213350">
                  <a:moveTo>
                    <a:pt x="9663430" y="5193982"/>
                  </a:moveTo>
                  <a:lnTo>
                    <a:pt x="9658223" y="5193982"/>
                  </a:lnTo>
                  <a:lnTo>
                    <a:pt x="9653905" y="5198249"/>
                  </a:lnTo>
                  <a:lnTo>
                    <a:pt x="9653905" y="5208765"/>
                  </a:lnTo>
                  <a:lnTo>
                    <a:pt x="9658223" y="5213032"/>
                  </a:lnTo>
                  <a:lnTo>
                    <a:pt x="9663430" y="5213032"/>
                  </a:lnTo>
                  <a:lnTo>
                    <a:pt x="9663430" y="5193982"/>
                  </a:lnTo>
                  <a:close/>
                </a:path>
                <a:path w="10424160" h="5213350">
                  <a:moveTo>
                    <a:pt x="9668764" y="5193982"/>
                  </a:moveTo>
                  <a:lnTo>
                    <a:pt x="9663430" y="5193982"/>
                  </a:lnTo>
                  <a:lnTo>
                    <a:pt x="9663430" y="5213032"/>
                  </a:lnTo>
                  <a:lnTo>
                    <a:pt x="9668764" y="5213032"/>
                  </a:lnTo>
                  <a:lnTo>
                    <a:pt x="9672955" y="5208765"/>
                  </a:lnTo>
                  <a:lnTo>
                    <a:pt x="9672955" y="5198249"/>
                  </a:lnTo>
                  <a:lnTo>
                    <a:pt x="9668764" y="5193982"/>
                  </a:lnTo>
                  <a:close/>
                </a:path>
                <a:path w="10424160" h="5213350">
                  <a:moveTo>
                    <a:pt x="9625330" y="5193982"/>
                  </a:moveTo>
                  <a:lnTo>
                    <a:pt x="9620123" y="5193982"/>
                  </a:lnTo>
                  <a:lnTo>
                    <a:pt x="9615805" y="5198249"/>
                  </a:lnTo>
                  <a:lnTo>
                    <a:pt x="9615805" y="5208765"/>
                  </a:lnTo>
                  <a:lnTo>
                    <a:pt x="9620123" y="5213032"/>
                  </a:lnTo>
                  <a:lnTo>
                    <a:pt x="9625330" y="5213032"/>
                  </a:lnTo>
                  <a:lnTo>
                    <a:pt x="9625330" y="5193982"/>
                  </a:lnTo>
                  <a:close/>
                </a:path>
                <a:path w="10424160" h="5213350">
                  <a:moveTo>
                    <a:pt x="9630664" y="5193982"/>
                  </a:moveTo>
                  <a:lnTo>
                    <a:pt x="9625330" y="5193982"/>
                  </a:lnTo>
                  <a:lnTo>
                    <a:pt x="9625330" y="5213032"/>
                  </a:lnTo>
                  <a:lnTo>
                    <a:pt x="9630664" y="5213032"/>
                  </a:lnTo>
                  <a:lnTo>
                    <a:pt x="9634855" y="5208765"/>
                  </a:lnTo>
                  <a:lnTo>
                    <a:pt x="9634855" y="5198249"/>
                  </a:lnTo>
                  <a:lnTo>
                    <a:pt x="9630664" y="5193982"/>
                  </a:lnTo>
                  <a:close/>
                </a:path>
                <a:path w="10424160" h="5213350">
                  <a:moveTo>
                    <a:pt x="9587230" y="5193982"/>
                  </a:moveTo>
                  <a:lnTo>
                    <a:pt x="9581896" y="5193982"/>
                  </a:lnTo>
                  <a:lnTo>
                    <a:pt x="9577705" y="5198249"/>
                  </a:lnTo>
                  <a:lnTo>
                    <a:pt x="9577705" y="5208765"/>
                  </a:lnTo>
                  <a:lnTo>
                    <a:pt x="9581896" y="5213032"/>
                  </a:lnTo>
                  <a:lnTo>
                    <a:pt x="9587230" y="5213032"/>
                  </a:lnTo>
                  <a:lnTo>
                    <a:pt x="9587230" y="5193982"/>
                  </a:lnTo>
                  <a:close/>
                </a:path>
                <a:path w="10424160" h="5213350">
                  <a:moveTo>
                    <a:pt x="9592437" y="5193982"/>
                  </a:moveTo>
                  <a:lnTo>
                    <a:pt x="9587230" y="5193982"/>
                  </a:lnTo>
                  <a:lnTo>
                    <a:pt x="9587230" y="5213032"/>
                  </a:lnTo>
                  <a:lnTo>
                    <a:pt x="9592437" y="5213032"/>
                  </a:lnTo>
                  <a:lnTo>
                    <a:pt x="9596755" y="5208765"/>
                  </a:lnTo>
                  <a:lnTo>
                    <a:pt x="9596755" y="5198249"/>
                  </a:lnTo>
                  <a:lnTo>
                    <a:pt x="9592437" y="5193982"/>
                  </a:lnTo>
                  <a:close/>
                </a:path>
                <a:path w="10424160" h="5213350">
                  <a:moveTo>
                    <a:pt x="9549130" y="5193982"/>
                  </a:moveTo>
                  <a:lnTo>
                    <a:pt x="9543796" y="5193982"/>
                  </a:lnTo>
                  <a:lnTo>
                    <a:pt x="9539605" y="5198249"/>
                  </a:lnTo>
                  <a:lnTo>
                    <a:pt x="9539605" y="5208765"/>
                  </a:lnTo>
                  <a:lnTo>
                    <a:pt x="9543796" y="5213032"/>
                  </a:lnTo>
                  <a:lnTo>
                    <a:pt x="9549130" y="5213032"/>
                  </a:lnTo>
                  <a:lnTo>
                    <a:pt x="9549130" y="5193982"/>
                  </a:lnTo>
                  <a:close/>
                </a:path>
                <a:path w="10424160" h="5213350">
                  <a:moveTo>
                    <a:pt x="9554337" y="5193982"/>
                  </a:moveTo>
                  <a:lnTo>
                    <a:pt x="9549130" y="5193982"/>
                  </a:lnTo>
                  <a:lnTo>
                    <a:pt x="9549130" y="5213032"/>
                  </a:lnTo>
                  <a:lnTo>
                    <a:pt x="9554337" y="5213032"/>
                  </a:lnTo>
                  <a:lnTo>
                    <a:pt x="9558655" y="5208765"/>
                  </a:lnTo>
                  <a:lnTo>
                    <a:pt x="9558655" y="5198249"/>
                  </a:lnTo>
                  <a:lnTo>
                    <a:pt x="9554337" y="5193982"/>
                  </a:lnTo>
                  <a:close/>
                </a:path>
                <a:path w="10424160" h="5213350">
                  <a:moveTo>
                    <a:pt x="9511030" y="5193982"/>
                  </a:moveTo>
                  <a:lnTo>
                    <a:pt x="9505696" y="5193982"/>
                  </a:lnTo>
                  <a:lnTo>
                    <a:pt x="9501505" y="5198249"/>
                  </a:lnTo>
                  <a:lnTo>
                    <a:pt x="9501505" y="5208765"/>
                  </a:lnTo>
                  <a:lnTo>
                    <a:pt x="9505696" y="5213032"/>
                  </a:lnTo>
                  <a:lnTo>
                    <a:pt x="9511030" y="5213032"/>
                  </a:lnTo>
                  <a:lnTo>
                    <a:pt x="9511030" y="5193982"/>
                  </a:lnTo>
                  <a:close/>
                </a:path>
                <a:path w="10424160" h="5213350">
                  <a:moveTo>
                    <a:pt x="9516237" y="5193982"/>
                  </a:moveTo>
                  <a:lnTo>
                    <a:pt x="9511030" y="5193982"/>
                  </a:lnTo>
                  <a:lnTo>
                    <a:pt x="9511030" y="5213032"/>
                  </a:lnTo>
                  <a:lnTo>
                    <a:pt x="9516237" y="5213032"/>
                  </a:lnTo>
                  <a:lnTo>
                    <a:pt x="9520555" y="5208765"/>
                  </a:lnTo>
                  <a:lnTo>
                    <a:pt x="9520555" y="5198249"/>
                  </a:lnTo>
                  <a:lnTo>
                    <a:pt x="9516237" y="5193982"/>
                  </a:lnTo>
                  <a:close/>
                </a:path>
                <a:path w="10424160" h="5213350">
                  <a:moveTo>
                    <a:pt x="9472803" y="5193982"/>
                  </a:moveTo>
                  <a:lnTo>
                    <a:pt x="9467596" y="5193982"/>
                  </a:lnTo>
                  <a:lnTo>
                    <a:pt x="9463278" y="5198249"/>
                  </a:lnTo>
                  <a:lnTo>
                    <a:pt x="9463278" y="5208765"/>
                  </a:lnTo>
                  <a:lnTo>
                    <a:pt x="9467596" y="5213032"/>
                  </a:lnTo>
                  <a:lnTo>
                    <a:pt x="9472803" y="5213032"/>
                  </a:lnTo>
                  <a:lnTo>
                    <a:pt x="9472803" y="5193982"/>
                  </a:lnTo>
                  <a:close/>
                </a:path>
                <a:path w="10424160" h="5213350">
                  <a:moveTo>
                    <a:pt x="9478137" y="5193982"/>
                  </a:moveTo>
                  <a:lnTo>
                    <a:pt x="9472930" y="5193982"/>
                  </a:lnTo>
                  <a:lnTo>
                    <a:pt x="9472930" y="5213032"/>
                  </a:lnTo>
                  <a:lnTo>
                    <a:pt x="9478137" y="5213032"/>
                  </a:lnTo>
                  <a:lnTo>
                    <a:pt x="9482455" y="5208765"/>
                  </a:lnTo>
                  <a:lnTo>
                    <a:pt x="9482455" y="5198249"/>
                  </a:lnTo>
                  <a:lnTo>
                    <a:pt x="9478137" y="5193982"/>
                  </a:lnTo>
                  <a:close/>
                </a:path>
                <a:path w="10424160" h="5213350">
                  <a:moveTo>
                    <a:pt x="9434703" y="5193982"/>
                  </a:moveTo>
                  <a:lnTo>
                    <a:pt x="9429496" y="5193982"/>
                  </a:lnTo>
                  <a:lnTo>
                    <a:pt x="9425178" y="5198249"/>
                  </a:lnTo>
                  <a:lnTo>
                    <a:pt x="9425178" y="5208765"/>
                  </a:lnTo>
                  <a:lnTo>
                    <a:pt x="9429496" y="5213032"/>
                  </a:lnTo>
                  <a:lnTo>
                    <a:pt x="9434703" y="5213032"/>
                  </a:lnTo>
                  <a:lnTo>
                    <a:pt x="9434703" y="5193982"/>
                  </a:lnTo>
                  <a:close/>
                </a:path>
                <a:path w="10424160" h="5213350">
                  <a:moveTo>
                    <a:pt x="9440037" y="5193982"/>
                  </a:moveTo>
                  <a:lnTo>
                    <a:pt x="9434703" y="5193982"/>
                  </a:lnTo>
                  <a:lnTo>
                    <a:pt x="9434703" y="5213032"/>
                  </a:lnTo>
                  <a:lnTo>
                    <a:pt x="9440037" y="5213032"/>
                  </a:lnTo>
                  <a:lnTo>
                    <a:pt x="9444228" y="5208765"/>
                  </a:lnTo>
                  <a:lnTo>
                    <a:pt x="9444228" y="5198249"/>
                  </a:lnTo>
                  <a:lnTo>
                    <a:pt x="9440037" y="5193982"/>
                  </a:lnTo>
                  <a:close/>
                </a:path>
                <a:path w="10424160" h="5213350">
                  <a:moveTo>
                    <a:pt x="9396603" y="5193982"/>
                  </a:moveTo>
                  <a:lnTo>
                    <a:pt x="9391396" y="5193982"/>
                  </a:lnTo>
                  <a:lnTo>
                    <a:pt x="9387078" y="5198249"/>
                  </a:lnTo>
                  <a:lnTo>
                    <a:pt x="9387078" y="5208765"/>
                  </a:lnTo>
                  <a:lnTo>
                    <a:pt x="9391396" y="5213032"/>
                  </a:lnTo>
                  <a:lnTo>
                    <a:pt x="9396603" y="5213032"/>
                  </a:lnTo>
                  <a:lnTo>
                    <a:pt x="9396603" y="5193982"/>
                  </a:lnTo>
                  <a:close/>
                </a:path>
                <a:path w="10424160" h="5213350">
                  <a:moveTo>
                    <a:pt x="9401937" y="5193982"/>
                  </a:moveTo>
                  <a:lnTo>
                    <a:pt x="9396603" y="5193982"/>
                  </a:lnTo>
                  <a:lnTo>
                    <a:pt x="9396603" y="5213032"/>
                  </a:lnTo>
                  <a:lnTo>
                    <a:pt x="9401937" y="5213032"/>
                  </a:lnTo>
                  <a:lnTo>
                    <a:pt x="9406128" y="5208765"/>
                  </a:lnTo>
                  <a:lnTo>
                    <a:pt x="9406128" y="5198249"/>
                  </a:lnTo>
                  <a:lnTo>
                    <a:pt x="9401937" y="5193982"/>
                  </a:lnTo>
                  <a:close/>
                </a:path>
                <a:path w="10424160" h="5213350">
                  <a:moveTo>
                    <a:pt x="9358503" y="5193982"/>
                  </a:moveTo>
                  <a:lnTo>
                    <a:pt x="9353168" y="5193982"/>
                  </a:lnTo>
                  <a:lnTo>
                    <a:pt x="9348978" y="5198249"/>
                  </a:lnTo>
                  <a:lnTo>
                    <a:pt x="9348978" y="5208765"/>
                  </a:lnTo>
                  <a:lnTo>
                    <a:pt x="9353168" y="5213032"/>
                  </a:lnTo>
                  <a:lnTo>
                    <a:pt x="9358503" y="5213032"/>
                  </a:lnTo>
                  <a:lnTo>
                    <a:pt x="9358503" y="5193982"/>
                  </a:lnTo>
                  <a:close/>
                </a:path>
                <a:path w="10424160" h="5213350">
                  <a:moveTo>
                    <a:pt x="9363710" y="5193982"/>
                  </a:moveTo>
                  <a:lnTo>
                    <a:pt x="9358503" y="5193982"/>
                  </a:lnTo>
                  <a:lnTo>
                    <a:pt x="9358503" y="5213032"/>
                  </a:lnTo>
                  <a:lnTo>
                    <a:pt x="9363710" y="5213032"/>
                  </a:lnTo>
                  <a:lnTo>
                    <a:pt x="9368028" y="5208765"/>
                  </a:lnTo>
                  <a:lnTo>
                    <a:pt x="9368028" y="5198249"/>
                  </a:lnTo>
                  <a:lnTo>
                    <a:pt x="9363710" y="5193982"/>
                  </a:lnTo>
                  <a:close/>
                </a:path>
                <a:path w="10424160" h="5213350">
                  <a:moveTo>
                    <a:pt x="9320403" y="5193982"/>
                  </a:moveTo>
                  <a:lnTo>
                    <a:pt x="9315068" y="5193982"/>
                  </a:lnTo>
                  <a:lnTo>
                    <a:pt x="9310878" y="5198249"/>
                  </a:lnTo>
                  <a:lnTo>
                    <a:pt x="9310878" y="5208765"/>
                  </a:lnTo>
                  <a:lnTo>
                    <a:pt x="9315068" y="5213032"/>
                  </a:lnTo>
                  <a:lnTo>
                    <a:pt x="9320403" y="5213032"/>
                  </a:lnTo>
                  <a:lnTo>
                    <a:pt x="9320403" y="5193982"/>
                  </a:lnTo>
                  <a:close/>
                </a:path>
                <a:path w="10424160" h="5213350">
                  <a:moveTo>
                    <a:pt x="9325610" y="5193982"/>
                  </a:moveTo>
                  <a:lnTo>
                    <a:pt x="9320403" y="5193982"/>
                  </a:lnTo>
                  <a:lnTo>
                    <a:pt x="9320403" y="5213032"/>
                  </a:lnTo>
                  <a:lnTo>
                    <a:pt x="9325610" y="5213032"/>
                  </a:lnTo>
                  <a:lnTo>
                    <a:pt x="9329928" y="5208765"/>
                  </a:lnTo>
                  <a:lnTo>
                    <a:pt x="9329928" y="5198249"/>
                  </a:lnTo>
                  <a:lnTo>
                    <a:pt x="9325610" y="5193982"/>
                  </a:lnTo>
                  <a:close/>
                </a:path>
                <a:path w="10424160" h="5213350">
                  <a:moveTo>
                    <a:pt x="9282303" y="5193982"/>
                  </a:moveTo>
                  <a:lnTo>
                    <a:pt x="9276968" y="5193982"/>
                  </a:lnTo>
                  <a:lnTo>
                    <a:pt x="9272778" y="5198249"/>
                  </a:lnTo>
                  <a:lnTo>
                    <a:pt x="9272778" y="5208765"/>
                  </a:lnTo>
                  <a:lnTo>
                    <a:pt x="9276968" y="5213032"/>
                  </a:lnTo>
                  <a:lnTo>
                    <a:pt x="9282303" y="5213032"/>
                  </a:lnTo>
                  <a:lnTo>
                    <a:pt x="9282303" y="5193982"/>
                  </a:lnTo>
                  <a:close/>
                </a:path>
                <a:path w="10424160" h="5213350">
                  <a:moveTo>
                    <a:pt x="9287510" y="5193982"/>
                  </a:moveTo>
                  <a:lnTo>
                    <a:pt x="9282303" y="5193982"/>
                  </a:lnTo>
                  <a:lnTo>
                    <a:pt x="9282303" y="5213032"/>
                  </a:lnTo>
                  <a:lnTo>
                    <a:pt x="9287510" y="5213032"/>
                  </a:lnTo>
                  <a:lnTo>
                    <a:pt x="9291828" y="5208765"/>
                  </a:lnTo>
                  <a:lnTo>
                    <a:pt x="9291828" y="5198249"/>
                  </a:lnTo>
                  <a:lnTo>
                    <a:pt x="9287510" y="5193982"/>
                  </a:lnTo>
                  <a:close/>
                </a:path>
                <a:path w="10424160" h="5213350">
                  <a:moveTo>
                    <a:pt x="9244076" y="5193982"/>
                  </a:moveTo>
                  <a:lnTo>
                    <a:pt x="9238868" y="5193982"/>
                  </a:lnTo>
                  <a:lnTo>
                    <a:pt x="9234551" y="5198249"/>
                  </a:lnTo>
                  <a:lnTo>
                    <a:pt x="9234551" y="5208765"/>
                  </a:lnTo>
                  <a:lnTo>
                    <a:pt x="9238868" y="5213032"/>
                  </a:lnTo>
                  <a:lnTo>
                    <a:pt x="9244076" y="5213032"/>
                  </a:lnTo>
                  <a:lnTo>
                    <a:pt x="9244076" y="5193982"/>
                  </a:lnTo>
                  <a:close/>
                </a:path>
                <a:path w="10424160" h="5213350">
                  <a:moveTo>
                    <a:pt x="9249410" y="5193982"/>
                  </a:moveTo>
                  <a:lnTo>
                    <a:pt x="9244203" y="5193982"/>
                  </a:lnTo>
                  <a:lnTo>
                    <a:pt x="9244203" y="5213032"/>
                  </a:lnTo>
                  <a:lnTo>
                    <a:pt x="9249410" y="5213032"/>
                  </a:lnTo>
                  <a:lnTo>
                    <a:pt x="9253728" y="5208765"/>
                  </a:lnTo>
                  <a:lnTo>
                    <a:pt x="9253728" y="5198249"/>
                  </a:lnTo>
                  <a:lnTo>
                    <a:pt x="9249410" y="5193982"/>
                  </a:lnTo>
                  <a:close/>
                </a:path>
                <a:path w="10424160" h="5213350">
                  <a:moveTo>
                    <a:pt x="9205976" y="5193982"/>
                  </a:moveTo>
                  <a:lnTo>
                    <a:pt x="9200768" y="5193982"/>
                  </a:lnTo>
                  <a:lnTo>
                    <a:pt x="9196451" y="5198249"/>
                  </a:lnTo>
                  <a:lnTo>
                    <a:pt x="9196451" y="5208765"/>
                  </a:lnTo>
                  <a:lnTo>
                    <a:pt x="9200768" y="5213032"/>
                  </a:lnTo>
                  <a:lnTo>
                    <a:pt x="9205976" y="5213032"/>
                  </a:lnTo>
                  <a:lnTo>
                    <a:pt x="9205976" y="5193982"/>
                  </a:lnTo>
                  <a:close/>
                </a:path>
                <a:path w="10424160" h="5213350">
                  <a:moveTo>
                    <a:pt x="9211310" y="5193982"/>
                  </a:moveTo>
                  <a:lnTo>
                    <a:pt x="9205976" y="5193982"/>
                  </a:lnTo>
                  <a:lnTo>
                    <a:pt x="9205976" y="5213032"/>
                  </a:lnTo>
                  <a:lnTo>
                    <a:pt x="9211310" y="5213032"/>
                  </a:lnTo>
                  <a:lnTo>
                    <a:pt x="9215501" y="5208765"/>
                  </a:lnTo>
                  <a:lnTo>
                    <a:pt x="9215501" y="5198249"/>
                  </a:lnTo>
                  <a:lnTo>
                    <a:pt x="9211310" y="5193982"/>
                  </a:lnTo>
                  <a:close/>
                </a:path>
                <a:path w="10424160" h="5213350">
                  <a:moveTo>
                    <a:pt x="9167876" y="5193982"/>
                  </a:moveTo>
                  <a:lnTo>
                    <a:pt x="9162668" y="5193982"/>
                  </a:lnTo>
                  <a:lnTo>
                    <a:pt x="9158351" y="5198249"/>
                  </a:lnTo>
                  <a:lnTo>
                    <a:pt x="9158351" y="5208765"/>
                  </a:lnTo>
                  <a:lnTo>
                    <a:pt x="9162668" y="5213032"/>
                  </a:lnTo>
                  <a:lnTo>
                    <a:pt x="9167876" y="5213032"/>
                  </a:lnTo>
                  <a:lnTo>
                    <a:pt x="9167876" y="5193982"/>
                  </a:lnTo>
                  <a:close/>
                </a:path>
                <a:path w="10424160" h="5213350">
                  <a:moveTo>
                    <a:pt x="9173210" y="5193982"/>
                  </a:moveTo>
                  <a:lnTo>
                    <a:pt x="9167876" y="5193982"/>
                  </a:lnTo>
                  <a:lnTo>
                    <a:pt x="9167876" y="5213032"/>
                  </a:lnTo>
                  <a:lnTo>
                    <a:pt x="9173210" y="5213032"/>
                  </a:lnTo>
                  <a:lnTo>
                    <a:pt x="9177401" y="5208765"/>
                  </a:lnTo>
                  <a:lnTo>
                    <a:pt x="9177401" y="5198249"/>
                  </a:lnTo>
                  <a:lnTo>
                    <a:pt x="9173210" y="5193982"/>
                  </a:lnTo>
                  <a:close/>
                </a:path>
                <a:path w="10424160" h="5213350">
                  <a:moveTo>
                    <a:pt x="9129776" y="5193982"/>
                  </a:moveTo>
                  <a:lnTo>
                    <a:pt x="9124568" y="5193982"/>
                  </a:lnTo>
                  <a:lnTo>
                    <a:pt x="9120251" y="5198249"/>
                  </a:lnTo>
                  <a:lnTo>
                    <a:pt x="9120251" y="5208765"/>
                  </a:lnTo>
                  <a:lnTo>
                    <a:pt x="9124568" y="5213032"/>
                  </a:lnTo>
                  <a:lnTo>
                    <a:pt x="9129776" y="5213032"/>
                  </a:lnTo>
                  <a:lnTo>
                    <a:pt x="9129776" y="5193982"/>
                  </a:lnTo>
                  <a:close/>
                </a:path>
                <a:path w="10424160" h="5213350">
                  <a:moveTo>
                    <a:pt x="9135110" y="5193982"/>
                  </a:moveTo>
                  <a:lnTo>
                    <a:pt x="9129776" y="5193982"/>
                  </a:lnTo>
                  <a:lnTo>
                    <a:pt x="9129776" y="5213032"/>
                  </a:lnTo>
                  <a:lnTo>
                    <a:pt x="9135110" y="5213032"/>
                  </a:lnTo>
                  <a:lnTo>
                    <a:pt x="9139301" y="5208765"/>
                  </a:lnTo>
                  <a:lnTo>
                    <a:pt x="9139301" y="5198249"/>
                  </a:lnTo>
                  <a:lnTo>
                    <a:pt x="9135110" y="5193982"/>
                  </a:lnTo>
                  <a:close/>
                </a:path>
                <a:path w="10424160" h="5213350">
                  <a:moveTo>
                    <a:pt x="9091676" y="5193982"/>
                  </a:moveTo>
                  <a:lnTo>
                    <a:pt x="9086341" y="5193982"/>
                  </a:lnTo>
                  <a:lnTo>
                    <a:pt x="9082151" y="5198249"/>
                  </a:lnTo>
                  <a:lnTo>
                    <a:pt x="9082151" y="5208765"/>
                  </a:lnTo>
                  <a:lnTo>
                    <a:pt x="9086341" y="5213032"/>
                  </a:lnTo>
                  <a:lnTo>
                    <a:pt x="9091676" y="5213032"/>
                  </a:lnTo>
                  <a:lnTo>
                    <a:pt x="9091676" y="5193982"/>
                  </a:lnTo>
                  <a:close/>
                </a:path>
                <a:path w="10424160" h="5213350">
                  <a:moveTo>
                    <a:pt x="9096883" y="5193982"/>
                  </a:moveTo>
                  <a:lnTo>
                    <a:pt x="9091676" y="5193982"/>
                  </a:lnTo>
                  <a:lnTo>
                    <a:pt x="9091676" y="5213032"/>
                  </a:lnTo>
                  <a:lnTo>
                    <a:pt x="9096883" y="5213032"/>
                  </a:lnTo>
                  <a:lnTo>
                    <a:pt x="9101201" y="5208765"/>
                  </a:lnTo>
                  <a:lnTo>
                    <a:pt x="9101201" y="5198249"/>
                  </a:lnTo>
                  <a:lnTo>
                    <a:pt x="9096883" y="5193982"/>
                  </a:lnTo>
                  <a:close/>
                </a:path>
                <a:path w="10424160" h="5213350">
                  <a:moveTo>
                    <a:pt x="9053576" y="5193982"/>
                  </a:moveTo>
                  <a:lnTo>
                    <a:pt x="9048241" y="5193982"/>
                  </a:lnTo>
                  <a:lnTo>
                    <a:pt x="9044051" y="5198249"/>
                  </a:lnTo>
                  <a:lnTo>
                    <a:pt x="9044051" y="5208765"/>
                  </a:lnTo>
                  <a:lnTo>
                    <a:pt x="9048241" y="5213032"/>
                  </a:lnTo>
                  <a:lnTo>
                    <a:pt x="9053576" y="5213032"/>
                  </a:lnTo>
                  <a:lnTo>
                    <a:pt x="9053576" y="5193982"/>
                  </a:lnTo>
                  <a:close/>
                </a:path>
                <a:path w="10424160" h="5213350">
                  <a:moveTo>
                    <a:pt x="9058783" y="5193982"/>
                  </a:moveTo>
                  <a:lnTo>
                    <a:pt x="9053576" y="5193982"/>
                  </a:lnTo>
                  <a:lnTo>
                    <a:pt x="9053576" y="5213032"/>
                  </a:lnTo>
                  <a:lnTo>
                    <a:pt x="9058783" y="5213032"/>
                  </a:lnTo>
                  <a:lnTo>
                    <a:pt x="9063101" y="5208765"/>
                  </a:lnTo>
                  <a:lnTo>
                    <a:pt x="9063101" y="5198249"/>
                  </a:lnTo>
                  <a:lnTo>
                    <a:pt x="9058783" y="5193982"/>
                  </a:lnTo>
                  <a:close/>
                </a:path>
                <a:path w="10424160" h="5213350">
                  <a:moveTo>
                    <a:pt x="9015349" y="5193982"/>
                  </a:moveTo>
                  <a:lnTo>
                    <a:pt x="9010141" y="5193982"/>
                  </a:lnTo>
                  <a:lnTo>
                    <a:pt x="9005824" y="5198249"/>
                  </a:lnTo>
                  <a:lnTo>
                    <a:pt x="9005824" y="5208765"/>
                  </a:lnTo>
                  <a:lnTo>
                    <a:pt x="9010141" y="5213032"/>
                  </a:lnTo>
                  <a:lnTo>
                    <a:pt x="9015349" y="5213032"/>
                  </a:lnTo>
                  <a:lnTo>
                    <a:pt x="9015349" y="5193982"/>
                  </a:lnTo>
                  <a:close/>
                </a:path>
                <a:path w="10424160" h="5213350">
                  <a:moveTo>
                    <a:pt x="9020683" y="5193982"/>
                  </a:moveTo>
                  <a:lnTo>
                    <a:pt x="9015476" y="5193982"/>
                  </a:lnTo>
                  <a:lnTo>
                    <a:pt x="9015476" y="5213032"/>
                  </a:lnTo>
                  <a:lnTo>
                    <a:pt x="9020683" y="5213032"/>
                  </a:lnTo>
                  <a:lnTo>
                    <a:pt x="9025001" y="5208765"/>
                  </a:lnTo>
                  <a:lnTo>
                    <a:pt x="9025001" y="5198249"/>
                  </a:lnTo>
                  <a:lnTo>
                    <a:pt x="9020683" y="5193982"/>
                  </a:lnTo>
                  <a:close/>
                </a:path>
                <a:path w="10424160" h="5213350">
                  <a:moveTo>
                    <a:pt x="8977249" y="5193982"/>
                  </a:moveTo>
                  <a:lnTo>
                    <a:pt x="8972041" y="5193982"/>
                  </a:lnTo>
                  <a:lnTo>
                    <a:pt x="8967724" y="5198249"/>
                  </a:lnTo>
                  <a:lnTo>
                    <a:pt x="8967724" y="5208765"/>
                  </a:lnTo>
                  <a:lnTo>
                    <a:pt x="8972041" y="5213032"/>
                  </a:lnTo>
                  <a:lnTo>
                    <a:pt x="8977249" y="5213032"/>
                  </a:lnTo>
                  <a:lnTo>
                    <a:pt x="8977249" y="5193982"/>
                  </a:lnTo>
                  <a:close/>
                </a:path>
                <a:path w="10424160" h="5213350">
                  <a:moveTo>
                    <a:pt x="8982583" y="5193982"/>
                  </a:moveTo>
                  <a:lnTo>
                    <a:pt x="8977249" y="5193982"/>
                  </a:lnTo>
                  <a:lnTo>
                    <a:pt x="8977249" y="5213032"/>
                  </a:lnTo>
                  <a:lnTo>
                    <a:pt x="8982583" y="5213032"/>
                  </a:lnTo>
                  <a:lnTo>
                    <a:pt x="8986774" y="5208765"/>
                  </a:lnTo>
                  <a:lnTo>
                    <a:pt x="8986774" y="5198249"/>
                  </a:lnTo>
                  <a:lnTo>
                    <a:pt x="8982583" y="5193982"/>
                  </a:lnTo>
                  <a:close/>
                </a:path>
                <a:path w="10424160" h="5213350">
                  <a:moveTo>
                    <a:pt x="8939149" y="5193982"/>
                  </a:moveTo>
                  <a:lnTo>
                    <a:pt x="8933941" y="5193982"/>
                  </a:lnTo>
                  <a:lnTo>
                    <a:pt x="8929624" y="5198249"/>
                  </a:lnTo>
                  <a:lnTo>
                    <a:pt x="8929624" y="5208765"/>
                  </a:lnTo>
                  <a:lnTo>
                    <a:pt x="8933941" y="5213032"/>
                  </a:lnTo>
                  <a:lnTo>
                    <a:pt x="8939149" y="5213032"/>
                  </a:lnTo>
                  <a:lnTo>
                    <a:pt x="8939149" y="5193982"/>
                  </a:lnTo>
                  <a:close/>
                </a:path>
                <a:path w="10424160" h="5213350">
                  <a:moveTo>
                    <a:pt x="8944483" y="5193982"/>
                  </a:moveTo>
                  <a:lnTo>
                    <a:pt x="8939149" y="5193982"/>
                  </a:lnTo>
                  <a:lnTo>
                    <a:pt x="8939149" y="5213032"/>
                  </a:lnTo>
                  <a:lnTo>
                    <a:pt x="8944483" y="5213032"/>
                  </a:lnTo>
                  <a:lnTo>
                    <a:pt x="8948674" y="5208765"/>
                  </a:lnTo>
                  <a:lnTo>
                    <a:pt x="8948674" y="5198249"/>
                  </a:lnTo>
                  <a:lnTo>
                    <a:pt x="8944483" y="5193982"/>
                  </a:lnTo>
                  <a:close/>
                </a:path>
                <a:path w="10424160" h="5213350">
                  <a:moveTo>
                    <a:pt x="8901049" y="5193982"/>
                  </a:moveTo>
                  <a:lnTo>
                    <a:pt x="8895841" y="5193982"/>
                  </a:lnTo>
                  <a:lnTo>
                    <a:pt x="8891524" y="5198249"/>
                  </a:lnTo>
                  <a:lnTo>
                    <a:pt x="8891524" y="5208765"/>
                  </a:lnTo>
                  <a:lnTo>
                    <a:pt x="8895841" y="5213032"/>
                  </a:lnTo>
                  <a:lnTo>
                    <a:pt x="8901049" y="5213032"/>
                  </a:lnTo>
                  <a:lnTo>
                    <a:pt x="8901049" y="5193982"/>
                  </a:lnTo>
                  <a:close/>
                </a:path>
                <a:path w="10424160" h="5213350">
                  <a:moveTo>
                    <a:pt x="8906383" y="5193982"/>
                  </a:moveTo>
                  <a:lnTo>
                    <a:pt x="8901049" y="5193982"/>
                  </a:lnTo>
                  <a:lnTo>
                    <a:pt x="8901049" y="5213032"/>
                  </a:lnTo>
                  <a:lnTo>
                    <a:pt x="8906383" y="5213032"/>
                  </a:lnTo>
                  <a:lnTo>
                    <a:pt x="8910574" y="5208765"/>
                  </a:lnTo>
                  <a:lnTo>
                    <a:pt x="8910574" y="5198249"/>
                  </a:lnTo>
                  <a:lnTo>
                    <a:pt x="8906383" y="5193982"/>
                  </a:lnTo>
                  <a:close/>
                </a:path>
                <a:path w="10424160" h="5213350">
                  <a:moveTo>
                    <a:pt x="8862949" y="5193982"/>
                  </a:moveTo>
                  <a:lnTo>
                    <a:pt x="8857615" y="5193982"/>
                  </a:lnTo>
                  <a:lnTo>
                    <a:pt x="8853424" y="5198249"/>
                  </a:lnTo>
                  <a:lnTo>
                    <a:pt x="8853424" y="5208765"/>
                  </a:lnTo>
                  <a:lnTo>
                    <a:pt x="8857615" y="5213032"/>
                  </a:lnTo>
                  <a:lnTo>
                    <a:pt x="8862949" y="5213032"/>
                  </a:lnTo>
                  <a:lnTo>
                    <a:pt x="8862949" y="5193982"/>
                  </a:lnTo>
                  <a:close/>
                </a:path>
                <a:path w="10424160" h="5213350">
                  <a:moveTo>
                    <a:pt x="8868156" y="5193982"/>
                  </a:moveTo>
                  <a:lnTo>
                    <a:pt x="8862949" y="5193982"/>
                  </a:lnTo>
                  <a:lnTo>
                    <a:pt x="8862949" y="5213032"/>
                  </a:lnTo>
                  <a:lnTo>
                    <a:pt x="8868156" y="5213032"/>
                  </a:lnTo>
                  <a:lnTo>
                    <a:pt x="8872474" y="5208765"/>
                  </a:lnTo>
                  <a:lnTo>
                    <a:pt x="8872474" y="5198249"/>
                  </a:lnTo>
                  <a:lnTo>
                    <a:pt x="8868156" y="5193982"/>
                  </a:lnTo>
                  <a:close/>
                </a:path>
                <a:path w="10424160" h="5213350">
                  <a:moveTo>
                    <a:pt x="8824849" y="5193982"/>
                  </a:moveTo>
                  <a:lnTo>
                    <a:pt x="8819515" y="5193982"/>
                  </a:lnTo>
                  <a:lnTo>
                    <a:pt x="8815324" y="5198249"/>
                  </a:lnTo>
                  <a:lnTo>
                    <a:pt x="8815324" y="5208765"/>
                  </a:lnTo>
                  <a:lnTo>
                    <a:pt x="8819515" y="5213032"/>
                  </a:lnTo>
                  <a:lnTo>
                    <a:pt x="8824849" y="5213032"/>
                  </a:lnTo>
                  <a:lnTo>
                    <a:pt x="8824849" y="5193982"/>
                  </a:lnTo>
                  <a:close/>
                </a:path>
                <a:path w="10424160" h="5213350">
                  <a:moveTo>
                    <a:pt x="8830056" y="5193982"/>
                  </a:moveTo>
                  <a:lnTo>
                    <a:pt x="8824849" y="5193982"/>
                  </a:lnTo>
                  <a:lnTo>
                    <a:pt x="8824849" y="5213032"/>
                  </a:lnTo>
                  <a:lnTo>
                    <a:pt x="8830056" y="5213032"/>
                  </a:lnTo>
                  <a:lnTo>
                    <a:pt x="8834374" y="5208765"/>
                  </a:lnTo>
                  <a:lnTo>
                    <a:pt x="8834374" y="5198249"/>
                  </a:lnTo>
                  <a:lnTo>
                    <a:pt x="8830056" y="5193982"/>
                  </a:lnTo>
                  <a:close/>
                </a:path>
                <a:path w="10424160" h="5213350">
                  <a:moveTo>
                    <a:pt x="8786749" y="5193982"/>
                  </a:moveTo>
                  <a:lnTo>
                    <a:pt x="8781415" y="5193982"/>
                  </a:lnTo>
                  <a:lnTo>
                    <a:pt x="8777224" y="5198249"/>
                  </a:lnTo>
                  <a:lnTo>
                    <a:pt x="8777224" y="5208765"/>
                  </a:lnTo>
                  <a:lnTo>
                    <a:pt x="8781415" y="5213032"/>
                  </a:lnTo>
                  <a:lnTo>
                    <a:pt x="8786749" y="5213032"/>
                  </a:lnTo>
                  <a:lnTo>
                    <a:pt x="8786749" y="5193982"/>
                  </a:lnTo>
                  <a:close/>
                </a:path>
                <a:path w="10424160" h="5213350">
                  <a:moveTo>
                    <a:pt x="8791956" y="5193982"/>
                  </a:moveTo>
                  <a:lnTo>
                    <a:pt x="8786749" y="5193982"/>
                  </a:lnTo>
                  <a:lnTo>
                    <a:pt x="8786749" y="5213032"/>
                  </a:lnTo>
                  <a:lnTo>
                    <a:pt x="8791956" y="5213032"/>
                  </a:lnTo>
                  <a:lnTo>
                    <a:pt x="8796274" y="5208765"/>
                  </a:lnTo>
                  <a:lnTo>
                    <a:pt x="8796274" y="5198249"/>
                  </a:lnTo>
                  <a:lnTo>
                    <a:pt x="8791956" y="5193982"/>
                  </a:lnTo>
                  <a:close/>
                </a:path>
                <a:path w="10424160" h="5213350">
                  <a:moveTo>
                    <a:pt x="8748522" y="5193982"/>
                  </a:moveTo>
                  <a:lnTo>
                    <a:pt x="8743315" y="5193982"/>
                  </a:lnTo>
                  <a:lnTo>
                    <a:pt x="8738997" y="5198249"/>
                  </a:lnTo>
                  <a:lnTo>
                    <a:pt x="8738997" y="5208765"/>
                  </a:lnTo>
                  <a:lnTo>
                    <a:pt x="8743315" y="5213032"/>
                  </a:lnTo>
                  <a:lnTo>
                    <a:pt x="8748522" y="5213032"/>
                  </a:lnTo>
                  <a:lnTo>
                    <a:pt x="8748522" y="5193982"/>
                  </a:lnTo>
                  <a:close/>
                </a:path>
                <a:path w="10424160" h="5213350">
                  <a:moveTo>
                    <a:pt x="8753856" y="5193982"/>
                  </a:moveTo>
                  <a:lnTo>
                    <a:pt x="8748649" y="5193982"/>
                  </a:lnTo>
                  <a:lnTo>
                    <a:pt x="8748649" y="5213032"/>
                  </a:lnTo>
                  <a:lnTo>
                    <a:pt x="8753856" y="5213032"/>
                  </a:lnTo>
                  <a:lnTo>
                    <a:pt x="8758174" y="5208765"/>
                  </a:lnTo>
                  <a:lnTo>
                    <a:pt x="8758174" y="5198249"/>
                  </a:lnTo>
                  <a:lnTo>
                    <a:pt x="8753856" y="5193982"/>
                  </a:lnTo>
                  <a:close/>
                </a:path>
                <a:path w="10424160" h="5213350">
                  <a:moveTo>
                    <a:pt x="8710422" y="5193982"/>
                  </a:moveTo>
                  <a:lnTo>
                    <a:pt x="8705215" y="5193982"/>
                  </a:lnTo>
                  <a:lnTo>
                    <a:pt x="8700897" y="5198249"/>
                  </a:lnTo>
                  <a:lnTo>
                    <a:pt x="8700897" y="5208765"/>
                  </a:lnTo>
                  <a:lnTo>
                    <a:pt x="8705215" y="5213032"/>
                  </a:lnTo>
                  <a:lnTo>
                    <a:pt x="8710422" y="5213032"/>
                  </a:lnTo>
                  <a:lnTo>
                    <a:pt x="8710422" y="5193982"/>
                  </a:lnTo>
                  <a:close/>
                </a:path>
                <a:path w="10424160" h="5213350">
                  <a:moveTo>
                    <a:pt x="8715756" y="5193982"/>
                  </a:moveTo>
                  <a:lnTo>
                    <a:pt x="8710422" y="5193982"/>
                  </a:lnTo>
                  <a:lnTo>
                    <a:pt x="8710422" y="5213032"/>
                  </a:lnTo>
                  <a:lnTo>
                    <a:pt x="8715756" y="5213032"/>
                  </a:lnTo>
                  <a:lnTo>
                    <a:pt x="8719947" y="5208765"/>
                  </a:lnTo>
                  <a:lnTo>
                    <a:pt x="8719947" y="5198249"/>
                  </a:lnTo>
                  <a:lnTo>
                    <a:pt x="8715756" y="5193982"/>
                  </a:lnTo>
                  <a:close/>
                </a:path>
                <a:path w="10424160" h="5213350">
                  <a:moveTo>
                    <a:pt x="8672322" y="5193982"/>
                  </a:moveTo>
                  <a:lnTo>
                    <a:pt x="8667115" y="5193982"/>
                  </a:lnTo>
                  <a:lnTo>
                    <a:pt x="8662797" y="5198249"/>
                  </a:lnTo>
                  <a:lnTo>
                    <a:pt x="8662797" y="5208765"/>
                  </a:lnTo>
                  <a:lnTo>
                    <a:pt x="8667115" y="5213032"/>
                  </a:lnTo>
                  <a:lnTo>
                    <a:pt x="8672322" y="5213032"/>
                  </a:lnTo>
                  <a:lnTo>
                    <a:pt x="8672322" y="5193982"/>
                  </a:lnTo>
                  <a:close/>
                </a:path>
                <a:path w="10424160" h="5213350">
                  <a:moveTo>
                    <a:pt x="8677656" y="5193982"/>
                  </a:moveTo>
                  <a:lnTo>
                    <a:pt x="8672322" y="5193982"/>
                  </a:lnTo>
                  <a:lnTo>
                    <a:pt x="8672322" y="5213032"/>
                  </a:lnTo>
                  <a:lnTo>
                    <a:pt x="8677656" y="5213032"/>
                  </a:lnTo>
                  <a:lnTo>
                    <a:pt x="8681847" y="5208765"/>
                  </a:lnTo>
                  <a:lnTo>
                    <a:pt x="8681847" y="5198249"/>
                  </a:lnTo>
                  <a:lnTo>
                    <a:pt x="8677656" y="5193982"/>
                  </a:lnTo>
                  <a:close/>
                </a:path>
                <a:path w="10424160" h="5213350">
                  <a:moveTo>
                    <a:pt x="8634222" y="5193982"/>
                  </a:moveTo>
                  <a:lnTo>
                    <a:pt x="8628888" y="5193982"/>
                  </a:lnTo>
                  <a:lnTo>
                    <a:pt x="8624697" y="5198249"/>
                  </a:lnTo>
                  <a:lnTo>
                    <a:pt x="8624697" y="5208765"/>
                  </a:lnTo>
                  <a:lnTo>
                    <a:pt x="8628888" y="5213032"/>
                  </a:lnTo>
                  <a:lnTo>
                    <a:pt x="8634222" y="5213032"/>
                  </a:lnTo>
                  <a:lnTo>
                    <a:pt x="8634222" y="5193982"/>
                  </a:lnTo>
                  <a:close/>
                </a:path>
                <a:path w="10424160" h="5213350">
                  <a:moveTo>
                    <a:pt x="8639429" y="5193982"/>
                  </a:moveTo>
                  <a:lnTo>
                    <a:pt x="8634222" y="5193982"/>
                  </a:lnTo>
                  <a:lnTo>
                    <a:pt x="8634222" y="5213032"/>
                  </a:lnTo>
                  <a:lnTo>
                    <a:pt x="8639429" y="5213032"/>
                  </a:lnTo>
                  <a:lnTo>
                    <a:pt x="8643747" y="5208765"/>
                  </a:lnTo>
                  <a:lnTo>
                    <a:pt x="8643747" y="5198249"/>
                  </a:lnTo>
                  <a:lnTo>
                    <a:pt x="8639429" y="5193982"/>
                  </a:lnTo>
                  <a:close/>
                </a:path>
                <a:path w="10424160" h="5213350">
                  <a:moveTo>
                    <a:pt x="8596122" y="5193982"/>
                  </a:moveTo>
                  <a:lnTo>
                    <a:pt x="8590788" y="5193982"/>
                  </a:lnTo>
                  <a:lnTo>
                    <a:pt x="8586597" y="5198249"/>
                  </a:lnTo>
                  <a:lnTo>
                    <a:pt x="8586597" y="5208765"/>
                  </a:lnTo>
                  <a:lnTo>
                    <a:pt x="8590788" y="5213032"/>
                  </a:lnTo>
                  <a:lnTo>
                    <a:pt x="8596122" y="5213032"/>
                  </a:lnTo>
                  <a:lnTo>
                    <a:pt x="8596122" y="5193982"/>
                  </a:lnTo>
                  <a:close/>
                </a:path>
                <a:path w="10424160" h="5213350">
                  <a:moveTo>
                    <a:pt x="8601329" y="5193982"/>
                  </a:moveTo>
                  <a:lnTo>
                    <a:pt x="8596122" y="5193982"/>
                  </a:lnTo>
                  <a:lnTo>
                    <a:pt x="8596122" y="5213032"/>
                  </a:lnTo>
                  <a:lnTo>
                    <a:pt x="8601329" y="5213032"/>
                  </a:lnTo>
                  <a:lnTo>
                    <a:pt x="8605647" y="5208765"/>
                  </a:lnTo>
                  <a:lnTo>
                    <a:pt x="8605647" y="5198249"/>
                  </a:lnTo>
                  <a:lnTo>
                    <a:pt x="8601329" y="5193982"/>
                  </a:lnTo>
                  <a:close/>
                </a:path>
                <a:path w="10424160" h="5213350">
                  <a:moveTo>
                    <a:pt x="8558022" y="5193982"/>
                  </a:moveTo>
                  <a:lnTo>
                    <a:pt x="8552688" y="5193982"/>
                  </a:lnTo>
                  <a:lnTo>
                    <a:pt x="8548497" y="5198249"/>
                  </a:lnTo>
                  <a:lnTo>
                    <a:pt x="8548497" y="5208765"/>
                  </a:lnTo>
                  <a:lnTo>
                    <a:pt x="8552688" y="5213032"/>
                  </a:lnTo>
                  <a:lnTo>
                    <a:pt x="8558022" y="5213032"/>
                  </a:lnTo>
                  <a:lnTo>
                    <a:pt x="8558022" y="5193982"/>
                  </a:lnTo>
                  <a:close/>
                </a:path>
                <a:path w="10424160" h="5213350">
                  <a:moveTo>
                    <a:pt x="8563229" y="5193982"/>
                  </a:moveTo>
                  <a:lnTo>
                    <a:pt x="8558022" y="5193982"/>
                  </a:lnTo>
                  <a:lnTo>
                    <a:pt x="8558022" y="5213032"/>
                  </a:lnTo>
                  <a:lnTo>
                    <a:pt x="8563229" y="5213032"/>
                  </a:lnTo>
                  <a:lnTo>
                    <a:pt x="8567547" y="5208765"/>
                  </a:lnTo>
                  <a:lnTo>
                    <a:pt x="8567547" y="5198249"/>
                  </a:lnTo>
                  <a:lnTo>
                    <a:pt x="8563229" y="5193982"/>
                  </a:lnTo>
                  <a:close/>
                </a:path>
                <a:path w="10424160" h="5213350">
                  <a:moveTo>
                    <a:pt x="8519794" y="5193982"/>
                  </a:moveTo>
                  <a:lnTo>
                    <a:pt x="8514588" y="5193982"/>
                  </a:lnTo>
                  <a:lnTo>
                    <a:pt x="8510269" y="5198249"/>
                  </a:lnTo>
                  <a:lnTo>
                    <a:pt x="8510269" y="5208765"/>
                  </a:lnTo>
                  <a:lnTo>
                    <a:pt x="8514588" y="5213032"/>
                  </a:lnTo>
                  <a:lnTo>
                    <a:pt x="8519794" y="5213032"/>
                  </a:lnTo>
                  <a:lnTo>
                    <a:pt x="8519794" y="5193982"/>
                  </a:lnTo>
                  <a:close/>
                </a:path>
                <a:path w="10424160" h="5213350">
                  <a:moveTo>
                    <a:pt x="8519922" y="5206682"/>
                  </a:moveTo>
                  <a:lnTo>
                    <a:pt x="8519794" y="5206682"/>
                  </a:lnTo>
                  <a:lnTo>
                    <a:pt x="8519794" y="5213032"/>
                  </a:lnTo>
                  <a:lnTo>
                    <a:pt x="8519922" y="5213032"/>
                  </a:lnTo>
                  <a:lnTo>
                    <a:pt x="8519922" y="5206682"/>
                  </a:lnTo>
                  <a:close/>
                </a:path>
                <a:path w="10424160" h="5213350">
                  <a:moveTo>
                    <a:pt x="8525129" y="5193982"/>
                  </a:moveTo>
                  <a:lnTo>
                    <a:pt x="8519922" y="5193982"/>
                  </a:lnTo>
                  <a:lnTo>
                    <a:pt x="8519922" y="5213032"/>
                  </a:lnTo>
                  <a:lnTo>
                    <a:pt x="8525129" y="5213032"/>
                  </a:lnTo>
                  <a:lnTo>
                    <a:pt x="8529447" y="5208765"/>
                  </a:lnTo>
                  <a:lnTo>
                    <a:pt x="8529447" y="5198249"/>
                  </a:lnTo>
                  <a:lnTo>
                    <a:pt x="8525129" y="5193982"/>
                  </a:lnTo>
                  <a:close/>
                </a:path>
                <a:path w="10424160" h="5213350">
                  <a:moveTo>
                    <a:pt x="8519922" y="5193982"/>
                  </a:moveTo>
                  <a:lnTo>
                    <a:pt x="8519794" y="5193982"/>
                  </a:lnTo>
                  <a:lnTo>
                    <a:pt x="8519794" y="5200332"/>
                  </a:lnTo>
                  <a:lnTo>
                    <a:pt x="8519922" y="5200332"/>
                  </a:lnTo>
                  <a:lnTo>
                    <a:pt x="8519922" y="5193982"/>
                  </a:lnTo>
                  <a:close/>
                </a:path>
                <a:path w="10424160" h="5213350">
                  <a:moveTo>
                    <a:pt x="8481694" y="5193982"/>
                  </a:moveTo>
                  <a:lnTo>
                    <a:pt x="8476488" y="5193982"/>
                  </a:lnTo>
                  <a:lnTo>
                    <a:pt x="8472169" y="5198249"/>
                  </a:lnTo>
                  <a:lnTo>
                    <a:pt x="8472169" y="5208765"/>
                  </a:lnTo>
                  <a:lnTo>
                    <a:pt x="8476488" y="5213032"/>
                  </a:lnTo>
                  <a:lnTo>
                    <a:pt x="8481694" y="5213032"/>
                  </a:lnTo>
                  <a:lnTo>
                    <a:pt x="8481694" y="5193982"/>
                  </a:lnTo>
                  <a:close/>
                </a:path>
                <a:path w="10424160" h="5213350">
                  <a:moveTo>
                    <a:pt x="8487029" y="5193982"/>
                  </a:moveTo>
                  <a:lnTo>
                    <a:pt x="8481694" y="5193982"/>
                  </a:lnTo>
                  <a:lnTo>
                    <a:pt x="8481694" y="5213032"/>
                  </a:lnTo>
                  <a:lnTo>
                    <a:pt x="8487029" y="5213032"/>
                  </a:lnTo>
                  <a:lnTo>
                    <a:pt x="8491219" y="5208765"/>
                  </a:lnTo>
                  <a:lnTo>
                    <a:pt x="8491219" y="5198249"/>
                  </a:lnTo>
                  <a:lnTo>
                    <a:pt x="8487029" y="5193982"/>
                  </a:lnTo>
                  <a:close/>
                </a:path>
                <a:path w="10424160" h="5213350">
                  <a:moveTo>
                    <a:pt x="8443594" y="5193982"/>
                  </a:moveTo>
                  <a:lnTo>
                    <a:pt x="8438388" y="5193982"/>
                  </a:lnTo>
                  <a:lnTo>
                    <a:pt x="8434069" y="5198249"/>
                  </a:lnTo>
                  <a:lnTo>
                    <a:pt x="8434069" y="5208765"/>
                  </a:lnTo>
                  <a:lnTo>
                    <a:pt x="8438388" y="5213032"/>
                  </a:lnTo>
                  <a:lnTo>
                    <a:pt x="8443594" y="5213032"/>
                  </a:lnTo>
                  <a:lnTo>
                    <a:pt x="8443594" y="5193982"/>
                  </a:lnTo>
                  <a:close/>
                </a:path>
                <a:path w="10424160" h="5213350">
                  <a:moveTo>
                    <a:pt x="8448929" y="5193982"/>
                  </a:moveTo>
                  <a:lnTo>
                    <a:pt x="8443594" y="5193982"/>
                  </a:lnTo>
                  <a:lnTo>
                    <a:pt x="8443594" y="5213032"/>
                  </a:lnTo>
                  <a:lnTo>
                    <a:pt x="8448929" y="5213032"/>
                  </a:lnTo>
                  <a:lnTo>
                    <a:pt x="8453119" y="5208765"/>
                  </a:lnTo>
                  <a:lnTo>
                    <a:pt x="8453119" y="5198249"/>
                  </a:lnTo>
                  <a:lnTo>
                    <a:pt x="8448929" y="5193982"/>
                  </a:lnTo>
                  <a:close/>
                </a:path>
                <a:path w="10424160" h="5213350">
                  <a:moveTo>
                    <a:pt x="8405494" y="5193982"/>
                  </a:moveTo>
                  <a:lnTo>
                    <a:pt x="8400288" y="5193982"/>
                  </a:lnTo>
                  <a:lnTo>
                    <a:pt x="8395969" y="5198249"/>
                  </a:lnTo>
                  <a:lnTo>
                    <a:pt x="8395969" y="5208765"/>
                  </a:lnTo>
                  <a:lnTo>
                    <a:pt x="8400288" y="5213032"/>
                  </a:lnTo>
                  <a:lnTo>
                    <a:pt x="8405494" y="5213032"/>
                  </a:lnTo>
                  <a:lnTo>
                    <a:pt x="8405494" y="5193982"/>
                  </a:lnTo>
                  <a:close/>
                </a:path>
                <a:path w="10424160" h="5213350">
                  <a:moveTo>
                    <a:pt x="8410829" y="5193982"/>
                  </a:moveTo>
                  <a:lnTo>
                    <a:pt x="8405494" y="5193982"/>
                  </a:lnTo>
                  <a:lnTo>
                    <a:pt x="8405494" y="5213032"/>
                  </a:lnTo>
                  <a:lnTo>
                    <a:pt x="8410829" y="5213032"/>
                  </a:lnTo>
                  <a:lnTo>
                    <a:pt x="8415019" y="5208765"/>
                  </a:lnTo>
                  <a:lnTo>
                    <a:pt x="8415019" y="5198249"/>
                  </a:lnTo>
                  <a:lnTo>
                    <a:pt x="8410829" y="5193982"/>
                  </a:lnTo>
                  <a:close/>
                </a:path>
                <a:path w="10424160" h="5213350">
                  <a:moveTo>
                    <a:pt x="8367394" y="5193982"/>
                  </a:moveTo>
                  <a:lnTo>
                    <a:pt x="8362060" y="5193982"/>
                  </a:lnTo>
                  <a:lnTo>
                    <a:pt x="8357869" y="5198249"/>
                  </a:lnTo>
                  <a:lnTo>
                    <a:pt x="8357869" y="5208765"/>
                  </a:lnTo>
                  <a:lnTo>
                    <a:pt x="8362060" y="5213032"/>
                  </a:lnTo>
                  <a:lnTo>
                    <a:pt x="8367394" y="5213032"/>
                  </a:lnTo>
                  <a:lnTo>
                    <a:pt x="8367394" y="5193982"/>
                  </a:lnTo>
                  <a:close/>
                </a:path>
                <a:path w="10424160" h="5213350">
                  <a:moveTo>
                    <a:pt x="8372602" y="5193982"/>
                  </a:moveTo>
                  <a:lnTo>
                    <a:pt x="8367394" y="5193982"/>
                  </a:lnTo>
                  <a:lnTo>
                    <a:pt x="8367394" y="5213032"/>
                  </a:lnTo>
                  <a:lnTo>
                    <a:pt x="8372602" y="5213032"/>
                  </a:lnTo>
                  <a:lnTo>
                    <a:pt x="8376919" y="5208765"/>
                  </a:lnTo>
                  <a:lnTo>
                    <a:pt x="8376919" y="5198249"/>
                  </a:lnTo>
                  <a:lnTo>
                    <a:pt x="8372602" y="5193982"/>
                  </a:lnTo>
                  <a:close/>
                </a:path>
                <a:path w="10424160" h="5213350">
                  <a:moveTo>
                    <a:pt x="8329294" y="5193982"/>
                  </a:moveTo>
                  <a:lnTo>
                    <a:pt x="8323960" y="5193982"/>
                  </a:lnTo>
                  <a:lnTo>
                    <a:pt x="8319769" y="5198249"/>
                  </a:lnTo>
                  <a:lnTo>
                    <a:pt x="8319769" y="5208765"/>
                  </a:lnTo>
                  <a:lnTo>
                    <a:pt x="8323960" y="5213032"/>
                  </a:lnTo>
                  <a:lnTo>
                    <a:pt x="8329294" y="5213032"/>
                  </a:lnTo>
                  <a:lnTo>
                    <a:pt x="8329294" y="5193982"/>
                  </a:lnTo>
                  <a:close/>
                </a:path>
                <a:path w="10424160" h="5213350">
                  <a:moveTo>
                    <a:pt x="8334502" y="5193982"/>
                  </a:moveTo>
                  <a:lnTo>
                    <a:pt x="8329294" y="5193982"/>
                  </a:lnTo>
                  <a:lnTo>
                    <a:pt x="8329294" y="5213032"/>
                  </a:lnTo>
                  <a:lnTo>
                    <a:pt x="8334502" y="5213032"/>
                  </a:lnTo>
                  <a:lnTo>
                    <a:pt x="8338819" y="5208765"/>
                  </a:lnTo>
                  <a:lnTo>
                    <a:pt x="8338819" y="5198249"/>
                  </a:lnTo>
                  <a:lnTo>
                    <a:pt x="8334502" y="5193982"/>
                  </a:lnTo>
                  <a:close/>
                </a:path>
                <a:path w="10424160" h="5213350">
                  <a:moveTo>
                    <a:pt x="8291194" y="5193982"/>
                  </a:moveTo>
                  <a:lnTo>
                    <a:pt x="8285860" y="5193982"/>
                  </a:lnTo>
                  <a:lnTo>
                    <a:pt x="8281669" y="5198249"/>
                  </a:lnTo>
                  <a:lnTo>
                    <a:pt x="8281669" y="5208765"/>
                  </a:lnTo>
                  <a:lnTo>
                    <a:pt x="8285860" y="5213032"/>
                  </a:lnTo>
                  <a:lnTo>
                    <a:pt x="8291194" y="5213032"/>
                  </a:lnTo>
                  <a:lnTo>
                    <a:pt x="8291194" y="5193982"/>
                  </a:lnTo>
                  <a:close/>
                </a:path>
                <a:path w="10424160" h="5213350">
                  <a:moveTo>
                    <a:pt x="8296402" y="5193982"/>
                  </a:moveTo>
                  <a:lnTo>
                    <a:pt x="8291194" y="5193982"/>
                  </a:lnTo>
                  <a:lnTo>
                    <a:pt x="8291194" y="5213032"/>
                  </a:lnTo>
                  <a:lnTo>
                    <a:pt x="8296402" y="5213032"/>
                  </a:lnTo>
                  <a:lnTo>
                    <a:pt x="8300719" y="5208765"/>
                  </a:lnTo>
                  <a:lnTo>
                    <a:pt x="8300719" y="5198249"/>
                  </a:lnTo>
                  <a:lnTo>
                    <a:pt x="8296402" y="5193982"/>
                  </a:lnTo>
                  <a:close/>
                </a:path>
                <a:path w="10424160" h="5213350">
                  <a:moveTo>
                    <a:pt x="8252967" y="5193982"/>
                  </a:moveTo>
                  <a:lnTo>
                    <a:pt x="8247760" y="5193982"/>
                  </a:lnTo>
                  <a:lnTo>
                    <a:pt x="8243442" y="5198249"/>
                  </a:lnTo>
                  <a:lnTo>
                    <a:pt x="8243442" y="5208765"/>
                  </a:lnTo>
                  <a:lnTo>
                    <a:pt x="8247760" y="5213032"/>
                  </a:lnTo>
                  <a:lnTo>
                    <a:pt x="8252967" y="5213032"/>
                  </a:lnTo>
                  <a:lnTo>
                    <a:pt x="8252967" y="5193982"/>
                  </a:lnTo>
                  <a:close/>
                </a:path>
                <a:path w="10424160" h="5213350">
                  <a:moveTo>
                    <a:pt x="8258302" y="5193982"/>
                  </a:moveTo>
                  <a:lnTo>
                    <a:pt x="8253094" y="5193982"/>
                  </a:lnTo>
                  <a:lnTo>
                    <a:pt x="8253094" y="5213032"/>
                  </a:lnTo>
                  <a:lnTo>
                    <a:pt x="8258302" y="5213032"/>
                  </a:lnTo>
                  <a:lnTo>
                    <a:pt x="8262619" y="5208765"/>
                  </a:lnTo>
                  <a:lnTo>
                    <a:pt x="8262619" y="5198249"/>
                  </a:lnTo>
                  <a:lnTo>
                    <a:pt x="8258302" y="5193982"/>
                  </a:lnTo>
                  <a:close/>
                </a:path>
                <a:path w="10424160" h="5213350">
                  <a:moveTo>
                    <a:pt x="8214867" y="5193982"/>
                  </a:moveTo>
                  <a:lnTo>
                    <a:pt x="8209660" y="5193982"/>
                  </a:lnTo>
                  <a:lnTo>
                    <a:pt x="8205342" y="5198249"/>
                  </a:lnTo>
                  <a:lnTo>
                    <a:pt x="8205342" y="5208765"/>
                  </a:lnTo>
                  <a:lnTo>
                    <a:pt x="8209660" y="5213032"/>
                  </a:lnTo>
                  <a:lnTo>
                    <a:pt x="8214867" y="5213032"/>
                  </a:lnTo>
                  <a:lnTo>
                    <a:pt x="8214867" y="5193982"/>
                  </a:lnTo>
                  <a:close/>
                </a:path>
                <a:path w="10424160" h="5213350">
                  <a:moveTo>
                    <a:pt x="8220202" y="5193982"/>
                  </a:moveTo>
                  <a:lnTo>
                    <a:pt x="8214867" y="5193982"/>
                  </a:lnTo>
                  <a:lnTo>
                    <a:pt x="8214867" y="5213032"/>
                  </a:lnTo>
                  <a:lnTo>
                    <a:pt x="8220202" y="5213032"/>
                  </a:lnTo>
                  <a:lnTo>
                    <a:pt x="8224392" y="5208765"/>
                  </a:lnTo>
                  <a:lnTo>
                    <a:pt x="8224392" y="5198249"/>
                  </a:lnTo>
                  <a:lnTo>
                    <a:pt x="8220202" y="5193982"/>
                  </a:lnTo>
                  <a:close/>
                </a:path>
                <a:path w="10424160" h="5213350">
                  <a:moveTo>
                    <a:pt x="8176767" y="5193982"/>
                  </a:moveTo>
                  <a:lnTo>
                    <a:pt x="8171560" y="5193982"/>
                  </a:lnTo>
                  <a:lnTo>
                    <a:pt x="8167242" y="5198249"/>
                  </a:lnTo>
                  <a:lnTo>
                    <a:pt x="8167242" y="5208765"/>
                  </a:lnTo>
                  <a:lnTo>
                    <a:pt x="8171560" y="5213032"/>
                  </a:lnTo>
                  <a:lnTo>
                    <a:pt x="8176767" y="5213032"/>
                  </a:lnTo>
                  <a:lnTo>
                    <a:pt x="8176767" y="5193982"/>
                  </a:lnTo>
                  <a:close/>
                </a:path>
                <a:path w="10424160" h="5213350">
                  <a:moveTo>
                    <a:pt x="8182102" y="5193982"/>
                  </a:moveTo>
                  <a:lnTo>
                    <a:pt x="8176767" y="5193982"/>
                  </a:lnTo>
                  <a:lnTo>
                    <a:pt x="8176767" y="5213032"/>
                  </a:lnTo>
                  <a:lnTo>
                    <a:pt x="8182102" y="5213032"/>
                  </a:lnTo>
                  <a:lnTo>
                    <a:pt x="8186292" y="5208765"/>
                  </a:lnTo>
                  <a:lnTo>
                    <a:pt x="8186292" y="5198249"/>
                  </a:lnTo>
                  <a:lnTo>
                    <a:pt x="8182102" y="5193982"/>
                  </a:lnTo>
                  <a:close/>
                </a:path>
                <a:path w="10424160" h="5213350">
                  <a:moveTo>
                    <a:pt x="8138667" y="5193982"/>
                  </a:moveTo>
                  <a:lnTo>
                    <a:pt x="8133333" y="5193982"/>
                  </a:lnTo>
                  <a:lnTo>
                    <a:pt x="8129142" y="5198249"/>
                  </a:lnTo>
                  <a:lnTo>
                    <a:pt x="8129142" y="5208765"/>
                  </a:lnTo>
                  <a:lnTo>
                    <a:pt x="8133333" y="5213032"/>
                  </a:lnTo>
                  <a:lnTo>
                    <a:pt x="8138667" y="5213032"/>
                  </a:lnTo>
                  <a:lnTo>
                    <a:pt x="8138667" y="5193982"/>
                  </a:lnTo>
                  <a:close/>
                </a:path>
                <a:path w="10424160" h="5213350">
                  <a:moveTo>
                    <a:pt x="8143875" y="5193982"/>
                  </a:moveTo>
                  <a:lnTo>
                    <a:pt x="8138667" y="5193982"/>
                  </a:lnTo>
                  <a:lnTo>
                    <a:pt x="8138667" y="5213032"/>
                  </a:lnTo>
                  <a:lnTo>
                    <a:pt x="8143875" y="5213032"/>
                  </a:lnTo>
                  <a:lnTo>
                    <a:pt x="8148192" y="5208765"/>
                  </a:lnTo>
                  <a:lnTo>
                    <a:pt x="8148192" y="5198249"/>
                  </a:lnTo>
                  <a:lnTo>
                    <a:pt x="8143875" y="5193982"/>
                  </a:lnTo>
                  <a:close/>
                </a:path>
                <a:path w="10424160" h="5213350">
                  <a:moveTo>
                    <a:pt x="8100567" y="5193982"/>
                  </a:moveTo>
                  <a:lnTo>
                    <a:pt x="8095233" y="5193982"/>
                  </a:lnTo>
                  <a:lnTo>
                    <a:pt x="8091042" y="5198249"/>
                  </a:lnTo>
                  <a:lnTo>
                    <a:pt x="8091042" y="5208765"/>
                  </a:lnTo>
                  <a:lnTo>
                    <a:pt x="8095233" y="5213032"/>
                  </a:lnTo>
                  <a:lnTo>
                    <a:pt x="8100567" y="5213032"/>
                  </a:lnTo>
                  <a:lnTo>
                    <a:pt x="8100567" y="5193982"/>
                  </a:lnTo>
                  <a:close/>
                </a:path>
                <a:path w="10424160" h="5213350">
                  <a:moveTo>
                    <a:pt x="8105775" y="5193982"/>
                  </a:moveTo>
                  <a:lnTo>
                    <a:pt x="8100567" y="5193982"/>
                  </a:lnTo>
                  <a:lnTo>
                    <a:pt x="8100567" y="5213032"/>
                  </a:lnTo>
                  <a:lnTo>
                    <a:pt x="8105775" y="5213032"/>
                  </a:lnTo>
                  <a:lnTo>
                    <a:pt x="8110092" y="5208765"/>
                  </a:lnTo>
                  <a:lnTo>
                    <a:pt x="8110092" y="5198249"/>
                  </a:lnTo>
                  <a:lnTo>
                    <a:pt x="8105775" y="5193982"/>
                  </a:lnTo>
                  <a:close/>
                </a:path>
                <a:path w="10424160" h="5213350">
                  <a:moveTo>
                    <a:pt x="8062467" y="5193982"/>
                  </a:moveTo>
                  <a:lnTo>
                    <a:pt x="8057133" y="5193982"/>
                  </a:lnTo>
                  <a:lnTo>
                    <a:pt x="8052942" y="5198249"/>
                  </a:lnTo>
                  <a:lnTo>
                    <a:pt x="8052942" y="5208765"/>
                  </a:lnTo>
                  <a:lnTo>
                    <a:pt x="8057133" y="5213032"/>
                  </a:lnTo>
                  <a:lnTo>
                    <a:pt x="8062467" y="5213032"/>
                  </a:lnTo>
                  <a:lnTo>
                    <a:pt x="8062467" y="5193982"/>
                  </a:lnTo>
                  <a:close/>
                </a:path>
                <a:path w="10424160" h="5213350">
                  <a:moveTo>
                    <a:pt x="8067675" y="5193982"/>
                  </a:moveTo>
                  <a:lnTo>
                    <a:pt x="8062467" y="5193982"/>
                  </a:lnTo>
                  <a:lnTo>
                    <a:pt x="8062467" y="5213032"/>
                  </a:lnTo>
                  <a:lnTo>
                    <a:pt x="8067675" y="5213032"/>
                  </a:lnTo>
                  <a:lnTo>
                    <a:pt x="8071992" y="5208765"/>
                  </a:lnTo>
                  <a:lnTo>
                    <a:pt x="8071992" y="5198249"/>
                  </a:lnTo>
                  <a:lnTo>
                    <a:pt x="8067675" y="5193982"/>
                  </a:lnTo>
                  <a:close/>
                </a:path>
                <a:path w="10424160" h="5213350">
                  <a:moveTo>
                    <a:pt x="8024240" y="5193982"/>
                  </a:moveTo>
                  <a:lnTo>
                    <a:pt x="8019033" y="5193982"/>
                  </a:lnTo>
                  <a:lnTo>
                    <a:pt x="8014715" y="5198249"/>
                  </a:lnTo>
                  <a:lnTo>
                    <a:pt x="8014715" y="5208765"/>
                  </a:lnTo>
                  <a:lnTo>
                    <a:pt x="8019033" y="5213032"/>
                  </a:lnTo>
                  <a:lnTo>
                    <a:pt x="8024240" y="5213032"/>
                  </a:lnTo>
                  <a:lnTo>
                    <a:pt x="8024240" y="5193982"/>
                  </a:lnTo>
                  <a:close/>
                </a:path>
                <a:path w="10424160" h="5213350">
                  <a:moveTo>
                    <a:pt x="8029575" y="5193982"/>
                  </a:moveTo>
                  <a:lnTo>
                    <a:pt x="8024367" y="5193982"/>
                  </a:lnTo>
                  <a:lnTo>
                    <a:pt x="8024367" y="5213032"/>
                  </a:lnTo>
                  <a:lnTo>
                    <a:pt x="8029575" y="5213032"/>
                  </a:lnTo>
                  <a:lnTo>
                    <a:pt x="8033892" y="5208765"/>
                  </a:lnTo>
                  <a:lnTo>
                    <a:pt x="8033892" y="5198249"/>
                  </a:lnTo>
                  <a:lnTo>
                    <a:pt x="8029575" y="5193982"/>
                  </a:lnTo>
                  <a:close/>
                </a:path>
                <a:path w="10424160" h="5213350">
                  <a:moveTo>
                    <a:pt x="7986140" y="5193982"/>
                  </a:moveTo>
                  <a:lnTo>
                    <a:pt x="7980933" y="5193982"/>
                  </a:lnTo>
                  <a:lnTo>
                    <a:pt x="7976615" y="5198249"/>
                  </a:lnTo>
                  <a:lnTo>
                    <a:pt x="7976615" y="5208765"/>
                  </a:lnTo>
                  <a:lnTo>
                    <a:pt x="7980933" y="5213032"/>
                  </a:lnTo>
                  <a:lnTo>
                    <a:pt x="7986140" y="5213032"/>
                  </a:lnTo>
                  <a:lnTo>
                    <a:pt x="7986140" y="5193982"/>
                  </a:lnTo>
                  <a:close/>
                </a:path>
                <a:path w="10424160" h="5213350">
                  <a:moveTo>
                    <a:pt x="7991475" y="5193982"/>
                  </a:moveTo>
                  <a:lnTo>
                    <a:pt x="7986140" y="5193982"/>
                  </a:lnTo>
                  <a:lnTo>
                    <a:pt x="7986140" y="5213032"/>
                  </a:lnTo>
                  <a:lnTo>
                    <a:pt x="7991475" y="5213032"/>
                  </a:lnTo>
                  <a:lnTo>
                    <a:pt x="7995665" y="5208765"/>
                  </a:lnTo>
                  <a:lnTo>
                    <a:pt x="7995665" y="5198249"/>
                  </a:lnTo>
                  <a:lnTo>
                    <a:pt x="7991475" y="5193982"/>
                  </a:lnTo>
                  <a:close/>
                </a:path>
                <a:path w="10424160" h="5213350">
                  <a:moveTo>
                    <a:pt x="7948040" y="5193982"/>
                  </a:moveTo>
                  <a:lnTo>
                    <a:pt x="7942833" y="5193982"/>
                  </a:lnTo>
                  <a:lnTo>
                    <a:pt x="7938515" y="5198249"/>
                  </a:lnTo>
                  <a:lnTo>
                    <a:pt x="7938515" y="5208765"/>
                  </a:lnTo>
                  <a:lnTo>
                    <a:pt x="7942833" y="5213032"/>
                  </a:lnTo>
                  <a:lnTo>
                    <a:pt x="7948040" y="5213032"/>
                  </a:lnTo>
                  <a:lnTo>
                    <a:pt x="7948040" y="5193982"/>
                  </a:lnTo>
                  <a:close/>
                </a:path>
                <a:path w="10424160" h="5213350">
                  <a:moveTo>
                    <a:pt x="7953375" y="5193982"/>
                  </a:moveTo>
                  <a:lnTo>
                    <a:pt x="7948040" y="5193982"/>
                  </a:lnTo>
                  <a:lnTo>
                    <a:pt x="7948040" y="5213032"/>
                  </a:lnTo>
                  <a:lnTo>
                    <a:pt x="7953375" y="5213032"/>
                  </a:lnTo>
                  <a:lnTo>
                    <a:pt x="7957565" y="5208765"/>
                  </a:lnTo>
                  <a:lnTo>
                    <a:pt x="7957565" y="5198249"/>
                  </a:lnTo>
                  <a:lnTo>
                    <a:pt x="7953375" y="5193982"/>
                  </a:lnTo>
                  <a:close/>
                </a:path>
                <a:path w="10424160" h="5213350">
                  <a:moveTo>
                    <a:pt x="7909940" y="5193982"/>
                  </a:moveTo>
                  <a:lnTo>
                    <a:pt x="7904733" y="5193982"/>
                  </a:lnTo>
                  <a:lnTo>
                    <a:pt x="7900415" y="5198249"/>
                  </a:lnTo>
                  <a:lnTo>
                    <a:pt x="7900415" y="5208765"/>
                  </a:lnTo>
                  <a:lnTo>
                    <a:pt x="7904733" y="5213032"/>
                  </a:lnTo>
                  <a:lnTo>
                    <a:pt x="7909940" y="5213032"/>
                  </a:lnTo>
                  <a:lnTo>
                    <a:pt x="7909940" y="5193982"/>
                  </a:lnTo>
                  <a:close/>
                </a:path>
                <a:path w="10424160" h="5213350">
                  <a:moveTo>
                    <a:pt x="7915275" y="5193982"/>
                  </a:moveTo>
                  <a:lnTo>
                    <a:pt x="7909940" y="5193982"/>
                  </a:lnTo>
                  <a:lnTo>
                    <a:pt x="7909940" y="5213032"/>
                  </a:lnTo>
                  <a:lnTo>
                    <a:pt x="7915275" y="5213032"/>
                  </a:lnTo>
                  <a:lnTo>
                    <a:pt x="7919465" y="5208765"/>
                  </a:lnTo>
                  <a:lnTo>
                    <a:pt x="7919465" y="5198249"/>
                  </a:lnTo>
                  <a:lnTo>
                    <a:pt x="7915275" y="5193982"/>
                  </a:lnTo>
                  <a:close/>
                </a:path>
                <a:path w="10424160" h="5213350">
                  <a:moveTo>
                    <a:pt x="7871840" y="5193982"/>
                  </a:moveTo>
                  <a:lnTo>
                    <a:pt x="7866507" y="5193982"/>
                  </a:lnTo>
                  <a:lnTo>
                    <a:pt x="7862315" y="5198249"/>
                  </a:lnTo>
                  <a:lnTo>
                    <a:pt x="7862315" y="5208765"/>
                  </a:lnTo>
                  <a:lnTo>
                    <a:pt x="7866507" y="5213032"/>
                  </a:lnTo>
                  <a:lnTo>
                    <a:pt x="7871840" y="5213032"/>
                  </a:lnTo>
                  <a:lnTo>
                    <a:pt x="7871840" y="5193982"/>
                  </a:lnTo>
                  <a:close/>
                </a:path>
                <a:path w="10424160" h="5213350">
                  <a:moveTo>
                    <a:pt x="7877048" y="5193982"/>
                  </a:moveTo>
                  <a:lnTo>
                    <a:pt x="7871840" y="5193982"/>
                  </a:lnTo>
                  <a:lnTo>
                    <a:pt x="7871840" y="5213032"/>
                  </a:lnTo>
                  <a:lnTo>
                    <a:pt x="7877048" y="5213032"/>
                  </a:lnTo>
                  <a:lnTo>
                    <a:pt x="7881365" y="5208765"/>
                  </a:lnTo>
                  <a:lnTo>
                    <a:pt x="7881365" y="5198249"/>
                  </a:lnTo>
                  <a:lnTo>
                    <a:pt x="7877048" y="5193982"/>
                  </a:lnTo>
                  <a:close/>
                </a:path>
                <a:path w="10424160" h="5213350">
                  <a:moveTo>
                    <a:pt x="7833740" y="5193982"/>
                  </a:moveTo>
                  <a:lnTo>
                    <a:pt x="7828407" y="5193982"/>
                  </a:lnTo>
                  <a:lnTo>
                    <a:pt x="7824215" y="5198249"/>
                  </a:lnTo>
                  <a:lnTo>
                    <a:pt x="7824215" y="5208765"/>
                  </a:lnTo>
                  <a:lnTo>
                    <a:pt x="7828407" y="5213032"/>
                  </a:lnTo>
                  <a:lnTo>
                    <a:pt x="7833740" y="5213032"/>
                  </a:lnTo>
                  <a:lnTo>
                    <a:pt x="7833740" y="5193982"/>
                  </a:lnTo>
                  <a:close/>
                </a:path>
                <a:path w="10424160" h="5213350">
                  <a:moveTo>
                    <a:pt x="7838948" y="5193982"/>
                  </a:moveTo>
                  <a:lnTo>
                    <a:pt x="7833740" y="5193982"/>
                  </a:lnTo>
                  <a:lnTo>
                    <a:pt x="7833740" y="5213032"/>
                  </a:lnTo>
                  <a:lnTo>
                    <a:pt x="7838948" y="5213032"/>
                  </a:lnTo>
                  <a:lnTo>
                    <a:pt x="7843265" y="5208765"/>
                  </a:lnTo>
                  <a:lnTo>
                    <a:pt x="7843265" y="5198249"/>
                  </a:lnTo>
                  <a:lnTo>
                    <a:pt x="7838948" y="5193982"/>
                  </a:lnTo>
                  <a:close/>
                </a:path>
                <a:path w="10424160" h="5213350">
                  <a:moveTo>
                    <a:pt x="7795640" y="5193982"/>
                  </a:moveTo>
                  <a:lnTo>
                    <a:pt x="7790307" y="5193982"/>
                  </a:lnTo>
                  <a:lnTo>
                    <a:pt x="7786115" y="5198249"/>
                  </a:lnTo>
                  <a:lnTo>
                    <a:pt x="7786115" y="5208765"/>
                  </a:lnTo>
                  <a:lnTo>
                    <a:pt x="7790307" y="5213032"/>
                  </a:lnTo>
                  <a:lnTo>
                    <a:pt x="7795640" y="5213032"/>
                  </a:lnTo>
                  <a:lnTo>
                    <a:pt x="7795640" y="5193982"/>
                  </a:lnTo>
                  <a:close/>
                </a:path>
                <a:path w="10424160" h="5213350">
                  <a:moveTo>
                    <a:pt x="7800848" y="5193982"/>
                  </a:moveTo>
                  <a:lnTo>
                    <a:pt x="7795640" y="5193982"/>
                  </a:lnTo>
                  <a:lnTo>
                    <a:pt x="7795640" y="5213032"/>
                  </a:lnTo>
                  <a:lnTo>
                    <a:pt x="7800848" y="5213032"/>
                  </a:lnTo>
                  <a:lnTo>
                    <a:pt x="7805165" y="5208765"/>
                  </a:lnTo>
                  <a:lnTo>
                    <a:pt x="7805165" y="5198249"/>
                  </a:lnTo>
                  <a:lnTo>
                    <a:pt x="7800848" y="5193982"/>
                  </a:lnTo>
                  <a:close/>
                </a:path>
                <a:path w="10424160" h="5213350">
                  <a:moveTo>
                    <a:pt x="7757413" y="5193982"/>
                  </a:moveTo>
                  <a:lnTo>
                    <a:pt x="7752207" y="5193982"/>
                  </a:lnTo>
                  <a:lnTo>
                    <a:pt x="7747888" y="5198249"/>
                  </a:lnTo>
                  <a:lnTo>
                    <a:pt x="7747888" y="5208765"/>
                  </a:lnTo>
                  <a:lnTo>
                    <a:pt x="7752207" y="5213032"/>
                  </a:lnTo>
                  <a:lnTo>
                    <a:pt x="7757413" y="5213032"/>
                  </a:lnTo>
                  <a:lnTo>
                    <a:pt x="7757413" y="5193982"/>
                  </a:lnTo>
                  <a:close/>
                </a:path>
                <a:path w="10424160" h="5213350">
                  <a:moveTo>
                    <a:pt x="7762748" y="5193982"/>
                  </a:moveTo>
                  <a:lnTo>
                    <a:pt x="7757540" y="5193982"/>
                  </a:lnTo>
                  <a:lnTo>
                    <a:pt x="7757540" y="5213032"/>
                  </a:lnTo>
                  <a:lnTo>
                    <a:pt x="7762748" y="5213032"/>
                  </a:lnTo>
                  <a:lnTo>
                    <a:pt x="7767065" y="5208765"/>
                  </a:lnTo>
                  <a:lnTo>
                    <a:pt x="7767065" y="5198249"/>
                  </a:lnTo>
                  <a:lnTo>
                    <a:pt x="7762748" y="5193982"/>
                  </a:lnTo>
                  <a:close/>
                </a:path>
                <a:path w="10424160" h="5213350">
                  <a:moveTo>
                    <a:pt x="7719313" y="5193982"/>
                  </a:moveTo>
                  <a:lnTo>
                    <a:pt x="7714107" y="5193982"/>
                  </a:lnTo>
                  <a:lnTo>
                    <a:pt x="7709788" y="5198249"/>
                  </a:lnTo>
                  <a:lnTo>
                    <a:pt x="7709788" y="5208765"/>
                  </a:lnTo>
                  <a:lnTo>
                    <a:pt x="7714107" y="5213032"/>
                  </a:lnTo>
                  <a:lnTo>
                    <a:pt x="7719313" y="5213032"/>
                  </a:lnTo>
                  <a:lnTo>
                    <a:pt x="7719313" y="5193982"/>
                  </a:lnTo>
                  <a:close/>
                </a:path>
                <a:path w="10424160" h="5213350">
                  <a:moveTo>
                    <a:pt x="7724648" y="5193982"/>
                  </a:moveTo>
                  <a:lnTo>
                    <a:pt x="7719313" y="5193982"/>
                  </a:lnTo>
                  <a:lnTo>
                    <a:pt x="7719313" y="5213032"/>
                  </a:lnTo>
                  <a:lnTo>
                    <a:pt x="7724648" y="5213032"/>
                  </a:lnTo>
                  <a:lnTo>
                    <a:pt x="7728838" y="5208765"/>
                  </a:lnTo>
                  <a:lnTo>
                    <a:pt x="7728838" y="5198249"/>
                  </a:lnTo>
                  <a:lnTo>
                    <a:pt x="7724648" y="5193982"/>
                  </a:lnTo>
                  <a:close/>
                </a:path>
                <a:path w="10424160" h="5213350">
                  <a:moveTo>
                    <a:pt x="7681213" y="5193982"/>
                  </a:moveTo>
                  <a:lnTo>
                    <a:pt x="7676007" y="5193982"/>
                  </a:lnTo>
                  <a:lnTo>
                    <a:pt x="7671688" y="5198249"/>
                  </a:lnTo>
                  <a:lnTo>
                    <a:pt x="7671688" y="5208765"/>
                  </a:lnTo>
                  <a:lnTo>
                    <a:pt x="7676007" y="5213032"/>
                  </a:lnTo>
                  <a:lnTo>
                    <a:pt x="7681213" y="5213032"/>
                  </a:lnTo>
                  <a:lnTo>
                    <a:pt x="7681213" y="5193982"/>
                  </a:lnTo>
                  <a:close/>
                </a:path>
                <a:path w="10424160" h="5213350">
                  <a:moveTo>
                    <a:pt x="7686548" y="5193982"/>
                  </a:moveTo>
                  <a:lnTo>
                    <a:pt x="7681213" y="5193982"/>
                  </a:lnTo>
                  <a:lnTo>
                    <a:pt x="7681213" y="5213032"/>
                  </a:lnTo>
                  <a:lnTo>
                    <a:pt x="7686548" y="5213032"/>
                  </a:lnTo>
                  <a:lnTo>
                    <a:pt x="7690738" y="5208765"/>
                  </a:lnTo>
                  <a:lnTo>
                    <a:pt x="7690738" y="5198249"/>
                  </a:lnTo>
                  <a:lnTo>
                    <a:pt x="7686548" y="5193982"/>
                  </a:lnTo>
                  <a:close/>
                </a:path>
                <a:path w="10424160" h="5213350">
                  <a:moveTo>
                    <a:pt x="7643113" y="5193982"/>
                  </a:moveTo>
                  <a:lnTo>
                    <a:pt x="7637780" y="5193982"/>
                  </a:lnTo>
                  <a:lnTo>
                    <a:pt x="7633588" y="5198249"/>
                  </a:lnTo>
                  <a:lnTo>
                    <a:pt x="7633588" y="5208765"/>
                  </a:lnTo>
                  <a:lnTo>
                    <a:pt x="7637780" y="5213032"/>
                  </a:lnTo>
                  <a:lnTo>
                    <a:pt x="7643113" y="5213032"/>
                  </a:lnTo>
                  <a:lnTo>
                    <a:pt x="7643113" y="5193982"/>
                  </a:lnTo>
                  <a:close/>
                </a:path>
                <a:path w="10424160" h="5213350">
                  <a:moveTo>
                    <a:pt x="7648321" y="5193982"/>
                  </a:moveTo>
                  <a:lnTo>
                    <a:pt x="7643113" y="5193982"/>
                  </a:lnTo>
                  <a:lnTo>
                    <a:pt x="7643113" y="5213032"/>
                  </a:lnTo>
                  <a:lnTo>
                    <a:pt x="7648321" y="5213032"/>
                  </a:lnTo>
                  <a:lnTo>
                    <a:pt x="7652638" y="5208765"/>
                  </a:lnTo>
                  <a:lnTo>
                    <a:pt x="7652638" y="5198249"/>
                  </a:lnTo>
                  <a:lnTo>
                    <a:pt x="7648321" y="5193982"/>
                  </a:lnTo>
                  <a:close/>
                </a:path>
                <a:path w="10424160" h="5213350">
                  <a:moveTo>
                    <a:pt x="7605013" y="5193982"/>
                  </a:moveTo>
                  <a:lnTo>
                    <a:pt x="7599680" y="5193982"/>
                  </a:lnTo>
                  <a:lnTo>
                    <a:pt x="7595488" y="5198249"/>
                  </a:lnTo>
                  <a:lnTo>
                    <a:pt x="7595488" y="5208765"/>
                  </a:lnTo>
                  <a:lnTo>
                    <a:pt x="7599680" y="5213032"/>
                  </a:lnTo>
                  <a:lnTo>
                    <a:pt x="7605013" y="5213032"/>
                  </a:lnTo>
                  <a:lnTo>
                    <a:pt x="7605013" y="5193982"/>
                  </a:lnTo>
                  <a:close/>
                </a:path>
                <a:path w="10424160" h="5213350">
                  <a:moveTo>
                    <a:pt x="7610221" y="5193982"/>
                  </a:moveTo>
                  <a:lnTo>
                    <a:pt x="7605013" y="5193982"/>
                  </a:lnTo>
                  <a:lnTo>
                    <a:pt x="7605013" y="5213032"/>
                  </a:lnTo>
                  <a:lnTo>
                    <a:pt x="7610221" y="5213032"/>
                  </a:lnTo>
                  <a:lnTo>
                    <a:pt x="7614538" y="5208765"/>
                  </a:lnTo>
                  <a:lnTo>
                    <a:pt x="7614538" y="5198249"/>
                  </a:lnTo>
                  <a:lnTo>
                    <a:pt x="7610221" y="5193982"/>
                  </a:lnTo>
                  <a:close/>
                </a:path>
                <a:path w="10424160" h="5213350">
                  <a:moveTo>
                    <a:pt x="7566913" y="5193982"/>
                  </a:moveTo>
                  <a:lnTo>
                    <a:pt x="7561580" y="5193982"/>
                  </a:lnTo>
                  <a:lnTo>
                    <a:pt x="7557388" y="5198249"/>
                  </a:lnTo>
                  <a:lnTo>
                    <a:pt x="7557388" y="5208765"/>
                  </a:lnTo>
                  <a:lnTo>
                    <a:pt x="7561580" y="5213032"/>
                  </a:lnTo>
                  <a:lnTo>
                    <a:pt x="7566913" y="5213032"/>
                  </a:lnTo>
                  <a:lnTo>
                    <a:pt x="7566913" y="5193982"/>
                  </a:lnTo>
                  <a:close/>
                </a:path>
                <a:path w="10424160" h="5213350">
                  <a:moveTo>
                    <a:pt x="7572121" y="5193982"/>
                  </a:moveTo>
                  <a:lnTo>
                    <a:pt x="7566913" y="5193982"/>
                  </a:lnTo>
                  <a:lnTo>
                    <a:pt x="7566913" y="5213032"/>
                  </a:lnTo>
                  <a:lnTo>
                    <a:pt x="7572121" y="5213032"/>
                  </a:lnTo>
                  <a:lnTo>
                    <a:pt x="7576438" y="5208765"/>
                  </a:lnTo>
                  <a:lnTo>
                    <a:pt x="7576438" y="5198249"/>
                  </a:lnTo>
                  <a:lnTo>
                    <a:pt x="7572121" y="5193982"/>
                  </a:lnTo>
                  <a:close/>
                </a:path>
                <a:path w="10424160" h="5213350">
                  <a:moveTo>
                    <a:pt x="7528686" y="5193982"/>
                  </a:moveTo>
                  <a:lnTo>
                    <a:pt x="7523480" y="5193982"/>
                  </a:lnTo>
                  <a:lnTo>
                    <a:pt x="7519161" y="5198249"/>
                  </a:lnTo>
                  <a:lnTo>
                    <a:pt x="7519161" y="5208765"/>
                  </a:lnTo>
                  <a:lnTo>
                    <a:pt x="7523480" y="5213032"/>
                  </a:lnTo>
                  <a:lnTo>
                    <a:pt x="7528686" y="5213032"/>
                  </a:lnTo>
                  <a:lnTo>
                    <a:pt x="7528686" y="5193982"/>
                  </a:lnTo>
                  <a:close/>
                </a:path>
                <a:path w="10424160" h="5213350">
                  <a:moveTo>
                    <a:pt x="7534021" y="5193982"/>
                  </a:moveTo>
                  <a:lnTo>
                    <a:pt x="7528813" y="5193982"/>
                  </a:lnTo>
                  <a:lnTo>
                    <a:pt x="7528813" y="5213032"/>
                  </a:lnTo>
                  <a:lnTo>
                    <a:pt x="7534021" y="5213032"/>
                  </a:lnTo>
                  <a:lnTo>
                    <a:pt x="7538338" y="5208765"/>
                  </a:lnTo>
                  <a:lnTo>
                    <a:pt x="7538338" y="5198249"/>
                  </a:lnTo>
                  <a:lnTo>
                    <a:pt x="7534021" y="5193982"/>
                  </a:lnTo>
                  <a:close/>
                </a:path>
                <a:path w="10424160" h="5213350">
                  <a:moveTo>
                    <a:pt x="7490586" y="5193982"/>
                  </a:moveTo>
                  <a:lnTo>
                    <a:pt x="7485380" y="5193982"/>
                  </a:lnTo>
                  <a:lnTo>
                    <a:pt x="7481061" y="5198249"/>
                  </a:lnTo>
                  <a:lnTo>
                    <a:pt x="7481061" y="5208765"/>
                  </a:lnTo>
                  <a:lnTo>
                    <a:pt x="7485380" y="5213032"/>
                  </a:lnTo>
                  <a:lnTo>
                    <a:pt x="7490586" y="5213032"/>
                  </a:lnTo>
                  <a:lnTo>
                    <a:pt x="7490586" y="5193982"/>
                  </a:lnTo>
                  <a:close/>
                </a:path>
                <a:path w="10424160" h="5213350">
                  <a:moveTo>
                    <a:pt x="7495921" y="5193982"/>
                  </a:moveTo>
                  <a:lnTo>
                    <a:pt x="7490586" y="5193982"/>
                  </a:lnTo>
                  <a:lnTo>
                    <a:pt x="7490586" y="5213032"/>
                  </a:lnTo>
                  <a:lnTo>
                    <a:pt x="7495921" y="5213032"/>
                  </a:lnTo>
                  <a:lnTo>
                    <a:pt x="7500111" y="5208765"/>
                  </a:lnTo>
                  <a:lnTo>
                    <a:pt x="7500111" y="5198249"/>
                  </a:lnTo>
                  <a:lnTo>
                    <a:pt x="7495921" y="5193982"/>
                  </a:lnTo>
                  <a:close/>
                </a:path>
                <a:path w="10424160" h="5213350">
                  <a:moveTo>
                    <a:pt x="7452486" y="5193982"/>
                  </a:moveTo>
                  <a:lnTo>
                    <a:pt x="7447280" y="5193982"/>
                  </a:lnTo>
                  <a:lnTo>
                    <a:pt x="7442961" y="5198249"/>
                  </a:lnTo>
                  <a:lnTo>
                    <a:pt x="7442961" y="5208765"/>
                  </a:lnTo>
                  <a:lnTo>
                    <a:pt x="7447280" y="5213032"/>
                  </a:lnTo>
                  <a:lnTo>
                    <a:pt x="7452486" y="5213032"/>
                  </a:lnTo>
                  <a:lnTo>
                    <a:pt x="7452486" y="5193982"/>
                  </a:lnTo>
                  <a:close/>
                </a:path>
                <a:path w="10424160" h="5213350">
                  <a:moveTo>
                    <a:pt x="7457821" y="5193982"/>
                  </a:moveTo>
                  <a:lnTo>
                    <a:pt x="7452486" y="5193982"/>
                  </a:lnTo>
                  <a:lnTo>
                    <a:pt x="7452486" y="5213032"/>
                  </a:lnTo>
                  <a:lnTo>
                    <a:pt x="7457821" y="5213032"/>
                  </a:lnTo>
                  <a:lnTo>
                    <a:pt x="7462011" y="5208765"/>
                  </a:lnTo>
                  <a:lnTo>
                    <a:pt x="7462011" y="5198249"/>
                  </a:lnTo>
                  <a:lnTo>
                    <a:pt x="7457821" y="5193982"/>
                  </a:lnTo>
                  <a:close/>
                </a:path>
                <a:path w="10424160" h="5213350">
                  <a:moveTo>
                    <a:pt x="7414386" y="5193982"/>
                  </a:moveTo>
                  <a:lnTo>
                    <a:pt x="7409180" y="5193982"/>
                  </a:lnTo>
                  <a:lnTo>
                    <a:pt x="7404861" y="5198249"/>
                  </a:lnTo>
                  <a:lnTo>
                    <a:pt x="7404861" y="5208765"/>
                  </a:lnTo>
                  <a:lnTo>
                    <a:pt x="7409180" y="5213032"/>
                  </a:lnTo>
                  <a:lnTo>
                    <a:pt x="7414386" y="5213032"/>
                  </a:lnTo>
                  <a:lnTo>
                    <a:pt x="7414386" y="5193982"/>
                  </a:lnTo>
                  <a:close/>
                </a:path>
                <a:path w="10424160" h="5213350">
                  <a:moveTo>
                    <a:pt x="7419721" y="5193982"/>
                  </a:moveTo>
                  <a:lnTo>
                    <a:pt x="7414386" y="5193982"/>
                  </a:lnTo>
                  <a:lnTo>
                    <a:pt x="7414386" y="5213032"/>
                  </a:lnTo>
                  <a:lnTo>
                    <a:pt x="7419721" y="5213032"/>
                  </a:lnTo>
                  <a:lnTo>
                    <a:pt x="7423911" y="5208765"/>
                  </a:lnTo>
                  <a:lnTo>
                    <a:pt x="7423911" y="5198249"/>
                  </a:lnTo>
                  <a:lnTo>
                    <a:pt x="7419721" y="5193982"/>
                  </a:lnTo>
                  <a:close/>
                </a:path>
                <a:path w="10424160" h="5213350">
                  <a:moveTo>
                    <a:pt x="7376286" y="5193982"/>
                  </a:moveTo>
                  <a:lnTo>
                    <a:pt x="7370953" y="5193982"/>
                  </a:lnTo>
                  <a:lnTo>
                    <a:pt x="7366761" y="5198249"/>
                  </a:lnTo>
                  <a:lnTo>
                    <a:pt x="7366761" y="5208765"/>
                  </a:lnTo>
                  <a:lnTo>
                    <a:pt x="7370953" y="5213032"/>
                  </a:lnTo>
                  <a:lnTo>
                    <a:pt x="7376286" y="5213032"/>
                  </a:lnTo>
                  <a:lnTo>
                    <a:pt x="7376286" y="5193982"/>
                  </a:lnTo>
                  <a:close/>
                </a:path>
                <a:path w="10424160" h="5213350">
                  <a:moveTo>
                    <a:pt x="7381493" y="5193982"/>
                  </a:moveTo>
                  <a:lnTo>
                    <a:pt x="7376286" y="5193982"/>
                  </a:lnTo>
                  <a:lnTo>
                    <a:pt x="7376286" y="5213032"/>
                  </a:lnTo>
                  <a:lnTo>
                    <a:pt x="7381493" y="5213032"/>
                  </a:lnTo>
                  <a:lnTo>
                    <a:pt x="7385811" y="5208765"/>
                  </a:lnTo>
                  <a:lnTo>
                    <a:pt x="7385811" y="5198249"/>
                  </a:lnTo>
                  <a:lnTo>
                    <a:pt x="7381493" y="5193982"/>
                  </a:lnTo>
                  <a:close/>
                </a:path>
                <a:path w="10424160" h="5213350">
                  <a:moveTo>
                    <a:pt x="7338186" y="5193982"/>
                  </a:moveTo>
                  <a:lnTo>
                    <a:pt x="7332853" y="5193982"/>
                  </a:lnTo>
                  <a:lnTo>
                    <a:pt x="7328661" y="5198249"/>
                  </a:lnTo>
                  <a:lnTo>
                    <a:pt x="7328661" y="5208765"/>
                  </a:lnTo>
                  <a:lnTo>
                    <a:pt x="7332853" y="5213032"/>
                  </a:lnTo>
                  <a:lnTo>
                    <a:pt x="7338186" y="5213032"/>
                  </a:lnTo>
                  <a:lnTo>
                    <a:pt x="7338186" y="5193982"/>
                  </a:lnTo>
                  <a:close/>
                </a:path>
                <a:path w="10424160" h="5213350">
                  <a:moveTo>
                    <a:pt x="7343393" y="5193982"/>
                  </a:moveTo>
                  <a:lnTo>
                    <a:pt x="7338186" y="5193982"/>
                  </a:lnTo>
                  <a:lnTo>
                    <a:pt x="7338186" y="5213032"/>
                  </a:lnTo>
                  <a:lnTo>
                    <a:pt x="7343393" y="5213032"/>
                  </a:lnTo>
                  <a:lnTo>
                    <a:pt x="7347711" y="5208765"/>
                  </a:lnTo>
                  <a:lnTo>
                    <a:pt x="7347711" y="5198249"/>
                  </a:lnTo>
                  <a:lnTo>
                    <a:pt x="7343393" y="5193982"/>
                  </a:lnTo>
                  <a:close/>
                </a:path>
                <a:path w="10424160" h="5213350">
                  <a:moveTo>
                    <a:pt x="7300086" y="5193982"/>
                  </a:moveTo>
                  <a:lnTo>
                    <a:pt x="7294753" y="5193982"/>
                  </a:lnTo>
                  <a:lnTo>
                    <a:pt x="7290561" y="5198249"/>
                  </a:lnTo>
                  <a:lnTo>
                    <a:pt x="7290561" y="5208765"/>
                  </a:lnTo>
                  <a:lnTo>
                    <a:pt x="7294753" y="5213032"/>
                  </a:lnTo>
                  <a:lnTo>
                    <a:pt x="7300086" y="5213032"/>
                  </a:lnTo>
                  <a:lnTo>
                    <a:pt x="7300086" y="5193982"/>
                  </a:lnTo>
                  <a:close/>
                </a:path>
                <a:path w="10424160" h="5213350">
                  <a:moveTo>
                    <a:pt x="7305293" y="5193982"/>
                  </a:moveTo>
                  <a:lnTo>
                    <a:pt x="7300086" y="5193982"/>
                  </a:lnTo>
                  <a:lnTo>
                    <a:pt x="7300086" y="5213032"/>
                  </a:lnTo>
                  <a:lnTo>
                    <a:pt x="7305293" y="5213032"/>
                  </a:lnTo>
                  <a:lnTo>
                    <a:pt x="7309611" y="5208765"/>
                  </a:lnTo>
                  <a:lnTo>
                    <a:pt x="7309611" y="5198249"/>
                  </a:lnTo>
                  <a:lnTo>
                    <a:pt x="7305293" y="5193982"/>
                  </a:lnTo>
                  <a:close/>
                </a:path>
                <a:path w="10424160" h="5213350">
                  <a:moveTo>
                    <a:pt x="7261859" y="5193982"/>
                  </a:moveTo>
                  <a:lnTo>
                    <a:pt x="7256653" y="5193982"/>
                  </a:lnTo>
                  <a:lnTo>
                    <a:pt x="7252334" y="5198249"/>
                  </a:lnTo>
                  <a:lnTo>
                    <a:pt x="7252334" y="5208765"/>
                  </a:lnTo>
                  <a:lnTo>
                    <a:pt x="7256653" y="5213032"/>
                  </a:lnTo>
                  <a:lnTo>
                    <a:pt x="7261859" y="5213032"/>
                  </a:lnTo>
                  <a:lnTo>
                    <a:pt x="7261859" y="5193982"/>
                  </a:lnTo>
                  <a:close/>
                </a:path>
                <a:path w="10424160" h="5213350">
                  <a:moveTo>
                    <a:pt x="7267193" y="5193982"/>
                  </a:moveTo>
                  <a:lnTo>
                    <a:pt x="7261986" y="5193982"/>
                  </a:lnTo>
                  <a:lnTo>
                    <a:pt x="7261986" y="5213032"/>
                  </a:lnTo>
                  <a:lnTo>
                    <a:pt x="7267193" y="5213032"/>
                  </a:lnTo>
                  <a:lnTo>
                    <a:pt x="7271511" y="5208765"/>
                  </a:lnTo>
                  <a:lnTo>
                    <a:pt x="7271511" y="5198249"/>
                  </a:lnTo>
                  <a:lnTo>
                    <a:pt x="7267193" y="5193982"/>
                  </a:lnTo>
                  <a:close/>
                </a:path>
                <a:path w="10424160" h="5213350">
                  <a:moveTo>
                    <a:pt x="7223759" y="5193982"/>
                  </a:moveTo>
                  <a:lnTo>
                    <a:pt x="7218553" y="5193982"/>
                  </a:lnTo>
                  <a:lnTo>
                    <a:pt x="7214234" y="5198249"/>
                  </a:lnTo>
                  <a:lnTo>
                    <a:pt x="7214234" y="5208765"/>
                  </a:lnTo>
                  <a:lnTo>
                    <a:pt x="7218553" y="5213032"/>
                  </a:lnTo>
                  <a:lnTo>
                    <a:pt x="7223759" y="5213032"/>
                  </a:lnTo>
                  <a:lnTo>
                    <a:pt x="7223759" y="5193982"/>
                  </a:lnTo>
                  <a:close/>
                </a:path>
                <a:path w="10424160" h="5213350">
                  <a:moveTo>
                    <a:pt x="7229093" y="5193982"/>
                  </a:moveTo>
                  <a:lnTo>
                    <a:pt x="7223759" y="5193982"/>
                  </a:lnTo>
                  <a:lnTo>
                    <a:pt x="7223759" y="5213032"/>
                  </a:lnTo>
                  <a:lnTo>
                    <a:pt x="7229093" y="5213032"/>
                  </a:lnTo>
                  <a:lnTo>
                    <a:pt x="7233284" y="5208765"/>
                  </a:lnTo>
                  <a:lnTo>
                    <a:pt x="7233284" y="5198249"/>
                  </a:lnTo>
                  <a:lnTo>
                    <a:pt x="7229093" y="5193982"/>
                  </a:lnTo>
                  <a:close/>
                </a:path>
                <a:path w="10424160" h="5213350">
                  <a:moveTo>
                    <a:pt x="7185659" y="5193982"/>
                  </a:moveTo>
                  <a:lnTo>
                    <a:pt x="7180453" y="5193982"/>
                  </a:lnTo>
                  <a:lnTo>
                    <a:pt x="7176134" y="5198249"/>
                  </a:lnTo>
                  <a:lnTo>
                    <a:pt x="7176134" y="5208765"/>
                  </a:lnTo>
                  <a:lnTo>
                    <a:pt x="7180453" y="5213032"/>
                  </a:lnTo>
                  <a:lnTo>
                    <a:pt x="7185659" y="5213032"/>
                  </a:lnTo>
                  <a:lnTo>
                    <a:pt x="7185659" y="5193982"/>
                  </a:lnTo>
                  <a:close/>
                </a:path>
                <a:path w="10424160" h="5213350">
                  <a:moveTo>
                    <a:pt x="7190993" y="5193982"/>
                  </a:moveTo>
                  <a:lnTo>
                    <a:pt x="7185659" y="5193982"/>
                  </a:lnTo>
                  <a:lnTo>
                    <a:pt x="7185659" y="5213032"/>
                  </a:lnTo>
                  <a:lnTo>
                    <a:pt x="7190993" y="5213032"/>
                  </a:lnTo>
                  <a:lnTo>
                    <a:pt x="7195184" y="5208765"/>
                  </a:lnTo>
                  <a:lnTo>
                    <a:pt x="7195184" y="5198249"/>
                  </a:lnTo>
                  <a:lnTo>
                    <a:pt x="7190993" y="5193982"/>
                  </a:lnTo>
                  <a:close/>
                </a:path>
                <a:path w="10424160" h="5213350">
                  <a:moveTo>
                    <a:pt x="7147559" y="5193982"/>
                  </a:moveTo>
                  <a:lnTo>
                    <a:pt x="7142226" y="5193982"/>
                  </a:lnTo>
                  <a:lnTo>
                    <a:pt x="7138034" y="5198249"/>
                  </a:lnTo>
                  <a:lnTo>
                    <a:pt x="7138034" y="5208765"/>
                  </a:lnTo>
                  <a:lnTo>
                    <a:pt x="7142226" y="5213032"/>
                  </a:lnTo>
                  <a:lnTo>
                    <a:pt x="7147559" y="5213032"/>
                  </a:lnTo>
                  <a:lnTo>
                    <a:pt x="7147559" y="5193982"/>
                  </a:lnTo>
                  <a:close/>
                </a:path>
                <a:path w="10424160" h="5213350">
                  <a:moveTo>
                    <a:pt x="7152766" y="5193982"/>
                  </a:moveTo>
                  <a:lnTo>
                    <a:pt x="7147559" y="5193982"/>
                  </a:lnTo>
                  <a:lnTo>
                    <a:pt x="7147559" y="5213032"/>
                  </a:lnTo>
                  <a:lnTo>
                    <a:pt x="7152766" y="5213032"/>
                  </a:lnTo>
                  <a:lnTo>
                    <a:pt x="7157084" y="5208765"/>
                  </a:lnTo>
                  <a:lnTo>
                    <a:pt x="7157084" y="5198249"/>
                  </a:lnTo>
                  <a:lnTo>
                    <a:pt x="7152766" y="5193982"/>
                  </a:lnTo>
                  <a:close/>
                </a:path>
                <a:path w="10424160" h="5213350">
                  <a:moveTo>
                    <a:pt x="7109459" y="5193982"/>
                  </a:moveTo>
                  <a:lnTo>
                    <a:pt x="7104126" y="5193982"/>
                  </a:lnTo>
                  <a:lnTo>
                    <a:pt x="7099934" y="5198249"/>
                  </a:lnTo>
                  <a:lnTo>
                    <a:pt x="7099934" y="5208765"/>
                  </a:lnTo>
                  <a:lnTo>
                    <a:pt x="7104126" y="5213032"/>
                  </a:lnTo>
                  <a:lnTo>
                    <a:pt x="7109459" y="5213032"/>
                  </a:lnTo>
                  <a:lnTo>
                    <a:pt x="7109459" y="5193982"/>
                  </a:lnTo>
                  <a:close/>
                </a:path>
                <a:path w="10424160" h="5213350">
                  <a:moveTo>
                    <a:pt x="7114666" y="5193982"/>
                  </a:moveTo>
                  <a:lnTo>
                    <a:pt x="7109459" y="5193982"/>
                  </a:lnTo>
                  <a:lnTo>
                    <a:pt x="7109459" y="5213032"/>
                  </a:lnTo>
                  <a:lnTo>
                    <a:pt x="7114666" y="5213032"/>
                  </a:lnTo>
                  <a:lnTo>
                    <a:pt x="7118984" y="5208765"/>
                  </a:lnTo>
                  <a:lnTo>
                    <a:pt x="7118984" y="5198249"/>
                  </a:lnTo>
                  <a:lnTo>
                    <a:pt x="7114666" y="5193982"/>
                  </a:lnTo>
                  <a:close/>
                </a:path>
                <a:path w="10424160" h="5213350">
                  <a:moveTo>
                    <a:pt x="7071359" y="5193982"/>
                  </a:moveTo>
                  <a:lnTo>
                    <a:pt x="7066026" y="5193982"/>
                  </a:lnTo>
                  <a:lnTo>
                    <a:pt x="7061834" y="5198249"/>
                  </a:lnTo>
                  <a:lnTo>
                    <a:pt x="7061834" y="5208765"/>
                  </a:lnTo>
                  <a:lnTo>
                    <a:pt x="7066026" y="5213032"/>
                  </a:lnTo>
                  <a:lnTo>
                    <a:pt x="7071359" y="5213032"/>
                  </a:lnTo>
                  <a:lnTo>
                    <a:pt x="7071359" y="5193982"/>
                  </a:lnTo>
                  <a:close/>
                </a:path>
                <a:path w="10424160" h="5213350">
                  <a:moveTo>
                    <a:pt x="7076566" y="5193982"/>
                  </a:moveTo>
                  <a:lnTo>
                    <a:pt x="7071359" y="5193982"/>
                  </a:lnTo>
                  <a:lnTo>
                    <a:pt x="7071359" y="5213032"/>
                  </a:lnTo>
                  <a:lnTo>
                    <a:pt x="7076566" y="5213032"/>
                  </a:lnTo>
                  <a:lnTo>
                    <a:pt x="7080884" y="5208765"/>
                  </a:lnTo>
                  <a:lnTo>
                    <a:pt x="7080884" y="5198249"/>
                  </a:lnTo>
                  <a:lnTo>
                    <a:pt x="7076566" y="5193982"/>
                  </a:lnTo>
                  <a:close/>
                </a:path>
                <a:path w="10424160" h="5213350">
                  <a:moveTo>
                    <a:pt x="7033133" y="5193982"/>
                  </a:moveTo>
                  <a:lnTo>
                    <a:pt x="7027926" y="5193982"/>
                  </a:lnTo>
                  <a:lnTo>
                    <a:pt x="7023608" y="5198249"/>
                  </a:lnTo>
                  <a:lnTo>
                    <a:pt x="7023608" y="5208765"/>
                  </a:lnTo>
                  <a:lnTo>
                    <a:pt x="7027926" y="5213032"/>
                  </a:lnTo>
                  <a:lnTo>
                    <a:pt x="7033133" y="5213032"/>
                  </a:lnTo>
                  <a:lnTo>
                    <a:pt x="7033133" y="5193982"/>
                  </a:lnTo>
                  <a:close/>
                </a:path>
                <a:path w="10424160" h="5213350">
                  <a:moveTo>
                    <a:pt x="7038466" y="5193982"/>
                  </a:moveTo>
                  <a:lnTo>
                    <a:pt x="7033259" y="5193982"/>
                  </a:lnTo>
                  <a:lnTo>
                    <a:pt x="7033259" y="5213032"/>
                  </a:lnTo>
                  <a:lnTo>
                    <a:pt x="7038466" y="5213032"/>
                  </a:lnTo>
                  <a:lnTo>
                    <a:pt x="7042784" y="5208765"/>
                  </a:lnTo>
                  <a:lnTo>
                    <a:pt x="7042784" y="5198249"/>
                  </a:lnTo>
                  <a:lnTo>
                    <a:pt x="7038466" y="5193982"/>
                  </a:lnTo>
                  <a:close/>
                </a:path>
                <a:path w="10424160" h="5213350">
                  <a:moveTo>
                    <a:pt x="6995033" y="5193982"/>
                  </a:moveTo>
                  <a:lnTo>
                    <a:pt x="6989826" y="5193982"/>
                  </a:lnTo>
                  <a:lnTo>
                    <a:pt x="6985508" y="5198249"/>
                  </a:lnTo>
                  <a:lnTo>
                    <a:pt x="6985508" y="5208765"/>
                  </a:lnTo>
                  <a:lnTo>
                    <a:pt x="6989826" y="5213032"/>
                  </a:lnTo>
                  <a:lnTo>
                    <a:pt x="6995033" y="5213032"/>
                  </a:lnTo>
                  <a:lnTo>
                    <a:pt x="6995033" y="5193982"/>
                  </a:lnTo>
                  <a:close/>
                </a:path>
                <a:path w="10424160" h="5213350">
                  <a:moveTo>
                    <a:pt x="7000366" y="5193982"/>
                  </a:moveTo>
                  <a:lnTo>
                    <a:pt x="6995033" y="5193982"/>
                  </a:lnTo>
                  <a:lnTo>
                    <a:pt x="6995033" y="5213032"/>
                  </a:lnTo>
                  <a:lnTo>
                    <a:pt x="7000366" y="5213032"/>
                  </a:lnTo>
                  <a:lnTo>
                    <a:pt x="7004558" y="5208765"/>
                  </a:lnTo>
                  <a:lnTo>
                    <a:pt x="7004558" y="5198249"/>
                  </a:lnTo>
                  <a:lnTo>
                    <a:pt x="7000366" y="5193982"/>
                  </a:lnTo>
                  <a:close/>
                </a:path>
                <a:path w="10424160" h="5213350">
                  <a:moveTo>
                    <a:pt x="6956933" y="5193982"/>
                  </a:moveTo>
                  <a:lnTo>
                    <a:pt x="6951726" y="5193982"/>
                  </a:lnTo>
                  <a:lnTo>
                    <a:pt x="6947408" y="5198249"/>
                  </a:lnTo>
                  <a:lnTo>
                    <a:pt x="6947408" y="5208765"/>
                  </a:lnTo>
                  <a:lnTo>
                    <a:pt x="6951726" y="5213032"/>
                  </a:lnTo>
                  <a:lnTo>
                    <a:pt x="6956933" y="5213032"/>
                  </a:lnTo>
                  <a:lnTo>
                    <a:pt x="6956933" y="5193982"/>
                  </a:lnTo>
                  <a:close/>
                </a:path>
                <a:path w="10424160" h="5213350">
                  <a:moveTo>
                    <a:pt x="6962266" y="5193982"/>
                  </a:moveTo>
                  <a:lnTo>
                    <a:pt x="6956933" y="5193982"/>
                  </a:lnTo>
                  <a:lnTo>
                    <a:pt x="6956933" y="5213032"/>
                  </a:lnTo>
                  <a:lnTo>
                    <a:pt x="6962266" y="5213032"/>
                  </a:lnTo>
                  <a:lnTo>
                    <a:pt x="6966458" y="5208765"/>
                  </a:lnTo>
                  <a:lnTo>
                    <a:pt x="6966458" y="5198249"/>
                  </a:lnTo>
                  <a:lnTo>
                    <a:pt x="6962266" y="5193982"/>
                  </a:lnTo>
                  <a:close/>
                </a:path>
                <a:path w="10424160" h="5213350">
                  <a:moveTo>
                    <a:pt x="6918833" y="5193982"/>
                  </a:moveTo>
                  <a:lnTo>
                    <a:pt x="6913626" y="5193982"/>
                  </a:lnTo>
                  <a:lnTo>
                    <a:pt x="6909308" y="5198249"/>
                  </a:lnTo>
                  <a:lnTo>
                    <a:pt x="6909308" y="5208765"/>
                  </a:lnTo>
                  <a:lnTo>
                    <a:pt x="6913626" y="5213032"/>
                  </a:lnTo>
                  <a:lnTo>
                    <a:pt x="6918833" y="5213032"/>
                  </a:lnTo>
                  <a:lnTo>
                    <a:pt x="6918833" y="5193982"/>
                  </a:lnTo>
                  <a:close/>
                </a:path>
                <a:path w="10424160" h="5213350">
                  <a:moveTo>
                    <a:pt x="6924166" y="5193982"/>
                  </a:moveTo>
                  <a:lnTo>
                    <a:pt x="6918833" y="5193982"/>
                  </a:lnTo>
                  <a:lnTo>
                    <a:pt x="6918833" y="5213032"/>
                  </a:lnTo>
                  <a:lnTo>
                    <a:pt x="6924166" y="5213032"/>
                  </a:lnTo>
                  <a:lnTo>
                    <a:pt x="6928358" y="5208765"/>
                  </a:lnTo>
                  <a:lnTo>
                    <a:pt x="6928358" y="5198249"/>
                  </a:lnTo>
                  <a:lnTo>
                    <a:pt x="6924166" y="5193982"/>
                  </a:lnTo>
                  <a:close/>
                </a:path>
                <a:path w="10424160" h="5213350">
                  <a:moveTo>
                    <a:pt x="6880733" y="5193982"/>
                  </a:moveTo>
                  <a:lnTo>
                    <a:pt x="6875399" y="5193982"/>
                  </a:lnTo>
                  <a:lnTo>
                    <a:pt x="6871208" y="5198249"/>
                  </a:lnTo>
                  <a:lnTo>
                    <a:pt x="6871208" y="5208765"/>
                  </a:lnTo>
                  <a:lnTo>
                    <a:pt x="6875399" y="5213032"/>
                  </a:lnTo>
                  <a:lnTo>
                    <a:pt x="6880733" y="5213032"/>
                  </a:lnTo>
                  <a:lnTo>
                    <a:pt x="6880733" y="5193982"/>
                  </a:lnTo>
                  <a:close/>
                </a:path>
                <a:path w="10424160" h="5213350">
                  <a:moveTo>
                    <a:pt x="6885939" y="5193982"/>
                  </a:moveTo>
                  <a:lnTo>
                    <a:pt x="6880733" y="5193982"/>
                  </a:lnTo>
                  <a:lnTo>
                    <a:pt x="6880733" y="5213032"/>
                  </a:lnTo>
                  <a:lnTo>
                    <a:pt x="6885939" y="5213032"/>
                  </a:lnTo>
                  <a:lnTo>
                    <a:pt x="6890258" y="5208765"/>
                  </a:lnTo>
                  <a:lnTo>
                    <a:pt x="6890258" y="5198249"/>
                  </a:lnTo>
                  <a:lnTo>
                    <a:pt x="6885939" y="5193982"/>
                  </a:lnTo>
                  <a:close/>
                </a:path>
                <a:path w="10424160" h="5213350">
                  <a:moveTo>
                    <a:pt x="6842633" y="5193982"/>
                  </a:moveTo>
                  <a:lnTo>
                    <a:pt x="6837299" y="5193982"/>
                  </a:lnTo>
                  <a:lnTo>
                    <a:pt x="6833108" y="5198249"/>
                  </a:lnTo>
                  <a:lnTo>
                    <a:pt x="6833108" y="5208765"/>
                  </a:lnTo>
                  <a:lnTo>
                    <a:pt x="6837299" y="5213032"/>
                  </a:lnTo>
                  <a:lnTo>
                    <a:pt x="6842633" y="5213032"/>
                  </a:lnTo>
                  <a:lnTo>
                    <a:pt x="6842633" y="5193982"/>
                  </a:lnTo>
                  <a:close/>
                </a:path>
                <a:path w="10424160" h="5213350">
                  <a:moveTo>
                    <a:pt x="6847839" y="5193982"/>
                  </a:moveTo>
                  <a:lnTo>
                    <a:pt x="6842633" y="5193982"/>
                  </a:lnTo>
                  <a:lnTo>
                    <a:pt x="6842633" y="5213032"/>
                  </a:lnTo>
                  <a:lnTo>
                    <a:pt x="6847839" y="5213032"/>
                  </a:lnTo>
                  <a:lnTo>
                    <a:pt x="6852158" y="5208765"/>
                  </a:lnTo>
                  <a:lnTo>
                    <a:pt x="6852158" y="5198249"/>
                  </a:lnTo>
                  <a:lnTo>
                    <a:pt x="6847839" y="5193982"/>
                  </a:lnTo>
                  <a:close/>
                </a:path>
                <a:path w="10424160" h="5213350">
                  <a:moveTo>
                    <a:pt x="6804533" y="5193982"/>
                  </a:moveTo>
                  <a:lnTo>
                    <a:pt x="6799199" y="5193982"/>
                  </a:lnTo>
                  <a:lnTo>
                    <a:pt x="6795008" y="5198249"/>
                  </a:lnTo>
                  <a:lnTo>
                    <a:pt x="6795008" y="5208765"/>
                  </a:lnTo>
                  <a:lnTo>
                    <a:pt x="6799199" y="5213032"/>
                  </a:lnTo>
                  <a:lnTo>
                    <a:pt x="6804533" y="5213032"/>
                  </a:lnTo>
                  <a:lnTo>
                    <a:pt x="6804533" y="5193982"/>
                  </a:lnTo>
                  <a:close/>
                </a:path>
                <a:path w="10424160" h="5213350">
                  <a:moveTo>
                    <a:pt x="6809739" y="5193982"/>
                  </a:moveTo>
                  <a:lnTo>
                    <a:pt x="6804533" y="5193982"/>
                  </a:lnTo>
                  <a:lnTo>
                    <a:pt x="6804533" y="5213032"/>
                  </a:lnTo>
                  <a:lnTo>
                    <a:pt x="6809739" y="5213032"/>
                  </a:lnTo>
                  <a:lnTo>
                    <a:pt x="6814058" y="5208765"/>
                  </a:lnTo>
                  <a:lnTo>
                    <a:pt x="6814058" y="5198249"/>
                  </a:lnTo>
                  <a:lnTo>
                    <a:pt x="6809739" y="5193982"/>
                  </a:lnTo>
                  <a:close/>
                </a:path>
                <a:path w="10424160" h="5213350">
                  <a:moveTo>
                    <a:pt x="6766306" y="5193982"/>
                  </a:moveTo>
                  <a:lnTo>
                    <a:pt x="6761099" y="5193982"/>
                  </a:lnTo>
                  <a:lnTo>
                    <a:pt x="6756781" y="5198249"/>
                  </a:lnTo>
                  <a:lnTo>
                    <a:pt x="6756781" y="5208765"/>
                  </a:lnTo>
                  <a:lnTo>
                    <a:pt x="6761099" y="5213032"/>
                  </a:lnTo>
                  <a:lnTo>
                    <a:pt x="6766306" y="5213032"/>
                  </a:lnTo>
                  <a:lnTo>
                    <a:pt x="6766306" y="5193982"/>
                  </a:lnTo>
                  <a:close/>
                </a:path>
                <a:path w="10424160" h="5213350">
                  <a:moveTo>
                    <a:pt x="6771639" y="5193982"/>
                  </a:moveTo>
                  <a:lnTo>
                    <a:pt x="6766433" y="5193982"/>
                  </a:lnTo>
                  <a:lnTo>
                    <a:pt x="6766433" y="5213032"/>
                  </a:lnTo>
                  <a:lnTo>
                    <a:pt x="6771639" y="5213032"/>
                  </a:lnTo>
                  <a:lnTo>
                    <a:pt x="6775958" y="5208765"/>
                  </a:lnTo>
                  <a:lnTo>
                    <a:pt x="6775958" y="5198249"/>
                  </a:lnTo>
                  <a:lnTo>
                    <a:pt x="6771639" y="5193982"/>
                  </a:lnTo>
                  <a:close/>
                </a:path>
                <a:path w="10424160" h="5213350">
                  <a:moveTo>
                    <a:pt x="6728206" y="5193982"/>
                  </a:moveTo>
                  <a:lnTo>
                    <a:pt x="6722999" y="5193982"/>
                  </a:lnTo>
                  <a:lnTo>
                    <a:pt x="6718681" y="5198249"/>
                  </a:lnTo>
                  <a:lnTo>
                    <a:pt x="6718681" y="5208765"/>
                  </a:lnTo>
                  <a:lnTo>
                    <a:pt x="6722999" y="5213032"/>
                  </a:lnTo>
                  <a:lnTo>
                    <a:pt x="6728206" y="5213032"/>
                  </a:lnTo>
                  <a:lnTo>
                    <a:pt x="6728206" y="5193982"/>
                  </a:lnTo>
                  <a:close/>
                </a:path>
                <a:path w="10424160" h="5213350">
                  <a:moveTo>
                    <a:pt x="6733539" y="5193982"/>
                  </a:moveTo>
                  <a:lnTo>
                    <a:pt x="6728206" y="5193982"/>
                  </a:lnTo>
                  <a:lnTo>
                    <a:pt x="6728206" y="5213032"/>
                  </a:lnTo>
                  <a:lnTo>
                    <a:pt x="6733539" y="5213032"/>
                  </a:lnTo>
                  <a:lnTo>
                    <a:pt x="6737731" y="5208765"/>
                  </a:lnTo>
                  <a:lnTo>
                    <a:pt x="6737731" y="5198249"/>
                  </a:lnTo>
                  <a:lnTo>
                    <a:pt x="6733539" y="5193982"/>
                  </a:lnTo>
                  <a:close/>
                </a:path>
                <a:path w="10424160" h="5213350">
                  <a:moveTo>
                    <a:pt x="6690106" y="5193982"/>
                  </a:moveTo>
                  <a:lnTo>
                    <a:pt x="6684899" y="5193982"/>
                  </a:lnTo>
                  <a:lnTo>
                    <a:pt x="6680581" y="5198249"/>
                  </a:lnTo>
                  <a:lnTo>
                    <a:pt x="6680581" y="5208765"/>
                  </a:lnTo>
                  <a:lnTo>
                    <a:pt x="6684899" y="5213032"/>
                  </a:lnTo>
                  <a:lnTo>
                    <a:pt x="6690106" y="5213032"/>
                  </a:lnTo>
                  <a:lnTo>
                    <a:pt x="6690106" y="5193982"/>
                  </a:lnTo>
                  <a:close/>
                </a:path>
                <a:path w="10424160" h="5213350">
                  <a:moveTo>
                    <a:pt x="6695439" y="5193982"/>
                  </a:moveTo>
                  <a:lnTo>
                    <a:pt x="6690106" y="5193982"/>
                  </a:lnTo>
                  <a:lnTo>
                    <a:pt x="6690106" y="5213032"/>
                  </a:lnTo>
                  <a:lnTo>
                    <a:pt x="6695439" y="5213032"/>
                  </a:lnTo>
                  <a:lnTo>
                    <a:pt x="6699631" y="5208765"/>
                  </a:lnTo>
                  <a:lnTo>
                    <a:pt x="6699631" y="5198249"/>
                  </a:lnTo>
                  <a:lnTo>
                    <a:pt x="6695439" y="5193982"/>
                  </a:lnTo>
                  <a:close/>
                </a:path>
                <a:path w="10424160" h="5213350">
                  <a:moveTo>
                    <a:pt x="6652006" y="5193982"/>
                  </a:moveTo>
                  <a:lnTo>
                    <a:pt x="6646672" y="5193982"/>
                  </a:lnTo>
                  <a:lnTo>
                    <a:pt x="6642481" y="5198249"/>
                  </a:lnTo>
                  <a:lnTo>
                    <a:pt x="6642481" y="5208765"/>
                  </a:lnTo>
                  <a:lnTo>
                    <a:pt x="6646672" y="5213032"/>
                  </a:lnTo>
                  <a:lnTo>
                    <a:pt x="6652006" y="5213032"/>
                  </a:lnTo>
                  <a:lnTo>
                    <a:pt x="6652006" y="5193982"/>
                  </a:lnTo>
                  <a:close/>
                </a:path>
                <a:path w="10424160" h="5213350">
                  <a:moveTo>
                    <a:pt x="6657212" y="5193982"/>
                  </a:moveTo>
                  <a:lnTo>
                    <a:pt x="6652006" y="5193982"/>
                  </a:lnTo>
                  <a:lnTo>
                    <a:pt x="6652006" y="5213032"/>
                  </a:lnTo>
                  <a:lnTo>
                    <a:pt x="6657212" y="5213032"/>
                  </a:lnTo>
                  <a:lnTo>
                    <a:pt x="6661531" y="5208765"/>
                  </a:lnTo>
                  <a:lnTo>
                    <a:pt x="6661531" y="5198249"/>
                  </a:lnTo>
                  <a:lnTo>
                    <a:pt x="6657212" y="5193982"/>
                  </a:lnTo>
                  <a:close/>
                </a:path>
                <a:path w="10424160" h="5213350">
                  <a:moveTo>
                    <a:pt x="6613906" y="5193982"/>
                  </a:moveTo>
                  <a:lnTo>
                    <a:pt x="6608572" y="5193982"/>
                  </a:lnTo>
                  <a:lnTo>
                    <a:pt x="6604381" y="5198249"/>
                  </a:lnTo>
                  <a:lnTo>
                    <a:pt x="6604381" y="5208765"/>
                  </a:lnTo>
                  <a:lnTo>
                    <a:pt x="6608572" y="5213032"/>
                  </a:lnTo>
                  <a:lnTo>
                    <a:pt x="6613906" y="5213032"/>
                  </a:lnTo>
                  <a:lnTo>
                    <a:pt x="6613906" y="5193982"/>
                  </a:lnTo>
                  <a:close/>
                </a:path>
                <a:path w="10424160" h="5213350">
                  <a:moveTo>
                    <a:pt x="6619112" y="5193982"/>
                  </a:moveTo>
                  <a:lnTo>
                    <a:pt x="6613906" y="5193982"/>
                  </a:lnTo>
                  <a:lnTo>
                    <a:pt x="6613906" y="5213032"/>
                  </a:lnTo>
                  <a:lnTo>
                    <a:pt x="6619112" y="5213032"/>
                  </a:lnTo>
                  <a:lnTo>
                    <a:pt x="6623431" y="5208765"/>
                  </a:lnTo>
                  <a:lnTo>
                    <a:pt x="6623431" y="5198249"/>
                  </a:lnTo>
                  <a:lnTo>
                    <a:pt x="6619112" y="5193982"/>
                  </a:lnTo>
                  <a:close/>
                </a:path>
                <a:path w="10424160" h="5213350">
                  <a:moveTo>
                    <a:pt x="6575806" y="5193982"/>
                  </a:moveTo>
                  <a:lnTo>
                    <a:pt x="6570472" y="5193982"/>
                  </a:lnTo>
                  <a:lnTo>
                    <a:pt x="6566281" y="5198249"/>
                  </a:lnTo>
                  <a:lnTo>
                    <a:pt x="6566281" y="5208765"/>
                  </a:lnTo>
                  <a:lnTo>
                    <a:pt x="6570472" y="5213032"/>
                  </a:lnTo>
                  <a:lnTo>
                    <a:pt x="6575806" y="5213032"/>
                  </a:lnTo>
                  <a:lnTo>
                    <a:pt x="6575806" y="5193982"/>
                  </a:lnTo>
                  <a:close/>
                </a:path>
                <a:path w="10424160" h="5213350">
                  <a:moveTo>
                    <a:pt x="6581012" y="5193982"/>
                  </a:moveTo>
                  <a:lnTo>
                    <a:pt x="6575806" y="5193982"/>
                  </a:lnTo>
                  <a:lnTo>
                    <a:pt x="6575806" y="5213032"/>
                  </a:lnTo>
                  <a:lnTo>
                    <a:pt x="6581012" y="5213032"/>
                  </a:lnTo>
                  <a:lnTo>
                    <a:pt x="6585331" y="5208765"/>
                  </a:lnTo>
                  <a:lnTo>
                    <a:pt x="6585331" y="5198249"/>
                  </a:lnTo>
                  <a:lnTo>
                    <a:pt x="6581012" y="5193982"/>
                  </a:lnTo>
                  <a:close/>
                </a:path>
                <a:path w="10424160" h="5213350">
                  <a:moveTo>
                    <a:pt x="6537579" y="5193982"/>
                  </a:moveTo>
                  <a:lnTo>
                    <a:pt x="6532372" y="5193982"/>
                  </a:lnTo>
                  <a:lnTo>
                    <a:pt x="6528054" y="5198249"/>
                  </a:lnTo>
                  <a:lnTo>
                    <a:pt x="6528054" y="5208765"/>
                  </a:lnTo>
                  <a:lnTo>
                    <a:pt x="6532372" y="5213032"/>
                  </a:lnTo>
                  <a:lnTo>
                    <a:pt x="6537579" y="5213032"/>
                  </a:lnTo>
                  <a:lnTo>
                    <a:pt x="6537579" y="5193982"/>
                  </a:lnTo>
                  <a:close/>
                </a:path>
                <a:path w="10424160" h="5213350">
                  <a:moveTo>
                    <a:pt x="6542912" y="5193982"/>
                  </a:moveTo>
                  <a:lnTo>
                    <a:pt x="6537706" y="5193982"/>
                  </a:lnTo>
                  <a:lnTo>
                    <a:pt x="6537706" y="5213032"/>
                  </a:lnTo>
                  <a:lnTo>
                    <a:pt x="6542912" y="5213032"/>
                  </a:lnTo>
                  <a:lnTo>
                    <a:pt x="6547231" y="5208765"/>
                  </a:lnTo>
                  <a:lnTo>
                    <a:pt x="6547231" y="5198249"/>
                  </a:lnTo>
                  <a:lnTo>
                    <a:pt x="6542912" y="5193982"/>
                  </a:lnTo>
                  <a:close/>
                </a:path>
                <a:path w="10424160" h="5213350">
                  <a:moveTo>
                    <a:pt x="6499479" y="5193982"/>
                  </a:moveTo>
                  <a:lnTo>
                    <a:pt x="6494272" y="5193982"/>
                  </a:lnTo>
                  <a:lnTo>
                    <a:pt x="6489954" y="5198249"/>
                  </a:lnTo>
                  <a:lnTo>
                    <a:pt x="6489954" y="5208765"/>
                  </a:lnTo>
                  <a:lnTo>
                    <a:pt x="6494272" y="5213032"/>
                  </a:lnTo>
                  <a:lnTo>
                    <a:pt x="6499479" y="5213032"/>
                  </a:lnTo>
                  <a:lnTo>
                    <a:pt x="6499479" y="5193982"/>
                  </a:lnTo>
                  <a:close/>
                </a:path>
                <a:path w="10424160" h="5213350">
                  <a:moveTo>
                    <a:pt x="6504812" y="5193982"/>
                  </a:moveTo>
                  <a:lnTo>
                    <a:pt x="6499479" y="5193982"/>
                  </a:lnTo>
                  <a:lnTo>
                    <a:pt x="6499479" y="5213032"/>
                  </a:lnTo>
                  <a:lnTo>
                    <a:pt x="6504812" y="5213032"/>
                  </a:lnTo>
                  <a:lnTo>
                    <a:pt x="6509004" y="5208765"/>
                  </a:lnTo>
                  <a:lnTo>
                    <a:pt x="6509004" y="5198249"/>
                  </a:lnTo>
                  <a:lnTo>
                    <a:pt x="6504812" y="5193982"/>
                  </a:lnTo>
                  <a:close/>
                </a:path>
                <a:path w="10424160" h="5213350">
                  <a:moveTo>
                    <a:pt x="6461379" y="5193982"/>
                  </a:moveTo>
                  <a:lnTo>
                    <a:pt x="6456172" y="5193982"/>
                  </a:lnTo>
                  <a:lnTo>
                    <a:pt x="6451854" y="5198249"/>
                  </a:lnTo>
                  <a:lnTo>
                    <a:pt x="6451854" y="5208765"/>
                  </a:lnTo>
                  <a:lnTo>
                    <a:pt x="6456172" y="5213032"/>
                  </a:lnTo>
                  <a:lnTo>
                    <a:pt x="6461379" y="5213032"/>
                  </a:lnTo>
                  <a:lnTo>
                    <a:pt x="6461379" y="5193982"/>
                  </a:lnTo>
                  <a:close/>
                </a:path>
                <a:path w="10424160" h="5213350">
                  <a:moveTo>
                    <a:pt x="6466713" y="5193982"/>
                  </a:moveTo>
                  <a:lnTo>
                    <a:pt x="6461379" y="5193982"/>
                  </a:lnTo>
                  <a:lnTo>
                    <a:pt x="6461379" y="5213032"/>
                  </a:lnTo>
                  <a:lnTo>
                    <a:pt x="6466713" y="5213032"/>
                  </a:lnTo>
                  <a:lnTo>
                    <a:pt x="6470904" y="5208765"/>
                  </a:lnTo>
                  <a:lnTo>
                    <a:pt x="6470904" y="5198249"/>
                  </a:lnTo>
                  <a:lnTo>
                    <a:pt x="6466713" y="5193982"/>
                  </a:lnTo>
                  <a:close/>
                </a:path>
                <a:path w="10424160" h="5213350">
                  <a:moveTo>
                    <a:pt x="6423279" y="5193982"/>
                  </a:moveTo>
                  <a:lnTo>
                    <a:pt x="6418072" y="5193982"/>
                  </a:lnTo>
                  <a:lnTo>
                    <a:pt x="6413754" y="5198249"/>
                  </a:lnTo>
                  <a:lnTo>
                    <a:pt x="6413754" y="5208765"/>
                  </a:lnTo>
                  <a:lnTo>
                    <a:pt x="6418072" y="5213032"/>
                  </a:lnTo>
                  <a:lnTo>
                    <a:pt x="6423279" y="5213032"/>
                  </a:lnTo>
                  <a:lnTo>
                    <a:pt x="6423279" y="5193982"/>
                  </a:lnTo>
                  <a:close/>
                </a:path>
                <a:path w="10424160" h="5213350">
                  <a:moveTo>
                    <a:pt x="6428613" y="5193982"/>
                  </a:moveTo>
                  <a:lnTo>
                    <a:pt x="6423279" y="5193982"/>
                  </a:lnTo>
                  <a:lnTo>
                    <a:pt x="6423279" y="5213032"/>
                  </a:lnTo>
                  <a:lnTo>
                    <a:pt x="6428613" y="5213032"/>
                  </a:lnTo>
                  <a:lnTo>
                    <a:pt x="6432804" y="5208765"/>
                  </a:lnTo>
                  <a:lnTo>
                    <a:pt x="6432804" y="5198249"/>
                  </a:lnTo>
                  <a:lnTo>
                    <a:pt x="6428613" y="5193982"/>
                  </a:lnTo>
                  <a:close/>
                </a:path>
                <a:path w="10424160" h="5213350">
                  <a:moveTo>
                    <a:pt x="6385179" y="5193982"/>
                  </a:moveTo>
                  <a:lnTo>
                    <a:pt x="6379845" y="5193982"/>
                  </a:lnTo>
                  <a:lnTo>
                    <a:pt x="6375654" y="5198249"/>
                  </a:lnTo>
                  <a:lnTo>
                    <a:pt x="6375654" y="5208765"/>
                  </a:lnTo>
                  <a:lnTo>
                    <a:pt x="6379845" y="5213032"/>
                  </a:lnTo>
                  <a:lnTo>
                    <a:pt x="6385179" y="5213032"/>
                  </a:lnTo>
                  <a:lnTo>
                    <a:pt x="6385179" y="5193982"/>
                  </a:lnTo>
                  <a:close/>
                </a:path>
                <a:path w="10424160" h="5213350">
                  <a:moveTo>
                    <a:pt x="6390386" y="5193982"/>
                  </a:moveTo>
                  <a:lnTo>
                    <a:pt x="6385179" y="5193982"/>
                  </a:lnTo>
                  <a:lnTo>
                    <a:pt x="6385179" y="5213032"/>
                  </a:lnTo>
                  <a:lnTo>
                    <a:pt x="6390386" y="5213032"/>
                  </a:lnTo>
                  <a:lnTo>
                    <a:pt x="6394704" y="5208765"/>
                  </a:lnTo>
                  <a:lnTo>
                    <a:pt x="6394704" y="5198249"/>
                  </a:lnTo>
                  <a:lnTo>
                    <a:pt x="6390386" y="5193982"/>
                  </a:lnTo>
                  <a:close/>
                </a:path>
                <a:path w="10424160" h="5213350">
                  <a:moveTo>
                    <a:pt x="6347079" y="5193982"/>
                  </a:moveTo>
                  <a:lnTo>
                    <a:pt x="6341745" y="5193982"/>
                  </a:lnTo>
                  <a:lnTo>
                    <a:pt x="6337554" y="5198249"/>
                  </a:lnTo>
                  <a:lnTo>
                    <a:pt x="6337554" y="5208765"/>
                  </a:lnTo>
                  <a:lnTo>
                    <a:pt x="6341745" y="5213032"/>
                  </a:lnTo>
                  <a:lnTo>
                    <a:pt x="6347079" y="5213032"/>
                  </a:lnTo>
                  <a:lnTo>
                    <a:pt x="6347079" y="5193982"/>
                  </a:lnTo>
                  <a:close/>
                </a:path>
                <a:path w="10424160" h="5213350">
                  <a:moveTo>
                    <a:pt x="6352286" y="5193982"/>
                  </a:moveTo>
                  <a:lnTo>
                    <a:pt x="6347079" y="5193982"/>
                  </a:lnTo>
                  <a:lnTo>
                    <a:pt x="6347079" y="5213032"/>
                  </a:lnTo>
                  <a:lnTo>
                    <a:pt x="6352286" y="5213032"/>
                  </a:lnTo>
                  <a:lnTo>
                    <a:pt x="6356604" y="5208765"/>
                  </a:lnTo>
                  <a:lnTo>
                    <a:pt x="6356604" y="5198249"/>
                  </a:lnTo>
                  <a:lnTo>
                    <a:pt x="6352286" y="5193982"/>
                  </a:lnTo>
                  <a:close/>
                </a:path>
                <a:path w="10424160" h="5213350">
                  <a:moveTo>
                    <a:pt x="6308979" y="5193982"/>
                  </a:moveTo>
                  <a:lnTo>
                    <a:pt x="6303645" y="5193982"/>
                  </a:lnTo>
                  <a:lnTo>
                    <a:pt x="6299454" y="5198249"/>
                  </a:lnTo>
                  <a:lnTo>
                    <a:pt x="6299454" y="5208765"/>
                  </a:lnTo>
                  <a:lnTo>
                    <a:pt x="6303645" y="5213032"/>
                  </a:lnTo>
                  <a:lnTo>
                    <a:pt x="6308979" y="5213032"/>
                  </a:lnTo>
                  <a:lnTo>
                    <a:pt x="6308979" y="5193982"/>
                  </a:lnTo>
                  <a:close/>
                </a:path>
                <a:path w="10424160" h="5213350">
                  <a:moveTo>
                    <a:pt x="6314186" y="5193982"/>
                  </a:moveTo>
                  <a:lnTo>
                    <a:pt x="6308979" y="5193982"/>
                  </a:lnTo>
                  <a:lnTo>
                    <a:pt x="6308979" y="5213032"/>
                  </a:lnTo>
                  <a:lnTo>
                    <a:pt x="6314186" y="5213032"/>
                  </a:lnTo>
                  <a:lnTo>
                    <a:pt x="6318504" y="5208765"/>
                  </a:lnTo>
                  <a:lnTo>
                    <a:pt x="6318504" y="5198249"/>
                  </a:lnTo>
                  <a:lnTo>
                    <a:pt x="6314186" y="5193982"/>
                  </a:lnTo>
                  <a:close/>
                </a:path>
                <a:path w="10424160" h="5213350">
                  <a:moveTo>
                    <a:pt x="6270752" y="5193982"/>
                  </a:moveTo>
                  <a:lnTo>
                    <a:pt x="6265545" y="5193982"/>
                  </a:lnTo>
                  <a:lnTo>
                    <a:pt x="6261227" y="5198249"/>
                  </a:lnTo>
                  <a:lnTo>
                    <a:pt x="6261227" y="5208765"/>
                  </a:lnTo>
                  <a:lnTo>
                    <a:pt x="6265545" y="5213032"/>
                  </a:lnTo>
                  <a:lnTo>
                    <a:pt x="6270752" y="5213032"/>
                  </a:lnTo>
                  <a:lnTo>
                    <a:pt x="6270752" y="5193982"/>
                  </a:lnTo>
                  <a:close/>
                </a:path>
                <a:path w="10424160" h="5213350">
                  <a:moveTo>
                    <a:pt x="6276086" y="5193982"/>
                  </a:moveTo>
                  <a:lnTo>
                    <a:pt x="6270879" y="5193982"/>
                  </a:lnTo>
                  <a:lnTo>
                    <a:pt x="6270879" y="5213032"/>
                  </a:lnTo>
                  <a:lnTo>
                    <a:pt x="6276086" y="5213032"/>
                  </a:lnTo>
                  <a:lnTo>
                    <a:pt x="6280404" y="5208765"/>
                  </a:lnTo>
                  <a:lnTo>
                    <a:pt x="6280404" y="5198249"/>
                  </a:lnTo>
                  <a:lnTo>
                    <a:pt x="6276086" y="5193982"/>
                  </a:lnTo>
                  <a:close/>
                </a:path>
                <a:path w="10424160" h="5213350">
                  <a:moveTo>
                    <a:pt x="6232652" y="5193982"/>
                  </a:moveTo>
                  <a:lnTo>
                    <a:pt x="6227445" y="5193982"/>
                  </a:lnTo>
                  <a:lnTo>
                    <a:pt x="6223127" y="5198249"/>
                  </a:lnTo>
                  <a:lnTo>
                    <a:pt x="6223127" y="5208765"/>
                  </a:lnTo>
                  <a:lnTo>
                    <a:pt x="6227445" y="5213032"/>
                  </a:lnTo>
                  <a:lnTo>
                    <a:pt x="6232652" y="5213032"/>
                  </a:lnTo>
                  <a:lnTo>
                    <a:pt x="6232652" y="5193982"/>
                  </a:lnTo>
                  <a:close/>
                </a:path>
                <a:path w="10424160" h="5213350">
                  <a:moveTo>
                    <a:pt x="6237986" y="5193982"/>
                  </a:moveTo>
                  <a:lnTo>
                    <a:pt x="6232652" y="5193982"/>
                  </a:lnTo>
                  <a:lnTo>
                    <a:pt x="6232652" y="5213032"/>
                  </a:lnTo>
                  <a:lnTo>
                    <a:pt x="6237986" y="5213032"/>
                  </a:lnTo>
                  <a:lnTo>
                    <a:pt x="6242177" y="5208765"/>
                  </a:lnTo>
                  <a:lnTo>
                    <a:pt x="6242177" y="5198249"/>
                  </a:lnTo>
                  <a:lnTo>
                    <a:pt x="6237986" y="5193982"/>
                  </a:lnTo>
                  <a:close/>
                </a:path>
                <a:path w="10424160" h="5213350">
                  <a:moveTo>
                    <a:pt x="6194552" y="5193982"/>
                  </a:moveTo>
                  <a:lnTo>
                    <a:pt x="6189345" y="5193982"/>
                  </a:lnTo>
                  <a:lnTo>
                    <a:pt x="6185027" y="5198249"/>
                  </a:lnTo>
                  <a:lnTo>
                    <a:pt x="6185027" y="5208765"/>
                  </a:lnTo>
                  <a:lnTo>
                    <a:pt x="6189345" y="5213032"/>
                  </a:lnTo>
                  <a:lnTo>
                    <a:pt x="6194552" y="5213032"/>
                  </a:lnTo>
                  <a:lnTo>
                    <a:pt x="6194552" y="5193982"/>
                  </a:lnTo>
                  <a:close/>
                </a:path>
                <a:path w="10424160" h="5213350">
                  <a:moveTo>
                    <a:pt x="6199886" y="5193982"/>
                  </a:moveTo>
                  <a:lnTo>
                    <a:pt x="6194552" y="5193982"/>
                  </a:lnTo>
                  <a:lnTo>
                    <a:pt x="6194552" y="5213032"/>
                  </a:lnTo>
                  <a:lnTo>
                    <a:pt x="6199886" y="5213032"/>
                  </a:lnTo>
                  <a:lnTo>
                    <a:pt x="6204077" y="5208765"/>
                  </a:lnTo>
                  <a:lnTo>
                    <a:pt x="6204077" y="5198249"/>
                  </a:lnTo>
                  <a:lnTo>
                    <a:pt x="6199886" y="5193982"/>
                  </a:lnTo>
                  <a:close/>
                </a:path>
                <a:path w="10424160" h="5213350">
                  <a:moveTo>
                    <a:pt x="6156452" y="5193982"/>
                  </a:moveTo>
                  <a:lnTo>
                    <a:pt x="6151118" y="5193982"/>
                  </a:lnTo>
                  <a:lnTo>
                    <a:pt x="6146927" y="5198249"/>
                  </a:lnTo>
                  <a:lnTo>
                    <a:pt x="6146927" y="5208765"/>
                  </a:lnTo>
                  <a:lnTo>
                    <a:pt x="6151118" y="5213032"/>
                  </a:lnTo>
                  <a:lnTo>
                    <a:pt x="6156452" y="5213032"/>
                  </a:lnTo>
                  <a:lnTo>
                    <a:pt x="6156452" y="5193982"/>
                  </a:lnTo>
                  <a:close/>
                </a:path>
                <a:path w="10424160" h="5213350">
                  <a:moveTo>
                    <a:pt x="6161659" y="5193982"/>
                  </a:moveTo>
                  <a:lnTo>
                    <a:pt x="6156452" y="5193982"/>
                  </a:lnTo>
                  <a:lnTo>
                    <a:pt x="6156452" y="5213032"/>
                  </a:lnTo>
                  <a:lnTo>
                    <a:pt x="6161659" y="5213032"/>
                  </a:lnTo>
                  <a:lnTo>
                    <a:pt x="6165977" y="5208765"/>
                  </a:lnTo>
                  <a:lnTo>
                    <a:pt x="6165977" y="5198249"/>
                  </a:lnTo>
                  <a:lnTo>
                    <a:pt x="6161659" y="5193982"/>
                  </a:lnTo>
                  <a:close/>
                </a:path>
                <a:path w="10424160" h="5213350">
                  <a:moveTo>
                    <a:pt x="6118352" y="5193982"/>
                  </a:moveTo>
                  <a:lnTo>
                    <a:pt x="6113018" y="5193982"/>
                  </a:lnTo>
                  <a:lnTo>
                    <a:pt x="6108827" y="5198249"/>
                  </a:lnTo>
                  <a:lnTo>
                    <a:pt x="6108827" y="5208765"/>
                  </a:lnTo>
                  <a:lnTo>
                    <a:pt x="6113018" y="5213032"/>
                  </a:lnTo>
                  <a:lnTo>
                    <a:pt x="6118352" y="5213032"/>
                  </a:lnTo>
                  <a:lnTo>
                    <a:pt x="6118352" y="5193982"/>
                  </a:lnTo>
                  <a:close/>
                </a:path>
                <a:path w="10424160" h="5213350">
                  <a:moveTo>
                    <a:pt x="6123559" y="5193982"/>
                  </a:moveTo>
                  <a:lnTo>
                    <a:pt x="6118352" y="5193982"/>
                  </a:lnTo>
                  <a:lnTo>
                    <a:pt x="6118352" y="5213032"/>
                  </a:lnTo>
                  <a:lnTo>
                    <a:pt x="6123559" y="5213032"/>
                  </a:lnTo>
                  <a:lnTo>
                    <a:pt x="6127877" y="5208765"/>
                  </a:lnTo>
                  <a:lnTo>
                    <a:pt x="6127877" y="5198249"/>
                  </a:lnTo>
                  <a:lnTo>
                    <a:pt x="6123559" y="5193982"/>
                  </a:lnTo>
                  <a:close/>
                </a:path>
                <a:path w="10424160" h="5213350">
                  <a:moveTo>
                    <a:pt x="6080252" y="5193982"/>
                  </a:moveTo>
                  <a:lnTo>
                    <a:pt x="6074918" y="5193982"/>
                  </a:lnTo>
                  <a:lnTo>
                    <a:pt x="6070727" y="5198249"/>
                  </a:lnTo>
                  <a:lnTo>
                    <a:pt x="6070727" y="5208765"/>
                  </a:lnTo>
                  <a:lnTo>
                    <a:pt x="6074918" y="5213032"/>
                  </a:lnTo>
                  <a:lnTo>
                    <a:pt x="6080252" y="5213032"/>
                  </a:lnTo>
                  <a:lnTo>
                    <a:pt x="6080252" y="5193982"/>
                  </a:lnTo>
                  <a:close/>
                </a:path>
                <a:path w="10424160" h="5213350">
                  <a:moveTo>
                    <a:pt x="6085459" y="5193982"/>
                  </a:moveTo>
                  <a:lnTo>
                    <a:pt x="6080252" y="5193982"/>
                  </a:lnTo>
                  <a:lnTo>
                    <a:pt x="6080252" y="5213032"/>
                  </a:lnTo>
                  <a:lnTo>
                    <a:pt x="6085459" y="5213032"/>
                  </a:lnTo>
                  <a:lnTo>
                    <a:pt x="6089777" y="5208765"/>
                  </a:lnTo>
                  <a:lnTo>
                    <a:pt x="6089777" y="5198249"/>
                  </a:lnTo>
                  <a:lnTo>
                    <a:pt x="6085459" y="5193982"/>
                  </a:lnTo>
                  <a:close/>
                </a:path>
                <a:path w="10424160" h="5213350">
                  <a:moveTo>
                    <a:pt x="6042025" y="5193982"/>
                  </a:moveTo>
                  <a:lnTo>
                    <a:pt x="6036818" y="5193982"/>
                  </a:lnTo>
                  <a:lnTo>
                    <a:pt x="6032500" y="5198249"/>
                  </a:lnTo>
                  <a:lnTo>
                    <a:pt x="6032500" y="5208765"/>
                  </a:lnTo>
                  <a:lnTo>
                    <a:pt x="6036818" y="5213032"/>
                  </a:lnTo>
                  <a:lnTo>
                    <a:pt x="6042025" y="5213032"/>
                  </a:lnTo>
                  <a:lnTo>
                    <a:pt x="6042025" y="5193982"/>
                  </a:lnTo>
                  <a:close/>
                </a:path>
                <a:path w="10424160" h="5213350">
                  <a:moveTo>
                    <a:pt x="6047359" y="5193982"/>
                  </a:moveTo>
                  <a:lnTo>
                    <a:pt x="6042152" y="5193982"/>
                  </a:lnTo>
                  <a:lnTo>
                    <a:pt x="6042152" y="5213032"/>
                  </a:lnTo>
                  <a:lnTo>
                    <a:pt x="6047359" y="5213032"/>
                  </a:lnTo>
                  <a:lnTo>
                    <a:pt x="6051677" y="5208765"/>
                  </a:lnTo>
                  <a:lnTo>
                    <a:pt x="6051677" y="5198249"/>
                  </a:lnTo>
                  <a:lnTo>
                    <a:pt x="6047359" y="5193982"/>
                  </a:lnTo>
                  <a:close/>
                </a:path>
                <a:path w="10424160" h="5213350">
                  <a:moveTo>
                    <a:pt x="6003925" y="5193982"/>
                  </a:moveTo>
                  <a:lnTo>
                    <a:pt x="5998718" y="5193982"/>
                  </a:lnTo>
                  <a:lnTo>
                    <a:pt x="5994400" y="5198249"/>
                  </a:lnTo>
                  <a:lnTo>
                    <a:pt x="5994400" y="5208765"/>
                  </a:lnTo>
                  <a:lnTo>
                    <a:pt x="5998718" y="5213032"/>
                  </a:lnTo>
                  <a:lnTo>
                    <a:pt x="6003925" y="5213032"/>
                  </a:lnTo>
                  <a:lnTo>
                    <a:pt x="6003925" y="5193982"/>
                  </a:lnTo>
                  <a:close/>
                </a:path>
                <a:path w="10424160" h="5213350">
                  <a:moveTo>
                    <a:pt x="6009259" y="5193982"/>
                  </a:moveTo>
                  <a:lnTo>
                    <a:pt x="6003925" y="5193982"/>
                  </a:lnTo>
                  <a:lnTo>
                    <a:pt x="6003925" y="5213032"/>
                  </a:lnTo>
                  <a:lnTo>
                    <a:pt x="6009259" y="5213032"/>
                  </a:lnTo>
                  <a:lnTo>
                    <a:pt x="6013450" y="5208765"/>
                  </a:lnTo>
                  <a:lnTo>
                    <a:pt x="6013450" y="5198249"/>
                  </a:lnTo>
                  <a:lnTo>
                    <a:pt x="6009259" y="5193982"/>
                  </a:lnTo>
                  <a:close/>
                </a:path>
                <a:path w="10424160" h="5213350">
                  <a:moveTo>
                    <a:pt x="5965825" y="5193982"/>
                  </a:moveTo>
                  <a:lnTo>
                    <a:pt x="5960618" y="5193982"/>
                  </a:lnTo>
                  <a:lnTo>
                    <a:pt x="5956300" y="5198249"/>
                  </a:lnTo>
                  <a:lnTo>
                    <a:pt x="5956300" y="5208765"/>
                  </a:lnTo>
                  <a:lnTo>
                    <a:pt x="5960618" y="5213032"/>
                  </a:lnTo>
                  <a:lnTo>
                    <a:pt x="5965825" y="5213032"/>
                  </a:lnTo>
                  <a:lnTo>
                    <a:pt x="5965825" y="5193982"/>
                  </a:lnTo>
                  <a:close/>
                </a:path>
                <a:path w="10424160" h="5213350">
                  <a:moveTo>
                    <a:pt x="5971159" y="5193982"/>
                  </a:moveTo>
                  <a:lnTo>
                    <a:pt x="5965825" y="5193982"/>
                  </a:lnTo>
                  <a:lnTo>
                    <a:pt x="5965825" y="5213032"/>
                  </a:lnTo>
                  <a:lnTo>
                    <a:pt x="5971159" y="5213032"/>
                  </a:lnTo>
                  <a:lnTo>
                    <a:pt x="5975350" y="5208765"/>
                  </a:lnTo>
                  <a:lnTo>
                    <a:pt x="5975350" y="5198249"/>
                  </a:lnTo>
                  <a:lnTo>
                    <a:pt x="5971159" y="5193982"/>
                  </a:lnTo>
                  <a:close/>
                </a:path>
                <a:path w="10424160" h="5213350">
                  <a:moveTo>
                    <a:pt x="5927725" y="5193982"/>
                  </a:moveTo>
                  <a:lnTo>
                    <a:pt x="5922518" y="5193982"/>
                  </a:lnTo>
                  <a:lnTo>
                    <a:pt x="5918200" y="5198249"/>
                  </a:lnTo>
                  <a:lnTo>
                    <a:pt x="5918200" y="5208765"/>
                  </a:lnTo>
                  <a:lnTo>
                    <a:pt x="5922518" y="5213032"/>
                  </a:lnTo>
                  <a:lnTo>
                    <a:pt x="5927725" y="5213032"/>
                  </a:lnTo>
                  <a:lnTo>
                    <a:pt x="5927725" y="5193982"/>
                  </a:lnTo>
                  <a:close/>
                </a:path>
                <a:path w="10424160" h="5213350">
                  <a:moveTo>
                    <a:pt x="5933059" y="5193982"/>
                  </a:moveTo>
                  <a:lnTo>
                    <a:pt x="5927725" y="5193982"/>
                  </a:lnTo>
                  <a:lnTo>
                    <a:pt x="5927725" y="5213032"/>
                  </a:lnTo>
                  <a:lnTo>
                    <a:pt x="5933059" y="5213032"/>
                  </a:lnTo>
                  <a:lnTo>
                    <a:pt x="5937250" y="5208765"/>
                  </a:lnTo>
                  <a:lnTo>
                    <a:pt x="5937250" y="5198249"/>
                  </a:lnTo>
                  <a:lnTo>
                    <a:pt x="5933059" y="5193982"/>
                  </a:lnTo>
                  <a:close/>
                </a:path>
                <a:path w="10424160" h="5213350">
                  <a:moveTo>
                    <a:pt x="5889625" y="5193982"/>
                  </a:moveTo>
                  <a:lnTo>
                    <a:pt x="5884291" y="5193982"/>
                  </a:lnTo>
                  <a:lnTo>
                    <a:pt x="5880100" y="5198249"/>
                  </a:lnTo>
                  <a:lnTo>
                    <a:pt x="5880100" y="5208765"/>
                  </a:lnTo>
                  <a:lnTo>
                    <a:pt x="5884291" y="5213032"/>
                  </a:lnTo>
                  <a:lnTo>
                    <a:pt x="5889625" y="5213032"/>
                  </a:lnTo>
                  <a:lnTo>
                    <a:pt x="5889625" y="5193982"/>
                  </a:lnTo>
                  <a:close/>
                </a:path>
                <a:path w="10424160" h="5213350">
                  <a:moveTo>
                    <a:pt x="5894832" y="5193982"/>
                  </a:moveTo>
                  <a:lnTo>
                    <a:pt x="5889625" y="5193982"/>
                  </a:lnTo>
                  <a:lnTo>
                    <a:pt x="5889625" y="5213032"/>
                  </a:lnTo>
                  <a:lnTo>
                    <a:pt x="5894832" y="5213032"/>
                  </a:lnTo>
                  <a:lnTo>
                    <a:pt x="5899150" y="5208765"/>
                  </a:lnTo>
                  <a:lnTo>
                    <a:pt x="5899150" y="5198249"/>
                  </a:lnTo>
                  <a:lnTo>
                    <a:pt x="5894832" y="5193982"/>
                  </a:lnTo>
                  <a:close/>
                </a:path>
                <a:path w="10424160" h="5213350">
                  <a:moveTo>
                    <a:pt x="5851525" y="5193982"/>
                  </a:moveTo>
                  <a:lnTo>
                    <a:pt x="5846191" y="5193982"/>
                  </a:lnTo>
                  <a:lnTo>
                    <a:pt x="5842000" y="5198249"/>
                  </a:lnTo>
                  <a:lnTo>
                    <a:pt x="5842000" y="5208765"/>
                  </a:lnTo>
                  <a:lnTo>
                    <a:pt x="5846191" y="5213032"/>
                  </a:lnTo>
                  <a:lnTo>
                    <a:pt x="5851525" y="5213032"/>
                  </a:lnTo>
                  <a:lnTo>
                    <a:pt x="5851525" y="5193982"/>
                  </a:lnTo>
                  <a:close/>
                </a:path>
                <a:path w="10424160" h="5213350">
                  <a:moveTo>
                    <a:pt x="5856732" y="5193982"/>
                  </a:moveTo>
                  <a:lnTo>
                    <a:pt x="5851525" y="5193982"/>
                  </a:lnTo>
                  <a:lnTo>
                    <a:pt x="5851525" y="5213032"/>
                  </a:lnTo>
                  <a:lnTo>
                    <a:pt x="5856732" y="5213032"/>
                  </a:lnTo>
                  <a:lnTo>
                    <a:pt x="5861050" y="5208765"/>
                  </a:lnTo>
                  <a:lnTo>
                    <a:pt x="5861050" y="5198249"/>
                  </a:lnTo>
                  <a:lnTo>
                    <a:pt x="5856732" y="5193982"/>
                  </a:lnTo>
                  <a:close/>
                </a:path>
                <a:path w="10424160" h="5213350">
                  <a:moveTo>
                    <a:pt x="5813425" y="5193982"/>
                  </a:moveTo>
                  <a:lnTo>
                    <a:pt x="5808091" y="5193982"/>
                  </a:lnTo>
                  <a:lnTo>
                    <a:pt x="5803900" y="5198249"/>
                  </a:lnTo>
                  <a:lnTo>
                    <a:pt x="5803900" y="5208765"/>
                  </a:lnTo>
                  <a:lnTo>
                    <a:pt x="5808091" y="5213032"/>
                  </a:lnTo>
                  <a:lnTo>
                    <a:pt x="5813425" y="5213032"/>
                  </a:lnTo>
                  <a:lnTo>
                    <a:pt x="5813425" y="5193982"/>
                  </a:lnTo>
                  <a:close/>
                </a:path>
                <a:path w="10424160" h="5213350">
                  <a:moveTo>
                    <a:pt x="5818632" y="5193982"/>
                  </a:moveTo>
                  <a:lnTo>
                    <a:pt x="5813425" y="5193982"/>
                  </a:lnTo>
                  <a:lnTo>
                    <a:pt x="5813425" y="5213032"/>
                  </a:lnTo>
                  <a:lnTo>
                    <a:pt x="5818632" y="5213032"/>
                  </a:lnTo>
                  <a:lnTo>
                    <a:pt x="5822950" y="5208765"/>
                  </a:lnTo>
                  <a:lnTo>
                    <a:pt x="5822950" y="5198249"/>
                  </a:lnTo>
                  <a:lnTo>
                    <a:pt x="5818632" y="5193982"/>
                  </a:lnTo>
                  <a:close/>
                </a:path>
                <a:path w="10424160" h="5213350">
                  <a:moveTo>
                    <a:pt x="5775198" y="5193982"/>
                  </a:moveTo>
                  <a:lnTo>
                    <a:pt x="5769991" y="5193982"/>
                  </a:lnTo>
                  <a:lnTo>
                    <a:pt x="5765673" y="5198249"/>
                  </a:lnTo>
                  <a:lnTo>
                    <a:pt x="5765673" y="5208765"/>
                  </a:lnTo>
                  <a:lnTo>
                    <a:pt x="5769991" y="5213032"/>
                  </a:lnTo>
                  <a:lnTo>
                    <a:pt x="5775198" y="5213032"/>
                  </a:lnTo>
                  <a:lnTo>
                    <a:pt x="5775198" y="5193982"/>
                  </a:lnTo>
                  <a:close/>
                </a:path>
                <a:path w="10424160" h="5213350">
                  <a:moveTo>
                    <a:pt x="5780532" y="5193982"/>
                  </a:moveTo>
                  <a:lnTo>
                    <a:pt x="5775325" y="5193982"/>
                  </a:lnTo>
                  <a:lnTo>
                    <a:pt x="5775325" y="5213032"/>
                  </a:lnTo>
                  <a:lnTo>
                    <a:pt x="5780532" y="5213032"/>
                  </a:lnTo>
                  <a:lnTo>
                    <a:pt x="5784850" y="5208765"/>
                  </a:lnTo>
                  <a:lnTo>
                    <a:pt x="5784850" y="5198249"/>
                  </a:lnTo>
                  <a:lnTo>
                    <a:pt x="5780532" y="5193982"/>
                  </a:lnTo>
                  <a:close/>
                </a:path>
                <a:path w="10424160" h="5213350">
                  <a:moveTo>
                    <a:pt x="5737098" y="5193982"/>
                  </a:moveTo>
                  <a:lnTo>
                    <a:pt x="5731891" y="5193982"/>
                  </a:lnTo>
                  <a:lnTo>
                    <a:pt x="5727573" y="5198249"/>
                  </a:lnTo>
                  <a:lnTo>
                    <a:pt x="5727573" y="5208765"/>
                  </a:lnTo>
                  <a:lnTo>
                    <a:pt x="5731891" y="5213032"/>
                  </a:lnTo>
                  <a:lnTo>
                    <a:pt x="5737098" y="5213032"/>
                  </a:lnTo>
                  <a:lnTo>
                    <a:pt x="5737098" y="5193982"/>
                  </a:lnTo>
                  <a:close/>
                </a:path>
                <a:path w="10424160" h="5213350">
                  <a:moveTo>
                    <a:pt x="5742432" y="5193982"/>
                  </a:moveTo>
                  <a:lnTo>
                    <a:pt x="5737098" y="5193982"/>
                  </a:lnTo>
                  <a:lnTo>
                    <a:pt x="5737098" y="5213032"/>
                  </a:lnTo>
                  <a:lnTo>
                    <a:pt x="5742432" y="5213032"/>
                  </a:lnTo>
                  <a:lnTo>
                    <a:pt x="5746623" y="5208765"/>
                  </a:lnTo>
                  <a:lnTo>
                    <a:pt x="5746623" y="5198249"/>
                  </a:lnTo>
                  <a:lnTo>
                    <a:pt x="5742432" y="5193982"/>
                  </a:lnTo>
                  <a:close/>
                </a:path>
                <a:path w="10424160" h="5213350">
                  <a:moveTo>
                    <a:pt x="5698998" y="5193982"/>
                  </a:moveTo>
                  <a:lnTo>
                    <a:pt x="5693791" y="5193982"/>
                  </a:lnTo>
                  <a:lnTo>
                    <a:pt x="5689473" y="5198249"/>
                  </a:lnTo>
                  <a:lnTo>
                    <a:pt x="5689473" y="5208765"/>
                  </a:lnTo>
                  <a:lnTo>
                    <a:pt x="5693791" y="5213032"/>
                  </a:lnTo>
                  <a:lnTo>
                    <a:pt x="5698998" y="5213032"/>
                  </a:lnTo>
                  <a:lnTo>
                    <a:pt x="5698998" y="5193982"/>
                  </a:lnTo>
                  <a:close/>
                </a:path>
                <a:path w="10424160" h="5213350">
                  <a:moveTo>
                    <a:pt x="5704332" y="5193982"/>
                  </a:moveTo>
                  <a:lnTo>
                    <a:pt x="5698998" y="5193982"/>
                  </a:lnTo>
                  <a:lnTo>
                    <a:pt x="5698998" y="5213032"/>
                  </a:lnTo>
                  <a:lnTo>
                    <a:pt x="5704332" y="5213032"/>
                  </a:lnTo>
                  <a:lnTo>
                    <a:pt x="5708523" y="5208765"/>
                  </a:lnTo>
                  <a:lnTo>
                    <a:pt x="5708523" y="5198249"/>
                  </a:lnTo>
                  <a:lnTo>
                    <a:pt x="5704332" y="5193982"/>
                  </a:lnTo>
                  <a:close/>
                </a:path>
                <a:path w="10424160" h="5213350">
                  <a:moveTo>
                    <a:pt x="5660898" y="5193982"/>
                  </a:moveTo>
                  <a:lnTo>
                    <a:pt x="5655564" y="5193982"/>
                  </a:lnTo>
                  <a:lnTo>
                    <a:pt x="5651373" y="5198249"/>
                  </a:lnTo>
                  <a:lnTo>
                    <a:pt x="5651373" y="5208765"/>
                  </a:lnTo>
                  <a:lnTo>
                    <a:pt x="5655564" y="5213032"/>
                  </a:lnTo>
                  <a:lnTo>
                    <a:pt x="5660898" y="5213032"/>
                  </a:lnTo>
                  <a:lnTo>
                    <a:pt x="5660898" y="5193982"/>
                  </a:lnTo>
                  <a:close/>
                </a:path>
                <a:path w="10424160" h="5213350">
                  <a:moveTo>
                    <a:pt x="5666105" y="5193982"/>
                  </a:moveTo>
                  <a:lnTo>
                    <a:pt x="5660898" y="5193982"/>
                  </a:lnTo>
                  <a:lnTo>
                    <a:pt x="5660898" y="5213032"/>
                  </a:lnTo>
                  <a:lnTo>
                    <a:pt x="5666105" y="5213032"/>
                  </a:lnTo>
                  <a:lnTo>
                    <a:pt x="5670423" y="5208765"/>
                  </a:lnTo>
                  <a:lnTo>
                    <a:pt x="5670423" y="5198249"/>
                  </a:lnTo>
                  <a:lnTo>
                    <a:pt x="5666105" y="5193982"/>
                  </a:lnTo>
                  <a:close/>
                </a:path>
                <a:path w="10424160" h="5213350">
                  <a:moveTo>
                    <a:pt x="5622798" y="5193982"/>
                  </a:moveTo>
                  <a:lnTo>
                    <a:pt x="5617464" y="5193982"/>
                  </a:lnTo>
                  <a:lnTo>
                    <a:pt x="5613273" y="5198249"/>
                  </a:lnTo>
                  <a:lnTo>
                    <a:pt x="5613273" y="5208765"/>
                  </a:lnTo>
                  <a:lnTo>
                    <a:pt x="5617464" y="5213032"/>
                  </a:lnTo>
                  <a:lnTo>
                    <a:pt x="5622798" y="5213032"/>
                  </a:lnTo>
                  <a:lnTo>
                    <a:pt x="5622798" y="5193982"/>
                  </a:lnTo>
                  <a:close/>
                </a:path>
                <a:path w="10424160" h="5213350">
                  <a:moveTo>
                    <a:pt x="5628005" y="5193982"/>
                  </a:moveTo>
                  <a:lnTo>
                    <a:pt x="5622798" y="5193982"/>
                  </a:lnTo>
                  <a:lnTo>
                    <a:pt x="5622798" y="5213032"/>
                  </a:lnTo>
                  <a:lnTo>
                    <a:pt x="5628005" y="5213032"/>
                  </a:lnTo>
                  <a:lnTo>
                    <a:pt x="5632323" y="5208765"/>
                  </a:lnTo>
                  <a:lnTo>
                    <a:pt x="5632323" y="5198249"/>
                  </a:lnTo>
                  <a:lnTo>
                    <a:pt x="5628005" y="5193982"/>
                  </a:lnTo>
                  <a:close/>
                </a:path>
                <a:path w="10424160" h="5213350">
                  <a:moveTo>
                    <a:pt x="5584698" y="5193982"/>
                  </a:moveTo>
                  <a:lnTo>
                    <a:pt x="5579364" y="5193982"/>
                  </a:lnTo>
                  <a:lnTo>
                    <a:pt x="5575173" y="5198249"/>
                  </a:lnTo>
                  <a:lnTo>
                    <a:pt x="5575173" y="5208765"/>
                  </a:lnTo>
                  <a:lnTo>
                    <a:pt x="5579364" y="5213032"/>
                  </a:lnTo>
                  <a:lnTo>
                    <a:pt x="5584698" y="5213032"/>
                  </a:lnTo>
                  <a:lnTo>
                    <a:pt x="5584698" y="5193982"/>
                  </a:lnTo>
                  <a:close/>
                </a:path>
                <a:path w="10424160" h="5213350">
                  <a:moveTo>
                    <a:pt x="5589905" y="5193982"/>
                  </a:moveTo>
                  <a:lnTo>
                    <a:pt x="5584698" y="5193982"/>
                  </a:lnTo>
                  <a:lnTo>
                    <a:pt x="5584698" y="5213032"/>
                  </a:lnTo>
                  <a:lnTo>
                    <a:pt x="5589905" y="5213032"/>
                  </a:lnTo>
                  <a:lnTo>
                    <a:pt x="5594223" y="5208765"/>
                  </a:lnTo>
                  <a:lnTo>
                    <a:pt x="5594223" y="5198249"/>
                  </a:lnTo>
                  <a:lnTo>
                    <a:pt x="5589905" y="5193982"/>
                  </a:lnTo>
                  <a:close/>
                </a:path>
                <a:path w="10424160" h="5213350">
                  <a:moveTo>
                    <a:pt x="5546471" y="5193982"/>
                  </a:moveTo>
                  <a:lnTo>
                    <a:pt x="5541264" y="5193982"/>
                  </a:lnTo>
                  <a:lnTo>
                    <a:pt x="5536946" y="5198249"/>
                  </a:lnTo>
                  <a:lnTo>
                    <a:pt x="5536946" y="5208765"/>
                  </a:lnTo>
                  <a:lnTo>
                    <a:pt x="5541264" y="5213032"/>
                  </a:lnTo>
                  <a:lnTo>
                    <a:pt x="5546471" y="5213032"/>
                  </a:lnTo>
                  <a:lnTo>
                    <a:pt x="5546471" y="5193982"/>
                  </a:lnTo>
                  <a:close/>
                </a:path>
                <a:path w="10424160" h="5213350">
                  <a:moveTo>
                    <a:pt x="5551805" y="5193982"/>
                  </a:moveTo>
                  <a:lnTo>
                    <a:pt x="5546598" y="5193982"/>
                  </a:lnTo>
                  <a:lnTo>
                    <a:pt x="5546598" y="5213032"/>
                  </a:lnTo>
                  <a:lnTo>
                    <a:pt x="5551805" y="5213032"/>
                  </a:lnTo>
                  <a:lnTo>
                    <a:pt x="5556123" y="5208765"/>
                  </a:lnTo>
                  <a:lnTo>
                    <a:pt x="5556123" y="5198249"/>
                  </a:lnTo>
                  <a:lnTo>
                    <a:pt x="5551805" y="5193982"/>
                  </a:lnTo>
                  <a:close/>
                </a:path>
                <a:path w="10424160" h="5213350">
                  <a:moveTo>
                    <a:pt x="5508371" y="5193982"/>
                  </a:moveTo>
                  <a:lnTo>
                    <a:pt x="5503164" y="5193982"/>
                  </a:lnTo>
                  <a:lnTo>
                    <a:pt x="5498846" y="5198249"/>
                  </a:lnTo>
                  <a:lnTo>
                    <a:pt x="5498846" y="5208765"/>
                  </a:lnTo>
                  <a:lnTo>
                    <a:pt x="5503164" y="5213032"/>
                  </a:lnTo>
                  <a:lnTo>
                    <a:pt x="5508371" y="5213032"/>
                  </a:lnTo>
                  <a:lnTo>
                    <a:pt x="5508371" y="5193982"/>
                  </a:lnTo>
                  <a:close/>
                </a:path>
                <a:path w="10424160" h="5213350">
                  <a:moveTo>
                    <a:pt x="5513705" y="5193982"/>
                  </a:moveTo>
                  <a:lnTo>
                    <a:pt x="5508371" y="5193982"/>
                  </a:lnTo>
                  <a:lnTo>
                    <a:pt x="5508371" y="5213032"/>
                  </a:lnTo>
                  <a:lnTo>
                    <a:pt x="5513705" y="5213032"/>
                  </a:lnTo>
                  <a:lnTo>
                    <a:pt x="5517896" y="5208765"/>
                  </a:lnTo>
                  <a:lnTo>
                    <a:pt x="5517896" y="5198249"/>
                  </a:lnTo>
                  <a:lnTo>
                    <a:pt x="5513705" y="5193982"/>
                  </a:lnTo>
                  <a:close/>
                </a:path>
                <a:path w="10424160" h="5213350">
                  <a:moveTo>
                    <a:pt x="5470271" y="5193982"/>
                  </a:moveTo>
                  <a:lnTo>
                    <a:pt x="5465064" y="5193982"/>
                  </a:lnTo>
                  <a:lnTo>
                    <a:pt x="5460746" y="5198249"/>
                  </a:lnTo>
                  <a:lnTo>
                    <a:pt x="5460746" y="5208765"/>
                  </a:lnTo>
                  <a:lnTo>
                    <a:pt x="5465064" y="5213032"/>
                  </a:lnTo>
                  <a:lnTo>
                    <a:pt x="5470271" y="5213032"/>
                  </a:lnTo>
                  <a:lnTo>
                    <a:pt x="5470271" y="5193982"/>
                  </a:lnTo>
                  <a:close/>
                </a:path>
                <a:path w="10424160" h="5213350">
                  <a:moveTo>
                    <a:pt x="5475605" y="5193982"/>
                  </a:moveTo>
                  <a:lnTo>
                    <a:pt x="5470271" y="5193982"/>
                  </a:lnTo>
                  <a:lnTo>
                    <a:pt x="5470271" y="5213032"/>
                  </a:lnTo>
                  <a:lnTo>
                    <a:pt x="5475605" y="5213032"/>
                  </a:lnTo>
                  <a:lnTo>
                    <a:pt x="5479796" y="5208765"/>
                  </a:lnTo>
                  <a:lnTo>
                    <a:pt x="5479796" y="5198249"/>
                  </a:lnTo>
                  <a:lnTo>
                    <a:pt x="5475605" y="5193982"/>
                  </a:lnTo>
                  <a:close/>
                </a:path>
                <a:path w="10424160" h="5213350">
                  <a:moveTo>
                    <a:pt x="5432171" y="5193982"/>
                  </a:moveTo>
                  <a:lnTo>
                    <a:pt x="5426964" y="5193982"/>
                  </a:lnTo>
                  <a:lnTo>
                    <a:pt x="5422646" y="5198249"/>
                  </a:lnTo>
                  <a:lnTo>
                    <a:pt x="5422646" y="5208765"/>
                  </a:lnTo>
                  <a:lnTo>
                    <a:pt x="5426964" y="5213032"/>
                  </a:lnTo>
                  <a:lnTo>
                    <a:pt x="5432171" y="5213032"/>
                  </a:lnTo>
                  <a:lnTo>
                    <a:pt x="5432171" y="5193982"/>
                  </a:lnTo>
                  <a:close/>
                </a:path>
                <a:path w="10424160" h="5213350">
                  <a:moveTo>
                    <a:pt x="5437505" y="5193982"/>
                  </a:moveTo>
                  <a:lnTo>
                    <a:pt x="5432171" y="5193982"/>
                  </a:lnTo>
                  <a:lnTo>
                    <a:pt x="5432171" y="5213032"/>
                  </a:lnTo>
                  <a:lnTo>
                    <a:pt x="5437505" y="5213032"/>
                  </a:lnTo>
                  <a:lnTo>
                    <a:pt x="5441696" y="5208765"/>
                  </a:lnTo>
                  <a:lnTo>
                    <a:pt x="5441696" y="5198249"/>
                  </a:lnTo>
                  <a:lnTo>
                    <a:pt x="5437505" y="5193982"/>
                  </a:lnTo>
                  <a:close/>
                </a:path>
                <a:path w="10424160" h="5213350">
                  <a:moveTo>
                    <a:pt x="5394071" y="5193982"/>
                  </a:moveTo>
                  <a:lnTo>
                    <a:pt x="5388737" y="5193982"/>
                  </a:lnTo>
                  <a:lnTo>
                    <a:pt x="5384546" y="5198249"/>
                  </a:lnTo>
                  <a:lnTo>
                    <a:pt x="5384546" y="5208765"/>
                  </a:lnTo>
                  <a:lnTo>
                    <a:pt x="5388737" y="5213032"/>
                  </a:lnTo>
                  <a:lnTo>
                    <a:pt x="5394071" y="5213032"/>
                  </a:lnTo>
                  <a:lnTo>
                    <a:pt x="5394071" y="5193982"/>
                  </a:lnTo>
                  <a:close/>
                </a:path>
                <a:path w="10424160" h="5213350">
                  <a:moveTo>
                    <a:pt x="5399278" y="5193982"/>
                  </a:moveTo>
                  <a:lnTo>
                    <a:pt x="5394071" y="5193982"/>
                  </a:lnTo>
                  <a:lnTo>
                    <a:pt x="5394071" y="5213032"/>
                  </a:lnTo>
                  <a:lnTo>
                    <a:pt x="5399278" y="5213032"/>
                  </a:lnTo>
                  <a:lnTo>
                    <a:pt x="5403596" y="5208765"/>
                  </a:lnTo>
                  <a:lnTo>
                    <a:pt x="5403596" y="5198249"/>
                  </a:lnTo>
                  <a:lnTo>
                    <a:pt x="5399278" y="5193982"/>
                  </a:lnTo>
                  <a:close/>
                </a:path>
                <a:path w="10424160" h="5213350">
                  <a:moveTo>
                    <a:pt x="5355971" y="5193982"/>
                  </a:moveTo>
                  <a:lnTo>
                    <a:pt x="5350637" y="5193982"/>
                  </a:lnTo>
                  <a:lnTo>
                    <a:pt x="5346446" y="5198249"/>
                  </a:lnTo>
                  <a:lnTo>
                    <a:pt x="5346446" y="5208765"/>
                  </a:lnTo>
                  <a:lnTo>
                    <a:pt x="5350637" y="5213032"/>
                  </a:lnTo>
                  <a:lnTo>
                    <a:pt x="5355971" y="5213032"/>
                  </a:lnTo>
                  <a:lnTo>
                    <a:pt x="5355971" y="5193982"/>
                  </a:lnTo>
                  <a:close/>
                </a:path>
                <a:path w="10424160" h="5213350">
                  <a:moveTo>
                    <a:pt x="5361178" y="5193982"/>
                  </a:moveTo>
                  <a:lnTo>
                    <a:pt x="5355971" y="5193982"/>
                  </a:lnTo>
                  <a:lnTo>
                    <a:pt x="5355971" y="5213032"/>
                  </a:lnTo>
                  <a:lnTo>
                    <a:pt x="5361178" y="5213032"/>
                  </a:lnTo>
                  <a:lnTo>
                    <a:pt x="5365496" y="5208765"/>
                  </a:lnTo>
                  <a:lnTo>
                    <a:pt x="5365496" y="5198249"/>
                  </a:lnTo>
                  <a:lnTo>
                    <a:pt x="5361178" y="5193982"/>
                  </a:lnTo>
                  <a:close/>
                </a:path>
                <a:path w="10424160" h="5213350">
                  <a:moveTo>
                    <a:pt x="5317871" y="5193982"/>
                  </a:moveTo>
                  <a:lnTo>
                    <a:pt x="5312537" y="5193982"/>
                  </a:lnTo>
                  <a:lnTo>
                    <a:pt x="5308346" y="5198249"/>
                  </a:lnTo>
                  <a:lnTo>
                    <a:pt x="5308346" y="5208765"/>
                  </a:lnTo>
                  <a:lnTo>
                    <a:pt x="5312537" y="5213032"/>
                  </a:lnTo>
                  <a:lnTo>
                    <a:pt x="5317871" y="5213032"/>
                  </a:lnTo>
                  <a:lnTo>
                    <a:pt x="5317871" y="5193982"/>
                  </a:lnTo>
                  <a:close/>
                </a:path>
                <a:path w="10424160" h="5213350">
                  <a:moveTo>
                    <a:pt x="5323078" y="5193982"/>
                  </a:moveTo>
                  <a:lnTo>
                    <a:pt x="5317871" y="5193982"/>
                  </a:lnTo>
                  <a:lnTo>
                    <a:pt x="5317871" y="5213032"/>
                  </a:lnTo>
                  <a:lnTo>
                    <a:pt x="5323078" y="5213032"/>
                  </a:lnTo>
                  <a:lnTo>
                    <a:pt x="5327396" y="5208765"/>
                  </a:lnTo>
                  <a:lnTo>
                    <a:pt x="5327396" y="5198249"/>
                  </a:lnTo>
                  <a:lnTo>
                    <a:pt x="5323078" y="5193982"/>
                  </a:lnTo>
                  <a:close/>
                </a:path>
                <a:path w="10424160" h="5213350">
                  <a:moveTo>
                    <a:pt x="5279644" y="5193982"/>
                  </a:moveTo>
                  <a:lnTo>
                    <a:pt x="5274437" y="5193982"/>
                  </a:lnTo>
                  <a:lnTo>
                    <a:pt x="5270119" y="5198249"/>
                  </a:lnTo>
                  <a:lnTo>
                    <a:pt x="5270119" y="5208765"/>
                  </a:lnTo>
                  <a:lnTo>
                    <a:pt x="5274437" y="5213032"/>
                  </a:lnTo>
                  <a:lnTo>
                    <a:pt x="5279644" y="5213032"/>
                  </a:lnTo>
                  <a:lnTo>
                    <a:pt x="5279644" y="5193982"/>
                  </a:lnTo>
                  <a:close/>
                </a:path>
                <a:path w="10424160" h="5213350">
                  <a:moveTo>
                    <a:pt x="5284978" y="5193982"/>
                  </a:moveTo>
                  <a:lnTo>
                    <a:pt x="5279771" y="5193982"/>
                  </a:lnTo>
                  <a:lnTo>
                    <a:pt x="5279771" y="5213032"/>
                  </a:lnTo>
                  <a:lnTo>
                    <a:pt x="5284978" y="5213032"/>
                  </a:lnTo>
                  <a:lnTo>
                    <a:pt x="5289296" y="5208765"/>
                  </a:lnTo>
                  <a:lnTo>
                    <a:pt x="5289296" y="5198249"/>
                  </a:lnTo>
                  <a:lnTo>
                    <a:pt x="5284978" y="5193982"/>
                  </a:lnTo>
                  <a:close/>
                </a:path>
                <a:path w="10424160" h="5213350">
                  <a:moveTo>
                    <a:pt x="5241544" y="5193982"/>
                  </a:moveTo>
                  <a:lnTo>
                    <a:pt x="5236337" y="5193982"/>
                  </a:lnTo>
                  <a:lnTo>
                    <a:pt x="5232019" y="5198249"/>
                  </a:lnTo>
                  <a:lnTo>
                    <a:pt x="5232019" y="5208765"/>
                  </a:lnTo>
                  <a:lnTo>
                    <a:pt x="5236337" y="5213032"/>
                  </a:lnTo>
                  <a:lnTo>
                    <a:pt x="5241544" y="5213032"/>
                  </a:lnTo>
                  <a:lnTo>
                    <a:pt x="5241544" y="5193982"/>
                  </a:lnTo>
                  <a:close/>
                </a:path>
                <a:path w="10424160" h="5213350">
                  <a:moveTo>
                    <a:pt x="5246878" y="5193982"/>
                  </a:moveTo>
                  <a:lnTo>
                    <a:pt x="5241544" y="5193982"/>
                  </a:lnTo>
                  <a:lnTo>
                    <a:pt x="5241544" y="5213032"/>
                  </a:lnTo>
                  <a:lnTo>
                    <a:pt x="5246878" y="5213032"/>
                  </a:lnTo>
                  <a:lnTo>
                    <a:pt x="5251069" y="5208765"/>
                  </a:lnTo>
                  <a:lnTo>
                    <a:pt x="5251069" y="5198249"/>
                  </a:lnTo>
                  <a:lnTo>
                    <a:pt x="5246878" y="5193982"/>
                  </a:lnTo>
                  <a:close/>
                </a:path>
                <a:path w="10424160" h="5213350">
                  <a:moveTo>
                    <a:pt x="5203444" y="5193982"/>
                  </a:moveTo>
                  <a:lnTo>
                    <a:pt x="5198237" y="5193982"/>
                  </a:lnTo>
                  <a:lnTo>
                    <a:pt x="5193919" y="5198249"/>
                  </a:lnTo>
                  <a:lnTo>
                    <a:pt x="5193919" y="5208765"/>
                  </a:lnTo>
                  <a:lnTo>
                    <a:pt x="5198237" y="5213032"/>
                  </a:lnTo>
                  <a:lnTo>
                    <a:pt x="5203444" y="5213032"/>
                  </a:lnTo>
                  <a:lnTo>
                    <a:pt x="5203444" y="5193982"/>
                  </a:lnTo>
                  <a:close/>
                </a:path>
                <a:path w="10424160" h="5213350">
                  <a:moveTo>
                    <a:pt x="5208778" y="5193982"/>
                  </a:moveTo>
                  <a:lnTo>
                    <a:pt x="5203444" y="5193982"/>
                  </a:lnTo>
                  <a:lnTo>
                    <a:pt x="5203444" y="5213032"/>
                  </a:lnTo>
                  <a:lnTo>
                    <a:pt x="5208778" y="5213032"/>
                  </a:lnTo>
                  <a:lnTo>
                    <a:pt x="5212969" y="5208765"/>
                  </a:lnTo>
                  <a:lnTo>
                    <a:pt x="5212969" y="5198249"/>
                  </a:lnTo>
                  <a:lnTo>
                    <a:pt x="5208778" y="5193982"/>
                  </a:lnTo>
                  <a:close/>
                </a:path>
                <a:path w="10424160" h="5213350">
                  <a:moveTo>
                    <a:pt x="5165344" y="5193982"/>
                  </a:moveTo>
                  <a:lnTo>
                    <a:pt x="5160010" y="5193982"/>
                  </a:lnTo>
                  <a:lnTo>
                    <a:pt x="5155819" y="5198249"/>
                  </a:lnTo>
                  <a:lnTo>
                    <a:pt x="5155819" y="5208765"/>
                  </a:lnTo>
                  <a:lnTo>
                    <a:pt x="5160010" y="5213032"/>
                  </a:lnTo>
                  <a:lnTo>
                    <a:pt x="5165344" y="5213032"/>
                  </a:lnTo>
                  <a:lnTo>
                    <a:pt x="5165344" y="5193982"/>
                  </a:lnTo>
                  <a:close/>
                </a:path>
                <a:path w="10424160" h="5213350">
                  <a:moveTo>
                    <a:pt x="5170551" y="5193982"/>
                  </a:moveTo>
                  <a:lnTo>
                    <a:pt x="5165344" y="5193982"/>
                  </a:lnTo>
                  <a:lnTo>
                    <a:pt x="5165344" y="5213032"/>
                  </a:lnTo>
                  <a:lnTo>
                    <a:pt x="5170551" y="5213032"/>
                  </a:lnTo>
                  <a:lnTo>
                    <a:pt x="5174869" y="5208765"/>
                  </a:lnTo>
                  <a:lnTo>
                    <a:pt x="5174869" y="5198249"/>
                  </a:lnTo>
                  <a:lnTo>
                    <a:pt x="5170551" y="5193982"/>
                  </a:lnTo>
                  <a:close/>
                </a:path>
                <a:path w="10424160" h="5213350">
                  <a:moveTo>
                    <a:pt x="5127244" y="5193982"/>
                  </a:moveTo>
                  <a:lnTo>
                    <a:pt x="5121910" y="5193982"/>
                  </a:lnTo>
                  <a:lnTo>
                    <a:pt x="5117719" y="5198249"/>
                  </a:lnTo>
                  <a:lnTo>
                    <a:pt x="5117719" y="5208765"/>
                  </a:lnTo>
                  <a:lnTo>
                    <a:pt x="5121910" y="5213032"/>
                  </a:lnTo>
                  <a:lnTo>
                    <a:pt x="5127244" y="5213032"/>
                  </a:lnTo>
                  <a:lnTo>
                    <a:pt x="5127244" y="5193982"/>
                  </a:lnTo>
                  <a:close/>
                </a:path>
                <a:path w="10424160" h="5213350">
                  <a:moveTo>
                    <a:pt x="5132451" y="5193982"/>
                  </a:moveTo>
                  <a:lnTo>
                    <a:pt x="5127244" y="5193982"/>
                  </a:lnTo>
                  <a:lnTo>
                    <a:pt x="5127244" y="5213032"/>
                  </a:lnTo>
                  <a:lnTo>
                    <a:pt x="5132451" y="5213032"/>
                  </a:lnTo>
                  <a:lnTo>
                    <a:pt x="5136769" y="5208765"/>
                  </a:lnTo>
                  <a:lnTo>
                    <a:pt x="5136769" y="5198249"/>
                  </a:lnTo>
                  <a:lnTo>
                    <a:pt x="5132451" y="5193982"/>
                  </a:lnTo>
                  <a:close/>
                </a:path>
                <a:path w="10424160" h="5213350">
                  <a:moveTo>
                    <a:pt x="5089144" y="5193982"/>
                  </a:moveTo>
                  <a:lnTo>
                    <a:pt x="5083810" y="5193982"/>
                  </a:lnTo>
                  <a:lnTo>
                    <a:pt x="5079619" y="5198249"/>
                  </a:lnTo>
                  <a:lnTo>
                    <a:pt x="5079619" y="5208765"/>
                  </a:lnTo>
                  <a:lnTo>
                    <a:pt x="5083810" y="5213032"/>
                  </a:lnTo>
                  <a:lnTo>
                    <a:pt x="5089144" y="5213032"/>
                  </a:lnTo>
                  <a:lnTo>
                    <a:pt x="5089144" y="5193982"/>
                  </a:lnTo>
                  <a:close/>
                </a:path>
                <a:path w="10424160" h="5213350">
                  <a:moveTo>
                    <a:pt x="5094351" y="5193982"/>
                  </a:moveTo>
                  <a:lnTo>
                    <a:pt x="5089144" y="5193982"/>
                  </a:lnTo>
                  <a:lnTo>
                    <a:pt x="5089144" y="5213032"/>
                  </a:lnTo>
                  <a:lnTo>
                    <a:pt x="5094351" y="5213032"/>
                  </a:lnTo>
                  <a:lnTo>
                    <a:pt x="5098669" y="5208765"/>
                  </a:lnTo>
                  <a:lnTo>
                    <a:pt x="5098669" y="5198249"/>
                  </a:lnTo>
                  <a:lnTo>
                    <a:pt x="5094351" y="5193982"/>
                  </a:lnTo>
                  <a:close/>
                </a:path>
                <a:path w="10424160" h="5213350">
                  <a:moveTo>
                    <a:pt x="5050917" y="5193982"/>
                  </a:moveTo>
                  <a:lnTo>
                    <a:pt x="5045710" y="5193982"/>
                  </a:lnTo>
                  <a:lnTo>
                    <a:pt x="5041392" y="5198249"/>
                  </a:lnTo>
                  <a:lnTo>
                    <a:pt x="5041392" y="5208765"/>
                  </a:lnTo>
                  <a:lnTo>
                    <a:pt x="5045710" y="5213032"/>
                  </a:lnTo>
                  <a:lnTo>
                    <a:pt x="5050917" y="5213032"/>
                  </a:lnTo>
                  <a:lnTo>
                    <a:pt x="5050917" y="5193982"/>
                  </a:lnTo>
                  <a:close/>
                </a:path>
                <a:path w="10424160" h="5213350">
                  <a:moveTo>
                    <a:pt x="5056251" y="5193982"/>
                  </a:moveTo>
                  <a:lnTo>
                    <a:pt x="5051044" y="5193982"/>
                  </a:lnTo>
                  <a:lnTo>
                    <a:pt x="5051044" y="5213032"/>
                  </a:lnTo>
                  <a:lnTo>
                    <a:pt x="5056251" y="5213032"/>
                  </a:lnTo>
                  <a:lnTo>
                    <a:pt x="5060569" y="5208765"/>
                  </a:lnTo>
                  <a:lnTo>
                    <a:pt x="5060569" y="5198249"/>
                  </a:lnTo>
                  <a:lnTo>
                    <a:pt x="5056251" y="5193982"/>
                  </a:lnTo>
                  <a:close/>
                </a:path>
                <a:path w="10424160" h="5213350">
                  <a:moveTo>
                    <a:pt x="5012817" y="5193982"/>
                  </a:moveTo>
                  <a:lnTo>
                    <a:pt x="5007610" y="5193982"/>
                  </a:lnTo>
                  <a:lnTo>
                    <a:pt x="5003292" y="5198249"/>
                  </a:lnTo>
                  <a:lnTo>
                    <a:pt x="5003292" y="5208765"/>
                  </a:lnTo>
                  <a:lnTo>
                    <a:pt x="5007610" y="5213032"/>
                  </a:lnTo>
                  <a:lnTo>
                    <a:pt x="5012817" y="5213032"/>
                  </a:lnTo>
                  <a:lnTo>
                    <a:pt x="5012817" y="5193982"/>
                  </a:lnTo>
                  <a:close/>
                </a:path>
                <a:path w="10424160" h="5213350">
                  <a:moveTo>
                    <a:pt x="5018151" y="5193982"/>
                  </a:moveTo>
                  <a:lnTo>
                    <a:pt x="5012817" y="5193982"/>
                  </a:lnTo>
                  <a:lnTo>
                    <a:pt x="5012817" y="5213032"/>
                  </a:lnTo>
                  <a:lnTo>
                    <a:pt x="5018151" y="5213032"/>
                  </a:lnTo>
                  <a:lnTo>
                    <a:pt x="5022342" y="5208765"/>
                  </a:lnTo>
                  <a:lnTo>
                    <a:pt x="5022342" y="5198249"/>
                  </a:lnTo>
                  <a:lnTo>
                    <a:pt x="5018151" y="5193982"/>
                  </a:lnTo>
                  <a:close/>
                </a:path>
                <a:path w="10424160" h="5213350">
                  <a:moveTo>
                    <a:pt x="4974717" y="5193982"/>
                  </a:moveTo>
                  <a:lnTo>
                    <a:pt x="4969510" y="5193982"/>
                  </a:lnTo>
                  <a:lnTo>
                    <a:pt x="4965192" y="5198249"/>
                  </a:lnTo>
                  <a:lnTo>
                    <a:pt x="4965192" y="5208765"/>
                  </a:lnTo>
                  <a:lnTo>
                    <a:pt x="4969510" y="5213032"/>
                  </a:lnTo>
                  <a:lnTo>
                    <a:pt x="4974717" y="5213032"/>
                  </a:lnTo>
                  <a:lnTo>
                    <a:pt x="4974717" y="5193982"/>
                  </a:lnTo>
                  <a:close/>
                </a:path>
                <a:path w="10424160" h="5213350">
                  <a:moveTo>
                    <a:pt x="4980051" y="5193982"/>
                  </a:moveTo>
                  <a:lnTo>
                    <a:pt x="4974717" y="5193982"/>
                  </a:lnTo>
                  <a:lnTo>
                    <a:pt x="4974717" y="5213032"/>
                  </a:lnTo>
                  <a:lnTo>
                    <a:pt x="4980051" y="5213032"/>
                  </a:lnTo>
                  <a:lnTo>
                    <a:pt x="4984242" y="5208765"/>
                  </a:lnTo>
                  <a:lnTo>
                    <a:pt x="4984242" y="5198249"/>
                  </a:lnTo>
                  <a:lnTo>
                    <a:pt x="4980051" y="5193982"/>
                  </a:lnTo>
                  <a:close/>
                </a:path>
                <a:path w="10424160" h="5213350">
                  <a:moveTo>
                    <a:pt x="4936617" y="5193982"/>
                  </a:moveTo>
                  <a:lnTo>
                    <a:pt x="4931410" y="5193982"/>
                  </a:lnTo>
                  <a:lnTo>
                    <a:pt x="4927092" y="5198249"/>
                  </a:lnTo>
                  <a:lnTo>
                    <a:pt x="4927092" y="5208765"/>
                  </a:lnTo>
                  <a:lnTo>
                    <a:pt x="4931410" y="5213032"/>
                  </a:lnTo>
                  <a:lnTo>
                    <a:pt x="4936617" y="5213032"/>
                  </a:lnTo>
                  <a:lnTo>
                    <a:pt x="4936617" y="5193982"/>
                  </a:lnTo>
                  <a:close/>
                </a:path>
                <a:path w="10424160" h="5213350">
                  <a:moveTo>
                    <a:pt x="4941951" y="5193982"/>
                  </a:moveTo>
                  <a:lnTo>
                    <a:pt x="4936617" y="5193982"/>
                  </a:lnTo>
                  <a:lnTo>
                    <a:pt x="4936617" y="5213032"/>
                  </a:lnTo>
                  <a:lnTo>
                    <a:pt x="4941951" y="5213032"/>
                  </a:lnTo>
                  <a:lnTo>
                    <a:pt x="4946142" y="5208765"/>
                  </a:lnTo>
                  <a:lnTo>
                    <a:pt x="4946142" y="5198249"/>
                  </a:lnTo>
                  <a:lnTo>
                    <a:pt x="4941951" y="5193982"/>
                  </a:lnTo>
                  <a:close/>
                </a:path>
                <a:path w="10424160" h="5213350">
                  <a:moveTo>
                    <a:pt x="4898517" y="5193982"/>
                  </a:moveTo>
                  <a:lnTo>
                    <a:pt x="4893183" y="5193982"/>
                  </a:lnTo>
                  <a:lnTo>
                    <a:pt x="4888992" y="5198249"/>
                  </a:lnTo>
                  <a:lnTo>
                    <a:pt x="4888992" y="5208765"/>
                  </a:lnTo>
                  <a:lnTo>
                    <a:pt x="4893183" y="5213032"/>
                  </a:lnTo>
                  <a:lnTo>
                    <a:pt x="4898517" y="5213032"/>
                  </a:lnTo>
                  <a:lnTo>
                    <a:pt x="4898517" y="5193982"/>
                  </a:lnTo>
                  <a:close/>
                </a:path>
                <a:path w="10424160" h="5213350">
                  <a:moveTo>
                    <a:pt x="4903724" y="5193982"/>
                  </a:moveTo>
                  <a:lnTo>
                    <a:pt x="4898517" y="5193982"/>
                  </a:lnTo>
                  <a:lnTo>
                    <a:pt x="4898517" y="5213032"/>
                  </a:lnTo>
                  <a:lnTo>
                    <a:pt x="4903724" y="5213032"/>
                  </a:lnTo>
                  <a:lnTo>
                    <a:pt x="4908042" y="5208765"/>
                  </a:lnTo>
                  <a:lnTo>
                    <a:pt x="4908042" y="5198249"/>
                  </a:lnTo>
                  <a:lnTo>
                    <a:pt x="4903724" y="5193982"/>
                  </a:lnTo>
                  <a:close/>
                </a:path>
                <a:path w="10424160" h="5213350">
                  <a:moveTo>
                    <a:pt x="4860417" y="5193982"/>
                  </a:moveTo>
                  <a:lnTo>
                    <a:pt x="4855083" y="5193982"/>
                  </a:lnTo>
                  <a:lnTo>
                    <a:pt x="4850892" y="5198249"/>
                  </a:lnTo>
                  <a:lnTo>
                    <a:pt x="4850892" y="5208765"/>
                  </a:lnTo>
                  <a:lnTo>
                    <a:pt x="4855083" y="5213032"/>
                  </a:lnTo>
                  <a:lnTo>
                    <a:pt x="4860417" y="5213032"/>
                  </a:lnTo>
                  <a:lnTo>
                    <a:pt x="4860417" y="5193982"/>
                  </a:lnTo>
                  <a:close/>
                </a:path>
                <a:path w="10424160" h="5213350">
                  <a:moveTo>
                    <a:pt x="4865624" y="5193982"/>
                  </a:moveTo>
                  <a:lnTo>
                    <a:pt x="4860417" y="5193982"/>
                  </a:lnTo>
                  <a:lnTo>
                    <a:pt x="4860417" y="5213032"/>
                  </a:lnTo>
                  <a:lnTo>
                    <a:pt x="4865624" y="5213032"/>
                  </a:lnTo>
                  <a:lnTo>
                    <a:pt x="4869942" y="5208765"/>
                  </a:lnTo>
                  <a:lnTo>
                    <a:pt x="4869942" y="5198249"/>
                  </a:lnTo>
                  <a:lnTo>
                    <a:pt x="4865624" y="5193982"/>
                  </a:lnTo>
                  <a:close/>
                </a:path>
                <a:path w="10424160" h="5213350">
                  <a:moveTo>
                    <a:pt x="4822317" y="5193982"/>
                  </a:moveTo>
                  <a:lnTo>
                    <a:pt x="4816983" y="5193982"/>
                  </a:lnTo>
                  <a:lnTo>
                    <a:pt x="4812792" y="5198249"/>
                  </a:lnTo>
                  <a:lnTo>
                    <a:pt x="4812792" y="5208765"/>
                  </a:lnTo>
                  <a:lnTo>
                    <a:pt x="4816983" y="5213032"/>
                  </a:lnTo>
                  <a:lnTo>
                    <a:pt x="4822317" y="5213032"/>
                  </a:lnTo>
                  <a:lnTo>
                    <a:pt x="4822317" y="5193982"/>
                  </a:lnTo>
                  <a:close/>
                </a:path>
                <a:path w="10424160" h="5213350">
                  <a:moveTo>
                    <a:pt x="4827524" y="5193982"/>
                  </a:moveTo>
                  <a:lnTo>
                    <a:pt x="4822317" y="5193982"/>
                  </a:lnTo>
                  <a:lnTo>
                    <a:pt x="4822317" y="5213032"/>
                  </a:lnTo>
                  <a:lnTo>
                    <a:pt x="4827524" y="5213032"/>
                  </a:lnTo>
                  <a:lnTo>
                    <a:pt x="4831842" y="5208765"/>
                  </a:lnTo>
                  <a:lnTo>
                    <a:pt x="4831842" y="5198249"/>
                  </a:lnTo>
                  <a:lnTo>
                    <a:pt x="4827524" y="5193982"/>
                  </a:lnTo>
                  <a:close/>
                </a:path>
                <a:path w="10424160" h="5213350">
                  <a:moveTo>
                    <a:pt x="4784090" y="5193982"/>
                  </a:moveTo>
                  <a:lnTo>
                    <a:pt x="4778883" y="5193982"/>
                  </a:lnTo>
                  <a:lnTo>
                    <a:pt x="4774565" y="5198249"/>
                  </a:lnTo>
                  <a:lnTo>
                    <a:pt x="4774565" y="5208765"/>
                  </a:lnTo>
                  <a:lnTo>
                    <a:pt x="4778883" y="5213032"/>
                  </a:lnTo>
                  <a:lnTo>
                    <a:pt x="4784090" y="5213032"/>
                  </a:lnTo>
                  <a:lnTo>
                    <a:pt x="4784090" y="5193982"/>
                  </a:lnTo>
                  <a:close/>
                </a:path>
                <a:path w="10424160" h="5213350">
                  <a:moveTo>
                    <a:pt x="4789424" y="5193982"/>
                  </a:moveTo>
                  <a:lnTo>
                    <a:pt x="4784217" y="5193982"/>
                  </a:lnTo>
                  <a:lnTo>
                    <a:pt x="4784217" y="5213032"/>
                  </a:lnTo>
                  <a:lnTo>
                    <a:pt x="4789424" y="5213032"/>
                  </a:lnTo>
                  <a:lnTo>
                    <a:pt x="4793742" y="5208765"/>
                  </a:lnTo>
                  <a:lnTo>
                    <a:pt x="4793742" y="5198249"/>
                  </a:lnTo>
                  <a:lnTo>
                    <a:pt x="4789424" y="5193982"/>
                  </a:lnTo>
                  <a:close/>
                </a:path>
                <a:path w="10424160" h="5213350">
                  <a:moveTo>
                    <a:pt x="4745990" y="5193982"/>
                  </a:moveTo>
                  <a:lnTo>
                    <a:pt x="4740783" y="5193982"/>
                  </a:lnTo>
                  <a:lnTo>
                    <a:pt x="4736465" y="5198249"/>
                  </a:lnTo>
                  <a:lnTo>
                    <a:pt x="4736465" y="5208765"/>
                  </a:lnTo>
                  <a:lnTo>
                    <a:pt x="4740783" y="5213032"/>
                  </a:lnTo>
                  <a:lnTo>
                    <a:pt x="4745990" y="5213032"/>
                  </a:lnTo>
                  <a:lnTo>
                    <a:pt x="4745990" y="5193982"/>
                  </a:lnTo>
                  <a:close/>
                </a:path>
                <a:path w="10424160" h="5213350">
                  <a:moveTo>
                    <a:pt x="4751324" y="5193982"/>
                  </a:moveTo>
                  <a:lnTo>
                    <a:pt x="4745990" y="5193982"/>
                  </a:lnTo>
                  <a:lnTo>
                    <a:pt x="4745990" y="5213032"/>
                  </a:lnTo>
                  <a:lnTo>
                    <a:pt x="4751324" y="5213032"/>
                  </a:lnTo>
                  <a:lnTo>
                    <a:pt x="4755515" y="5208765"/>
                  </a:lnTo>
                  <a:lnTo>
                    <a:pt x="4755515" y="5198249"/>
                  </a:lnTo>
                  <a:lnTo>
                    <a:pt x="4751324" y="5193982"/>
                  </a:lnTo>
                  <a:close/>
                </a:path>
                <a:path w="10424160" h="5213350">
                  <a:moveTo>
                    <a:pt x="4707890" y="5193982"/>
                  </a:moveTo>
                  <a:lnTo>
                    <a:pt x="4702683" y="5193982"/>
                  </a:lnTo>
                  <a:lnTo>
                    <a:pt x="4698365" y="5198249"/>
                  </a:lnTo>
                  <a:lnTo>
                    <a:pt x="4698365" y="5208765"/>
                  </a:lnTo>
                  <a:lnTo>
                    <a:pt x="4702683" y="5213032"/>
                  </a:lnTo>
                  <a:lnTo>
                    <a:pt x="4707890" y="5213032"/>
                  </a:lnTo>
                  <a:lnTo>
                    <a:pt x="4707890" y="5193982"/>
                  </a:lnTo>
                  <a:close/>
                </a:path>
                <a:path w="10424160" h="5213350">
                  <a:moveTo>
                    <a:pt x="4713224" y="5193982"/>
                  </a:moveTo>
                  <a:lnTo>
                    <a:pt x="4707890" y="5193982"/>
                  </a:lnTo>
                  <a:lnTo>
                    <a:pt x="4707890" y="5213032"/>
                  </a:lnTo>
                  <a:lnTo>
                    <a:pt x="4713224" y="5213032"/>
                  </a:lnTo>
                  <a:lnTo>
                    <a:pt x="4717415" y="5208765"/>
                  </a:lnTo>
                  <a:lnTo>
                    <a:pt x="4717415" y="5198249"/>
                  </a:lnTo>
                  <a:lnTo>
                    <a:pt x="4713224" y="5193982"/>
                  </a:lnTo>
                  <a:close/>
                </a:path>
                <a:path w="10424160" h="5213350">
                  <a:moveTo>
                    <a:pt x="4669790" y="5193982"/>
                  </a:moveTo>
                  <a:lnTo>
                    <a:pt x="4664583" y="5193982"/>
                  </a:lnTo>
                  <a:lnTo>
                    <a:pt x="4660265" y="5198249"/>
                  </a:lnTo>
                  <a:lnTo>
                    <a:pt x="4660265" y="5208765"/>
                  </a:lnTo>
                  <a:lnTo>
                    <a:pt x="4664583" y="5213032"/>
                  </a:lnTo>
                  <a:lnTo>
                    <a:pt x="4669790" y="5213032"/>
                  </a:lnTo>
                  <a:lnTo>
                    <a:pt x="4669790" y="5193982"/>
                  </a:lnTo>
                  <a:close/>
                </a:path>
                <a:path w="10424160" h="5213350">
                  <a:moveTo>
                    <a:pt x="4675124" y="5193982"/>
                  </a:moveTo>
                  <a:lnTo>
                    <a:pt x="4669790" y="5193982"/>
                  </a:lnTo>
                  <a:lnTo>
                    <a:pt x="4669790" y="5213032"/>
                  </a:lnTo>
                  <a:lnTo>
                    <a:pt x="4675124" y="5213032"/>
                  </a:lnTo>
                  <a:lnTo>
                    <a:pt x="4679315" y="5208765"/>
                  </a:lnTo>
                  <a:lnTo>
                    <a:pt x="4679315" y="5198249"/>
                  </a:lnTo>
                  <a:lnTo>
                    <a:pt x="4675124" y="5193982"/>
                  </a:lnTo>
                  <a:close/>
                </a:path>
                <a:path w="10424160" h="5213350">
                  <a:moveTo>
                    <a:pt x="4631690" y="5193982"/>
                  </a:moveTo>
                  <a:lnTo>
                    <a:pt x="4626356" y="5193982"/>
                  </a:lnTo>
                  <a:lnTo>
                    <a:pt x="4622165" y="5198249"/>
                  </a:lnTo>
                  <a:lnTo>
                    <a:pt x="4622165" y="5208765"/>
                  </a:lnTo>
                  <a:lnTo>
                    <a:pt x="4626356" y="5213032"/>
                  </a:lnTo>
                  <a:lnTo>
                    <a:pt x="4631690" y="5213032"/>
                  </a:lnTo>
                  <a:lnTo>
                    <a:pt x="4631690" y="5193982"/>
                  </a:lnTo>
                  <a:close/>
                </a:path>
                <a:path w="10424160" h="5213350">
                  <a:moveTo>
                    <a:pt x="4636897" y="5193982"/>
                  </a:moveTo>
                  <a:lnTo>
                    <a:pt x="4631690" y="5193982"/>
                  </a:lnTo>
                  <a:lnTo>
                    <a:pt x="4631690" y="5213032"/>
                  </a:lnTo>
                  <a:lnTo>
                    <a:pt x="4636897" y="5213032"/>
                  </a:lnTo>
                  <a:lnTo>
                    <a:pt x="4641215" y="5208765"/>
                  </a:lnTo>
                  <a:lnTo>
                    <a:pt x="4641215" y="5198249"/>
                  </a:lnTo>
                  <a:lnTo>
                    <a:pt x="4636897" y="5193982"/>
                  </a:lnTo>
                  <a:close/>
                </a:path>
                <a:path w="10424160" h="5213350">
                  <a:moveTo>
                    <a:pt x="4593590" y="5193982"/>
                  </a:moveTo>
                  <a:lnTo>
                    <a:pt x="4588256" y="5193982"/>
                  </a:lnTo>
                  <a:lnTo>
                    <a:pt x="4584065" y="5198249"/>
                  </a:lnTo>
                  <a:lnTo>
                    <a:pt x="4584065" y="5208765"/>
                  </a:lnTo>
                  <a:lnTo>
                    <a:pt x="4588256" y="5213032"/>
                  </a:lnTo>
                  <a:lnTo>
                    <a:pt x="4593590" y="5213032"/>
                  </a:lnTo>
                  <a:lnTo>
                    <a:pt x="4593590" y="5193982"/>
                  </a:lnTo>
                  <a:close/>
                </a:path>
                <a:path w="10424160" h="5213350">
                  <a:moveTo>
                    <a:pt x="4598797" y="5193982"/>
                  </a:moveTo>
                  <a:lnTo>
                    <a:pt x="4593590" y="5193982"/>
                  </a:lnTo>
                  <a:lnTo>
                    <a:pt x="4593590" y="5213032"/>
                  </a:lnTo>
                  <a:lnTo>
                    <a:pt x="4598797" y="5213032"/>
                  </a:lnTo>
                  <a:lnTo>
                    <a:pt x="4603115" y="5208765"/>
                  </a:lnTo>
                  <a:lnTo>
                    <a:pt x="4603115" y="5198249"/>
                  </a:lnTo>
                  <a:lnTo>
                    <a:pt x="4598797" y="5193982"/>
                  </a:lnTo>
                  <a:close/>
                </a:path>
                <a:path w="10424160" h="5213350">
                  <a:moveTo>
                    <a:pt x="4555363" y="5193982"/>
                  </a:moveTo>
                  <a:lnTo>
                    <a:pt x="4550156" y="5193982"/>
                  </a:lnTo>
                  <a:lnTo>
                    <a:pt x="4545838" y="5198249"/>
                  </a:lnTo>
                  <a:lnTo>
                    <a:pt x="4545838" y="5208765"/>
                  </a:lnTo>
                  <a:lnTo>
                    <a:pt x="4550156" y="5213032"/>
                  </a:lnTo>
                  <a:lnTo>
                    <a:pt x="4555363" y="5213032"/>
                  </a:lnTo>
                  <a:lnTo>
                    <a:pt x="4555363" y="5193982"/>
                  </a:lnTo>
                  <a:close/>
                </a:path>
                <a:path w="10424160" h="5213350">
                  <a:moveTo>
                    <a:pt x="4555490" y="5206682"/>
                  </a:moveTo>
                  <a:lnTo>
                    <a:pt x="4555363" y="5206682"/>
                  </a:lnTo>
                  <a:lnTo>
                    <a:pt x="4555363" y="5213032"/>
                  </a:lnTo>
                  <a:lnTo>
                    <a:pt x="4555490" y="5213032"/>
                  </a:lnTo>
                  <a:lnTo>
                    <a:pt x="4555490" y="5206682"/>
                  </a:lnTo>
                  <a:close/>
                </a:path>
                <a:path w="10424160" h="5213350">
                  <a:moveTo>
                    <a:pt x="4560697" y="5193982"/>
                  </a:moveTo>
                  <a:lnTo>
                    <a:pt x="4555490" y="5193982"/>
                  </a:lnTo>
                  <a:lnTo>
                    <a:pt x="4555490" y="5213032"/>
                  </a:lnTo>
                  <a:lnTo>
                    <a:pt x="4560697" y="5213032"/>
                  </a:lnTo>
                  <a:lnTo>
                    <a:pt x="4565015" y="5208765"/>
                  </a:lnTo>
                  <a:lnTo>
                    <a:pt x="4565015" y="5198249"/>
                  </a:lnTo>
                  <a:lnTo>
                    <a:pt x="4560697" y="5193982"/>
                  </a:lnTo>
                  <a:close/>
                </a:path>
                <a:path w="10424160" h="5213350">
                  <a:moveTo>
                    <a:pt x="4555490" y="5193982"/>
                  </a:moveTo>
                  <a:lnTo>
                    <a:pt x="4555363" y="5193982"/>
                  </a:lnTo>
                  <a:lnTo>
                    <a:pt x="4555363" y="5200332"/>
                  </a:lnTo>
                  <a:lnTo>
                    <a:pt x="4555490" y="5200332"/>
                  </a:lnTo>
                  <a:lnTo>
                    <a:pt x="4555490" y="5193982"/>
                  </a:lnTo>
                  <a:close/>
                </a:path>
                <a:path w="10424160" h="5213350">
                  <a:moveTo>
                    <a:pt x="4517263" y="5193982"/>
                  </a:moveTo>
                  <a:lnTo>
                    <a:pt x="4512056" y="5193982"/>
                  </a:lnTo>
                  <a:lnTo>
                    <a:pt x="4507738" y="5198249"/>
                  </a:lnTo>
                  <a:lnTo>
                    <a:pt x="4507738" y="5208765"/>
                  </a:lnTo>
                  <a:lnTo>
                    <a:pt x="4512056" y="5213032"/>
                  </a:lnTo>
                  <a:lnTo>
                    <a:pt x="4517263" y="5213032"/>
                  </a:lnTo>
                  <a:lnTo>
                    <a:pt x="4517263" y="5193982"/>
                  </a:lnTo>
                  <a:close/>
                </a:path>
                <a:path w="10424160" h="5213350">
                  <a:moveTo>
                    <a:pt x="4522597" y="5193982"/>
                  </a:moveTo>
                  <a:lnTo>
                    <a:pt x="4517263" y="5193982"/>
                  </a:lnTo>
                  <a:lnTo>
                    <a:pt x="4517263" y="5213032"/>
                  </a:lnTo>
                  <a:lnTo>
                    <a:pt x="4522597" y="5213032"/>
                  </a:lnTo>
                  <a:lnTo>
                    <a:pt x="4526788" y="5208765"/>
                  </a:lnTo>
                  <a:lnTo>
                    <a:pt x="4526788" y="5198249"/>
                  </a:lnTo>
                  <a:lnTo>
                    <a:pt x="4522597" y="5193982"/>
                  </a:lnTo>
                  <a:close/>
                </a:path>
                <a:path w="10424160" h="5213350">
                  <a:moveTo>
                    <a:pt x="4479163" y="5193982"/>
                  </a:moveTo>
                  <a:lnTo>
                    <a:pt x="4473956" y="5193982"/>
                  </a:lnTo>
                  <a:lnTo>
                    <a:pt x="4469638" y="5198249"/>
                  </a:lnTo>
                  <a:lnTo>
                    <a:pt x="4469638" y="5208765"/>
                  </a:lnTo>
                  <a:lnTo>
                    <a:pt x="4473956" y="5213032"/>
                  </a:lnTo>
                  <a:lnTo>
                    <a:pt x="4479163" y="5213032"/>
                  </a:lnTo>
                  <a:lnTo>
                    <a:pt x="4479163" y="5193982"/>
                  </a:lnTo>
                  <a:close/>
                </a:path>
                <a:path w="10424160" h="5213350">
                  <a:moveTo>
                    <a:pt x="4484497" y="5193982"/>
                  </a:moveTo>
                  <a:lnTo>
                    <a:pt x="4479163" y="5193982"/>
                  </a:lnTo>
                  <a:lnTo>
                    <a:pt x="4479163" y="5213032"/>
                  </a:lnTo>
                  <a:lnTo>
                    <a:pt x="4484497" y="5213032"/>
                  </a:lnTo>
                  <a:lnTo>
                    <a:pt x="4488688" y="5208765"/>
                  </a:lnTo>
                  <a:lnTo>
                    <a:pt x="4488688" y="5198249"/>
                  </a:lnTo>
                  <a:lnTo>
                    <a:pt x="4484497" y="5193982"/>
                  </a:lnTo>
                  <a:close/>
                </a:path>
                <a:path w="10424160" h="5213350">
                  <a:moveTo>
                    <a:pt x="4441063" y="5193982"/>
                  </a:moveTo>
                  <a:lnTo>
                    <a:pt x="4435856" y="5193982"/>
                  </a:lnTo>
                  <a:lnTo>
                    <a:pt x="4431538" y="5198249"/>
                  </a:lnTo>
                  <a:lnTo>
                    <a:pt x="4431538" y="5208765"/>
                  </a:lnTo>
                  <a:lnTo>
                    <a:pt x="4435856" y="5213032"/>
                  </a:lnTo>
                  <a:lnTo>
                    <a:pt x="4441063" y="5213032"/>
                  </a:lnTo>
                  <a:lnTo>
                    <a:pt x="4441063" y="5193982"/>
                  </a:lnTo>
                  <a:close/>
                </a:path>
                <a:path w="10424160" h="5213350">
                  <a:moveTo>
                    <a:pt x="4446397" y="5193982"/>
                  </a:moveTo>
                  <a:lnTo>
                    <a:pt x="4441063" y="5193982"/>
                  </a:lnTo>
                  <a:lnTo>
                    <a:pt x="4441063" y="5213032"/>
                  </a:lnTo>
                  <a:lnTo>
                    <a:pt x="4446397" y="5213032"/>
                  </a:lnTo>
                  <a:lnTo>
                    <a:pt x="4450588" y="5208765"/>
                  </a:lnTo>
                  <a:lnTo>
                    <a:pt x="4450588" y="5198249"/>
                  </a:lnTo>
                  <a:lnTo>
                    <a:pt x="4446397" y="5193982"/>
                  </a:lnTo>
                  <a:close/>
                </a:path>
                <a:path w="10424160" h="5213350">
                  <a:moveTo>
                    <a:pt x="4402963" y="5193982"/>
                  </a:moveTo>
                  <a:lnTo>
                    <a:pt x="4397629" y="5193982"/>
                  </a:lnTo>
                  <a:lnTo>
                    <a:pt x="4393438" y="5198249"/>
                  </a:lnTo>
                  <a:lnTo>
                    <a:pt x="4393438" y="5208765"/>
                  </a:lnTo>
                  <a:lnTo>
                    <a:pt x="4397629" y="5213032"/>
                  </a:lnTo>
                  <a:lnTo>
                    <a:pt x="4402963" y="5213032"/>
                  </a:lnTo>
                  <a:lnTo>
                    <a:pt x="4402963" y="5193982"/>
                  </a:lnTo>
                  <a:close/>
                </a:path>
                <a:path w="10424160" h="5213350">
                  <a:moveTo>
                    <a:pt x="4408170" y="5193982"/>
                  </a:moveTo>
                  <a:lnTo>
                    <a:pt x="4402963" y="5193982"/>
                  </a:lnTo>
                  <a:lnTo>
                    <a:pt x="4402963" y="5213032"/>
                  </a:lnTo>
                  <a:lnTo>
                    <a:pt x="4408170" y="5213032"/>
                  </a:lnTo>
                  <a:lnTo>
                    <a:pt x="4412488" y="5208765"/>
                  </a:lnTo>
                  <a:lnTo>
                    <a:pt x="4412488" y="5198249"/>
                  </a:lnTo>
                  <a:lnTo>
                    <a:pt x="4408170" y="5193982"/>
                  </a:lnTo>
                  <a:close/>
                </a:path>
                <a:path w="10424160" h="5213350">
                  <a:moveTo>
                    <a:pt x="4364863" y="5193982"/>
                  </a:moveTo>
                  <a:lnTo>
                    <a:pt x="4359529" y="5193982"/>
                  </a:lnTo>
                  <a:lnTo>
                    <a:pt x="4355338" y="5198249"/>
                  </a:lnTo>
                  <a:lnTo>
                    <a:pt x="4355338" y="5208765"/>
                  </a:lnTo>
                  <a:lnTo>
                    <a:pt x="4359529" y="5213032"/>
                  </a:lnTo>
                  <a:lnTo>
                    <a:pt x="4364863" y="5213032"/>
                  </a:lnTo>
                  <a:lnTo>
                    <a:pt x="4364863" y="5193982"/>
                  </a:lnTo>
                  <a:close/>
                </a:path>
                <a:path w="10424160" h="5213350">
                  <a:moveTo>
                    <a:pt x="4370070" y="5193982"/>
                  </a:moveTo>
                  <a:lnTo>
                    <a:pt x="4364863" y="5193982"/>
                  </a:lnTo>
                  <a:lnTo>
                    <a:pt x="4364863" y="5213032"/>
                  </a:lnTo>
                  <a:lnTo>
                    <a:pt x="4370070" y="5213032"/>
                  </a:lnTo>
                  <a:lnTo>
                    <a:pt x="4374388" y="5208765"/>
                  </a:lnTo>
                  <a:lnTo>
                    <a:pt x="4374388" y="5198249"/>
                  </a:lnTo>
                  <a:lnTo>
                    <a:pt x="4370070" y="5193982"/>
                  </a:lnTo>
                  <a:close/>
                </a:path>
                <a:path w="10424160" h="5213350">
                  <a:moveTo>
                    <a:pt x="4326763" y="5193982"/>
                  </a:moveTo>
                  <a:lnTo>
                    <a:pt x="4321429" y="5193982"/>
                  </a:lnTo>
                  <a:lnTo>
                    <a:pt x="4317238" y="5198249"/>
                  </a:lnTo>
                  <a:lnTo>
                    <a:pt x="4317238" y="5208765"/>
                  </a:lnTo>
                  <a:lnTo>
                    <a:pt x="4321429" y="5213032"/>
                  </a:lnTo>
                  <a:lnTo>
                    <a:pt x="4326763" y="5213032"/>
                  </a:lnTo>
                  <a:lnTo>
                    <a:pt x="4326763" y="5193982"/>
                  </a:lnTo>
                  <a:close/>
                </a:path>
                <a:path w="10424160" h="5213350">
                  <a:moveTo>
                    <a:pt x="4331970" y="5193982"/>
                  </a:moveTo>
                  <a:lnTo>
                    <a:pt x="4326763" y="5193982"/>
                  </a:lnTo>
                  <a:lnTo>
                    <a:pt x="4326763" y="5213032"/>
                  </a:lnTo>
                  <a:lnTo>
                    <a:pt x="4331970" y="5213032"/>
                  </a:lnTo>
                  <a:lnTo>
                    <a:pt x="4336288" y="5208765"/>
                  </a:lnTo>
                  <a:lnTo>
                    <a:pt x="4336288" y="5198249"/>
                  </a:lnTo>
                  <a:lnTo>
                    <a:pt x="4331970" y="5193982"/>
                  </a:lnTo>
                  <a:close/>
                </a:path>
                <a:path w="10424160" h="5213350">
                  <a:moveTo>
                    <a:pt x="4288536" y="5193982"/>
                  </a:moveTo>
                  <a:lnTo>
                    <a:pt x="4283329" y="5193982"/>
                  </a:lnTo>
                  <a:lnTo>
                    <a:pt x="4279011" y="5198249"/>
                  </a:lnTo>
                  <a:lnTo>
                    <a:pt x="4279011" y="5208765"/>
                  </a:lnTo>
                  <a:lnTo>
                    <a:pt x="4283329" y="5213032"/>
                  </a:lnTo>
                  <a:lnTo>
                    <a:pt x="4288536" y="5213032"/>
                  </a:lnTo>
                  <a:lnTo>
                    <a:pt x="4288536" y="5193982"/>
                  </a:lnTo>
                  <a:close/>
                </a:path>
                <a:path w="10424160" h="5213350">
                  <a:moveTo>
                    <a:pt x="4293870" y="5193982"/>
                  </a:moveTo>
                  <a:lnTo>
                    <a:pt x="4288663" y="5193982"/>
                  </a:lnTo>
                  <a:lnTo>
                    <a:pt x="4288663" y="5213032"/>
                  </a:lnTo>
                  <a:lnTo>
                    <a:pt x="4293870" y="5213032"/>
                  </a:lnTo>
                  <a:lnTo>
                    <a:pt x="4298188" y="5208765"/>
                  </a:lnTo>
                  <a:lnTo>
                    <a:pt x="4298188" y="5198249"/>
                  </a:lnTo>
                  <a:lnTo>
                    <a:pt x="4293870" y="5193982"/>
                  </a:lnTo>
                  <a:close/>
                </a:path>
                <a:path w="10424160" h="5213350">
                  <a:moveTo>
                    <a:pt x="4250436" y="5193982"/>
                  </a:moveTo>
                  <a:lnTo>
                    <a:pt x="4245229" y="5193982"/>
                  </a:lnTo>
                  <a:lnTo>
                    <a:pt x="4240911" y="5198249"/>
                  </a:lnTo>
                  <a:lnTo>
                    <a:pt x="4240911" y="5208765"/>
                  </a:lnTo>
                  <a:lnTo>
                    <a:pt x="4245229" y="5213032"/>
                  </a:lnTo>
                  <a:lnTo>
                    <a:pt x="4250436" y="5213032"/>
                  </a:lnTo>
                  <a:lnTo>
                    <a:pt x="4250436" y="5193982"/>
                  </a:lnTo>
                  <a:close/>
                </a:path>
                <a:path w="10424160" h="5213350">
                  <a:moveTo>
                    <a:pt x="4255770" y="5193982"/>
                  </a:moveTo>
                  <a:lnTo>
                    <a:pt x="4250436" y="5193982"/>
                  </a:lnTo>
                  <a:lnTo>
                    <a:pt x="4250436" y="5213032"/>
                  </a:lnTo>
                  <a:lnTo>
                    <a:pt x="4255770" y="5213032"/>
                  </a:lnTo>
                  <a:lnTo>
                    <a:pt x="4259961" y="5208765"/>
                  </a:lnTo>
                  <a:lnTo>
                    <a:pt x="4259961" y="5198249"/>
                  </a:lnTo>
                  <a:lnTo>
                    <a:pt x="4255770" y="5193982"/>
                  </a:lnTo>
                  <a:close/>
                </a:path>
                <a:path w="10424160" h="5213350">
                  <a:moveTo>
                    <a:pt x="4212336" y="5193982"/>
                  </a:moveTo>
                  <a:lnTo>
                    <a:pt x="4207129" y="5193982"/>
                  </a:lnTo>
                  <a:lnTo>
                    <a:pt x="4202811" y="5198249"/>
                  </a:lnTo>
                  <a:lnTo>
                    <a:pt x="4202811" y="5208765"/>
                  </a:lnTo>
                  <a:lnTo>
                    <a:pt x="4207129" y="5213032"/>
                  </a:lnTo>
                  <a:lnTo>
                    <a:pt x="4212336" y="5213032"/>
                  </a:lnTo>
                  <a:lnTo>
                    <a:pt x="4212336" y="5193982"/>
                  </a:lnTo>
                  <a:close/>
                </a:path>
                <a:path w="10424160" h="5213350">
                  <a:moveTo>
                    <a:pt x="4217670" y="5193982"/>
                  </a:moveTo>
                  <a:lnTo>
                    <a:pt x="4212336" y="5193982"/>
                  </a:lnTo>
                  <a:lnTo>
                    <a:pt x="4212336" y="5213032"/>
                  </a:lnTo>
                  <a:lnTo>
                    <a:pt x="4217670" y="5213032"/>
                  </a:lnTo>
                  <a:lnTo>
                    <a:pt x="4221861" y="5208765"/>
                  </a:lnTo>
                  <a:lnTo>
                    <a:pt x="4221861" y="5198249"/>
                  </a:lnTo>
                  <a:lnTo>
                    <a:pt x="4217670" y="5193982"/>
                  </a:lnTo>
                  <a:close/>
                </a:path>
                <a:path w="10424160" h="5213350">
                  <a:moveTo>
                    <a:pt x="4174236" y="5193982"/>
                  </a:moveTo>
                  <a:lnTo>
                    <a:pt x="4169029" y="5193982"/>
                  </a:lnTo>
                  <a:lnTo>
                    <a:pt x="4164711" y="5198249"/>
                  </a:lnTo>
                  <a:lnTo>
                    <a:pt x="4164711" y="5208765"/>
                  </a:lnTo>
                  <a:lnTo>
                    <a:pt x="4169029" y="5213032"/>
                  </a:lnTo>
                  <a:lnTo>
                    <a:pt x="4174236" y="5213032"/>
                  </a:lnTo>
                  <a:lnTo>
                    <a:pt x="4174236" y="5193982"/>
                  </a:lnTo>
                  <a:close/>
                </a:path>
                <a:path w="10424160" h="5213350">
                  <a:moveTo>
                    <a:pt x="4179570" y="5193982"/>
                  </a:moveTo>
                  <a:lnTo>
                    <a:pt x="4174236" y="5193982"/>
                  </a:lnTo>
                  <a:lnTo>
                    <a:pt x="4174236" y="5213032"/>
                  </a:lnTo>
                  <a:lnTo>
                    <a:pt x="4179570" y="5213032"/>
                  </a:lnTo>
                  <a:lnTo>
                    <a:pt x="4183761" y="5208765"/>
                  </a:lnTo>
                  <a:lnTo>
                    <a:pt x="4183761" y="5198249"/>
                  </a:lnTo>
                  <a:lnTo>
                    <a:pt x="4179570" y="5193982"/>
                  </a:lnTo>
                  <a:close/>
                </a:path>
                <a:path w="10424160" h="5213350">
                  <a:moveTo>
                    <a:pt x="4136136" y="5193982"/>
                  </a:moveTo>
                  <a:lnTo>
                    <a:pt x="4130802" y="5193982"/>
                  </a:lnTo>
                  <a:lnTo>
                    <a:pt x="4126611" y="5198249"/>
                  </a:lnTo>
                  <a:lnTo>
                    <a:pt x="4126611" y="5208765"/>
                  </a:lnTo>
                  <a:lnTo>
                    <a:pt x="4130802" y="5213032"/>
                  </a:lnTo>
                  <a:lnTo>
                    <a:pt x="4136136" y="5213032"/>
                  </a:lnTo>
                  <a:lnTo>
                    <a:pt x="4136136" y="5193982"/>
                  </a:lnTo>
                  <a:close/>
                </a:path>
                <a:path w="10424160" h="5213350">
                  <a:moveTo>
                    <a:pt x="4141343" y="5193982"/>
                  </a:moveTo>
                  <a:lnTo>
                    <a:pt x="4136136" y="5193982"/>
                  </a:lnTo>
                  <a:lnTo>
                    <a:pt x="4136136" y="5213032"/>
                  </a:lnTo>
                  <a:lnTo>
                    <a:pt x="4141343" y="5213032"/>
                  </a:lnTo>
                  <a:lnTo>
                    <a:pt x="4145661" y="5208765"/>
                  </a:lnTo>
                  <a:lnTo>
                    <a:pt x="4145661" y="5198249"/>
                  </a:lnTo>
                  <a:lnTo>
                    <a:pt x="4141343" y="5193982"/>
                  </a:lnTo>
                  <a:close/>
                </a:path>
                <a:path w="10424160" h="5213350">
                  <a:moveTo>
                    <a:pt x="4098036" y="5193982"/>
                  </a:moveTo>
                  <a:lnTo>
                    <a:pt x="4092702" y="5193982"/>
                  </a:lnTo>
                  <a:lnTo>
                    <a:pt x="4088511" y="5198249"/>
                  </a:lnTo>
                  <a:lnTo>
                    <a:pt x="4088511" y="5208765"/>
                  </a:lnTo>
                  <a:lnTo>
                    <a:pt x="4092702" y="5213032"/>
                  </a:lnTo>
                  <a:lnTo>
                    <a:pt x="4098036" y="5213032"/>
                  </a:lnTo>
                  <a:lnTo>
                    <a:pt x="4098036" y="5193982"/>
                  </a:lnTo>
                  <a:close/>
                </a:path>
                <a:path w="10424160" h="5213350">
                  <a:moveTo>
                    <a:pt x="4103243" y="5193982"/>
                  </a:moveTo>
                  <a:lnTo>
                    <a:pt x="4098036" y="5193982"/>
                  </a:lnTo>
                  <a:lnTo>
                    <a:pt x="4098036" y="5213032"/>
                  </a:lnTo>
                  <a:lnTo>
                    <a:pt x="4103243" y="5213032"/>
                  </a:lnTo>
                  <a:lnTo>
                    <a:pt x="4107561" y="5208765"/>
                  </a:lnTo>
                  <a:lnTo>
                    <a:pt x="4107561" y="5198249"/>
                  </a:lnTo>
                  <a:lnTo>
                    <a:pt x="4103243" y="5193982"/>
                  </a:lnTo>
                  <a:close/>
                </a:path>
                <a:path w="10424160" h="5213350">
                  <a:moveTo>
                    <a:pt x="4059809" y="5193982"/>
                  </a:moveTo>
                  <a:lnTo>
                    <a:pt x="4054602" y="5193982"/>
                  </a:lnTo>
                  <a:lnTo>
                    <a:pt x="4050284" y="5198249"/>
                  </a:lnTo>
                  <a:lnTo>
                    <a:pt x="4050284" y="5208765"/>
                  </a:lnTo>
                  <a:lnTo>
                    <a:pt x="4054602" y="5213032"/>
                  </a:lnTo>
                  <a:lnTo>
                    <a:pt x="4059809" y="5213032"/>
                  </a:lnTo>
                  <a:lnTo>
                    <a:pt x="4059809" y="5193982"/>
                  </a:lnTo>
                  <a:close/>
                </a:path>
                <a:path w="10424160" h="5213350">
                  <a:moveTo>
                    <a:pt x="4065143" y="5193982"/>
                  </a:moveTo>
                  <a:lnTo>
                    <a:pt x="4059936" y="5193982"/>
                  </a:lnTo>
                  <a:lnTo>
                    <a:pt x="4059936" y="5213032"/>
                  </a:lnTo>
                  <a:lnTo>
                    <a:pt x="4065143" y="5213032"/>
                  </a:lnTo>
                  <a:lnTo>
                    <a:pt x="4069461" y="5208765"/>
                  </a:lnTo>
                  <a:lnTo>
                    <a:pt x="4069461" y="5198249"/>
                  </a:lnTo>
                  <a:lnTo>
                    <a:pt x="4065143" y="5193982"/>
                  </a:lnTo>
                  <a:close/>
                </a:path>
                <a:path w="10424160" h="5213350">
                  <a:moveTo>
                    <a:pt x="4021709" y="5193982"/>
                  </a:moveTo>
                  <a:lnTo>
                    <a:pt x="4016502" y="5193982"/>
                  </a:lnTo>
                  <a:lnTo>
                    <a:pt x="4012184" y="5198249"/>
                  </a:lnTo>
                  <a:lnTo>
                    <a:pt x="4012184" y="5208765"/>
                  </a:lnTo>
                  <a:lnTo>
                    <a:pt x="4016502" y="5213032"/>
                  </a:lnTo>
                  <a:lnTo>
                    <a:pt x="4021709" y="5213032"/>
                  </a:lnTo>
                  <a:lnTo>
                    <a:pt x="4021709" y="5193982"/>
                  </a:lnTo>
                  <a:close/>
                </a:path>
                <a:path w="10424160" h="5213350">
                  <a:moveTo>
                    <a:pt x="4027043" y="5193982"/>
                  </a:moveTo>
                  <a:lnTo>
                    <a:pt x="4021709" y="5193982"/>
                  </a:lnTo>
                  <a:lnTo>
                    <a:pt x="4021709" y="5213032"/>
                  </a:lnTo>
                  <a:lnTo>
                    <a:pt x="4027043" y="5213032"/>
                  </a:lnTo>
                  <a:lnTo>
                    <a:pt x="4031234" y="5208765"/>
                  </a:lnTo>
                  <a:lnTo>
                    <a:pt x="4031234" y="5198249"/>
                  </a:lnTo>
                  <a:lnTo>
                    <a:pt x="4027043" y="5193982"/>
                  </a:lnTo>
                  <a:close/>
                </a:path>
                <a:path w="10424160" h="5213350">
                  <a:moveTo>
                    <a:pt x="3983609" y="5193982"/>
                  </a:moveTo>
                  <a:lnTo>
                    <a:pt x="3978402" y="5193982"/>
                  </a:lnTo>
                  <a:lnTo>
                    <a:pt x="3974084" y="5198249"/>
                  </a:lnTo>
                  <a:lnTo>
                    <a:pt x="3974084" y="5208765"/>
                  </a:lnTo>
                  <a:lnTo>
                    <a:pt x="3978402" y="5213032"/>
                  </a:lnTo>
                  <a:lnTo>
                    <a:pt x="3983609" y="5213032"/>
                  </a:lnTo>
                  <a:lnTo>
                    <a:pt x="3983609" y="5193982"/>
                  </a:lnTo>
                  <a:close/>
                </a:path>
                <a:path w="10424160" h="5213350">
                  <a:moveTo>
                    <a:pt x="3988943" y="5193982"/>
                  </a:moveTo>
                  <a:lnTo>
                    <a:pt x="3983609" y="5193982"/>
                  </a:lnTo>
                  <a:lnTo>
                    <a:pt x="3983609" y="5213032"/>
                  </a:lnTo>
                  <a:lnTo>
                    <a:pt x="3988943" y="5213032"/>
                  </a:lnTo>
                  <a:lnTo>
                    <a:pt x="3993134" y="5208765"/>
                  </a:lnTo>
                  <a:lnTo>
                    <a:pt x="3993134" y="5198249"/>
                  </a:lnTo>
                  <a:lnTo>
                    <a:pt x="3988943" y="5193982"/>
                  </a:lnTo>
                  <a:close/>
                </a:path>
                <a:path w="10424160" h="5213350">
                  <a:moveTo>
                    <a:pt x="3945509" y="5193982"/>
                  </a:moveTo>
                  <a:lnTo>
                    <a:pt x="3940302" y="5193982"/>
                  </a:lnTo>
                  <a:lnTo>
                    <a:pt x="3935984" y="5198249"/>
                  </a:lnTo>
                  <a:lnTo>
                    <a:pt x="3935984" y="5208765"/>
                  </a:lnTo>
                  <a:lnTo>
                    <a:pt x="3940302" y="5213032"/>
                  </a:lnTo>
                  <a:lnTo>
                    <a:pt x="3945509" y="5213032"/>
                  </a:lnTo>
                  <a:lnTo>
                    <a:pt x="3945509" y="5193982"/>
                  </a:lnTo>
                  <a:close/>
                </a:path>
                <a:path w="10424160" h="5213350">
                  <a:moveTo>
                    <a:pt x="3950843" y="5193982"/>
                  </a:moveTo>
                  <a:lnTo>
                    <a:pt x="3945509" y="5193982"/>
                  </a:lnTo>
                  <a:lnTo>
                    <a:pt x="3945509" y="5213032"/>
                  </a:lnTo>
                  <a:lnTo>
                    <a:pt x="3950843" y="5213032"/>
                  </a:lnTo>
                  <a:lnTo>
                    <a:pt x="3955034" y="5208765"/>
                  </a:lnTo>
                  <a:lnTo>
                    <a:pt x="3955034" y="5198249"/>
                  </a:lnTo>
                  <a:lnTo>
                    <a:pt x="3950843" y="5193982"/>
                  </a:lnTo>
                  <a:close/>
                </a:path>
                <a:path w="10424160" h="5213350">
                  <a:moveTo>
                    <a:pt x="3907409" y="5193982"/>
                  </a:moveTo>
                  <a:lnTo>
                    <a:pt x="3902075" y="5193982"/>
                  </a:lnTo>
                  <a:lnTo>
                    <a:pt x="3897884" y="5198249"/>
                  </a:lnTo>
                  <a:lnTo>
                    <a:pt x="3897884" y="5208765"/>
                  </a:lnTo>
                  <a:lnTo>
                    <a:pt x="3902075" y="5213032"/>
                  </a:lnTo>
                  <a:lnTo>
                    <a:pt x="3907409" y="5213032"/>
                  </a:lnTo>
                  <a:lnTo>
                    <a:pt x="3907409" y="5193982"/>
                  </a:lnTo>
                  <a:close/>
                </a:path>
                <a:path w="10424160" h="5213350">
                  <a:moveTo>
                    <a:pt x="3912616" y="5193982"/>
                  </a:moveTo>
                  <a:lnTo>
                    <a:pt x="3907409" y="5193982"/>
                  </a:lnTo>
                  <a:lnTo>
                    <a:pt x="3907409" y="5213032"/>
                  </a:lnTo>
                  <a:lnTo>
                    <a:pt x="3912616" y="5213032"/>
                  </a:lnTo>
                  <a:lnTo>
                    <a:pt x="3916934" y="5208765"/>
                  </a:lnTo>
                  <a:lnTo>
                    <a:pt x="3916934" y="5198249"/>
                  </a:lnTo>
                  <a:lnTo>
                    <a:pt x="3912616" y="5193982"/>
                  </a:lnTo>
                  <a:close/>
                </a:path>
                <a:path w="10424160" h="5213350">
                  <a:moveTo>
                    <a:pt x="3869309" y="5193982"/>
                  </a:moveTo>
                  <a:lnTo>
                    <a:pt x="3863975" y="5193982"/>
                  </a:lnTo>
                  <a:lnTo>
                    <a:pt x="3859784" y="5198249"/>
                  </a:lnTo>
                  <a:lnTo>
                    <a:pt x="3859784" y="5208765"/>
                  </a:lnTo>
                  <a:lnTo>
                    <a:pt x="3863975" y="5213032"/>
                  </a:lnTo>
                  <a:lnTo>
                    <a:pt x="3869309" y="5213032"/>
                  </a:lnTo>
                  <a:lnTo>
                    <a:pt x="3869309" y="5193982"/>
                  </a:lnTo>
                  <a:close/>
                </a:path>
                <a:path w="10424160" h="5213350">
                  <a:moveTo>
                    <a:pt x="3874516" y="5193982"/>
                  </a:moveTo>
                  <a:lnTo>
                    <a:pt x="3869309" y="5193982"/>
                  </a:lnTo>
                  <a:lnTo>
                    <a:pt x="3869309" y="5213032"/>
                  </a:lnTo>
                  <a:lnTo>
                    <a:pt x="3874516" y="5213032"/>
                  </a:lnTo>
                  <a:lnTo>
                    <a:pt x="3878834" y="5208765"/>
                  </a:lnTo>
                  <a:lnTo>
                    <a:pt x="3878834" y="5198249"/>
                  </a:lnTo>
                  <a:lnTo>
                    <a:pt x="3874516" y="5193982"/>
                  </a:lnTo>
                  <a:close/>
                </a:path>
                <a:path w="10424160" h="5213350">
                  <a:moveTo>
                    <a:pt x="3831209" y="5193982"/>
                  </a:moveTo>
                  <a:lnTo>
                    <a:pt x="3825875" y="5193982"/>
                  </a:lnTo>
                  <a:lnTo>
                    <a:pt x="3821684" y="5198249"/>
                  </a:lnTo>
                  <a:lnTo>
                    <a:pt x="3821684" y="5208765"/>
                  </a:lnTo>
                  <a:lnTo>
                    <a:pt x="3825875" y="5213032"/>
                  </a:lnTo>
                  <a:lnTo>
                    <a:pt x="3831209" y="5213032"/>
                  </a:lnTo>
                  <a:lnTo>
                    <a:pt x="3831209" y="5193982"/>
                  </a:lnTo>
                  <a:close/>
                </a:path>
                <a:path w="10424160" h="5213350">
                  <a:moveTo>
                    <a:pt x="3836416" y="5193982"/>
                  </a:moveTo>
                  <a:lnTo>
                    <a:pt x="3831209" y="5193982"/>
                  </a:lnTo>
                  <a:lnTo>
                    <a:pt x="3831209" y="5213032"/>
                  </a:lnTo>
                  <a:lnTo>
                    <a:pt x="3836416" y="5213032"/>
                  </a:lnTo>
                  <a:lnTo>
                    <a:pt x="3840734" y="5208765"/>
                  </a:lnTo>
                  <a:lnTo>
                    <a:pt x="3840734" y="5198249"/>
                  </a:lnTo>
                  <a:lnTo>
                    <a:pt x="3836416" y="5193982"/>
                  </a:lnTo>
                  <a:close/>
                </a:path>
                <a:path w="10424160" h="5213350">
                  <a:moveTo>
                    <a:pt x="3792982" y="5193982"/>
                  </a:moveTo>
                  <a:lnTo>
                    <a:pt x="3787775" y="5193982"/>
                  </a:lnTo>
                  <a:lnTo>
                    <a:pt x="3783457" y="5198249"/>
                  </a:lnTo>
                  <a:lnTo>
                    <a:pt x="3783457" y="5208765"/>
                  </a:lnTo>
                  <a:lnTo>
                    <a:pt x="3787775" y="5213032"/>
                  </a:lnTo>
                  <a:lnTo>
                    <a:pt x="3792982" y="5213032"/>
                  </a:lnTo>
                  <a:lnTo>
                    <a:pt x="3792982" y="5193982"/>
                  </a:lnTo>
                  <a:close/>
                </a:path>
                <a:path w="10424160" h="5213350">
                  <a:moveTo>
                    <a:pt x="3798316" y="5193982"/>
                  </a:moveTo>
                  <a:lnTo>
                    <a:pt x="3793109" y="5193982"/>
                  </a:lnTo>
                  <a:lnTo>
                    <a:pt x="3793109" y="5213032"/>
                  </a:lnTo>
                  <a:lnTo>
                    <a:pt x="3798316" y="5213032"/>
                  </a:lnTo>
                  <a:lnTo>
                    <a:pt x="3802634" y="5208765"/>
                  </a:lnTo>
                  <a:lnTo>
                    <a:pt x="3802634" y="5198249"/>
                  </a:lnTo>
                  <a:lnTo>
                    <a:pt x="3798316" y="5193982"/>
                  </a:lnTo>
                  <a:close/>
                </a:path>
                <a:path w="10424160" h="5213350">
                  <a:moveTo>
                    <a:pt x="3754882" y="5193982"/>
                  </a:moveTo>
                  <a:lnTo>
                    <a:pt x="3749675" y="5193982"/>
                  </a:lnTo>
                  <a:lnTo>
                    <a:pt x="3745357" y="5198249"/>
                  </a:lnTo>
                  <a:lnTo>
                    <a:pt x="3745357" y="5208765"/>
                  </a:lnTo>
                  <a:lnTo>
                    <a:pt x="3749675" y="5213032"/>
                  </a:lnTo>
                  <a:lnTo>
                    <a:pt x="3754882" y="5213032"/>
                  </a:lnTo>
                  <a:lnTo>
                    <a:pt x="3754882" y="5193982"/>
                  </a:lnTo>
                  <a:close/>
                </a:path>
                <a:path w="10424160" h="5213350">
                  <a:moveTo>
                    <a:pt x="3760216" y="5193982"/>
                  </a:moveTo>
                  <a:lnTo>
                    <a:pt x="3754882" y="5193982"/>
                  </a:lnTo>
                  <a:lnTo>
                    <a:pt x="3754882" y="5213032"/>
                  </a:lnTo>
                  <a:lnTo>
                    <a:pt x="3760216" y="5213032"/>
                  </a:lnTo>
                  <a:lnTo>
                    <a:pt x="3764407" y="5208765"/>
                  </a:lnTo>
                  <a:lnTo>
                    <a:pt x="3764407" y="5198249"/>
                  </a:lnTo>
                  <a:lnTo>
                    <a:pt x="3760216" y="5193982"/>
                  </a:lnTo>
                  <a:close/>
                </a:path>
                <a:path w="10424160" h="5213350">
                  <a:moveTo>
                    <a:pt x="3716782" y="5193982"/>
                  </a:moveTo>
                  <a:lnTo>
                    <a:pt x="3711575" y="5193982"/>
                  </a:lnTo>
                  <a:lnTo>
                    <a:pt x="3707257" y="5198249"/>
                  </a:lnTo>
                  <a:lnTo>
                    <a:pt x="3707257" y="5208765"/>
                  </a:lnTo>
                  <a:lnTo>
                    <a:pt x="3711575" y="5213032"/>
                  </a:lnTo>
                  <a:lnTo>
                    <a:pt x="3716782" y="5213032"/>
                  </a:lnTo>
                  <a:lnTo>
                    <a:pt x="3716782" y="5193982"/>
                  </a:lnTo>
                  <a:close/>
                </a:path>
                <a:path w="10424160" h="5213350">
                  <a:moveTo>
                    <a:pt x="3722116" y="5193982"/>
                  </a:moveTo>
                  <a:lnTo>
                    <a:pt x="3716782" y="5193982"/>
                  </a:lnTo>
                  <a:lnTo>
                    <a:pt x="3716782" y="5213032"/>
                  </a:lnTo>
                  <a:lnTo>
                    <a:pt x="3722116" y="5213032"/>
                  </a:lnTo>
                  <a:lnTo>
                    <a:pt x="3726307" y="5208765"/>
                  </a:lnTo>
                  <a:lnTo>
                    <a:pt x="3726307" y="5198249"/>
                  </a:lnTo>
                  <a:lnTo>
                    <a:pt x="3722116" y="5193982"/>
                  </a:lnTo>
                  <a:close/>
                </a:path>
                <a:path w="10424160" h="5213350">
                  <a:moveTo>
                    <a:pt x="3678682" y="5193982"/>
                  </a:moveTo>
                  <a:lnTo>
                    <a:pt x="3673475" y="5193982"/>
                  </a:lnTo>
                  <a:lnTo>
                    <a:pt x="3669157" y="5198249"/>
                  </a:lnTo>
                  <a:lnTo>
                    <a:pt x="3669157" y="5208765"/>
                  </a:lnTo>
                  <a:lnTo>
                    <a:pt x="3673475" y="5213032"/>
                  </a:lnTo>
                  <a:lnTo>
                    <a:pt x="3678682" y="5213032"/>
                  </a:lnTo>
                  <a:lnTo>
                    <a:pt x="3678682" y="5193982"/>
                  </a:lnTo>
                  <a:close/>
                </a:path>
                <a:path w="10424160" h="5213350">
                  <a:moveTo>
                    <a:pt x="3684016" y="5193982"/>
                  </a:moveTo>
                  <a:lnTo>
                    <a:pt x="3678682" y="5193982"/>
                  </a:lnTo>
                  <a:lnTo>
                    <a:pt x="3678682" y="5213032"/>
                  </a:lnTo>
                  <a:lnTo>
                    <a:pt x="3684016" y="5213032"/>
                  </a:lnTo>
                  <a:lnTo>
                    <a:pt x="3688207" y="5208765"/>
                  </a:lnTo>
                  <a:lnTo>
                    <a:pt x="3688207" y="5198249"/>
                  </a:lnTo>
                  <a:lnTo>
                    <a:pt x="3684016" y="5193982"/>
                  </a:lnTo>
                  <a:close/>
                </a:path>
                <a:path w="10424160" h="5213350">
                  <a:moveTo>
                    <a:pt x="3640582" y="5193982"/>
                  </a:moveTo>
                  <a:lnTo>
                    <a:pt x="3635248" y="5193982"/>
                  </a:lnTo>
                  <a:lnTo>
                    <a:pt x="3631057" y="5198249"/>
                  </a:lnTo>
                  <a:lnTo>
                    <a:pt x="3631057" y="5208765"/>
                  </a:lnTo>
                  <a:lnTo>
                    <a:pt x="3635248" y="5213032"/>
                  </a:lnTo>
                  <a:lnTo>
                    <a:pt x="3640582" y="5213032"/>
                  </a:lnTo>
                  <a:lnTo>
                    <a:pt x="3640582" y="5193982"/>
                  </a:lnTo>
                  <a:close/>
                </a:path>
                <a:path w="10424160" h="5213350">
                  <a:moveTo>
                    <a:pt x="3645789" y="5193982"/>
                  </a:moveTo>
                  <a:lnTo>
                    <a:pt x="3640582" y="5193982"/>
                  </a:lnTo>
                  <a:lnTo>
                    <a:pt x="3640582" y="5213032"/>
                  </a:lnTo>
                  <a:lnTo>
                    <a:pt x="3645789" y="5213032"/>
                  </a:lnTo>
                  <a:lnTo>
                    <a:pt x="3650107" y="5208765"/>
                  </a:lnTo>
                  <a:lnTo>
                    <a:pt x="3650107" y="5198249"/>
                  </a:lnTo>
                  <a:lnTo>
                    <a:pt x="3645789" y="5193982"/>
                  </a:lnTo>
                  <a:close/>
                </a:path>
                <a:path w="10424160" h="5213350">
                  <a:moveTo>
                    <a:pt x="3602482" y="5193982"/>
                  </a:moveTo>
                  <a:lnTo>
                    <a:pt x="3597148" y="5193982"/>
                  </a:lnTo>
                  <a:lnTo>
                    <a:pt x="3592957" y="5198249"/>
                  </a:lnTo>
                  <a:lnTo>
                    <a:pt x="3592957" y="5208765"/>
                  </a:lnTo>
                  <a:lnTo>
                    <a:pt x="3597148" y="5213032"/>
                  </a:lnTo>
                  <a:lnTo>
                    <a:pt x="3602482" y="5213032"/>
                  </a:lnTo>
                  <a:lnTo>
                    <a:pt x="3602482" y="5193982"/>
                  </a:lnTo>
                  <a:close/>
                </a:path>
                <a:path w="10424160" h="5213350">
                  <a:moveTo>
                    <a:pt x="3607689" y="5193982"/>
                  </a:moveTo>
                  <a:lnTo>
                    <a:pt x="3602482" y="5193982"/>
                  </a:lnTo>
                  <a:lnTo>
                    <a:pt x="3602482" y="5213032"/>
                  </a:lnTo>
                  <a:lnTo>
                    <a:pt x="3607689" y="5213032"/>
                  </a:lnTo>
                  <a:lnTo>
                    <a:pt x="3612007" y="5208765"/>
                  </a:lnTo>
                  <a:lnTo>
                    <a:pt x="3612007" y="5198249"/>
                  </a:lnTo>
                  <a:lnTo>
                    <a:pt x="3607689" y="5193982"/>
                  </a:lnTo>
                  <a:close/>
                </a:path>
                <a:path w="10424160" h="5213350">
                  <a:moveTo>
                    <a:pt x="3564382" y="5193982"/>
                  </a:moveTo>
                  <a:lnTo>
                    <a:pt x="3559048" y="5193982"/>
                  </a:lnTo>
                  <a:lnTo>
                    <a:pt x="3554857" y="5198249"/>
                  </a:lnTo>
                  <a:lnTo>
                    <a:pt x="3554857" y="5208765"/>
                  </a:lnTo>
                  <a:lnTo>
                    <a:pt x="3559048" y="5213032"/>
                  </a:lnTo>
                  <a:lnTo>
                    <a:pt x="3564382" y="5213032"/>
                  </a:lnTo>
                  <a:lnTo>
                    <a:pt x="3564382" y="5193982"/>
                  </a:lnTo>
                  <a:close/>
                </a:path>
                <a:path w="10424160" h="5213350">
                  <a:moveTo>
                    <a:pt x="3569589" y="5193982"/>
                  </a:moveTo>
                  <a:lnTo>
                    <a:pt x="3564382" y="5193982"/>
                  </a:lnTo>
                  <a:lnTo>
                    <a:pt x="3564382" y="5213032"/>
                  </a:lnTo>
                  <a:lnTo>
                    <a:pt x="3569589" y="5213032"/>
                  </a:lnTo>
                  <a:lnTo>
                    <a:pt x="3573907" y="5208765"/>
                  </a:lnTo>
                  <a:lnTo>
                    <a:pt x="3573907" y="5198249"/>
                  </a:lnTo>
                  <a:lnTo>
                    <a:pt x="3569589" y="5193982"/>
                  </a:lnTo>
                  <a:close/>
                </a:path>
                <a:path w="10424160" h="5213350">
                  <a:moveTo>
                    <a:pt x="3526155" y="5193982"/>
                  </a:moveTo>
                  <a:lnTo>
                    <a:pt x="3520948" y="5193982"/>
                  </a:lnTo>
                  <a:lnTo>
                    <a:pt x="3516630" y="5198249"/>
                  </a:lnTo>
                  <a:lnTo>
                    <a:pt x="3516630" y="5208765"/>
                  </a:lnTo>
                  <a:lnTo>
                    <a:pt x="3520948" y="5213032"/>
                  </a:lnTo>
                  <a:lnTo>
                    <a:pt x="3526155" y="5213032"/>
                  </a:lnTo>
                  <a:lnTo>
                    <a:pt x="3526155" y="5193982"/>
                  </a:lnTo>
                  <a:close/>
                </a:path>
                <a:path w="10424160" h="5213350">
                  <a:moveTo>
                    <a:pt x="3531489" y="5193982"/>
                  </a:moveTo>
                  <a:lnTo>
                    <a:pt x="3526282" y="5193982"/>
                  </a:lnTo>
                  <a:lnTo>
                    <a:pt x="3526282" y="5213032"/>
                  </a:lnTo>
                  <a:lnTo>
                    <a:pt x="3531489" y="5213032"/>
                  </a:lnTo>
                  <a:lnTo>
                    <a:pt x="3535807" y="5208765"/>
                  </a:lnTo>
                  <a:lnTo>
                    <a:pt x="3535807" y="5198249"/>
                  </a:lnTo>
                  <a:lnTo>
                    <a:pt x="3531489" y="5193982"/>
                  </a:lnTo>
                  <a:close/>
                </a:path>
                <a:path w="10424160" h="5213350">
                  <a:moveTo>
                    <a:pt x="3488055" y="5193982"/>
                  </a:moveTo>
                  <a:lnTo>
                    <a:pt x="3482848" y="5193982"/>
                  </a:lnTo>
                  <a:lnTo>
                    <a:pt x="3478530" y="5198249"/>
                  </a:lnTo>
                  <a:lnTo>
                    <a:pt x="3478530" y="5208765"/>
                  </a:lnTo>
                  <a:lnTo>
                    <a:pt x="3482848" y="5213032"/>
                  </a:lnTo>
                  <a:lnTo>
                    <a:pt x="3488055" y="5213032"/>
                  </a:lnTo>
                  <a:lnTo>
                    <a:pt x="3488055" y="5193982"/>
                  </a:lnTo>
                  <a:close/>
                </a:path>
                <a:path w="10424160" h="5213350">
                  <a:moveTo>
                    <a:pt x="3493389" y="5193982"/>
                  </a:moveTo>
                  <a:lnTo>
                    <a:pt x="3488055" y="5193982"/>
                  </a:lnTo>
                  <a:lnTo>
                    <a:pt x="3488055" y="5213032"/>
                  </a:lnTo>
                  <a:lnTo>
                    <a:pt x="3493389" y="5213032"/>
                  </a:lnTo>
                  <a:lnTo>
                    <a:pt x="3497580" y="5208765"/>
                  </a:lnTo>
                  <a:lnTo>
                    <a:pt x="3497580" y="5198249"/>
                  </a:lnTo>
                  <a:lnTo>
                    <a:pt x="3493389" y="5193982"/>
                  </a:lnTo>
                  <a:close/>
                </a:path>
                <a:path w="10424160" h="5213350">
                  <a:moveTo>
                    <a:pt x="3449955" y="5193982"/>
                  </a:moveTo>
                  <a:lnTo>
                    <a:pt x="3444748" y="5193982"/>
                  </a:lnTo>
                  <a:lnTo>
                    <a:pt x="3440430" y="5198249"/>
                  </a:lnTo>
                  <a:lnTo>
                    <a:pt x="3440430" y="5208765"/>
                  </a:lnTo>
                  <a:lnTo>
                    <a:pt x="3444748" y="5213032"/>
                  </a:lnTo>
                  <a:lnTo>
                    <a:pt x="3449955" y="5213032"/>
                  </a:lnTo>
                  <a:lnTo>
                    <a:pt x="3449955" y="5193982"/>
                  </a:lnTo>
                  <a:close/>
                </a:path>
                <a:path w="10424160" h="5213350">
                  <a:moveTo>
                    <a:pt x="3455289" y="5193982"/>
                  </a:moveTo>
                  <a:lnTo>
                    <a:pt x="3449955" y="5193982"/>
                  </a:lnTo>
                  <a:lnTo>
                    <a:pt x="3449955" y="5213032"/>
                  </a:lnTo>
                  <a:lnTo>
                    <a:pt x="3455289" y="5213032"/>
                  </a:lnTo>
                  <a:lnTo>
                    <a:pt x="3459480" y="5208765"/>
                  </a:lnTo>
                  <a:lnTo>
                    <a:pt x="3459480" y="5198249"/>
                  </a:lnTo>
                  <a:lnTo>
                    <a:pt x="3455289" y="5193982"/>
                  </a:lnTo>
                  <a:close/>
                </a:path>
                <a:path w="10424160" h="5213350">
                  <a:moveTo>
                    <a:pt x="3411855" y="5193982"/>
                  </a:moveTo>
                  <a:lnTo>
                    <a:pt x="3406521" y="5193982"/>
                  </a:lnTo>
                  <a:lnTo>
                    <a:pt x="3402330" y="5198249"/>
                  </a:lnTo>
                  <a:lnTo>
                    <a:pt x="3402330" y="5208765"/>
                  </a:lnTo>
                  <a:lnTo>
                    <a:pt x="3406521" y="5213032"/>
                  </a:lnTo>
                  <a:lnTo>
                    <a:pt x="3411855" y="5213032"/>
                  </a:lnTo>
                  <a:lnTo>
                    <a:pt x="3411855" y="5193982"/>
                  </a:lnTo>
                  <a:close/>
                </a:path>
                <a:path w="10424160" h="5213350">
                  <a:moveTo>
                    <a:pt x="3417062" y="5193982"/>
                  </a:moveTo>
                  <a:lnTo>
                    <a:pt x="3411855" y="5193982"/>
                  </a:lnTo>
                  <a:lnTo>
                    <a:pt x="3411855" y="5213032"/>
                  </a:lnTo>
                  <a:lnTo>
                    <a:pt x="3417062" y="5213032"/>
                  </a:lnTo>
                  <a:lnTo>
                    <a:pt x="3421380" y="5208765"/>
                  </a:lnTo>
                  <a:lnTo>
                    <a:pt x="3421380" y="5198249"/>
                  </a:lnTo>
                  <a:lnTo>
                    <a:pt x="3417062" y="5193982"/>
                  </a:lnTo>
                  <a:close/>
                </a:path>
                <a:path w="10424160" h="5213350">
                  <a:moveTo>
                    <a:pt x="3373755" y="5193982"/>
                  </a:moveTo>
                  <a:lnTo>
                    <a:pt x="3368421" y="5193982"/>
                  </a:lnTo>
                  <a:lnTo>
                    <a:pt x="3364230" y="5198249"/>
                  </a:lnTo>
                  <a:lnTo>
                    <a:pt x="3364230" y="5208765"/>
                  </a:lnTo>
                  <a:lnTo>
                    <a:pt x="3368421" y="5213032"/>
                  </a:lnTo>
                  <a:lnTo>
                    <a:pt x="3373755" y="5213032"/>
                  </a:lnTo>
                  <a:lnTo>
                    <a:pt x="3373755" y="5193982"/>
                  </a:lnTo>
                  <a:close/>
                </a:path>
                <a:path w="10424160" h="5213350">
                  <a:moveTo>
                    <a:pt x="3378962" y="5193982"/>
                  </a:moveTo>
                  <a:lnTo>
                    <a:pt x="3373755" y="5193982"/>
                  </a:lnTo>
                  <a:lnTo>
                    <a:pt x="3373755" y="5213032"/>
                  </a:lnTo>
                  <a:lnTo>
                    <a:pt x="3378962" y="5213032"/>
                  </a:lnTo>
                  <a:lnTo>
                    <a:pt x="3383280" y="5208765"/>
                  </a:lnTo>
                  <a:lnTo>
                    <a:pt x="3383280" y="5198249"/>
                  </a:lnTo>
                  <a:lnTo>
                    <a:pt x="3378962" y="5193982"/>
                  </a:lnTo>
                  <a:close/>
                </a:path>
                <a:path w="10424160" h="5213350">
                  <a:moveTo>
                    <a:pt x="3335655" y="5193982"/>
                  </a:moveTo>
                  <a:lnTo>
                    <a:pt x="3330321" y="5193982"/>
                  </a:lnTo>
                  <a:lnTo>
                    <a:pt x="3326130" y="5198249"/>
                  </a:lnTo>
                  <a:lnTo>
                    <a:pt x="3326130" y="5208765"/>
                  </a:lnTo>
                  <a:lnTo>
                    <a:pt x="3330321" y="5213032"/>
                  </a:lnTo>
                  <a:lnTo>
                    <a:pt x="3335655" y="5213032"/>
                  </a:lnTo>
                  <a:lnTo>
                    <a:pt x="3335655" y="5193982"/>
                  </a:lnTo>
                  <a:close/>
                </a:path>
                <a:path w="10424160" h="5213350">
                  <a:moveTo>
                    <a:pt x="3340862" y="5193982"/>
                  </a:moveTo>
                  <a:lnTo>
                    <a:pt x="3335655" y="5193982"/>
                  </a:lnTo>
                  <a:lnTo>
                    <a:pt x="3335655" y="5213032"/>
                  </a:lnTo>
                  <a:lnTo>
                    <a:pt x="3340862" y="5213032"/>
                  </a:lnTo>
                  <a:lnTo>
                    <a:pt x="3345180" y="5208765"/>
                  </a:lnTo>
                  <a:lnTo>
                    <a:pt x="3345180" y="5198249"/>
                  </a:lnTo>
                  <a:lnTo>
                    <a:pt x="3340862" y="5193982"/>
                  </a:lnTo>
                  <a:close/>
                </a:path>
                <a:path w="10424160" h="5213350">
                  <a:moveTo>
                    <a:pt x="3297428" y="5193982"/>
                  </a:moveTo>
                  <a:lnTo>
                    <a:pt x="3292221" y="5193982"/>
                  </a:lnTo>
                  <a:lnTo>
                    <a:pt x="3287903" y="5198249"/>
                  </a:lnTo>
                  <a:lnTo>
                    <a:pt x="3287903" y="5208765"/>
                  </a:lnTo>
                  <a:lnTo>
                    <a:pt x="3292221" y="5213032"/>
                  </a:lnTo>
                  <a:lnTo>
                    <a:pt x="3297428" y="5213032"/>
                  </a:lnTo>
                  <a:lnTo>
                    <a:pt x="3297428" y="5193982"/>
                  </a:lnTo>
                  <a:close/>
                </a:path>
                <a:path w="10424160" h="5213350">
                  <a:moveTo>
                    <a:pt x="3302762" y="5193982"/>
                  </a:moveTo>
                  <a:lnTo>
                    <a:pt x="3297555" y="5193982"/>
                  </a:lnTo>
                  <a:lnTo>
                    <a:pt x="3297555" y="5213032"/>
                  </a:lnTo>
                  <a:lnTo>
                    <a:pt x="3302762" y="5213032"/>
                  </a:lnTo>
                  <a:lnTo>
                    <a:pt x="3307080" y="5208765"/>
                  </a:lnTo>
                  <a:lnTo>
                    <a:pt x="3307080" y="5198249"/>
                  </a:lnTo>
                  <a:lnTo>
                    <a:pt x="3302762" y="5193982"/>
                  </a:lnTo>
                  <a:close/>
                </a:path>
                <a:path w="10424160" h="5213350">
                  <a:moveTo>
                    <a:pt x="3259328" y="5193982"/>
                  </a:moveTo>
                  <a:lnTo>
                    <a:pt x="3254121" y="5193982"/>
                  </a:lnTo>
                  <a:lnTo>
                    <a:pt x="3249803" y="5198249"/>
                  </a:lnTo>
                  <a:lnTo>
                    <a:pt x="3249803" y="5208765"/>
                  </a:lnTo>
                  <a:lnTo>
                    <a:pt x="3254121" y="5213032"/>
                  </a:lnTo>
                  <a:lnTo>
                    <a:pt x="3259328" y="5213032"/>
                  </a:lnTo>
                  <a:lnTo>
                    <a:pt x="3259328" y="5193982"/>
                  </a:lnTo>
                  <a:close/>
                </a:path>
                <a:path w="10424160" h="5213350">
                  <a:moveTo>
                    <a:pt x="3264662" y="5193982"/>
                  </a:moveTo>
                  <a:lnTo>
                    <a:pt x="3259328" y="5193982"/>
                  </a:lnTo>
                  <a:lnTo>
                    <a:pt x="3259328" y="5213032"/>
                  </a:lnTo>
                  <a:lnTo>
                    <a:pt x="3264662" y="5213032"/>
                  </a:lnTo>
                  <a:lnTo>
                    <a:pt x="3268853" y="5208765"/>
                  </a:lnTo>
                  <a:lnTo>
                    <a:pt x="3268853" y="5198249"/>
                  </a:lnTo>
                  <a:lnTo>
                    <a:pt x="3264662" y="5193982"/>
                  </a:lnTo>
                  <a:close/>
                </a:path>
                <a:path w="10424160" h="5213350">
                  <a:moveTo>
                    <a:pt x="3221228" y="5193982"/>
                  </a:moveTo>
                  <a:lnTo>
                    <a:pt x="3216021" y="5193982"/>
                  </a:lnTo>
                  <a:lnTo>
                    <a:pt x="3211703" y="5198249"/>
                  </a:lnTo>
                  <a:lnTo>
                    <a:pt x="3211703" y="5208765"/>
                  </a:lnTo>
                  <a:lnTo>
                    <a:pt x="3216021" y="5213032"/>
                  </a:lnTo>
                  <a:lnTo>
                    <a:pt x="3221228" y="5213032"/>
                  </a:lnTo>
                  <a:lnTo>
                    <a:pt x="3221228" y="5193982"/>
                  </a:lnTo>
                  <a:close/>
                </a:path>
                <a:path w="10424160" h="5213350">
                  <a:moveTo>
                    <a:pt x="3226561" y="5193982"/>
                  </a:moveTo>
                  <a:lnTo>
                    <a:pt x="3221228" y="5193982"/>
                  </a:lnTo>
                  <a:lnTo>
                    <a:pt x="3221228" y="5213032"/>
                  </a:lnTo>
                  <a:lnTo>
                    <a:pt x="3226561" y="5213032"/>
                  </a:lnTo>
                  <a:lnTo>
                    <a:pt x="3230753" y="5208765"/>
                  </a:lnTo>
                  <a:lnTo>
                    <a:pt x="3230753" y="5198249"/>
                  </a:lnTo>
                  <a:lnTo>
                    <a:pt x="3226561" y="5193982"/>
                  </a:lnTo>
                  <a:close/>
                </a:path>
                <a:path w="10424160" h="5213350">
                  <a:moveTo>
                    <a:pt x="3183128" y="5193982"/>
                  </a:moveTo>
                  <a:lnTo>
                    <a:pt x="3177921" y="5193982"/>
                  </a:lnTo>
                  <a:lnTo>
                    <a:pt x="3173603" y="5198249"/>
                  </a:lnTo>
                  <a:lnTo>
                    <a:pt x="3173603" y="5208765"/>
                  </a:lnTo>
                  <a:lnTo>
                    <a:pt x="3177921" y="5213032"/>
                  </a:lnTo>
                  <a:lnTo>
                    <a:pt x="3183128" y="5213032"/>
                  </a:lnTo>
                  <a:lnTo>
                    <a:pt x="3183128" y="5193982"/>
                  </a:lnTo>
                  <a:close/>
                </a:path>
                <a:path w="10424160" h="5213350">
                  <a:moveTo>
                    <a:pt x="3188461" y="5193982"/>
                  </a:moveTo>
                  <a:lnTo>
                    <a:pt x="3183128" y="5193982"/>
                  </a:lnTo>
                  <a:lnTo>
                    <a:pt x="3183128" y="5213032"/>
                  </a:lnTo>
                  <a:lnTo>
                    <a:pt x="3188461" y="5213032"/>
                  </a:lnTo>
                  <a:lnTo>
                    <a:pt x="3192653" y="5208765"/>
                  </a:lnTo>
                  <a:lnTo>
                    <a:pt x="3192653" y="5198249"/>
                  </a:lnTo>
                  <a:lnTo>
                    <a:pt x="3188461" y="5193982"/>
                  </a:lnTo>
                  <a:close/>
                </a:path>
                <a:path w="10424160" h="5213350">
                  <a:moveTo>
                    <a:pt x="3145028" y="5193982"/>
                  </a:moveTo>
                  <a:lnTo>
                    <a:pt x="3139694" y="5193982"/>
                  </a:lnTo>
                  <a:lnTo>
                    <a:pt x="3135503" y="5198249"/>
                  </a:lnTo>
                  <a:lnTo>
                    <a:pt x="3135503" y="5208765"/>
                  </a:lnTo>
                  <a:lnTo>
                    <a:pt x="3139694" y="5213032"/>
                  </a:lnTo>
                  <a:lnTo>
                    <a:pt x="3145028" y="5213032"/>
                  </a:lnTo>
                  <a:lnTo>
                    <a:pt x="3145028" y="5193982"/>
                  </a:lnTo>
                  <a:close/>
                </a:path>
                <a:path w="10424160" h="5213350">
                  <a:moveTo>
                    <a:pt x="3150235" y="5193982"/>
                  </a:moveTo>
                  <a:lnTo>
                    <a:pt x="3145028" y="5193982"/>
                  </a:lnTo>
                  <a:lnTo>
                    <a:pt x="3145028" y="5213032"/>
                  </a:lnTo>
                  <a:lnTo>
                    <a:pt x="3150235" y="5213032"/>
                  </a:lnTo>
                  <a:lnTo>
                    <a:pt x="3154553" y="5208765"/>
                  </a:lnTo>
                  <a:lnTo>
                    <a:pt x="3154553" y="5198249"/>
                  </a:lnTo>
                  <a:lnTo>
                    <a:pt x="3150235" y="5193982"/>
                  </a:lnTo>
                  <a:close/>
                </a:path>
                <a:path w="10424160" h="5213350">
                  <a:moveTo>
                    <a:pt x="3106928" y="5193982"/>
                  </a:moveTo>
                  <a:lnTo>
                    <a:pt x="3101594" y="5193982"/>
                  </a:lnTo>
                  <a:lnTo>
                    <a:pt x="3097403" y="5198249"/>
                  </a:lnTo>
                  <a:lnTo>
                    <a:pt x="3097403" y="5208765"/>
                  </a:lnTo>
                  <a:lnTo>
                    <a:pt x="3101594" y="5213032"/>
                  </a:lnTo>
                  <a:lnTo>
                    <a:pt x="3106928" y="5213032"/>
                  </a:lnTo>
                  <a:lnTo>
                    <a:pt x="3106928" y="5193982"/>
                  </a:lnTo>
                  <a:close/>
                </a:path>
                <a:path w="10424160" h="5213350">
                  <a:moveTo>
                    <a:pt x="3112135" y="5193982"/>
                  </a:moveTo>
                  <a:lnTo>
                    <a:pt x="3106928" y="5193982"/>
                  </a:lnTo>
                  <a:lnTo>
                    <a:pt x="3106928" y="5213032"/>
                  </a:lnTo>
                  <a:lnTo>
                    <a:pt x="3112135" y="5213032"/>
                  </a:lnTo>
                  <a:lnTo>
                    <a:pt x="3116453" y="5208765"/>
                  </a:lnTo>
                  <a:lnTo>
                    <a:pt x="3116453" y="5198249"/>
                  </a:lnTo>
                  <a:lnTo>
                    <a:pt x="3112135" y="5193982"/>
                  </a:lnTo>
                  <a:close/>
                </a:path>
                <a:path w="10424160" h="5213350">
                  <a:moveTo>
                    <a:pt x="3068828" y="5193982"/>
                  </a:moveTo>
                  <a:lnTo>
                    <a:pt x="3063494" y="5193982"/>
                  </a:lnTo>
                  <a:lnTo>
                    <a:pt x="3059303" y="5198249"/>
                  </a:lnTo>
                  <a:lnTo>
                    <a:pt x="3059303" y="5208765"/>
                  </a:lnTo>
                  <a:lnTo>
                    <a:pt x="3063494" y="5213032"/>
                  </a:lnTo>
                  <a:lnTo>
                    <a:pt x="3068828" y="5213032"/>
                  </a:lnTo>
                  <a:lnTo>
                    <a:pt x="3068828" y="5193982"/>
                  </a:lnTo>
                  <a:close/>
                </a:path>
                <a:path w="10424160" h="5213350">
                  <a:moveTo>
                    <a:pt x="3074035" y="5193982"/>
                  </a:moveTo>
                  <a:lnTo>
                    <a:pt x="3068828" y="5193982"/>
                  </a:lnTo>
                  <a:lnTo>
                    <a:pt x="3068828" y="5213032"/>
                  </a:lnTo>
                  <a:lnTo>
                    <a:pt x="3074035" y="5213032"/>
                  </a:lnTo>
                  <a:lnTo>
                    <a:pt x="3078353" y="5208765"/>
                  </a:lnTo>
                  <a:lnTo>
                    <a:pt x="3078353" y="5198249"/>
                  </a:lnTo>
                  <a:lnTo>
                    <a:pt x="3074035" y="5193982"/>
                  </a:lnTo>
                  <a:close/>
                </a:path>
                <a:path w="10424160" h="5213350">
                  <a:moveTo>
                    <a:pt x="3030600" y="5193982"/>
                  </a:moveTo>
                  <a:lnTo>
                    <a:pt x="3025394" y="5193982"/>
                  </a:lnTo>
                  <a:lnTo>
                    <a:pt x="3021075" y="5198249"/>
                  </a:lnTo>
                  <a:lnTo>
                    <a:pt x="3021075" y="5208765"/>
                  </a:lnTo>
                  <a:lnTo>
                    <a:pt x="3025394" y="5213032"/>
                  </a:lnTo>
                  <a:lnTo>
                    <a:pt x="3030600" y="5213032"/>
                  </a:lnTo>
                  <a:lnTo>
                    <a:pt x="3030600" y="5193982"/>
                  </a:lnTo>
                  <a:close/>
                </a:path>
                <a:path w="10424160" h="5213350">
                  <a:moveTo>
                    <a:pt x="3030728" y="5206682"/>
                  </a:moveTo>
                  <a:lnTo>
                    <a:pt x="3030600" y="5206682"/>
                  </a:lnTo>
                  <a:lnTo>
                    <a:pt x="3030600" y="5213032"/>
                  </a:lnTo>
                  <a:lnTo>
                    <a:pt x="3030728" y="5213032"/>
                  </a:lnTo>
                  <a:lnTo>
                    <a:pt x="3030728" y="5206682"/>
                  </a:lnTo>
                  <a:close/>
                </a:path>
                <a:path w="10424160" h="5213350">
                  <a:moveTo>
                    <a:pt x="3035935" y="5193982"/>
                  </a:moveTo>
                  <a:lnTo>
                    <a:pt x="3030728" y="5193982"/>
                  </a:lnTo>
                  <a:lnTo>
                    <a:pt x="3030728" y="5213032"/>
                  </a:lnTo>
                  <a:lnTo>
                    <a:pt x="3035935" y="5213032"/>
                  </a:lnTo>
                  <a:lnTo>
                    <a:pt x="3040253" y="5208765"/>
                  </a:lnTo>
                  <a:lnTo>
                    <a:pt x="3040253" y="5198249"/>
                  </a:lnTo>
                  <a:lnTo>
                    <a:pt x="3035935" y="5193982"/>
                  </a:lnTo>
                  <a:close/>
                </a:path>
                <a:path w="10424160" h="5213350">
                  <a:moveTo>
                    <a:pt x="3030728" y="5193982"/>
                  </a:moveTo>
                  <a:lnTo>
                    <a:pt x="3030600" y="5193982"/>
                  </a:lnTo>
                  <a:lnTo>
                    <a:pt x="3030600" y="5200332"/>
                  </a:lnTo>
                  <a:lnTo>
                    <a:pt x="3030728" y="5200332"/>
                  </a:lnTo>
                  <a:lnTo>
                    <a:pt x="3030728" y="5193982"/>
                  </a:lnTo>
                  <a:close/>
                </a:path>
                <a:path w="10424160" h="5213350">
                  <a:moveTo>
                    <a:pt x="2992500" y="5193982"/>
                  </a:moveTo>
                  <a:lnTo>
                    <a:pt x="2987294" y="5193982"/>
                  </a:lnTo>
                  <a:lnTo>
                    <a:pt x="2982975" y="5198249"/>
                  </a:lnTo>
                  <a:lnTo>
                    <a:pt x="2982975" y="5208765"/>
                  </a:lnTo>
                  <a:lnTo>
                    <a:pt x="2987294" y="5213032"/>
                  </a:lnTo>
                  <a:lnTo>
                    <a:pt x="2992500" y="5213032"/>
                  </a:lnTo>
                  <a:lnTo>
                    <a:pt x="2992500" y="5193982"/>
                  </a:lnTo>
                  <a:close/>
                </a:path>
                <a:path w="10424160" h="5213350">
                  <a:moveTo>
                    <a:pt x="2997835" y="5193982"/>
                  </a:moveTo>
                  <a:lnTo>
                    <a:pt x="2992500" y="5193982"/>
                  </a:lnTo>
                  <a:lnTo>
                    <a:pt x="2992500" y="5213032"/>
                  </a:lnTo>
                  <a:lnTo>
                    <a:pt x="2997835" y="5213032"/>
                  </a:lnTo>
                  <a:lnTo>
                    <a:pt x="3002025" y="5208765"/>
                  </a:lnTo>
                  <a:lnTo>
                    <a:pt x="3002025" y="5198249"/>
                  </a:lnTo>
                  <a:lnTo>
                    <a:pt x="2997835" y="5193982"/>
                  </a:lnTo>
                  <a:close/>
                </a:path>
                <a:path w="10424160" h="5213350">
                  <a:moveTo>
                    <a:pt x="2954400" y="5193982"/>
                  </a:moveTo>
                  <a:lnTo>
                    <a:pt x="2949194" y="5193982"/>
                  </a:lnTo>
                  <a:lnTo>
                    <a:pt x="2944875" y="5198249"/>
                  </a:lnTo>
                  <a:lnTo>
                    <a:pt x="2944875" y="5208765"/>
                  </a:lnTo>
                  <a:lnTo>
                    <a:pt x="2949194" y="5213032"/>
                  </a:lnTo>
                  <a:lnTo>
                    <a:pt x="2954400" y="5213032"/>
                  </a:lnTo>
                  <a:lnTo>
                    <a:pt x="2954400" y="5193982"/>
                  </a:lnTo>
                  <a:close/>
                </a:path>
                <a:path w="10424160" h="5213350">
                  <a:moveTo>
                    <a:pt x="2959735" y="5193982"/>
                  </a:moveTo>
                  <a:lnTo>
                    <a:pt x="2954400" y="5193982"/>
                  </a:lnTo>
                  <a:lnTo>
                    <a:pt x="2954400" y="5213032"/>
                  </a:lnTo>
                  <a:lnTo>
                    <a:pt x="2959735" y="5213032"/>
                  </a:lnTo>
                  <a:lnTo>
                    <a:pt x="2963925" y="5208765"/>
                  </a:lnTo>
                  <a:lnTo>
                    <a:pt x="2963925" y="5198249"/>
                  </a:lnTo>
                  <a:lnTo>
                    <a:pt x="2959735" y="5193982"/>
                  </a:lnTo>
                  <a:close/>
                </a:path>
                <a:path w="10424160" h="5213350">
                  <a:moveTo>
                    <a:pt x="2916300" y="5193982"/>
                  </a:moveTo>
                  <a:lnTo>
                    <a:pt x="2911094" y="5193982"/>
                  </a:lnTo>
                  <a:lnTo>
                    <a:pt x="2906775" y="5198249"/>
                  </a:lnTo>
                  <a:lnTo>
                    <a:pt x="2906775" y="5208765"/>
                  </a:lnTo>
                  <a:lnTo>
                    <a:pt x="2911094" y="5213032"/>
                  </a:lnTo>
                  <a:lnTo>
                    <a:pt x="2916300" y="5213032"/>
                  </a:lnTo>
                  <a:lnTo>
                    <a:pt x="2916300" y="5193982"/>
                  </a:lnTo>
                  <a:close/>
                </a:path>
                <a:path w="10424160" h="5213350">
                  <a:moveTo>
                    <a:pt x="2921635" y="5193982"/>
                  </a:moveTo>
                  <a:lnTo>
                    <a:pt x="2916300" y="5193982"/>
                  </a:lnTo>
                  <a:lnTo>
                    <a:pt x="2916300" y="5213032"/>
                  </a:lnTo>
                  <a:lnTo>
                    <a:pt x="2921635" y="5213032"/>
                  </a:lnTo>
                  <a:lnTo>
                    <a:pt x="2925825" y="5208765"/>
                  </a:lnTo>
                  <a:lnTo>
                    <a:pt x="2925825" y="5198249"/>
                  </a:lnTo>
                  <a:lnTo>
                    <a:pt x="2921635" y="5193982"/>
                  </a:lnTo>
                  <a:close/>
                </a:path>
                <a:path w="10424160" h="5213350">
                  <a:moveTo>
                    <a:pt x="2878200" y="5193982"/>
                  </a:moveTo>
                  <a:lnTo>
                    <a:pt x="2872867" y="5193982"/>
                  </a:lnTo>
                  <a:lnTo>
                    <a:pt x="2868675" y="5198249"/>
                  </a:lnTo>
                  <a:lnTo>
                    <a:pt x="2868675" y="5208765"/>
                  </a:lnTo>
                  <a:lnTo>
                    <a:pt x="2872867" y="5213032"/>
                  </a:lnTo>
                  <a:lnTo>
                    <a:pt x="2878200" y="5213032"/>
                  </a:lnTo>
                  <a:lnTo>
                    <a:pt x="2878200" y="5193982"/>
                  </a:lnTo>
                  <a:close/>
                </a:path>
                <a:path w="10424160" h="5213350">
                  <a:moveTo>
                    <a:pt x="2883408" y="5193982"/>
                  </a:moveTo>
                  <a:lnTo>
                    <a:pt x="2878200" y="5193982"/>
                  </a:lnTo>
                  <a:lnTo>
                    <a:pt x="2878200" y="5213032"/>
                  </a:lnTo>
                  <a:lnTo>
                    <a:pt x="2883408" y="5213032"/>
                  </a:lnTo>
                  <a:lnTo>
                    <a:pt x="2887725" y="5208765"/>
                  </a:lnTo>
                  <a:lnTo>
                    <a:pt x="2887725" y="5198249"/>
                  </a:lnTo>
                  <a:lnTo>
                    <a:pt x="2883408" y="5193982"/>
                  </a:lnTo>
                  <a:close/>
                </a:path>
                <a:path w="10424160" h="5213350">
                  <a:moveTo>
                    <a:pt x="2840100" y="5193982"/>
                  </a:moveTo>
                  <a:lnTo>
                    <a:pt x="2834767" y="5193982"/>
                  </a:lnTo>
                  <a:lnTo>
                    <a:pt x="2830575" y="5198249"/>
                  </a:lnTo>
                  <a:lnTo>
                    <a:pt x="2830575" y="5208765"/>
                  </a:lnTo>
                  <a:lnTo>
                    <a:pt x="2834767" y="5213032"/>
                  </a:lnTo>
                  <a:lnTo>
                    <a:pt x="2840100" y="5213032"/>
                  </a:lnTo>
                  <a:lnTo>
                    <a:pt x="2840100" y="5193982"/>
                  </a:lnTo>
                  <a:close/>
                </a:path>
                <a:path w="10424160" h="5213350">
                  <a:moveTo>
                    <a:pt x="2845308" y="5193982"/>
                  </a:moveTo>
                  <a:lnTo>
                    <a:pt x="2840100" y="5193982"/>
                  </a:lnTo>
                  <a:lnTo>
                    <a:pt x="2840100" y="5213032"/>
                  </a:lnTo>
                  <a:lnTo>
                    <a:pt x="2845308" y="5213032"/>
                  </a:lnTo>
                  <a:lnTo>
                    <a:pt x="2849625" y="5208765"/>
                  </a:lnTo>
                  <a:lnTo>
                    <a:pt x="2849625" y="5198249"/>
                  </a:lnTo>
                  <a:lnTo>
                    <a:pt x="2845308" y="5193982"/>
                  </a:lnTo>
                  <a:close/>
                </a:path>
                <a:path w="10424160" h="5213350">
                  <a:moveTo>
                    <a:pt x="2801873" y="5193982"/>
                  </a:moveTo>
                  <a:lnTo>
                    <a:pt x="2796667" y="5193982"/>
                  </a:lnTo>
                  <a:lnTo>
                    <a:pt x="2792348" y="5198249"/>
                  </a:lnTo>
                  <a:lnTo>
                    <a:pt x="2792348" y="5208765"/>
                  </a:lnTo>
                  <a:lnTo>
                    <a:pt x="2796667" y="5213032"/>
                  </a:lnTo>
                  <a:lnTo>
                    <a:pt x="2801873" y="5213032"/>
                  </a:lnTo>
                  <a:lnTo>
                    <a:pt x="2801873" y="5193982"/>
                  </a:lnTo>
                  <a:close/>
                </a:path>
                <a:path w="10424160" h="5213350">
                  <a:moveTo>
                    <a:pt x="2807208" y="5193982"/>
                  </a:moveTo>
                  <a:lnTo>
                    <a:pt x="2802000" y="5193982"/>
                  </a:lnTo>
                  <a:lnTo>
                    <a:pt x="2802000" y="5213032"/>
                  </a:lnTo>
                  <a:lnTo>
                    <a:pt x="2807208" y="5213032"/>
                  </a:lnTo>
                  <a:lnTo>
                    <a:pt x="2811525" y="5208765"/>
                  </a:lnTo>
                  <a:lnTo>
                    <a:pt x="2811525" y="5198249"/>
                  </a:lnTo>
                  <a:lnTo>
                    <a:pt x="2807208" y="5193982"/>
                  </a:lnTo>
                  <a:close/>
                </a:path>
                <a:path w="10424160" h="5213350">
                  <a:moveTo>
                    <a:pt x="2763773" y="5193982"/>
                  </a:moveTo>
                  <a:lnTo>
                    <a:pt x="2758567" y="5193982"/>
                  </a:lnTo>
                  <a:lnTo>
                    <a:pt x="2754248" y="5198249"/>
                  </a:lnTo>
                  <a:lnTo>
                    <a:pt x="2754248" y="5208765"/>
                  </a:lnTo>
                  <a:lnTo>
                    <a:pt x="2758567" y="5213032"/>
                  </a:lnTo>
                  <a:lnTo>
                    <a:pt x="2763773" y="5213032"/>
                  </a:lnTo>
                  <a:lnTo>
                    <a:pt x="2763773" y="5193982"/>
                  </a:lnTo>
                  <a:close/>
                </a:path>
                <a:path w="10424160" h="5213350">
                  <a:moveTo>
                    <a:pt x="2769108" y="5193982"/>
                  </a:moveTo>
                  <a:lnTo>
                    <a:pt x="2763773" y="5193982"/>
                  </a:lnTo>
                  <a:lnTo>
                    <a:pt x="2763773" y="5213032"/>
                  </a:lnTo>
                  <a:lnTo>
                    <a:pt x="2769108" y="5213032"/>
                  </a:lnTo>
                  <a:lnTo>
                    <a:pt x="2773298" y="5208765"/>
                  </a:lnTo>
                  <a:lnTo>
                    <a:pt x="2773298" y="5198249"/>
                  </a:lnTo>
                  <a:lnTo>
                    <a:pt x="2769108" y="5193982"/>
                  </a:lnTo>
                  <a:close/>
                </a:path>
                <a:path w="10424160" h="5213350">
                  <a:moveTo>
                    <a:pt x="2725673" y="5193982"/>
                  </a:moveTo>
                  <a:lnTo>
                    <a:pt x="2720467" y="5193982"/>
                  </a:lnTo>
                  <a:lnTo>
                    <a:pt x="2716148" y="5198249"/>
                  </a:lnTo>
                  <a:lnTo>
                    <a:pt x="2716148" y="5208765"/>
                  </a:lnTo>
                  <a:lnTo>
                    <a:pt x="2720467" y="5213032"/>
                  </a:lnTo>
                  <a:lnTo>
                    <a:pt x="2725673" y="5213032"/>
                  </a:lnTo>
                  <a:lnTo>
                    <a:pt x="2725673" y="5193982"/>
                  </a:lnTo>
                  <a:close/>
                </a:path>
                <a:path w="10424160" h="5213350">
                  <a:moveTo>
                    <a:pt x="2731008" y="5193982"/>
                  </a:moveTo>
                  <a:lnTo>
                    <a:pt x="2725673" y="5193982"/>
                  </a:lnTo>
                  <a:lnTo>
                    <a:pt x="2725673" y="5213032"/>
                  </a:lnTo>
                  <a:lnTo>
                    <a:pt x="2731008" y="5213032"/>
                  </a:lnTo>
                  <a:lnTo>
                    <a:pt x="2735198" y="5208765"/>
                  </a:lnTo>
                  <a:lnTo>
                    <a:pt x="2735198" y="5198249"/>
                  </a:lnTo>
                  <a:lnTo>
                    <a:pt x="2731008" y="5193982"/>
                  </a:lnTo>
                  <a:close/>
                </a:path>
                <a:path w="10424160" h="5213350">
                  <a:moveTo>
                    <a:pt x="2687573" y="5193982"/>
                  </a:moveTo>
                  <a:lnTo>
                    <a:pt x="2682367" y="5193982"/>
                  </a:lnTo>
                  <a:lnTo>
                    <a:pt x="2678048" y="5198249"/>
                  </a:lnTo>
                  <a:lnTo>
                    <a:pt x="2678048" y="5208765"/>
                  </a:lnTo>
                  <a:lnTo>
                    <a:pt x="2682367" y="5213032"/>
                  </a:lnTo>
                  <a:lnTo>
                    <a:pt x="2687573" y="5213032"/>
                  </a:lnTo>
                  <a:lnTo>
                    <a:pt x="2687573" y="5193982"/>
                  </a:lnTo>
                  <a:close/>
                </a:path>
                <a:path w="10424160" h="5213350">
                  <a:moveTo>
                    <a:pt x="2692908" y="5193982"/>
                  </a:moveTo>
                  <a:lnTo>
                    <a:pt x="2687573" y="5193982"/>
                  </a:lnTo>
                  <a:lnTo>
                    <a:pt x="2687573" y="5213032"/>
                  </a:lnTo>
                  <a:lnTo>
                    <a:pt x="2692908" y="5213032"/>
                  </a:lnTo>
                  <a:lnTo>
                    <a:pt x="2697098" y="5208765"/>
                  </a:lnTo>
                  <a:lnTo>
                    <a:pt x="2697098" y="5198249"/>
                  </a:lnTo>
                  <a:lnTo>
                    <a:pt x="2692908" y="5193982"/>
                  </a:lnTo>
                  <a:close/>
                </a:path>
                <a:path w="10424160" h="5213350">
                  <a:moveTo>
                    <a:pt x="2649473" y="5193982"/>
                  </a:moveTo>
                  <a:lnTo>
                    <a:pt x="2644140" y="5193982"/>
                  </a:lnTo>
                  <a:lnTo>
                    <a:pt x="2639949" y="5198249"/>
                  </a:lnTo>
                  <a:lnTo>
                    <a:pt x="2639949" y="5208765"/>
                  </a:lnTo>
                  <a:lnTo>
                    <a:pt x="2644140" y="5213032"/>
                  </a:lnTo>
                  <a:lnTo>
                    <a:pt x="2649473" y="5213032"/>
                  </a:lnTo>
                  <a:lnTo>
                    <a:pt x="2649473" y="5193982"/>
                  </a:lnTo>
                  <a:close/>
                </a:path>
                <a:path w="10424160" h="5213350">
                  <a:moveTo>
                    <a:pt x="2654681" y="5193982"/>
                  </a:moveTo>
                  <a:lnTo>
                    <a:pt x="2649473" y="5193982"/>
                  </a:lnTo>
                  <a:lnTo>
                    <a:pt x="2649473" y="5213032"/>
                  </a:lnTo>
                  <a:lnTo>
                    <a:pt x="2654681" y="5213032"/>
                  </a:lnTo>
                  <a:lnTo>
                    <a:pt x="2658998" y="5208765"/>
                  </a:lnTo>
                  <a:lnTo>
                    <a:pt x="2658998" y="5198249"/>
                  </a:lnTo>
                  <a:lnTo>
                    <a:pt x="2654681" y="5193982"/>
                  </a:lnTo>
                  <a:close/>
                </a:path>
                <a:path w="10424160" h="5213350">
                  <a:moveTo>
                    <a:pt x="2611374" y="5193982"/>
                  </a:moveTo>
                  <a:lnTo>
                    <a:pt x="2606040" y="5193982"/>
                  </a:lnTo>
                  <a:lnTo>
                    <a:pt x="2601849" y="5198249"/>
                  </a:lnTo>
                  <a:lnTo>
                    <a:pt x="2601849" y="5208765"/>
                  </a:lnTo>
                  <a:lnTo>
                    <a:pt x="2606040" y="5213032"/>
                  </a:lnTo>
                  <a:lnTo>
                    <a:pt x="2611374" y="5213032"/>
                  </a:lnTo>
                  <a:lnTo>
                    <a:pt x="2611374" y="5193982"/>
                  </a:lnTo>
                  <a:close/>
                </a:path>
                <a:path w="10424160" h="5213350">
                  <a:moveTo>
                    <a:pt x="2616581" y="5193982"/>
                  </a:moveTo>
                  <a:lnTo>
                    <a:pt x="2611374" y="5193982"/>
                  </a:lnTo>
                  <a:lnTo>
                    <a:pt x="2611374" y="5213032"/>
                  </a:lnTo>
                  <a:lnTo>
                    <a:pt x="2616581" y="5213032"/>
                  </a:lnTo>
                  <a:lnTo>
                    <a:pt x="2620899" y="5208765"/>
                  </a:lnTo>
                  <a:lnTo>
                    <a:pt x="2620899" y="5198249"/>
                  </a:lnTo>
                  <a:lnTo>
                    <a:pt x="2616581" y="5193982"/>
                  </a:lnTo>
                  <a:close/>
                </a:path>
                <a:path w="10424160" h="5213350">
                  <a:moveTo>
                    <a:pt x="2573274" y="5193982"/>
                  </a:moveTo>
                  <a:lnTo>
                    <a:pt x="2567940" y="5193982"/>
                  </a:lnTo>
                  <a:lnTo>
                    <a:pt x="2563749" y="5198249"/>
                  </a:lnTo>
                  <a:lnTo>
                    <a:pt x="2563749" y="5208765"/>
                  </a:lnTo>
                  <a:lnTo>
                    <a:pt x="2567940" y="5213032"/>
                  </a:lnTo>
                  <a:lnTo>
                    <a:pt x="2573274" y="5213032"/>
                  </a:lnTo>
                  <a:lnTo>
                    <a:pt x="2573274" y="5193982"/>
                  </a:lnTo>
                  <a:close/>
                </a:path>
                <a:path w="10424160" h="5213350">
                  <a:moveTo>
                    <a:pt x="2578481" y="5193982"/>
                  </a:moveTo>
                  <a:lnTo>
                    <a:pt x="2573274" y="5193982"/>
                  </a:lnTo>
                  <a:lnTo>
                    <a:pt x="2573274" y="5213032"/>
                  </a:lnTo>
                  <a:lnTo>
                    <a:pt x="2578481" y="5213032"/>
                  </a:lnTo>
                  <a:lnTo>
                    <a:pt x="2582799" y="5208765"/>
                  </a:lnTo>
                  <a:lnTo>
                    <a:pt x="2582799" y="5198249"/>
                  </a:lnTo>
                  <a:lnTo>
                    <a:pt x="2578481" y="5193982"/>
                  </a:lnTo>
                  <a:close/>
                </a:path>
                <a:path w="10424160" h="5213350">
                  <a:moveTo>
                    <a:pt x="2535047" y="5193982"/>
                  </a:moveTo>
                  <a:lnTo>
                    <a:pt x="2529840" y="5193982"/>
                  </a:lnTo>
                  <a:lnTo>
                    <a:pt x="2525522" y="5198249"/>
                  </a:lnTo>
                  <a:lnTo>
                    <a:pt x="2525522" y="5208765"/>
                  </a:lnTo>
                  <a:lnTo>
                    <a:pt x="2529840" y="5213032"/>
                  </a:lnTo>
                  <a:lnTo>
                    <a:pt x="2535047" y="5213032"/>
                  </a:lnTo>
                  <a:lnTo>
                    <a:pt x="2535047" y="5193982"/>
                  </a:lnTo>
                  <a:close/>
                </a:path>
                <a:path w="10424160" h="5213350">
                  <a:moveTo>
                    <a:pt x="2535174" y="5206682"/>
                  </a:moveTo>
                  <a:lnTo>
                    <a:pt x="2535047" y="5206682"/>
                  </a:lnTo>
                  <a:lnTo>
                    <a:pt x="2535047" y="5213032"/>
                  </a:lnTo>
                  <a:lnTo>
                    <a:pt x="2535174" y="5213032"/>
                  </a:lnTo>
                  <a:lnTo>
                    <a:pt x="2535174" y="5206682"/>
                  </a:lnTo>
                  <a:close/>
                </a:path>
                <a:path w="10424160" h="5213350">
                  <a:moveTo>
                    <a:pt x="2540381" y="5193982"/>
                  </a:moveTo>
                  <a:lnTo>
                    <a:pt x="2535174" y="5193982"/>
                  </a:lnTo>
                  <a:lnTo>
                    <a:pt x="2535174" y="5213032"/>
                  </a:lnTo>
                  <a:lnTo>
                    <a:pt x="2540381" y="5213032"/>
                  </a:lnTo>
                  <a:lnTo>
                    <a:pt x="2544699" y="5208765"/>
                  </a:lnTo>
                  <a:lnTo>
                    <a:pt x="2544699" y="5198249"/>
                  </a:lnTo>
                  <a:lnTo>
                    <a:pt x="2540381" y="5193982"/>
                  </a:lnTo>
                  <a:close/>
                </a:path>
                <a:path w="10424160" h="5213350">
                  <a:moveTo>
                    <a:pt x="2535174" y="5193982"/>
                  </a:moveTo>
                  <a:lnTo>
                    <a:pt x="2535047" y="5193982"/>
                  </a:lnTo>
                  <a:lnTo>
                    <a:pt x="2535047" y="5200332"/>
                  </a:lnTo>
                  <a:lnTo>
                    <a:pt x="2535174" y="5200332"/>
                  </a:lnTo>
                  <a:lnTo>
                    <a:pt x="2535174" y="5193982"/>
                  </a:lnTo>
                  <a:close/>
                </a:path>
                <a:path w="10424160" h="5213350">
                  <a:moveTo>
                    <a:pt x="2496947" y="5193982"/>
                  </a:moveTo>
                  <a:lnTo>
                    <a:pt x="2491740" y="5193982"/>
                  </a:lnTo>
                  <a:lnTo>
                    <a:pt x="2487422" y="5198249"/>
                  </a:lnTo>
                  <a:lnTo>
                    <a:pt x="2487422" y="5208765"/>
                  </a:lnTo>
                  <a:lnTo>
                    <a:pt x="2491740" y="5213032"/>
                  </a:lnTo>
                  <a:lnTo>
                    <a:pt x="2496947" y="5213032"/>
                  </a:lnTo>
                  <a:lnTo>
                    <a:pt x="2496947" y="5193982"/>
                  </a:lnTo>
                  <a:close/>
                </a:path>
                <a:path w="10424160" h="5213350">
                  <a:moveTo>
                    <a:pt x="2502281" y="5193982"/>
                  </a:moveTo>
                  <a:lnTo>
                    <a:pt x="2496947" y="5193982"/>
                  </a:lnTo>
                  <a:lnTo>
                    <a:pt x="2496947" y="5213032"/>
                  </a:lnTo>
                  <a:lnTo>
                    <a:pt x="2502281" y="5213032"/>
                  </a:lnTo>
                  <a:lnTo>
                    <a:pt x="2506472" y="5208765"/>
                  </a:lnTo>
                  <a:lnTo>
                    <a:pt x="2506472" y="5198249"/>
                  </a:lnTo>
                  <a:lnTo>
                    <a:pt x="2502281" y="5193982"/>
                  </a:lnTo>
                  <a:close/>
                </a:path>
                <a:path w="10424160" h="5213350">
                  <a:moveTo>
                    <a:pt x="2458847" y="5193982"/>
                  </a:moveTo>
                  <a:lnTo>
                    <a:pt x="2453640" y="5193982"/>
                  </a:lnTo>
                  <a:lnTo>
                    <a:pt x="2449322" y="5198249"/>
                  </a:lnTo>
                  <a:lnTo>
                    <a:pt x="2449322" y="5208765"/>
                  </a:lnTo>
                  <a:lnTo>
                    <a:pt x="2453640" y="5213032"/>
                  </a:lnTo>
                  <a:lnTo>
                    <a:pt x="2458847" y="5213032"/>
                  </a:lnTo>
                  <a:lnTo>
                    <a:pt x="2458847" y="5193982"/>
                  </a:lnTo>
                  <a:close/>
                </a:path>
                <a:path w="10424160" h="5213350">
                  <a:moveTo>
                    <a:pt x="2464181" y="5193982"/>
                  </a:moveTo>
                  <a:lnTo>
                    <a:pt x="2458847" y="5193982"/>
                  </a:lnTo>
                  <a:lnTo>
                    <a:pt x="2458847" y="5213032"/>
                  </a:lnTo>
                  <a:lnTo>
                    <a:pt x="2464181" y="5213032"/>
                  </a:lnTo>
                  <a:lnTo>
                    <a:pt x="2468372" y="5208765"/>
                  </a:lnTo>
                  <a:lnTo>
                    <a:pt x="2468372" y="5198249"/>
                  </a:lnTo>
                  <a:lnTo>
                    <a:pt x="2464181" y="5193982"/>
                  </a:lnTo>
                  <a:close/>
                </a:path>
                <a:path w="10424160" h="5213350">
                  <a:moveTo>
                    <a:pt x="2420747" y="5193982"/>
                  </a:moveTo>
                  <a:lnTo>
                    <a:pt x="2415540" y="5193982"/>
                  </a:lnTo>
                  <a:lnTo>
                    <a:pt x="2411222" y="5198249"/>
                  </a:lnTo>
                  <a:lnTo>
                    <a:pt x="2411222" y="5208765"/>
                  </a:lnTo>
                  <a:lnTo>
                    <a:pt x="2415540" y="5213032"/>
                  </a:lnTo>
                  <a:lnTo>
                    <a:pt x="2420747" y="5213032"/>
                  </a:lnTo>
                  <a:lnTo>
                    <a:pt x="2420747" y="5193982"/>
                  </a:lnTo>
                  <a:close/>
                </a:path>
                <a:path w="10424160" h="5213350">
                  <a:moveTo>
                    <a:pt x="2426081" y="5193982"/>
                  </a:moveTo>
                  <a:lnTo>
                    <a:pt x="2420747" y="5193982"/>
                  </a:lnTo>
                  <a:lnTo>
                    <a:pt x="2420747" y="5213032"/>
                  </a:lnTo>
                  <a:lnTo>
                    <a:pt x="2426081" y="5213032"/>
                  </a:lnTo>
                  <a:lnTo>
                    <a:pt x="2430272" y="5208765"/>
                  </a:lnTo>
                  <a:lnTo>
                    <a:pt x="2430272" y="5198249"/>
                  </a:lnTo>
                  <a:lnTo>
                    <a:pt x="2426081" y="5193982"/>
                  </a:lnTo>
                  <a:close/>
                </a:path>
                <a:path w="10424160" h="5213350">
                  <a:moveTo>
                    <a:pt x="2382647" y="5193982"/>
                  </a:moveTo>
                  <a:lnTo>
                    <a:pt x="2377313" y="5193982"/>
                  </a:lnTo>
                  <a:lnTo>
                    <a:pt x="2373122" y="5198249"/>
                  </a:lnTo>
                  <a:lnTo>
                    <a:pt x="2373122" y="5208765"/>
                  </a:lnTo>
                  <a:lnTo>
                    <a:pt x="2377313" y="5213032"/>
                  </a:lnTo>
                  <a:lnTo>
                    <a:pt x="2382647" y="5213032"/>
                  </a:lnTo>
                  <a:lnTo>
                    <a:pt x="2382647" y="5193982"/>
                  </a:lnTo>
                  <a:close/>
                </a:path>
                <a:path w="10424160" h="5213350">
                  <a:moveTo>
                    <a:pt x="2387854" y="5193982"/>
                  </a:moveTo>
                  <a:lnTo>
                    <a:pt x="2382647" y="5193982"/>
                  </a:lnTo>
                  <a:lnTo>
                    <a:pt x="2382647" y="5213032"/>
                  </a:lnTo>
                  <a:lnTo>
                    <a:pt x="2387854" y="5213032"/>
                  </a:lnTo>
                  <a:lnTo>
                    <a:pt x="2392172" y="5208765"/>
                  </a:lnTo>
                  <a:lnTo>
                    <a:pt x="2392172" y="5198249"/>
                  </a:lnTo>
                  <a:lnTo>
                    <a:pt x="2387854" y="5193982"/>
                  </a:lnTo>
                  <a:close/>
                </a:path>
                <a:path w="10424160" h="5213350">
                  <a:moveTo>
                    <a:pt x="2344547" y="5193982"/>
                  </a:moveTo>
                  <a:lnTo>
                    <a:pt x="2339213" y="5193982"/>
                  </a:lnTo>
                  <a:lnTo>
                    <a:pt x="2335022" y="5198249"/>
                  </a:lnTo>
                  <a:lnTo>
                    <a:pt x="2335022" y="5208765"/>
                  </a:lnTo>
                  <a:lnTo>
                    <a:pt x="2339213" y="5213032"/>
                  </a:lnTo>
                  <a:lnTo>
                    <a:pt x="2344547" y="5213032"/>
                  </a:lnTo>
                  <a:lnTo>
                    <a:pt x="2344547" y="5193982"/>
                  </a:lnTo>
                  <a:close/>
                </a:path>
                <a:path w="10424160" h="5213350">
                  <a:moveTo>
                    <a:pt x="2349754" y="5193982"/>
                  </a:moveTo>
                  <a:lnTo>
                    <a:pt x="2344547" y="5193982"/>
                  </a:lnTo>
                  <a:lnTo>
                    <a:pt x="2344547" y="5213032"/>
                  </a:lnTo>
                  <a:lnTo>
                    <a:pt x="2349754" y="5213032"/>
                  </a:lnTo>
                  <a:lnTo>
                    <a:pt x="2354072" y="5208765"/>
                  </a:lnTo>
                  <a:lnTo>
                    <a:pt x="2354072" y="5198249"/>
                  </a:lnTo>
                  <a:lnTo>
                    <a:pt x="2349754" y="5193982"/>
                  </a:lnTo>
                  <a:close/>
                </a:path>
                <a:path w="10424160" h="5213350">
                  <a:moveTo>
                    <a:pt x="2306447" y="5193982"/>
                  </a:moveTo>
                  <a:lnTo>
                    <a:pt x="2301113" y="5193982"/>
                  </a:lnTo>
                  <a:lnTo>
                    <a:pt x="2296922" y="5198249"/>
                  </a:lnTo>
                  <a:lnTo>
                    <a:pt x="2296922" y="5208765"/>
                  </a:lnTo>
                  <a:lnTo>
                    <a:pt x="2301113" y="5213032"/>
                  </a:lnTo>
                  <a:lnTo>
                    <a:pt x="2306447" y="5213032"/>
                  </a:lnTo>
                  <a:lnTo>
                    <a:pt x="2306447" y="5193982"/>
                  </a:lnTo>
                  <a:close/>
                </a:path>
                <a:path w="10424160" h="5213350">
                  <a:moveTo>
                    <a:pt x="2311654" y="5193982"/>
                  </a:moveTo>
                  <a:lnTo>
                    <a:pt x="2306447" y="5193982"/>
                  </a:lnTo>
                  <a:lnTo>
                    <a:pt x="2306447" y="5213032"/>
                  </a:lnTo>
                  <a:lnTo>
                    <a:pt x="2311654" y="5213032"/>
                  </a:lnTo>
                  <a:lnTo>
                    <a:pt x="2315972" y="5208765"/>
                  </a:lnTo>
                  <a:lnTo>
                    <a:pt x="2315972" y="5198249"/>
                  </a:lnTo>
                  <a:lnTo>
                    <a:pt x="2311654" y="5193982"/>
                  </a:lnTo>
                  <a:close/>
                </a:path>
                <a:path w="10424160" h="5213350">
                  <a:moveTo>
                    <a:pt x="2268220" y="5193982"/>
                  </a:moveTo>
                  <a:lnTo>
                    <a:pt x="2263013" y="5193982"/>
                  </a:lnTo>
                  <a:lnTo>
                    <a:pt x="2258695" y="5198249"/>
                  </a:lnTo>
                  <a:lnTo>
                    <a:pt x="2258695" y="5208765"/>
                  </a:lnTo>
                  <a:lnTo>
                    <a:pt x="2263013" y="5213032"/>
                  </a:lnTo>
                  <a:lnTo>
                    <a:pt x="2268220" y="5213032"/>
                  </a:lnTo>
                  <a:lnTo>
                    <a:pt x="2268220" y="5193982"/>
                  </a:lnTo>
                  <a:close/>
                </a:path>
                <a:path w="10424160" h="5213350">
                  <a:moveTo>
                    <a:pt x="2273554" y="5193982"/>
                  </a:moveTo>
                  <a:lnTo>
                    <a:pt x="2268347" y="5193982"/>
                  </a:lnTo>
                  <a:lnTo>
                    <a:pt x="2268347" y="5213032"/>
                  </a:lnTo>
                  <a:lnTo>
                    <a:pt x="2273554" y="5213032"/>
                  </a:lnTo>
                  <a:lnTo>
                    <a:pt x="2277872" y="5208765"/>
                  </a:lnTo>
                  <a:lnTo>
                    <a:pt x="2277872" y="5198249"/>
                  </a:lnTo>
                  <a:lnTo>
                    <a:pt x="2273554" y="5193982"/>
                  </a:lnTo>
                  <a:close/>
                </a:path>
                <a:path w="10424160" h="5213350">
                  <a:moveTo>
                    <a:pt x="2230120" y="5193982"/>
                  </a:moveTo>
                  <a:lnTo>
                    <a:pt x="2224913" y="5193982"/>
                  </a:lnTo>
                  <a:lnTo>
                    <a:pt x="2220595" y="5198249"/>
                  </a:lnTo>
                  <a:lnTo>
                    <a:pt x="2220595" y="5208765"/>
                  </a:lnTo>
                  <a:lnTo>
                    <a:pt x="2224913" y="5213032"/>
                  </a:lnTo>
                  <a:lnTo>
                    <a:pt x="2230120" y="5213032"/>
                  </a:lnTo>
                  <a:lnTo>
                    <a:pt x="2230120" y="5193982"/>
                  </a:lnTo>
                  <a:close/>
                </a:path>
                <a:path w="10424160" h="5213350">
                  <a:moveTo>
                    <a:pt x="2235454" y="5193982"/>
                  </a:moveTo>
                  <a:lnTo>
                    <a:pt x="2230120" y="5193982"/>
                  </a:lnTo>
                  <a:lnTo>
                    <a:pt x="2230120" y="5213032"/>
                  </a:lnTo>
                  <a:lnTo>
                    <a:pt x="2235454" y="5213032"/>
                  </a:lnTo>
                  <a:lnTo>
                    <a:pt x="2239645" y="5208765"/>
                  </a:lnTo>
                  <a:lnTo>
                    <a:pt x="2239645" y="5198249"/>
                  </a:lnTo>
                  <a:lnTo>
                    <a:pt x="2235454" y="5193982"/>
                  </a:lnTo>
                  <a:close/>
                </a:path>
                <a:path w="10424160" h="5213350">
                  <a:moveTo>
                    <a:pt x="2192020" y="5193982"/>
                  </a:moveTo>
                  <a:lnTo>
                    <a:pt x="2186813" y="5193982"/>
                  </a:lnTo>
                  <a:lnTo>
                    <a:pt x="2182495" y="5198249"/>
                  </a:lnTo>
                  <a:lnTo>
                    <a:pt x="2182495" y="5208765"/>
                  </a:lnTo>
                  <a:lnTo>
                    <a:pt x="2186813" y="5213032"/>
                  </a:lnTo>
                  <a:lnTo>
                    <a:pt x="2192020" y="5213032"/>
                  </a:lnTo>
                  <a:lnTo>
                    <a:pt x="2192020" y="5193982"/>
                  </a:lnTo>
                  <a:close/>
                </a:path>
                <a:path w="10424160" h="5213350">
                  <a:moveTo>
                    <a:pt x="2197354" y="5193982"/>
                  </a:moveTo>
                  <a:lnTo>
                    <a:pt x="2192020" y="5193982"/>
                  </a:lnTo>
                  <a:lnTo>
                    <a:pt x="2192020" y="5213032"/>
                  </a:lnTo>
                  <a:lnTo>
                    <a:pt x="2197354" y="5213032"/>
                  </a:lnTo>
                  <a:lnTo>
                    <a:pt x="2201545" y="5208765"/>
                  </a:lnTo>
                  <a:lnTo>
                    <a:pt x="2201545" y="5198249"/>
                  </a:lnTo>
                  <a:lnTo>
                    <a:pt x="2197354" y="5193982"/>
                  </a:lnTo>
                  <a:close/>
                </a:path>
                <a:path w="10424160" h="5213350">
                  <a:moveTo>
                    <a:pt x="2153920" y="5193982"/>
                  </a:moveTo>
                  <a:lnTo>
                    <a:pt x="2148585" y="5193982"/>
                  </a:lnTo>
                  <a:lnTo>
                    <a:pt x="2144395" y="5198249"/>
                  </a:lnTo>
                  <a:lnTo>
                    <a:pt x="2144395" y="5208765"/>
                  </a:lnTo>
                  <a:lnTo>
                    <a:pt x="2148585" y="5213032"/>
                  </a:lnTo>
                  <a:lnTo>
                    <a:pt x="2153920" y="5213032"/>
                  </a:lnTo>
                  <a:lnTo>
                    <a:pt x="2153920" y="5193982"/>
                  </a:lnTo>
                  <a:close/>
                </a:path>
                <a:path w="10424160" h="5213350">
                  <a:moveTo>
                    <a:pt x="2159127" y="5193982"/>
                  </a:moveTo>
                  <a:lnTo>
                    <a:pt x="2153920" y="5193982"/>
                  </a:lnTo>
                  <a:lnTo>
                    <a:pt x="2153920" y="5213032"/>
                  </a:lnTo>
                  <a:lnTo>
                    <a:pt x="2159127" y="5213032"/>
                  </a:lnTo>
                  <a:lnTo>
                    <a:pt x="2163445" y="5208765"/>
                  </a:lnTo>
                  <a:lnTo>
                    <a:pt x="2163445" y="5198249"/>
                  </a:lnTo>
                  <a:lnTo>
                    <a:pt x="2159127" y="5193982"/>
                  </a:lnTo>
                  <a:close/>
                </a:path>
                <a:path w="10424160" h="5213350">
                  <a:moveTo>
                    <a:pt x="2115820" y="5193982"/>
                  </a:moveTo>
                  <a:lnTo>
                    <a:pt x="2110485" y="5193982"/>
                  </a:lnTo>
                  <a:lnTo>
                    <a:pt x="2106295" y="5198249"/>
                  </a:lnTo>
                  <a:lnTo>
                    <a:pt x="2106295" y="5208765"/>
                  </a:lnTo>
                  <a:lnTo>
                    <a:pt x="2110485" y="5213032"/>
                  </a:lnTo>
                  <a:lnTo>
                    <a:pt x="2115820" y="5213032"/>
                  </a:lnTo>
                  <a:lnTo>
                    <a:pt x="2115820" y="5193982"/>
                  </a:lnTo>
                  <a:close/>
                </a:path>
                <a:path w="10424160" h="5213350">
                  <a:moveTo>
                    <a:pt x="2121027" y="5193982"/>
                  </a:moveTo>
                  <a:lnTo>
                    <a:pt x="2115820" y="5193982"/>
                  </a:lnTo>
                  <a:lnTo>
                    <a:pt x="2115820" y="5213032"/>
                  </a:lnTo>
                  <a:lnTo>
                    <a:pt x="2121027" y="5213032"/>
                  </a:lnTo>
                  <a:lnTo>
                    <a:pt x="2125345" y="5208765"/>
                  </a:lnTo>
                  <a:lnTo>
                    <a:pt x="2125345" y="5198249"/>
                  </a:lnTo>
                  <a:lnTo>
                    <a:pt x="2121027" y="5193982"/>
                  </a:lnTo>
                  <a:close/>
                </a:path>
                <a:path w="10424160" h="5213350">
                  <a:moveTo>
                    <a:pt x="2077720" y="5193982"/>
                  </a:moveTo>
                  <a:lnTo>
                    <a:pt x="2072385" y="5193982"/>
                  </a:lnTo>
                  <a:lnTo>
                    <a:pt x="2068195" y="5198249"/>
                  </a:lnTo>
                  <a:lnTo>
                    <a:pt x="2068195" y="5208765"/>
                  </a:lnTo>
                  <a:lnTo>
                    <a:pt x="2072385" y="5213032"/>
                  </a:lnTo>
                  <a:lnTo>
                    <a:pt x="2077720" y="5213032"/>
                  </a:lnTo>
                  <a:lnTo>
                    <a:pt x="2077720" y="5193982"/>
                  </a:lnTo>
                  <a:close/>
                </a:path>
                <a:path w="10424160" h="5213350">
                  <a:moveTo>
                    <a:pt x="2082927" y="5193982"/>
                  </a:moveTo>
                  <a:lnTo>
                    <a:pt x="2077720" y="5193982"/>
                  </a:lnTo>
                  <a:lnTo>
                    <a:pt x="2077720" y="5213032"/>
                  </a:lnTo>
                  <a:lnTo>
                    <a:pt x="2082927" y="5213032"/>
                  </a:lnTo>
                  <a:lnTo>
                    <a:pt x="2087245" y="5208765"/>
                  </a:lnTo>
                  <a:lnTo>
                    <a:pt x="2087245" y="5198249"/>
                  </a:lnTo>
                  <a:lnTo>
                    <a:pt x="2082927" y="5193982"/>
                  </a:lnTo>
                  <a:close/>
                </a:path>
                <a:path w="10424160" h="5213350">
                  <a:moveTo>
                    <a:pt x="2039493" y="5193982"/>
                  </a:moveTo>
                  <a:lnTo>
                    <a:pt x="2034285" y="5193982"/>
                  </a:lnTo>
                  <a:lnTo>
                    <a:pt x="2029968" y="5198249"/>
                  </a:lnTo>
                  <a:lnTo>
                    <a:pt x="2029968" y="5208765"/>
                  </a:lnTo>
                  <a:lnTo>
                    <a:pt x="2034285" y="5213032"/>
                  </a:lnTo>
                  <a:lnTo>
                    <a:pt x="2039493" y="5213032"/>
                  </a:lnTo>
                  <a:lnTo>
                    <a:pt x="2039493" y="5193982"/>
                  </a:lnTo>
                  <a:close/>
                </a:path>
                <a:path w="10424160" h="5213350">
                  <a:moveTo>
                    <a:pt x="2044827" y="5193982"/>
                  </a:moveTo>
                  <a:lnTo>
                    <a:pt x="2039620" y="5193982"/>
                  </a:lnTo>
                  <a:lnTo>
                    <a:pt x="2039620" y="5213032"/>
                  </a:lnTo>
                  <a:lnTo>
                    <a:pt x="2044827" y="5213032"/>
                  </a:lnTo>
                  <a:lnTo>
                    <a:pt x="2049145" y="5208765"/>
                  </a:lnTo>
                  <a:lnTo>
                    <a:pt x="2049145" y="5198249"/>
                  </a:lnTo>
                  <a:lnTo>
                    <a:pt x="2044827" y="5193982"/>
                  </a:lnTo>
                  <a:close/>
                </a:path>
                <a:path w="10424160" h="5213350">
                  <a:moveTo>
                    <a:pt x="2001393" y="5193982"/>
                  </a:moveTo>
                  <a:lnTo>
                    <a:pt x="1996185" y="5193982"/>
                  </a:lnTo>
                  <a:lnTo>
                    <a:pt x="1991868" y="5198249"/>
                  </a:lnTo>
                  <a:lnTo>
                    <a:pt x="1991868" y="5208765"/>
                  </a:lnTo>
                  <a:lnTo>
                    <a:pt x="1996185" y="5213032"/>
                  </a:lnTo>
                  <a:lnTo>
                    <a:pt x="2001393" y="5213032"/>
                  </a:lnTo>
                  <a:lnTo>
                    <a:pt x="2001393" y="5193982"/>
                  </a:lnTo>
                  <a:close/>
                </a:path>
                <a:path w="10424160" h="5213350">
                  <a:moveTo>
                    <a:pt x="2006727" y="5193982"/>
                  </a:moveTo>
                  <a:lnTo>
                    <a:pt x="2001393" y="5193982"/>
                  </a:lnTo>
                  <a:lnTo>
                    <a:pt x="2001393" y="5213032"/>
                  </a:lnTo>
                  <a:lnTo>
                    <a:pt x="2006727" y="5213032"/>
                  </a:lnTo>
                  <a:lnTo>
                    <a:pt x="2010918" y="5208765"/>
                  </a:lnTo>
                  <a:lnTo>
                    <a:pt x="2010918" y="5198249"/>
                  </a:lnTo>
                  <a:lnTo>
                    <a:pt x="2006727" y="5193982"/>
                  </a:lnTo>
                  <a:close/>
                </a:path>
                <a:path w="10424160" h="5213350">
                  <a:moveTo>
                    <a:pt x="1963293" y="5193982"/>
                  </a:moveTo>
                  <a:lnTo>
                    <a:pt x="1958085" y="5193982"/>
                  </a:lnTo>
                  <a:lnTo>
                    <a:pt x="1953768" y="5198249"/>
                  </a:lnTo>
                  <a:lnTo>
                    <a:pt x="1953768" y="5208765"/>
                  </a:lnTo>
                  <a:lnTo>
                    <a:pt x="1958085" y="5213032"/>
                  </a:lnTo>
                  <a:lnTo>
                    <a:pt x="1963293" y="5213032"/>
                  </a:lnTo>
                  <a:lnTo>
                    <a:pt x="1963293" y="5193982"/>
                  </a:lnTo>
                  <a:close/>
                </a:path>
                <a:path w="10424160" h="5213350">
                  <a:moveTo>
                    <a:pt x="1968627" y="5193982"/>
                  </a:moveTo>
                  <a:lnTo>
                    <a:pt x="1963293" y="5193982"/>
                  </a:lnTo>
                  <a:lnTo>
                    <a:pt x="1963293" y="5213032"/>
                  </a:lnTo>
                  <a:lnTo>
                    <a:pt x="1968627" y="5213032"/>
                  </a:lnTo>
                  <a:lnTo>
                    <a:pt x="1972818" y="5208765"/>
                  </a:lnTo>
                  <a:lnTo>
                    <a:pt x="1972818" y="5198249"/>
                  </a:lnTo>
                  <a:lnTo>
                    <a:pt x="1968627" y="5193982"/>
                  </a:lnTo>
                  <a:close/>
                </a:path>
                <a:path w="10424160" h="5213350">
                  <a:moveTo>
                    <a:pt x="1925193" y="5193982"/>
                  </a:moveTo>
                  <a:lnTo>
                    <a:pt x="1919985" y="5193982"/>
                  </a:lnTo>
                  <a:lnTo>
                    <a:pt x="1915668" y="5198249"/>
                  </a:lnTo>
                  <a:lnTo>
                    <a:pt x="1915668" y="5208765"/>
                  </a:lnTo>
                  <a:lnTo>
                    <a:pt x="1919985" y="5213032"/>
                  </a:lnTo>
                  <a:lnTo>
                    <a:pt x="1925193" y="5213032"/>
                  </a:lnTo>
                  <a:lnTo>
                    <a:pt x="1925193" y="5193982"/>
                  </a:lnTo>
                  <a:close/>
                </a:path>
                <a:path w="10424160" h="5213350">
                  <a:moveTo>
                    <a:pt x="1930527" y="5193982"/>
                  </a:moveTo>
                  <a:lnTo>
                    <a:pt x="1925193" y="5193982"/>
                  </a:lnTo>
                  <a:lnTo>
                    <a:pt x="1925193" y="5213032"/>
                  </a:lnTo>
                  <a:lnTo>
                    <a:pt x="1930527" y="5213032"/>
                  </a:lnTo>
                  <a:lnTo>
                    <a:pt x="1934718" y="5208765"/>
                  </a:lnTo>
                  <a:lnTo>
                    <a:pt x="1934718" y="5198249"/>
                  </a:lnTo>
                  <a:lnTo>
                    <a:pt x="1930527" y="5193982"/>
                  </a:lnTo>
                  <a:close/>
                </a:path>
                <a:path w="10424160" h="5213350">
                  <a:moveTo>
                    <a:pt x="1887093" y="5193982"/>
                  </a:moveTo>
                  <a:lnTo>
                    <a:pt x="1881758" y="5193982"/>
                  </a:lnTo>
                  <a:lnTo>
                    <a:pt x="1877568" y="5198249"/>
                  </a:lnTo>
                  <a:lnTo>
                    <a:pt x="1877568" y="5208765"/>
                  </a:lnTo>
                  <a:lnTo>
                    <a:pt x="1881758" y="5213032"/>
                  </a:lnTo>
                  <a:lnTo>
                    <a:pt x="1887093" y="5213032"/>
                  </a:lnTo>
                  <a:lnTo>
                    <a:pt x="1887093" y="5193982"/>
                  </a:lnTo>
                  <a:close/>
                </a:path>
                <a:path w="10424160" h="5213350">
                  <a:moveTo>
                    <a:pt x="1892300" y="5193982"/>
                  </a:moveTo>
                  <a:lnTo>
                    <a:pt x="1887093" y="5193982"/>
                  </a:lnTo>
                  <a:lnTo>
                    <a:pt x="1887093" y="5213032"/>
                  </a:lnTo>
                  <a:lnTo>
                    <a:pt x="1892300" y="5213032"/>
                  </a:lnTo>
                  <a:lnTo>
                    <a:pt x="1896618" y="5208765"/>
                  </a:lnTo>
                  <a:lnTo>
                    <a:pt x="1896618" y="5198249"/>
                  </a:lnTo>
                  <a:lnTo>
                    <a:pt x="1892300" y="5193982"/>
                  </a:lnTo>
                  <a:close/>
                </a:path>
                <a:path w="10424160" h="5213350">
                  <a:moveTo>
                    <a:pt x="1848993" y="5193982"/>
                  </a:moveTo>
                  <a:lnTo>
                    <a:pt x="1843658" y="5193982"/>
                  </a:lnTo>
                  <a:lnTo>
                    <a:pt x="1839468" y="5198249"/>
                  </a:lnTo>
                  <a:lnTo>
                    <a:pt x="1839468" y="5208765"/>
                  </a:lnTo>
                  <a:lnTo>
                    <a:pt x="1843658" y="5213032"/>
                  </a:lnTo>
                  <a:lnTo>
                    <a:pt x="1848993" y="5213032"/>
                  </a:lnTo>
                  <a:lnTo>
                    <a:pt x="1848993" y="5193982"/>
                  </a:lnTo>
                  <a:close/>
                </a:path>
                <a:path w="10424160" h="5213350">
                  <a:moveTo>
                    <a:pt x="1854200" y="5193982"/>
                  </a:moveTo>
                  <a:lnTo>
                    <a:pt x="1848993" y="5193982"/>
                  </a:lnTo>
                  <a:lnTo>
                    <a:pt x="1848993" y="5213032"/>
                  </a:lnTo>
                  <a:lnTo>
                    <a:pt x="1854200" y="5213032"/>
                  </a:lnTo>
                  <a:lnTo>
                    <a:pt x="1858518" y="5208765"/>
                  </a:lnTo>
                  <a:lnTo>
                    <a:pt x="1858518" y="5198249"/>
                  </a:lnTo>
                  <a:lnTo>
                    <a:pt x="1854200" y="5193982"/>
                  </a:lnTo>
                  <a:close/>
                </a:path>
                <a:path w="10424160" h="5213350">
                  <a:moveTo>
                    <a:pt x="1810893" y="5193982"/>
                  </a:moveTo>
                  <a:lnTo>
                    <a:pt x="1805558" y="5193982"/>
                  </a:lnTo>
                  <a:lnTo>
                    <a:pt x="1801368" y="5198249"/>
                  </a:lnTo>
                  <a:lnTo>
                    <a:pt x="1801368" y="5208765"/>
                  </a:lnTo>
                  <a:lnTo>
                    <a:pt x="1805558" y="5213032"/>
                  </a:lnTo>
                  <a:lnTo>
                    <a:pt x="1810893" y="5213032"/>
                  </a:lnTo>
                  <a:lnTo>
                    <a:pt x="1810893" y="5193982"/>
                  </a:lnTo>
                  <a:close/>
                </a:path>
                <a:path w="10424160" h="5213350">
                  <a:moveTo>
                    <a:pt x="1816100" y="5193982"/>
                  </a:moveTo>
                  <a:lnTo>
                    <a:pt x="1810893" y="5193982"/>
                  </a:lnTo>
                  <a:lnTo>
                    <a:pt x="1810893" y="5213032"/>
                  </a:lnTo>
                  <a:lnTo>
                    <a:pt x="1816100" y="5213032"/>
                  </a:lnTo>
                  <a:lnTo>
                    <a:pt x="1820418" y="5208765"/>
                  </a:lnTo>
                  <a:lnTo>
                    <a:pt x="1820418" y="5198249"/>
                  </a:lnTo>
                  <a:lnTo>
                    <a:pt x="1816100" y="5193982"/>
                  </a:lnTo>
                  <a:close/>
                </a:path>
                <a:path w="10424160" h="5213350">
                  <a:moveTo>
                    <a:pt x="1772665" y="5193982"/>
                  </a:moveTo>
                  <a:lnTo>
                    <a:pt x="1767458" y="5193982"/>
                  </a:lnTo>
                  <a:lnTo>
                    <a:pt x="1763140" y="5198249"/>
                  </a:lnTo>
                  <a:lnTo>
                    <a:pt x="1763140" y="5208765"/>
                  </a:lnTo>
                  <a:lnTo>
                    <a:pt x="1767458" y="5213032"/>
                  </a:lnTo>
                  <a:lnTo>
                    <a:pt x="1772665" y="5213032"/>
                  </a:lnTo>
                  <a:lnTo>
                    <a:pt x="1772665" y="5193982"/>
                  </a:lnTo>
                  <a:close/>
                </a:path>
                <a:path w="10424160" h="5213350">
                  <a:moveTo>
                    <a:pt x="1772793" y="5206682"/>
                  </a:moveTo>
                  <a:lnTo>
                    <a:pt x="1772665" y="5206682"/>
                  </a:lnTo>
                  <a:lnTo>
                    <a:pt x="1772665" y="5213032"/>
                  </a:lnTo>
                  <a:lnTo>
                    <a:pt x="1772793" y="5213032"/>
                  </a:lnTo>
                  <a:lnTo>
                    <a:pt x="1772793" y="5206682"/>
                  </a:lnTo>
                  <a:close/>
                </a:path>
                <a:path w="10424160" h="5213350">
                  <a:moveTo>
                    <a:pt x="1778000" y="5193982"/>
                  </a:moveTo>
                  <a:lnTo>
                    <a:pt x="1772793" y="5193982"/>
                  </a:lnTo>
                  <a:lnTo>
                    <a:pt x="1772793" y="5213032"/>
                  </a:lnTo>
                  <a:lnTo>
                    <a:pt x="1778000" y="5213032"/>
                  </a:lnTo>
                  <a:lnTo>
                    <a:pt x="1782318" y="5208765"/>
                  </a:lnTo>
                  <a:lnTo>
                    <a:pt x="1782318" y="5198249"/>
                  </a:lnTo>
                  <a:lnTo>
                    <a:pt x="1778000" y="5193982"/>
                  </a:lnTo>
                  <a:close/>
                </a:path>
                <a:path w="10424160" h="5213350">
                  <a:moveTo>
                    <a:pt x="1772793" y="5193982"/>
                  </a:moveTo>
                  <a:lnTo>
                    <a:pt x="1772665" y="5193982"/>
                  </a:lnTo>
                  <a:lnTo>
                    <a:pt x="1772665" y="5200332"/>
                  </a:lnTo>
                  <a:lnTo>
                    <a:pt x="1772793" y="5200332"/>
                  </a:lnTo>
                  <a:lnTo>
                    <a:pt x="1772793" y="5193982"/>
                  </a:lnTo>
                  <a:close/>
                </a:path>
                <a:path w="10424160" h="5213350">
                  <a:moveTo>
                    <a:pt x="1734565" y="5193982"/>
                  </a:moveTo>
                  <a:lnTo>
                    <a:pt x="1729358" y="5193982"/>
                  </a:lnTo>
                  <a:lnTo>
                    <a:pt x="1725040" y="5198249"/>
                  </a:lnTo>
                  <a:lnTo>
                    <a:pt x="1725040" y="5208765"/>
                  </a:lnTo>
                  <a:lnTo>
                    <a:pt x="1729358" y="5213032"/>
                  </a:lnTo>
                  <a:lnTo>
                    <a:pt x="1734565" y="5213032"/>
                  </a:lnTo>
                  <a:lnTo>
                    <a:pt x="1734565" y="5193982"/>
                  </a:lnTo>
                  <a:close/>
                </a:path>
                <a:path w="10424160" h="5213350">
                  <a:moveTo>
                    <a:pt x="1739900" y="5193982"/>
                  </a:moveTo>
                  <a:lnTo>
                    <a:pt x="1734565" y="5193982"/>
                  </a:lnTo>
                  <a:lnTo>
                    <a:pt x="1734565" y="5213032"/>
                  </a:lnTo>
                  <a:lnTo>
                    <a:pt x="1739900" y="5213032"/>
                  </a:lnTo>
                  <a:lnTo>
                    <a:pt x="1744090" y="5208765"/>
                  </a:lnTo>
                  <a:lnTo>
                    <a:pt x="1744090" y="5198249"/>
                  </a:lnTo>
                  <a:lnTo>
                    <a:pt x="1739900" y="5193982"/>
                  </a:lnTo>
                  <a:close/>
                </a:path>
                <a:path w="10424160" h="5213350">
                  <a:moveTo>
                    <a:pt x="1696465" y="5193982"/>
                  </a:moveTo>
                  <a:lnTo>
                    <a:pt x="1691258" y="5193982"/>
                  </a:lnTo>
                  <a:lnTo>
                    <a:pt x="1686940" y="5198249"/>
                  </a:lnTo>
                  <a:lnTo>
                    <a:pt x="1686940" y="5208765"/>
                  </a:lnTo>
                  <a:lnTo>
                    <a:pt x="1691258" y="5213032"/>
                  </a:lnTo>
                  <a:lnTo>
                    <a:pt x="1696465" y="5213032"/>
                  </a:lnTo>
                  <a:lnTo>
                    <a:pt x="1696465" y="5193982"/>
                  </a:lnTo>
                  <a:close/>
                </a:path>
                <a:path w="10424160" h="5213350">
                  <a:moveTo>
                    <a:pt x="1701800" y="5193982"/>
                  </a:moveTo>
                  <a:lnTo>
                    <a:pt x="1696465" y="5193982"/>
                  </a:lnTo>
                  <a:lnTo>
                    <a:pt x="1696465" y="5213032"/>
                  </a:lnTo>
                  <a:lnTo>
                    <a:pt x="1701800" y="5213032"/>
                  </a:lnTo>
                  <a:lnTo>
                    <a:pt x="1705990" y="5208765"/>
                  </a:lnTo>
                  <a:lnTo>
                    <a:pt x="1705990" y="5198249"/>
                  </a:lnTo>
                  <a:lnTo>
                    <a:pt x="1701800" y="5193982"/>
                  </a:lnTo>
                  <a:close/>
                </a:path>
                <a:path w="10424160" h="5213350">
                  <a:moveTo>
                    <a:pt x="1658365" y="5193982"/>
                  </a:moveTo>
                  <a:lnTo>
                    <a:pt x="1653158" y="5193982"/>
                  </a:lnTo>
                  <a:lnTo>
                    <a:pt x="1648840" y="5198249"/>
                  </a:lnTo>
                  <a:lnTo>
                    <a:pt x="1648840" y="5208765"/>
                  </a:lnTo>
                  <a:lnTo>
                    <a:pt x="1653158" y="5213032"/>
                  </a:lnTo>
                  <a:lnTo>
                    <a:pt x="1658365" y="5213032"/>
                  </a:lnTo>
                  <a:lnTo>
                    <a:pt x="1658365" y="5193982"/>
                  </a:lnTo>
                  <a:close/>
                </a:path>
                <a:path w="10424160" h="5213350">
                  <a:moveTo>
                    <a:pt x="1663700" y="5193982"/>
                  </a:moveTo>
                  <a:lnTo>
                    <a:pt x="1658365" y="5193982"/>
                  </a:lnTo>
                  <a:lnTo>
                    <a:pt x="1658365" y="5213032"/>
                  </a:lnTo>
                  <a:lnTo>
                    <a:pt x="1663700" y="5213032"/>
                  </a:lnTo>
                  <a:lnTo>
                    <a:pt x="1667890" y="5208765"/>
                  </a:lnTo>
                  <a:lnTo>
                    <a:pt x="1667890" y="5198249"/>
                  </a:lnTo>
                  <a:lnTo>
                    <a:pt x="1663700" y="5193982"/>
                  </a:lnTo>
                  <a:close/>
                </a:path>
                <a:path w="10424160" h="5213350">
                  <a:moveTo>
                    <a:pt x="1620265" y="5193982"/>
                  </a:moveTo>
                  <a:lnTo>
                    <a:pt x="1614932" y="5193982"/>
                  </a:lnTo>
                  <a:lnTo>
                    <a:pt x="1610740" y="5198249"/>
                  </a:lnTo>
                  <a:lnTo>
                    <a:pt x="1610740" y="5208765"/>
                  </a:lnTo>
                  <a:lnTo>
                    <a:pt x="1614932" y="5213032"/>
                  </a:lnTo>
                  <a:lnTo>
                    <a:pt x="1620265" y="5213032"/>
                  </a:lnTo>
                  <a:lnTo>
                    <a:pt x="1620265" y="5193982"/>
                  </a:lnTo>
                  <a:close/>
                </a:path>
                <a:path w="10424160" h="5213350">
                  <a:moveTo>
                    <a:pt x="1625472" y="5193982"/>
                  </a:moveTo>
                  <a:lnTo>
                    <a:pt x="1620265" y="5193982"/>
                  </a:lnTo>
                  <a:lnTo>
                    <a:pt x="1620265" y="5213032"/>
                  </a:lnTo>
                  <a:lnTo>
                    <a:pt x="1625472" y="5213032"/>
                  </a:lnTo>
                  <a:lnTo>
                    <a:pt x="1629790" y="5208765"/>
                  </a:lnTo>
                  <a:lnTo>
                    <a:pt x="1629790" y="5198249"/>
                  </a:lnTo>
                  <a:lnTo>
                    <a:pt x="1625472" y="5193982"/>
                  </a:lnTo>
                  <a:close/>
                </a:path>
                <a:path w="10424160" h="5213350">
                  <a:moveTo>
                    <a:pt x="1582165" y="5193982"/>
                  </a:moveTo>
                  <a:lnTo>
                    <a:pt x="1576832" y="5193982"/>
                  </a:lnTo>
                  <a:lnTo>
                    <a:pt x="1572640" y="5198249"/>
                  </a:lnTo>
                  <a:lnTo>
                    <a:pt x="1572640" y="5208765"/>
                  </a:lnTo>
                  <a:lnTo>
                    <a:pt x="1576832" y="5213032"/>
                  </a:lnTo>
                  <a:lnTo>
                    <a:pt x="1582165" y="5213032"/>
                  </a:lnTo>
                  <a:lnTo>
                    <a:pt x="1582165" y="5193982"/>
                  </a:lnTo>
                  <a:close/>
                </a:path>
                <a:path w="10424160" h="5213350">
                  <a:moveTo>
                    <a:pt x="1587372" y="5193982"/>
                  </a:moveTo>
                  <a:lnTo>
                    <a:pt x="1582165" y="5193982"/>
                  </a:lnTo>
                  <a:lnTo>
                    <a:pt x="1582165" y="5213032"/>
                  </a:lnTo>
                  <a:lnTo>
                    <a:pt x="1587372" y="5213032"/>
                  </a:lnTo>
                  <a:lnTo>
                    <a:pt x="1591690" y="5208765"/>
                  </a:lnTo>
                  <a:lnTo>
                    <a:pt x="1591690" y="5198249"/>
                  </a:lnTo>
                  <a:lnTo>
                    <a:pt x="1587372" y="5193982"/>
                  </a:lnTo>
                  <a:close/>
                </a:path>
                <a:path w="10424160" h="5213350">
                  <a:moveTo>
                    <a:pt x="1543939" y="5193982"/>
                  </a:moveTo>
                  <a:lnTo>
                    <a:pt x="1538732" y="5193982"/>
                  </a:lnTo>
                  <a:lnTo>
                    <a:pt x="1534414" y="5198249"/>
                  </a:lnTo>
                  <a:lnTo>
                    <a:pt x="1534414" y="5208765"/>
                  </a:lnTo>
                  <a:lnTo>
                    <a:pt x="1538732" y="5213032"/>
                  </a:lnTo>
                  <a:lnTo>
                    <a:pt x="1543939" y="5213032"/>
                  </a:lnTo>
                  <a:lnTo>
                    <a:pt x="1543939" y="5193982"/>
                  </a:lnTo>
                  <a:close/>
                </a:path>
                <a:path w="10424160" h="5213350">
                  <a:moveTo>
                    <a:pt x="1549272" y="5193982"/>
                  </a:moveTo>
                  <a:lnTo>
                    <a:pt x="1544065" y="5193982"/>
                  </a:lnTo>
                  <a:lnTo>
                    <a:pt x="1544065" y="5213032"/>
                  </a:lnTo>
                  <a:lnTo>
                    <a:pt x="1549272" y="5213032"/>
                  </a:lnTo>
                  <a:lnTo>
                    <a:pt x="1553590" y="5208765"/>
                  </a:lnTo>
                  <a:lnTo>
                    <a:pt x="1553590" y="5198249"/>
                  </a:lnTo>
                  <a:lnTo>
                    <a:pt x="1549272" y="5193982"/>
                  </a:lnTo>
                  <a:close/>
                </a:path>
                <a:path w="10424160" h="5213350">
                  <a:moveTo>
                    <a:pt x="1505839" y="5193982"/>
                  </a:moveTo>
                  <a:lnTo>
                    <a:pt x="1500632" y="5193982"/>
                  </a:lnTo>
                  <a:lnTo>
                    <a:pt x="1496314" y="5198249"/>
                  </a:lnTo>
                  <a:lnTo>
                    <a:pt x="1496314" y="5208765"/>
                  </a:lnTo>
                  <a:lnTo>
                    <a:pt x="1500632" y="5213032"/>
                  </a:lnTo>
                  <a:lnTo>
                    <a:pt x="1505839" y="5213032"/>
                  </a:lnTo>
                  <a:lnTo>
                    <a:pt x="1505839" y="5193982"/>
                  </a:lnTo>
                  <a:close/>
                </a:path>
                <a:path w="10424160" h="5213350">
                  <a:moveTo>
                    <a:pt x="1511172" y="5193982"/>
                  </a:moveTo>
                  <a:lnTo>
                    <a:pt x="1505839" y="5193982"/>
                  </a:lnTo>
                  <a:lnTo>
                    <a:pt x="1505839" y="5213032"/>
                  </a:lnTo>
                  <a:lnTo>
                    <a:pt x="1511172" y="5213032"/>
                  </a:lnTo>
                  <a:lnTo>
                    <a:pt x="1515364" y="5208765"/>
                  </a:lnTo>
                  <a:lnTo>
                    <a:pt x="1515364" y="5198249"/>
                  </a:lnTo>
                  <a:lnTo>
                    <a:pt x="1511172" y="5193982"/>
                  </a:lnTo>
                  <a:close/>
                </a:path>
                <a:path w="10424160" h="5213350">
                  <a:moveTo>
                    <a:pt x="1467739" y="5193982"/>
                  </a:moveTo>
                  <a:lnTo>
                    <a:pt x="1462532" y="5193982"/>
                  </a:lnTo>
                  <a:lnTo>
                    <a:pt x="1458214" y="5198249"/>
                  </a:lnTo>
                  <a:lnTo>
                    <a:pt x="1458214" y="5208765"/>
                  </a:lnTo>
                  <a:lnTo>
                    <a:pt x="1462532" y="5213032"/>
                  </a:lnTo>
                  <a:lnTo>
                    <a:pt x="1467739" y="5213032"/>
                  </a:lnTo>
                  <a:lnTo>
                    <a:pt x="1467739" y="5193982"/>
                  </a:lnTo>
                  <a:close/>
                </a:path>
                <a:path w="10424160" h="5213350">
                  <a:moveTo>
                    <a:pt x="1473072" y="5193982"/>
                  </a:moveTo>
                  <a:lnTo>
                    <a:pt x="1467739" y="5193982"/>
                  </a:lnTo>
                  <a:lnTo>
                    <a:pt x="1467739" y="5213032"/>
                  </a:lnTo>
                  <a:lnTo>
                    <a:pt x="1473072" y="5213032"/>
                  </a:lnTo>
                  <a:lnTo>
                    <a:pt x="1477264" y="5208765"/>
                  </a:lnTo>
                  <a:lnTo>
                    <a:pt x="1477264" y="5198249"/>
                  </a:lnTo>
                  <a:lnTo>
                    <a:pt x="1473072" y="5193982"/>
                  </a:lnTo>
                  <a:close/>
                </a:path>
                <a:path w="10424160" h="5213350">
                  <a:moveTo>
                    <a:pt x="1429639" y="5193982"/>
                  </a:moveTo>
                  <a:lnTo>
                    <a:pt x="1424432" y="5193982"/>
                  </a:lnTo>
                  <a:lnTo>
                    <a:pt x="1420114" y="5198249"/>
                  </a:lnTo>
                  <a:lnTo>
                    <a:pt x="1420114" y="5208765"/>
                  </a:lnTo>
                  <a:lnTo>
                    <a:pt x="1424432" y="5213032"/>
                  </a:lnTo>
                  <a:lnTo>
                    <a:pt x="1429639" y="5213032"/>
                  </a:lnTo>
                  <a:lnTo>
                    <a:pt x="1429639" y="5193982"/>
                  </a:lnTo>
                  <a:close/>
                </a:path>
                <a:path w="10424160" h="5213350">
                  <a:moveTo>
                    <a:pt x="1434972" y="5193982"/>
                  </a:moveTo>
                  <a:lnTo>
                    <a:pt x="1429639" y="5193982"/>
                  </a:lnTo>
                  <a:lnTo>
                    <a:pt x="1429639" y="5213032"/>
                  </a:lnTo>
                  <a:lnTo>
                    <a:pt x="1434972" y="5213032"/>
                  </a:lnTo>
                  <a:lnTo>
                    <a:pt x="1439164" y="5208765"/>
                  </a:lnTo>
                  <a:lnTo>
                    <a:pt x="1439164" y="5198249"/>
                  </a:lnTo>
                  <a:lnTo>
                    <a:pt x="1434972" y="5193982"/>
                  </a:lnTo>
                  <a:close/>
                </a:path>
                <a:path w="10424160" h="5213350">
                  <a:moveTo>
                    <a:pt x="1391539" y="5193982"/>
                  </a:moveTo>
                  <a:lnTo>
                    <a:pt x="1386205" y="5193982"/>
                  </a:lnTo>
                  <a:lnTo>
                    <a:pt x="1382014" y="5198249"/>
                  </a:lnTo>
                  <a:lnTo>
                    <a:pt x="1382014" y="5208765"/>
                  </a:lnTo>
                  <a:lnTo>
                    <a:pt x="1386205" y="5213032"/>
                  </a:lnTo>
                  <a:lnTo>
                    <a:pt x="1391539" y="5213032"/>
                  </a:lnTo>
                  <a:lnTo>
                    <a:pt x="1391539" y="5193982"/>
                  </a:lnTo>
                  <a:close/>
                </a:path>
                <a:path w="10424160" h="5213350">
                  <a:moveTo>
                    <a:pt x="1396745" y="5193982"/>
                  </a:moveTo>
                  <a:lnTo>
                    <a:pt x="1391539" y="5193982"/>
                  </a:lnTo>
                  <a:lnTo>
                    <a:pt x="1391539" y="5213032"/>
                  </a:lnTo>
                  <a:lnTo>
                    <a:pt x="1396745" y="5213032"/>
                  </a:lnTo>
                  <a:lnTo>
                    <a:pt x="1401064" y="5208765"/>
                  </a:lnTo>
                  <a:lnTo>
                    <a:pt x="1401064" y="5198249"/>
                  </a:lnTo>
                  <a:lnTo>
                    <a:pt x="1396745" y="5193982"/>
                  </a:lnTo>
                  <a:close/>
                </a:path>
                <a:path w="10424160" h="5213350">
                  <a:moveTo>
                    <a:pt x="1353439" y="5193982"/>
                  </a:moveTo>
                  <a:lnTo>
                    <a:pt x="1348105" y="5193982"/>
                  </a:lnTo>
                  <a:lnTo>
                    <a:pt x="1343914" y="5198249"/>
                  </a:lnTo>
                  <a:lnTo>
                    <a:pt x="1343914" y="5208765"/>
                  </a:lnTo>
                  <a:lnTo>
                    <a:pt x="1348105" y="5213032"/>
                  </a:lnTo>
                  <a:lnTo>
                    <a:pt x="1353439" y="5213032"/>
                  </a:lnTo>
                  <a:lnTo>
                    <a:pt x="1353439" y="5193982"/>
                  </a:lnTo>
                  <a:close/>
                </a:path>
                <a:path w="10424160" h="5213350">
                  <a:moveTo>
                    <a:pt x="1358645" y="5193982"/>
                  </a:moveTo>
                  <a:lnTo>
                    <a:pt x="1353439" y="5193982"/>
                  </a:lnTo>
                  <a:lnTo>
                    <a:pt x="1353439" y="5213032"/>
                  </a:lnTo>
                  <a:lnTo>
                    <a:pt x="1358645" y="5213032"/>
                  </a:lnTo>
                  <a:lnTo>
                    <a:pt x="1362964" y="5208765"/>
                  </a:lnTo>
                  <a:lnTo>
                    <a:pt x="1362964" y="5198249"/>
                  </a:lnTo>
                  <a:lnTo>
                    <a:pt x="1358645" y="5193982"/>
                  </a:lnTo>
                  <a:close/>
                </a:path>
                <a:path w="10424160" h="5213350">
                  <a:moveTo>
                    <a:pt x="1315339" y="5193982"/>
                  </a:moveTo>
                  <a:lnTo>
                    <a:pt x="1310005" y="5193982"/>
                  </a:lnTo>
                  <a:lnTo>
                    <a:pt x="1305814" y="5198249"/>
                  </a:lnTo>
                  <a:lnTo>
                    <a:pt x="1305814" y="5208765"/>
                  </a:lnTo>
                  <a:lnTo>
                    <a:pt x="1310005" y="5213032"/>
                  </a:lnTo>
                  <a:lnTo>
                    <a:pt x="1315339" y="5213032"/>
                  </a:lnTo>
                  <a:lnTo>
                    <a:pt x="1315339" y="5193982"/>
                  </a:lnTo>
                  <a:close/>
                </a:path>
                <a:path w="10424160" h="5213350">
                  <a:moveTo>
                    <a:pt x="1320545" y="5193982"/>
                  </a:moveTo>
                  <a:lnTo>
                    <a:pt x="1315339" y="5193982"/>
                  </a:lnTo>
                  <a:lnTo>
                    <a:pt x="1315339" y="5213032"/>
                  </a:lnTo>
                  <a:lnTo>
                    <a:pt x="1320545" y="5213032"/>
                  </a:lnTo>
                  <a:lnTo>
                    <a:pt x="1324864" y="5208765"/>
                  </a:lnTo>
                  <a:lnTo>
                    <a:pt x="1324864" y="5198249"/>
                  </a:lnTo>
                  <a:lnTo>
                    <a:pt x="1320545" y="5193982"/>
                  </a:lnTo>
                  <a:close/>
                </a:path>
                <a:path w="10424160" h="5213350">
                  <a:moveTo>
                    <a:pt x="1277112" y="5193982"/>
                  </a:moveTo>
                  <a:lnTo>
                    <a:pt x="1271905" y="5193982"/>
                  </a:lnTo>
                  <a:lnTo>
                    <a:pt x="1267587" y="5198249"/>
                  </a:lnTo>
                  <a:lnTo>
                    <a:pt x="1267587" y="5208765"/>
                  </a:lnTo>
                  <a:lnTo>
                    <a:pt x="1271905" y="5213032"/>
                  </a:lnTo>
                  <a:lnTo>
                    <a:pt x="1277112" y="5213032"/>
                  </a:lnTo>
                  <a:lnTo>
                    <a:pt x="1277112" y="5193982"/>
                  </a:lnTo>
                  <a:close/>
                </a:path>
                <a:path w="10424160" h="5213350">
                  <a:moveTo>
                    <a:pt x="1282445" y="5193982"/>
                  </a:moveTo>
                  <a:lnTo>
                    <a:pt x="1277239" y="5193982"/>
                  </a:lnTo>
                  <a:lnTo>
                    <a:pt x="1277239" y="5213032"/>
                  </a:lnTo>
                  <a:lnTo>
                    <a:pt x="1282445" y="5213032"/>
                  </a:lnTo>
                  <a:lnTo>
                    <a:pt x="1286764" y="5208765"/>
                  </a:lnTo>
                  <a:lnTo>
                    <a:pt x="1286764" y="5198249"/>
                  </a:lnTo>
                  <a:lnTo>
                    <a:pt x="1282445" y="5193982"/>
                  </a:lnTo>
                  <a:close/>
                </a:path>
                <a:path w="10424160" h="5213350">
                  <a:moveTo>
                    <a:pt x="1239012" y="5193982"/>
                  </a:moveTo>
                  <a:lnTo>
                    <a:pt x="1233805" y="5193982"/>
                  </a:lnTo>
                  <a:lnTo>
                    <a:pt x="1229487" y="5198249"/>
                  </a:lnTo>
                  <a:lnTo>
                    <a:pt x="1229487" y="5208765"/>
                  </a:lnTo>
                  <a:lnTo>
                    <a:pt x="1233805" y="5213032"/>
                  </a:lnTo>
                  <a:lnTo>
                    <a:pt x="1239012" y="5213032"/>
                  </a:lnTo>
                  <a:lnTo>
                    <a:pt x="1239012" y="5193982"/>
                  </a:lnTo>
                  <a:close/>
                </a:path>
                <a:path w="10424160" h="5213350">
                  <a:moveTo>
                    <a:pt x="1244345" y="5193982"/>
                  </a:moveTo>
                  <a:lnTo>
                    <a:pt x="1239012" y="5193982"/>
                  </a:lnTo>
                  <a:lnTo>
                    <a:pt x="1239012" y="5213032"/>
                  </a:lnTo>
                  <a:lnTo>
                    <a:pt x="1244345" y="5213032"/>
                  </a:lnTo>
                  <a:lnTo>
                    <a:pt x="1248537" y="5208765"/>
                  </a:lnTo>
                  <a:lnTo>
                    <a:pt x="1248537" y="5198249"/>
                  </a:lnTo>
                  <a:lnTo>
                    <a:pt x="1244345" y="5193982"/>
                  </a:lnTo>
                  <a:close/>
                </a:path>
                <a:path w="10424160" h="5213350">
                  <a:moveTo>
                    <a:pt x="1200912" y="5193982"/>
                  </a:moveTo>
                  <a:lnTo>
                    <a:pt x="1195705" y="5193982"/>
                  </a:lnTo>
                  <a:lnTo>
                    <a:pt x="1191387" y="5198249"/>
                  </a:lnTo>
                  <a:lnTo>
                    <a:pt x="1191387" y="5208765"/>
                  </a:lnTo>
                  <a:lnTo>
                    <a:pt x="1195705" y="5213032"/>
                  </a:lnTo>
                  <a:lnTo>
                    <a:pt x="1200912" y="5213032"/>
                  </a:lnTo>
                  <a:lnTo>
                    <a:pt x="1200912" y="5193982"/>
                  </a:lnTo>
                  <a:close/>
                </a:path>
                <a:path w="10424160" h="5213350">
                  <a:moveTo>
                    <a:pt x="1206245" y="5193982"/>
                  </a:moveTo>
                  <a:lnTo>
                    <a:pt x="1200912" y="5193982"/>
                  </a:lnTo>
                  <a:lnTo>
                    <a:pt x="1200912" y="5213032"/>
                  </a:lnTo>
                  <a:lnTo>
                    <a:pt x="1206245" y="5213032"/>
                  </a:lnTo>
                  <a:lnTo>
                    <a:pt x="1210437" y="5208765"/>
                  </a:lnTo>
                  <a:lnTo>
                    <a:pt x="1210437" y="5198249"/>
                  </a:lnTo>
                  <a:lnTo>
                    <a:pt x="1206245" y="5193982"/>
                  </a:lnTo>
                  <a:close/>
                </a:path>
                <a:path w="10424160" h="5213350">
                  <a:moveTo>
                    <a:pt x="1162812" y="5193982"/>
                  </a:moveTo>
                  <a:lnTo>
                    <a:pt x="1157605" y="5193982"/>
                  </a:lnTo>
                  <a:lnTo>
                    <a:pt x="1153287" y="5198249"/>
                  </a:lnTo>
                  <a:lnTo>
                    <a:pt x="1153287" y="5208765"/>
                  </a:lnTo>
                  <a:lnTo>
                    <a:pt x="1157605" y="5213032"/>
                  </a:lnTo>
                  <a:lnTo>
                    <a:pt x="1162812" y="5213032"/>
                  </a:lnTo>
                  <a:lnTo>
                    <a:pt x="1162812" y="5193982"/>
                  </a:lnTo>
                  <a:close/>
                </a:path>
                <a:path w="10424160" h="5213350">
                  <a:moveTo>
                    <a:pt x="1168145" y="5193982"/>
                  </a:moveTo>
                  <a:lnTo>
                    <a:pt x="1162812" y="5193982"/>
                  </a:lnTo>
                  <a:lnTo>
                    <a:pt x="1162812" y="5213032"/>
                  </a:lnTo>
                  <a:lnTo>
                    <a:pt x="1168145" y="5213032"/>
                  </a:lnTo>
                  <a:lnTo>
                    <a:pt x="1172337" y="5208765"/>
                  </a:lnTo>
                  <a:lnTo>
                    <a:pt x="1172337" y="5198249"/>
                  </a:lnTo>
                  <a:lnTo>
                    <a:pt x="1168145" y="5193982"/>
                  </a:lnTo>
                  <a:close/>
                </a:path>
                <a:path w="10424160" h="5213350">
                  <a:moveTo>
                    <a:pt x="1124712" y="5193982"/>
                  </a:moveTo>
                  <a:lnTo>
                    <a:pt x="1119377" y="5193982"/>
                  </a:lnTo>
                  <a:lnTo>
                    <a:pt x="1115187" y="5198249"/>
                  </a:lnTo>
                  <a:lnTo>
                    <a:pt x="1115187" y="5208765"/>
                  </a:lnTo>
                  <a:lnTo>
                    <a:pt x="1119377" y="5213032"/>
                  </a:lnTo>
                  <a:lnTo>
                    <a:pt x="1124712" y="5213032"/>
                  </a:lnTo>
                  <a:lnTo>
                    <a:pt x="1124712" y="5193982"/>
                  </a:lnTo>
                  <a:close/>
                </a:path>
                <a:path w="10424160" h="5213350">
                  <a:moveTo>
                    <a:pt x="1129919" y="5193982"/>
                  </a:moveTo>
                  <a:lnTo>
                    <a:pt x="1124712" y="5193982"/>
                  </a:lnTo>
                  <a:lnTo>
                    <a:pt x="1124712" y="5213032"/>
                  </a:lnTo>
                  <a:lnTo>
                    <a:pt x="1129919" y="5213032"/>
                  </a:lnTo>
                  <a:lnTo>
                    <a:pt x="1134237" y="5208765"/>
                  </a:lnTo>
                  <a:lnTo>
                    <a:pt x="1134237" y="5198249"/>
                  </a:lnTo>
                  <a:lnTo>
                    <a:pt x="1129919" y="5193982"/>
                  </a:lnTo>
                  <a:close/>
                </a:path>
                <a:path w="10424160" h="5213350">
                  <a:moveTo>
                    <a:pt x="1086612" y="5193982"/>
                  </a:moveTo>
                  <a:lnTo>
                    <a:pt x="1081277" y="5193982"/>
                  </a:lnTo>
                  <a:lnTo>
                    <a:pt x="1077087" y="5198249"/>
                  </a:lnTo>
                  <a:lnTo>
                    <a:pt x="1077087" y="5208765"/>
                  </a:lnTo>
                  <a:lnTo>
                    <a:pt x="1081277" y="5213032"/>
                  </a:lnTo>
                  <a:lnTo>
                    <a:pt x="1086612" y="5213032"/>
                  </a:lnTo>
                  <a:lnTo>
                    <a:pt x="1086612" y="5193982"/>
                  </a:lnTo>
                  <a:close/>
                </a:path>
                <a:path w="10424160" h="5213350">
                  <a:moveTo>
                    <a:pt x="1091819" y="5193982"/>
                  </a:moveTo>
                  <a:lnTo>
                    <a:pt x="1086612" y="5193982"/>
                  </a:lnTo>
                  <a:lnTo>
                    <a:pt x="1086612" y="5213032"/>
                  </a:lnTo>
                  <a:lnTo>
                    <a:pt x="1091819" y="5213032"/>
                  </a:lnTo>
                  <a:lnTo>
                    <a:pt x="1096137" y="5208765"/>
                  </a:lnTo>
                  <a:lnTo>
                    <a:pt x="1096137" y="5198249"/>
                  </a:lnTo>
                  <a:lnTo>
                    <a:pt x="1091819" y="5193982"/>
                  </a:lnTo>
                  <a:close/>
                </a:path>
                <a:path w="10424160" h="5213350">
                  <a:moveTo>
                    <a:pt x="1048512" y="5193982"/>
                  </a:moveTo>
                  <a:lnTo>
                    <a:pt x="1043177" y="5193982"/>
                  </a:lnTo>
                  <a:lnTo>
                    <a:pt x="1038987" y="5198249"/>
                  </a:lnTo>
                  <a:lnTo>
                    <a:pt x="1038987" y="5208765"/>
                  </a:lnTo>
                  <a:lnTo>
                    <a:pt x="1043177" y="5213032"/>
                  </a:lnTo>
                  <a:lnTo>
                    <a:pt x="1048512" y="5213032"/>
                  </a:lnTo>
                  <a:lnTo>
                    <a:pt x="1048512" y="5193982"/>
                  </a:lnTo>
                  <a:close/>
                </a:path>
                <a:path w="10424160" h="5213350">
                  <a:moveTo>
                    <a:pt x="1053719" y="5193982"/>
                  </a:moveTo>
                  <a:lnTo>
                    <a:pt x="1048512" y="5193982"/>
                  </a:lnTo>
                  <a:lnTo>
                    <a:pt x="1048512" y="5213032"/>
                  </a:lnTo>
                  <a:lnTo>
                    <a:pt x="1053719" y="5213032"/>
                  </a:lnTo>
                  <a:lnTo>
                    <a:pt x="1058037" y="5208765"/>
                  </a:lnTo>
                  <a:lnTo>
                    <a:pt x="1058037" y="5198249"/>
                  </a:lnTo>
                  <a:lnTo>
                    <a:pt x="1053719" y="5193982"/>
                  </a:lnTo>
                  <a:close/>
                </a:path>
                <a:path w="10424160" h="5213350">
                  <a:moveTo>
                    <a:pt x="1010285" y="5193982"/>
                  </a:moveTo>
                  <a:lnTo>
                    <a:pt x="1005077" y="5193982"/>
                  </a:lnTo>
                  <a:lnTo>
                    <a:pt x="1000760" y="5198249"/>
                  </a:lnTo>
                  <a:lnTo>
                    <a:pt x="1000760" y="5208765"/>
                  </a:lnTo>
                  <a:lnTo>
                    <a:pt x="1005077" y="5213032"/>
                  </a:lnTo>
                  <a:lnTo>
                    <a:pt x="1010285" y="5213032"/>
                  </a:lnTo>
                  <a:lnTo>
                    <a:pt x="1010285" y="5193982"/>
                  </a:lnTo>
                  <a:close/>
                </a:path>
                <a:path w="10424160" h="5213350">
                  <a:moveTo>
                    <a:pt x="1015619" y="5193982"/>
                  </a:moveTo>
                  <a:lnTo>
                    <a:pt x="1010412" y="5193982"/>
                  </a:lnTo>
                  <a:lnTo>
                    <a:pt x="1010412" y="5213032"/>
                  </a:lnTo>
                  <a:lnTo>
                    <a:pt x="1015619" y="5213032"/>
                  </a:lnTo>
                  <a:lnTo>
                    <a:pt x="1019937" y="5208765"/>
                  </a:lnTo>
                  <a:lnTo>
                    <a:pt x="1019937" y="5198249"/>
                  </a:lnTo>
                  <a:lnTo>
                    <a:pt x="1015619" y="5193982"/>
                  </a:lnTo>
                  <a:close/>
                </a:path>
                <a:path w="10424160" h="5213350">
                  <a:moveTo>
                    <a:pt x="972185" y="5193982"/>
                  </a:moveTo>
                  <a:lnTo>
                    <a:pt x="966977" y="5193982"/>
                  </a:lnTo>
                  <a:lnTo>
                    <a:pt x="962660" y="5198249"/>
                  </a:lnTo>
                  <a:lnTo>
                    <a:pt x="962660" y="5208765"/>
                  </a:lnTo>
                  <a:lnTo>
                    <a:pt x="966977" y="5213032"/>
                  </a:lnTo>
                  <a:lnTo>
                    <a:pt x="972185" y="5213032"/>
                  </a:lnTo>
                  <a:lnTo>
                    <a:pt x="972185" y="5193982"/>
                  </a:lnTo>
                  <a:close/>
                </a:path>
                <a:path w="10424160" h="5213350">
                  <a:moveTo>
                    <a:pt x="977519" y="5193982"/>
                  </a:moveTo>
                  <a:lnTo>
                    <a:pt x="972185" y="5193982"/>
                  </a:lnTo>
                  <a:lnTo>
                    <a:pt x="972185" y="5213032"/>
                  </a:lnTo>
                  <a:lnTo>
                    <a:pt x="977519" y="5213032"/>
                  </a:lnTo>
                  <a:lnTo>
                    <a:pt x="981710" y="5208765"/>
                  </a:lnTo>
                  <a:lnTo>
                    <a:pt x="981710" y="5198249"/>
                  </a:lnTo>
                  <a:lnTo>
                    <a:pt x="977519" y="5193982"/>
                  </a:lnTo>
                  <a:close/>
                </a:path>
                <a:path w="10424160" h="5213350">
                  <a:moveTo>
                    <a:pt x="934085" y="5193982"/>
                  </a:moveTo>
                  <a:lnTo>
                    <a:pt x="928877" y="5193982"/>
                  </a:lnTo>
                  <a:lnTo>
                    <a:pt x="924560" y="5198249"/>
                  </a:lnTo>
                  <a:lnTo>
                    <a:pt x="924560" y="5208765"/>
                  </a:lnTo>
                  <a:lnTo>
                    <a:pt x="928877" y="5213032"/>
                  </a:lnTo>
                  <a:lnTo>
                    <a:pt x="934085" y="5213032"/>
                  </a:lnTo>
                  <a:lnTo>
                    <a:pt x="934085" y="5193982"/>
                  </a:lnTo>
                  <a:close/>
                </a:path>
                <a:path w="10424160" h="5213350">
                  <a:moveTo>
                    <a:pt x="939419" y="5193982"/>
                  </a:moveTo>
                  <a:lnTo>
                    <a:pt x="934085" y="5193982"/>
                  </a:lnTo>
                  <a:lnTo>
                    <a:pt x="934085" y="5213032"/>
                  </a:lnTo>
                  <a:lnTo>
                    <a:pt x="939419" y="5213032"/>
                  </a:lnTo>
                  <a:lnTo>
                    <a:pt x="943610" y="5208765"/>
                  </a:lnTo>
                  <a:lnTo>
                    <a:pt x="943610" y="5198249"/>
                  </a:lnTo>
                  <a:lnTo>
                    <a:pt x="939419" y="5193982"/>
                  </a:lnTo>
                  <a:close/>
                </a:path>
                <a:path w="10424160" h="5213350">
                  <a:moveTo>
                    <a:pt x="895985" y="5193982"/>
                  </a:moveTo>
                  <a:lnTo>
                    <a:pt x="890777" y="5193982"/>
                  </a:lnTo>
                  <a:lnTo>
                    <a:pt x="886460" y="5198249"/>
                  </a:lnTo>
                  <a:lnTo>
                    <a:pt x="886460" y="5208765"/>
                  </a:lnTo>
                  <a:lnTo>
                    <a:pt x="890777" y="5213032"/>
                  </a:lnTo>
                  <a:lnTo>
                    <a:pt x="895985" y="5213032"/>
                  </a:lnTo>
                  <a:lnTo>
                    <a:pt x="895985" y="5193982"/>
                  </a:lnTo>
                  <a:close/>
                </a:path>
                <a:path w="10424160" h="5213350">
                  <a:moveTo>
                    <a:pt x="901319" y="5193982"/>
                  </a:moveTo>
                  <a:lnTo>
                    <a:pt x="895985" y="5193982"/>
                  </a:lnTo>
                  <a:lnTo>
                    <a:pt x="895985" y="5213032"/>
                  </a:lnTo>
                  <a:lnTo>
                    <a:pt x="901319" y="5213032"/>
                  </a:lnTo>
                  <a:lnTo>
                    <a:pt x="905510" y="5208765"/>
                  </a:lnTo>
                  <a:lnTo>
                    <a:pt x="905510" y="5198249"/>
                  </a:lnTo>
                  <a:lnTo>
                    <a:pt x="901319" y="5193982"/>
                  </a:lnTo>
                  <a:close/>
                </a:path>
                <a:path w="10424160" h="5213350">
                  <a:moveTo>
                    <a:pt x="857885" y="5193982"/>
                  </a:moveTo>
                  <a:lnTo>
                    <a:pt x="852551" y="5193982"/>
                  </a:lnTo>
                  <a:lnTo>
                    <a:pt x="848360" y="5198249"/>
                  </a:lnTo>
                  <a:lnTo>
                    <a:pt x="848360" y="5208765"/>
                  </a:lnTo>
                  <a:lnTo>
                    <a:pt x="852551" y="5213032"/>
                  </a:lnTo>
                  <a:lnTo>
                    <a:pt x="857885" y="5213032"/>
                  </a:lnTo>
                  <a:lnTo>
                    <a:pt x="857885" y="5193982"/>
                  </a:lnTo>
                  <a:close/>
                </a:path>
                <a:path w="10424160" h="5213350">
                  <a:moveTo>
                    <a:pt x="863092" y="5193982"/>
                  </a:moveTo>
                  <a:lnTo>
                    <a:pt x="857885" y="5193982"/>
                  </a:lnTo>
                  <a:lnTo>
                    <a:pt x="857885" y="5213032"/>
                  </a:lnTo>
                  <a:lnTo>
                    <a:pt x="863092" y="5213032"/>
                  </a:lnTo>
                  <a:lnTo>
                    <a:pt x="867410" y="5208765"/>
                  </a:lnTo>
                  <a:lnTo>
                    <a:pt x="867410" y="5198249"/>
                  </a:lnTo>
                  <a:lnTo>
                    <a:pt x="863092" y="5193982"/>
                  </a:lnTo>
                  <a:close/>
                </a:path>
                <a:path w="10424160" h="5213350">
                  <a:moveTo>
                    <a:pt x="819785" y="5193982"/>
                  </a:moveTo>
                  <a:lnTo>
                    <a:pt x="814451" y="5193982"/>
                  </a:lnTo>
                  <a:lnTo>
                    <a:pt x="810260" y="5198249"/>
                  </a:lnTo>
                  <a:lnTo>
                    <a:pt x="810260" y="5208765"/>
                  </a:lnTo>
                  <a:lnTo>
                    <a:pt x="814451" y="5213032"/>
                  </a:lnTo>
                  <a:lnTo>
                    <a:pt x="819785" y="5213032"/>
                  </a:lnTo>
                  <a:lnTo>
                    <a:pt x="819785" y="5193982"/>
                  </a:lnTo>
                  <a:close/>
                </a:path>
                <a:path w="10424160" h="5213350">
                  <a:moveTo>
                    <a:pt x="824992" y="5193982"/>
                  </a:moveTo>
                  <a:lnTo>
                    <a:pt x="819785" y="5193982"/>
                  </a:lnTo>
                  <a:lnTo>
                    <a:pt x="819785" y="5213032"/>
                  </a:lnTo>
                  <a:lnTo>
                    <a:pt x="824992" y="5213032"/>
                  </a:lnTo>
                  <a:lnTo>
                    <a:pt x="829310" y="5208765"/>
                  </a:lnTo>
                  <a:lnTo>
                    <a:pt x="829310" y="5198249"/>
                  </a:lnTo>
                  <a:lnTo>
                    <a:pt x="824992" y="5193982"/>
                  </a:lnTo>
                  <a:close/>
                </a:path>
                <a:path w="10424160" h="5213350">
                  <a:moveTo>
                    <a:pt x="781685" y="5193982"/>
                  </a:moveTo>
                  <a:lnTo>
                    <a:pt x="776351" y="5193982"/>
                  </a:lnTo>
                  <a:lnTo>
                    <a:pt x="772160" y="5198249"/>
                  </a:lnTo>
                  <a:lnTo>
                    <a:pt x="772160" y="5208765"/>
                  </a:lnTo>
                  <a:lnTo>
                    <a:pt x="776351" y="5213032"/>
                  </a:lnTo>
                  <a:lnTo>
                    <a:pt x="781685" y="5213032"/>
                  </a:lnTo>
                  <a:lnTo>
                    <a:pt x="781685" y="5193982"/>
                  </a:lnTo>
                  <a:close/>
                </a:path>
                <a:path w="10424160" h="5213350">
                  <a:moveTo>
                    <a:pt x="786892" y="5193982"/>
                  </a:moveTo>
                  <a:lnTo>
                    <a:pt x="781685" y="5193982"/>
                  </a:lnTo>
                  <a:lnTo>
                    <a:pt x="781685" y="5213032"/>
                  </a:lnTo>
                  <a:lnTo>
                    <a:pt x="786892" y="5213032"/>
                  </a:lnTo>
                  <a:lnTo>
                    <a:pt x="791210" y="5208765"/>
                  </a:lnTo>
                  <a:lnTo>
                    <a:pt x="791210" y="5198249"/>
                  </a:lnTo>
                  <a:lnTo>
                    <a:pt x="786892" y="5193982"/>
                  </a:lnTo>
                  <a:close/>
                </a:path>
                <a:path w="10424160" h="5213350">
                  <a:moveTo>
                    <a:pt x="743458" y="5193982"/>
                  </a:moveTo>
                  <a:lnTo>
                    <a:pt x="738251" y="5193982"/>
                  </a:lnTo>
                  <a:lnTo>
                    <a:pt x="733933" y="5198249"/>
                  </a:lnTo>
                  <a:lnTo>
                    <a:pt x="733933" y="5208765"/>
                  </a:lnTo>
                  <a:lnTo>
                    <a:pt x="738251" y="5213032"/>
                  </a:lnTo>
                  <a:lnTo>
                    <a:pt x="743458" y="5213032"/>
                  </a:lnTo>
                  <a:lnTo>
                    <a:pt x="743458" y="5193982"/>
                  </a:lnTo>
                  <a:close/>
                </a:path>
                <a:path w="10424160" h="5213350">
                  <a:moveTo>
                    <a:pt x="743585" y="5206682"/>
                  </a:moveTo>
                  <a:lnTo>
                    <a:pt x="743458" y="5206682"/>
                  </a:lnTo>
                  <a:lnTo>
                    <a:pt x="743458" y="5213032"/>
                  </a:lnTo>
                  <a:lnTo>
                    <a:pt x="743585" y="5213032"/>
                  </a:lnTo>
                  <a:lnTo>
                    <a:pt x="743585" y="5206682"/>
                  </a:lnTo>
                  <a:close/>
                </a:path>
                <a:path w="10424160" h="5213350">
                  <a:moveTo>
                    <a:pt x="748792" y="5193982"/>
                  </a:moveTo>
                  <a:lnTo>
                    <a:pt x="743585" y="5193982"/>
                  </a:lnTo>
                  <a:lnTo>
                    <a:pt x="743585" y="5213032"/>
                  </a:lnTo>
                  <a:lnTo>
                    <a:pt x="748792" y="5213032"/>
                  </a:lnTo>
                  <a:lnTo>
                    <a:pt x="753110" y="5208765"/>
                  </a:lnTo>
                  <a:lnTo>
                    <a:pt x="753110" y="5198249"/>
                  </a:lnTo>
                  <a:lnTo>
                    <a:pt x="748792" y="5193982"/>
                  </a:lnTo>
                  <a:close/>
                </a:path>
                <a:path w="10424160" h="5213350">
                  <a:moveTo>
                    <a:pt x="743585" y="5193982"/>
                  </a:moveTo>
                  <a:lnTo>
                    <a:pt x="743458" y="5193982"/>
                  </a:lnTo>
                  <a:lnTo>
                    <a:pt x="743458" y="5200332"/>
                  </a:lnTo>
                  <a:lnTo>
                    <a:pt x="743585" y="5200332"/>
                  </a:lnTo>
                  <a:lnTo>
                    <a:pt x="743585" y="5193982"/>
                  </a:lnTo>
                  <a:close/>
                </a:path>
                <a:path w="10424160" h="5213350">
                  <a:moveTo>
                    <a:pt x="705358" y="5193982"/>
                  </a:moveTo>
                  <a:lnTo>
                    <a:pt x="700151" y="5193982"/>
                  </a:lnTo>
                  <a:lnTo>
                    <a:pt x="695833" y="5198249"/>
                  </a:lnTo>
                  <a:lnTo>
                    <a:pt x="695833" y="5208765"/>
                  </a:lnTo>
                  <a:lnTo>
                    <a:pt x="700151" y="5213032"/>
                  </a:lnTo>
                  <a:lnTo>
                    <a:pt x="705358" y="5213032"/>
                  </a:lnTo>
                  <a:lnTo>
                    <a:pt x="705358" y="5193982"/>
                  </a:lnTo>
                  <a:close/>
                </a:path>
                <a:path w="10424160" h="5213350">
                  <a:moveTo>
                    <a:pt x="710692" y="5193982"/>
                  </a:moveTo>
                  <a:lnTo>
                    <a:pt x="705358" y="5193982"/>
                  </a:lnTo>
                  <a:lnTo>
                    <a:pt x="705358" y="5213032"/>
                  </a:lnTo>
                  <a:lnTo>
                    <a:pt x="710692" y="5213032"/>
                  </a:lnTo>
                  <a:lnTo>
                    <a:pt x="714883" y="5208765"/>
                  </a:lnTo>
                  <a:lnTo>
                    <a:pt x="714883" y="5198249"/>
                  </a:lnTo>
                  <a:lnTo>
                    <a:pt x="710692" y="5193982"/>
                  </a:lnTo>
                  <a:close/>
                </a:path>
                <a:path w="10424160" h="5213350">
                  <a:moveTo>
                    <a:pt x="667258" y="5193982"/>
                  </a:moveTo>
                  <a:lnTo>
                    <a:pt x="662000" y="5193982"/>
                  </a:lnTo>
                  <a:lnTo>
                    <a:pt x="657745" y="5198249"/>
                  </a:lnTo>
                  <a:lnTo>
                    <a:pt x="657745" y="5208765"/>
                  </a:lnTo>
                  <a:lnTo>
                    <a:pt x="662000" y="5213032"/>
                  </a:lnTo>
                  <a:lnTo>
                    <a:pt x="667258" y="5213032"/>
                  </a:lnTo>
                  <a:lnTo>
                    <a:pt x="667258" y="5193982"/>
                  </a:lnTo>
                  <a:close/>
                </a:path>
                <a:path w="10424160" h="5213350">
                  <a:moveTo>
                    <a:pt x="672592" y="5193982"/>
                  </a:moveTo>
                  <a:lnTo>
                    <a:pt x="667258" y="5193982"/>
                  </a:lnTo>
                  <a:lnTo>
                    <a:pt x="667258" y="5213032"/>
                  </a:lnTo>
                  <a:lnTo>
                    <a:pt x="672592" y="5213032"/>
                  </a:lnTo>
                  <a:lnTo>
                    <a:pt x="676783" y="5208765"/>
                  </a:lnTo>
                  <a:lnTo>
                    <a:pt x="676783" y="5198249"/>
                  </a:lnTo>
                  <a:lnTo>
                    <a:pt x="672592" y="5193982"/>
                  </a:lnTo>
                  <a:close/>
                </a:path>
                <a:path w="10424160" h="5213350">
                  <a:moveTo>
                    <a:pt x="629145" y="5193982"/>
                  </a:moveTo>
                  <a:lnTo>
                    <a:pt x="623887" y="5193982"/>
                  </a:lnTo>
                  <a:lnTo>
                    <a:pt x="619620" y="5198249"/>
                  </a:lnTo>
                  <a:lnTo>
                    <a:pt x="619620" y="5208765"/>
                  </a:lnTo>
                  <a:lnTo>
                    <a:pt x="623887" y="5213032"/>
                  </a:lnTo>
                  <a:lnTo>
                    <a:pt x="629145" y="5213032"/>
                  </a:lnTo>
                  <a:lnTo>
                    <a:pt x="629145" y="5193982"/>
                  </a:lnTo>
                  <a:close/>
                </a:path>
                <a:path w="10424160" h="5213350">
                  <a:moveTo>
                    <a:pt x="634428" y="5193982"/>
                  </a:moveTo>
                  <a:lnTo>
                    <a:pt x="629170" y="5193982"/>
                  </a:lnTo>
                  <a:lnTo>
                    <a:pt x="629170" y="5213032"/>
                  </a:lnTo>
                  <a:lnTo>
                    <a:pt x="634428" y="5213032"/>
                  </a:lnTo>
                  <a:lnTo>
                    <a:pt x="638695" y="5208765"/>
                  </a:lnTo>
                  <a:lnTo>
                    <a:pt x="638695" y="5198249"/>
                  </a:lnTo>
                  <a:lnTo>
                    <a:pt x="634428" y="5193982"/>
                  </a:lnTo>
                  <a:close/>
                </a:path>
                <a:path w="10424160" h="5213350">
                  <a:moveTo>
                    <a:pt x="591032" y="5193982"/>
                  </a:moveTo>
                  <a:lnTo>
                    <a:pt x="585762" y="5193982"/>
                  </a:lnTo>
                  <a:lnTo>
                    <a:pt x="581507" y="5198249"/>
                  </a:lnTo>
                  <a:lnTo>
                    <a:pt x="581507" y="5208765"/>
                  </a:lnTo>
                  <a:lnTo>
                    <a:pt x="585762" y="5213032"/>
                  </a:lnTo>
                  <a:lnTo>
                    <a:pt x="591032" y="5213032"/>
                  </a:lnTo>
                  <a:lnTo>
                    <a:pt x="591032" y="5193982"/>
                  </a:lnTo>
                  <a:close/>
                </a:path>
                <a:path w="10424160" h="5213350">
                  <a:moveTo>
                    <a:pt x="596303" y="5193982"/>
                  </a:moveTo>
                  <a:lnTo>
                    <a:pt x="591045" y="5193982"/>
                  </a:lnTo>
                  <a:lnTo>
                    <a:pt x="591045" y="5213032"/>
                  </a:lnTo>
                  <a:lnTo>
                    <a:pt x="596303" y="5213032"/>
                  </a:lnTo>
                  <a:lnTo>
                    <a:pt x="600570" y="5208765"/>
                  </a:lnTo>
                  <a:lnTo>
                    <a:pt x="600570" y="5198249"/>
                  </a:lnTo>
                  <a:lnTo>
                    <a:pt x="596303" y="5193982"/>
                  </a:lnTo>
                  <a:close/>
                </a:path>
                <a:path w="10424160" h="5213350">
                  <a:moveTo>
                    <a:pt x="552907" y="5193982"/>
                  </a:moveTo>
                  <a:lnTo>
                    <a:pt x="547649" y="5193982"/>
                  </a:lnTo>
                  <a:lnTo>
                    <a:pt x="543382" y="5198249"/>
                  </a:lnTo>
                  <a:lnTo>
                    <a:pt x="543382" y="5208765"/>
                  </a:lnTo>
                  <a:lnTo>
                    <a:pt x="547649" y="5213032"/>
                  </a:lnTo>
                  <a:lnTo>
                    <a:pt x="552907" y="5213032"/>
                  </a:lnTo>
                  <a:lnTo>
                    <a:pt x="552907" y="5193982"/>
                  </a:lnTo>
                  <a:close/>
                </a:path>
                <a:path w="10424160" h="5213350">
                  <a:moveTo>
                    <a:pt x="558190" y="5193982"/>
                  </a:moveTo>
                  <a:lnTo>
                    <a:pt x="552932" y="5193982"/>
                  </a:lnTo>
                  <a:lnTo>
                    <a:pt x="552932" y="5213032"/>
                  </a:lnTo>
                  <a:lnTo>
                    <a:pt x="558190" y="5213032"/>
                  </a:lnTo>
                  <a:lnTo>
                    <a:pt x="562457" y="5208765"/>
                  </a:lnTo>
                  <a:lnTo>
                    <a:pt x="562457" y="5198249"/>
                  </a:lnTo>
                  <a:lnTo>
                    <a:pt x="558190" y="5193982"/>
                  </a:lnTo>
                  <a:close/>
                </a:path>
                <a:path w="10424160" h="5213350">
                  <a:moveTo>
                    <a:pt x="514794" y="5193982"/>
                  </a:moveTo>
                  <a:lnTo>
                    <a:pt x="509523" y="5193982"/>
                  </a:lnTo>
                  <a:lnTo>
                    <a:pt x="505269" y="5198249"/>
                  </a:lnTo>
                  <a:lnTo>
                    <a:pt x="505269" y="5208765"/>
                  </a:lnTo>
                  <a:lnTo>
                    <a:pt x="509523" y="5213032"/>
                  </a:lnTo>
                  <a:lnTo>
                    <a:pt x="514794" y="5213032"/>
                  </a:lnTo>
                  <a:lnTo>
                    <a:pt x="514794" y="5193982"/>
                  </a:lnTo>
                  <a:close/>
                </a:path>
                <a:path w="10424160" h="5213350">
                  <a:moveTo>
                    <a:pt x="520064" y="5193982"/>
                  </a:moveTo>
                  <a:lnTo>
                    <a:pt x="514807" y="5193982"/>
                  </a:lnTo>
                  <a:lnTo>
                    <a:pt x="514807" y="5213032"/>
                  </a:lnTo>
                  <a:lnTo>
                    <a:pt x="520064" y="5213032"/>
                  </a:lnTo>
                  <a:lnTo>
                    <a:pt x="524332" y="5208765"/>
                  </a:lnTo>
                  <a:lnTo>
                    <a:pt x="524332" y="5198249"/>
                  </a:lnTo>
                  <a:lnTo>
                    <a:pt x="520064" y="5193982"/>
                  </a:lnTo>
                  <a:close/>
                </a:path>
                <a:path w="10424160" h="5213350">
                  <a:moveTo>
                    <a:pt x="476669" y="5193982"/>
                  </a:moveTo>
                  <a:lnTo>
                    <a:pt x="471411" y="5193982"/>
                  </a:lnTo>
                  <a:lnTo>
                    <a:pt x="467144" y="5198249"/>
                  </a:lnTo>
                  <a:lnTo>
                    <a:pt x="467144" y="5208765"/>
                  </a:lnTo>
                  <a:lnTo>
                    <a:pt x="471411" y="5213032"/>
                  </a:lnTo>
                  <a:lnTo>
                    <a:pt x="476669" y="5213032"/>
                  </a:lnTo>
                  <a:lnTo>
                    <a:pt x="476669" y="5193982"/>
                  </a:lnTo>
                  <a:close/>
                </a:path>
                <a:path w="10424160" h="5213350">
                  <a:moveTo>
                    <a:pt x="481952" y="5193982"/>
                  </a:moveTo>
                  <a:lnTo>
                    <a:pt x="476694" y="5193982"/>
                  </a:lnTo>
                  <a:lnTo>
                    <a:pt x="476694" y="5213032"/>
                  </a:lnTo>
                  <a:lnTo>
                    <a:pt x="481952" y="5213032"/>
                  </a:lnTo>
                  <a:lnTo>
                    <a:pt x="486219" y="5208765"/>
                  </a:lnTo>
                  <a:lnTo>
                    <a:pt x="486219" y="5198249"/>
                  </a:lnTo>
                  <a:lnTo>
                    <a:pt x="481952" y="5193982"/>
                  </a:lnTo>
                  <a:close/>
                </a:path>
                <a:path w="10424160" h="5213350">
                  <a:moveTo>
                    <a:pt x="438556" y="5193982"/>
                  </a:moveTo>
                  <a:lnTo>
                    <a:pt x="433285" y="5193982"/>
                  </a:lnTo>
                  <a:lnTo>
                    <a:pt x="429031" y="5198249"/>
                  </a:lnTo>
                  <a:lnTo>
                    <a:pt x="429031" y="5208765"/>
                  </a:lnTo>
                  <a:lnTo>
                    <a:pt x="433285" y="5213032"/>
                  </a:lnTo>
                  <a:lnTo>
                    <a:pt x="438556" y="5213032"/>
                  </a:lnTo>
                  <a:lnTo>
                    <a:pt x="438556" y="5193982"/>
                  </a:lnTo>
                  <a:close/>
                </a:path>
                <a:path w="10424160" h="5213350">
                  <a:moveTo>
                    <a:pt x="443826" y="5193982"/>
                  </a:moveTo>
                  <a:lnTo>
                    <a:pt x="438569" y="5193982"/>
                  </a:lnTo>
                  <a:lnTo>
                    <a:pt x="438569" y="5213032"/>
                  </a:lnTo>
                  <a:lnTo>
                    <a:pt x="443826" y="5213032"/>
                  </a:lnTo>
                  <a:lnTo>
                    <a:pt x="448094" y="5208765"/>
                  </a:lnTo>
                  <a:lnTo>
                    <a:pt x="448094" y="5198249"/>
                  </a:lnTo>
                  <a:lnTo>
                    <a:pt x="443826" y="5193982"/>
                  </a:lnTo>
                  <a:close/>
                </a:path>
                <a:path w="10424160" h="5213350">
                  <a:moveTo>
                    <a:pt x="400430" y="5193982"/>
                  </a:moveTo>
                  <a:lnTo>
                    <a:pt x="395173" y="5193982"/>
                  </a:lnTo>
                  <a:lnTo>
                    <a:pt x="390905" y="5198249"/>
                  </a:lnTo>
                  <a:lnTo>
                    <a:pt x="390905" y="5208765"/>
                  </a:lnTo>
                  <a:lnTo>
                    <a:pt x="395173" y="5213032"/>
                  </a:lnTo>
                  <a:lnTo>
                    <a:pt x="400430" y="5213032"/>
                  </a:lnTo>
                  <a:lnTo>
                    <a:pt x="400430" y="5193982"/>
                  </a:lnTo>
                  <a:close/>
                </a:path>
                <a:path w="10424160" h="5213350">
                  <a:moveTo>
                    <a:pt x="405714" y="5193982"/>
                  </a:moveTo>
                  <a:lnTo>
                    <a:pt x="400456" y="5193982"/>
                  </a:lnTo>
                  <a:lnTo>
                    <a:pt x="400456" y="5213032"/>
                  </a:lnTo>
                  <a:lnTo>
                    <a:pt x="405714" y="5213032"/>
                  </a:lnTo>
                  <a:lnTo>
                    <a:pt x="409981" y="5208765"/>
                  </a:lnTo>
                  <a:lnTo>
                    <a:pt x="409981" y="5198249"/>
                  </a:lnTo>
                  <a:lnTo>
                    <a:pt x="405714" y="5193982"/>
                  </a:lnTo>
                  <a:close/>
                </a:path>
                <a:path w="10424160" h="5213350">
                  <a:moveTo>
                    <a:pt x="362318" y="5193982"/>
                  </a:moveTo>
                  <a:lnTo>
                    <a:pt x="357047" y="5193982"/>
                  </a:lnTo>
                  <a:lnTo>
                    <a:pt x="352793" y="5198249"/>
                  </a:lnTo>
                  <a:lnTo>
                    <a:pt x="352793" y="5208765"/>
                  </a:lnTo>
                  <a:lnTo>
                    <a:pt x="357047" y="5213032"/>
                  </a:lnTo>
                  <a:lnTo>
                    <a:pt x="362318" y="5213032"/>
                  </a:lnTo>
                  <a:lnTo>
                    <a:pt x="362318" y="5193982"/>
                  </a:lnTo>
                  <a:close/>
                </a:path>
                <a:path w="10424160" h="5213350">
                  <a:moveTo>
                    <a:pt x="367588" y="5193982"/>
                  </a:moveTo>
                  <a:lnTo>
                    <a:pt x="362330" y="5193982"/>
                  </a:lnTo>
                  <a:lnTo>
                    <a:pt x="362330" y="5213032"/>
                  </a:lnTo>
                  <a:lnTo>
                    <a:pt x="367588" y="5213032"/>
                  </a:lnTo>
                  <a:lnTo>
                    <a:pt x="371855" y="5208765"/>
                  </a:lnTo>
                  <a:lnTo>
                    <a:pt x="371855" y="5198249"/>
                  </a:lnTo>
                  <a:lnTo>
                    <a:pt x="367588" y="5193982"/>
                  </a:lnTo>
                  <a:close/>
                </a:path>
                <a:path w="10424160" h="5213350">
                  <a:moveTo>
                    <a:pt x="324192" y="5193982"/>
                  </a:moveTo>
                  <a:lnTo>
                    <a:pt x="318935" y="5193982"/>
                  </a:lnTo>
                  <a:lnTo>
                    <a:pt x="314667" y="5198249"/>
                  </a:lnTo>
                  <a:lnTo>
                    <a:pt x="314667" y="5208765"/>
                  </a:lnTo>
                  <a:lnTo>
                    <a:pt x="318935" y="5213032"/>
                  </a:lnTo>
                  <a:lnTo>
                    <a:pt x="324192" y="5213032"/>
                  </a:lnTo>
                  <a:lnTo>
                    <a:pt x="324192" y="5193982"/>
                  </a:lnTo>
                  <a:close/>
                </a:path>
                <a:path w="10424160" h="5213350">
                  <a:moveTo>
                    <a:pt x="329476" y="5193982"/>
                  </a:moveTo>
                  <a:lnTo>
                    <a:pt x="324218" y="5193982"/>
                  </a:lnTo>
                  <a:lnTo>
                    <a:pt x="324218" y="5213032"/>
                  </a:lnTo>
                  <a:lnTo>
                    <a:pt x="329476" y="5213032"/>
                  </a:lnTo>
                  <a:lnTo>
                    <a:pt x="333743" y="5208765"/>
                  </a:lnTo>
                  <a:lnTo>
                    <a:pt x="333743" y="5198249"/>
                  </a:lnTo>
                  <a:lnTo>
                    <a:pt x="329476" y="5193982"/>
                  </a:lnTo>
                  <a:close/>
                </a:path>
                <a:path w="10424160" h="5213350">
                  <a:moveTo>
                    <a:pt x="286080" y="5193982"/>
                  </a:moveTo>
                  <a:lnTo>
                    <a:pt x="280822" y="5193982"/>
                  </a:lnTo>
                  <a:lnTo>
                    <a:pt x="276555" y="5198249"/>
                  </a:lnTo>
                  <a:lnTo>
                    <a:pt x="276555" y="5208765"/>
                  </a:lnTo>
                  <a:lnTo>
                    <a:pt x="280822" y="5213032"/>
                  </a:lnTo>
                  <a:lnTo>
                    <a:pt x="286080" y="5213032"/>
                  </a:lnTo>
                  <a:lnTo>
                    <a:pt x="286080" y="5193982"/>
                  </a:lnTo>
                  <a:close/>
                </a:path>
                <a:path w="10424160" h="5213350">
                  <a:moveTo>
                    <a:pt x="291350" y="5193982"/>
                  </a:moveTo>
                  <a:lnTo>
                    <a:pt x="286092" y="5193982"/>
                  </a:lnTo>
                  <a:lnTo>
                    <a:pt x="286092" y="5213032"/>
                  </a:lnTo>
                  <a:lnTo>
                    <a:pt x="291350" y="5213032"/>
                  </a:lnTo>
                  <a:lnTo>
                    <a:pt x="295617" y="5208765"/>
                  </a:lnTo>
                  <a:lnTo>
                    <a:pt x="295617" y="5198249"/>
                  </a:lnTo>
                  <a:lnTo>
                    <a:pt x="291350" y="5193982"/>
                  </a:lnTo>
                  <a:close/>
                </a:path>
                <a:path w="10424160" h="5213350">
                  <a:moveTo>
                    <a:pt x="247954" y="5193982"/>
                  </a:moveTo>
                  <a:lnTo>
                    <a:pt x="242696" y="5193982"/>
                  </a:lnTo>
                  <a:lnTo>
                    <a:pt x="238429" y="5198249"/>
                  </a:lnTo>
                  <a:lnTo>
                    <a:pt x="238429" y="5208765"/>
                  </a:lnTo>
                  <a:lnTo>
                    <a:pt x="242696" y="5213032"/>
                  </a:lnTo>
                  <a:lnTo>
                    <a:pt x="247954" y="5213032"/>
                  </a:lnTo>
                  <a:lnTo>
                    <a:pt x="247954" y="5193982"/>
                  </a:lnTo>
                  <a:close/>
                </a:path>
                <a:path w="10424160" h="5213350">
                  <a:moveTo>
                    <a:pt x="253238" y="5193982"/>
                  </a:moveTo>
                  <a:lnTo>
                    <a:pt x="247980" y="5193982"/>
                  </a:lnTo>
                  <a:lnTo>
                    <a:pt x="247980" y="5213032"/>
                  </a:lnTo>
                  <a:lnTo>
                    <a:pt x="253238" y="5213032"/>
                  </a:lnTo>
                  <a:lnTo>
                    <a:pt x="257505" y="5208765"/>
                  </a:lnTo>
                  <a:lnTo>
                    <a:pt x="257505" y="5198249"/>
                  </a:lnTo>
                  <a:lnTo>
                    <a:pt x="253238" y="5193982"/>
                  </a:lnTo>
                  <a:close/>
                </a:path>
                <a:path w="10424160" h="5213350">
                  <a:moveTo>
                    <a:pt x="209842" y="5193982"/>
                  </a:moveTo>
                  <a:lnTo>
                    <a:pt x="204584" y="5193982"/>
                  </a:lnTo>
                  <a:lnTo>
                    <a:pt x="200317" y="5198249"/>
                  </a:lnTo>
                  <a:lnTo>
                    <a:pt x="200317" y="5208765"/>
                  </a:lnTo>
                  <a:lnTo>
                    <a:pt x="204584" y="5213032"/>
                  </a:lnTo>
                  <a:lnTo>
                    <a:pt x="209842" y="5213032"/>
                  </a:lnTo>
                  <a:lnTo>
                    <a:pt x="209842" y="5193982"/>
                  </a:lnTo>
                  <a:close/>
                </a:path>
                <a:path w="10424160" h="5213350">
                  <a:moveTo>
                    <a:pt x="215112" y="5193982"/>
                  </a:moveTo>
                  <a:lnTo>
                    <a:pt x="209854" y="5193982"/>
                  </a:lnTo>
                  <a:lnTo>
                    <a:pt x="209854" y="5213032"/>
                  </a:lnTo>
                  <a:lnTo>
                    <a:pt x="215112" y="5213032"/>
                  </a:lnTo>
                  <a:lnTo>
                    <a:pt x="219379" y="5208765"/>
                  </a:lnTo>
                  <a:lnTo>
                    <a:pt x="219379" y="5198249"/>
                  </a:lnTo>
                  <a:lnTo>
                    <a:pt x="215112" y="5193982"/>
                  </a:lnTo>
                  <a:close/>
                </a:path>
                <a:path w="10424160" h="5213350">
                  <a:moveTo>
                    <a:pt x="172262" y="5193169"/>
                  </a:moveTo>
                  <a:lnTo>
                    <a:pt x="171274" y="5211914"/>
                  </a:lnTo>
                  <a:lnTo>
                    <a:pt x="171259" y="5212194"/>
                  </a:lnTo>
                  <a:lnTo>
                    <a:pt x="176517" y="5212473"/>
                  </a:lnTo>
                  <a:lnTo>
                    <a:pt x="181000" y="5208435"/>
                  </a:lnTo>
                  <a:lnTo>
                    <a:pt x="181464" y="5199507"/>
                  </a:lnTo>
                  <a:lnTo>
                    <a:pt x="181546" y="5197932"/>
                  </a:lnTo>
                  <a:lnTo>
                    <a:pt x="177507" y="5193449"/>
                  </a:lnTo>
                  <a:lnTo>
                    <a:pt x="172262" y="5193169"/>
                  </a:lnTo>
                  <a:close/>
                </a:path>
                <a:path w="10424160" h="5213350">
                  <a:moveTo>
                    <a:pt x="166992" y="5192890"/>
                  </a:moveTo>
                  <a:lnTo>
                    <a:pt x="162509" y="5196928"/>
                  </a:lnTo>
                  <a:lnTo>
                    <a:pt x="162034" y="5205857"/>
                  </a:lnTo>
                  <a:lnTo>
                    <a:pt x="161950" y="5207431"/>
                  </a:lnTo>
                  <a:lnTo>
                    <a:pt x="165989" y="5211914"/>
                  </a:lnTo>
                  <a:lnTo>
                    <a:pt x="171246" y="5212194"/>
                  </a:lnTo>
                  <a:lnTo>
                    <a:pt x="172222" y="5193449"/>
                  </a:lnTo>
                  <a:lnTo>
                    <a:pt x="172237" y="5193169"/>
                  </a:lnTo>
                  <a:lnTo>
                    <a:pt x="166992" y="5192890"/>
                  </a:lnTo>
                  <a:close/>
                </a:path>
                <a:path w="10424160" h="5213350">
                  <a:moveTo>
                    <a:pt x="137871" y="5186603"/>
                  </a:moveTo>
                  <a:lnTo>
                    <a:pt x="130937" y="5204345"/>
                  </a:lnTo>
                  <a:lnTo>
                    <a:pt x="135826" y="5206263"/>
                  </a:lnTo>
                  <a:lnTo>
                    <a:pt x="141351" y="5203837"/>
                  </a:lnTo>
                  <a:lnTo>
                    <a:pt x="145186" y="5194046"/>
                  </a:lnTo>
                  <a:lnTo>
                    <a:pt x="142773" y="5188521"/>
                  </a:lnTo>
                  <a:lnTo>
                    <a:pt x="137871" y="5186603"/>
                  </a:lnTo>
                  <a:close/>
                </a:path>
                <a:path w="10424160" h="5213350">
                  <a:moveTo>
                    <a:pt x="132956" y="5184673"/>
                  </a:moveTo>
                  <a:lnTo>
                    <a:pt x="127431" y="5187099"/>
                  </a:lnTo>
                  <a:lnTo>
                    <a:pt x="123596" y="5196890"/>
                  </a:lnTo>
                  <a:lnTo>
                    <a:pt x="126022" y="5202415"/>
                  </a:lnTo>
                  <a:lnTo>
                    <a:pt x="130943" y="5204345"/>
                  </a:lnTo>
                  <a:lnTo>
                    <a:pt x="131105" y="5203837"/>
                  </a:lnTo>
                  <a:lnTo>
                    <a:pt x="137853" y="5186603"/>
                  </a:lnTo>
                  <a:lnTo>
                    <a:pt x="132956" y="5184673"/>
                  </a:lnTo>
                  <a:close/>
                </a:path>
                <a:path w="10424160" h="5213350">
                  <a:moveTo>
                    <a:pt x="104533" y="5172100"/>
                  </a:moveTo>
                  <a:lnTo>
                    <a:pt x="94564" y="5188331"/>
                  </a:lnTo>
                  <a:lnTo>
                    <a:pt x="99034" y="5191086"/>
                  </a:lnTo>
                  <a:lnTo>
                    <a:pt x="104901" y="5189689"/>
                  </a:lnTo>
                  <a:lnTo>
                    <a:pt x="110413" y="5180723"/>
                  </a:lnTo>
                  <a:lnTo>
                    <a:pt x="109016" y="5174856"/>
                  </a:lnTo>
                  <a:lnTo>
                    <a:pt x="104533" y="5172100"/>
                  </a:lnTo>
                  <a:close/>
                </a:path>
                <a:path w="10424160" h="5213350">
                  <a:moveTo>
                    <a:pt x="100037" y="5169344"/>
                  </a:moveTo>
                  <a:lnTo>
                    <a:pt x="94170" y="5170741"/>
                  </a:lnTo>
                  <a:lnTo>
                    <a:pt x="88658" y="5179707"/>
                  </a:lnTo>
                  <a:lnTo>
                    <a:pt x="90055" y="5185575"/>
                  </a:lnTo>
                  <a:lnTo>
                    <a:pt x="94559" y="5188331"/>
                  </a:lnTo>
                  <a:lnTo>
                    <a:pt x="96227" y="5185575"/>
                  </a:lnTo>
                  <a:lnTo>
                    <a:pt x="104520" y="5172100"/>
                  </a:lnTo>
                  <a:lnTo>
                    <a:pt x="100037" y="5169344"/>
                  </a:lnTo>
                  <a:close/>
                </a:path>
                <a:path w="10424160" h="5213350">
                  <a:moveTo>
                    <a:pt x="75222" y="5150891"/>
                  </a:moveTo>
                  <a:lnTo>
                    <a:pt x="62306" y="5164899"/>
                  </a:lnTo>
                  <a:lnTo>
                    <a:pt x="66167" y="5168468"/>
                  </a:lnTo>
                  <a:lnTo>
                    <a:pt x="72199" y="5168214"/>
                  </a:lnTo>
                  <a:lnTo>
                    <a:pt x="79324" y="5160479"/>
                  </a:lnTo>
                  <a:lnTo>
                    <a:pt x="79127" y="5155565"/>
                  </a:lnTo>
                  <a:lnTo>
                    <a:pt x="79082" y="5154460"/>
                  </a:lnTo>
                  <a:lnTo>
                    <a:pt x="75222" y="5150891"/>
                  </a:lnTo>
                  <a:close/>
                </a:path>
                <a:path w="10424160" h="5213350">
                  <a:moveTo>
                    <a:pt x="71335" y="5147310"/>
                  </a:moveTo>
                  <a:lnTo>
                    <a:pt x="65316" y="5147551"/>
                  </a:lnTo>
                  <a:lnTo>
                    <a:pt x="58178" y="5155285"/>
                  </a:lnTo>
                  <a:lnTo>
                    <a:pt x="58375" y="5160213"/>
                  </a:lnTo>
                  <a:lnTo>
                    <a:pt x="58420" y="5161318"/>
                  </a:lnTo>
                  <a:lnTo>
                    <a:pt x="62307" y="5164899"/>
                  </a:lnTo>
                  <a:lnTo>
                    <a:pt x="66598" y="5160213"/>
                  </a:lnTo>
                  <a:lnTo>
                    <a:pt x="75197" y="5150891"/>
                  </a:lnTo>
                  <a:lnTo>
                    <a:pt x="71335" y="5147310"/>
                  </a:lnTo>
                  <a:close/>
                </a:path>
                <a:path w="10424160" h="5213350">
                  <a:moveTo>
                    <a:pt x="50977" y="5124030"/>
                  </a:moveTo>
                  <a:lnTo>
                    <a:pt x="35610" y="5135295"/>
                  </a:lnTo>
                  <a:lnTo>
                    <a:pt x="38722" y="5139537"/>
                  </a:lnTo>
                  <a:lnTo>
                    <a:pt x="44678" y="5140464"/>
                  </a:lnTo>
                  <a:lnTo>
                    <a:pt x="53162" y="5134241"/>
                  </a:lnTo>
                  <a:lnTo>
                    <a:pt x="54089" y="5128272"/>
                  </a:lnTo>
                  <a:lnTo>
                    <a:pt x="50977" y="5124030"/>
                  </a:lnTo>
                  <a:close/>
                </a:path>
                <a:path w="10424160" h="5213350">
                  <a:moveTo>
                    <a:pt x="41897" y="5118862"/>
                  </a:moveTo>
                  <a:lnTo>
                    <a:pt x="33401" y="5125085"/>
                  </a:lnTo>
                  <a:lnTo>
                    <a:pt x="32486" y="5131041"/>
                  </a:lnTo>
                  <a:lnTo>
                    <a:pt x="35607" y="5135295"/>
                  </a:lnTo>
                  <a:lnTo>
                    <a:pt x="37018" y="5134241"/>
                  </a:lnTo>
                  <a:lnTo>
                    <a:pt x="50947" y="5124030"/>
                  </a:lnTo>
                  <a:lnTo>
                    <a:pt x="47853" y="5119776"/>
                  </a:lnTo>
                  <a:lnTo>
                    <a:pt x="41897" y="5118862"/>
                  </a:lnTo>
                  <a:close/>
                </a:path>
                <a:path w="10424160" h="5213350">
                  <a:moveTo>
                    <a:pt x="32994" y="5092623"/>
                  </a:moveTo>
                  <a:lnTo>
                    <a:pt x="15748" y="5100726"/>
                  </a:lnTo>
                  <a:lnTo>
                    <a:pt x="17983" y="5105488"/>
                  </a:lnTo>
                  <a:lnTo>
                    <a:pt x="23660" y="5107533"/>
                  </a:lnTo>
                  <a:lnTo>
                    <a:pt x="33185" y="5103063"/>
                  </a:lnTo>
                  <a:lnTo>
                    <a:pt x="35229" y="5097386"/>
                  </a:lnTo>
                  <a:lnTo>
                    <a:pt x="32994" y="5092623"/>
                  </a:lnTo>
                  <a:close/>
                </a:path>
                <a:path w="10424160" h="5213350">
                  <a:moveTo>
                    <a:pt x="25069" y="5085803"/>
                  </a:moveTo>
                  <a:lnTo>
                    <a:pt x="15544" y="5090274"/>
                  </a:lnTo>
                  <a:lnTo>
                    <a:pt x="13500" y="5095951"/>
                  </a:lnTo>
                  <a:lnTo>
                    <a:pt x="15741" y="5100726"/>
                  </a:lnTo>
                  <a:lnTo>
                    <a:pt x="32954" y="5092623"/>
                  </a:lnTo>
                  <a:lnTo>
                    <a:pt x="31885" y="5090274"/>
                  </a:lnTo>
                  <a:lnTo>
                    <a:pt x="30746" y="5087848"/>
                  </a:lnTo>
                  <a:lnTo>
                    <a:pt x="25069" y="5085803"/>
                  </a:lnTo>
                  <a:close/>
                </a:path>
                <a:path w="10424160" h="5213350">
                  <a:moveTo>
                    <a:pt x="16764" y="5050167"/>
                  </a:moveTo>
                  <a:lnTo>
                    <a:pt x="6362" y="5051729"/>
                  </a:lnTo>
                  <a:lnTo>
                    <a:pt x="2768" y="5056568"/>
                  </a:lnTo>
                  <a:lnTo>
                    <a:pt x="4343" y="5066995"/>
                  </a:lnTo>
                  <a:lnTo>
                    <a:pt x="9182" y="5070576"/>
                  </a:lnTo>
                  <a:lnTo>
                    <a:pt x="19596" y="5069014"/>
                  </a:lnTo>
                  <a:lnTo>
                    <a:pt x="23177" y="5064175"/>
                  </a:lnTo>
                  <a:lnTo>
                    <a:pt x="22824" y="5061800"/>
                  </a:lnTo>
                  <a:lnTo>
                    <a:pt x="3387" y="5061800"/>
                  </a:lnTo>
                  <a:lnTo>
                    <a:pt x="22221" y="5058968"/>
                  </a:lnTo>
                  <a:lnTo>
                    <a:pt x="22393" y="5058968"/>
                  </a:lnTo>
                  <a:lnTo>
                    <a:pt x="21615" y="5053749"/>
                  </a:lnTo>
                  <a:lnTo>
                    <a:pt x="16764" y="5050167"/>
                  </a:lnTo>
                  <a:close/>
                </a:path>
                <a:path w="10424160" h="5213350">
                  <a:moveTo>
                    <a:pt x="22402" y="5058968"/>
                  </a:moveTo>
                  <a:lnTo>
                    <a:pt x="3556" y="5061800"/>
                  </a:lnTo>
                  <a:lnTo>
                    <a:pt x="22824" y="5061800"/>
                  </a:lnTo>
                  <a:lnTo>
                    <a:pt x="22402" y="5058968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5" y="1215389"/>
              <a:ext cx="5062220" cy="395605"/>
            </a:xfrm>
            <a:custGeom>
              <a:avLst/>
              <a:gdLst/>
              <a:ahLst/>
              <a:cxnLst/>
              <a:rect l="l" t="t" r="r" b="b"/>
              <a:pathLst>
                <a:path w="5062220" h="395605">
                  <a:moveTo>
                    <a:pt x="5061966" y="0"/>
                  </a:moveTo>
                  <a:lnTo>
                    <a:pt x="98869" y="0"/>
                  </a:lnTo>
                  <a:lnTo>
                    <a:pt x="0" y="395478"/>
                  </a:lnTo>
                  <a:lnTo>
                    <a:pt x="4963033" y="395478"/>
                  </a:lnTo>
                  <a:lnTo>
                    <a:pt x="5061966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7309" y="1263053"/>
            <a:ext cx="4168536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238" dirty="0" err="1">
                <a:solidFill>
                  <a:srgbClr val="FFFFFF"/>
                </a:solidFill>
                <a:latin typeface="Malgun Gothic"/>
                <a:cs typeface="Malgun Gothic"/>
              </a:rPr>
              <a:t>대등한</a:t>
            </a:r>
            <a:r>
              <a:rPr sz="2539" b="1" spc="-227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계</a:t>
            </a:r>
            <a:r>
              <a:rPr lang="ko-KR" altLang="en-US"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r>
              <a:rPr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들</a:t>
            </a:r>
            <a:r>
              <a:rPr sz="2539" b="1" spc="-222" dirty="0" smtClean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38" dirty="0">
                <a:solidFill>
                  <a:srgbClr val="FFFFFF"/>
                </a:solidFill>
                <a:latin typeface="Malgun Gothic"/>
                <a:cs typeface="Malgun Gothic"/>
              </a:rPr>
              <a:t>간의</a:t>
            </a:r>
            <a:r>
              <a:rPr sz="2539" b="1" spc="-227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38" dirty="0">
                <a:solidFill>
                  <a:srgbClr val="FFFFFF"/>
                </a:solidFill>
                <a:latin typeface="Malgun Gothic"/>
                <a:cs typeface="Malgun Gothic"/>
              </a:rPr>
              <a:t>논리적</a:t>
            </a:r>
            <a:r>
              <a:rPr sz="2539" b="1" spc="-227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16" dirty="0">
                <a:solidFill>
                  <a:srgbClr val="FFFFFF"/>
                </a:solidFill>
                <a:latin typeface="Malgun Gothic"/>
                <a:cs typeface="Malgun Gothic"/>
              </a:rPr>
              <a:t>연결</a:t>
            </a:r>
            <a:endParaRPr sz="2539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9416" y="6260193"/>
            <a:ext cx="5890760" cy="240770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2013,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5판,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6" dirty="0">
                <a:solidFill>
                  <a:srgbClr val="404040"/>
                </a:solidFill>
                <a:latin typeface="Batang"/>
                <a:cs typeface="Batang"/>
              </a:rPr>
              <a:t>p36</a:t>
            </a:r>
            <a:endParaRPr sz="1481">
              <a:latin typeface="Batang"/>
              <a:cs typeface="Batang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733" y="1840979"/>
            <a:ext cx="9536179" cy="369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88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060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계층화의 세 가지 핵심 원리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9362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93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24790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분리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7051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계층은 명확히 정의된 하나의 기능만 담당한다. 물리 계층은 신호를, 전송 계층은 종단 간 연결을 책임진다.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1094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10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6652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캡슐화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41224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계층 데이터에 자기 계층의 헤더를 붙여 하위로 전달한다. 받는 쪽은 순서대로 헤더를 벗겨낸다.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2826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8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508254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독립성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55397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계층의 내부 구현이 바뀌어도 인터페이스만 지키면 다른 계층은 영향받지 않는다.</a:t>
            </a:r>
            <a:endParaRPr lang="en-US" sz="1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D8470C32-F2E1-41C3-8237-50D83CC66AEB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4982656E-40B1-48F0-B866-BEBFAAF448A0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85ED69E-FAEC-404E-BFA3-3DB63B96B845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6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1131ABA7-1013-4D97-97F3-F7A0B50759A7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191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계층화가 주는 이점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25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9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0937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문제를 작은 단위로 나눠 이해·개발이 쉬워진다.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2225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49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유지보수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30937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생긴 계층만 찾아 고치면 되므로 진단이 빠르다.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373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48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표준화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5242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간 인터페이스를 표준화해 서로 다른 제조사 장비가 호환된다.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373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F4F5"/>
          </a:solidFill>
          <a:ln w="12700">
            <a:solidFill>
              <a:srgbClr val="B8C2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648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재사용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5242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계층은 그대로 두고 상위 계층만 교체·확장할 수 있다.</a:t>
            </a:r>
            <a:endParaRPr lang="en-US" sz="14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6BD84853-194B-4BFC-96C3-38820D147A8B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76A76AA-6290-494D-98FA-1A1F040201A8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67270257-8A4B-4997-91E7-352540FD4BA4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6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22F8E437-2FAA-48FF-9E37-B84FA86CCDE8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33095" y="1178459"/>
            <a:ext cx="10972800" cy="680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상호간에 </a:t>
            </a:r>
            <a:r>
              <a:rPr lang="en-US" sz="2000" dirty="0" err="1">
                <a:solidFill>
                  <a:srgbClr val="343F4A"/>
                </a:solidFill>
                <a:latin typeface="+mn-ea"/>
                <a:cs typeface="Calibri" pitchFamily="34" charset="-120"/>
              </a:rPr>
              <a:t>암호화된</a:t>
            </a:r>
            <a:r>
              <a:rPr 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343F4A"/>
                </a:solidFill>
                <a:latin typeface="+mn-ea"/>
                <a:cs typeface="Calibri" pitchFamily="34" charset="-120"/>
              </a:rPr>
              <a:t>우편으로</a:t>
            </a:r>
            <a:r>
              <a:rPr 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343F4A"/>
                </a:solidFill>
                <a:latin typeface="+mn-ea"/>
                <a:cs typeface="Calibri" pitchFamily="34" charset="-120"/>
              </a:rPr>
              <a:t>대화</a:t>
            </a:r>
            <a:r>
              <a:rPr lang="ko-KR" alt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하는 경우 각</a:t>
            </a:r>
            <a:r>
              <a:rPr 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 계층은 상·하 방향으로 상반된 작업을 수행하고, 대등 계층끼리는 </a:t>
            </a:r>
            <a:r>
              <a:rPr lang="en-US" sz="2000" dirty="0" err="1">
                <a:solidFill>
                  <a:srgbClr val="343F4A"/>
                </a:solidFill>
                <a:latin typeface="+mn-ea"/>
                <a:cs typeface="Calibri" pitchFamily="34" charset="-120"/>
              </a:rPr>
              <a:t>동일한</a:t>
            </a:r>
            <a:r>
              <a:rPr 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343F4A"/>
                </a:solidFill>
                <a:latin typeface="+mn-ea"/>
                <a:cs typeface="Calibri" pitchFamily="34" charset="-120"/>
              </a:rPr>
              <a:t>객체</a:t>
            </a:r>
            <a:r>
              <a:rPr lang="ko-KR" altLang="en-US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를 다룬다</a:t>
            </a:r>
            <a:r>
              <a:rPr lang="en-US" altLang="ko-KR" sz="2000" dirty="0">
                <a:solidFill>
                  <a:srgbClr val="343F4A"/>
                </a:solidFill>
                <a:latin typeface="+mn-ea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C038EB08-699E-4898-8426-419800FFA2AD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A9A497AB-D15A-4998-9C10-EA4B04924868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F711004-6DBC-458D-85A8-B4BB3390C4FF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시나리오</a:t>
            </a:r>
            <a:endParaRPr lang="en-US" sz="26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D83B58-9187-4713-8D06-932EF209EBF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FC112C9-5146-4BFE-8216-B4C93DBB2F9B}"/>
              </a:ext>
            </a:extLst>
          </p:cNvPr>
          <p:cNvSpPr/>
          <p:nvPr/>
        </p:nvSpPr>
        <p:spPr>
          <a:xfrm>
            <a:off x="2880359" y="2893709"/>
            <a:ext cx="18269" cy="3176156"/>
          </a:xfrm>
          <a:prstGeom prst="line">
            <a:avLst/>
          </a:prstGeom>
          <a:noFill/>
          <a:ln w="12700">
            <a:solidFill>
              <a:srgbClr val="7C8894"/>
            </a:solidFill>
            <a:prstDash val="solid"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22D54BA-7D60-4818-BBF3-A127EDCB63D4}"/>
              </a:ext>
            </a:extLst>
          </p:cNvPr>
          <p:cNvSpPr/>
          <p:nvPr/>
        </p:nvSpPr>
        <p:spPr>
          <a:xfrm>
            <a:off x="9308591" y="2829699"/>
            <a:ext cx="18286" cy="3218683"/>
          </a:xfrm>
          <a:prstGeom prst="line">
            <a:avLst/>
          </a:prstGeom>
          <a:noFill/>
          <a:ln w="12700">
            <a:solidFill>
              <a:srgbClr val="7C8894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8033F04-A1B7-411F-A8DB-21CC7C822343}"/>
              </a:ext>
            </a:extLst>
          </p:cNvPr>
          <p:cNvSpPr/>
          <p:nvPr/>
        </p:nvSpPr>
        <p:spPr>
          <a:xfrm>
            <a:off x="2798064" y="2274219"/>
            <a:ext cx="164592" cy="164592"/>
          </a:xfrm>
          <a:prstGeom prst="ellipse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1D323AB5-2E7C-4DD7-AF21-CBD0F09CEAED}"/>
              </a:ext>
            </a:extLst>
          </p:cNvPr>
          <p:cNvSpPr/>
          <p:nvPr/>
        </p:nvSpPr>
        <p:spPr>
          <a:xfrm>
            <a:off x="2880360" y="2438811"/>
            <a:ext cx="0" cy="292608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2516235E-6EF2-42D8-A045-5B7DE1878ACB}"/>
              </a:ext>
            </a:extLst>
          </p:cNvPr>
          <p:cNvSpPr/>
          <p:nvPr/>
        </p:nvSpPr>
        <p:spPr>
          <a:xfrm>
            <a:off x="2724912" y="2594259"/>
            <a:ext cx="310896" cy="0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0B61CC2-1E4F-4DF7-8C98-01BDA5AB2257}"/>
              </a:ext>
            </a:extLst>
          </p:cNvPr>
          <p:cNvSpPr/>
          <p:nvPr/>
        </p:nvSpPr>
        <p:spPr>
          <a:xfrm flipH="1">
            <a:off x="2880360" y="2731419"/>
            <a:ext cx="0" cy="146304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3181FC34-1131-4BF8-91A4-0E1396DB9C83}"/>
              </a:ext>
            </a:extLst>
          </p:cNvPr>
          <p:cNvSpPr/>
          <p:nvPr/>
        </p:nvSpPr>
        <p:spPr>
          <a:xfrm>
            <a:off x="2880360" y="2731419"/>
            <a:ext cx="118872" cy="146304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69C4253B-AF46-4416-A59E-12C7A9F91829}"/>
              </a:ext>
            </a:extLst>
          </p:cNvPr>
          <p:cNvSpPr/>
          <p:nvPr/>
        </p:nvSpPr>
        <p:spPr>
          <a:xfrm>
            <a:off x="9226296" y="2279970"/>
            <a:ext cx="164592" cy="164592"/>
          </a:xfrm>
          <a:prstGeom prst="ellipse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690970FA-61E8-4096-808E-925C48D78848}"/>
              </a:ext>
            </a:extLst>
          </p:cNvPr>
          <p:cNvSpPr/>
          <p:nvPr/>
        </p:nvSpPr>
        <p:spPr>
          <a:xfrm>
            <a:off x="9308592" y="2444562"/>
            <a:ext cx="0" cy="292608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D2C57874-9C1E-4A23-AE9A-931B8A6CF1AD}"/>
              </a:ext>
            </a:extLst>
          </p:cNvPr>
          <p:cNvSpPr/>
          <p:nvPr/>
        </p:nvSpPr>
        <p:spPr>
          <a:xfrm>
            <a:off x="9153144" y="2600010"/>
            <a:ext cx="310896" cy="0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F058F3ED-D73B-4C82-BCDB-1D8EDBC5715F}"/>
              </a:ext>
            </a:extLst>
          </p:cNvPr>
          <p:cNvSpPr/>
          <p:nvPr/>
        </p:nvSpPr>
        <p:spPr>
          <a:xfrm flipH="1">
            <a:off x="9308592" y="2737170"/>
            <a:ext cx="0" cy="146304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F7B2E455-9241-45D4-A3E1-342F58043466}"/>
              </a:ext>
            </a:extLst>
          </p:cNvPr>
          <p:cNvSpPr/>
          <p:nvPr/>
        </p:nvSpPr>
        <p:spPr>
          <a:xfrm>
            <a:off x="9308592" y="2737170"/>
            <a:ext cx="118872" cy="146304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</a:ln>
        </p:spPr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5C84373C-BE38-4B6F-A299-D6019A195083}"/>
              </a:ext>
            </a:extLst>
          </p:cNvPr>
          <p:cNvSpPr/>
          <p:nvPr/>
        </p:nvSpPr>
        <p:spPr>
          <a:xfrm>
            <a:off x="1737360" y="3131451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Listen / Talk</a:t>
            </a:r>
            <a:endParaRPr lang="en-US" sz="14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38793B8-30FA-4195-9267-A0C5E7A942EF}"/>
              </a:ext>
            </a:extLst>
          </p:cNvPr>
          <p:cNvSpPr/>
          <p:nvPr/>
        </p:nvSpPr>
        <p:spPr>
          <a:xfrm>
            <a:off x="8165591" y="3147898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Listen / Talk</a:t>
            </a:r>
            <a:endParaRPr lang="en-US" sz="14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FDCC4E8D-D966-42C3-B090-79AEE6FC1838}"/>
              </a:ext>
            </a:extLst>
          </p:cNvPr>
          <p:cNvSpPr/>
          <p:nvPr/>
        </p:nvSpPr>
        <p:spPr>
          <a:xfrm>
            <a:off x="1097279" y="3043663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13CAD203-0635-4A6A-89D0-A3FD93499C46}"/>
              </a:ext>
            </a:extLst>
          </p:cNvPr>
          <p:cNvSpPr/>
          <p:nvPr/>
        </p:nvSpPr>
        <p:spPr>
          <a:xfrm>
            <a:off x="10588752" y="307573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AAA40514-74A5-456D-83A8-8110BFEF3422}"/>
              </a:ext>
            </a:extLst>
          </p:cNvPr>
          <p:cNvSpPr/>
          <p:nvPr/>
        </p:nvSpPr>
        <p:spPr>
          <a:xfrm>
            <a:off x="4160520" y="3549204"/>
            <a:ext cx="3867912" cy="0"/>
          </a:xfrm>
          <a:prstGeom prst="line">
            <a:avLst/>
          </a:prstGeom>
          <a:noFill/>
          <a:ln w="19050">
            <a:solidFill>
              <a:srgbClr val="7C8894"/>
            </a:solidFill>
            <a:prstDash val="dash"/>
            <a:headEnd type="triangle"/>
            <a:tailEnd type="triangle"/>
          </a:ln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94C595A2-E04C-4697-8E63-BD5A945E53DF}"/>
              </a:ext>
            </a:extLst>
          </p:cNvPr>
          <p:cNvSpPr/>
          <p:nvPr/>
        </p:nvSpPr>
        <p:spPr>
          <a:xfrm>
            <a:off x="4160520" y="3165156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latin typeface="+mn-ea"/>
                <a:cs typeface="맑은 고딕" pitchFamily="34" charset="-120"/>
              </a:rPr>
              <a:t>Identical objects · 평문 (Plaintext)</a:t>
            </a:r>
            <a:endParaRPr lang="en-US" sz="1600" b="1" dirty="0">
              <a:latin typeface="+mn-ea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227418D-EFC2-4AF9-B3FC-1FAFA91F2983}"/>
              </a:ext>
            </a:extLst>
          </p:cNvPr>
          <p:cNvSpPr/>
          <p:nvPr/>
        </p:nvSpPr>
        <p:spPr>
          <a:xfrm>
            <a:off x="1755649" y="4207050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Encrypt / Decrypt</a:t>
            </a:r>
            <a:endParaRPr lang="en-US" sz="140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3DACF9F9-8195-478A-BF9B-2308DBCE3C9C}"/>
              </a:ext>
            </a:extLst>
          </p:cNvPr>
          <p:cNvSpPr/>
          <p:nvPr/>
        </p:nvSpPr>
        <p:spPr>
          <a:xfrm>
            <a:off x="8165592" y="4157994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Encrypt / Decrypt</a:t>
            </a:r>
            <a:endParaRPr lang="en-US" sz="14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B1EF6E42-4922-4FB4-A9DC-8AB77EC855A6}"/>
              </a:ext>
            </a:extLst>
          </p:cNvPr>
          <p:cNvSpPr/>
          <p:nvPr/>
        </p:nvSpPr>
        <p:spPr>
          <a:xfrm>
            <a:off x="1097279" y="4213465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AB8FF2CC-A163-455B-AD71-BD9EF06BC34D}"/>
              </a:ext>
            </a:extLst>
          </p:cNvPr>
          <p:cNvSpPr/>
          <p:nvPr/>
        </p:nvSpPr>
        <p:spPr>
          <a:xfrm>
            <a:off x="10607036" y="415799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98435FD3-99B5-4B31-A1CA-455AF011A42A}"/>
              </a:ext>
            </a:extLst>
          </p:cNvPr>
          <p:cNvSpPr/>
          <p:nvPr/>
        </p:nvSpPr>
        <p:spPr>
          <a:xfrm>
            <a:off x="4223781" y="4529305"/>
            <a:ext cx="3867912" cy="0"/>
          </a:xfrm>
          <a:prstGeom prst="line">
            <a:avLst/>
          </a:prstGeom>
          <a:noFill/>
          <a:ln w="19050">
            <a:solidFill>
              <a:srgbClr val="7C8894"/>
            </a:solidFill>
            <a:prstDash val="dash"/>
            <a:headEnd type="triangle"/>
            <a:tailEnd type="triangle"/>
          </a:ln>
        </p:spPr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CA48D85D-4A1E-42CB-8B01-4B8019E2A72F}"/>
              </a:ext>
            </a:extLst>
          </p:cNvPr>
          <p:cNvSpPr/>
          <p:nvPr/>
        </p:nvSpPr>
        <p:spPr>
          <a:xfrm>
            <a:off x="4160520" y="4008816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latin typeface="+mn-ea"/>
                <a:cs typeface="맑은 고딕" pitchFamily="34" charset="-120"/>
              </a:rPr>
              <a:t>Identical objects · 암호문 (Ciphertext)</a:t>
            </a:r>
            <a:endParaRPr lang="en-US" sz="1600" b="1" dirty="0">
              <a:latin typeface="+mn-ea"/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5C25EFB4-4AFD-4017-9CE9-6036275717D6}"/>
              </a:ext>
            </a:extLst>
          </p:cNvPr>
          <p:cNvSpPr/>
          <p:nvPr/>
        </p:nvSpPr>
        <p:spPr>
          <a:xfrm>
            <a:off x="1737360" y="5197995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 / Receive mail</a:t>
            </a:r>
            <a:endParaRPr lang="en-US" sz="140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7798E647-FE7B-481B-A288-F47DC6EC572B}"/>
              </a:ext>
            </a:extLst>
          </p:cNvPr>
          <p:cNvSpPr/>
          <p:nvPr/>
        </p:nvSpPr>
        <p:spPr>
          <a:xfrm>
            <a:off x="8165592" y="5197995"/>
            <a:ext cx="2286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 / Receive mail</a:t>
            </a:r>
            <a:endParaRPr lang="en-US" sz="1400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E27963E0-C750-4B44-B31F-F5C99F164EFD}"/>
              </a:ext>
            </a:extLst>
          </p:cNvPr>
          <p:cNvSpPr/>
          <p:nvPr/>
        </p:nvSpPr>
        <p:spPr>
          <a:xfrm>
            <a:off x="1097280" y="5197995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2A8B7684-37CF-4595-9FF5-12821351C0F9}"/>
              </a:ext>
            </a:extLst>
          </p:cNvPr>
          <p:cNvSpPr/>
          <p:nvPr/>
        </p:nvSpPr>
        <p:spPr>
          <a:xfrm>
            <a:off x="10588752" y="5197995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1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45D06349-9F6D-436C-9FB3-5E80D3CB1804}"/>
              </a:ext>
            </a:extLst>
          </p:cNvPr>
          <p:cNvSpPr/>
          <p:nvPr/>
        </p:nvSpPr>
        <p:spPr>
          <a:xfrm>
            <a:off x="4160520" y="5472315"/>
            <a:ext cx="3867912" cy="0"/>
          </a:xfrm>
          <a:prstGeom prst="line">
            <a:avLst/>
          </a:prstGeom>
          <a:noFill/>
          <a:ln w="19050">
            <a:solidFill>
              <a:srgbClr val="7C8894"/>
            </a:solidFill>
            <a:prstDash val="dash"/>
            <a:headEnd type="triangle"/>
            <a:tailEnd type="triangle"/>
          </a:ln>
        </p:spPr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5E39CE3E-DB4F-43B7-84C4-F46004C159C5}"/>
              </a:ext>
            </a:extLst>
          </p:cNvPr>
          <p:cNvSpPr/>
          <p:nvPr/>
        </p:nvSpPr>
        <p:spPr>
          <a:xfrm>
            <a:off x="4160520" y="5088267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latin typeface="+mn-ea"/>
                <a:cs typeface="맑은 고딕" pitchFamily="34" charset="-120"/>
              </a:rPr>
              <a:t>Identical objects · 우편물 (Mail)</a:t>
            </a:r>
            <a:endParaRPr lang="en-US" sz="1600" b="1" dirty="0">
              <a:latin typeface="+mn-ea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97653E67-A78D-4FF9-8BAA-498056876849}"/>
              </a:ext>
            </a:extLst>
          </p:cNvPr>
          <p:cNvSpPr/>
          <p:nvPr/>
        </p:nvSpPr>
        <p:spPr>
          <a:xfrm>
            <a:off x="1738884" y="6069865"/>
            <a:ext cx="8714232" cy="502920"/>
          </a:xfrm>
          <a:prstGeom prst="rect">
            <a:avLst/>
          </a:prstGeom>
          <a:solidFill>
            <a:srgbClr val="F1F3F5"/>
          </a:solidFill>
          <a:ln w="1905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Postal carrier facility (물리 전달 계층)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792913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64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캡슐화 — 데이터는 어떻게 포장되는가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15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송신 측은 계층을 내려가며 헤더(H)를 덧붙이고, 수신 측은 계층을 올라가며 헤더를 벗겨냅니다.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09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계층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260096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6009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5153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515360"/>
            <a:ext cx="4937760" cy="658368"/>
          </a:xfrm>
          <a:prstGeom prst="rect">
            <a:avLst/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51536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데이터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4297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계층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429760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42976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H · 데이터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3441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계층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5344160"/>
            <a:ext cx="8046720" cy="658368"/>
          </a:xfrm>
          <a:prstGeom prst="rect">
            <a:avLst/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53441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H · H · 데이터 · 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064240" y="2600960"/>
            <a:ext cx="0" cy="3401568"/>
          </a:xfrm>
          <a:prstGeom prst="line">
            <a:avLst/>
          </a:prstGeom>
          <a:noFill/>
          <a:ln w="12700">
            <a:solidFill>
              <a:srgbClr val="B8C2C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195560" y="2600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송신: 캡슐화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04120" y="5664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수신: 역캡슐화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231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헤더(Header) · T = 트레일러(Trailer)</a:t>
            </a:r>
            <a:endParaRPr lang="en-US" sz="12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AD15FF57-EABF-4477-8AF6-FA2FFDB4BF43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45C879C1-D5DB-4D41-80E5-D1B75910F29D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E2D7A45-BF75-4AAE-82FA-8123E0C8BA98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6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33D30749-6434-4148-814E-CEA69E58D4DF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18541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계층을 따라 어떻게 오가는가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08153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송신 호스트 (내려감)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208153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수신 호스트 (올라감)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3873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3873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253873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53873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79978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7997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3379978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337997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221226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2122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4221226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22122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062474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6247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접속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5062474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506247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접속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39687" y="2142489"/>
            <a:ext cx="21476" cy="3596073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5647690"/>
            <a:ext cx="0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5830570"/>
            <a:ext cx="10332720" cy="640080"/>
          </a:xfrm>
          <a:prstGeom prst="roundRect">
            <a:avLst>
              <a:gd name="adj" fmla="val 7143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83057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전송 매체 (케이블 · 전파)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51760" y="5611114"/>
            <a:ext cx="0" cy="219456"/>
          </a:xfrm>
          <a:prstGeom prst="line">
            <a:avLst/>
          </a:prstGeom>
          <a:noFill/>
          <a:ln w="12700">
            <a:solidFill>
              <a:srgbClr val="B8C2C9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D389754F-0B6E-4792-AD5E-A45092D375A5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54DC843-9D90-42EE-8913-BF67FCAE81E1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BAF5E21-F37A-4235-A663-92A7CDDBF01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endParaRPr lang="en-US" sz="26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454F2CC6-806B-4E3E-B8BC-4BF1512BFB8A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 flipH="1" flipV="1">
            <a:off x="10897685" y="2447289"/>
            <a:ext cx="25052" cy="3328416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headEnd w="lg" len="lg"/>
            <a:tailEnd type="triangle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1536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7계층 ↔ TCP/IP 4계층 매핑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040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7계층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49440" y="20040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4계층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461260"/>
            <a:ext cx="420624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4612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응용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064764"/>
            <a:ext cx="420624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0647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표현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3668268"/>
            <a:ext cx="420624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6682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세션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427177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42717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전송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487527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87527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네트워크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97280" y="547878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4787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데이터링크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97280" y="608228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60822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물리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49440" y="2461260"/>
            <a:ext cx="4206240" cy="1773936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461260"/>
            <a:ext cx="3840480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4271772"/>
            <a:ext cx="4206240" cy="566928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42717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49440" y="4875276"/>
            <a:ext cx="4206240" cy="566928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487527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5478780"/>
            <a:ext cx="4206240" cy="1170432"/>
          </a:xfrm>
          <a:prstGeom prst="rect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5478780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접속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0" y="3238500"/>
            <a:ext cx="1645920" cy="0"/>
          </a:xfrm>
          <a:prstGeom prst="line">
            <a:avLst/>
          </a:prstGeom>
          <a:noFill/>
          <a:ln w="12700">
            <a:solidFill>
              <a:srgbClr val="B8C2C9"/>
            </a:solidFill>
            <a:prstDash val="dash"/>
          </a:ln>
        </p:spPr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3DAC057E-A00C-42C2-91B5-7DB6461109DD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20EECD91-1880-496E-BC9C-0229BE38316E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5449ECDB-F7D7-4B78-B236-06267E3D528A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계층이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b="1" dirty="0" err="1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필요한가</a:t>
            </a:r>
            <a:endParaRPr lang="en-US" sz="26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1B49CAAC-32E5-4A0C-818D-C61C15496B0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8190" y="91897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대비 모형 — 7계층 ↔ 4계층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· 7계층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17320" y="1783080"/>
            <a:ext cx="3200400" cy="502920"/>
          </a:xfrm>
          <a:prstGeom prst="rect">
            <a:avLst/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783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응용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17320" y="2350008"/>
            <a:ext cx="3200400" cy="502920"/>
          </a:xfrm>
          <a:prstGeom prst="rect">
            <a:avLst/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3500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표현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17320" y="2916936"/>
            <a:ext cx="3200400" cy="502920"/>
          </a:xfrm>
          <a:prstGeom prst="rect">
            <a:avLst/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9169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세션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17320" y="3483864"/>
            <a:ext cx="320040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4838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전송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17320" y="4050792"/>
            <a:ext cx="320040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4050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네트워크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17320" y="4617720"/>
            <a:ext cx="320040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4617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데이터링크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17320" y="5184648"/>
            <a:ext cx="3200400" cy="502920"/>
          </a:xfrm>
          <a:prstGeom prst="rect">
            <a:avLst/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5184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물리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· 4계층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783080"/>
            <a:ext cx="3200400" cy="1636776"/>
          </a:xfrm>
          <a:prstGeom prst="rect">
            <a:avLst/>
          </a:prstGeom>
          <a:solidFill>
            <a:srgbClr val="20272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874520"/>
            <a:ext cx="292608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계층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0" y="2634204"/>
            <a:ext cx="2926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DNS · SMTP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601468"/>
            <a:ext cx="283464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2555748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25512" y="2555748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3483864"/>
            <a:ext cx="3200400" cy="502920"/>
          </a:xfrm>
          <a:prstGeom prst="rect">
            <a:avLst/>
          </a:prstGeom>
          <a:solidFill>
            <a:srgbClr val="20272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34838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772400" y="374538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UDP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35324"/>
            <a:ext cx="283464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008" y="3689604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32" name="Shape 30"/>
          <p:cNvSpPr/>
          <p:nvPr/>
        </p:nvSpPr>
        <p:spPr>
          <a:xfrm>
            <a:off x="7525512" y="3689604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5240" y="4050792"/>
            <a:ext cx="3200400" cy="502920"/>
          </a:xfrm>
          <a:prstGeom prst="rect">
            <a:avLst/>
          </a:prstGeom>
          <a:solidFill>
            <a:srgbClr val="20272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050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계층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772400" y="431231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ICMP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4302252"/>
            <a:ext cx="283464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4256532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25512" y="4256532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39" name="Shape 37"/>
          <p:cNvSpPr/>
          <p:nvPr/>
        </p:nvSpPr>
        <p:spPr>
          <a:xfrm>
            <a:off x="7635240" y="4617720"/>
            <a:ext cx="3200400" cy="1069848"/>
          </a:xfrm>
          <a:prstGeom prst="rect">
            <a:avLst/>
          </a:prstGeom>
          <a:solidFill>
            <a:srgbClr val="20272F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4709160"/>
            <a:ext cx="2926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액세스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772400" y="5174041"/>
            <a:ext cx="2926080" cy="427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이더넷 · Wi-Fi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5152644"/>
            <a:ext cx="2834640" cy="0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36008" y="5106924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44" name="Shape 42"/>
          <p:cNvSpPr/>
          <p:nvPr/>
        </p:nvSpPr>
        <p:spPr>
          <a:xfrm>
            <a:off x="7525512" y="5106924"/>
            <a:ext cx="91440" cy="91440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58521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OSI의 상위 3계층(세션·표현·응용)은 TCP/IP 응용 계층 하나로, 하위 2계층(데이터링크·물리)은 네트워크 액세스 하나로 합쳐집니다. 전송·네트워크 계층은 1:1로 대응합니다.</a:t>
            </a:r>
            <a:endParaRPr lang="en-US" sz="1250" dirty="0"/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D18FE5F3-DE12-490F-B4D1-6FE1EEC93AB0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D52FBE2D-B03B-42E5-AA73-21AE7365687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C504F9DE-D09A-4BF0-95EA-B59A903F185A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FE9A4631-3525-404B-9C64-E2EAFA004533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6474" y="92811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— 국제표준화기구는 어떤 곳인가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114800" cy="4023360"/>
          </a:xfrm>
          <a:prstGeom prst="roundRect">
            <a:avLst>
              <a:gd name="adj" fmla="val 1395"/>
            </a:avLst>
          </a:prstGeom>
          <a:solidFill>
            <a:srgbClr val="20272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Standardization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3017520" cy="0"/>
          </a:xfrm>
          <a:prstGeom prst="line">
            <a:avLst/>
          </a:prstGeom>
          <a:noFill/>
          <a:ln w="12700">
            <a:solidFill>
              <a:srgbClr val="485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389120"/>
            <a:ext cx="411479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이름은 약자가 아니라 그리스어 'isos(같다·동등)'에서 따온 것 — 어느 나라 언어로 옮겨도 같은 이름이 되도록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87452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075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1947년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2624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2월 23일 창립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187452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075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제네바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49640" y="2624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스위스 (본부)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324612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447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170개국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6636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(1국 1기관)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75320" y="324612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3447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4964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제정한 국제표준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4663440"/>
            <a:ext cx="6675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목적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507492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세계가 공통으로 쓸 국제표준을 만들어, 서로 다른 나라·기업의 제품과 시스템이 호환되고 국제 교역이 원활하도록 돕는다. (전기·전자 분야는 IEC가 담당)</a:t>
            </a:r>
            <a:endParaRPr lang="en-US" sz="135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AA3ACC2C-48EC-4506-8DEF-80ABF650E5F9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383D56FC-DCE6-4997-9FE1-A3CEB6939EA8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9D39675A-27C5-492E-A2C3-2E4D0C305CAE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BFE20CF0-420A-4F61-A3A0-BF45C18AD11F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97143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7계층 — ISO가 만든 참조 모델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ISO는 서로 다른 시스템이 상호 연동되도록, 통신 구조를 7계층으로 정의한 참조 모델을 제정했습니다.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착수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ISO가 개방형 시스템 상호연동(OSI) 표준화 프로그램 시작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3246120"/>
            <a:ext cx="274320" cy="0"/>
          </a:xfrm>
          <a:prstGeom prst="line">
            <a:avLst/>
          </a:prstGeom>
          <a:noFill/>
          <a:ln w="2540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560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공개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7계층 참조 모델 초안 발표 (H. 지머만, C. 바크만 등 기여)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3246120"/>
            <a:ext cx="274320" cy="0"/>
          </a:xfrm>
          <a:prstGeom prst="line">
            <a:avLst/>
          </a:prstGeom>
          <a:noFill/>
          <a:ln w="2540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9244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1E6EB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560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6676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국제표준 발행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5661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7498 발행 — ITU-T X.200과 동일 표준으로 확정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526280"/>
            <a:ext cx="1100023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꼭 구분할 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9560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OSI는 두 부분으로 이뤄졌습니다 — </a:t>
            </a: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7계층 '참조 모델'</a:t>
            </a:r>
            <a:r>
              <a:rPr lang="en-US" sz="13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과  </a:t>
            </a: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실제 'OSI 프로토콜'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이 중 프로토콜은 시장에서 자리잡지 못했지만, 7계층 참조 모델은 교육·설계의 표준 틀로 지금까지 살아남았습니다.</a:t>
            </a:r>
            <a:endParaRPr lang="en-US" sz="13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FF60D2DB-24BC-4D10-AFF3-22519F7369EA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55283159-5AF8-436D-9175-1E6F592022F6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CFF6F5D5-4E21-44E9-964F-9412FE87705A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7B16E3A-7733-4590-9B64-78E8DECE9869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934861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— 누가·어디서·언제 만들었나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TCP/IP는 미국 국방부 연구기관에서, 서로 다른 네트워크를 하나로 잇기 위해 개발한 프로토콜 그룹입니다.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328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빈트 서프 &amp; 밥 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35584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 Cerf &amp; Bob Kahn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'인터넷의 아버지'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328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DARPA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335584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국방부 고등연구계획국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(ARPANET 프로젝트)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3317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5328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1973년 설계 시작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66760" y="335584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1974년 논문 발표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1978년 TCP·IP 분리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526280"/>
            <a:ext cx="11000232" cy="1325880"/>
          </a:xfrm>
          <a:prstGeom prst="roundRect">
            <a:avLst>
              <a:gd name="adj" fmla="val 3448"/>
            </a:avLst>
          </a:prstGeom>
          <a:solidFill>
            <a:srgbClr val="20272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09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1983. 1. 1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337560" y="4800600"/>
            <a:ext cx="0" cy="822960"/>
          </a:xfrm>
          <a:prstGeom prst="line">
            <a:avLst/>
          </a:prstGeom>
          <a:noFill/>
          <a:ln w="12700">
            <a:solidFill>
              <a:srgbClr val="4852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47091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'flag day' — </a:t>
            </a:r>
            <a:r>
              <a:rPr lang="en-US" sz="13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이날 ARPANET이 기존 NCP에서 TCP/IP로 완전히 전환되었습니다. 되돌릴 수 없는 전환이었고, 이것이 곧 오늘날 '인터넷'의 시작점이 되었습니다.</a:t>
            </a:r>
            <a:endParaRPr lang="en-US" sz="135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0312F794-362B-42B0-851A-EDC2C5CD0E8D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FC220E5A-345A-4FED-B9AC-DB38476FA76A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BF6B5BF5-389F-4934-8F4F-EC29C3A3D97C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F23FAB4B-7AC3-4DF7-827A-50EAF6E099EB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9686" y="992124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선후 관계 — 무엇이 먼저였나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783080" y="3703320"/>
            <a:ext cx="8595360" cy="0"/>
          </a:xfrm>
          <a:prstGeom prst="line">
            <a:avLst/>
          </a:prstGeom>
          <a:noFill/>
          <a:ln w="25400">
            <a:solidFill>
              <a:srgbClr val="B7B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148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· OSI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5074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45336" y="3465576"/>
            <a:ext cx="475488" cy="475488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3145536"/>
            <a:ext cx="0" cy="320040"/>
          </a:xfrm>
          <a:prstGeom prst="line">
            <a:avLst/>
          </a:prstGeom>
          <a:noFill/>
          <a:ln w="12700">
            <a:solidFill>
              <a:srgbClr val="B7B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148840"/>
            <a:ext cx="2048256" cy="11430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276856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" y="265176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창립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2953512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39896" y="3465576"/>
            <a:ext cx="475488" cy="475488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7640" y="3941064"/>
            <a:ext cx="0" cy="320040"/>
          </a:xfrm>
          <a:prstGeom prst="line">
            <a:avLst/>
          </a:prstGeom>
          <a:noFill/>
          <a:ln w="12700">
            <a:solidFill>
              <a:srgbClr val="B7B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53512" y="4251960"/>
            <a:ext cx="2048256" cy="11430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4379976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1973–74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53512" y="475488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TCP·IP 설계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53512" y="5056632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 &amp; Kahn / DARPA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34456" y="3465576"/>
            <a:ext cx="475488" cy="475488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3145536"/>
            <a:ext cx="0" cy="320040"/>
          </a:xfrm>
          <a:prstGeom prst="line">
            <a:avLst/>
          </a:prstGeom>
          <a:noFill/>
          <a:ln w="12700">
            <a:solidFill>
              <a:srgbClr val="B7BF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8072" y="2148840"/>
            <a:ext cx="2048256" cy="11430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2276856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8072" y="265176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작업 착수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48072" y="2953512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표준화 시작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29016" y="3465576"/>
            <a:ext cx="475488" cy="475488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3941064"/>
            <a:ext cx="0" cy="320040"/>
          </a:xfrm>
          <a:prstGeom prst="line">
            <a:avLst/>
          </a:prstGeom>
          <a:noFill/>
          <a:ln w="12700">
            <a:solidFill>
              <a:srgbClr val="B7BF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2632" y="4251960"/>
            <a:ext cx="2048256" cy="1143000"/>
          </a:xfrm>
          <a:prstGeom prst="roundRect">
            <a:avLst>
              <a:gd name="adj" fmla="val 4000"/>
            </a:avLst>
          </a:prstGeom>
          <a:solidFill>
            <a:srgbClr val="20272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4379976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42632" y="475488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42632" y="5056632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 → TCP/IP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140696" y="3465576"/>
            <a:ext cx="475488" cy="475488"/>
          </a:xfrm>
          <a:prstGeom prst="ellipse">
            <a:avLst/>
          </a:prstGeom>
          <a:solidFill>
            <a:srgbClr val="B07A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78440" y="3145536"/>
            <a:ext cx="0" cy="320040"/>
          </a:xfrm>
          <a:prstGeom prst="line">
            <a:avLst/>
          </a:prstGeom>
          <a:noFill/>
          <a:ln w="12700">
            <a:solidFill>
              <a:srgbClr val="B7BF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54312" y="2148840"/>
            <a:ext cx="2048256" cy="11430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2276856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54312" y="265176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7498 발행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54312" y="2953512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국제표준 확정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" y="5806440"/>
            <a:ext cx="11000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: TCP/IP는 이미 1983년에 실제 인터넷으로 가동되었고, OSI 표준은 그 이듬해인 1984년에 발행되었습니다 — 즉 TCP/IP가 먼저였습니다.</a:t>
            </a:r>
            <a:endParaRPr lang="en-US" sz="135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3C3DC5FE-6AB1-4F69-A9F4-EB95135209F7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DF1E624D-4A7A-4918-ABC8-77142924A828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20BC7A4D-841B-4D14-BDFD-D767366648E9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661BFBFC-5946-4CC6-AA66-A8F81475927C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969264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철학의 차이 — 하향식 vs 상향식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48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· 하향식 (Top-down)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578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이론적으로 완벽한 표준을 먼저 설계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65960" y="306324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063240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이론·표준 설계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630168"/>
            <a:ext cx="0" cy="256032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65960" y="3904488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904488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표준 승인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4471416"/>
            <a:ext cx="0" cy="256032"/>
          </a:xfrm>
          <a:prstGeom prst="line">
            <a:avLst/>
          </a:prstGeom>
          <a:noFill/>
          <a:ln w="19050">
            <a:solidFill>
              <a:srgbClr val="525E6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65960" y="4745736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4745736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구현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5046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위원회가 표준을 정한 뒤 구현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48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· 상향식 (Bottom-up)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2578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만들어 돌려보고 표준화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306324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063240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표준으로 정착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23960" y="2807208"/>
            <a:ext cx="0" cy="256032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  <a:headEnd type="triangl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406640" y="3904488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904488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검증 (동작 확인)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23960" y="3648456"/>
            <a:ext cx="0" cy="256032"/>
          </a:xfrm>
          <a:prstGeom prst="line">
            <a:avLst/>
          </a:prstGeom>
          <a:noFill/>
          <a:ln w="19050">
            <a:solidFill>
              <a:srgbClr val="B07A24"/>
            </a:solidFill>
            <a:prstDash val="solid"/>
            <a:headEnd type="triangl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06640" y="4745736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745736"/>
            <a:ext cx="2834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구현·시험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55046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'동작하는 코드'가 표준을 이끔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OSI는 신중하고 포괄적이었지만 느렸고, TCP/IP는 '되는 대로 만들어 검증'하며 빠르게 확산됐습니다.</a:t>
            </a:r>
            <a:endParaRPr lang="en-US" sz="125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8508E2AB-07A2-4A5A-AFAB-B8F7420ABEE8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9A2138A-B8E1-4DB7-9F2B-98FECA2FB23E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3201688B-1675-4347-95C1-92FD1011573A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6AA4B1A-8AB0-4983-B2DD-CB0B2BC4E737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7115" y="932689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현재의 관계 — 역할이 나뉘었다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둘은 경쟁 관계가 아니라 역할이 다릅니다. OSI는 '개념의 지도', TCP/IP는 '현실의 지형'으로 서로를 보완합니다.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4754880" cy="2194560"/>
          </a:xfrm>
          <a:prstGeom prst="roundRect">
            <a:avLst>
              <a:gd name="adj" fmla="val 2500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7계층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· 교육 모델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통신을 이해·설명·설계하는 개념적 틀. 계층별로 나눠 가르치기에 이상적.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2514600"/>
            <a:ext cx="4754880" cy="2194560"/>
          </a:xfrm>
          <a:prstGeom prst="roundRect">
            <a:avLst>
              <a:gd name="adj" fmla="val 2500"/>
            </a:avLst>
          </a:prstGeom>
          <a:solidFill>
            <a:srgbClr val="20272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/ IP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구현 · 운영 모델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3520440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 인터넷을 실제로 움직이는 프로토콜. 모든 통신이 이 위에서 일어남.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49240" y="3429000"/>
            <a:ext cx="1463040" cy="0"/>
          </a:xfrm>
          <a:prstGeom prst="line">
            <a:avLst/>
          </a:prstGeom>
          <a:noFill/>
          <a:ln w="22225">
            <a:solidFill>
              <a:srgbClr val="B07A24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34924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보완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983480"/>
            <a:ext cx="11000232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83480"/>
            <a:ext cx="10515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실무의 모습 :  </a:t>
            </a:r>
            <a:r>
              <a:rPr lang="en-US" sz="14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인터넷은 TCP/IP로 동작하지만, 우리는 그것을 OSI 계층 용어로 설명합니다 — </a:t>
            </a:r>
            <a:r>
              <a:rPr lang="en-US" sz="14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'L2 스위치', 'L3 라우터', 'L7 방화벽'</a:t>
            </a:r>
            <a:r>
              <a:rPr lang="en-US" sz="14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처럼요.</a:t>
            </a:r>
            <a:endParaRPr lang="en-US" sz="14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626D3FB-1727-4C32-B567-DC2A826FA943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F976FA2-B93C-4EEA-8CA4-9BD7F3325378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79EEBC0-D8F6-49FA-94F7-F500D0DC945F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B149EA4-9452-4D0D-A905-983CE5792F56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934861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OSI 7계층이 더 유명할까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EEF1F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승리  —  </a:t>
            </a:r>
            <a:r>
              <a:rPr lang="en-US" sz="140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TCP/IP는 '구현'에서 이겼고, OSI 7계층은 '교과서(참조 모델)'에서 이겼습니다. 그래서 실제로는 TCP/IP를 쓰지만, 배우고 설명할 때는 OSI로 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53949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계층 분리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472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통신을 7개로 깔끔히 나눠 추상화 — 하나씩 가르치기에 이상적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606040"/>
            <a:ext cx="53949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898648"/>
            <a:ext cx="457200" cy="45720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880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프로토콜·벤더 독립적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4472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구현에 얽매이지 않는 일반 틀이라 어디에나 적용 가능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251960"/>
            <a:ext cx="53949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44568"/>
            <a:ext cx="457200" cy="45720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국제표준의 권위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0932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ISO가 만든 공식 표준이라는 신뢰성과 중립성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251960"/>
            <a:ext cx="53949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544568"/>
            <a:ext cx="457200" cy="457200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4526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언어 제공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50932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엔지니어가 'L2·L3·L7'처럼 계층으로 소통 — 장비·문제의 공용어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실제 데이터는 TCP/IP로 흐릅니다 — OSI '프로토콜' 자체는 시장에서 자리잡지 못했습니다.</a:t>
            </a:r>
            <a:endParaRPr lang="en-US" sz="125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CCCCA7AB-44FB-4F43-B93C-7C0884C7C96F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24BD4301-1AF8-4476-91C5-F1675A11C4E5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B8D414AC-A81E-40FE-BCA9-6651A22B701E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C73C3270-22C1-49B8-B36C-43AD5359E85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100545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차이 한눈에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/>
          </p:nvPr>
        </p:nvGraphicFramePr>
        <p:xfrm>
          <a:off x="594360" y="2011680"/>
          <a:ext cx="11000232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 7계층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계층 수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7계층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4계층 (또는 5계층)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참조 · 이론 모델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구현 모델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 순서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모델을 먼저 정의 → 프로토콜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프로토콜을 먼저 개발 → 모델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표준화 주체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· ITU-T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IETF (RFC 문서)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 의존성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 독립적 (일반 틀)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 중심 (TCP·IP가 핵심)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계층 경계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7계층으로 엄격히 분리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상·하위 계층을 통합 (느슨)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사용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25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 · 참조용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52D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인터넷의 실질 표준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183112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vs TCP/IP</a:t>
            </a:r>
            <a:endParaRPr lang="en-US" sz="9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C793E59-FDEA-4248-9DA1-F9BD1B645435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8C957C3-1003-4C66-B15B-8B109DF0787A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6749AAA-8C7B-4A54-B6B3-70F5F4B07014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DE19E44-747B-4B40-B2C3-E38CBBDCE459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916573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계층별 비교 ① — 응용 계층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OSI의 상위 3계층이 TCP/IP에서는 하나의 응용 계층으로 통합됩니다.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계층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3063240"/>
            <a:ext cx="3794760" cy="524256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151632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51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108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57886" y="3203448"/>
            <a:ext cx="24427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서비스 제공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3715512"/>
            <a:ext cx="3794760" cy="524256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3803904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7612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357886" y="3855720"/>
            <a:ext cx="244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변환 · 암호화 · 압축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4367784"/>
            <a:ext cx="3794760" cy="524256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4456176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456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4135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38400" y="4507992"/>
            <a:ext cx="236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설정 · 유지 · 종료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4960" y="214884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685800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모델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 (통합)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8040" y="3017520"/>
            <a:ext cx="3794760" cy="777240"/>
          </a:xfrm>
          <a:prstGeom prst="roundRect">
            <a:avLst>
              <a:gd name="adj" fmla="val 4706"/>
            </a:avLst>
          </a:prstGeom>
          <a:solidFill>
            <a:srgbClr val="20272F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3017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계층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17804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세션·표현·응용의 기능을 응용 프로그램이 함께 담당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78040" y="4709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프로토콜  </a:t>
            </a:r>
            <a:r>
              <a:rPr lang="en-US" sz="11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FTP · SMTP · DNS · SSH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" y="525780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" y="5650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OSI는 기능을 3계층으로 세분하지만, TCP/IP는 응용 프로그램이 이를 </a:t>
            </a:r>
            <a:r>
              <a:rPr lang="en-US" sz="13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하나로 통합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합니다. (예: HTTPS가 응용이면서 암호화까지 처리)</a:t>
            </a:r>
            <a:endParaRPr lang="en-US" sz="135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740BF847-EE0B-42E6-8F86-446405B0F929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66750972-E895-4784-9A3C-37034B8130D2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A208D17B-65DC-44F9-88FF-F6AB8E09EAE5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9412BF93-9CF9-4600-AC5A-D107E8CFE3D5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4540" y="103327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계층별 비교 ② — 전송 계층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모델에서 가장 비슷한 계층입니다. 프로세스 간 전달을 1:1로 대응합니다.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3048508"/>
            <a:ext cx="37947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803904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75460" y="3629660"/>
            <a:ext cx="17043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37360" y="4057142"/>
            <a:ext cx="293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프로세스-대-프로세스 · </a:t>
            </a:r>
            <a:r>
              <a:rPr lang="en-US" sz="1400" dirty="0" err="1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</a:t>
            </a: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 err="1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14884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모델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 (1:1 대응)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3017520"/>
            <a:ext cx="3794760" cy="777240"/>
          </a:xfrm>
          <a:prstGeom prst="roundRect">
            <a:avLst>
              <a:gd name="adj" fmla="val 4706"/>
            </a:avLst>
          </a:prstGeom>
          <a:solidFill>
            <a:srgbClr val="20272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017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7804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포트로 프로세스 식별, 분할·재조립, 연결·신뢰성 제어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78040" y="4709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프로토콜  </a:t>
            </a:r>
            <a:r>
              <a:rPr lang="en-US" sz="11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(연결형) · UDP (비연결형)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25780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650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역할은 거의 같습니다. 다만 TCP/IP는 </a:t>
            </a:r>
            <a:r>
              <a:rPr lang="en-US" sz="13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TCP(신뢰성)와 UDP(속도)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두 축이 뚜렷한 반면, OSI 전송 계층은 연결형(TP0~TP4) 중심으로 설계되었습니다.</a:t>
            </a:r>
            <a:endParaRPr lang="en-US" sz="135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7FC74274-80D2-461D-A3B7-F28C6C653D85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59FC2C7-6390-463A-B6ED-DF0A31818657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BC97EAC5-5FED-41BD-8B2F-96297C1FFB5E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AD0244C8-24D7-45CD-AF4F-2F9515F93ABE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026301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계층별 비교 ③ — 네트워크 · 인터넷 계층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주소(IP)와 라우팅을 담당하는 계층. 이름은 다르지만 역할이 대응됩니다.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3063240"/>
            <a:ext cx="37947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803904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604260"/>
            <a:ext cx="1786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95554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주소 · 라우팅 · 패킷 전달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14884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모델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715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 (인터넷 계층)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3017520"/>
            <a:ext cx="3794760" cy="777240"/>
          </a:xfrm>
          <a:prstGeom prst="roundRect">
            <a:avLst>
              <a:gd name="adj" fmla="val 4706"/>
            </a:avLst>
          </a:prstGeom>
          <a:solidFill>
            <a:srgbClr val="20272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017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계층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7804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주소로 발신지→목적지 라우팅, 패킷(데이터그램) 전달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78040" y="4709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프로토콜  </a:t>
            </a:r>
            <a:r>
              <a:rPr lang="en-US" sz="11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ICMP · 라우팅(OSPF·BGP)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25780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650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네트워크 계층은 </a:t>
            </a:r>
            <a:r>
              <a:rPr lang="en-US" sz="13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연결형·비연결형을 모두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지원하지만, TCP/IP 인터넷 계층은 </a:t>
            </a:r>
            <a:r>
              <a:rPr lang="en-US" sz="13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비연결형 IP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방식(데이터그램) 하나로 단순화했습니다.</a:t>
            </a:r>
            <a:endParaRPr lang="en-US" sz="135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425FA522-D8F3-4B1F-823A-FB47F7286837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B8F5C68-62D8-405B-8210-0C904AE4E830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3026976-5FC3-4C9E-B93D-DEEAC274BAE4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9CFD0EF2-D631-40B4-9EE8-AAB3B046C33D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4540" y="1081165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계층별 비교 ④ — 네트워크 액세스 계층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6997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OSI의 하위 2계층이 TCP/IP에서는 하나의 네트워크 액세스 계층으로 묶입니다.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75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5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842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계층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3190240"/>
            <a:ext cx="3794760" cy="85039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441700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417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235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데이터링크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37360" y="3656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· MAC 주소 · </a:t>
            </a:r>
            <a:r>
              <a:rPr lang="en-US" sz="1400" dirty="0" err="1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168648"/>
            <a:ext cx="3794760" cy="85039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B7B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4420108"/>
            <a:ext cx="347472" cy="347472"/>
          </a:xfrm>
          <a:prstGeom prst="ellipse">
            <a:avLst/>
          </a:prstGeom>
          <a:solidFill>
            <a:srgbClr val="252D3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4201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143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737360" y="4634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 · 신호 · 전송 매체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27584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6858000" y="22758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EEF1F4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45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2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모델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2842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계층 (통합)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3144520"/>
            <a:ext cx="3794760" cy="777240"/>
          </a:xfrm>
          <a:prstGeom prst="roundRect">
            <a:avLst>
              <a:gd name="adj" fmla="val 4706"/>
            </a:avLst>
          </a:prstGeom>
          <a:solidFill>
            <a:srgbClr val="20272F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144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액세스 계층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178040" y="403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4287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매체 접근과 프레임 전달을 함께 담당 (링크 계층)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78040" y="48361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프로토콜  </a:t>
            </a:r>
            <a:r>
              <a:rPr lang="en-US" sz="1150" dirty="0">
                <a:solidFill>
                  <a:srgbClr val="52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이더넷 · Wi-Fi · MAC · ARP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38480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B07A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52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57779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OSI는 물리와 데이터링크를 </a:t>
            </a:r>
            <a:r>
              <a:rPr lang="en-US" sz="135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명확히 2계층으로 분리</a:t>
            </a:r>
            <a:r>
              <a:rPr lang="en-US" sz="1350" dirty="0">
                <a:solidFill>
                  <a:srgbClr val="25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하지만, TCP/IP는 이를 하나로 묶습니다. (그래서 5계층 모델에서는 다시 둘로 나눠 그리기도 합니다)</a:t>
            </a:r>
            <a:endParaRPr lang="en-US" sz="135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BF6B3A8D-2E3D-4DF3-9038-E7539A392B26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8717BE4-2AB9-4FE7-94AF-17AF08EFE68F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4ACD44D6-25F3-419B-B38E-1090DB95751B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 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26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470BAA61-90F7-40E1-9707-EF4D9970D86F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172BF34C-6320-4B50-88EA-E806FFC7B3C9}"/>
              </a:ext>
            </a:extLst>
          </p:cNvPr>
          <p:cNvSpPr/>
          <p:nvPr/>
        </p:nvSpPr>
        <p:spPr>
          <a:xfrm>
            <a:off x="1172735" y="2900934"/>
            <a:ext cx="1052652" cy="10561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74E7C7-FD92-4011-AF72-662427F91EAF}"/>
              </a:ext>
            </a:extLst>
          </p:cNvPr>
          <p:cNvSpPr/>
          <p:nvPr/>
        </p:nvSpPr>
        <p:spPr>
          <a:xfrm>
            <a:off x="1408980" y="2967335"/>
            <a:ext cx="995570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2. TCP/IP </a:t>
            </a:r>
            <a:r>
              <a:rPr lang="ko-KR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프로토콜 그룹</a:t>
            </a:r>
            <a:endParaRPr lang="en-US" altLang="ko-KR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77503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TCP/IP 4계층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95728" y="914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OSI 7계층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04104" y="914400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프로토콜 / 기술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2395728" y="1225296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3744" y="136245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744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54096" y="122529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  · 데이터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4376" y="1225296"/>
            <a:ext cx="6437376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225296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· HTTPS · FTP · TFTP · SMTP · POP3 · IMAP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· DHCP · Telnet · SSH · SNMP · NTP · LDAP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2395728" y="1993392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213055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112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54096" y="199339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Presentation  · 데이터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94376" y="1993392"/>
            <a:ext cx="64373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440680" y="1993392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SSL/TLS · MIME · ASCII · JPEG · GIF · PNG · MPEG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(암호화 · 압축 · 인코딩)</a:t>
            </a:r>
            <a:endParaRPr lang="en-US" sz="1600" b="1" dirty="0"/>
          </a:p>
        </p:txBody>
      </p:sp>
      <p:sp>
        <p:nvSpPr>
          <p:cNvPr id="18" name="Shape 16"/>
          <p:cNvSpPr/>
          <p:nvPr/>
        </p:nvSpPr>
        <p:spPr>
          <a:xfrm>
            <a:off x="2395728" y="2761488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3744" y="2898648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54096" y="276148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  · 데이터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94376" y="2761488"/>
            <a:ext cx="6437376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761488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NetBIOS · RPC · PPTP · SQL · NFS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(세션 설정 · 유지 · 종료)</a:t>
            </a:r>
            <a:endParaRPr lang="en-US" sz="1600" b="1" dirty="0"/>
          </a:p>
        </p:txBody>
      </p:sp>
      <p:sp>
        <p:nvSpPr>
          <p:cNvPr id="24" name="Shape 22"/>
          <p:cNvSpPr/>
          <p:nvPr/>
        </p:nvSpPr>
        <p:spPr>
          <a:xfrm>
            <a:off x="2395728" y="3529584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3744" y="366674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054096" y="352958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Transport  · 세그먼트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94376" y="3529584"/>
            <a:ext cx="64373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529584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· UDP · SCTP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(포트 번호 · 종단 간 신뢰성 / 흐름 제어)</a:t>
            </a:r>
            <a:endParaRPr lang="en-US" sz="1600" b="1" dirty="0"/>
          </a:p>
        </p:txBody>
      </p:sp>
      <p:sp>
        <p:nvSpPr>
          <p:cNvPr id="30" name="Shape 28"/>
          <p:cNvSpPr/>
          <p:nvPr/>
        </p:nvSpPr>
        <p:spPr>
          <a:xfrm>
            <a:off x="2395728" y="4297680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3744" y="4434840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054096" y="429768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 · 패킷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94376" y="4297680"/>
            <a:ext cx="6437376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4297680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IP(IPv4·IPv6) · ICMP · IGMP · IPsec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라우팅: RIP · OSPF · EIGRP · BGP    (ARP · RARP)</a:t>
            </a:r>
            <a:endParaRPr lang="en-US" sz="1600" b="1" dirty="0"/>
          </a:p>
        </p:txBody>
      </p:sp>
      <p:sp>
        <p:nvSpPr>
          <p:cNvPr id="36" name="Shape 34"/>
          <p:cNvSpPr/>
          <p:nvPr/>
        </p:nvSpPr>
        <p:spPr>
          <a:xfrm>
            <a:off x="2395728" y="5065776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3744" y="52029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23744" y="5184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054096" y="506577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데이터링크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Link  · 프레임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94376" y="5065776"/>
            <a:ext cx="64373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5065776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Ethernet(802.3) · Wi-Fi(802.11) · PPP · HDLC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Relay · ATM · STP · VLAN(802.1Q) · MAC · ARP</a:t>
            </a:r>
            <a:endParaRPr lang="en-US" sz="1600" b="1" dirty="0"/>
          </a:p>
        </p:txBody>
      </p:sp>
      <p:sp>
        <p:nvSpPr>
          <p:cNvPr id="42" name="Shape 40"/>
          <p:cNvSpPr/>
          <p:nvPr/>
        </p:nvSpPr>
        <p:spPr>
          <a:xfrm>
            <a:off x="2395728" y="5833872"/>
            <a:ext cx="27889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23744" y="597103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1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3744" y="5952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054096" y="583387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계층
</a:t>
            </a: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Physical  · 비트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94376" y="5833872"/>
            <a:ext cx="6437376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5833872"/>
            <a:ext cx="6163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RS-232 · RJ-45 · UTP·STP·광섬유 · 100BASE-TX</a:t>
            </a:r>
            <a:endParaRPr lang="en-US" sz="1600" b="1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 · 리피터 · 허브 · (전기/광 신호, 비트 전송)</a:t>
            </a:r>
            <a:endParaRPr lang="en-US" sz="1600" b="1" dirty="0"/>
          </a:p>
        </p:txBody>
      </p:sp>
      <p:sp>
        <p:nvSpPr>
          <p:cNvPr id="48" name="Shape 46"/>
          <p:cNvSpPr/>
          <p:nvPr/>
        </p:nvSpPr>
        <p:spPr>
          <a:xfrm>
            <a:off x="457200" y="1225296"/>
            <a:ext cx="1828800" cy="224942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1225296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
</a:t>
            </a: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200" y="3529584"/>
            <a:ext cx="1828800" cy="7132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5295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
</a:t>
            </a: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" y="4297680"/>
            <a:ext cx="1828800" cy="7132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2976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
</a:t>
            </a: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Internet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7200" y="5065776"/>
            <a:ext cx="1828800" cy="14813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065776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접근
</a:t>
            </a: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Access</a:t>
            </a:r>
            <a:endParaRPr lang="en-US" sz="1600" dirty="0"/>
          </a:p>
        </p:txBody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04D6DD4D-2053-4467-BB02-DE7169F1A61F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8B2B34D2-A430-4361-99A2-21B3C96EFD43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9CCAF404-C733-4F82-A4F6-B666BF6BB95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계층별 프로토콜 대응 맵</a:t>
            </a:r>
            <a:endParaRPr lang="en-US" sz="2600" dirty="0"/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26FB0C82-7E7E-4806-A3C9-D46B39DC4CD8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271584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1221740"/>
            <a:ext cx="11274552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960120" cy="11704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1362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계층  </a:t>
            </a: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
OSI 5·6·7 (세션·표현·응용)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서비스 제공 (웹·메일·파일전송·이름해석)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0" y="11902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프로토콜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464564"/>
            <a:ext cx="5897880" cy="86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· HTTPS · FTP · TFTP · SMTP · POP3 · IMAP · DNS · DHCP · Telnet · SSH · SNMP · NTP · LDAP ·SSL/TLS · MIME · ASCII · JPEG · GIF · PNG · MPEG ·NetBIOS · RPC · PPTP · SQL · NFS</a:t>
            </a:r>
            <a:endParaRPr lang="en-US" altLang="ko-KR" sz="1400" b="1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11274552" cy="11704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960120" cy="11704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600200" y="26426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계층  </a:t>
            </a: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Transport
OSI 4 (전송)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227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종단 간 데이터 전달 · TCP(신뢰성) / UDP(고속)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26609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프로토콜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916936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· UDP · SCTP</a:t>
            </a:r>
            <a:endParaRPr lang="en-US" altLang="ko-KR" sz="1600" b="1" dirty="0"/>
          </a:p>
          <a:p>
            <a:pPr>
              <a:lnSpc>
                <a:spcPct val="112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종단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간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altLang="ko-KR" sz="1600" b="1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274552" cy="1170432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960120" cy="11704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600200" y="392277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계층  </a:t>
            </a: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Internet
OSI 3 (네트워크)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507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논리주소(IP) 기반 패킷 라우팅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0" y="3941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프로토콜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4197096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IP(IPv4·IPv6) · ICMP · IGMP · IPsec</a:t>
            </a:r>
            <a:endParaRPr lang="en-US" altLang="ko-KR" sz="1600" b="1" dirty="0"/>
          </a:p>
          <a:p>
            <a:pPr>
              <a:lnSpc>
                <a:spcPct val="112000"/>
              </a:lnSpc>
            </a:pP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RIP · OSPF · EIGRP · BGP    (ARP · RARP)</a:t>
            </a:r>
            <a:endParaRPr lang="en-US" altLang="ko-KR" sz="1600" b="1" dirty="0"/>
          </a:p>
        </p:txBody>
      </p:sp>
      <p:sp>
        <p:nvSpPr>
          <p:cNvPr id="24" name="Shape 22"/>
          <p:cNvSpPr/>
          <p:nvPr/>
        </p:nvSpPr>
        <p:spPr>
          <a:xfrm>
            <a:off x="457200" y="5074919"/>
            <a:ext cx="11274552" cy="1170433"/>
          </a:xfrm>
          <a:prstGeom prst="rect">
            <a:avLst/>
          </a:prstGeom>
          <a:solidFill>
            <a:srgbClr val="FAFAFA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74920"/>
            <a:ext cx="960120" cy="11704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7492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1600200" y="520293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접근 계층  </a:t>
            </a: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Access
OSI 1·2 (물리·데이터링크)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00200" y="5788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매체를 통한 실제 전송·프레임 처리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0" y="52212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프로토콜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5426456"/>
            <a:ext cx="5897880" cy="86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Ethernet(802.3) · Wi-Fi(802.11) · PPP · HDLC</a:t>
            </a:r>
            <a:endParaRPr lang="en-US" altLang="ko-KR" sz="1600" b="1" dirty="0"/>
          </a:p>
          <a:p>
            <a:pPr>
              <a:lnSpc>
                <a:spcPct val="112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Relay · ATM · STP · VLAN(802.1Q) · MAC · ARP</a:t>
            </a:r>
            <a:endParaRPr lang="en-US" altLang="ko-KR" sz="1600" b="1" dirty="0"/>
          </a:p>
          <a:p>
            <a:pPr>
              <a:lnSpc>
                <a:spcPct val="115000"/>
              </a:lnSpc>
            </a:pP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 ·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리피터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허브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(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/광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b="1" dirty="0" err="1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</a:t>
            </a:r>
            <a:r>
              <a:rPr lang="en-US" altLang="ko-KR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altLang="ko-KR" sz="1600" b="1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0B320859-9500-45F1-985F-F140DF671A8A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BD3D58A6-FF62-4934-A9A8-0F5DB278C9AE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9ACD9216-010C-4795-88B1-669628A9FEF0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TCP/IP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altLang="ko-KR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4</a:t>
            </a:r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</a:rPr>
              <a:t>계층 상세 프로토콜</a:t>
            </a:r>
            <a:endParaRPr lang="en-US" sz="26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04139467-9260-4120-9DC8-AF1D8DE9BE55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732034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08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 — 계층을 내려가며 변하는 데이터 형태 (PDU)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84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시 상위 계층 데이터에 각 계층의 헤더가 더해지고, 수신 시 반대로 제거(역캡슐화)됩니다.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551430"/>
            <a:ext cx="2084832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003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2867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92303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2595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응용·표현·세션 (L7~5)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3743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메시지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23744" y="3959606"/>
            <a:ext cx="210312" cy="292608"/>
          </a:xfrm>
          <a:prstGeom prst="chevron">
            <a:avLst/>
          </a:prstGeom>
          <a:solidFill>
            <a:srgbClr val="C9CFD3"/>
          </a:solidFill>
          <a:ln w="12700">
            <a:solidFill>
              <a:srgbClr val="C9C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2551430"/>
            <a:ext cx="2084832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78003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5768" y="332867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15768" y="392303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Segment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15768" y="442595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(L4)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15768" y="483743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포트 번호 (TCP/UDP 헤더)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82312" y="3959606"/>
            <a:ext cx="210312" cy="292608"/>
          </a:xfrm>
          <a:prstGeom prst="chevron">
            <a:avLst/>
          </a:prstGeom>
          <a:solidFill>
            <a:srgbClr val="C9CFD3"/>
          </a:solidFill>
          <a:ln w="12700">
            <a:solidFill>
              <a:srgbClr val="C9CF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74336" y="2551430"/>
            <a:ext cx="2084832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78003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74336" y="332867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74336" y="392303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74336" y="442595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(L3)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74336" y="483743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IP 주소 (IP 헤더)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3959606"/>
            <a:ext cx="210312" cy="292608"/>
          </a:xfrm>
          <a:prstGeom prst="chevron">
            <a:avLst/>
          </a:prstGeom>
          <a:solidFill>
            <a:srgbClr val="C9CFD3"/>
          </a:solidFill>
          <a:ln w="12700">
            <a:solidFill>
              <a:srgbClr val="C9C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2551430"/>
            <a:ext cx="2084832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9AA3A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904" y="278003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32904" y="332867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32904" y="392303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32904" y="442595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64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데이터링크 (L2)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32904" y="483743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MAC 주소 (헤더 + FCS)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99448" y="3959606"/>
            <a:ext cx="210312" cy="292608"/>
          </a:xfrm>
          <a:prstGeom prst="chevron">
            <a:avLst/>
          </a:prstGeom>
          <a:solidFill>
            <a:srgbClr val="C9CFD3"/>
          </a:solidFill>
          <a:ln w="12700">
            <a:solidFill>
              <a:srgbClr val="C9CF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1472" y="2551430"/>
            <a:ext cx="2084832" cy="3108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1472" y="278003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91472" y="332867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491472" y="392303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91472" y="442595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(L1)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491472" y="483743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/ 광 신호로 변환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05663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역캡슐화(Decapsulation)는 비트 → 프레임 → 패킷 → 세그먼트 → 데이터 순으로, 수신 측에서 각 계층 헤더를 제거하며 진행됩니다.</a:t>
            </a:r>
            <a:endParaRPr lang="en-US" sz="130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C8ADD35D-805C-4806-AD9D-60D53049AE98}"/>
              </a:ext>
            </a:extLst>
          </p:cNvPr>
          <p:cNvSpPr/>
          <p:nvPr/>
        </p:nvSpPr>
        <p:spPr>
          <a:xfrm>
            <a:off x="199205" y="185053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D7F67A4B-C2B8-42B2-AAD6-B6FB39FBC3E5}"/>
              </a:ext>
            </a:extLst>
          </p:cNvPr>
          <p:cNvSpPr/>
          <p:nvPr/>
        </p:nvSpPr>
        <p:spPr>
          <a:xfrm>
            <a:off x="839285" y="203341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계층화 </a:t>
            </a: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 Layer</a:t>
            </a:r>
            <a:endParaRPr lang="en-US" sz="120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0ADCE83D-BBC3-4794-9CA9-B2AE7A5B8B35}"/>
              </a:ext>
            </a:extLst>
          </p:cNvPr>
          <p:cNvSpPr/>
          <p:nvPr/>
        </p:nvSpPr>
        <p:spPr>
          <a:xfrm>
            <a:off x="839285" y="441085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프로토콜</a:t>
            </a:r>
            <a:endParaRPr lang="en-US" sz="26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AF20B6B1-3780-4707-96A0-3CEB495489D2}"/>
              </a:ext>
            </a:extLst>
          </p:cNvPr>
          <p:cNvSpPr/>
          <p:nvPr/>
        </p:nvSpPr>
        <p:spPr>
          <a:xfrm>
            <a:off x="199205" y="1032612"/>
            <a:ext cx="11573695" cy="8712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853113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모델 · OSI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 간 통신 모델 — 데이터 단위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7178" y="1442682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72218" y="1691640"/>
            <a:ext cx="868680" cy="82296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72218" y="1691640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SDU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40897" y="1691640"/>
            <a:ext cx="3722015" cy="822960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78058" y="1691640"/>
            <a:ext cx="358485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Data Unit
</a:t>
            </a:r>
            <a:r>
              <a:rPr lang="en-US" sz="16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계층에서 전달 요청받은 사용자 데이터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72218" y="2624328"/>
            <a:ext cx="868680" cy="82296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72218" y="2624328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40898" y="2624328"/>
            <a:ext cx="372201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78057" y="2624328"/>
            <a:ext cx="358484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Control Info
</a:t>
            </a:r>
            <a:r>
              <a:rPr lang="en-US" sz="16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계층에 보내는 제어용 헤더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072218" y="3557016"/>
            <a:ext cx="868680" cy="82296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72218" y="3557016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940896" y="3536335"/>
            <a:ext cx="3722013" cy="822960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78058" y="3557016"/>
            <a:ext cx="3584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Data Unit
</a:t>
            </a:r>
            <a:r>
              <a:rPr lang="en-US" sz="16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SDU + PCI 로 조합된 전송 단위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072218" y="4489704"/>
            <a:ext cx="868680" cy="82296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72218" y="4489704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940897" y="4489704"/>
            <a:ext cx="3722011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78057" y="4489704"/>
            <a:ext cx="35848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Control Info
</a:t>
            </a:r>
            <a:r>
              <a:rPr lang="en-US" sz="16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(N)–(N-1) 계층 간 전달되는 임시 매개변수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072218" y="5422392"/>
            <a:ext cx="868680" cy="82296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72218" y="5422392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IDU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940898" y="5422392"/>
            <a:ext cx="3722010" cy="822960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78058" y="5422392"/>
            <a:ext cx="35848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Data Unit
</a:t>
            </a:r>
            <a:r>
              <a:rPr lang="en-US" sz="16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경계를 통과하는 전체 단위</a:t>
            </a:r>
            <a:endParaRPr lang="en-US" sz="16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0187D23-9E43-4BFF-A340-B65D4684902E}"/>
              </a:ext>
            </a:extLst>
          </p:cNvPr>
          <p:cNvGrpSpPr/>
          <p:nvPr/>
        </p:nvGrpSpPr>
        <p:grpSpPr>
          <a:xfrm>
            <a:off x="857178" y="1768361"/>
            <a:ext cx="6109807" cy="4400270"/>
            <a:chOff x="1143613" y="1768361"/>
            <a:chExt cx="6109807" cy="4400270"/>
          </a:xfrm>
        </p:grpSpPr>
        <p:grpSp>
          <p:nvGrpSpPr>
            <p:cNvPr id="28" name="object 13">
              <a:extLst>
                <a:ext uri="{FF2B5EF4-FFF2-40B4-BE49-F238E27FC236}">
                  <a16:creationId xmlns:a16="http://schemas.microsoft.com/office/drawing/2014/main" id="{3F7E985E-66AC-4E14-A0E9-5174465FF374}"/>
                </a:ext>
              </a:extLst>
            </p:cNvPr>
            <p:cNvGrpSpPr/>
            <p:nvPr/>
          </p:nvGrpSpPr>
          <p:grpSpPr>
            <a:xfrm>
              <a:off x="1173839" y="1768361"/>
              <a:ext cx="6079581" cy="4400270"/>
              <a:chOff x="5282946" y="1718309"/>
              <a:chExt cx="6140450" cy="4159885"/>
            </a:xfrm>
          </p:grpSpPr>
          <p:sp>
            <p:nvSpPr>
              <p:cNvPr id="29" name="object 14">
                <a:extLst>
                  <a:ext uri="{FF2B5EF4-FFF2-40B4-BE49-F238E27FC236}">
                    <a16:creationId xmlns:a16="http://schemas.microsoft.com/office/drawing/2014/main" id="{A41F9A27-4B2A-4662-BBD7-C112EB13280F}"/>
                  </a:ext>
                </a:extLst>
              </p:cNvPr>
              <p:cNvSpPr/>
              <p:nvPr/>
            </p:nvSpPr>
            <p:spPr>
              <a:xfrm>
                <a:off x="5282946" y="1718309"/>
                <a:ext cx="6140450" cy="4159885"/>
              </a:xfrm>
              <a:custGeom>
                <a:avLst/>
                <a:gdLst/>
                <a:ahLst/>
                <a:cxnLst/>
                <a:rect l="l" t="t" r="r" b="b"/>
                <a:pathLst>
                  <a:path w="6140450" h="4159885">
                    <a:moveTo>
                      <a:pt x="14731" y="3979900"/>
                    </a:moveTo>
                    <a:lnTo>
                      <a:pt x="4317" y="3979900"/>
                    </a:lnTo>
                    <a:lnTo>
                      <a:pt x="0" y="3984167"/>
                    </a:lnTo>
                    <a:lnTo>
                      <a:pt x="0" y="3994708"/>
                    </a:lnTo>
                    <a:lnTo>
                      <a:pt x="4317" y="3998976"/>
                    </a:lnTo>
                    <a:lnTo>
                      <a:pt x="14731" y="3998976"/>
                    </a:lnTo>
                    <a:lnTo>
                      <a:pt x="19050" y="3994708"/>
                    </a:lnTo>
                    <a:lnTo>
                      <a:pt x="19050" y="3984167"/>
                    </a:lnTo>
                    <a:lnTo>
                      <a:pt x="14731" y="3979900"/>
                    </a:lnTo>
                    <a:close/>
                  </a:path>
                  <a:path w="6140450" h="4159885">
                    <a:moveTo>
                      <a:pt x="14731" y="3941787"/>
                    </a:moveTo>
                    <a:lnTo>
                      <a:pt x="4317" y="3941787"/>
                    </a:lnTo>
                    <a:lnTo>
                      <a:pt x="0" y="3946055"/>
                    </a:lnTo>
                    <a:lnTo>
                      <a:pt x="0" y="3956596"/>
                    </a:lnTo>
                    <a:lnTo>
                      <a:pt x="4317" y="3960850"/>
                    </a:lnTo>
                    <a:lnTo>
                      <a:pt x="14731" y="3960850"/>
                    </a:lnTo>
                    <a:lnTo>
                      <a:pt x="19050" y="3956596"/>
                    </a:lnTo>
                    <a:lnTo>
                      <a:pt x="19050" y="3946055"/>
                    </a:lnTo>
                    <a:lnTo>
                      <a:pt x="14731" y="3941787"/>
                    </a:lnTo>
                    <a:close/>
                  </a:path>
                  <a:path w="6140450" h="4159885">
                    <a:moveTo>
                      <a:pt x="14731" y="3903662"/>
                    </a:moveTo>
                    <a:lnTo>
                      <a:pt x="4317" y="3903662"/>
                    </a:lnTo>
                    <a:lnTo>
                      <a:pt x="0" y="3907929"/>
                    </a:lnTo>
                    <a:lnTo>
                      <a:pt x="0" y="3918470"/>
                    </a:lnTo>
                    <a:lnTo>
                      <a:pt x="4317" y="3922737"/>
                    </a:lnTo>
                    <a:lnTo>
                      <a:pt x="14731" y="3922737"/>
                    </a:lnTo>
                    <a:lnTo>
                      <a:pt x="19050" y="3918470"/>
                    </a:lnTo>
                    <a:lnTo>
                      <a:pt x="19050" y="3907929"/>
                    </a:lnTo>
                    <a:lnTo>
                      <a:pt x="14731" y="3903662"/>
                    </a:lnTo>
                    <a:close/>
                  </a:path>
                  <a:path w="6140450" h="4159885">
                    <a:moveTo>
                      <a:pt x="14731" y="3865549"/>
                    </a:moveTo>
                    <a:lnTo>
                      <a:pt x="4317" y="3865549"/>
                    </a:lnTo>
                    <a:lnTo>
                      <a:pt x="0" y="3869816"/>
                    </a:lnTo>
                    <a:lnTo>
                      <a:pt x="0" y="3880357"/>
                    </a:lnTo>
                    <a:lnTo>
                      <a:pt x="4317" y="3884612"/>
                    </a:lnTo>
                    <a:lnTo>
                      <a:pt x="14731" y="3884612"/>
                    </a:lnTo>
                    <a:lnTo>
                      <a:pt x="19050" y="3880357"/>
                    </a:lnTo>
                    <a:lnTo>
                      <a:pt x="19050" y="3869816"/>
                    </a:lnTo>
                    <a:lnTo>
                      <a:pt x="14731" y="3865549"/>
                    </a:lnTo>
                    <a:close/>
                  </a:path>
                  <a:path w="6140450" h="4159885">
                    <a:moveTo>
                      <a:pt x="14731" y="3827424"/>
                    </a:moveTo>
                    <a:lnTo>
                      <a:pt x="4317" y="3827424"/>
                    </a:lnTo>
                    <a:lnTo>
                      <a:pt x="0" y="3831691"/>
                    </a:lnTo>
                    <a:lnTo>
                      <a:pt x="0" y="3842232"/>
                    </a:lnTo>
                    <a:lnTo>
                      <a:pt x="4317" y="3846499"/>
                    </a:lnTo>
                    <a:lnTo>
                      <a:pt x="14731" y="3846499"/>
                    </a:lnTo>
                    <a:lnTo>
                      <a:pt x="19050" y="3842232"/>
                    </a:lnTo>
                    <a:lnTo>
                      <a:pt x="19050" y="3831691"/>
                    </a:lnTo>
                    <a:lnTo>
                      <a:pt x="14731" y="3827424"/>
                    </a:lnTo>
                    <a:close/>
                  </a:path>
                  <a:path w="6140450" h="4159885">
                    <a:moveTo>
                      <a:pt x="14731" y="3789311"/>
                    </a:moveTo>
                    <a:lnTo>
                      <a:pt x="4317" y="3789311"/>
                    </a:lnTo>
                    <a:lnTo>
                      <a:pt x="0" y="3793578"/>
                    </a:lnTo>
                    <a:lnTo>
                      <a:pt x="0" y="3804107"/>
                    </a:lnTo>
                    <a:lnTo>
                      <a:pt x="4317" y="3808374"/>
                    </a:lnTo>
                    <a:lnTo>
                      <a:pt x="14731" y="3808374"/>
                    </a:lnTo>
                    <a:lnTo>
                      <a:pt x="19050" y="3804107"/>
                    </a:lnTo>
                    <a:lnTo>
                      <a:pt x="19050" y="3793578"/>
                    </a:lnTo>
                    <a:lnTo>
                      <a:pt x="14731" y="3789311"/>
                    </a:lnTo>
                    <a:close/>
                  </a:path>
                  <a:path w="6140450" h="4159885">
                    <a:moveTo>
                      <a:pt x="14731" y="3751186"/>
                    </a:moveTo>
                    <a:lnTo>
                      <a:pt x="4317" y="3751186"/>
                    </a:lnTo>
                    <a:lnTo>
                      <a:pt x="0" y="3755453"/>
                    </a:lnTo>
                    <a:lnTo>
                      <a:pt x="0" y="3765994"/>
                    </a:lnTo>
                    <a:lnTo>
                      <a:pt x="4317" y="3770261"/>
                    </a:lnTo>
                    <a:lnTo>
                      <a:pt x="14731" y="3770261"/>
                    </a:lnTo>
                    <a:lnTo>
                      <a:pt x="19050" y="3765994"/>
                    </a:lnTo>
                    <a:lnTo>
                      <a:pt x="19050" y="3755453"/>
                    </a:lnTo>
                    <a:lnTo>
                      <a:pt x="14731" y="3751186"/>
                    </a:lnTo>
                    <a:close/>
                  </a:path>
                  <a:path w="6140450" h="4159885">
                    <a:moveTo>
                      <a:pt x="14731" y="3713073"/>
                    </a:moveTo>
                    <a:lnTo>
                      <a:pt x="4317" y="3713073"/>
                    </a:lnTo>
                    <a:lnTo>
                      <a:pt x="0" y="3717328"/>
                    </a:lnTo>
                    <a:lnTo>
                      <a:pt x="0" y="3727869"/>
                    </a:lnTo>
                    <a:lnTo>
                      <a:pt x="4317" y="3732136"/>
                    </a:lnTo>
                    <a:lnTo>
                      <a:pt x="14731" y="3732136"/>
                    </a:lnTo>
                    <a:lnTo>
                      <a:pt x="19050" y="3727869"/>
                    </a:lnTo>
                    <a:lnTo>
                      <a:pt x="19050" y="3717328"/>
                    </a:lnTo>
                    <a:lnTo>
                      <a:pt x="14731" y="3713073"/>
                    </a:lnTo>
                    <a:close/>
                  </a:path>
                  <a:path w="6140450" h="4159885">
                    <a:moveTo>
                      <a:pt x="14731" y="3674948"/>
                    </a:moveTo>
                    <a:lnTo>
                      <a:pt x="4317" y="3674948"/>
                    </a:lnTo>
                    <a:lnTo>
                      <a:pt x="0" y="3679215"/>
                    </a:lnTo>
                    <a:lnTo>
                      <a:pt x="0" y="3689756"/>
                    </a:lnTo>
                    <a:lnTo>
                      <a:pt x="4317" y="3694023"/>
                    </a:lnTo>
                    <a:lnTo>
                      <a:pt x="14731" y="3694023"/>
                    </a:lnTo>
                    <a:lnTo>
                      <a:pt x="19050" y="3689756"/>
                    </a:lnTo>
                    <a:lnTo>
                      <a:pt x="19050" y="3679215"/>
                    </a:lnTo>
                    <a:lnTo>
                      <a:pt x="14731" y="3674948"/>
                    </a:lnTo>
                    <a:close/>
                  </a:path>
                  <a:path w="6140450" h="4159885">
                    <a:moveTo>
                      <a:pt x="14731" y="3636835"/>
                    </a:moveTo>
                    <a:lnTo>
                      <a:pt x="4317" y="3636835"/>
                    </a:lnTo>
                    <a:lnTo>
                      <a:pt x="0" y="3641090"/>
                    </a:lnTo>
                    <a:lnTo>
                      <a:pt x="0" y="3651630"/>
                    </a:lnTo>
                    <a:lnTo>
                      <a:pt x="4317" y="3655898"/>
                    </a:lnTo>
                    <a:lnTo>
                      <a:pt x="14731" y="3655898"/>
                    </a:lnTo>
                    <a:lnTo>
                      <a:pt x="19050" y="3651630"/>
                    </a:lnTo>
                    <a:lnTo>
                      <a:pt x="19050" y="3641090"/>
                    </a:lnTo>
                    <a:lnTo>
                      <a:pt x="14731" y="3636835"/>
                    </a:lnTo>
                    <a:close/>
                  </a:path>
                  <a:path w="6140450" h="4159885">
                    <a:moveTo>
                      <a:pt x="14731" y="3598710"/>
                    </a:moveTo>
                    <a:lnTo>
                      <a:pt x="4317" y="3598710"/>
                    </a:lnTo>
                    <a:lnTo>
                      <a:pt x="0" y="3602977"/>
                    </a:lnTo>
                    <a:lnTo>
                      <a:pt x="0" y="3613518"/>
                    </a:lnTo>
                    <a:lnTo>
                      <a:pt x="4317" y="3617785"/>
                    </a:lnTo>
                    <a:lnTo>
                      <a:pt x="14731" y="3617785"/>
                    </a:lnTo>
                    <a:lnTo>
                      <a:pt x="19050" y="3613518"/>
                    </a:lnTo>
                    <a:lnTo>
                      <a:pt x="19050" y="3602977"/>
                    </a:lnTo>
                    <a:lnTo>
                      <a:pt x="14731" y="3598710"/>
                    </a:lnTo>
                    <a:close/>
                  </a:path>
                  <a:path w="6140450" h="4159885">
                    <a:moveTo>
                      <a:pt x="14731" y="3560597"/>
                    </a:moveTo>
                    <a:lnTo>
                      <a:pt x="4317" y="3560597"/>
                    </a:lnTo>
                    <a:lnTo>
                      <a:pt x="0" y="3564851"/>
                    </a:lnTo>
                    <a:lnTo>
                      <a:pt x="0" y="3575392"/>
                    </a:lnTo>
                    <a:lnTo>
                      <a:pt x="4317" y="3579660"/>
                    </a:lnTo>
                    <a:lnTo>
                      <a:pt x="14731" y="3579660"/>
                    </a:lnTo>
                    <a:lnTo>
                      <a:pt x="19050" y="3575392"/>
                    </a:lnTo>
                    <a:lnTo>
                      <a:pt x="19050" y="3564851"/>
                    </a:lnTo>
                    <a:lnTo>
                      <a:pt x="14731" y="3560597"/>
                    </a:lnTo>
                    <a:close/>
                  </a:path>
                  <a:path w="6140450" h="4159885">
                    <a:moveTo>
                      <a:pt x="14731" y="3522472"/>
                    </a:moveTo>
                    <a:lnTo>
                      <a:pt x="4317" y="3522472"/>
                    </a:lnTo>
                    <a:lnTo>
                      <a:pt x="0" y="3526739"/>
                    </a:lnTo>
                    <a:lnTo>
                      <a:pt x="0" y="3537280"/>
                    </a:lnTo>
                    <a:lnTo>
                      <a:pt x="4317" y="3541547"/>
                    </a:lnTo>
                    <a:lnTo>
                      <a:pt x="14731" y="3541547"/>
                    </a:lnTo>
                    <a:lnTo>
                      <a:pt x="19050" y="3537280"/>
                    </a:lnTo>
                    <a:lnTo>
                      <a:pt x="19050" y="3526739"/>
                    </a:lnTo>
                    <a:lnTo>
                      <a:pt x="14731" y="3522472"/>
                    </a:lnTo>
                    <a:close/>
                  </a:path>
                  <a:path w="6140450" h="4159885">
                    <a:moveTo>
                      <a:pt x="14731" y="3484372"/>
                    </a:moveTo>
                    <a:lnTo>
                      <a:pt x="4317" y="3484372"/>
                    </a:lnTo>
                    <a:lnTo>
                      <a:pt x="0" y="3488563"/>
                    </a:lnTo>
                    <a:lnTo>
                      <a:pt x="0" y="3499154"/>
                    </a:lnTo>
                    <a:lnTo>
                      <a:pt x="4317" y="3503422"/>
                    </a:lnTo>
                    <a:lnTo>
                      <a:pt x="14731" y="3503422"/>
                    </a:lnTo>
                    <a:lnTo>
                      <a:pt x="19050" y="3499154"/>
                    </a:lnTo>
                    <a:lnTo>
                      <a:pt x="19050" y="3488563"/>
                    </a:lnTo>
                    <a:lnTo>
                      <a:pt x="14731" y="3484372"/>
                    </a:lnTo>
                    <a:close/>
                  </a:path>
                  <a:path w="6140450" h="4159885">
                    <a:moveTo>
                      <a:pt x="14731" y="3446272"/>
                    </a:moveTo>
                    <a:lnTo>
                      <a:pt x="4317" y="3446272"/>
                    </a:lnTo>
                    <a:lnTo>
                      <a:pt x="0" y="3450463"/>
                    </a:lnTo>
                    <a:lnTo>
                      <a:pt x="0" y="3461004"/>
                    </a:lnTo>
                    <a:lnTo>
                      <a:pt x="4317" y="3465322"/>
                    </a:lnTo>
                    <a:lnTo>
                      <a:pt x="14731" y="3465322"/>
                    </a:lnTo>
                    <a:lnTo>
                      <a:pt x="19050" y="3461004"/>
                    </a:lnTo>
                    <a:lnTo>
                      <a:pt x="19050" y="3450463"/>
                    </a:lnTo>
                    <a:lnTo>
                      <a:pt x="14731" y="3446272"/>
                    </a:lnTo>
                    <a:close/>
                  </a:path>
                  <a:path w="6140450" h="4159885">
                    <a:moveTo>
                      <a:pt x="14731" y="3408172"/>
                    </a:moveTo>
                    <a:lnTo>
                      <a:pt x="4317" y="3408172"/>
                    </a:lnTo>
                    <a:lnTo>
                      <a:pt x="0" y="3412363"/>
                    </a:lnTo>
                    <a:lnTo>
                      <a:pt x="0" y="3422904"/>
                    </a:lnTo>
                    <a:lnTo>
                      <a:pt x="4317" y="3427222"/>
                    </a:lnTo>
                    <a:lnTo>
                      <a:pt x="14731" y="3427222"/>
                    </a:lnTo>
                    <a:lnTo>
                      <a:pt x="19050" y="3422904"/>
                    </a:lnTo>
                    <a:lnTo>
                      <a:pt x="19050" y="3412363"/>
                    </a:lnTo>
                    <a:lnTo>
                      <a:pt x="14731" y="3408172"/>
                    </a:lnTo>
                    <a:close/>
                  </a:path>
                  <a:path w="6140450" h="4159885">
                    <a:moveTo>
                      <a:pt x="14731" y="3369945"/>
                    </a:moveTo>
                    <a:lnTo>
                      <a:pt x="4317" y="3369945"/>
                    </a:lnTo>
                    <a:lnTo>
                      <a:pt x="0" y="3374263"/>
                    </a:lnTo>
                    <a:lnTo>
                      <a:pt x="0" y="3384804"/>
                    </a:lnTo>
                    <a:lnTo>
                      <a:pt x="4317" y="3389122"/>
                    </a:lnTo>
                    <a:lnTo>
                      <a:pt x="14731" y="3389122"/>
                    </a:lnTo>
                    <a:lnTo>
                      <a:pt x="19050" y="3384804"/>
                    </a:lnTo>
                    <a:lnTo>
                      <a:pt x="19050" y="3379597"/>
                    </a:lnTo>
                    <a:lnTo>
                      <a:pt x="6350" y="3379597"/>
                    </a:lnTo>
                    <a:lnTo>
                      <a:pt x="19050" y="3379470"/>
                    </a:lnTo>
                    <a:lnTo>
                      <a:pt x="19050" y="3374263"/>
                    </a:lnTo>
                    <a:lnTo>
                      <a:pt x="14731" y="3369945"/>
                    </a:lnTo>
                    <a:close/>
                  </a:path>
                  <a:path w="6140450" h="4159885">
                    <a:moveTo>
                      <a:pt x="19050" y="3379470"/>
                    </a:moveTo>
                    <a:lnTo>
                      <a:pt x="12700" y="3379470"/>
                    </a:lnTo>
                    <a:lnTo>
                      <a:pt x="19050" y="3379597"/>
                    </a:lnTo>
                    <a:close/>
                  </a:path>
                  <a:path w="6140450" h="4159885">
                    <a:moveTo>
                      <a:pt x="14731" y="3331845"/>
                    </a:moveTo>
                    <a:lnTo>
                      <a:pt x="4317" y="3331845"/>
                    </a:lnTo>
                    <a:lnTo>
                      <a:pt x="0" y="3336163"/>
                    </a:lnTo>
                    <a:lnTo>
                      <a:pt x="0" y="3346704"/>
                    </a:lnTo>
                    <a:lnTo>
                      <a:pt x="4317" y="3350895"/>
                    </a:lnTo>
                    <a:lnTo>
                      <a:pt x="14731" y="3350895"/>
                    </a:lnTo>
                    <a:lnTo>
                      <a:pt x="19050" y="3346704"/>
                    </a:lnTo>
                    <a:lnTo>
                      <a:pt x="19050" y="3336163"/>
                    </a:lnTo>
                    <a:lnTo>
                      <a:pt x="14731" y="3331845"/>
                    </a:lnTo>
                    <a:close/>
                  </a:path>
                  <a:path w="6140450" h="4159885">
                    <a:moveTo>
                      <a:pt x="14731" y="3293745"/>
                    </a:moveTo>
                    <a:lnTo>
                      <a:pt x="4317" y="3293745"/>
                    </a:lnTo>
                    <a:lnTo>
                      <a:pt x="0" y="3298063"/>
                    </a:lnTo>
                    <a:lnTo>
                      <a:pt x="0" y="3308604"/>
                    </a:lnTo>
                    <a:lnTo>
                      <a:pt x="4317" y="3312795"/>
                    </a:lnTo>
                    <a:lnTo>
                      <a:pt x="14731" y="3312795"/>
                    </a:lnTo>
                    <a:lnTo>
                      <a:pt x="19050" y="3308604"/>
                    </a:lnTo>
                    <a:lnTo>
                      <a:pt x="19050" y="3298063"/>
                    </a:lnTo>
                    <a:lnTo>
                      <a:pt x="14731" y="3293745"/>
                    </a:lnTo>
                    <a:close/>
                  </a:path>
                  <a:path w="6140450" h="4159885">
                    <a:moveTo>
                      <a:pt x="14731" y="3255645"/>
                    </a:moveTo>
                    <a:lnTo>
                      <a:pt x="4317" y="3255645"/>
                    </a:lnTo>
                    <a:lnTo>
                      <a:pt x="0" y="3259963"/>
                    </a:lnTo>
                    <a:lnTo>
                      <a:pt x="0" y="3270504"/>
                    </a:lnTo>
                    <a:lnTo>
                      <a:pt x="4317" y="3274695"/>
                    </a:lnTo>
                    <a:lnTo>
                      <a:pt x="14731" y="3274695"/>
                    </a:lnTo>
                    <a:lnTo>
                      <a:pt x="19050" y="3270504"/>
                    </a:lnTo>
                    <a:lnTo>
                      <a:pt x="19050" y="3259963"/>
                    </a:lnTo>
                    <a:lnTo>
                      <a:pt x="14731" y="3255645"/>
                    </a:lnTo>
                    <a:close/>
                  </a:path>
                  <a:path w="6140450" h="4159885">
                    <a:moveTo>
                      <a:pt x="14731" y="3217545"/>
                    </a:moveTo>
                    <a:lnTo>
                      <a:pt x="4317" y="3217545"/>
                    </a:lnTo>
                    <a:lnTo>
                      <a:pt x="0" y="3221736"/>
                    </a:lnTo>
                    <a:lnTo>
                      <a:pt x="0" y="3232277"/>
                    </a:lnTo>
                    <a:lnTo>
                      <a:pt x="4317" y="3236595"/>
                    </a:lnTo>
                    <a:lnTo>
                      <a:pt x="14731" y="3236595"/>
                    </a:lnTo>
                    <a:lnTo>
                      <a:pt x="19050" y="3232277"/>
                    </a:lnTo>
                    <a:lnTo>
                      <a:pt x="19050" y="3221736"/>
                    </a:lnTo>
                    <a:lnTo>
                      <a:pt x="14731" y="3217545"/>
                    </a:lnTo>
                    <a:close/>
                  </a:path>
                  <a:path w="6140450" h="4159885">
                    <a:moveTo>
                      <a:pt x="14731" y="3179445"/>
                    </a:moveTo>
                    <a:lnTo>
                      <a:pt x="4317" y="3179445"/>
                    </a:lnTo>
                    <a:lnTo>
                      <a:pt x="0" y="3183636"/>
                    </a:lnTo>
                    <a:lnTo>
                      <a:pt x="0" y="3194177"/>
                    </a:lnTo>
                    <a:lnTo>
                      <a:pt x="4317" y="3198495"/>
                    </a:lnTo>
                    <a:lnTo>
                      <a:pt x="14731" y="3198495"/>
                    </a:lnTo>
                    <a:lnTo>
                      <a:pt x="19050" y="3194177"/>
                    </a:lnTo>
                    <a:lnTo>
                      <a:pt x="19050" y="3183636"/>
                    </a:lnTo>
                    <a:lnTo>
                      <a:pt x="14731" y="3179445"/>
                    </a:lnTo>
                    <a:close/>
                  </a:path>
                  <a:path w="6140450" h="4159885">
                    <a:moveTo>
                      <a:pt x="14731" y="3141345"/>
                    </a:moveTo>
                    <a:lnTo>
                      <a:pt x="4317" y="3141345"/>
                    </a:lnTo>
                    <a:lnTo>
                      <a:pt x="0" y="3145536"/>
                    </a:lnTo>
                    <a:lnTo>
                      <a:pt x="0" y="3156077"/>
                    </a:lnTo>
                    <a:lnTo>
                      <a:pt x="4317" y="3160395"/>
                    </a:lnTo>
                    <a:lnTo>
                      <a:pt x="14731" y="3160395"/>
                    </a:lnTo>
                    <a:lnTo>
                      <a:pt x="19050" y="3156077"/>
                    </a:lnTo>
                    <a:lnTo>
                      <a:pt x="19050" y="3145536"/>
                    </a:lnTo>
                    <a:lnTo>
                      <a:pt x="14731" y="3141345"/>
                    </a:lnTo>
                    <a:close/>
                  </a:path>
                  <a:path w="6140450" h="4159885">
                    <a:moveTo>
                      <a:pt x="14731" y="3103118"/>
                    </a:moveTo>
                    <a:lnTo>
                      <a:pt x="4317" y="3103118"/>
                    </a:lnTo>
                    <a:lnTo>
                      <a:pt x="0" y="3107436"/>
                    </a:lnTo>
                    <a:lnTo>
                      <a:pt x="0" y="3117977"/>
                    </a:lnTo>
                    <a:lnTo>
                      <a:pt x="4317" y="3122168"/>
                    </a:lnTo>
                    <a:lnTo>
                      <a:pt x="14731" y="3122168"/>
                    </a:lnTo>
                    <a:lnTo>
                      <a:pt x="19050" y="3117977"/>
                    </a:lnTo>
                    <a:lnTo>
                      <a:pt x="19050" y="3107436"/>
                    </a:lnTo>
                    <a:lnTo>
                      <a:pt x="14731" y="3103118"/>
                    </a:lnTo>
                    <a:close/>
                  </a:path>
                  <a:path w="6140450" h="4159885">
                    <a:moveTo>
                      <a:pt x="14731" y="3065018"/>
                    </a:moveTo>
                    <a:lnTo>
                      <a:pt x="4317" y="3065018"/>
                    </a:lnTo>
                    <a:lnTo>
                      <a:pt x="0" y="3069336"/>
                    </a:lnTo>
                    <a:lnTo>
                      <a:pt x="0" y="3079877"/>
                    </a:lnTo>
                    <a:lnTo>
                      <a:pt x="4317" y="3084068"/>
                    </a:lnTo>
                    <a:lnTo>
                      <a:pt x="14731" y="3084068"/>
                    </a:lnTo>
                    <a:lnTo>
                      <a:pt x="19050" y="3079877"/>
                    </a:lnTo>
                    <a:lnTo>
                      <a:pt x="19050" y="3069336"/>
                    </a:lnTo>
                    <a:lnTo>
                      <a:pt x="14731" y="3065018"/>
                    </a:lnTo>
                    <a:close/>
                  </a:path>
                  <a:path w="6140450" h="4159885">
                    <a:moveTo>
                      <a:pt x="14731" y="3026918"/>
                    </a:moveTo>
                    <a:lnTo>
                      <a:pt x="4317" y="3026918"/>
                    </a:lnTo>
                    <a:lnTo>
                      <a:pt x="0" y="3031236"/>
                    </a:lnTo>
                    <a:lnTo>
                      <a:pt x="0" y="3041777"/>
                    </a:lnTo>
                    <a:lnTo>
                      <a:pt x="4317" y="3045968"/>
                    </a:lnTo>
                    <a:lnTo>
                      <a:pt x="14731" y="3045968"/>
                    </a:lnTo>
                    <a:lnTo>
                      <a:pt x="19050" y="3041777"/>
                    </a:lnTo>
                    <a:lnTo>
                      <a:pt x="19050" y="3031236"/>
                    </a:lnTo>
                    <a:lnTo>
                      <a:pt x="14731" y="3026918"/>
                    </a:lnTo>
                    <a:close/>
                  </a:path>
                  <a:path w="6140450" h="4159885">
                    <a:moveTo>
                      <a:pt x="14731" y="2988818"/>
                    </a:moveTo>
                    <a:lnTo>
                      <a:pt x="4317" y="2988818"/>
                    </a:lnTo>
                    <a:lnTo>
                      <a:pt x="0" y="2993009"/>
                    </a:lnTo>
                    <a:lnTo>
                      <a:pt x="0" y="3003550"/>
                    </a:lnTo>
                    <a:lnTo>
                      <a:pt x="4317" y="3007868"/>
                    </a:lnTo>
                    <a:lnTo>
                      <a:pt x="14731" y="3007868"/>
                    </a:lnTo>
                    <a:lnTo>
                      <a:pt x="19050" y="3003550"/>
                    </a:lnTo>
                    <a:lnTo>
                      <a:pt x="19050" y="2993009"/>
                    </a:lnTo>
                    <a:lnTo>
                      <a:pt x="14731" y="2988818"/>
                    </a:lnTo>
                    <a:close/>
                  </a:path>
                  <a:path w="6140450" h="4159885">
                    <a:moveTo>
                      <a:pt x="14731" y="2950718"/>
                    </a:moveTo>
                    <a:lnTo>
                      <a:pt x="4317" y="2950718"/>
                    </a:lnTo>
                    <a:lnTo>
                      <a:pt x="0" y="2954909"/>
                    </a:lnTo>
                    <a:lnTo>
                      <a:pt x="0" y="2965450"/>
                    </a:lnTo>
                    <a:lnTo>
                      <a:pt x="4317" y="2969768"/>
                    </a:lnTo>
                    <a:lnTo>
                      <a:pt x="14731" y="2969768"/>
                    </a:lnTo>
                    <a:lnTo>
                      <a:pt x="19050" y="2965450"/>
                    </a:lnTo>
                    <a:lnTo>
                      <a:pt x="19050" y="2954909"/>
                    </a:lnTo>
                    <a:lnTo>
                      <a:pt x="14731" y="2950718"/>
                    </a:lnTo>
                    <a:close/>
                  </a:path>
                  <a:path w="6140450" h="4159885">
                    <a:moveTo>
                      <a:pt x="14731" y="2912618"/>
                    </a:moveTo>
                    <a:lnTo>
                      <a:pt x="4317" y="2912618"/>
                    </a:lnTo>
                    <a:lnTo>
                      <a:pt x="0" y="2916809"/>
                    </a:lnTo>
                    <a:lnTo>
                      <a:pt x="0" y="2927350"/>
                    </a:lnTo>
                    <a:lnTo>
                      <a:pt x="4317" y="2931668"/>
                    </a:lnTo>
                    <a:lnTo>
                      <a:pt x="14731" y="2931668"/>
                    </a:lnTo>
                    <a:lnTo>
                      <a:pt x="19050" y="2927350"/>
                    </a:lnTo>
                    <a:lnTo>
                      <a:pt x="19050" y="2916809"/>
                    </a:lnTo>
                    <a:lnTo>
                      <a:pt x="14731" y="2912618"/>
                    </a:lnTo>
                    <a:close/>
                  </a:path>
                  <a:path w="6140450" h="4159885">
                    <a:moveTo>
                      <a:pt x="14731" y="2874391"/>
                    </a:moveTo>
                    <a:lnTo>
                      <a:pt x="4317" y="2874391"/>
                    </a:lnTo>
                    <a:lnTo>
                      <a:pt x="0" y="2878709"/>
                    </a:lnTo>
                    <a:lnTo>
                      <a:pt x="0" y="2889250"/>
                    </a:lnTo>
                    <a:lnTo>
                      <a:pt x="4317" y="2893568"/>
                    </a:lnTo>
                    <a:lnTo>
                      <a:pt x="14731" y="2893568"/>
                    </a:lnTo>
                    <a:lnTo>
                      <a:pt x="19050" y="2889250"/>
                    </a:lnTo>
                    <a:lnTo>
                      <a:pt x="19050" y="2884043"/>
                    </a:lnTo>
                    <a:lnTo>
                      <a:pt x="6350" y="2884043"/>
                    </a:lnTo>
                    <a:lnTo>
                      <a:pt x="6350" y="2883916"/>
                    </a:lnTo>
                    <a:lnTo>
                      <a:pt x="19050" y="2883916"/>
                    </a:lnTo>
                    <a:lnTo>
                      <a:pt x="19050" y="2878709"/>
                    </a:lnTo>
                    <a:lnTo>
                      <a:pt x="14731" y="2874391"/>
                    </a:lnTo>
                    <a:close/>
                  </a:path>
                  <a:path w="6140450" h="4159885">
                    <a:moveTo>
                      <a:pt x="19050" y="2883916"/>
                    </a:moveTo>
                    <a:lnTo>
                      <a:pt x="12700" y="2883916"/>
                    </a:lnTo>
                    <a:lnTo>
                      <a:pt x="12700" y="2884043"/>
                    </a:lnTo>
                    <a:lnTo>
                      <a:pt x="19050" y="2884043"/>
                    </a:lnTo>
                    <a:lnTo>
                      <a:pt x="19050" y="2883916"/>
                    </a:lnTo>
                    <a:close/>
                  </a:path>
                  <a:path w="6140450" h="4159885">
                    <a:moveTo>
                      <a:pt x="14731" y="2836291"/>
                    </a:moveTo>
                    <a:lnTo>
                      <a:pt x="4317" y="2836291"/>
                    </a:lnTo>
                    <a:lnTo>
                      <a:pt x="0" y="2840609"/>
                    </a:lnTo>
                    <a:lnTo>
                      <a:pt x="0" y="2851150"/>
                    </a:lnTo>
                    <a:lnTo>
                      <a:pt x="4317" y="2855341"/>
                    </a:lnTo>
                    <a:lnTo>
                      <a:pt x="14731" y="2855341"/>
                    </a:lnTo>
                    <a:lnTo>
                      <a:pt x="19050" y="2851150"/>
                    </a:lnTo>
                    <a:lnTo>
                      <a:pt x="19050" y="2840609"/>
                    </a:lnTo>
                    <a:lnTo>
                      <a:pt x="14731" y="2836291"/>
                    </a:lnTo>
                    <a:close/>
                  </a:path>
                  <a:path w="6140450" h="4159885">
                    <a:moveTo>
                      <a:pt x="14731" y="2798191"/>
                    </a:moveTo>
                    <a:lnTo>
                      <a:pt x="4317" y="2798191"/>
                    </a:lnTo>
                    <a:lnTo>
                      <a:pt x="0" y="2802509"/>
                    </a:lnTo>
                    <a:lnTo>
                      <a:pt x="0" y="2813050"/>
                    </a:lnTo>
                    <a:lnTo>
                      <a:pt x="4317" y="2817241"/>
                    </a:lnTo>
                    <a:lnTo>
                      <a:pt x="14731" y="2817241"/>
                    </a:lnTo>
                    <a:lnTo>
                      <a:pt x="19050" y="2813050"/>
                    </a:lnTo>
                    <a:lnTo>
                      <a:pt x="19050" y="2802509"/>
                    </a:lnTo>
                    <a:lnTo>
                      <a:pt x="14731" y="2798191"/>
                    </a:lnTo>
                    <a:close/>
                  </a:path>
                  <a:path w="6140450" h="4159885">
                    <a:moveTo>
                      <a:pt x="14731" y="2760091"/>
                    </a:moveTo>
                    <a:lnTo>
                      <a:pt x="4317" y="2760091"/>
                    </a:lnTo>
                    <a:lnTo>
                      <a:pt x="0" y="2764409"/>
                    </a:lnTo>
                    <a:lnTo>
                      <a:pt x="0" y="2774950"/>
                    </a:lnTo>
                    <a:lnTo>
                      <a:pt x="4317" y="2779141"/>
                    </a:lnTo>
                    <a:lnTo>
                      <a:pt x="14731" y="2779141"/>
                    </a:lnTo>
                    <a:lnTo>
                      <a:pt x="19050" y="2774950"/>
                    </a:lnTo>
                    <a:lnTo>
                      <a:pt x="19050" y="2764409"/>
                    </a:lnTo>
                    <a:lnTo>
                      <a:pt x="14731" y="2760091"/>
                    </a:lnTo>
                    <a:close/>
                  </a:path>
                  <a:path w="6140450" h="4159885">
                    <a:moveTo>
                      <a:pt x="14731" y="2721991"/>
                    </a:moveTo>
                    <a:lnTo>
                      <a:pt x="4317" y="2721991"/>
                    </a:lnTo>
                    <a:lnTo>
                      <a:pt x="0" y="2726182"/>
                    </a:lnTo>
                    <a:lnTo>
                      <a:pt x="0" y="2736723"/>
                    </a:lnTo>
                    <a:lnTo>
                      <a:pt x="4317" y="2741041"/>
                    </a:lnTo>
                    <a:lnTo>
                      <a:pt x="14731" y="2741041"/>
                    </a:lnTo>
                    <a:lnTo>
                      <a:pt x="19050" y="2736723"/>
                    </a:lnTo>
                    <a:lnTo>
                      <a:pt x="19050" y="2726182"/>
                    </a:lnTo>
                    <a:lnTo>
                      <a:pt x="14731" y="2721991"/>
                    </a:lnTo>
                    <a:close/>
                  </a:path>
                  <a:path w="6140450" h="4159885">
                    <a:moveTo>
                      <a:pt x="14731" y="2683891"/>
                    </a:moveTo>
                    <a:lnTo>
                      <a:pt x="4317" y="2683891"/>
                    </a:lnTo>
                    <a:lnTo>
                      <a:pt x="0" y="2688082"/>
                    </a:lnTo>
                    <a:lnTo>
                      <a:pt x="0" y="2698623"/>
                    </a:lnTo>
                    <a:lnTo>
                      <a:pt x="4317" y="2702941"/>
                    </a:lnTo>
                    <a:lnTo>
                      <a:pt x="14731" y="2702941"/>
                    </a:lnTo>
                    <a:lnTo>
                      <a:pt x="19050" y="2698623"/>
                    </a:lnTo>
                    <a:lnTo>
                      <a:pt x="19050" y="2688082"/>
                    </a:lnTo>
                    <a:lnTo>
                      <a:pt x="14731" y="2683891"/>
                    </a:lnTo>
                    <a:close/>
                  </a:path>
                  <a:path w="6140450" h="4159885">
                    <a:moveTo>
                      <a:pt x="14731" y="2645791"/>
                    </a:moveTo>
                    <a:lnTo>
                      <a:pt x="4317" y="2645791"/>
                    </a:lnTo>
                    <a:lnTo>
                      <a:pt x="0" y="2649982"/>
                    </a:lnTo>
                    <a:lnTo>
                      <a:pt x="0" y="2660523"/>
                    </a:lnTo>
                    <a:lnTo>
                      <a:pt x="4317" y="2664841"/>
                    </a:lnTo>
                    <a:lnTo>
                      <a:pt x="14731" y="2664841"/>
                    </a:lnTo>
                    <a:lnTo>
                      <a:pt x="19050" y="2660523"/>
                    </a:lnTo>
                    <a:lnTo>
                      <a:pt x="19050" y="2649982"/>
                    </a:lnTo>
                    <a:lnTo>
                      <a:pt x="14731" y="2645791"/>
                    </a:lnTo>
                    <a:close/>
                  </a:path>
                  <a:path w="6140450" h="4159885">
                    <a:moveTo>
                      <a:pt x="14731" y="2607564"/>
                    </a:moveTo>
                    <a:lnTo>
                      <a:pt x="4317" y="2607564"/>
                    </a:lnTo>
                    <a:lnTo>
                      <a:pt x="0" y="2611882"/>
                    </a:lnTo>
                    <a:lnTo>
                      <a:pt x="0" y="2622423"/>
                    </a:lnTo>
                    <a:lnTo>
                      <a:pt x="4317" y="2626741"/>
                    </a:lnTo>
                    <a:lnTo>
                      <a:pt x="14731" y="2626741"/>
                    </a:lnTo>
                    <a:lnTo>
                      <a:pt x="19050" y="2622423"/>
                    </a:lnTo>
                    <a:lnTo>
                      <a:pt x="19050" y="2611882"/>
                    </a:lnTo>
                    <a:lnTo>
                      <a:pt x="14731" y="2607564"/>
                    </a:lnTo>
                    <a:close/>
                  </a:path>
                  <a:path w="6140450" h="4159885">
                    <a:moveTo>
                      <a:pt x="14731" y="2569464"/>
                    </a:moveTo>
                    <a:lnTo>
                      <a:pt x="4317" y="2569464"/>
                    </a:lnTo>
                    <a:lnTo>
                      <a:pt x="0" y="2573782"/>
                    </a:lnTo>
                    <a:lnTo>
                      <a:pt x="0" y="2584323"/>
                    </a:lnTo>
                    <a:lnTo>
                      <a:pt x="4317" y="2588514"/>
                    </a:lnTo>
                    <a:lnTo>
                      <a:pt x="14731" y="2588514"/>
                    </a:lnTo>
                    <a:lnTo>
                      <a:pt x="19050" y="2584323"/>
                    </a:lnTo>
                    <a:lnTo>
                      <a:pt x="19050" y="2573782"/>
                    </a:lnTo>
                    <a:lnTo>
                      <a:pt x="14731" y="2569464"/>
                    </a:lnTo>
                    <a:close/>
                  </a:path>
                  <a:path w="6140450" h="4159885">
                    <a:moveTo>
                      <a:pt x="14731" y="2531364"/>
                    </a:moveTo>
                    <a:lnTo>
                      <a:pt x="4317" y="2531364"/>
                    </a:lnTo>
                    <a:lnTo>
                      <a:pt x="0" y="2535682"/>
                    </a:lnTo>
                    <a:lnTo>
                      <a:pt x="0" y="2546223"/>
                    </a:lnTo>
                    <a:lnTo>
                      <a:pt x="4317" y="2550414"/>
                    </a:lnTo>
                    <a:lnTo>
                      <a:pt x="14731" y="2550414"/>
                    </a:lnTo>
                    <a:lnTo>
                      <a:pt x="19050" y="2546223"/>
                    </a:lnTo>
                    <a:lnTo>
                      <a:pt x="19050" y="2535682"/>
                    </a:lnTo>
                    <a:lnTo>
                      <a:pt x="14731" y="2531364"/>
                    </a:lnTo>
                    <a:close/>
                  </a:path>
                  <a:path w="6140450" h="4159885">
                    <a:moveTo>
                      <a:pt x="14731" y="2493264"/>
                    </a:moveTo>
                    <a:lnTo>
                      <a:pt x="4317" y="2493264"/>
                    </a:lnTo>
                    <a:lnTo>
                      <a:pt x="0" y="2497455"/>
                    </a:lnTo>
                    <a:lnTo>
                      <a:pt x="0" y="2507996"/>
                    </a:lnTo>
                    <a:lnTo>
                      <a:pt x="4317" y="2512314"/>
                    </a:lnTo>
                    <a:lnTo>
                      <a:pt x="14731" y="2512314"/>
                    </a:lnTo>
                    <a:lnTo>
                      <a:pt x="19050" y="2507996"/>
                    </a:lnTo>
                    <a:lnTo>
                      <a:pt x="19050" y="2497455"/>
                    </a:lnTo>
                    <a:lnTo>
                      <a:pt x="14731" y="2493264"/>
                    </a:lnTo>
                    <a:close/>
                  </a:path>
                  <a:path w="6140450" h="4159885">
                    <a:moveTo>
                      <a:pt x="14731" y="2455164"/>
                    </a:moveTo>
                    <a:lnTo>
                      <a:pt x="4317" y="2455164"/>
                    </a:lnTo>
                    <a:lnTo>
                      <a:pt x="0" y="2459355"/>
                    </a:lnTo>
                    <a:lnTo>
                      <a:pt x="0" y="2469896"/>
                    </a:lnTo>
                    <a:lnTo>
                      <a:pt x="4317" y="2474214"/>
                    </a:lnTo>
                    <a:lnTo>
                      <a:pt x="14731" y="2474214"/>
                    </a:lnTo>
                    <a:lnTo>
                      <a:pt x="19050" y="2469896"/>
                    </a:lnTo>
                    <a:lnTo>
                      <a:pt x="19050" y="2459355"/>
                    </a:lnTo>
                    <a:lnTo>
                      <a:pt x="14731" y="2455164"/>
                    </a:lnTo>
                    <a:close/>
                  </a:path>
                  <a:path w="6140450" h="4159885">
                    <a:moveTo>
                      <a:pt x="14731" y="2417064"/>
                    </a:moveTo>
                    <a:lnTo>
                      <a:pt x="4317" y="2417064"/>
                    </a:lnTo>
                    <a:lnTo>
                      <a:pt x="0" y="2421255"/>
                    </a:lnTo>
                    <a:lnTo>
                      <a:pt x="0" y="2431796"/>
                    </a:lnTo>
                    <a:lnTo>
                      <a:pt x="4317" y="2436114"/>
                    </a:lnTo>
                    <a:lnTo>
                      <a:pt x="14731" y="2436114"/>
                    </a:lnTo>
                    <a:lnTo>
                      <a:pt x="19050" y="2431796"/>
                    </a:lnTo>
                    <a:lnTo>
                      <a:pt x="19050" y="2421255"/>
                    </a:lnTo>
                    <a:lnTo>
                      <a:pt x="14731" y="2417064"/>
                    </a:lnTo>
                    <a:close/>
                  </a:path>
                  <a:path w="6140450" h="4159885">
                    <a:moveTo>
                      <a:pt x="14731" y="2378837"/>
                    </a:moveTo>
                    <a:lnTo>
                      <a:pt x="4317" y="2378837"/>
                    </a:lnTo>
                    <a:lnTo>
                      <a:pt x="0" y="2383155"/>
                    </a:lnTo>
                    <a:lnTo>
                      <a:pt x="0" y="2393696"/>
                    </a:lnTo>
                    <a:lnTo>
                      <a:pt x="4317" y="2398014"/>
                    </a:lnTo>
                    <a:lnTo>
                      <a:pt x="14731" y="2398014"/>
                    </a:lnTo>
                    <a:lnTo>
                      <a:pt x="19050" y="2393696"/>
                    </a:lnTo>
                    <a:lnTo>
                      <a:pt x="19050" y="2383155"/>
                    </a:lnTo>
                    <a:lnTo>
                      <a:pt x="14731" y="2378837"/>
                    </a:lnTo>
                    <a:close/>
                  </a:path>
                  <a:path w="6140450" h="4159885">
                    <a:moveTo>
                      <a:pt x="14731" y="2340737"/>
                    </a:moveTo>
                    <a:lnTo>
                      <a:pt x="4317" y="2340737"/>
                    </a:lnTo>
                    <a:lnTo>
                      <a:pt x="0" y="2345055"/>
                    </a:lnTo>
                    <a:lnTo>
                      <a:pt x="0" y="2355596"/>
                    </a:lnTo>
                    <a:lnTo>
                      <a:pt x="4317" y="2359787"/>
                    </a:lnTo>
                    <a:lnTo>
                      <a:pt x="14731" y="2359787"/>
                    </a:lnTo>
                    <a:lnTo>
                      <a:pt x="19050" y="2355596"/>
                    </a:lnTo>
                    <a:lnTo>
                      <a:pt x="19050" y="2345055"/>
                    </a:lnTo>
                    <a:lnTo>
                      <a:pt x="14731" y="2340737"/>
                    </a:lnTo>
                    <a:close/>
                  </a:path>
                  <a:path w="6140450" h="4159885">
                    <a:moveTo>
                      <a:pt x="14731" y="2302637"/>
                    </a:moveTo>
                    <a:lnTo>
                      <a:pt x="4317" y="2302637"/>
                    </a:lnTo>
                    <a:lnTo>
                      <a:pt x="0" y="2306955"/>
                    </a:lnTo>
                    <a:lnTo>
                      <a:pt x="0" y="2317496"/>
                    </a:lnTo>
                    <a:lnTo>
                      <a:pt x="4317" y="2321687"/>
                    </a:lnTo>
                    <a:lnTo>
                      <a:pt x="14731" y="2321687"/>
                    </a:lnTo>
                    <a:lnTo>
                      <a:pt x="19050" y="2317496"/>
                    </a:lnTo>
                    <a:lnTo>
                      <a:pt x="19050" y="2306955"/>
                    </a:lnTo>
                    <a:lnTo>
                      <a:pt x="14731" y="2302637"/>
                    </a:lnTo>
                    <a:close/>
                  </a:path>
                  <a:path w="6140450" h="4159885">
                    <a:moveTo>
                      <a:pt x="14731" y="2264537"/>
                    </a:moveTo>
                    <a:lnTo>
                      <a:pt x="4317" y="2264537"/>
                    </a:lnTo>
                    <a:lnTo>
                      <a:pt x="0" y="2268855"/>
                    </a:lnTo>
                    <a:lnTo>
                      <a:pt x="0" y="2279396"/>
                    </a:lnTo>
                    <a:lnTo>
                      <a:pt x="4317" y="2283587"/>
                    </a:lnTo>
                    <a:lnTo>
                      <a:pt x="14731" y="2283587"/>
                    </a:lnTo>
                    <a:lnTo>
                      <a:pt x="19050" y="2279396"/>
                    </a:lnTo>
                    <a:lnTo>
                      <a:pt x="19050" y="2268855"/>
                    </a:lnTo>
                    <a:lnTo>
                      <a:pt x="14731" y="2264537"/>
                    </a:lnTo>
                    <a:close/>
                  </a:path>
                  <a:path w="6140450" h="4159885">
                    <a:moveTo>
                      <a:pt x="14731" y="2226437"/>
                    </a:moveTo>
                    <a:lnTo>
                      <a:pt x="4317" y="2226437"/>
                    </a:lnTo>
                    <a:lnTo>
                      <a:pt x="0" y="2230628"/>
                    </a:lnTo>
                    <a:lnTo>
                      <a:pt x="0" y="2241169"/>
                    </a:lnTo>
                    <a:lnTo>
                      <a:pt x="4317" y="2245487"/>
                    </a:lnTo>
                    <a:lnTo>
                      <a:pt x="14731" y="2245487"/>
                    </a:lnTo>
                    <a:lnTo>
                      <a:pt x="19050" y="2241169"/>
                    </a:lnTo>
                    <a:lnTo>
                      <a:pt x="19050" y="2230628"/>
                    </a:lnTo>
                    <a:lnTo>
                      <a:pt x="14731" y="2226437"/>
                    </a:lnTo>
                    <a:close/>
                  </a:path>
                  <a:path w="6140450" h="4159885">
                    <a:moveTo>
                      <a:pt x="14731" y="2188337"/>
                    </a:moveTo>
                    <a:lnTo>
                      <a:pt x="4317" y="2188337"/>
                    </a:lnTo>
                    <a:lnTo>
                      <a:pt x="0" y="2192528"/>
                    </a:lnTo>
                    <a:lnTo>
                      <a:pt x="0" y="2203069"/>
                    </a:lnTo>
                    <a:lnTo>
                      <a:pt x="4317" y="2207387"/>
                    </a:lnTo>
                    <a:lnTo>
                      <a:pt x="14731" y="2207387"/>
                    </a:lnTo>
                    <a:lnTo>
                      <a:pt x="19050" y="2203069"/>
                    </a:lnTo>
                    <a:lnTo>
                      <a:pt x="19050" y="2192528"/>
                    </a:lnTo>
                    <a:lnTo>
                      <a:pt x="14731" y="2188337"/>
                    </a:lnTo>
                    <a:close/>
                  </a:path>
                  <a:path w="6140450" h="4159885">
                    <a:moveTo>
                      <a:pt x="14731" y="2150237"/>
                    </a:moveTo>
                    <a:lnTo>
                      <a:pt x="4317" y="2150237"/>
                    </a:lnTo>
                    <a:lnTo>
                      <a:pt x="0" y="2154428"/>
                    </a:lnTo>
                    <a:lnTo>
                      <a:pt x="0" y="2164969"/>
                    </a:lnTo>
                    <a:lnTo>
                      <a:pt x="4317" y="2169287"/>
                    </a:lnTo>
                    <a:lnTo>
                      <a:pt x="14731" y="2169287"/>
                    </a:lnTo>
                    <a:lnTo>
                      <a:pt x="19050" y="2164969"/>
                    </a:lnTo>
                    <a:lnTo>
                      <a:pt x="19050" y="2154428"/>
                    </a:lnTo>
                    <a:lnTo>
                      <a:pt x="14731" y="2150237"/>
                    </a:lnTo>
                    <a:close/>
                  </a:path>
                  <a:path w="6140450" h="4159885">
                    <a:moveTo>
                      <a:pt x="14731" y="2112010"/>
                    </a:moveTo>
                    <a:lnTo>
                      <a:pt x="4317" y="2112010"/>
                    </a:lnTo>
                    <a:lnTo>
                      <a:pt x="0" y="2116328"/>
                    </a:lnTo>
                    <a:lnTo>
                      <a:pt x="0" y="2126869"/>
                    </a:lnTo>
                    <a:lnTo>
                      <a:pt x="4317" y="2131187"/>
                    </a:lnTo>
                    <a:lnTo>
                      <a:pt x="14731" y="2131187"/>
                    </a:lnTo>
                    <a:lnTo>
                      <a:pt x="19050" y="2126869"/>
                    </a:lnTo>
                    <a:lnTo>
                      <a:pt x="19050" y="2116328"/>
                    </a:lnTo>
                    <a:lnTo>
                      <a:pt x="14731" y="2112010"/>
                    </a:lnTo>
                    <a:close/>
                  </a:path>
                  <a:path w="6140450" h="4159885">
                    <a:moveTo>
                      <a:pt x="14731" y="2073910"/>
                    </a:moveTo>
                    <a:lnTo>
                      <a:pt x="4317" y="2073910"/>
                    </a:lnTo>
                    <a:lnTo>
                      <a:pt x="0" y="2078227"/>
                    </a:lnTo>
                    <a:lnTo>
                      <a:pt x="0" y="2088769"/>
                    </a:lnTo>
                    <a:lnTo>
                      <a:pt x="4317" y="2092960"/>
                    </a:lnTo>
                    <a:lnTo>
                      <a:pt x="14731" y="2092960"/>
                    </a:lnTo>
                    <a:lnTo>
                      <a:pt x="19050" y="2088769"/>
                    </a:lnTo>
                    <a:lnTo>
                      <a:pt x="19050" y="2078227"/>
                    </a:lnTo>
                    <a:lnTo>
                      <a:pt x="14731" y="2073910"/>
                    </a:lnTo>
                    <a:close/>
                  </a:path>
                  <a:path w="6140450" h="4159885">
                    <a:moveTo>
                      <a:pt x="14731" y="2035810"/>
                    </a:moveTo>
                    <a:lnTo>
                      <a:pt x="4317" y="2035810"/>
                    </a:lnTo>
                    <a:lnTo>
                      <a:pt x="0" y="2040127"/>
                    </a:lnTo>
                    <a:lnTo>
                      <a:pt x="0" y="2050669"/>
                    </a:lnTo>
                    <a:lnTo>
                      <a:pt x="4317" y="2054860"/>
                    </a:lnTo>
                    <a:lnTo>
                      <a:pt x="14731" y="2054860"/>
                    </a:lnTo>
                    <a:lnTo>
                      <a:pt x="19050" y="2050669"/>
                    </a:lnTo>
                    <a:lnTo>
                      <a:pt x="19050" y="2040127"/>
                    </a:lnTo>
                    <a:lnTo>
                      <a:pt x="14731" y="2035810"/>
                    </a:lnTo>
                    <a:close/>
                  </a:path>
                  <a:path w="6140450" h="4159885">
                    <a:moveTo>
                      <a:pt x="14731" y="1997710"/>
                    </a:moveTo>
                    <a:lnTo>
                      <a:pt x="4317" y="1997710"/>
                    </a:lnTo>
                    <a:lnTo>
                      <a:pt x="0" y="2002027"/>
                    </a:lnTo>
                    <a:lnTo>
                      <a:pt x="0" y="2012569"/>
                    </a:lnTo>
                    <a:lnTo>
                      <a:pt x="4317" y="2016760"/>
                    </a:lnTo>
                    <a:lnTo>
                      <a:pt x="14731" y="2016760"/>
                    </a:lnTo>
                    <a:lnTo>
                      <a:pt x="19050" y="2012569"/>
                    </a:lnTo>
                    <a:lnTo>
                      <a:pt x="19050" y="2002027"/>
                    </a:lnTo>
                    <a:lnTo>
                      <a:pt x="14731" y="1997710"/>
                    </a:lnTo>
                    <a:close/>
                  </a:path>
                  <a:path w="6140450" h="4159885">
                    <a:moveTo>
                      <a:pt x="14731" y="1959610"/>
                    </a:moveTo>
                    <a:lnTo>
                      <a:pt x="4317" y="1959610"/>
                    </a:lnTo>
                    <a:lnTo>
                      <a:pt x="0" y="1963801"/>
                    </a:lnTo>
                    <a:lnTo>
                      <a:pt x="0" y="1974342"/>
                    </a:lnTo>
                    <a:lnTo>
                      <a:pt x="4317" y="1978660"/>
                    </a:lnTo>
                    <a:lnTo>
                      <a:pt x="14731" y="1978660"/>
                    </a:lnTo>
                    <a:lnTo>
                      <a:pt x="19050" y="1974342"/>
                    </a:lnTo>
                    <a:lnTo>
                      <a:pt x="19050" y="1963801"/>
                    </a:lnTo>
                    <a:lnTo>
                      <a:pt x="14731" y="1959610"/>
                    </a:lnTo>
                    <a:close/>
                  </a:path>
                  <a:path w="6140450" h="4159885">
                    <a:moveTo>
                      <a:pt x="14731" y="1921510"/>
                    </a:moveTo>
                    <a:lnTo>
                      <a:pt x="4317" y="1921510"/>
                    </a:lnTo>
                    <a:lnTo>
                      <a:pt x="0" y="1925701"/>
                    </a:lnTo>
                    <a:lnTo>
                      <a:pt x="0" y="1936242"/>
                    </a:lnTo>
                    <a:lnTo>
                      <a:pt x="4317" y="1940560"/>
                    </a:lnTo>
                    <a:lnTo>
                      <a:pt x="14731" y="1940560"/>
                    </a:lnTo>
                    <a:lnTo>
                      <a:pt x="19050" y="1936242"/>
                    </a:lnTo>
                    <a:lnTo>
                      <a:pt x="19050" y="1925701"/>
                    </a:lnTo>
                    <a:lnTo>
                      <a:pt x="14731" y="1921510"/>
                    </a:lnTo>
                    <a:close/>
                  </a:path>
                  <a:path w="6140450" h="4159885">
                    <a:moveTo>
                      <a:pt x="14731" y="1883410"/>
                    </a:moveTo>
                    <a:lnTo>
                      <a:pt x="4317" y="1883410"/>
                    </a:lnTo>
                    <a:lnTo>
                      <a:pt x="0" y="1887601"/>
                    </a:lnTo>
                    <a:lnTo>
                      <a:pt x="0" y="1898142"/>
                    </a:lnTo>
                    <a:lnTo>
                      <a:pt x="4317" y="1902460"/>
                    </a:lnTo>
                    <a:lnTo>
                      <a:pt x="14731" y="1902460"/>
                    </a:lnTo>
                    <a:lnTo>
                      <a:pt x="19050" y="1898142"/>
                    </a:lnTo>
                    <a:lnTo>
                      <a:pt x="19050" y="1887601"/>
                    </a:lnTo>
                    <a:lnTo>
                      <a:pt x="14731" y="1883410"/>
                    </a:lnTo>
                    <a:close/>
                  </a:path>
                  <a:path w="6140450" h="4159885">
                    <a:moveTo>
                      <a:pt x="14731" y="1845183"/>
                    </a:moveTo>
                    <a:lnTo>
                      <a:pt x="4317" y="1845183"/>
                    </a:lnTo>
                    <a:lnTo>
                      <a:pt x="0" y="1849501"/>
                    </a:lnTo>
                    <a:lnTo>
                      <a:pt x="0" y="1860042"/>
                    </a:lnTo>
                    <a:lnTo>
                      <a:pt x="4317" y="1864360"/>
                    </a:lnTo>
                    <a:lnTo>
                      <a:pt x="14731" y="1864360"/>
                    </a:lnTo>
                    <a:lnTo>
                      <a:pt x="19050" y="1860042"/>
                    </a:lnTo>
                    <a:lnTo>
                      <a:pt x="19050" y="1854835"/>
                    </a:lnTo>
                    <a:lnTo>
                      <a:pt x="6350" y="1854835"/>
                    </a:lnTo>
                    <a:lnTo>
                      <a:pt x="6350" y="1854708"/>
                    </a:lnTo>
                    <a:lnTo>
                      <a:pt x="19050" y="1854708"/>
                    </a:lnTo>
                    <a:lnTo>
                      <a:pt x="19050" y="1849501"/>
                    </a:lnTo>
                    <a:lnTo>
                      <a:pt x="14731" y="1845183"/>
                    </a:lnTo>
                    <a:close/>
                  </a:path>
                  <a:path w="6140450" h="4159885">
                    <a:moveTo>
                      <a:pt x="19050" y="1854708"/>
                    </a:moveTo>
                    <a:lnTo>
                      <a:pt x="12700" y="1854708"/>
                    </a:lnTo>
                    <a:lnTo>
                      <a:pt x="12700" y="1854835"/>
                    </a:lnTo>
                    <a:lnTo>
                      <a:pt x="19050" y="1854835"/>
                    </a:lnTo>
                    <a:lnTo>
                      <a:pt x="19050" y="1854708"/>
                    </a:lnTo>
                    <a:close/>
                  </a:path>
                  <a:path w="6140450" h="4159885">
                    <a:moveTo>
                      <a:pt x="14731" y="1807083"/>
                    </a:moveTo>
                    <a:lnTo>
                      <a:pt x="4317" y="1807083"/>
                    </a:lnTo>
                    <a:lnTo>
                      <a:pt x="0" y="1811401"/>
                    </a:lnTo>
                    <a:lnTo>
                      <a:pt x="0" y="1821942"/>
                    </a:lnTo>
                    <a:lnTo>
                      <a:pt x="4317" y="1826133"/>
                    </a:lnTo>
                    <a:lnTo>
                      <a:pt x="14731" y="1826133"/>
                    </a:lnTo>
                    <a:lnTo>
                      <a:pt x="19050" y="1821942"/>
                    </a:lnTo>
                    <a:lnTo>
                      <a:pt x="19050" y="1811401"/>
                    </a:lnTo>
                    <a:lnTo>
                      <a:pt x="14731" y="1807083"/>
                    </a:lnTo>
                    <a:close/>
                  </a:path>
                  <a:path w="6140450" h="4159885">
                    <a:moveTo>
                      <a:pt x="14731" y="1768983"/>
                    </a:moveTo>
                    <a:lnTo>
                      <a:pt x="4317" y="1768983"/>
                    </a:lnTo>
                    <a:lnTo>
                      <a:pt x="0" y="1773301"/>
                    </a:lnTo>
                    <a:lnTo>
                      <a:pt x="0" y="1783842"/>
                    </a:lnTo>
                    <a:lnTo>
                      <a:pt x="4317" y="1788033"/>
                    </a:lnTo>
                    <a:lnTo>
                      <a:pt x="14731" y="1788033"/>
                    </a:lnTo>
                    <a:lnTo>
                      <a:pt x="19050" y="1783842"/>
                    </a:lnTo>
                    <a:lnTo>
                      <a:pt x="19050" y="1773301"/>
                    </a:lnTo>
                    <a:lnTo>
                      <a:pt x="14731" y="1768983"/>
                    </a:lnTo>
                    <a:close/>
                  </a:path>
                  <a:path w="6140450" h="4159885">
                    <a:moveTo>
                      <a:pt x="14731" y="1730883"/>
                    </a:moveTo>
                    <a:lnTo>
                      <a:pt x="4317" y="1730883"/>
                    </a:lnTo>
                    <a:lnTo>
                      <a:pt x="0" y="1735074"/>
                    </a:lnTo>
                    <a:lnTo>
                      <a:pt x="0" y="1745614"/>
                    </a:lnTo>
                    <a:lnTo>
                      <a:pt x="4317" y="1749933"/>
                    </a:lnTo>
                    <a:lnTo>
                      <a:pt x="14731" y="1749933"/>
                    </a:lnTo>
                    <a:lnTo>
                      <a:pt x="19050" y="1745614"/>
                    </a:lnTo>
                    <a:lnTo>
                      <a:pt x="19050" y="1735074"/>
                    </a:lnTo>
                    <a:lnTo>
                      <a:pt x="14731" y="1730883"/>
                    </a:lnTo>
                    <a:close/>
                  </a:path>
                  <a:path w="6140450" h="4159885">
                    <a:moveTo>
                      <a:pt x="14731" y="1692783"/>
                    </a:moveTo>
                    <a:lnTo>
                      <a:pt x="4317" y="1692783"/>
                    </a:lnTo>
                    <a:lnTo>
                      <a:pt x="0" y="1696974"/>
                    </a:lnTo>
                    <a:lnTo>
                      <a:pt x="0" y="1707514"/>
                    </a:lnTo>
                    <a:lnTo>
                      <a:pt x="4317" y="1711833"/>
                    </a:lnTo>
                    <a:lnTo>
                      <a:pt x="14731" y="1711833"/>
                    </a:lnTo>
                    <a:lnTo>
                      <a:pt x="19050" y="1707514"/>
                    </a:lnTo>
                    <a:lnTo>
                      <a:pt x="19050" y="1696974"/>
                    </a:lnTo>
                    <a:lnTo>
                      <a:pt x="14731" y="1692783"/>
                    </a:lnTo>
                    <a:close/>
                  </a:path>
                  <a:path w="6140450" h="4159885">
                    <a:moveTo>
                      <a:pt x="14731" y="1654683"/>
                    </a:moveTo>
                    <a:lnTo>
                      <a:pt x="4317" y="1654683"/>
                    </a:lnTo>
                    <a:lnTo>
                      <a:pt x="0" y="1658874"/>
                    </a:lnTo>
                    <a:lnTo>
                      <a:pt x="0" y="1669414"/>
                    </a:lnTo>
                    <a:lnTo>
                      <a:pt x="4317" y="1673733"/>
                    </a:lnTo>
                    <a:lnTo>
                      <a:pt x="14731" y="1673733"/>
                    </a:lnTo>
                    <a:lnTo>
                      <a:pt x="19050" y="1669414"/>
                    </a:lnTo>
                    <a:lnTo>
                      <a:pt x="19050" y="1658874"/>
                    </a:lnTo>
                    <a:lnTo>
                      <a:pt x="14731" y="1654683"/>
                    </a:lnTo>
                    <a:close/>
                  </a:path>
                  <a:path w="6140450" h="4159885">
                    <a:moveTo>
                      <a:pt x="14731" y="1616456"/>
                    </a:moveTo>
                    <a:lnTo>
                      <a:pt x="4317" y="1616456"/>
                    </a:lnTo>
                    <a:lnTo>
                      <a:pt x="0" y="1620774"/>
                    </a:lnTo>
                    <a:lnTo>
                      <a:pt x="0" y="1631314"/>
                    </a:lnTo>
                    <a:lnTo>
                      <a:pt x="4317" y="1635633"/>
                    </a:lnTo>
                    <a:lnTo>
                      <a:pt x="14731" y="1635633"/>
                    </a:lnTo>
                    <a:lnTo>
                      <a:pt x="19050" y="1631314"/>
                    </a:lnTo>
                    <a:lnTo>
                      <a:pt x="19050" y="1620774"/>
                    </a:lnTo>
                    <a:lnTo>
                      <a:pt x="14731" y="1616456"/>
                    </a:lnTo>
                    <a:close/>
                  </a:path>
                  <a:path w="6140450" h="4159885">
                    <a:moveTo>
                      <a:pt x="14731" y="1578356"/>
                    </a:moveTo>
                    <a:lnTo>
                      <a:pt x="4317" y="1578356"/>
                    </a:lnTo>
                    <a:lnTo>
                      <a:pt x="0" y="1582674"/>
                    </a:lnTo>
                    <a:lnTo>
                      <a:pt x="0" y="1593214"/>
                    </a:lnTo>
                    <a:lnTo>
                      <a:pt x="4317" y="1597406"/>
                    </a:lnTo>
                    <a:lnTo>
                      <a:pt x="14731" y="1597406"/>
                    </a:lnTo>
                    <a:lnTo>
                      <a:pt x="19050" y="1593214"/>
                    </a:lnTo>
                    <a:lnTo>
                      <a:pt x="19050" y="1582674"/>
                    </a:lnTo>
                    <a:lnTo>
                      <a:pt x="14731" y="1578356"/>
                    </a:lnTo>
                    <a:close/>
                  </a:path>
                  <a:path w="6140450" h="4159885">
                    <a:moveTo>
                      <a:pt x="14731" y="1540256"/>
                    </a:moveTo>
                    <a:lnTo>
                      <a:pt x="4317" y="1540256"/>
                    </a:lnTo>
                    <a:lnTo>
                      <a:pt x="0" y="1544574"/>
                    </a:lnTo>
                    <a:lnTo>
                      <a:pt x="0" y="1555114"/>
                    </a:lnTo>
                    <a:lnTo>
                      <a:pt x="4317" y="1559306"/>
                    </a:lnTo>
                    <a:lnTo>
                      <a:pt x="14731" y="1559306"/>
                    </a:lnTo>
                    <a:lnTo>
                      <a:pt x="19050" y="1555114"/>
                    </a:lnTo>
                    <a:lnTo>
                      <a:pt x="19050" y="1544574"/>
                    </a:lnTo>
                    <a:lnTo>
                      <a:pt x="14731" y="1540256"/>
                    </a:lnTo>
                    <a:close/>
                  </a:path>
                  <a:path w="6140450" h="4159885">
                    <a:moveTo>
                      <a:pt x="14731" y="1502155"/>
                    </a:moveTo>
                    <a:lnTo>
                      <a:pt x="4317" y="1502155"/>
                    </a:lnTo>
                    <a:lnTo>
                      <a:pt x="0" y="1506474"/>
                    </a:lnTo>
                    <a:lnTo>
                      <a:pt x="0" y="1517014"/>
                    </a:lnTo>
                    <a:lnTo>
                      <a:pt x="4317" y="1521206"/>
                    </a:lnTo>
                    <a:lnTo>
                      <a:pt x="14731" y="1521206"/>
                    </a:lnTo>
                    <a:lnTo>
                      <a:pt x="19050" y="1517014"/>
                    </a:lnTo>
                    <a:lnTo>
                      <a:pt x="19050" y="1506474"/>
                    </a:lnTo>
                    <a:lnTo>
                      <a:pt x="14731" y="1502155"/>
                    </a:lnTo>
                    <a:close/>
                  </a:path>
                  <a:path w="6140450" h="4159885">
                    <a:moveTo>
                      <a:pt x="14731" y="1464055"/>
                    </a:moveTo>
                    <a:lnTo>
                      <a:pt x="4317" y="1464055"/>
                    </a:lnTo>
                    <a:lnTo>
                      <a:pt x="0" y="1468247"/>
                    </a:lnTo>
                    <a:lnTo>
                      <a:pt x="0" y="1478788"/>
                    </a:lnTo>
                    <a:lnTo>
                      <a:pt x="4317" y="1483105"/>
                    </a:lnTo>
                    <a:lnTo>
                      <a:pt x="14731" y="1483105"/>
                    </a:lnTo>
                    <a:lnTo>
                      <a:pt x="19050" y="1478788"/>
                    </a:lnTo>
                    <a:lnTo>
                      <a:pt x="19050" y="1468247"/>
                    </a:lnTo>
                    <a:lnTo>
                      <a:pt x="14731" y="1464055"/>
                    </a:lnTo>
                    <a:close/>
                  </a:path>
                  <a:path w="6140450" h="4159885">
                    <a:moveTo>
                      <a:pt x="14731" y="1425955"/>
                    </a:moveTo>
                    <a:lnTo>
                      <a:pt x="4317" y="1425955"/>
                    </a:lnTo>
                    <a:lnTo>
                      <a:pt x="0" y="1430147"/>
                    </a:lnTo>
                    <a:lnTo>
                      <a:pt x="0" y="1440688"/>
                    </a:lnTo>
                    <a:lnTo>
                      <a:pt x="4317" y="1445005"/>
                    </a:lnTo>
                    <a:lnTo>
                      <a:pt x="14731" y="1445005"/>
                    </a:lnTo>
                    <a:lnTo>
                      <a:pt x="19050" y="1440688"/>
                    </a:lnTo>
                    <a:lnTo>
                      <a:pt x="19050" y="1430147"/>
                    </a:lnTo>
                    <a:lnTo>
                      <a:pt x="14731" y="1425955"/>
                    </a:lnTo>
                    <a:close/>
                  </a:path>
                  <a:path w="6140450" h="4159885">
                    <a:moveTo>
                      <a:pt x="14731" y="1387855"/>
                    </a:moveTo>
                    <a:lnTo>
                      <a:pt x="4317" y="1387855"/>
                    </a:lnTo>
                    <a:lnTo>
                      <a:pt x="0" y="1392047"/>
                    </a:lnTo>
                    <a:lnTo>
                      <a:pt x="0" y="1402588"/>
                    </a:lnTo>
                    <a:lnTo>
                      <a:pt x="4317" y="1406905"/>
                    </a:lnTo>
                    <a:lnTo>
                      <a:pt x="14731" y="1406905"/>
                    </a:lnTo>
                    <a:lnTo>
                      <a:pt x="19050" y="1402588"/>
                    </a:lnTo>
                    <a:lnTo>
                      <a:pt x="19050" y="1392047"/>
                    </a:lnTo>
                    <a:lnTo>
                      <a:pt x="14731" y="1387855"/>
                    </a:lnTo>
                    <a:close/>
                  </a:path>
                  <a:path w="6140450" h="4159885">
                    <a:moveTo>
                      <a:pt x="14731" y="1349628"/>
                    </a:moveTo>
                    <a:lnTo>
                      <a:pt x="4317" y="1349628"/>
                    </a:lnTo>
                    <a:lnTo>
                      <a:pt x="0" y="1353947"/>
                    </a:lnTo>
                    <a:lnTo>
                      <a:pt x="0" y="1364488"/>
                    </a:lnTo>
                    <a:lnTo>
                      <a:pt x="4317" y="1368805"/>
                    </a:lnTo>
                    <a:lnTo>
                      <a:pt x="14731" y="1368805"/>
                    </a:lnTo>
                    <a:lnTo>
                      <a:pt x="19050" y="1364488"/>
                    </a:lnTo>
                    <a:lnTo>
                      <a:pt x="19050" y="1353947"/>
                    </a:lnTo>
                    <a:lnTo>
                      <a:pt x="14731" y="1349628"/>
                    </a:lnTo>
                    <a:close/>
                  </a:path>
                  <a:path w="6140450" h="4159885">
                    <a:moveTo>
                      <a:pt x="14731" y="1311528"/>
                    </a:moveTo>
                    <a:lnTo>
                      <a:pt x="4317" y="1311528"/>
                    </a:lnTo>
                    <a:lnTo>
                      <a:pt x="0" y="1315847"/>
                    </a:lnTo>
                    <a:lnTo>
                      <a:pt x="0" y="1326388"/>
                    </a:lnTo>
                    <a:lnTo>
                      <a:pt x="4317" y="1330578"/>
                    </a:lnTo>
                    <a:lnTo>
                      <a:pt x="14731" y="1330578"/>
                    </a:lnTo>
                    <a:lnTo>
                      <a:pt x="19050" y="1326388"/>
                    </a:lnTo>
                    <a:lnTo>
                      <a:pt x="19050" y="1315847"/>
                    </a:lnTo>
                    <a:lnTo>
                      <a:pt x="14731" y="1311528"/>
                    </a:lnTo>
                    <a:close/>
                  </a:path>
                  <a:path w="6140450" h="4159885">
                    <a:moveTo>
                      <a:pt x="14731" y="1273428"/>
                    </a:moveTo>
                    <a:lnTo>
                      <a:pt x="4317" y="1273428"/>
                    </a:lnTo>
                    <a:lnTo>
                      <a:pt x="0" y="1277747"/>
                    </a:lnTo>
                    <a:lnTo>
                      <a:pt x="0" y="1288288"/>
                    </a:lnTo>
                    <a:lnTo>
                      <a:pt x="4317" y="1292478"/>
                    </a:lnTo>
                    <a:lnTo>
                      <a:pt x="14731" y="1292478"/>
                    </a:lnTo>
                    <a:lnTo>
                      <a:pt x="19050" y="1288288"/>
                    </a:lnTo>
                    <a:lnTo>
                      <a:pt x="19050" y="1277747"/>
                    </a:lnTo>
                    <a:lnTo>
                      <a:pt x="14731" y="1273428"/>
                    </a:lnTo>
                    <a:close/>
                  </a:path>
                  <a:path w="6140450" h="4159885">
                    <a:moveTo>
                      <a:pt x="14731" y="1235328"/>
                    </a:moveTo>
                    <a:lnTo>
                      <a:pt x="4317" y="1235328"/>
                    </a:lnTo>
                    <a:lnTo>
                      <a:pt x="0" y="1239647"/>
                    </a:lnTo>
                    <a:lnTo>
                      <a:pt x="0" y="1250188"/>
                    </a:lnTo>
                    <a:lnTo>
                      <a:pt x="4317" y="1254378"/>
                    </a:lnTo>
                    <a:lnTo>
                      <a:pt x="14731" y="1254378"/>
                    </a:lnTo>
                    <a:lnTo>
                      <a:pt x="19050" y="1250188"/>
                    </a:lnTo>
                    <a:lnTo>
                      <a:pt x="19050" y="1239647"/>
                    </a:lnTo>
                    <a:lnTo>
                      <a:pt x="14731" y="1235328"/>
                    </a:lnTo>
                    <a:close/>
                  </a:path>
                  <a:path w="6140450" h="4159885">
                    <a:moveTo>
                      <a:pt x="14731" y="1197228"/>
                    </a:moveTo>
                    <a:lnTo>
                      <a:pt x="4317" y="1197228"/>
                    </a:lnTo>
                    <a:lnTo>
                      <a:pt x="0" y="1201420"/>
                    </a:lnTo>
                    <a:lnTo>
                      <a:pt x="0" y="1211961"/>
                    </a:lnTo>
                    <a:lnTo>
                      <a:pt x="4317" y="1216278"/>
                    </a:lnTo>
                    <a:lnTo>
                      <a:pt x="14731" y="1216278"/>
                    </a:lnTo>
                    <a:lnTo>
                      <a:pt x="19050" y="1211961"/>
                    </a:lnTo>
                    <a:lnTo>
                      <a:pt x="19050" y="1201420"/>
                    </a:lnTo>
                    <a:lnTo>
                      <a:pt x="14731" y="1197228"/>
                    </a:lnTo>
                    <a:close/>
                  </a:path>
                  <a:path w="6140450" h="4159885">
                    <a:moveTo>
                      <a:pt x="14731" y="1159128"/>
                    </a:moveTo>
                    <a:lnTo>
                      <a:pt x="4317" y="1159128"/>
                    </a:lnTo>
                    <a:lnTo>
                      <a:pt x="0" y="1163320"/>
                    </a:lnTo>
                    <a:lnTo>
                      <a:pt x="0" y="1173861"/>
                    </a:lnTo>
                    <a:lnTo>
                      <a:pt x="4317" y="1178178"/>
                    </a:lnTo>
                    <a:lnTo>
                      <a:pt x="14731" y="1178178"/>
                    </a:lnTo>
                    <a:lnTo>
                      <a:pt x="19050" y="1173861"/>
                    </a:lnTo>
                    <a:lnTo>
                      <a:pt x="19050" y="1163320"/>
                    </a:lnTo>
                    <a:lnTo>
                      <a:pt x="14731" y="1159128"/>
                    </a:lnTo>
                    <a:close/>
                  </a:path>
                  <a:path w="6140450" h="4159885">
                    <a:moveTo>
                      <a:pt x="14731" y="1120902"/>
                    </a:moveTo>
                    <a:lnTo>
                      <a:pt x="4317" y="1120902"/>
                    </a:lnTo>
                    <a:lnTo>
                      <a:pt x="0" y="1125220"/>
                    </a:lnTo>
                    <a:lnTo>
                      <a:pt x="0" y="1135761"/>
                    </a:lnTo>
                    <a:lnTo>
                      <a:pt x="4317" y="1140078"/>
                    </a:lnTo>
                    <a:lnTo>
                      <a:pt x="14731" y="1140078"/>
                    </a:lnTo>
                    <a:lnTo>
                      <a:pt x="19050" y="1135761"/>
                    </a:lnTo>
                    <a:lnTo>
                      <a:pt x="19050" y="1125220"/>
                    </a:lnTo>
                    <a:lnTo>
                      <a:pt x="14731" y="1120902"/>
                    </a:lnTo>
                    <a:close/>
                  </a:path>
                  <a:path w="6140450" h="4159885">
                    <a:moveTo>
                      <a:pt x="14731" y="1082802"/>
                    </a:moveTo>
                    <a:lnTo>
                      <a:pt x="4317" y="1082802"/>
                    </a:lnTo>
                    <a:lnTo>
                      <a:pt x="0" y="1087120"/>
                    </a:lnTo>
                    <a:lnTo>
                      <a:pt x="0" y="1097661"/>
                    </a:lnTo>
                    <a:lnTo>
                      <a:pt x="4317" y="1101852"/>
                    </a:lnTo>
                    <a:lnTo>
                      <a:pt x="14731" y="1101852"/>
                    </a:lnTo>
                    <a:lnTo>
                      <a:pt x="19050" y="1097661"/>
                    </a:lnTo>
                    <a:lnTo>
                      <a:pt x="19050" y="1087120"/>
                    </a:lnTo>
                    <a:lnTo>
                      <a:pt x="14731" y="1082802"/>
                    </a:lnTo>
                    <a:close/>
                  </a:path>
                  <a:path w="6140450" h="4159885">
                    <a:moveTo>
                      <a:pt x="14731" y="1044701"/>
                    </a:moveTo>
                    <a:lnTo>
                      <a:pt x="4317" y="1044701"/>
                    </a:lnTo>
                    <a:lnTo>
                      <a:pt x="0" y="1049020"/>
                    </a:lnTo>
                    <a:lnTo>
                      <a:pt x="0" y="1059561"/>
                    </a:lnTo>
                    <a:lnTo>
                      <a:pt x="4317" y="1063752"/>
                    </a:lnTo>
                    <a:lnTo>
                      <a:pt x="14731" y="1063752"/>
                    </a:lnTo>
                    <a:lnTo>
                      <a:pt x="19050" y="1059561"/>
                    </a:lnTo>
                    <a:lnTo>
                      <a:pt x="19050" y="1049020"/>
                    </a:lnTo>
                    <a:lnTo>
                      <a:pt x="14731" y="1044701"/>
                    </a:lnTo>
                    <a:close/>
                  </a:path>
                  <a:path w="6140450" h="4159885">
                    <a:moveTo>
                      <a:pt x="14731" y="1006601"/>
                    </a:moveTo>
                    <a:lnTo>
                      <a:pt x="4317" y="1006601"/>
                    </a:lnTo>
                    <a:lnTo>
                      <a:pt x="0" y="1010920"/>
                    </a:lnTo>
                    <a:lnTo>
                      <a:pt x="0" y="1021461"/>
                    </a:lnTo>
                    <a:lnTo>
                      <a:pt x="4317" y="1025651"/>
                    </a:lnTo>
                    <a:lnTo>
                      <a:pt x="14731" y="1025651"/>
                    </a:lnTo>
                    <a:lnTo>
                      <a:pt x="19050" y="1021461"/>
                    </a:lnTo>
                    <a:lnTo>
                      <a:pt x="19050" y="1010920"/>
                    </a:lnTo>
                    <a:lnTo>
                      <a:pt x="14731" y="1006601"/>
                    </a:lnTo>
                    <a:close/>
                  </a:path>
                  <a:path w="6140450" h="4159885">
                    <a:moveTo>
                      <a:pt x="14731" y="968501"/>
                    </a:moveTo>
                    <a:lnTo>
                      <a:pt x="4317" y="968501"/>
                    </a:lnTo>
                    <a:lnTo>
                      <a:pt x="0" y="972692"/>
                    </a:lnTo>
                    <a:lnTo>
                      <a:pt x="0" y="983234"/>
                    </a:lnTo>
                    <a:lnTo>
                      <a:pt x="4317" y="987551"/>
                    </a:lnTo>
                    <a:lnTo>
                      <a:pt x="14731" y="987551"/>
                    </a:lnTo>
                    <a:lnTo>
                      <a:pt x="19050" y="983234"/>
                    </a:lnTo>
                    <a:lnTo>
                      <a:pt x="19050" y="972692"/>
                    </a:lnTo>
                    <a:lnTo>
                      <a:pt x="14731" y="968501"/>
                    </a:lnTo>
                    <a:close/>
                  </a:path>
                  <a:path w="6140450" h="4159885">
                    <a:moveTo>
                      <a:pt x="14731" y="930401"/>
                    </a:moveTo>
                    <a:lnTo>
                      <a:pt x="4317" y="930401"/>
                    </a:lnTo>
                    <a:lnTo>
                      <a:pt x="0" y="934592"/>
                    </a:lnTo>
                    <a:lnTo>
                      <a:pt x="0" y="945134"/>
                    </a:lnTo>
                    <a:lnTo>
                      <a:pt x="4317" y="949451"/>
                    </a:lnTo>
                    <a:lnTo>
                      <a:pt x="14731" y="949451"/>
                    </a:lnTo>
                    <a:lnTo>
                      <a:pt x="19050" y="945134"/>
                    </a:lnTo>
                    <a:lnTo>
                      <a:pt x="19050" y="934592"/>
                    </a:lnTo>
                    <a:lnTo>
                      <a:pt x="14731" y="930401"/>
                    </a:lnTo>
                    <a:close/>
                  </a:path>
                  <a:path w="6140450" h="4159885">
                    <a:moveTo>
                      <a:pt x="14731" y="892301"/>
                    </a:moveTo>
                    <a:lnTo>
                      <a:pt x="4317" y="892301"/>
                    </a:lnTo>
                    <a:lnTo>
                      <a:pt x="0" y="896492"/>
                    </a:lnTo>
                    <a:lnTo>
                      <a:pt x="0" y="907034"/>
                    </a:lnTo>
                    <a:lnTo>
                      <a:pt x="4317" y="911351"/>
                    </a:lnTo>
                    <a:lnTo>
                      <a:pt x="14731" y="911351"/>
                    </a:lnTo>
                    <a:lnTo>
                      <a:pt x="19050" y="907034"/>
                    </a:lnTo>
                    <a:lnTo>
                      <a:pt x="19050" y="896492"/>
                    </a:lnTo>
                    <a:lnTo>
                      <a:pt x="14731" y="892301"/>
                    </a:lnTo>
                    <a:close/>
                  </a:path>
                  <a:path w="6140450" h="4159885">
                    <a:moveTo>
                      <a:pt x="14731" y="854075"/>
                    </a:moveTo>
                    <a:lnTo>
                      <a:pt x="4317" y="854075"/>
                    </a:lnTo>
                    <a:lnTo>
                      <a:pt x="0" y="858392"/>
                    </a:lnTo>
                    <a:lnTo>
                      <a:pt x="0" y="868934"/>
                    </a:lnTo>
                    <a:lnTo>
                      <a:pt x="4317" y="873251"/>
                    </a:lnTo>
                    <a:lnTo>
                      <a:pt x="14731" y="873251"/>
                    </a:lnTo>
                    <a:lnTo>
                      <a:pt x="19050" y="868934"/>
                    </a:lnTo>
                    <a:lnTo>
                      <a:pt x="19050" y="858392"/>
                    </a:lnTo>
                    <a:lnTo>
                      <a:pt x="14731" y="854075"/>
                    </a:lnTo>
                    <a:close/>
                  </a:path>
                  <a:path w="6140450" h="4159885">
                    <a:moveTo>
                      <a:pt x="14731" y="815975"/>
                    </a:moveTo>
                    <a:lnTo>
                      <a:pt x="4317" y="815975"/>
                    </a:lnTo>
                    <a:lnTo>
                      <a:pt x="0" y="820292"/>
                    </a:lnTo>
                    <a:lnTo>
                      <a:pt x="0" y="830834"/>
                    </a:lnTo>
                    <a:lnTo>
                      <a:pt x="4317" y="835025"/>
                    </a:lnTo>
                    <a:lnTo>
                      <a:pt x="14731" y="835025"/>
                    </a:lnTo>
                    <a:lnTo>
                      <a:pt x="19050" y="830834"/>
                    </a:lnTo>
                    <a:lnTo>
                      <a:pt x="19050" y="820292"/>
                    </a:lnTo>
                    <a:lnTo>
                      <a:pt x="14731" y="815975"/>
                    </a:lnTo>
                    <a:close/>
                  </a:path>
                  <a:path w="6140450" h="4159885">
                    <a:moveTo>
                      <a:pt x="14731" y="777875"/>
                    </a:moveTo>
                    <a:lnTo>
                      <a:pt x="4317" y="777875"/>
                    </a:lnTo>
                    <a:lnTo>
                      <a:pt x="0" y="782192"/>
                    </a:lnTo>
                    <a:lnTo>
                      <a:pt x="0" y="792734"/>
                    </a:lnTo>
                    <a:lnTo>
                      <a:pt x="4317" y="796925"/>
                    </a:lnTo>
                    <a:lnTo>
                      <a:pt x="14731" y="796925"/>
                    </a:lnTo>
                    <a:lnTo>
                      <a:pt x="19050" y="792734"/>
                    </a:lnTo>
                    <a:lnTo>
                      <a:pt x="19050" y="782192"/>
                    </a:lnTo>
                    <a:lnTo>
                      <a:pt x="14731" y="777875"/>
                    </a:lnTo>
                    <a:close/>
                  </a:path>
                  <a:path w="6140450" h="4159885">
                    <a:moveTo>
                      <a:pt x="14731" y="739775"/>
                    </a:moveTo>
                    <a:lnTo>
                      <a:pt x="4317" y="739775"/>
                    </a:lnTo>
                    <a:lnTo>
                      <a:pt x="0" y="744092"/>
                    </a:lnTo>
                    <a:lnTo>
                      <a:pt x="0" y="754634"/>
                    </a:lnTo>
                    <a:lnTo>
                      <a:pt x="4317" y="758825"/>
                    </a:lnTo>
                    <a:lnTo>
                      <a:pt x="14731" y="758825"/>
                    </a:lnTo>
                    <a:lnTo>
                      <a:pt x="19050" y="754634"/>
                    </a:lnTo>
                    <a:lnTo>
                      <a:pt x="19050" y="744092"/>
                    </a:lnTo>
                    <a:lnTo>
                      <a:pt x="14731" y="739775"/>
                    </a:lnTo>
                    <a:close/>
                  </a:path>
                  <a:path w="6140450" h="4159885">
                    <a:moveTo>
                      <a:pt x="14731" y="701675"/>
                    </a:moveTo>
                    <a:lnTo>
                      <a:pt x="4317" y="701675"/>
                    </a:lnTo>
                    <a:lnTo>
                      <a:pt x="0" y="705865"/>
                    </a:lnTo>
                    <a:lnTo>
                      <a:pt x="0" y="716407"/>
                    </a:lnTo>
                    <a:lnTo>
                      <a:pt x="4317" y="720725"/>
                    </a:lnTo>
                    <a:lnTo>
                      <a:pt x="14731" y="720725"/>
                    </a:lnTo>
                    <a:lnTo>
                      <a:pt x="19050" y="716407"/>
                    </a:lnTo>
                    <a:lnTo>
                      <a:pt x="19050" y="705865"/>
                    </a:lnTo>
                    <a:lnTo>
                      <a:pt x="14731" y="701675"/>
                    </a:lnTo>
                    <a:close/>
                  </a:path>
                  <a:path w="6140450" h="4159885">
                    <a:moveTo>
                      <a:pt x="14731" y="663575"/>
                    </a:moveTo>
                    <a:lnTo>
                      <a:pt x="4317" y="663575"/>
                    </a:lnTo>
                    <a:lnTo>
                      <a:pt x="0" y="667765"/>
                    </a:lnTo>
                    <a:lnTo>
                      <a:pt x="0" y="678307"/>
                    </a:lnTo>
                    <a:lnTo>
                      <a:pt x="4317" y="682625"/>
                    </a:lnTo>
                    <a:lnTo>
                      <a:pt x="14731" y="682625"/>
                    </a:lnTo>
                    <a:lnTo>
                      <a:pt x="19050" y="678307"/>
                    </a:lnTo>
                    <a:lnTo>
                      <a:pt x="19050" y="667765"/>
                    </a:lnTo>
                    <a:lnTo>
                      <a:pt x="14731" y="663575"/>
                    </a:lnTo>
                    <a:close/>
                  </a:path>
                  <a:path w="6140450" h="4159885">
                    <a:moveTo>
                      <a:pt x="14731" y="625475"/>
                    </a:moveTo>
                    <a:lnTo>
                      <a:pt x="4317" y="625475"/>
                    </a:lnTo>
                    <a:lnTo>
                      <a:pt x="0" y="629665"/>
                    </a:lnTo>
                    <a:lnTo>
                      <a:pt x="0" y="640207"/>
                    </a:lnTo>
                    <a:lnTo>
                      <a:pt x="4317" y="644525"/>
                    </a:lnTo>
                    <a:lnTo>
                      <a:pt x="14731" y="644525"/>
                    </a:lnTo>
                    <a:lnTo>
                      <a:pt x="19050" y="640207"/>
                    </a:lnTo>
                    <a:lnTo>
                      <a:pt x="19050" y="629665"/>
                    </a:lnTo>
                    <a:lnTo>
                      <a:pt x="14731" y="625475"/>
                    </a:lnTo>
                    <a:close/>
                  </a:path>
                  <a:path w="6140450" h="4159885">
                    <a:moveTo>
                      <a:pt x="14731" y="587248"/>
                    </a:moveTo>
                    <a:lnTo>
                      <a:pt x="4317" y="587248"/>
                    </a:lnTo>
                    <a:lnTo>
                      <a:pt x="0" y="591565"/>
                    </a:lnTo>
                    <a:lnTo>
                      <a:pt x="0" y="602107"/>
                    </a:lnTo>
                    <a:lnTo>
                      <a:pt x="4317" y="606425"/>
                    </a:lnTo>
                    <a:lnTo>
                      <a:pt x="14731" y="606425"/>
                    </a:lnTo>
                    <a:lnTo>
                      <a:pt x="19050" y="602107"/>
                    </a:lnTo>
                    <a:lnTo>
                      <a:pt x="19050" y="591565"/>
                    </a:lnTo>
                    <a:lnTo>
                      <a:pt x="14731" y="587248"/>
                    </a:lnTo>
                    <a:close/>
                  </a:path>
                  <a:path w="6140450" h="4159885">
                    <a:moveTo>
                      <a:pt x="14731" y="549148"/>
                    </a:moveTo>
                    <a:lnTo>
                      <a:pt x="4317" y="549148"/>
                    </a:lnTo>
                    <a:lnTo>
                      <a:pt x="0" y="553465"/>
                    </a:lnTo>
                    <a:lnTo>
                      <a:pt x="0" y="564007"/>
                    </a:lnTo>
                    <a:lnTo>
                      <a:pt x="4317" y="568198"/>
                    </a:lnTo>
                    <a:lnTo>
                      <a:pt x="14731" y="568198"/>
                    </a:lnTo>
                    <a:lnTo>
                      <a:pt x="19050" y="564007"/>
                    </a:lnTo>
                    <a:lnTo>
                      <a:pt x="19050" y="553465"/>
                    </a:lnTo>
                    <a:lnTo>
                      <a:pt x="14731" y="549148"/>
                    </a:lnTo>
                    <a:close/>
                  </a:path>
                  <a:path w="6140450" h="4159885">
                    <a:moveTo>
                      <a:pt x="14731" y="511048"/>
                    </a:moveTo>
                    <a:lnTo>
                      <a:pt x="4317" y="511048"/>
                    </a:lnTo>
                    <a:lnTo>
                      <a:pt x="0" y="515365"/>
                    </a:lnTo>
                    <a:lnTo>
                      <a:pt x="0" y="525907"/>
                    </a:lnTo>
                    <a:lnTo>
                      <a:pt x="4317" y="530098"/>
                    </a:lnTo>
                    <a:lnTo>
                      <a:pt x="14731" y="530098"/>
                    </a:lnTo>
                    <a:lnTo>
                      <a:pt x="19050" y="525907"/>
                    </a:lnTo>
                    <a:lnTo>
                      <a:pt x="19050" y="515365"/>
                    </a:lnTo>
                    <a:lnTo>
                      <a:pt x="14731" y="511048"/>
                    </a:lnTo>
                    <a:close/>
                  </a:path>
                  <a:path w="6140450" h="4159885">
                    <a:moveTo>
                      <a:pt x="14731" y="472948"/>
                    </a:moveTo>
                    <a:lnTo>
                      <a:pt x="4317" y="472948"/>
                    </a:lnTo>
                    <a:lnTo>
                      <a:pt x="0" y="477265"/>
                    </a:lnTo>
                    <a:lnTo>
                      <a:pt x="0" y="487807"/>
                    </a:lnTo>
                    <a:lnTo>
                      <a:pt x="4317" y="491998"/>
                    </a:lnTo>
                    <a:lnTo>
                      <a:pt x="14731" y="491998"/>
                    </a:lnTo>
                    <a:lnTo>
                      <a:pt x="19050" y="487807"/>
                    </a:lnTo>
                    <a:lnTo>
                      <a:pt x="19050" y="477265"/>
                    </a:lnTo>
                    <a:lnTo>
                      <a:pt x="14731" y="472948"/>
                    </a:lnTo>
                    <a:close/>
                  </a:path>
                  <a:path w="6140450" h="4159885">
                    <a:moveTo>
                      <a:pt x="14731" y="434848"/>
                    </a:moveTo>
                    <a:lnTo>
                      <a:pt x="4317" y="434848"/>
                    </a:lnTo>
                    <a:lnTo>
                      <a:pt x="0" y="439038"/>
                    </a:lnTo>
                    <a:lnTo>
                      <a:pt x="0" y="449579"/>
                    </a:lnTo>
                    <a:lnTo>
                      <a:pt x="4317" y="453898"/>
                    </a:lnTo>
                    <a:lnTo>
                      <a:pt x="14731" y="453898"/>
                    </a:lnTo>
                    <a:lnTo>
                      <a:pt x="19050" y="449579"/>
                    </a:lnTo>
                    <a:lnTo>
                      <a:pt x="19050" y="439038"/>
                    </a:lnTo>
                    <a:lnTo>
                      <a:pt x="14731" y="434848"/>
                    </a:lnTo>
                    <a:close/>
                  </a:path>
                  <a:path w="6140450" h="4159885">
                    <a:moveTo>
                      <a:pt x="14731" y="396748"/>
                    </a:moveTo>
                    <a:lnTo>
                      <a:pt x="4317" y="396748"/>
                    </a:lnTo>
                    <a:lnTo>
                      <a:pt x="0" y="400938"/>
                    </a:lnTo>
                    <a:lnTo>
                      <a:pt x="0" y="411479"/>
                    </a:lnTo>
                    <a:lnTo>
                      <a:pt x="4317" y="415798"/>
                    </a:lnTo>
                    <a:lnTo>
                      <a:pt x="14731" y="415798"/>
                    </a:lnTo>
                    <a:lnTo>
                      <a:pt x="19050" y="411479"/>
                    </a:lnTo>
                    <a:lnTo>
                      <a:pt x="19050" y="400938"/>
                    </a:lnTo>
                    <a:lnTo>
                      <a:pt x="14731" y="396748"/>
                    </a:lnTo>
                    <a:close/>
                  </a:path>
                  <a:path w="6140450" h="4159885">
                    <a:moveTo>
                      <a:pt x="14731" y="358521"/>
                    </a:moveTo>
                    <a:lnTo>
                      <a:pt x="4317" y="358521"/>
                    </a:lnTo>
                    <a:lnTo>
                      <a:pt x="0" y="362838"/>
                    </a:lnTo>
                    <a:lnTo>
                      <a:pt x="0" y="373379"/>
                    </a:lnTo>
                    <a:lnTo>
                      <a:pt x="4317" y="377698"/>
                    </a:lnTo>
                    <a:lnTo>
                      <a:pt x="14731" y="377698"/>
                    </a:lnTo>
                    <a:lnTo>
                      <a:pt x="19050" y="373379"/>
                    </a:lnTo>
                    <a:lnTo>
                      <a:pt x="19050" y="362838"/>
                    </a:lnTo>
                    <a:lnTo>
                      <a:pt x="14731" y="358521"/>
                    </a:lnTo>
                    <a:close/>
                  </a:path>
                  <a:path w="6140450" h="4159885">
                    <a:moveTo>
                      <a:pt x="14731" y="320421"/>
                    </a:moveTo>
                    <a:lnTo>
                      <a:pt x="4317" y="320421"/>
                    </a:lnTo>
                    <a:lnTo>
                      <a:pt x="0" y="324738"/>
                    </a:lnTo>
                    <a:lnTo>
                      <a:pt x="0" y="335279"/>
                    </a:lnTo>
                    <a:lnTo>
                      <a:pt x="4317" y="339471"/>
                    </a:lnTo>
                    <a:lnTo>
                      <a:pt x="14731" y="339471"/>
                    </a:lnTo>
                    <a:lnTo>
                      <a:pt x="19050" y="335279"/>
                    </a:lnTo>
                    <a:lnTo>
                      <a:pt x="19050" y="324738"/>
                    </a:lnTo>
                    <a:lnTo>
                      <a:pt x="14731" y="320421"/>
                    </a:lnTo>
                    <a:close/>
                  </a:path>
                  <a:path w="6140450" h="4159885">
                    <a:moveTo>
                      <a:pt x="14731" y="282321"/>
                    </a:moveTo>
                    <a:lnTo>
                      <a:pt x="4317" y="282321"/>
                    </a:lnTo>
                    <a:lnTo>
                      <a:pt x="0" y="286638"/>
                    </a:lnTo>
                    <a:lnTo>
                      <a:pt x="0" y="297179"/>
                    </a:lnTo>
                    <a:lnTo>
                      <a:pt x="4317" y="301371"/>
                    </a:lnTo>
                    <a:lnTo>
                      <a:pt x="14731" y="301371"/>
                    </a:lnTo>
                    <a:lnTo>
                      <a:pt x="19050" y="297179"/>
                    </a:lnTo>
                    <a:lnTo>
                      <a:pt x="19050" y="286638"/>
                    </a:lnTo>
                    <a:lnTo>
                      <a:pt x="14731" y="282321"/>
                    </a:lnTo>
                    <a:close/>
                  </a:path>
                  <a:path w="6140450" h="4159885">
                    <a:moveTo>
                      <a:pt x="14731" y="244221"/>
                    </a:moveTo>
                    <a:lnTo>
                      <a:pt x="4317" y="244221"/>
                    </a:lnTo>
                    <a:lnTo>
                      <a:pt x="0" y="248538"/>
                    </a:lnTo>
                    <a:lnTo>
                      <a:pt x="0" y="259079"/>
                    </a:lnTo>
                    <a:lnTo>
                      <a:pt x="4317" y="263271"/>
                    </a:lnTo>
                    <a:lnTo>
                      <a:pt x="14731" y="263271"/>
                    </a:lnTo>
                    <a:lnTo>
                      <a:pt x="19050" y="259079"/>
                    </a:lnTo>
                    <a:lnTo>
                      <a:pt x="19050" y="248538"/>
                    </a:lnTo>
                    <a:lnTo>
                      <a:pt x="14731" y="244221"/>
                    </a:lnTo>
                    <a:close/>
                  </a:path>
                  <a:path w="6140450" h="4159885">
                    <a:moveTo>
                      <a:pt x="14731" y="206121"/>
                    </a:moveTo>
                    <a:lnTo>
                      <a:pt x="4317" y="206121"/>
                    </a:lnTo>
                    <a:lnTo>
                      <a:pt x="0" y="210312"/>
                    </a:lnTo>
                    <a:lnTo>
                      <a:pt x="0" y="220852"/>
                    </a:lnTo>
                    <a:lnTo>
                      <a:pt x="4317" y="225171"/>
                    </a:lnTo>
                    <a:lnTo>
                      <a:pt x="14731" y="225171"/>
                    </a:lnTo>
                    <a:lnTo>
                      <a:pt x="19050" y="220852"/>
                    </a:lnTo>
                    <a:lnTo>
                      <a:pt x="19050" y="210312"/>
                    </a:lnTo>
                    <a:lnTo>
                      <a:pt x="14731" y="206121"/>
                    </a:lnTo>
                    <a:close/>
                  </a:path>
                  <a:path w="6140450" h="4159885">
                    <a:moveTo>
                      <a:pt x="14731" y="168021"/>
                    </a:moveTo>
                    <a:lnTo>
                      <a:pt x="4317" y="168021"/>
                    </a:lnTo>
                    <a:lnTo>
                      <a:pt x="0" y="172212"/>
                    </a:lnTo>
                    <a:lnTo>
                      <a:pt x="0" y="182752"/>
                    </a:lnTo>
                    <a:lnTo>
                      <a:pt x="4317" y="187071"/>
                    </a:lnTo>
                    <a:lnTo>
                      <a:pt x="14731" y="187071"/>
                    </a:lnTo>
                    <a:lnTo>
                      <a:pt x="19050" y="182752"/>
                    </a:lnTo>
                    <a:lnTo>
                      <a:pt x="19050" y="172212"/>
                    </a:lnTo>
                    <a:lnTo>
                      <a:pt x="14731" y="168021"/>
                    </a:lnTo>
                    <a:close/>
                  </a:path>
                  <a:path w="6140450" h="4159885">
                    <a:moveTo>
                      <a:pt x="634" y="138937"/>
                    </a:moveTo>
                    <a:lnTo>
                      <a:pt x="380" y="144145"/>
                    </a:lnTo>
                    <a:lnTo>
                      <a:pt x="4444" y="148716"/>
                    </a:lnTo>
                    <a:lnTo>
                      <a:pt x="14858" y="149225"/>
                    </a:lnTo>
                    <a:lnTo>
                      <a:pt x="19430" y="145161"/>
                    </a:lnTo>
                    <a:lnTo>
                      <a:pt x="19684" y="139953"/>
                    </a:lnTo>
                    <a:lnTo>
                      <a:pt x="634" y="138937"/>
                    </a:lnTo>
                    <a:close/>
                  </a:path>
                  <a:path w="6140450" h="4159885">
                    <a:moveTo>
                      <a:pt x="634" y="138937"/>
                    </a:moveTo>
                    <a:lnTo>
                      <a:pt x="19684" y="139953"/>
                    </a:lnTo>
                    <a:lnTo>
                      <a:pt x="13334" y="139573"/>
                    </a:lnTo>
                    <a:lnTo>
                      <a:pt x="19703" y="139573"/>
                    </a:lnTo>
                    <a:lnTo>
                      <a:pt x="19721" y="139191"/>
                    </a:lnTo>
                    <a:lnTo>
                      <a:pt x="6984" y="139191"/>
                    </a:lnTo>
                    <a:lnTo>
                      <a:pt x="634" y="138937"/>
                    </a:lnTo>
                    <a:close/>
                  </a:path>
                  <a:path w="6140450" h="4159885">
                    <a:moveTo>
                      <a:pt x="19703" y="139573"/>
                    </a:moveTo>
                    <a:lnTo>
                      <a:pt x="13334" y="139573"/>
                    </a:lnTo>
                    <a:lnTo>
                      <a:pt x="19684" y="139953"/>
                    </a:lnTo>
                    <a:lnTo>
                      <a:pt x="19703" y="139573"/>
                    </a:lnTo>
                    <a:close/>
                  </a:path>
                  <a:path w="6140450" h="4159885">
                    <a:moveTo>
                      <a:pt x="5461" y="129666"/>
                    </a:moveTo>
                    <a:lnTo>
                      <a:pt x="888" y="133603"/>
                    </a:lnTo>
                    <a:lnTo>
                      <a:pt x="634" y="138937"/>
                    </a:lnTo>
                    <a:lnTo>
                      <a:pt x="6984" y="139191"/>
                    </a:lnTo>
                    <a:lnTo>
                      <a:pt x="19721" y="139191"/>
                    </a:lnTo>
                    <a:lnTo>
                      <a:pt x="19938" y="134620"/>
                    </a:lnTo>
                    <a:lnTo>
                      <a:pt x="15875" y="130175"/>
                    </a:lnTo>
                    <a:lnTo>
                      <a:pt x="5461" y="129666"/>
                    </a:lnTo>
                    <a:close/>
                  </a:path>
                  <a:path w="6140450" h="4159885">
                    <a:moveTo>
                      <a:pt x="9525" y="99060"/>
                    </a:moveTo>
                    <a:lnTo>
                      <a:pt x="7619" y="104012"/>
                    </a:lnTo>
                    <a:lnTo>
                      <a:pt x="10159" y="109474"/>
                    </a:lnTo>
                    <a:lnTo>
                      <a:pt x="15112" y="111251"/>
                    </a:lnTo>
                    <a:lnTo>
                      <a:pt x="20065" y="113157"/>
                    </a:lnTo>
                    <a:lnTo>
                      <a:pt x="25526" y="110616"/>
                    </a:lnTo>
                    <a:lnTo>
                      <a:pt x="27304" y="105663"/>
                    </a:lnTo>
                    <a:lnTo>
                      <a:pt x="22859" y="104012"/>
                    </a:lnTo>
                    <a:lnTo>
                      <a:pt x="21336" y="103504"/>
                    </a:lnTo>
                    <a:lnTo>
                      <a:pt x="21492" y="103504"/>
                    </a:lnTo>
                    <a:lnTo>
                      <a:pt x="9525" y="99060"/>
                    </a:lnTo>
                    <a:close/>
                  </a:path>
                  <a:path w="6140450" h="4159885">
                    <a:moveTo>
                      <a:pt x="16763" y="91566"/>
                    </a:moveTo>
                    <a:lnTo>
                      <a:pt x="11302" y="94107"/>
                    </a:lnTo>
                    <a:lnTo>
                      <a:pt x="9525" y="99060"/>
                    </a:lnTo>
                    <a:lnTo>
                      <a:pt x="27304" y="105663"/>
                    </a:lnTo>
                    <a:lnTo>
                      <a:pt x="29209" y="100711"/>
                    </a:lnTo>
                    <a:lnTo>
                      <a:pt x="26669" y="95250"/>
                    </a:lnTo>
                    <a:lnTo>
                      <a:pt x="21716" y="93345"/>
                    </a:lnTo>
                    <a:lnTo>
                      <a:pt x="16763" y="91566"/>
                    </a:lnTo>
                    <a:close/>
                  </a:path>
                  <a:path w="6140450" h="4159885">
                    <a:moveTo>
                      <a:pt x="21492" y="103504"/>
                    </a:moveTo>
                    <a:lnTo>
                      <a:pt x="21336" y="103504"/>
                    </a:lnTo>
                    <a:lnTo>
                      <a:pt x="22740" y="104012"/>
                    </a:lnTo>
                    <a:lnTo>
                      <a:pt x="21492" y="103504"/>
                    </a:lnTo>
                    <a:close/>
                  </a:path>
                  <a:path w="6140450" h="4159885">
                    <a:moveTo>
                      <a:pt x="28575" y="63118"/>
                    </a:moveTo>
                    <a:lnTo>
                      <a:pt x="25400" y="67310"/>
                    </a:lnTo>
                    <a:lnTo>
                      <a:pt x="26288" y="73278"/>
                    </a:lnTo>
                    <a:lnTo>
                      <a:pt x="34670" y="79628"/>
                    </a:lnTo>
                    <a:lnTo>
                      <a:pt x="40639" y="78739"/>
                    </a:lnTo>
                    <a:lnTo>
                      <a:pt x="43814" y="74549"/>
                    </a:lnTo>
                    <a:lnTo>
                      <a:pt x="28575" y="63118"/>
                    </a:lnTo>
                    <a:close/>
                  </a:path>
                  <a:path w="6140450" h="4159885">
                    <a:moveTo>
                      <a:pt x="37718" y="58038"/>
                    </a:moveTo>
                    <a:lnTo>
                      <a:pt x="31750" y="58927"/>
                    </a:lnTo>
                    <a:lnTo>
                      <a:pt x="28575" y="63118"/>
                    </a:lnTo>
                    <a:lnTo>
                      <a:pt x="43814" y="74549"/>
                    </a:lnTo>
                    <a:lnTo>
                      <a:pt x="46989" y="70230"/>
                    </a:lnTo>
                    <a:lnTo>
                      <a:pt x="46100" y="64262"/>
                    </a:lnTo>
                    <a:lnTo>
                      <a:pt x="41909" y="61213"/>
                    </a:lnTo>
                    <a:lnTo>
                      <a:pt x="37718" y="58038"/>
                    </a:lnTo>
                    <a:close/>
                  </a:path>
                  <a:path w="6140450" h="4159885">
                    <a:moveTo>
                      <a:pt x="56514" y="33527"/>
                    </a:moveTo>
                    <a:lnTo>
                      <a:pt x="52324" y="36702"/>
                    </a:lnTo>
                    <a:lnTo>
                      <a:pt x="51434" y="42672"/>
                    </a:lnTo>
                    <a:lnTo>
                      <a:pt x="57784" y="51053"/>
                    </a:lnTo>
                    <a:lnTo>
                      <a:pt x="63753" y="51942"/>
                    </a:lnTo>
                    <a:lnTo>
                      <a:pt x="67944" y="48767"/>
                    </a:lnTo>
                    <a:lnTo>
                      <a:pt x="56514" y="33527"/>
                    </a:lnTo>
                    <a:close/>
                  </a:path>
                  <a:path w="6140450" h="4159885">
                    <a:moveTo>
                      <a:pt x="60705" y="30352"/>
                    </a:moveTo>
                    <a:lnTo>
                      <a:pt x="56514" y="33527"/>
                    </a:lnTo>
                    <a:lnTo>
                      <a:pt x="67944" y="48767"/>
                    </a:lnTo>
                    <a:lnTo>
                      <a:pt x="72136" y="45592"/>
                    </a:lnTo>
                    <a:lnTo>
                      <a:pt x="73025" y="39624"/>
                    </a:lnTo>
                    <a:lnTo>
                      <a:pt x="66675" y="31241"/>
                    </a:lnTo>
                    <a:lnTo>
                      <a:pt x="60705" y="30352"/>
                    </a:lnTo>
                    <a:close/>
                  </a:path>
                  <a:path w="6140450" h="4159885">
                    <a:moveTo>
                      <a:pt x="90550" y="12826"/>
                    </a:moveTo>
                    <a:lnTo>
                      <a:pt x="85851" y="15112"/>
                    </a:lnTo>
                    <a:lnTo>
                      <a:pt x="83819" y="20827"/>
                    </a:lnTo>
                    <a:lnTo>
                      <a:pt x="88268" y="29972"/>
                    </a:lnTo>
                    <a:lnTo>
                      <a:pt x="88391" y="30225"/>
                    </a:lnTo>
                    <a:lnTo>
                      <a:pt x="94106" y="32258"/>
                    </a:lnTo>
                    <a:lnTo>
                      <a:pt x="98805" y="29972"/>
                    </a:lnTo>
                    <a:lnTo>
                      <a:pt x="97705" y="27686"/>
                    </a:lnTo>
                    <a:lnTo>
                      <a:pt x="96012" y="24257"/>
                    </a:lnTo>
                    <a:lnTo>
                      <a:pt x="94953" y="21971"/>
                    </a:lnTo>
                    <a:lnTo>
                      <a:pt x="90550" y="12826"/>
                    </a:lnTo>
                    <a:close/>
                  </a:path>
                  <a:path w="6140450" h="4159885">
                    <a:moveTo>
                      <a:pt x="95376" y="10540"/>
                    </a:moveTo>
                    <a:lnTo>
                      <a:pt x="90550" y="12826"/>
                    </a:lnTo>
                    <a:lnTo>
                      <a:pt x="91668" y="15112"/>
                    </a:lnTo>
                    <a:lnTo>
                      <a:pt x="98805" y="29972"/>
                    </a:lnTo>
                    <a:lnTo>
                      <a:pt x="103631" y="27686"/>
                    </a:lnTo>
                    <a:lnTo>
                      <a:pt x="105537" y="21971"/>
                    </a:lnTo>
                    <a:lnTo>
                      <a:pt x="101088" y="12826"/>
                    </a:lnTo>
                    <a:lnTo>
                      <a:pt x="100964" y="12573"/>
                    </a:lnTo>
                    <a:lnTo>
                      <a:pt x="95376" y="10540"/>
                    </a:lnTo>
                    <a:close/>
                  </a:path>
                  <a:path w="6140450" h="4159885">
                    <a:moveTo>
                      <a:pt x="129793" y="1650"/>
                    </a:moveTo>
                    <a:lnTo>
                      <a:pt x="124587" y="2412"/>
                    </a:lnTo>
                    <a:lnTo>
                      <a:pt x="121030" y="7365"/>
                    </a:lnTo>
                    <a:lnTo>
                      <a:pt x="122554" y="17779"/>
                    </a:lnTo>
                    <a:lnTo>
                      <a:pt x="127507" y="21336"/>
                    </a:lnTo>
                    <a:lnTo>
                      <a:pt x="132714" y="20574"/>
                    </a:lnTo>
                    <a:lnTo>
                      <a:pt x="131800" y="14859"/>
                    </a:lnTo>
                    <a:lnTo>
                      <a:pt x="130774" y="8000"/>
                    </a:lnTo>
                    <a:lnTo>
                      <a:pt x="129911" y="2412"/>
                    </a:lnTo>
                    <a:lnTo>
                      <a:pt x="129793" y="1650"/>
                    </a:lnTo>
                    <a:close/>
                  </a:path>
                  <a:path w="6140450" h="4159885">
                    <a:moveTo>
                      <a:pt x="135127" y="888"/>
                    </a:moveTo>
                    <a:lnTo>
                      <a:pt x="129920" y="1650"/>
                    </a:lnTo>
                    <a:lnTo>
                      <a:pt x="132602" y="19812"/>
                    </a:lnTo>
                    <a:lnTo>
                      <a:pt x="132714" y="20574"/>
                    </a:lnTo>
                    <a:lnTo>
                      <a:pt x="137921" y="19812"/>
                    </a:lnTo>
                    <a:lnTo>
                      <a:pt x="141477" y="14859"/>
                    </a:lnTo>
                    <a:lnTo>
                      <a:pt x="139953" y="4572"/>
                    </a:lnTo>
                    <a:lnTo>
                      <a:pt x="135127" y="888"/>
                    </a:lnTo>
                    <a:close/>
                  </a:path>
                  <a:path w="6140450" h="4159885">
                    <a:moveTo>
                      <a:pt x="169290" y="0"/>
                    </a:moveTo>
                    <a:lnTo>
                      <a:pt x="164083" y="0"/>
                    </a:lnTo>
                    <a:lnTo>
                      <a:pt x="159765" y="4317"/>
                    </a:lnTo>
                    <a:lnTo>
                      <a:pt x="159765" y="14732"/>
                    </a:lnTo>
                    <a:lnTo>
                      <a:pt x="164083" y="19050"/>
                    </a:lnTo>
                    <a:lnTo>
                      <a:pt x="169290" y="19050"/>
                    </a:lnTo>
                    <a:lnTo>
                      <a:pt x="169290" y="0"/>
                    </a:lnTo>
                    <a:close/>
                  </a:path>
                  <a:path w="6140450" h="4159885">
                    <a:moveTo>
                      <a:pt x="174625" y="0"/>
                    </a:moveTo>
                    <a:lnTo>
                      <a:pt x="169290" y="0"/>
                    </a:lnTo>
                    <a:lnTo>
                      <a:pt x="169290" y="19050"/>
                    </a:lnTo>
                    <a:lnTo>
                      <a:pt x="174625" y="19050"/>
                    </a:lnTo>
                    <a:lnTo>
                      <a:pt x="178815" y="14732"/>
                    </a:lnTo>
                    <a:lnTo>
                      <a:pt x="178815" y="4317"/>
                    </a:lnTo>
                    <a:lnTo>
                      <a:pt x="174625" y="0"/>
                    </a:lnTo>
                    <a:close/>
                  </a:path>
                  <a:path w="6140450" h="4159885">
                    <a:moveTo>
                      <a:pt x="207390" y="0"/>
                    </a:moveTo>
                    <a:lnTo>
                      <a:pt x="202183" y="0"/>
                    </a:lnTo>
                    <a:lnTo>
                      <a:pt x="197865" y="4317"/>
                    </a:lnTo>
                    <a:lnTo>
                      <a:pt x="197865" y="14732"/>
                    </a:lnTo>
                    <a:lnTo>
                      <a:pt x="202183" y="19050"/>
                    </a:lnTo>
                    <a:lnTo>
                      <a:pt x="207390" y="19050"/>
                    </a:lnTo>
                    <a:lnTo>
                      <a:pt x="207390" y="0"/>
                    </a:lnTo>
                    <a:close/>
                  </a:path>
                  <a:path w="6140450" h="4159885">
                    <a:moveTo>
                      <a:pt x="212725" y="0"/>
                    </a:moveTo>
                    <a:lnTo>
                      <a:pt x="207390" y="0"/>
                    </a:lnTo>
                    <a:lnTo>
                      <a:pt x="207390" y="19050"/>
                    </a:lnTo>
                    <a:lnTo>
                      <a:pt x="212725" y="19050"/>
                    </a:lnTo>
                    <a:lnTo>
                      <a:pt x="216915" y="14732"/>
                    </a:lnTo>
                    <a:lnTo>
                      <a:pt x="216915" y="4317"/>
                    </a:lnTo>
                    <a:lnTo>
                      <a:pt x="212725" y="0"/>
                    </a:lnTo>
                    <a:close/>
                  </a:path>
                  <a:path w="6140450" h="4159885">
                    <a:moveTo>
                      <a:pt x="245490" y="0"/>
                    </a:moveTo>
                    <a:lnTo>
                      <a:pt x="240283" y="0"/>
                    </a:lnTo>
                    <a:lnTo>
                      <a:pt x="235965" y="4317"/>
                    </a:lnTo>
                    <a:lnTo>
                      <a:pt x="235965" y="14732"/>
                    </a:lnTo>
                    <a:lnTo>
                      <a:pt x="240283" y="19050"/>
                    </a:lnTo>
                    <a:lnTo>
                      <a:pt x="245490" y="19050"/>
                    </a:lnTo>
                    <a:lnTo>
                      <a:pt x="245490" y="0"/>
                    </a:lnTo>
                    <a:close/>
                  </a:path>
                  <a:path w="6140450" h="4159885">
                    <a:moveTo>
                      <a:pt x="250825" y="0"/>
                    </a:moveTo>
                    <a:lnTo>
                      <a:pt x="245490" y="0"/>
                    </a:lnTo>
                    <a:lnTo>
                      <a:pt x="245490" y="19050"/>
                    </a:lnTo>
                    <a:lnTo>
                      <a:pt x="250825" y="19050"/>
                    </a:lnTo>
                    <a:lnTo>
                      <a:pt x="255015" y="14732"/>
                    </a:lnTo>
                    <a:lnTo>
                      <a:pt x="255015" y="4317"/>
                    </a:lnTo>
                    <a:lnTo>
                      <a:pt x="250825" y="0"/>
                    </a:lnTo>
                    <a:close/>
                  </a:path>
                  <a:path w="6140450" h="4159885">
                    <a:moveTo>
                      <a:pt x="283590" y="0"/>
                    </a:moveTo>
                    <a:lnTo>
                      <a:pt x="278383" y="0"/>
                    </a:lnTo>
                    <a:lnTo>
                      <a:pt x="274065" y="4317"/>
                    </a:lnTo>
                    <a:lnTo>
                      <a:pt x="274065" y="14732"/>
                    </a:lnTo>
                    <a:lnTo>
                      <a:pt x="278383" y="19050"/>
                    </a:lnTo>
                    <a:lnTo>
                      <a:pt x="283590" y="19050"/>
                    </a:lnTo>
                    <a:lnTo>
                      <a:pt x="283590" y="0"/>
                    </a:lnTo>
                    <a:close/>
                  </a:path>
                  <a:path w="6140450" h="4159885">
                    <a:moveTo>
                      <a:pt x="288925" y="0"/>
                    </a:moveTo>
                    <a:lnTo>
                      <a:pt x="283717" y="0"/>
                    </a:lnTo>
                    <a:lnTo>
                      <a:pt x="283717" y="19050"/>
                    </a:lnTo>
                    <a:lnTo>
                      <a:pt x="288925" y="19050"/>
                    </a:lnTo>
                    <a:lnTo>
                      <a:pt x="293242" y="14732"/>
                    </a:lnTo>
                    <a:lnTo>
                      <a:pt x="293242" y="4317"/>
                    </a:lnTo>
                    <a:lnTo>
                      <a:pt x="288925" y="0"/>
                    </a:lnTo>
                    <a:close/>
                  </a:path>
                  <a:path w="6140450" h="4159885">
                    <a:moveTo>
                      <a:pt x="321817" y="0"/>
                    </a:moveTo>
                    <a:lnTo>
                      <a:pt x="316483" y="0"/>
                    </a:lnTo>
                    <a:lnTo>
                      <a:pt x="312292" y="4317"/>
                    </a:lnTo>
                    <a:lnTo>
                      <a:pt x="312292" y="14732"/>
                    </a:lnTo>
                    <a:lnTo>
                      <a:pt x="316483" y="19050"/>
                    </a:lnTo>
                    <a:lnTo>
                      <a:pt x="321817" y="19050"/>
                    </a:lnTo>
                    <a:lnTo>
                      <a:pt x="321817" y="0"/>
                    </a:lnTo>
                    <a:close/>
                  </a:path>
                  <a:path w="6140450" h="4159885">
                    <a:moveTo>
                      <a:pt x="327025" y="0"/>
                    </a:moveTo>
                    <a:lnTo>
                      <a:pt x="321817" y="0"/>
                    </a:lnTo>
                    <a:lnTo>
                      <a:pt x="321817" y="19050"/>
                    </a:lnTo>
                    <a:lnTo>
                      <a:pt x="327025" y="19050"/>
                    </a:lnTo>
                    <a:lnTo>
                      <a:pt x="331342" y="14732"/>
                    </a:lnTo>
                    <a:lnTo>
                      <a:pt x="331342" y="4317"/>
                    </a:lnTo>
                    <a:lnTo>
                      <a:pt x="327025" y="0"/>
                    </a:lnTo>
                    <a:close/>
                  </a:path>
                  <a:path w="6140450" h="4159885">
                    <a:moveTo>
                      <a:pt x="359917" y="0"/>
                    </a:moveTo>
                    <a:lnTo>
                      <a:pt x="354583" y="0"/>
                    </a:lnTo>
                    <a:lnTo>
                      <a:pt x="350392" y="4317"/>
                    </a:lnTo>
                    <a:lnTo>
                      <a:pt x="350392" y="14732"/>
                    </a:lnTo>
                    <a:lnTo>
                      <a:pt x="354583" y="19050"/>
                    </a:lnTo>
                    <a:lnTo>
                      <a:pt x="359917" y="19050"/>
                    </a:lnTo>
                    <a:lnTo>
                      <a:pt x="359917" y="0"/>
                    </a:lnTo>
                    <a:close/>
                  </a:path>
                  <a:path w="6140450" h="4159885">
                    <a:moveTo>
                      <a:pt x="365125" y="0"/>
                    </a:moveTo>
                    <a:lnTo>
                      <a:pt x="359917" y="0"/>
                    </a:lnTo>
                    <a:lnTo>
                      <a:pt x="359917" y="19050"/>
                    </a:lnTo>
                    <a:lnTo>
                      <a:pt x="365125" y="19050"/>
                    </a:lnTo>
                    <a:lnTo>
                      <a:pt x="369442" y="14732"/>
                    </a:lnTo>
                    <a:lnTo>
                      <a:pt x="369442" y="4317"/>
                    </a:lnTo>
                    <a:lnTo>
                      <a:pt x="365125" y="0"/>
                    </a:lnTo>
                    <a:close/>
                  </a:path>
                  <a:path w="6140450" h="4159885">
                    <a:moveTo>
                      <a:pt x="398017" y="0"/>
                    </a:moveTo>
                    <a:lnTo>
                      <a:pt x="392683" y="0"/>
                    </a:lnTo>
                    <a:lnTo>
                      <a:pt x="388492" y="4317"/>
                    </a:lnTo>
                    <a:lnTo>
                      <a:pt x="388492" y="14732"/>
                    </a:lnTo>
                    <a:lnTo>
                      <a:pt x="392683" y="19050"/>
                    </a:lnTo>
                    <a:lnTo>
                      <a:pt x="398017" y="19050"/>
                    </a:lnTo>
                    <a:lnTo>
                      <a:pt x="398017" y="0"/>
                    </a:lnTo>
                    <a:close/>
                  </a:path>
                  <a:path w="6140450" h="4159885">
                    <a:moveTo>
                      <a:pt x="403225" y="0"/>
                    </a:moveTo>
                    <a:lnTo>
                      <a:pt x="398017" y="0"/>
                    </a:lnTo>
                    <a:lnTo>
                      <a:pt x="398017" y="19050"/>
                    </a:lnTo>
                    <a:lnTo>
                      <a:pt x="403225" y="19050"/>
                    </a:lnTo>
                    <a:lnTo>
                      <a:pt x="407542" y="14732"/>
                    </a:lnTo>
                    <a:lnTo>
                      <a:pt x="407542" y="4317"/>
                    </a:lnTo>
                    <a:lnTo>
                      <a:pt x="403225" y="0"/>
                    </a:lnTo>
                    <a:close/>
                  </a:path>
                  <a:path w="6140450" h="4159885">
                    <a:moveTo>
                      <a:pt x="436117" y="0"/>
                    </a:moveTo>
                    <a:lnTo>
                      <a:pt x="430911" y="0"/>
                    </a:lnTo>
                    <a:lnTo>
                      <a:pt x="426592" y="4317"/>
                    </a:lnTo>
                    <a:lnTo>
                      <a:pt x="426592" y="14732"/>
                    </a:lnTo>
                    <a:lnTo>
                      <a:pt x="430911" y="19050"/>
                    </a:lnTo>
                    <a:lnTo>
                      <a:pt x="436117" y="19050"/>
                    </a:lnTo>
                    <a:lnTo>
                      <a:pt x="436117" y="0"/>
                    </a:lnTo>
                    <a:close/>
                  </a:path>
                  <a:path w="6140450" h="4159885">
                    <a:moveTo>
                      <a:pt x="441451" y="0"/>
                    </a:moveTo>
                    <a:lnTo>
                      <a:pt x="436117" y="0"/>
                    </a:lnTo>
                    <a:lnTo>
                      <a:pt x="436117" y="19050"/>
                    </a:lnTo>
                    <a:lnTo>
                      <a:pt x="441451" y="19050"/>
                    </a:lnTo>
                    <a:lnTo>
                      <a:pt x="445642" y="14732"/>
                    </a:lnTo>
                    <a:lnTo>
                      <a:pt x="445642" y="4317"/>
                    </a:lnTo>
                    <a:lnTo>
                      <a:pt x="441451" y="0"/>
                    </a:lnTo>
                    <a:close/>
                  </a:path>
                  <a:path w="6140450" h="4159885">
                    <a:moveTo>
                      <a:pt x="474217" y="0"/>
                    </a:moveTo>
                    <a:lnTo>
                      <a:pt x="469011" y="0"/>
                    </a:lnTo>
                    <a:lnTo>
                      <a:pt x="464692" y="4317"/>
                    </a:lnTo>
                    <a:lnTo>
                      <a:pt x="464692" y="14732"/>
                    </a:lnTo>
                    <a:lnTo>
                      <a:pt x="469011" y="19050"/>
                    </a:lnTo>
                    <a:lnTo>
                      <a:pt x="474217" y="19050"/>
                    </a:lnTo>
                    <a:lnTo>
                      <a:pt x="474217" y="0"/>
                    </a:lnTo>
                    <a:close/>
                  </a:path>
                  <a:path w="6140450" h="4159885">
                    <a:moveTo>
                      <a:pt x="479551" y="0"/>
                    </a:moveTo>
                    <a:lnTo>
                      <a:pt x="474217" y="0"/>
                    </a:lnTo>
                    <a:lnTo>
                      <a:pt x="474217" y="19050"/>
                    </a:lnTo>
                    <a:lnTo>
                      <a:pt x="479551" y="19050"/>
                    </a:lnTo>
                    <a:lnTo>
                      <a:pt x="483742" y="14732"/>
                    </a:lnTo>
                    <a:lnTo>
                      <a:pt x="483742" y="4317"/>
                    </a:lnTo>
                    <a:lnTo>
                      <a:pt x="479551" y="0"/>
                    </a:lnTo>
                    <a:close/>
                  </a:path>
                  <a:path w="6140450" h="4159885">
                    <a:moveTo>
                      <a:pt x="512317" y="0"/>
                    </a:moveTo>
                    <a:lnTo>
                      <a:pt x="507111" y="0"/>
                    </a:lnTo>
                    <a:lnTo>
                      <a:pt x="502792" y="4317"/>
                    </a:lnTo>
                    <a:lnTo>
                      <a:pt x="502792" y="14732"/>
                    </a:lnTo>
                    <a:lnTo>
                      <a:pt x="507111" y="19050"/>
                    </a:lnTo>
                    <a:lnTo>
                      <a:pt x="512317" y="19050"/>
                    </a:lnTo>
                    <a:lnTo>
                      <a:pt x="512317" y="0"/>
                    </a:lnTo>
                    <a:close/>
                  </a:path>
                  <a:path w="6140450" h="4159885">
                    <a:moveTo>
                      <a:pt x="517651" y="0"/>
                    </a:moveTo>
                    <a:lnTo>
                      <a:pt x="512317" y="0"/>
                    </a:lnTo>
                    <a:lnTo>
                      <a:pt x="512317" y="19050"/>
                    </a:lnTo>
                    <a:lnTo>
                      <a:pt x="517651" y="19050"/>
                    </a:lnTo>
                    <a:lnTo>
                      <a:pt x="521842" y="14732"/>
                    </a:lnTo>
                    <a:lnTo>
                      <a:pt x="521842" y="4317"/>
                    </a:lnTo>
                    <a:lnTo>
                      <a:pt x="517651" y="0"/>
                    </a:lnTo>
                    <a:close/>
                  </a:path>
                  <a:path w="6140450" h="4159885">
                    <a:moveTo>
                      <a:pt x="550417" y="0"/>
                    </a:moveTo>
                    <a:lnTo>
                      <a:pt x="545211" y="0"/>
                    </a:lnTo>
                    <a:lnTo>
                      <a:pt x="540892" y="4317"/>
                    </a:lnTo>
                    <a:lnTo>
                      <a:pt x="540892" y="14732"/>
                    </a:lnTo>
                    <a:lnTo>
                      <a:pt x="545211" y="19050"/>
                    </a:lnTo>
                    <a:lnTo>
                      <a:pt x="550417" y="19050"/>
                    </a:lnTo>
                    <a:lnTo>
                      <a:pt x="550417" y="0"/>
                    </a:lnTo>
                    <a:close/>
                  </a:path>
                  <a:path w="6140450" h="4159885">
                    <a:moveTo>
                      <a:pt x="555751" y="0"/>
                    </a:moveTo>
                    <a:lnTo>
                      <a:pt x="550544" y="0"/>
                    </a:lnTo>
                    <a:lnTo>
                      <a:pt x="550544" y="19050"/>
                    </a:lnTo>
                    <a:lnTo>
                      <a:pt x="555751" y="19050"/>
                    </a:lnTo>
                    <a:lnTo>
                      <a:pt x="560069" y="14732"/>
                    </a:lnTo>
                    <a:lnTo>
                      <a:pt x="560069" y="4317"/>
                    </a:lnTo>
                    <a:lnTo>
                      <a:pt x="555751" y="0"/>
                    </a:lnTo>
                    <a:close/>
                  </a:path>
                  <a:path w="6140450" h="4159885">
                    <a:moveTo>
                      <a:pt x="588644" y="0"/>
                    </a:moveTo>
                    <a:lnTo>
                      <a:pt x="583311" y="0"/>
                    </a:lnTo>
                    <a:lnTo>
                      <a:pt x="579119" y="4317"/>
                    </a:lnTo>
                    <a:lnTo>
                      <a:pt x="579119" y="14732"/>
                    </a:lnTo>
                    <a:lnTo>
                      <a:pt x="583311" y="19050"/>
                    </a:lnTo>
                    <a:lnTo>
                      <a:pt x="588644" y="19050"/>
                    </a:lnTo>
                    <a:lnTo>
                      <a:pt x="588644" y="0"/>
                    </a:lnTo>
                    <a:close/>
                  </a:path>
                  <a:path w="6140450" h="4159885">
                    <a:moveTo>
                      <a:pt x="593851" y="0"/>
                    </a:moveTo>
                    <a:lnTo>
                      <a:pt x="588644" y="0"/>
                    </a:lnTo>
                    <a:lnTo>
                      <a:pt x="588644" y="19050"/>
                    </a:lnTo>
                    <a:lnTo>
                      <a:pt x="593851" y="19050"/>
                    </a:lnTo>
                    <a:lnTo>
                      <a:pt x="598169" y="14732"/>
                    </a:lnTo>
                    <a:lnTo>
                      <a:pt x="598169" y="4317"/>
                    </a:lnTo>
                    <a:lnTo>
                      <a:pt x="593851" y="0"/>
                    </a:lnTo>
                    <a:close/>
                  </a:path>
                  <a:path w="6140450" h="4159885">
                    <a:moveTo>
                      <a:pt x="626744" y="0"/>
                    </a:moveTo>
                    <a:lnTo>
                      <a:pt x="621411" y="0"/>
                    </a:lnTo>
                    <a:lnTo>
                      <a:pt x="617219" y="4317"/>
                    </a:lnTo>
                    <a:lnTo>
                      <a:pt x="617219" y="14732"/>
                    </a:lnTo>
                    <a:lnTo>
                      <a:pt x="621411" y="19050"/>
                    </a:lnTo>
                    <a:lnTo>
                      <a:pt x="626744" y="19050"/>
                    </a:lnTo>
                    <a:lnTo>
                      <a:pt x="626744" y="0"/>
                    </a:lnTo>
                    <a:close/>
                  </a:path>
                  <a:path w="6140450" h="4159885">
                    <a:moveTo>
                      <a:pt x="631951" y="0"/>
                    </a:moveTo>
                    <a:lnTo>
                      <a:pt x="626744" y="0"/>
                    </a:lnTo>
                    <a:lnTo>
                      <a:pt x="626744" y="19050"/>
                    </a:lnTo>
                    <a:lnTo>
                      <a:pt x="631951" y="19050"/>
                    </a:lnTo>
                    <a:lnTo>
                      <a:pt x="636269" y="14732"/>
                    </a:lnTo>
                    <a:lnTo>
                      <a:pt x="636269" y="4317"/>
                    </a:lnTo>
                    <a:lnTo>
                      <a:pt x="631951" y="0"/>
                    </a:lnTo>
                    <a:close/>
                  </a:path>
                  <a:path w="6140450" h="4159885">
                    <a:moveTo>
                      <a:pt x="664844" y="0"/>
                    </a:moveTo>
                    <a:lnTo>
                      <a:pt x="659638" y="0"/>
                    </a:lnTo>
                    <a:lnTo>
                      <a:pt x="655319" y="4317"/>
                    </a:lnTo>
                    <a:lnTo>
                      <a:pt x="655319" y="14732"/>
                    </a:lnTo>
                    <a:lnTo>
                      <a:pt x="659638" y="19050"/>
                    </a:lnTo>
                    <a:lnTo>
                      <a:pt x="664844" y="19050"/>
                    </a:lnTo>
                    <a:lnTo>
                      <a:pt x="664844" y="0"/>
                    </a:lnTo>
                    <a:close/>
                  </a:path>
                  <a:path w="6140450" h="4159885">
                    <a:moveTo>
                      <a:pt x="670051" y="0"/>
                    </a:moveTo>
                    <a:lnTo>
                      <a:pt x="664844" y="0"/>
                    </a:lnTo>
                    <a:lnTo>
                      <a:pt x="664844" y="19050"/>
                    </a:lnTo>
                    <a:lnTo>
                      <a:pt x="670051" y="19050"/>
                    </a:lnTo>
                    <a:lnTo>
                      <a:pt x="674369" y="14732"/>
                    </a:lnTo>
                    <a:lnTo>
                      <a:pt x="674369" y="4317"/>
                    </a:lnTo>
                    <a:lnTo>
                      <a:pt x="670051" y="0"/>
                    </a:lnTo>
                    <a:close/>
                  </a:path>
                  <a:path w="6140450" h="4159885">
                    <a:moveTo>
                      <a:pt x="702944" y="0"/>
                    </a:moveTo>
                    <a:lnTo>
                      <a:pt x="697738" y="0"/>
                    </a:lnTo>
                    <a:lnTo>
                      <a:pt x="693419" y="4317"/>
                    </a:lnTo>
                    <a:lnTo>
                      <a:pt x="693419" y="14732"/>
                    </a:lnTo>
                    <a:lnTo>
                      <a:pt x="697738" y="19050"/>
                    </a:lnTo>
                    <a:lnTo>
                      <a:pt x="702944" y="19050"/>
                    </a:lnTo>
                    <a:lnTo>
                      <a:pt x="702944" y="0"/>
                    </a:lnTo>
                    <a:close/>
                  </a:path>
                  <a:path w="6140450" h="4159885">
                    <a:moveTo>
                      <a:pt x="708278" y="0"/>
                    </a:moveTo>
                    <a:lnTo>
                      <a:pt x="702944" y="0"/>
                    </a:lnTo>
                    <a:lnTo>
                      <a:pt x="702944" y="19050"/>
                    </a:lnTo>
                    <a:lnTo>
                      <a:pt x="708278" y="19050"/>
                    </a:lnTo>
                    <a:lnTo>
                      <a:pt x="712469" y="14732"/>
                    </a:lnTo>
                    <a:lnTo>
                      <a:pt x="712469" y="4317"/>
                    </a:lnTo>
                    <a:lnTo>
                      <a:pt x="708278" y="0"/>
                    </a:lnTo>
                    <a:close/>
                  </a:path>
                  <a:path w="6140450" h="4159885">
                    <a:moveTo>
                      <a:pt x="741044" y="0"/>
                    </a:moveTo>
                    <a:lnTo>
                      <a:pt x="735838" y="0"/>
                    </a:lnTo>
                    <a:lnTo>
                      <a:pt x="731519" y="4317"/>
                    </a:lnTo>
                    <a:lnTo>
                      <a:pt x="731519" y="14732"/>
                    </a:lnTo>
                    <a:lnTo>
                      <a:pt x="735838" y="19050"/>
                    </a:lnTo>
                    <a:lnTo>
                      <a:pt x="741044" y="19050"/>
                    </a:lnTo>
                    <a:lnTo>
                      <a:pt x="741044" y="0"/>
                    </a:lnTo>
                    <a:close/>
                  </a:path>
                  <a:path w="6140450" h="4159885">
                    <a:moveTo>
                      <a:pt x="746378" y="0"/>
                    </a:moveTo>
                    <a:lnTo>
                      <a:pt x="741044" y="0"/>
                    </a:lnTo>
                    <a:lnTo>
                      <a:pt x="741044" y="19050"/>
                    </a:lnTo>
                    <a:lnTo>
                      <a:pt x="746378" y="19050"/>
                    </a:lnTo>
                    <a:lnTo>
                      <a:pt x="750569" y="14732"/>
                    </a:lnTo>
                    <a:lnTo>
                      <a:pt x="750569" y="4317"/>
                    </a:lnTo>
                    <a:lnTo>
                      <a:pt x="746378" y="0"/>
                    </a:lnTo>
                    <a:close/>
                  </a:path>
                  <a:path w="6140450" h="4159885">
                    <a:moveTo>
                      <a:pt x="779144" y="0"/>
                    </a:moveTo>
                    <a:lnTo>
                      <a:pt x="773938" y="0"/>
                    </a:lnTo>
                    <a:lnTo>
                      <a:pt x="769619" y="4317"/>
                    </a:lnTo>
                    <a:lnTo>
                      <a:pt x="769619" y="14732"/>
                    </a:lnTo>
                    <a:lnTo>
                      <a:pt x="773938" y="19050"/>
                    </a:lnTo>
                    <a:lnTo>
                      <a:pt x="779144" y="19050"/>
                    </a:lnTo>
                    <a:lnTo>
                      <a:pt x="779144" y="0"/>
                    </a:lnTo>
                    <a:close/>
                  </a:path>
                  <a:path w="6140450" h="4159885">
                    <a:moveTo>
                      <a:pt x="784478" y="0"/>
                    </a:moveTo>
                    <a:lnTo>
                      <a:pt x="779271" y="0"/>
                    </a:lnTo>
                    <a:lnTo>
                      <a:pt x="779271" y="19050"/>
                    </a:lnTo>
                    <a:lnTo>
                      <a:pt x="784478" y="19050"/>
                    </a:lnTo>
                    <a:lnTo>
                      <a:pt x="788796" y="14732"/>
                    </a:lnTo>
                    <a:lnTo>
                      <a:pt x="788796" y="4317"/>
                    </a:lnTo>
                    <a:lnTo>
                      <a:pt x="784478" y="0"/>
                    </a:lnTo>
                    <a:close/>
                  </a:path>
                  <a:path w="6140450" h="4159885">
                    <a:moveTo>
                      <a:pt x="817371" y="0"/>
                    </a:moveTo>
                    <a:lnTo>
                      <a:pt x="812038" y="0"/>
                    </a:lnTo>
                    <a:lnTo>
                      <a:pt x="807846" y="4317"/>
                    </a:lnTo>
                    <a:lnTo>
                      <a:pt x="807846" y="14732"/>
                    </a:lnTo>
                    <a:lnTo>
                      <a:pt x="812038" y="19050"/>
                    </a:lnTo>
                    <a:lnTo>
                      <a:pt x="817371" y="19050"/>
                    </a:lnTo>
                    <a:lnTo>
                      <a:pt x="817371" y="0"/>
                    </a:lnTo>
                    <a:close/>
                  </a:path>
                  <a:path w="6140450" h="4159885">
                    <a:moveTo>
                      <a:pt x="822578" y="0"/>
                    </a:moveTo>
                    <a:lnTo>
                      <a:pt x="817371" y="0"/>
                    </a:lnTo>
                    <a:lnTo>
                      <a:pt x="817371" y="19050"/>
                    </a:lnTo>
                    <a:lnTo>
                      <a:pt x="822578" y="19050"/>
                    </a:lnTo>
                    <a:lnTo>
                      <a:pt x="826896" y="14732"/>
                    </a:lnTo>
                    <a:lnTo>
                      <a:pt x="826896" y="4317"/>
                    </a:lnTo>
                    <a:lnTo>
                      <a:pt x="822578" y="0"/>
                    </a:lnTo>
                    <a:close/>
                  </a:path>
                  <a:path w="6140450" h="4159885">
                    <a:moveTo>
                      <a:pt x="855471" y="0"/>
                    </a:moveTo>
                    <a:lnTo>
                      <a:pt x="850138" y="0"/>
                    </a:lnTo>
                    <a:lnTo>
                      <a:pt x="845946" y="4317"/>
                    </a:lnTo>
                    <a:lnTo>
                      <a:pt x="845946" y="14732"/>
                    </a:lnTo>
                    <a:lnTo>
                      <a:pt x="850138" y="19050"/>
                    </a:lnTo>
                    <a:lnTo>
                      <a:pt x="855471" y="19050"/>
                    </a:lnTo>
                    <a:lnTo>
                      <a:pt x="855471" y="0"/>
                    </a:lnTo>
                    <a:close/>
                  </a:path>
                  <a:path w="6140450" h="4159885">
                    <a:moveTo>
                      <a:pt x="860678" y="0"/>
                    </a:moveTo>
                    <a:lnTo>
                      <a:pt x="855471" y="0"/>
                    </a:lnTo>
                    <a:lnTo>
                      <a:pt x="855471" y="19050"/>
                    </a:lnTo>
                    <a:lnTo>
                      <a:pt x="860678" y="19050"/>
                    </a:lnTo>
                    <a:lnTo>
                      <a:pt x="864996" y="14732"/>
                    </a:lnTo>
                    <a:lnTo>
                      <a:pt x="864996" y="4317"/>
                    </a:lnTo>
                    <a:lnTo>
                      <a:pt x="860678" y="0"/>
                    </a:lnTo>
                    <a:close/>
                  </a:path>
                  <a:path w="6140450" h="4159885">
                    <a:moveTo>
                      <a:pt x="893571" y="0"/>
                    </a:moveTo>
                    <a:lnTo>
                      <a:pt x="888238" y="0"/>
                    </a:lnTo>
                    <a:lnTo>
                      <a:pt x="884046" y="4317"/>
                    </a:lnTo>
                    <a:lnTo>
                      <a:pt x="884046" y="14732"/>
                    </a:lnTo>
                    <a:lnTo>
                      <a:pt x="888238" y="19050"/>
                    </a:lnTo>
                    <a:lnTo>
                      <a:pt x="893571" y="19050"/>
                    </a:lnTo>
                    <a:lnTo>
                      <a:pt x="893571" y="0"/>
                    </a:lnTo>
                    <a:close/>
                  </a:path>
                  <a:path w="6140450" h="4159885">
                    <a:moveTo>
                      <a:pt x="898778" y="0"/>
                    </a:moveTo>
                    <a:lnTo>
                      <a:pt x="893571" y="0"/>
                    </a:lnTo>
                    <a:lnTo>
                      <a:pt x="893571" y="19050"/>
                    </a:lnTo>
                    <a:lnTo>
                      <a:pt x="898778" y="19050"/>
                    </a:lnTo>
                    <a:lnTo>
                      <a:pt x="903096" y="14732"/>
                    </a:lnTo>
                    <a:lnTo>
                      <a:pt x="903096" y="4317"/>
                    </a:lnTo>
                    <a:lnTo>
                      <a:pt x="898778" y="0"/>
                    </a:lnTo>
                    <a:close/>
                  </a:path>
                  <a:path w="6140450" h="4159885">
                    <a:moveTo>
                      <a:pt x="931671" y="0"/>
                    </a:moveTo>
                    <a:lnTo>
                      <a:pt x="926464" y="0"/>
                    </a:lnTo>
                    <a:lnTo>
                      <a:pt x="922146" y="4317"/>
                    </a:lnTo>
                    <a:lnTo>
                      <a:pt x="922146" y="14732"/>
                    </a:lnTo>
                    <a:lnTo>
                      <a:pt x="926464" y="19050"/>
                    </a:lnTo>
                    <a:lnTo>
                      <a:pt x="931671" y="19050"/>
                    </a:lnTo>
                    <a:lnTo>
                      <a:pt x="931671" y="0"/>
                    </a:lnTo>
                    <a:close/>
                  </a:path>
                  <a:path w="6140450" h="4159885">
                    <a:moveTo>
                      <a:pt x="937005" y="0"/>
                    </a:moveTo>
                    <a:lnTo>
                      <a:pt x="931671" y="0"/>
                    </a:lnTo>
                    <a:lnTo>
                      <a:pt x="931671" y="19050"/>
                    </a:lnTo>
                    <a:lnTo>
                      <a:pt x="937005" y="19050"/>
                    </a:lnTo>
                    <a:lnTo>
                      <a:pt x="941196" y="14732"/>
                    </a:lnTo>
                    <a:lnTo>
                      <a:pt x="941196" y="4317"/>
                    </a:lnTo>
                    <a:lnTo>
                      <a:pt x="937005" y="0"/>
                    </a:lnTo>
                    <a:close/>
                  </a:path>
                  <a:path w="6140450" h="4159885">
                    <a:moveTo>
                      <a:pt x="969771" y="0"/>
                    </a:moveTo>
                    <a:lnTo>
                      <a:pt x="964564" y="0"/>
                    </a:lnTo>
                    <a:lnTo>
                      <a:pt x="960246" y="4317"/>
                    </a:lnTo>
                    <a:lnTo>
                      <a:pt x="960246" y="14732"/>
                    </a:lnTo>
                    <a:lnTo>
                      <a:pt x="964564" y="19050"/>
                    </a:lnTo>
                    <a:lnTo>
                      <a:pt x="969771" y="19050"/>
                    </a:lnTo>
                    <a:lnTo>
                      <a:pt x="969771" y="0"/>
                    </a:lnTo>
                    <a:close/>
                  </a:path>
                  <a:path w="6140450" h="4159885">
                    <a:moveTo>
                      <a:pt x="975105" y="0"/>
                    </a:moveTo>
                    <a:lnTo>
                      <a:pt x="969771" y="0"/>
                    </a:lnTo>
                    <a:lnTo>
                      <a:pt x="969771" y="19050"/>
                    </a:lnTo>
                    <a:lnTo>
                      <a:pt x="975105" y="19050"/>
                    </a:lnTo>
                    <a:lnTo>
                      <a:pt x="979296" y="14732"/>
                    </a:lnTo>
                    <a:lnTo>
                      <a:pt x="979296" y="4317"/>
                    </a:lnTo>
                    <a:lnTo>
                      <a:pt x="975105" y="0"/>
                    </a:lnTo>
                    <a:close/>
                  </a:path>
                  <a:path w="6140450" h="4159885">
                    <a:moveTo>
                      <a:pt x="1007871" y="0"/>
                    </a:moveTo>
                    <a:lnTo>
                      <a:pt x="1002664" y="0"/>
                    </a:lnTo>
                    <a:lnTo>
                      <a:pt x="998346" y="4317"/>
                    </a:lnTo>
                    <a:lnTo>
                      <a:pt x="998346" y="14732"/>
                    </a:lnTo>
                    <a:lnTo>
                      <a:pt x="1002664" y="19050"/>
                    </a:lnTo>
                    <a:lnTo>
                      <a:pt x="1007871" y="19050"/>
                    </a:lnTo>
                    <a:lnTo>
                      <a:pt x="1007871" y="0"/>
                    </a:lnTo>
                    <a:close/>
                  </a:path>
                  <a:path w="6140450" h="4159885">
                    <a:moveTo>
                      <a:pt x="1013205" y="0"/>
                    </a:moveTo>
                    <a:lnTo>
                      <a:pt x="1007871" y="0"/>
                    </a:lnTo>
                    <a:lnTo>
                      <a:pt x="1007871" y="19050"/>
                    </a:lnTo>
                    <a:lnTo>
                      <a:pt x="1013205" y="19050"/>
                    </a:lnTo>
                    <a:lnTo>
                      <a:pt x="1017396" y="14732"/>
                    </a:lnTo>
                    <a:lnTo>
                      <a:pt x="1017396" y="4317"/>
                    </a:lnTo>
                    <a:lnTo>
                      <a:pt x="1013205" y="0"/>
                    </a:lnTo>
                    <a:close/>
                  </a:path>
                  <a:path w="6140450" h="4159885">
                    <a:moveTo>
                      <a:pt x="1045971" y="0"/>
                    </a:moveTo>
                    <a:lnTo>
                      <a:pt x="1040764" y="0"/>
                    </a:lnTo>
                    <a:lnTo>
                      <a:pt x="1036446" y="4317"/>
                    </a:lnTo>
                    <a:lnTo>
                      <a:pt x="1036446" y="14732"/>
                    </a:lnTo>
                    <a:lnTo>
                      <a:pt x="1040764" y="19050"/>
                    </a:lnTo>
                    <a:lnTo>
                      <a:pt x="1045971" y="19050"/>
                    </a:lnTo>
                    <a:lnTo>
                      <a:pt x="1045971" y="0"/>
                    </a:lnTo>
                    <a:close/>
                  </a:path>
                  <a:path w="6140450" h="4159885">
                    <a:moveTo>
                      <a:pt x="1046099" y="12700"/>
                    </a:moveTo>
                    <a:lnTo>
                      <a:pt x="1045971" y="12700"/>
                    </a:lnTo>
                    <a:lnTo>
                      <a:pt x="1045971" y="19050"/>
                    </a:lnTo>
                    <a:lnTo>
                      <a:pt x="1046099" y="19050"/>
                    </a:lnTo>
                    <a:lnTo>
                      <a:pt x="1046099" y="12700"/>
                    </a:lnTo>
                    <a:close/>
                  </a:path>
                  <a:path w="6140450" h="4159885">
                    <a:moveTo>
                      <a:pt x="1051305" y="0"/>
                    </a:moveTo>
                    <a:lnTo>
                      <a:pt x="1046099" y="0"/>
                    </a:lnTo>
                    <a:lnTo>
                      <a:pt x="1046099" y="19050"/>
                    </a:lnTo>
                    <a:lnTo>
                      <a:pt x="1051305" y="19050"/>
                    </a:lnTo>
                    <a:lnTo>
                      <a:pt x="1055624" y="14732"/>
                    </a:lnTo>
                    <a:lnTo>
                      <a:pt x="1055624" y="4317"/>
                    </a:lnTo>
                    <a:lnTo>
                      <a:pt x="1051305" y="0"/>
                    </a:lnTo>
                    <a:close/>
                  </a:path>
                  <a:path w="6140450" h="4159885">
                    <a:moveTo>
                      <a:pt x="1046099" y="0"/>
                    </a:moveTo>
                    <a:lnTo>
                      <a:pt x="1045971" y="0"/>
                    </a:lnTo>
                    <a:lnTo>
                      <a:pt x="1045971" y="6350"/>
                    </a:lnTo>
                    <a:lnTo>
                      <a:pt x="1046099" y="6350"/>
                    </a:lnTo>
                    <a:lnTo>
                      <a:pt x="1046099" y="0"/>
                    </a:lnTo>
                    <a:close/>
                  </a:path>
                  <a:path w="6140450" h="4159885">
                    <a:moveTo>
                      <a:pt x="1084199" y="0"/>
                    </a:moveTo>
                    <a:lnTo>
                      <a:pt x="1078864" y="0"/>
                    </a:lnTo>
                    <a:lnTo>
                      <a:pt x="1074674" y="4317"/>
                    </a:lnTo>
                    <a:lnTo>
                      <a:pt x="1074674" y="14732"/>
                    </a:lnTo>
                    <a:lnTo>
                      <a:pt x="1078864" y="19050"/>
                    </a:lnTo>
                    <a:lnTo>
                      <a:pt x="1084199" y="19050"/>
                    </a:lnTo>
                    <a:lnTo>
                      <a:pt x="1084199" y="0"/>
                    </a:lnTo>
                    <a:close/>
                  </a:path>
                  <a:path w="6140450" h="4159885">
                    <a:moveTo>
                      <a:pt x="1089405" y="0"/>
                    </a:moveTo>
                    <a:lnTo>
                      <a:pt x="1084199" y="0"/>
                    </a:lnTo>
                    <a:lnTo>
                      <a:pt x="1084199" y="19050"/>
                    </a:lnTo>
                    <a:lnTo>
                      <a:pt x="1089405" y="19050"/>
                    </a:lnTo>
                    <a:lnTo>
                      <a:pt x="1093724" y="14732"/>
                    </a:lnTo>
                    <a:lnTo>
                      <a:pt x="1093724" y="4317"/>
                    </a:lnTo>
                    <a:lnTo>
                      <a:pt x="1089405" y="0"/>
                    </a:lnTo>
                    <a:close/>
                  </a:path>
                  <a:path w="6140450" h="4159885">
                    <a:moveTo>
                      <a:pt x="1122299" y="0"/>
                    </a:moveTo>
                    <a:lnTo>
                      <a:pt x="1116964" y="0"/>
                    </a:lnTo>
                    <a:lnTo>
                      <a:pt x="1112774" y="4317"/>
                    </a:lnTo>
                    <a:lnTo>
                      <a:pt x="1112774" y="14732"/>
                    </a:lnTo>
                    <a:lnTo>
                      <a:pt x="1116964" y="19050"/>
                    </a:lnTo>
                    <a:lnTo>
                      <a:pt x="1122299" y="19050"/>
                    </a:lnTo>
                    <a:lnTo>
                      <a:pt x="1122299" y="0"/>
                    </a:lnTo>
                    <a:close/>
                  </a:path>
                  <a:path w="6140450" h="4159885">
                    <a:moveTo>
                      <a:pt x="1127505" y="0"/>
                    </a:moveTo>
                    <a:lnTo>
                      <a:pt x="1122299" y="0"/>
                    </a:lnTo>
                    <a:lnTo>
                      <a:pt x="1122299" y="19050"/>
                    </a:lnTo>
                    <a:lnTo>
                      <a:pt x="1127505" y="19050"/>
                    </a:lnTo>
                    <a:lnTo>
                      <a:pt x="1131824" y="14732"/>
                    </a:lnTo>
                    <a:lnTo>
                      <a:pt x="1131824" y="4317"/>
                    </a:lnTo>
                    <a:lnTo>
                      <a:pt x="1127505" y="0"/>
                    </a:lnTo>
                    <a:close/>
                  </a:path>
                  <a:path w="6140450" h="4159885">
                    <a:moveTo>
                      <a:pt x="1160399" y="0"/>
                    </a:moveTo>
                    <a:lnTo>
                      <a:pt x="1155064" y="0"/>
                    </a:lnTo>
                    <a:lnTo>
                      <a:pt x="1150874" y="4317"/>
                    </a:lnTo>
                    <a:lnTo>
                      <a:pt x="1150874" y="14732"/>
                    </a:lnTo>
                    <a:lnTo>
                      <a:pt x="1155064" y="19050"/>
                    </a:lnTo>
                    <a:lnTo>
                      <a:pt x="1160399" y="19050"/>
                    </a:lnTo>
                    <a:lnTo>
                      <a:pt x="1160399" y="0"/>
                    </a:lnTo>
                    <a:close/>
                  </a:path>
                  <a:path w="6140450" h="4159885">
                    <a:moveTo>
                      <a:pt x="1165605" y="0"/>
                    </a:moveTo>
                    <a:lnTo>
                      <a:pt x="1160399" y="0"/>
                    </a:lnTo>
                    <a:lnTo>
                      <a:pt x="1160399" y="19050"/>
                    </a:lnTo>
                    <a:lnTo>
                      <a:pt x="1165605" y="19050"/>
                    </a:lnTo>
                    <a:lnTo>
                      <a:pt x="1169924" y="14732"/>
                    </a:lnTo>
                    <a:lnTo>
                      <a:pt x="1169924" y="4317"/>
                    </a:lnTo>
                    <a:lnTo>
                      <a:pt x="1165605" y="0"/>
                    </a:lnTo>
                    <a:close/>
                  </a:path>
                  <a:path w="6140450" h="4159885">
                    <a:moveTo>
                      <a:pt x="1198499" y="0"/>
                    </a:moveTo>
                    <a:lnTo>
                      <a:pt x="1193291" y="0"/>
                    </a:lnTo>
                    <a:lnTo>
                      <a:pt x="1188974" y="4317"/>
                    </a:lnTo>
                    <a:lnTo>
                      <a:pt x="1188974" y="14732"/>
                    </a:lnTo>
                    <a:lnTo>
                      <a:pt x="1193291" y="19050"/>
                    </a:lnTo>
                    <a:lnTo>
                      <a:pt x="1198499" y="19050"/>
                    </a:lnTo>
                    <a:lnTo>
                      <a:pt x="1198499" y="0"/>
                    </a:lnTo>
                    <a:close/>
                  </a:path>
                  <a:path w="6140450" h="4159885">
                    <a:moveTo>
                      <a:pt x="1203832" y="0"/>
                    </a:moveTo>
                    <a:lnTo>
                      <a:pt x="1198499" y="0"/>
                    </a:lnTo>
                    <a:lnTo>
                      <a:pt x="1198499" y="19050"/>
                    </a:lnTo>
                    <a:lnTo>
                      <a:pt x="1203832" y="19050"/>
                    </a:lnTo>
                    <a:lnTo>
                      <a:pt x="1208024" y="14732"/>
                    </a:lnTo>
                    <a:lnTo>
                      <a:pt x="1208024" y="4317"/>
                    </a:lnTo>
                    <a:lnTo>
                      <a:pt x="1203832" y="0"/>
                    </a:lnTo>
                    <a:close/>
                  </a:path>
                  <a:path w="6140450" h="4159885">
                    <a:moveTo>
                      <a:pt x="1236599" y="0"/>
                    </a:moveTo>
                    <a:lnTo>
                      <a:pt x="1231392" y="0"/>
                    </a:lnTo>
                    <a:lnTo>
                      <a:pt x="1227074" y="4317"/>
                    </a:lnTo>
                    <a:lnTo>
                      <a:pt x="1227074" y="14732"/>
                    </a:lnTo>
                    <a:lnTo>
                      <a:pt x="1231392" y="19050"/>
                    </a:lnTo>
                    <a:lnTo>
                      <a:pt x="1236599" y="19050"/>
                    </a:lnTo>
                    <a:lnTo>
                      <a:pt x="1236599" y="0"/>
                    </a:lnTo>
                    <a:close/>
                  </a:path>
                  <a:path w="6140450" h="4159885">
                    <a:moveTo>
                      <a:pt x="1241932" y="0"/>
                    </a:moveTo>
                    <a:lnTo>
                      <a:pt x="1236599" y="0"/>
                    </a:lnTo>
                    <a:lnTo>
                      <a:pt x="1236599" y="19050"/>
                    </a:lnTo>
                    <a:lnTo>
                      <a:pt x="1241932" y="19050"/>
                    </a:lnTo>
                    <a:lnTo>
                      <a:pt x="1246124" y="14732"/>
                    </a:lnTo>
                    <a:lnTo>
                      <a:pt x="1246124" y="4317"/>
                    </a:lnTo>
                    <a:lnTo>
                      <a:pt x="1241932" y="0"/>
                    </a:lnTo>
                    <a:close/>
                  </a:path>
                  <a:path w="6140450" h="4159885">
                    <a:moveTo>
                      <a:pt x="1274699" y="0"/>
                    </a:moveTo>
                    <a:lnTo>
                      <a:pt x="1269492" y="0"/>
                    </a:lnTo>
                    <a:lnTo>
                      <a:pt x="1265174" y="4317"/>
                    </a:lnTo>
                    <a:lnTo>
                      <a:pt x="1265174" y="14732"/>
                    </a:lnTo>
                    <a:lnTo>
                      <a:pt x="1269492" y="19050"/>
                    </a:lnTo>
                    <a:lnTo>
                      <a:pt x="1274699" y="19050"/>
                    </a:lnTo>
                    <a:lnTo>
                      <a:pt x="1274699" y="0"/>
                    </a:lnTo>
                    <a:close/>
                  </a:path>
                  <a:path w="6140450" h="4159885">
                    <a:moveTo>
                      <a:pt x="1280032" y="0"/>
                    </a:moveTo>
                    <a:lnTo>
                      <a:pt x="1274699" y="0"/>
                    </a:lnTo>
                    <a:lnTo>
                      <a:pt x="1274699" y="19050"/>
                    </a:lnTo>
                    <a:lnTo>
                      <a:pt x="1280032" y="19050"/>
                    </a:lnTo>
                    <a:lnTo>
                      <a:pt x="1284224" y="14732"/>
                    </a:lnTo>
                    <a:lnTo>
                      <a:pt x="1284224" y="4317"/>
                    </a:lnTo>
                    <a:lnTo>
                      <a:pt x="1280032" y="0"/>
                    </a:lnTo>
                    <a:close/>
                  </a:path>
                  <a:path w="6140450" h="4159885">
                    <a:moveTo>
                      <a:pt x="1312799" y="0"/>
                    </a:moveTo>
                    <a:lnTo>
                      <a:pt x="1307592" y="0"/>
                    </a:lnTo>
                    <a:lnTo>
                      <a:pt x="1303274" y="4317"/>
                    </a:lnTo>
                    <a:lnTo>
                      <a:pt x="1303274" y="14732"/>
                    </a:lnTo>
                    <a:lnTo>
                      <a:pt x="1307592" y="19050"/>
                    </a:lnTo>
                    <a:lnTo>
                      <a:pt x="1312799" y="19050"/>
                    </a:lnTo>
                    <a:lnTo>
                      <a:pt x="1312799" y="0"/>
                    </a:lnTo>
                    <a:close/>
                  </a:path>
                  <a:path w="6140450" h="4159885">
                    <a:moveTo>
                      <a:pt x="1318132" y="0"/>
                    </a:moveTo>
                    <a:lnTo>
                      <a:pt x="1312926" y="0"/>
                    </a:lnTo>
                    <a:lnTo>
                      <a:pt x="1312926" y="19050"/>
                    </a:lnTo>
                    <a:lnTo>
                      <a:pt x="1318132" y="19050"/>
                    </a:lnTo>
                    <a:lnTo>
                      <a:pt x="1322451" y="14732"/>
                    </a:lnTo>
                    <a:lnTo>
                      <a:pt x="1322451" y="4317"/>
                    </a:lnTo>
                    <a:lnTo>
                      <a:pt x="1318132" y="0"/>
                    </a:lnTo>
                    <a:close/>
                  </a:path>
                  <a:path w="6140450" h="4159885">
                    <a:moveTo>
                      <a:pt x="1351026" y="0"/>
                    </a:moveTo>
                    <a:lnTo>
                      <a:pt x="1345692" y="0"/>
                    </a:lnTo>
                    <a:lnTo>
                      <a:pt x="1341501" y="4317"/>
                    </a:lnTo>
                    <a:lnTo>
                      <a:pt x="1341501" y="14732"/>
                    </a:lnTo>
                    <a:lnTo>
                      <a:pt x="1345692" y="19050"/>
                    </a:lnTo>
                    <a:lnTo>
                      <a:pt x="1351026" y="19050"/>
                    </a:lnTo>
                    <a:lnTo>
                      <a:pt x="1351026" y="0"/>
                    </a:lnTo>
                    <a:close/>
                  </a:path>
                  <a:path w="6140450" h="4159885">
                    <a:moveTo>
                      <a:pt x="1356232" y="0"/>
                    </a:moveTo>
                    <a:lnTo>
                      <a:pt x="1351026" y="0"/>
                    </a:lnTo>
                    <a:lnTo>
                      <a:pt x="1351026" y="19050"/>
                    </a:lnTo>
                    <a:lnTo>
                      <a:pt x="1356232" y="19050"/>
                    </a:lnTo>
                    <a:lnTo>
                      <a:pt x="1360551" y="14732"/>
                    </a:lnTo>
                    <a:lnTo>
                      <a:pt x="1360551" y="4317"/>
                    </a:lnTo>
                    <a:lnTo>
                      <a:pt x="1356232" y="0"/>
                    </a:lnTo>
                    <a:close/>
                  </a:path>
                  <a:path w="6140450" h="4159885">
                    <a:moveTo>
                      <a:pt x="1389126" y="0"/>
                    </a:moveTo>
                    <a:lnTo>
                      <a:pt x="1383792" y="0"/>
                    </a:lnTo>
                    <a:lnTo>
                      <a:pt x="1379601" y="4317"/>
                    </a:lnTo>
                    <a:lnTo>
                      <a:pt x="1379601" y="14732"/>
                    </a:lnTo>
                    <a:lnTo>
                      <a:pt x="1383792" y="19050"/>
                    </a:lnTo>
                    <a:lnTo>
                      <a:pt x="1389126" y="19050"/>
                    </a:lnTo>
                    <a:lnTo>
                      <a:pt x="1389126" y="0"/>
                    </a:lnTo>
                    <a:close/>
                  </a:path>
                  <a:path w="6140450" h="4159885">
                    <a:moveTo>
                      <a:pt x="1394332" y="0"/>
                    </a:moveTo>
                    <a:lnTo>
                      <a:pt x="1389126" y="0"/>
                    </a:lnTo>
                    <a:lnTo>
                      <a:pt x="1389126" y="19050"/>
                    </a:lnTo>
                    <a:lnTo>
                      <a:pt x="1394332" y="19050"/>
                    </a:lnTo>
                    <a:lnTo>
                      <a:pt x="1398651" y="14732"/>
                    </a:lnTo>
                    <a:lnTo>
                      <a:pt x="1398651" y="4317"/>
                    </a:lnTo>
                    <a:lnTo>
                      <a:pt x="1394332" y="0"/>
                    </a:lnTo>
                    <a:close/>
                  </a:path>
                  <a:path w="6140450" h="4159885">
                    <a:moveTo>
                      <a:pt x="1427226" y="0"/>
                    </a:moveTo>
                    <a:lnTo>
                      <a:pt x="1422019" y="0"/>
                    </a:lnTo>
                    <a:lnTo>
                      <a:pt x="1417701" y="4317"/>
                    </a:lnTo>
                    <a:lnTo>
                      <a:pt x="1417701" y="14732"/>
                    </a:lnTo>
                    <a:lnTo>
                      <a:pt x="1422019" y="19050"/>
                    </a:lnTo>
                    <a:lnTo>
                      <a:pt x="1427226" y="19050"/>
                    </a:lnTo>
                    <a:lnTo>
                      <a:pt x="1427226" y="0"/>
                    </a:lnTo>
                    <a:close/>
                  </a:path>
                  <a:path w="6140450" h="4159885">
                    <a:moveTo>
                      <a:pt x="1432432" y="0"/>
                    </a:moveTo>
                    <a:lnTo>
                      <a:pt x="1427226" y="0"/>
                    </a:lnTo>
                    <a:lnTo>
                      <a:pt x="1427226" y="19050"/>
                    </a:lnTo>
                    <a:lnTo>
                      <a:pt x="1432432" y="19050"/>
                    </a:lnTo>
                    <a:lnTo>
                      <a:pt x="1436751" y="14732"/>
                    </a:lnTo>
                    <a:lnTo>
                      <a:pt x="1436751" y="4317"/>
                    </a:lnTo>
                    <a:lnTo>
                      <a:pt x="1432432" y="0"/>
                    </a:lnTo>
                    <a:close/>
                  </a:path>
                  <a:path w="6140450" h="4159885">
                    <a:moveTo>
                      <a:pt x="1465326" y="0"/>
                    </a:moveTo>
                    <a:lnTo>
                      <a:pt x="1460119" y="0"/>
                    </a:lnTo>
                    <a:lnTo>
                      <a:pt x="1455801" y="4317"/>
                    </a:lnTo>
                    <a:lnTo>
                      <a:pt x="1455801" y="14732"/>
                    </a:lnTo>
                    <a:lnTo>
                      <a:pt x="1460119" y="19050"/>
                    </a:lnTo>
                    <a:lnTo>
                      <a:pt x="1465326" y="19050"/>
                    </a:lnTo>
                    <a:lnTo>
                      <a:pt x="1465326" y="0"/>
                    </a:lnTo>
                    <a:close/>
                  </a:path>
                  <a:path w="6140450" h="4159885">
                    <a:moveTo>
                      <a:pt x="1470659" y="0"/>
                    </a:moveTo>
                    <a:lnTo>
                      <a:pt x="1465326" y="0"/>
                    </a:lnTo>
                    <a:lnTo>
                      <a:pt x="1465326" y="19050"/>
                    </a:lnTo>
                    <a:lnTo>
                      <a:pt x="1470659" y="19050"/>
                    </a:lnTo>
                    <a:lnTo>
                      <a:pt x="1474851" y="14732"/>
                    </a:lnTo>
                    <a:lnTo>
                      <a:pt x="1474851" y="4317"/>
                    </a:lnTo>
                    <a:lnTo>
                      <a:pt x="1470659" y="0"/>
                    </a:lnTo>
                    <a:close/>
                  </a:path>
                  <a:path w="6140450" h="4159885">
                    <a:moveTo>
                      <a:pt x="1503426" y="0"/>
                    </a:moveTo>
                    <a:lnTo>
                      <a:pt x="1498219" y="0"/>
                    </a:lnTo>
                    <a:lnTo>
                      <a:pt x="1493901" y="4317"/>
                    </a:lnTo>
                    <a:lnTo>
                      <a:pt x="1493901" y="14732"/>
                    </a:lnTo>
                    <a:lnTo>
                      <a:pt x="1498219" y="19050"/>
                    </a:lnTo>
                    <a:lnTo>
                      <a:pt x="1503426" y="19050"/>
                    </a:lnTo>
                    <a:lnTo>
                      <a:pt x="1503426" y="0"/>
                    </a:lnTo>
                    <a:close/>
                  </a:path>
                  <a:path w="6140450" h="4159885">
                    <a:moveTo>
                      <a:pt x="1508759" y="0"/>
                    </a:moveTo>
                    <a:lnTo>
                      <a:pt x="1503426" y="0"/>
                    </a:lnTo>
                    <a:lnTo>
                      <a:pt x="1503426" y="19050"/>
                    </a:lnTo>
                    <a:lnTo>
                      <a:pt x="1508759" y="19050"/>
                    </a:lnTo>
                    <a:lnTo>
                      <a:pt x="1512951" y="14732"/>
                    </a:lnTo>
                    <a:lnTo>
                      <a:pt x="1512951" y="4317"/>
                    </a:lnTo>
                    <a:lnTo>
                      <a:pt x="1508759" y="0"/>
                    </a:lnTo>
                    <a:close/>
                  </a:path>
                  <a:path w="6140450" h="4159885">
                    <a:moveTo>
                      <a:pt x="1541526" y="0"/>
                    </a:moveTo>
                    <a:lnTo>
                      <a:pt x="1536319" y="0"/>
                    </a:lnTo>
                    <a:lnTo>
                      <a:pt x="1532001" y="4317"/>
                    </a:lnTo>
                    <a:lnTo>
                      <a:pt x="1532001" y="14732"/>
                    </a:lnTo>
                    <a:lnTo>
                      <a:pt x="1536319" y="19050"/>
                    </a:lnTo>
                    <a:lnTo>
                      <a:pt x="1541526" y="19050"/>
                    </a:lnTo>
                    <a:lnTo>
                      <a:pt x="1541526" y="0"/>
                    </a:lnTo>
                    <a:close/>
                  </a:path>
                  <a:path w="6140450" h="4159885">
                    <a:moveTo>
                      <a:pt x="1546859" y="0"/>
                    </a:moveTo>
                    <a:lnTo>
                      <a:pt x="1541652" y="0"/>
                    </a:lnTo>
                    <a:lnTo>
                      <a:pt x="1541652" y="19050"/>
                    </a:lnTo>
                    <a:lnTo>
                      <a:pt x="1546859" y="19050"/>
                    </a:lnTo>
                    <a:lnTo>
                      <a:pt x="1551177" y="14732"/>
                    </a:lnTo>
                    <a:lnTo>
                      <a:pt x="1551177" y="4317"/>
                    </a:lnTo>
                    <a:lnTo>
                      <a:pt x="1546859" y="0"/>
                    </a:lnTo>
                    <a:close/>
                  </a:path>
                  <a:path w="6140450" h="4159885">
                    <a:moveTo>
                      <a:pt x="1579752" y="0"/>
                    </a:moveTo>
                    <a:lnTo>
                      <a:pt x="1574419" y="0"/>
                    </a:lnTo>
                    <a:lnTo>
                      <a:pt x="1570227" y="4317"/>
                    </a:lnTo>
                    <a:lnTo>
                      <a:pt x="1570227" y="14732"/>
                    </a:lnTo>
                    <a:lnTo>
                      <a:pt x="1574419" y="19050"/>
                    </a:lnTo>
                    <a:lnTo>
                      <a:pt x="1579752" y="19050"/>
                    </a:lnTo>
                    <a:lnTo>
                      <a:pt x="1579752" y="0"/>
                    </a:lnTo>
                    <a:close/>
                  </a:path>
                  <a:path w="6140450" h="4159885">
                    <a:moveTo>
                      <a:pt x="1584959" y="0"/>
                    </a:moveTo>
                    <a:lnTo>
                      <a:pt x="1579752" y="0"/>
                    </a:lnTo>
                    <a:lnTo>
                      <a:pt x="1579752" y="19050"/>
                    </a:lnTo>
                    <a:lnTo>
                      <a:pt x="1584959" y="19050"/>
                    </a:lnTo>
                    <a:lnTo>
                      <a:pt x="1589277" y="14732"/>
                    </a:lnTo>
                    <a:lnTo>
                      <a:pt x="1589277" y="4317"/>
                    </a:lnTo>
                    <a:lnTo>
                      <a:pt x="1584959" y="0"/>
                    </a:lnTo>
                    <a:close/>
                  </a:path>
                  <a:path w="6140450" h="4159885">
                    <a:moveTo>
                      <a:pt x="1617852" y="0"/>
                    </a:moveTo>
                    <a:lnTo>
                      <a:pt x="1612519" y="0"/>
                    </a:lnTo>
                    <a:lnTo>
                      <a:pt x="1608327" y="4317"/>
                    </a:lnTo>
                    <a:lnTo>
                      <a:pt x="1608327" y="14732"/>
                    </a:lnTo>
                    <a:lnTo>
                      <a:pt x="1612519" y="19050"/>
                    </a:lnTo>
                    <a:lnTo>
                      <a:pt x="1617852" y="19050"/>
                    </a:lnTo>
                    <a:lnTo>
                      <a:pt x="1617852" y="0"/>
                    </a:lnTo>
                    <a:close/>
                  </a:path>
                  <a:path w="6140450" h="4159885">
                    <a:moveTo>
                      <a:pt x="1623059" y="0"/>
                    </a:moveTo>
                    <a:lnTo>
                      <a:pt x="1617852" y="0"/>
                    </a:lnTo>
                    <a:lnTo>
                      <a:pt x="1617852" y="19050"/>
                    </a:lnTo>
                    <a:lnTo>
                      <a:pt x="1623059" y="19050"/>
                    </a:lnTo>
                    <a:lnTo>
                      <a:pt x="1627377" y="14732"/>
                    </a:lnTo>
                    <a:lnTo>
                      <a:pt x="1627377" y="4317"/>
                    </a:lnTo>
                    <a:lnTo>
                      <a:pt x="1623059" y="0"/>
                    </a:lnTo>
                    <a:close/>
                  </a:path>
                  <a:path w="6140450" h="4159885">
                    <a:moveTo>
                      <a:pt x="1655952" y="0"/>
                    </a:moveTo>
                    <a:lnTo>
                      <a:pt x="1650619" y="0"/>
                    </a:lnTo>
                    <a:lnTo>
                      <a:pt x="1646427" y="4317"/>
                    </a:lnTo>
                    <a:lnTo>
                      <a:pt x="1646427" y="14732"/>
                    </a:lnTo>
                    <a:lnTo>
                      <a:pt x="1650619" y="19050"/>
                    </a:lnTo>
                    <a:lnTo>
                      <a:pt x="1655952" y="19050"/>
                    </a:lnTo>
                    <a:lnTo>
                      <a:pt x="1655952" y="0"/>
                    </a:lnTo>
                    <a:close/>
                  </a:path>
                  <a:path w="6140450" h="4159885">
                    <a:moveTo>
                      <a:pt x="1661159" y="0"/>
                    </a:moveTo>
                    <a:lnTo>
                      <a:pt x="1655952" y="0"/>
                    </a:lnTo>
                    <a:lnTo>
                      <a:pt x="1655952" y="19050"/>
                    </a:lnTo>
                    <a:lnTo>
                      <a:pt x="1661159" y="19050"/>
                    </a:lnTo>
                    <a:lnTo>
                      <a:pt x="1665477" y="14732"/>
                    </a:lnTo>
                    <a:lnTo>
                      <a:pt x="1665477" y="4317"/>
                    </a:lnTo>
                    <a:lnTo>
                      <a:pt x="1661159" y="0"/>
                    </a:lnTo>
                    <a:close/>
                  </a:path>
                  <a:path w="6140450" h="4159885">
                    <a:moveTo>
                      <a:pt x="1694052" y="0"/>
                    </a:moveTo>
                    <a:lnTo>
                      <a:pt x="1688846" y="0"/>
                    </a:lnTo>
                    <a:lnTo>
                      <a:pt x="1684527" y="4317"/>
                    </a:lnTo>
                    <a:lnTo>
                      <a:pt x="1684527" y="14732"/>
                    </a:lnTo>
                    <a:lnTo>
                      <a:pt x="1688846" y="19050"/>
                    </a:lnTo>
                    <a:lnTo>
                      <a:pt x="1694052" y="19050"/>
                    </a:lnTo>
                    <a:lnTo>
                      <a:pt x="1694052" y="0"/>
                    </a:lnTo>
                    <a:close/>
                  </a:path>
                  <a:path w="6140450" h="4159885">
                    <a:moveTo>
                      <a:pt x="1699386" y="0"/>
                    </a:moveTo>
                    <a:lnTo>
                      <a:pt x="1694052" y="0"/>
                    </a:lnTo>
                    <a:lnTo>
                      <a:pt x="1694052" y="19050"/>
                    </a:lnTo>
                    <a:lnTo>
                      <a:pt x="1699386" y="19050"/>
                    </a:lnTo>
                    <a:lnTo>
                      <a:pt x="1703577" y="14732"/>
                    </a:lnTo>
                    <a:lnTo>
                      <a:pt x="1703577" y="4317"/>
                    </a:lnTo>
                    <a:lnTo>
                      <a:pt x="1699386" y="0"/>
                    </a:lnTo>
                    <a:close/>
                  </a:path>
                  <a:path w="6140450" h="4159885">
                    <a:moveTo>
                      <a:pt x="1732152" y="0"/>
                    </a:moveTo>
                    <a:lnTo>
                      <a:pt x="1726946" y="0"/>
                    </a:lnTo>
                    <a:lnTo>
                      <a:pt x="1722627" y="4317"/>
                    </a:lnTo>
                    <a:lnTo>
                      <a:pt x="1722627" y="14732"/>
                    </a:lnTo>
                    <a:lnTo>
                      <a:pt x="1726946" y="19050"/>
                    </a:lnTo>
                    <a:lnTo>
                      <a:pt x="1732152" y="19050"/>
                    </a:lnTo>
                    <a:lnTo>
                      <a:pt x="1732152" y="0"/>
                    </a:lnTo>
                    <a:close/>
                  </a:path>
                  <a:path w="6140450" h="4159885">
                    <a:moveTo>
                      <a:pt x="1737486" y="0"/>
                    </a:moveTo>
                    <a:lnTo>
                      <a:pt x="1732152" y="0"/>
                    </a:lnTo>
                    <a:lnTo>
                      <a:pt x="1732152" y="19050"/>
                    </a:lnTo>
                    <a:lnTo>
                      <a:pt x="1737486" y="19050"/>
                    </a:lnTo>
                    <a:lnTo>
                      <a:pt x="1741677" y="14732"/>
                    </a:lnTo>
                    <a:lnTo>
                      <a:pt x="1741677" y="4317"/>
                    </a:lnTo>
                    <a:lnTo>
                      <a:pt x="1737486" y="0"/>
                    </a:lnTo>
                    <a:close/>
                  </a:path>
                  <a:path w="6140450" h="4159885">
                    <a:moveTo>
                      <a:pt x="1770252" y="0"/>
                    </a:moveTo>
                    <a:lnTo>
                      <a:pt x="1765046" y="0"/>
                    </a:lnTo>
                    <a:lnTo>
                      <a:pt x="1760727" y="4317"/>
                    </a:lnTo>
                    <a:lnTo>
                      <a:pt x="1760727" y="14732"/>
                    </a:lnTo>
                    <a:lnTo>
                      <a:pt x="1765046" y="19050"/>
                    </a:lnTo>
                    <a:lnTo>
                      <a:pt x="1770252" y="19050"/>
                    </a:lnTo>
                    <a:lnTo>
                      <a:pt x="1770252" y="0"/>
                    </a:lnTo>
                    <a:close/>
                  </a:path>
                  <a:path w="6140450" h="4159885">
                    <a:moveTo>
                      <a:pt x="1775586" y="0"/>
                    </a:moveTo>
                    <a:lnTo>
                      <a:pt x="1770252" y="0"/>
                    </a:lnTo>
                    <a:lnTo>
                      <a:pt x="1770252" y="19050"/>
                    </a:lnTo>
                    <a:lnTo>
                      <a:pt x="1775586" y="19050"/>
                    </a:lnTo>
                    <a:lnTo>
                      <a:pt x="1779777" y="14732"/>
                    </a:lnTo>
                    <a:lnTo>
                      <a:pt x="1779777" y="4317"/>
                    </a:lnTo>
                    <a:lnTo>
                      <a:pt x="1775586" y="0"/>
                    </a:lnTo>
                    <a:close/>
                  </a:path>
                  <a:path w="6140450" h="4159885">
                    <a:moveTo>
                      <a:pt x="1808352" y="0"/>
                    </a:moveTo>
                    <a:lnTo>
                      <a:pt x="1803146" y="0"/>
                    </a:lnTo>
                    <a:lnTo>
                      <a:pt x="1798827" y="4317"/>
                    </a:lnTo>
                    <a:lnTo>
                      <a:pt x="1798827" y="14732"/>
                    </a:lnTo>
                    <a:lnTo>
                      <a:pt x="1803146" y="19050"/>
                    </a:lnTo>
                    <a:lnTo>
                      <a:pt x="1808352" y="19050"/>
                    </a:lnTo>
                    <a:lnTo>
                      <a:pt x="1808352" y="0"/>
                    </a:lnTo>
                    <a:close/>
                  </a:path>
                  <a:path w="6140450" h="4159885">
                    <a:moveTo>
                      <a:pt x="1813686" y="0"/>
                    </a:moveTo>
                    <a:lnTo>
                      <a:pt x="1808479" y="0"/>
                    </a:lnTo>
                    <a:lnTo>
                      <a:pt x="1808479" y="19050"/>
                    </a:lnTo>
                    <a:lnTo>
                      <a:pt x="1813686" y="19050"/>
                    </a:lnTo>
                    <a:lnTo>
                      <a:pt x="1818004" y="14732"/>
                    </a:lnTo>
                    <a:lnTo>
                      <a:pt x="1818004" y="4317"/>
                    </a:lnTo>
                    <a:lnTo>
                      <a:pt x="1813686" y="0"/>
                    </a:lnTo>
                    <a:close/>
                  </a:path>
                  <a:path w="6140450" h="4159885">
                    <a:moveTo>
                      <a:pt x="1846579" y="0"/>
                    </a:moveTo>
                    <a:lnTo>
                      <a:pt x="1841246" y="0"/>
                    </a:lnTo>
                    <a:lnTo>
                      <a:pt x="1837054" y="4317"/>
                    </a:lnTo>
                    <a:lnTo>
                      <a:pt x="1837054" y="14732"/>
                    </a:lnTo>
                    <a:lnTo>
                      <a:pt x="1841246" y="19050"/>
                    </a:lnTo>
                    <a:lnTo>
                      <a:pt x="1846579" y="19050"/>
                    </a:lnTo>
                    <a:lnTo>
                      <a:pt x="1846579" y="0"/>
                    </a:lnTo>
                    <a:close/>
                  </a:path>
                  <a:path w="6140450" h="4159885">
                    <a:moveTo>
                      <a:pt x="1851786" y="0"/>
                    </a:moveTo>
                    <a:lnTo>
                      <a:pt x="1846579" y="0"/>
                    </a:lnTo>
                    <a:lnTo>
                      <a:pt x="1846579" y="19050"/>
                    </a:lnTo>
                    <a:lnTo>
                      <a:pt x="1851786" y="19050"/>
                    </a:lnTo>
                    <a:lnTo>
                      <a:pt x="1856104" y="14732"/>
                    </a:lnTo>
                    <a:lnTo>
                      <a:pt x="1856104" y="4317"/>
                    </a:lnTo>
                    <a:lnTo>
                      <a:pt x="1851786" y="0"/>
                    </a:lnTo>
                    <a:close/>
                  </a:path>
                  <a:path w="6140450" h="4159885">
                    <a:moveTo>
                      <a:pt x="1884679" y="0"/>
                    </a:moveTo>
                    <a:lnTo>
                      <a:pt x="1879346" y="0"/>
                    </a:lnTo>
                    <a:lnTo>
                      <a:pt x="1875154" y="4317"/>
                    </a:lnTo>
                    <a:lnTo>
                      <a:pt x="1875154" y="14732"/>
                    </a:lnTo>
                    <a:lnTo>
                      <a:pt x="1879346" y="19050"/>
                    </a:lnTo>
                    <a:lnTo>
                      <a:pt x="1884679" y="19050"/>
                    </a:lnTo>
                    <a:lnTo>
                      <a:pt x="1884679" y="0"/>
                    </a:lnTo>
                    <a:close/>
                  </a:path>
                  <a:path w="6140450" h="4159885">
                    <a:moveTo>
                      <a:pt x="1889886" y="0"/>
                    </a:moveTo>
                    <a:lnTo>
                      <a:pt x="1884679" y="0"/>
                    </a:lnTo>
                    <a:lnTo>
                      <a:pt x="1884679" y="19050"/>
                    </a:lnTo>
                    <a:lnTo>
                      <a:pt x="1889886" y="19050"/>
                    </a:lnTo>
                    <a:lnTo>
                      <a:pt x="1894204" y="14732"/>
                    </a:lnTo>
                    <a:lnTo>
                      <a:pt x="1894204" y="4317"/>
                    </a:lnTo>
                    <a:lnTo>
                      <a:pt x="1889886" y="0"/>
                    </a:lnTo>
                    <a:close/>
                  </a:path>
                  <a:path w="6140450" h="4159885">
                    <a:moveTo>
                      <a:pt x="1922779" y="0"/>
                    </a:moveTo>
                    <a:lnTo>
                      <a:pt x="1917446" y="0"/>
                    </a:lnTo>
                    <a:lnTo>
                      <a:pt x="1913254" y="4317"/>
                    </a:lnTo>
                    <a:lnTo>
                      <a:pt x="1913254" y="14732"/>
                    </a:lnTo>
                    <a:lnTo>
                      <a:pt x="1917446" y="19050"/>
                    </a:lnTo>
                    <a:lnTo>
                      <a:pt x="1922779" y="19050"/>
                    </a:lnTo>
                    <a:lnTo>
                      <a:pt x="1922779" y="0"/>
                    </a:lnTo>
                    <a:close/>
                  </a:path>
                  <a:path w="6140450" h="4159885">
                    <a:moveTo>
                      <a:pt x="1927986" y="0"/>
                    </a:moveTo>
                    <a:lnTo>
                      <a:pt x="1922779" y="0"/>
                    </a:lnTo>
                    <a:lnTo>
                      <a:pt x="1922779" y="19050"/>
                    </a:lnTo>
                    <a:lnTo>
                      <a:pt x="1927986" y="19050"/>
                    </a:lnTo>
                    <a:lnTo>
                      <a:pt x="1932304" y="14732"/>
                    </a:lnTo>
                    <a:lnTo>
                      <a:pt x="1932304" y="4317"/>
                    </a:lnTo>
                    <a:lnTo>
                      <a:pt x="1927986" y="0"/>
                    </a:lnTo>
                    <a:close/>
                  </a:path>
                  <a:path w="6140450" h="4159885">
                    <a:moveTo>
                      <a:pt x="1960879" y="0"/>
                    </a:moveTo>
                    <a:lnTo>
                      <a:pt x="1955673" y="0"/>
                    </a:lnTo>
                    <a:lnTo>
                      <a:pt x="1951354" y="4317"/>
                    </a:lnTo>
                    <a:lnTo>
                      <a:pt x="1951354" y="14732"/>
                    </a:lnTo>
                    <a:lnTo>
                      <a:pt x="1955673" y="19050"/>
                    </a:lnTo>
                    <a:lnTo>
                      <a:pt x="1960879" y="19050"/>
                    </a:lnTo>
                    <a:lnTo>
                      <a:pt x="1960879" y="0"/>
                    </a:lnTo>
                    <a:close/>
                  </a:path>
                  <a:path w="6140450" h="4159885">
                    <a:moveTo>
                      <a:pt x="1966213" y="0"/>
                    </a:moveTo>
                    <a:lnTo>
                      <a:pt x="1960879" y="0"/>
                    </a:lnTo>
                    <a:lnTo>
                      <a:pt x="1960879" y="19050"/>
                    </a:lnTo>
                    <a:lnTo>
                      <a:pt x="1966213" y="19050"/>
                    </a:lnTo>
                    <a:lnTo>
                      <a:pt x="1970404" y="14732"/>
                    </a:lnTo>
                    <a:lnTo>
                      <a:pt x="1970404" y="4317"/>
                    </a:lnTo>
                    <a:lnTo>
                      <a:pt x="1966213" y="0"/>
                    </a:lnTo>
                    <a:close/>
                  </a:path>
                  <a:path w="6140450" h="4159885">
                    <a:moveTo>
                      <a:pt x="1998979" y="0"/>
                    </a:moveTo>
                    <a:lnTo>
                      <a:pt x="1993773" y="0"/>
                    </a:lnTo>
                    <a:lnTo>
                      <a:pt x="1989454" y="4317"/>
                    </a:lnTo>
                    <a:lnTo>
                      <a:pt x="1989454" y="14732"/>
                    </a:lnTo>
                    <a:lnTo>
                      <a:pt x="1993773" y="19050"/>
                    </a:lnTo>
                    <a:lnTo>
                      <a:pt x="1998979" y="19050"/>
                    </a:lnTo>
                    <a:lnTo>
                      <a:pt x="1998979" y="0"/>
                    </a:lnTo>
                    <a:close/>
                  </a:path>
                  <a:path w="6140450" h="4159885">
                    <a:moveTo>
                      <a:pt x="2004313" y="0"/>
                    </a:moveTo>
                    <a:lnTo>
                      <a:pt x="1998979" y="0"/>
                    </a:lnTo>
                    <a:lnTo>
                      <a:pt x="1998979" y="19050"/>
                    </a:lnTo>
                    <a:lnTo>
                      <a:pt x="2004313" y="19050"/>
                    </a:lnTo>
                    <a:lnTo>
                      <a:pt x="2008504" y="14732"/>
                    </a:lnTo>
                    <a:lnTo>
                      <a:pt x="2008504" y="4317"/>
                    </a:lnTo>
                    <a:lnTo>
                      <a:pt x="2004313" y="0"/>
                    </a:lnTo>
                    <a:close/>
                  </a:path>
                  <a:path w="6140450" h="4159885">
                    <a:moveTo>
                      <a:pt x="2037079" y="0"/>
                    </a:moveTo>
                    <a:lnTo>
                      <a:pt x="2031873" y="0"/>
                    </a:lnTo>
                    <a:lnTo>
                      <a:pt x="2027554" y="4317"/>
                    </a:lnTo>
                    <a:lnTo>
                      <a:pt x="2027554" y="14732"/>
                    </a:lnTo>
                    <a:lnTo>
                      <a:pt x="2031873" y="19050"/>
                    </a:lnTo>
                    <a:lnTo>
                      <a:pt x="2037079" y="19050"/>
                    </a:lnTo>
                    <a:lnTo>
                      <a:pt x="2037079" y="0"/>
                    </a:lnTo>
                    <a:close/>
                  </a:path>
                  <a:path w="6140450" h="4159885">
                    <a:moveTo>
                      <a:pt x="2042413" y="0"/>
                    </a:moveTo>
                    <a:lnTo>
                      <a:pt x="2037079" y="0"/>
                    </a:lnTo>
                    <a:lnTo>
                      <a:pt x="2037079" y="19050"/>
                    </a:lnTo>
                    <a:lnTo>
                      <a:pt x="2042413" y="19050"/>
                    </a:lnTo>
                    <a:lnTo>
                      <a:pt x="2046604" y="14732"/>
                    </a:lnTo>
                    <a:lnTo>
                      <a:pt x="2046604" y="4317"/>
                    </a:lnTo>
                    <a:lnTo>
                      <a:pt x="2042413" y="0"/>
                    </a:lnTo>
                    <a:close/>
                  </a:path>
                  <a:path w="6140450" h="4159885">
                    <a:moveTo>
                      <a:pt x="2075179" y="0"/>
                    </a:moveTo>
                    <a:lnTo>
                      <a:pt x="2069973" y="0"/>
                    </a:lnTo>
                    <a:lnTo>
                      <a:pt x="2065654" y="4317"/>
                    </a:lnTo>
                    <a:lnTo>
                      <a:pt x="2065654" y="14732"/>
                    </a:lnTo>
                    <a:lnTo>
                      <a:pt x="2069973" y="19050"/>
                    </a:lnTo>
                    <a:lnTo>
                      <a:pt x="2075179" y="19050"/>
                    </a:lnTo>
                    <a:lnTo>
                      <a:pt x="2075179" y="0"/>
                    </a:lnTo>
                    <a:close/>
                  </a:path>
                  <a:path w="6140450" h="4159885">
                    <a:moveTo>
                      <a:pt x="2080513" y="0"/>
                    </a:moveTo>
                    <a:lnTo>
                      <a:pt x="2075306" y="0"/>
                    </a:lnTo>
                    <a:lnTo>
                      <a:pt x="2075306" y="19050"/>
                    </a:lnTo>
                    <a:lnTo>
                      <a:pt x="2080513" y="19050"/>
                    </a:lnTo>
                    <a:lnTo>
                      <a:pt x="2084831" y="14732"/>
                    </a:lnTo>
                    <a:lnTo>
                      <a:pt x="2084831" y="4317"/>
                    </a:lnTo>
                    <a:lnTo>
                      <a:pt x="2080513" y="0"/>
                    </a:lnTo>
                    <a:close/>
                  </a:path>
                  <a:path w="6140450" h="4159885">
                    <a:moveTo>
                      <a:pt x="2113406" y="0"/>
                    </a:moveTo>
                    <a:lnTo>
                      <a:pt x="2108073" y="0"/>
                    </a:lnTo>
                    <a:lnTo>
                      <a:pt x="2103881" y="4317"/>
                    </a:lnTo>
                    <a:lnTo>
                      <a:pt x="2103881" y="14732"/>
                    </a:lnTo>
                    <a:lnTo>
                      <a:pt x="2108073" y="19050"/>
                    </a:lnTo>
                    <a:lnTo>
                      <a:pt x="2113406" y="19050"/>
                    </a:lnTo>
                    <a:lnTo>
                      <a:pt x="2113406" y="0"/>
                    </a:lnTo>
                    <a:close/>
                  </a:path>
                  <a:path w="6140450" h="4159885">
                    <a:moveTo>
                      <a:pt x="2118613" y="0"/>
                    </a:moveTo>
                    <a:lnTo>
                      <a:pt x="2113406" y="0"/>
                    </a:lnTo>
                    <a:lnTo>
                      <a:pt x="2113406" y="19050"/>
                    </a:lnTo>
                    <a:lnTo>
                      <a:pt x="2118613" y="19050"/>
                    </a:lnTo>
                    <a:lnTo>
                      <a:pt x="2122931" y="14732"/>
                    </a:lnTo>
                    <a:lnTo>
                      <a:pt x="2122931" y="4317"/>
                    </a:lnTo>
                    <a:lnTo>
                      <a:pt x="2118613" y="0"/>
                    </a:lnTo>
                    <a:close/>
                  </a:path>
                  <a:path w="6140450" h="4159885">
                    <a:moveTo>
                      <a:pt x="2151506" y="0"/>
                    </a:moveTo>
                    <a:lnTo>
                      <a:pt x="2146173" y="0"/>
                    </a:lnTo>
                    <a:lnTo>
                      <a:pt x="2141981" y="4317"/>
                    </a:lnTo>
                    <a:lnTo>
                      <a:pt x="2141981" y="14732"/>
                    </a:lnTo>
                    <a:lnTo>
                      <a:pt x="2146173" y="19050"/>
                    </a:lnTo>
                    <a:lnTo>
                      <a:pt x="2151506" y="19050"/>
                    </a:lnTo>
                    <a:lnTo>
                      <a:pt x="2151506" y="0"/>
                    </a:lnTo>
                    <a:close/>
                  </a:path>
                  <a:path w="6140450" h="4159885">
                    <a:moveTo>
                      <a:pt x="2156713" y="0"/>
                    </a:moveTo>
                    <a:lnTo>
                      <a:pt x="2151506" y="0"/>
                    </a:lnTo>
                    <a:lnTo>
                      <a:pt x="2151506" y="19050"/>
                    </a:lnTo>
                    <a:lnTo>
                      <a:pt x="2156713" y="19050"/>
                    </a:lnTo>
                    <a:lnTo>
                      <a:pt x="2161031" y="14732"/>
                    </a:lnTo>
                    <a:lnTo>
                      <a:pt x="2161031" y="4317"/>
                    </a:lnTo>
                    <a:lnTo>
                      <a:pt x="2156713" y="0"/>
                    </a:lnTo>
                    <a:close/>
                  </a:path>
                  <a:path w="6140450" h="4159885">
                    <a:moveTo>
                      <a:pt x="2189606" y="0"/>
                    </a:moveTo>
                    <a:lnTo>
                      <a:pt x="2184400" y="0"/>
                    </a:lnTo>
                    <a:lnTo>
                      <a:pt x="2180081" y="4317"/>
                    </a:lnTo>
                    <a:lnTo>
                      <a:pt x="2180081" y="14732"/>
                    </a:lnTo>
                    <a:lnTo>
                      <a:pt x="2184400" y="19050"/>
                    </a:lnTo>
                    <a:lnTo>
                      <a:pt x="2189606" y="19050"/>
                    </a:lnTo>
                    <a:lnTo>
                      <a:pt x="2189606" y="0"/>
                    </a:lnTo>
                    <a:close/>
                  </a:path>
                  <a:path w="6140450" h="4159885">
                    <a:moveTo>
                      <a:pt x="2194813" y="0"/>
                    </a:moveTo>
                    <a:lnTo>
                      <a:pt x="2189606" y="0"/>
                    </a:lnTo>
                    <a:lnTo>
                      <a:pt x="2189606" y="19050"/>
                    </a:lnTo>
                    <a:lnTo>
                      <a:pt x="2194813" y="19050"/>
                    </a:lnTo>
                    <a:lnTo>
                      <a:pt x="2199131" y="14732"/>
                    </a:lnTo>
                    <a:lnTo>
                      <a:pt x="2199131" y="4317"/>
                    </a:lnTo>
                    <a:lnTo>
                      <a:pt x="2194813" y="0"/>
                    </a:lnTo>
                    <a:close/>
                  </a:path>
                  <a:path w="6140450" h="4159885">
                    <a:moveTo>
                      <a:pt x="2227706" y="0"/>
                    </a:moveTo>
                    <a:lnTo>
                      <a:pt x="2222500" y="0"/>
                    </a:lnTo>
                    <a:lnTo>
                      <a:pt x="2218181" y="4317"/>
                    </a:lnTo>
                    <a:lnTo>
                      <a:pt x="2218181" y="14732"/>
                    </a:lnTo>
                    <a:lnTo>
                      <a:pt x="2222500" y="19050"/>
                    </a:lnTo>
                    <a:lnTo>
                      <a:pt x="2227706" y="19050"/>
                    </a:lnTo>
                    <a:lnTo>
                      <a:pt x="2227706" y="0"/>
                    </a:lnTo>
                    <a:close/>
                  </a:path>
                  <a:path w="6140450" h="4159885">
                    <a:moveTo>
                      <a:pt x="2233040" y="0"/>
                    </a:moveTo>
                    <a:lnTo>
                      <a:pt x="2227706" y="0"/>
                    </a:lnTo>
                    <a:lnTo>
                      <a:pt x="2227706" y="19050"/>
                    </a:lnTo>
                    <a:lnTo>
                      <a:pt x="2233040" y="19050"/>
                    </a:lnTo>
                    <a:lnTo>
                      <a:pt x="2237231" y="14732"/>
                    </a:lnTo>
                    <a:lnTo>
                      <a:pt x="2237231" y="4317"/>
                    </a:lnTo>
                    <a:lnTo>
                      <a:pt x="2233040" y="0"/>
                    </a:lnTo>
                    <a:close/>
                  </a:path>
                  <a:path w="6140450" h="4159885">
                    <a:moveTo>
                      <a:pt x="2265806" y="0"/>
                    </a:moveTo>
                    <a:lnTo>
                      <a:pt x="2260600" y="0"/>
                    </a:lnTo>
                    <a:lnTo>
                      <a:pt x="2256281" y="4317"/>
                    </a:lnTo>
                    <a:lnTo>
                      <a:pt x="2256281" y="14732"/>
                    </a:lnTo>
                    <a:lnTo>
                      <a:pt x="2260600" y="19050"/>
                    </a:lnTo>
                    <a:lnTo>
                      <a:pt x="2265806" y="19050"/>
                    </a:lnTo>
                    <a:lnTo>
                      <a:pt x="2265806" y="0"/>
                    </a:lnTo>
                    <a:close/>
                  </a:path>
                  <a:path w="6140450" h="4159885">
                    <a:moveTo>
                      <a:pt x="2271140" y="0"/>
                    </a:moveTo>
                    <a:lnTo>
                      <a:pt x="2265806" y="0"/>
                    </a:lnTo>
                    <a:lnTo>
                      <a:pt x="2265806" y="19050"/>
                    </a:lnTo>
                    <a:lnTo>
                      <a:pt x="2271140" y="19050"/>
                    </a:lnTo>
                    <a:lnTo>
                      <a:pt x="2275331" y="14732"/>
                    </a:lnTo>
                    <a:lnTo>
                      <a:pt x="2275331" y="4317"/>
                    </a:lnTo>
                    <a:lnTo>
                      <a:pt x="2271140" y="0"/>
                    </a:lnTo>
                    <a:close/>
                  </a:path>
                  <a:path w="6140450" h="4159885">
                    <a:moveTo>
                      <a:pt x="2303906" y="0"/>
                    </a:moveTo>
                    <a:lnTo>
                      <a:pt x="2298700" y="0"/>
                    </a:lnTo>
                    <a:lnTo>
                      <a:pt x="2294381" y="4317"/>
                    </a:lnTo>
                    <a:lnTo>
                      <a:pt x="2294381" y="14732"/>
                    </a:lnTo>
                    <a:lnTo>
                      <a:pt x="2298700" y="19050"/>
                    </a:lnTo>
                    <a:lnTo>
                      <a:pt x="2303906" y="19050"/>
                    </a:lnTo>
                    <a:lnTo>
                      <a:pt x="2303906" y="0"/>
                    </a:lnTo>
                    <a:close/>
                  </a:path>
                  <a:path w="6140450" h="4159885">
                    <a:moveTo>
                      <a:pt x="2309240" y="0"/>
                    </a:moveTo>
                    <a:lnTo>
                      <a:pt x="2304033" y="0"/>
                    </a:lnTo>
                    <a:lnTo>
                      <a:pt x="2304033" y="19050"/>
                    </a:lnTo>
                    <a:lnTo>
                      <a:pt x="2309240" y="19050"/>
                    </a:lnTo>
                    <a:lnTo>
                      <a:pt x="2313558" y="14732"/>
                    </a:lnTo>
                    <a:lnTo>
                      <a:pt x="2313558" y="4317"/>
                    </a:lnTo>
                    <a:lnTo>
                      <a:pt x="2309240" y="0"/>
                    </a:lnTo>
                    <a:close/>
                  </a:path>
                  <a:path w="6140450" h="4159885">
                    <a:moveTo>
                      <a:pt x="2342133" y="0"/>
                    </a:moveTo>
                    <a:lnTo>
                      <a:pt x="2336800" y="0"/>
                    </a:lnTo>
                    <a:lnTo>
                      <a:pt x="2332608" y="4317"/>
                    </a:lnTo>
                    <a:lnTo>
                      <a:pt x="2332608" y="14732"/>
                    </a:lnTo>
                    <a:lnTo>
                      <a:pt x="2336800" y="19050"/>
                    </a:lnTo>
                    <a:lnTo>
                      <a:pt x="2342133" y="19050"/>
                    </a:lnTo>
                    <a:lnTo>
                      <a:pt x="2342133" y="0"/>
                    </a:lnTo>
                    <a:close/>
                  </a:path>
                  <a:path w="6140450" h="4159885">
                    <a:moveTo>
                      <a:pt x="2347340" y="0"/>
                    </a:moveTo>
                    <a:lnTo>
                      <a:pt x="2342133" y="0"/>
                    </a:lnTo>
                    <a:lnTo>
                      <a:pt x="2342133" y="19050"/>
                    </a:lnTo>
                    <a:lnTo>
                      <a:pt x="2347340" y="19050"/>
                    </a:lnTo>
                    <a:lnTo>
                      <a:pt x="2351658" y="14732"/>
                    </a:lnTo>
                    <a:lnTo>
                      <a:pt x="2351658" y="4317"/>
                    </a:lnTo>
                    <a:lnTo>
                      <a:pt x="2347340" y="0"/>
                    </a:lnTo>
                    <a:close/>
                  </a:path>
                  <a:path w="6140450" h="4159885">
                    <a:moveTo>
                      <a:pt x="2380233" y="0"/>
                    </a:moveTo>
                    <a:lnTo>
                      <a:pt x="2374900" y="0"/>
                    </a:lnTo>
                    <a:lnTo>
                      <a:pt x="2370708" y="4317"/>
                    </a:lnTo>
                    <a:lnTo>
                      <a:pt x="2370708" y="14732"/>
                    </a:lnTo>
                    <a:lnTo>
                      <a:pt x="2374900" y="19050"/>
                    </a:lnTo>
                    <a:lnTo>
                      <a:pt x="2380233" y="19050"/>
                    </a:lnTo>
                    <a:lnTo>
                      <a:pt x="2380233" y="0"/>
                    </a:lnTo>
                    <a:close/>
                  </a:path>
                  <a:path w="6140450" h="4159885">
                    <a:moveTo>
                      <a:pt x="2385440" y="0"/>
                    </a:moveTo>
                    <a:lnTo>
                      <a:pt x="2380233" y="0"/>
                    </a:lnTo>
                    <a:lnTo>
                      <a:pt x="2380233" y="19050"/>
                    </a:lnTo>
                    <a:lnTo>
                      <a:pt x="2385440" y="19050"/>
                    </a:lnTo>
                    <a:lnTo>
                      <a:pt x="2389758" y="14732"/>
                    </a:lnTo>
                    <a:lnTo>
                      <a:pt x="2389758" y="4317"/>
                    </a:lnTo>
                    <a:lnTo>
                      <a:pt x="2385440" y="0"/>
                    </a:lnTo>
                    <a:close/>
                  </a:path>
                  <a:path w="6140450" h="4159885">
                    <a:moveTo>
                      <a:pt x="2418333" y="0"/>
                    </a:moveTo>
                    <a:lnTo>
                      <a:pt x="2413000" y="0"/>
                    </a:lnTo>
                    <a:lnTo>
                      <a:pt x="2408808" y="4317"/>
                    </a:lnTo>
                    <a:lnTo>
                      <a:pt x="2408808" y="14732"/>
                    </a:lnTo>
                    <a:lnTo>
                      <a:pt x="2413000" y="19050"/>
                    </a:lnTo>
                    <a:lnTo>
                      <a:pt x="2418333" y="19050"/>
                    </a:lnTo>
                    <a:lnTo>
                      <a:pt x="2418333" y="0"/>
                    </a:lnTo>
                    <a:close/>
                  </a:path>
                  <a:path w="6140450" h="4159885">
                    <a:moveTo>
                      <a:pt x="2423540" y="0"/>
                    </a:moveTo>
                    <a:lnTo>
                      <a:pt x="2418333" y="0"/>
                    </a:lnTo>
                    <a:lnTo>
                      <a:pt x="2418333" y="19050"/>
                    </a:lnTo>
                    <a:lnTo>
                      <a:pt x="2423540" y="19050"/>
                    </a:lnTo>
                    <a:lnTo>
                      <a:pt x="2427858" y="14732"/>
                    </a:lnTo>
                    <a:lnTo>
                      <a:pt x="2427858" y="4317"/>
                    </a:lnTo>
                    <a:lnTo>
                      <a:pt x="2423540" y="0"/>
                    </a:lnTo>
                    <a:close/>
                  </a:path>
                  <a:path w="6140450" h="4159885">
                    <a:moveTo>
                      <a:pt x="2456433" y="0"/>
                    </a:moveTo>
                    <a:lnTo>
                      <a:pt x="2451227" y="0"/>
                    </a:lnTo>
                    <a:lnTo>
                      <a:pt x="2446908" y="4317"/>
                    </a:lnTo>
                    <a:lnTo>
                      <a:pt x="2446908" y="14732"/>
                    </a:lnTo>
                    <a:lnTo>
                      <a:pt x="2451227" y="19050"/>
                    </a:lnTo>
                    <a:lnTo>
                      <a:pt x="2456433" y="19050"/>
                    </a:lnTo>
                    <a:lnTo>
                      <a:pt x="2456433" y="0"/>
                    </a:lnTo>
                    <a:close/>
                  </a:path>
                  <a:path w="6140450" h="4159885">
                    <a:moveTo>
                      <a:pt x="2461768" y="0"/>
                    </a:moveTo>
                    <a:lnTo>
                      <a:pt x="2456433" y="0"/>
                    </a:lnTo>
                    <a:lnTo>
                      <a:pt x="2456433" y="19050"/>
                    </a:lnTo>
                    <a:lnTo>
                      <a:pt x="2461768" y="19050"/>
                    </a:lnTo>
                    <a:lnTo>
                      <a:pt x="2465958" y="14732"/>
                    </a:lnTo>
                    <a:lnTo>
                      <a:pt x="2465958" y="4317"/>
                    </a:lnTo>
                    <a:lnTo>
                      <a:pt x="2461768" y="0"/>
                    </a:lnTo>
                    <a:close/>
                  </a:path>
                  <a:path w="6140450" h="4159885">
                    <a:moveTo>
                      <a:pt x="2494533" y="0"/>
                    </a:moveTo>
                    <a:lnTo>
                      <a:pt x="2489327" y="0"/>
                    </a:lnTo>
                    <a:lnTo>
                      <a:pt x="2485008" y="4317"/>
                    </a:lnTo>
                    <a:lnTo>
                      <a:pt x="2485008" y="14732"/>
                    </a:lnTo>
                    <a:lnTo>
                      <a:pt x="2489327" y="19050"/>
                    </a:lnTo>
                    <a:lnTo>
                      <a:pt x="2494533" y="19050"/>
                    </a:lnTo>
                    <a:lnTo>
                      <a:pt x="2494533" y="0"/>
                    </a:lnTo>
                    <a:close/>
                  </a:path>
                  <a:path w="6140450" h="4159885">
                    <a:moveTo>
                      <a:pt x="2499868" y="0"/>
                    </a:moveTo>
                    <a:lnTo>
                      <a:pt x="2494533" y="0"/>
                    </a:lnTo>
                    <a:lnTo>
                      <a:pt x="2494533" y="19050"/>
                    </a:lnTo>
                    <a:lnTo>
                      <a:pt x="2499868" y="19050"/>
                    </a:lnTo>
                    <a:lnTo>
                      <a:pt x="2504058" y="14732"/>
                    </a:lnTo>
                    <a:lnTo>
                      <a:pt x="2504058" y="4317"/>
                    </a:lnTo>
                    <a:lnTo>
                      <a:pt x="2499868" y="0"/>
                    </a:lnTo>
                    <a:close/>
                  </a:path>
                  <a:path w="6140450" h="4159885">
                    <a:moveTo>
                      <a:pt x="2532633" y="0"/>
                    </a:moveTo>
                    <a:lnTo>
                      <a:pt x="2527427" y="0"/>
                    </a:lnTo>
                    <a:lnTo>
                      <a:pt x="2523108" y="4317"/>
                    </a:lnTo>
                    <a:lnTo>
                      <a:pt x="2523108" y="14732"/>
                    </a:lnTo>
                    <a:lnTo>
                      <a:pt x="2527427" y="19050"/>
                    </a:lnTo>
                    <a:lnTo>
                      <a:pt x="2532633" y="19050"/>
                    </a:lnTo>
                    <a:lnTo>
                      <a:pt x="2532633" y="0"/>
                    </a:lnTo>
                    <a:close/>
                  </a:path>
                  <a:path w="6140450" h="4159885">
                    <a:moveTo>
                      <a:pt x="2537968" y="0"/>
                    </a:moveTo>
                    <a:lnTo>
                      <a:pt x="2532633" y="0"/>
                    </a:lnTo>
                    <a:lnTo>
                      <a:pt x="2532633" y="19050"/>
                    </a:lnTo>
                    <a:lnTo>
                      <a:pt x="2537968" y="19050"/>
                    </a:lnTo>
                    <a:lnTo>
                      <a:pt x="2542158" y="14732"/>
                    </a:lnTo>
                    <a:lnTo>
                      <a:pt x="2542158" y="4317"/>
                    </a:lnTo>
                    <a:lnTo>
                      <a:pt x="2537968" y="0"/>
                    </a:lnTo>
                    <a:close/>
                  </a:path>
                  <a:path w="6140450" h="4159885">
                    <a:moveTo>
                      <a:pt x="2570733" y="0"/>
                    </a:moveTo>
                    <a:lnTo>
                      <a:pt x="2565527" y="0"/>
                    </a:lnTo>
                    <a:lnTo>
                      <a:pt x="2561208" y="4317"/>
                    </a:lnTo>
                    <a:lnTo>
                      <a:pt x="2561208" y="14732"/>
                    </a:lnTo>
                    <a:lnTo>
                      <a:pt x="2565527" y="19050"/>
                    </a:lnTo>
                    <a:lnTo>
                      <a:pt x="2570733" y="19050"/>
                    </a:lnTo>
                    <a:lnTo>
                      <a:pt x="2570733" y="0"/>
                    </a:lnTo>
                    <a:close/>
                  </a:path>
                  <a:path w="6140450" h="4159885">
                    <a:moveTo>
                      <a:pt x="2576068" y="0"/>
                    </a:moveTo>
                    <a:lnTo>
                      <a:pt x="2570860" y="0"/>
                    </a:lnTo>
                    <a:lnTo>
                      <a:pt x="2570860" y="19050"/>
                    </a:lnTo>
                    <a:lnTo>
                      <a:pt x="2576068" y="19050"/>
                    </a:lnTo>
                    <a:lnTo>
                      <a:pt x="2580385" y="14732"/>
                    </a:lnTo>
                    <a:lnTo>
                      <a:pt x="2580385" y="4317"/>
                    </a:lnTo>
                    <a:lnTo>
                      <a:pt x="2576068" y="0"/>
                    </a:lnTo>
                    <a:close/>
                  </a:path>
                  <a:path w="6140450" h="4159885">
                    <a:moveTo>
                      <a:pt x="2608960" y="0"/>
                    </a:moveTo>
                    <a:lnTo>
                      <a:pt x="2603627" y="0"/>
                    </a:lnTo>
                    <a:lnTo>
                      <a:pt x="2599435" y="4317"/>
                    </a:lnTo>
                    <a:lnTo>
                      <a:pt x="2599435" y="14732"/>
                    </a:lnTo>
                    <a:lnTo>
                      <a:pt x="2603627" y="19050"/>
                    </a:lnTo>
                    <a:lnTo>
                      <a:pt x="2608960" y="19050"/>
                    </a:lnTo>
                    <a:lnTo>
                      <a:pt x="2608960" y="0"/>
                    </a:lnTo>
                    <a:close/>
                  </a:path>
                  <a:path w="6140450" h="4159885">
                    <a:moveTo>
                      <a:pt x="2614168" y="0"/>
                    </a:moveTo>
                    <a:lnTo>
                      <a:pt x="2608960" y="0"/>
                    </a:lnTo>
                    <a:lnTo>
                      <a:pt x="2608960" y="19050"/>
                    </a:lnTo>
                    <a:lnTo>
                      <a:pt x="2614168" y="19050"/>
                    </a:lnTo>
                    <a:lnTo>
                      <a:pt x="2618485" y="14732"/>
                    </a:lnTo>
                    <a:lnTo>
                      <a:pt x="2618485" y="4317"/>
                    </a:lnTo>
                    <a:lnTo>
                      <a:pt x="2614168" y="0"/>
                    </a:lnTo>
                    <a:close/>
                  </a:path>
                  <a:path w="6140450" h="4159885">
                    <a:moveTo>
                      <a:pt x="2647060" y="0"/>
                    </a:moveTo>
                    <a:lnTo>
                      <a:pt x="2641727" y="0"/>
                    </a:lnTo>
                    <a:lnTo>
                      <a:pt x="2637535" y="4317"/>
                    </a:lnTo>
                    <a:lnTo>
                      <a:pt x="2637535" y="14732"/>
                    </a:lnTo>
                    <a:lnTo>
                      <a:pt x="2641727" y="19050"/>
                    </a:lnTo>
                    <a:lnTo>
                      <a:pt x="2647060" y="19050"/>
                    </a:lnTo>
                    <a:lnTo>
                      <a:pt x="2647060" y="0"/>
                    </a:lnTo>
                    <a:close/>
                  </a:path>
                  <a:path w="6140450" h="4159885">
                    <a:moveTo>
                      <a:pt x="2652268" y="0"/>
                    </a:moveTo>
                    <a:lnTo>
                      <a:pt x="2647060" y="0"/>
                    </a:lnTo>
                    <a:lnTo>
                      <a:pt x="2647060" y="19050"/>
                    </a:lnTo>
                    <a:lnTo>
                      <a:pt x="2652268" y="19050"/>
                    </a:lnTo>
                    <a:lnTo>
                      <a:pt x="2656585" y="14732"/>
                    </a:lnTo>
                    <a:lnTo>
                      <a:pt x="2656585" y="4317"/>
                    </a:lnTo>
                    <a:lnTo>
                      <a:pt x="2652268" y="0"/>
                    </a:lnTo>
                    <a:close/>
                  </a:path>
                  <a:path w="6140450" h="4159885">
                    <a:moveTo>
                      <a:pt x="2685160" y="0"/>
                    </a:moveTo>
                    <a:lnTo>
                      <a:pt x="2679827" y="0"/>
                    </a:lnTo>
                    <a:lnTo>
                      <a:pt x="2675635" y="4317"/>
                    </a:lnTo>
                    <a:lnTo>
                      <a:pt x="2675635" y="14732"/>
                    </a:lnTo>
                    <a:lnTo>
                      <a:pt x="2679827" y="19050"/>
                    </a:lnTo>
                    <a:lnTo>
                      <a:pt x="2685160" y="19050"/>
                    </a:lnTo>
                    <a:lnTo>
                      <a:pt x="2685160" y="0"/>
                    </a:lnTo>
                    <a:close/>
                  </a:path>
                  <a:path w="6140450" h="4159885">
                    <a:moveTo>
                      <a:pt x="2690368" y="0"/>
                    </a:moveTo>
                    <a:lnTo>
                      <a:pt x="2685160" y="0"/>
                    </a:lnTo>
                    <a:lnTo>
                      <a:pt x="2685160" y="19050"/>
                    </a:lnTo>
                    <a:lnTo>
                      <a:pt x="2690368" y="19050"/>
                    </a:lnTo>
                    <a:lnTo>
                      <a:pt x="2694685" y="14732"/>
                    </a:lnTo>
                    <a:lnTo>
                      <a:pt x="2694685" y="4317"/>
                    </a:lnTo>
                    <a:lnTo>
                      <a:pt x="2690368" y="0"/>
                    </a:lnTo>
                    <a:close/>
                  </a:path>
                  <a:path w="6140450" h="4159885">
                    <a:moveTo>
                      <a:pt x="2723260" y="0"/>
                    </a:moveTo>
                    <a:lnTo>
                      <a:pt x="2718054" y="0"/>
                    </a:lnTo>
                    <a:lnTo>
                      <a:pt x="2713735" y="4317"/>
                    </a:lnTo>
                    <a:lnTo>
                      <a:pt x="2713735" y="14732"/>
                    </a:lnTo>
                    <a:lnTo>
                      <a:pt x="2718054" y="19050"/>
                    </a:lnTo>
                    <a:lnTo>
                      <a:pt x="2723260" y="19050"/>
                    </a:lnTo>
                    <a:lnTo>
                      <a:pt x="2723260" y="0"/>
                    </a:lnTo>
                    <a:close/>
                  </a:path>
                  <a:path w="6140450" h="4159885">
                    <a:moveTo>
                      <a:pt x="2728595" y="0"/>
                    </a:moveTo>
                    <a:lnTo>
                      <a:pt x="2723260" y="0"/>
                    </a:lnTo>
                    <a:lnTo>
                      <a:pt x="2723260" y="19050"/>
                    </a:lnTo>
                    <a:lnTo>
                      <a:pt x="2728595" y="19050"/>
                    </a:lnTo>
                    <a:lnTo>
                      <a:pt x="2732785" y="14732"/>
                    </a:lnTo>
                    <a:lnTo>
                      <a:pt x="2732785" y="4317"/>
                    </a:lnTo>
                    <a:lnTo>
                      <a:pt x="2728595" y="0"/>
                    </a:lnTo>
                    <a:close/>
                  </a:path>
                  <a:path w="6140450" h="4159885">
                    <a:moveTo>
                      <a:pt x="2761360" y="0"/>
                    </a:moveTo>
                    <a:lnTo>
                      <a:pt x="2756154" y="0"/>
                    </a:lnTo>
                    <a:lnTo>
                      <a:pt x="2751835" y="4317"/>
                    </a:lnTo>
                    <a:lnTo>
                      <a:pt x="2751835" y="14732"/>
                    </a:lnTo>
                    <a:lnTo>
                      <a:pt x="2756154" y="19050"/>
                    </a:lnTo>
                    <a:lnTo>
                      <a:pt x="2761360" y="19050"/>
                    </a:lnTo>
                    <a:lnTo>
                      <a:pt x="2761360" y="0"/>
                    </a:lnTo>
                    <a:close/>
                  </a:path>
                  <a:path w="6140450" h="4159885">
                    <a:moveTo>
                      <a:pt x="2766695" y="0"/>
                    </a:moveTo>
                    <a:lnTo>
                      <a:pt x="2761360" y="0"/>
                    </a:lnTo>
                    <a:lnTo>
                      <a:pt x="2761360" y="19050"/>
                    </a:lnTo>
                    <a:lnTo>
                      <a:pt x="2766695" y="19050"/>
                    </a:lnTo>
                    <a:lnTo>
                      <a:pt x="2770885" y="14732"/>
                    </a:lnTo>
                    <a:lnTo>
                      <a:pt x="2770885" y="4317"/>
                    </a:lnTo>
                    <a:lnTo>
                      <a:pt x="2766695" y="0"/>
                    </a:lnTo>
                    <a:close/>
                  </a:path>
                  <a:path w="6140450" h="4159885">
                    <a:moveTo>
                      <a:pt x="2799460" y="0"/>
                    </a:moveTo>
                    <a:lnTo>
                      <a:pt x="2794254" y="0"/>
                    </a:lnTo>
                    <a:lnTo>
                      <a:pt x="2789935" y="4317"/>
                    </a:lnTo>
                    <a:lnTo>
                      <a:pt x="2789935" y="14732"/>
                    </a:lnTo>
                    <a:lnTo>
                      <a:pt x="2794254" y="19050"/>
                    </a:lnTo>
                    <a:lnTo>
                      <a:pt x="2799460" y="19050"/>
                    </a:lnTo>
                    <a:lnTo>
                      <a:pt x="2799460" y="0"/>
                    </a:lnTo>
                    <a:close/>
                  </a:path>
                  <a:path w="6140450" h="4159885">
                    <a:moveTo>
                      <a:pt x="2804795" y="0"/>
                    </a:moveTo>
                    <a:lnTo>
                      <a:pt x="2799460" y="0"/>
                    </a:lnTo>
                    <a:lnTo>
                      <a:pt x="2799460" y="19050"/>
                    </a:lnTo>
                    <a:lnTo>
                      <a:pt x="2804795" y="19050"/>
                    </a:lnTo>
                    <a:lnTo>
                      <a:pt x="2808985" y="14732"/>
                    </a:lnTo>
                    <a:lnTo>
                      <a:pt x="2808985" y="4317"/>
                    </a:lnTo>
                    <a:lnTo>
                      <a:pt x="2804795" y="0"/>
                    </a:lnTo>
                    <a:close/>
                  </a:path>
                  <a:path w="6140450" h="4159885">
                    <a:moveTo>
                      <a:pt x="2837560" y="0"/>
                    </a:moveTo>
                    <a:lnTo>
                      <a:pt x="2832354" y="0"/>
                    </a:lnTo>
                    <a:lnTo>
                      <a:pt x="2828035" y="4317"/>
                    </a:lnTo>
                    <a:lnTo>
                      <a:pt x="2828035" y="14732"/>
                    </a:lnTo>
                    <a:lnTo>
                      <a:pt x="2832354" y="19050"/>
                    </a:lnTo>
                    <a:lnTo>
                      <a:pt x="2837560" y="19050"/>
                    </a:lnTo>
                    <a:lnTo>
                      <a:pt x="2837560" y="0"/>
                    </a:lnTo>
                    <a:close/>
                  </a:path>
                  <a:path w="6140450" h="4159885">
                    <a:moveTo>
                      <a:pt x="2842895" y="0"/>
                    </a:moveTo>
                    <a:lnTo>
                      <a:pt x="2837687" y="0"/>
                    </a:lnTo>
                    <a:lnTo>
                      <a:pt x="2837687" y="19050"/>
                    </a:lnTo>
                    <a:lnTo>
                      <a:pt x="2842895" y="19050"/>
                    </a:lnTo>
                    <a:lnTo>
                      <a:pt x="2847212" y="14732"/>
                    </a:lnTo>
                    <a:lnTo>
                      <a:pt x="2847212" y="4317"/>
                    </a:lnTo>
                    <a:lnTo>
                      <a:pt x="2842895" y="0"/>
                    </a:lnTo>
                    <a:close/>
                  </a:path>
                  <a:path w="6140450" h="4159885">
                    <a:moveTo>
                      <a:pt x="2875787" y="0"/>
                    </a:moveTo>
                    <a:lnTo>
                      <a:pt x="2870454" y="0"/>
                    </a:lnTo>
                    <a:lnTo>
                      <a:pt x="2866262" y="4317"/>
                    </a:lnTo>
                    <a:lnTo>
                      <a:pt x="2866262" y="14732"/>
                    </a:lnTo>
                    <a:lnTo>
                      <a:pt x="2870454" y="19050"/>
                    </a:lnTo>
                    <a:lnTo>
                      <a:pt x="2875787" y="19050"/>
                    </a:lnTo>
                    <a:lnTo>
                      <a:pt x="2875787" y="0"/>
                    </a:lnTo>
                    <a:close/>
                  </a:path>
                  <a:path w="6140450" h="4159885">
                    <a:moveTo>
                      <a:pt x="2880995" y="0"/>
                    </a:moveTo>
                    <a:lnTo>
                      <a:pt x="2875787" y="0"/>
                    </a:lnTo>
                    <a:lnTo>
                      <a:pt x="2875787" y="19050"/>
                    </a:lnTo>
                    <a:lnTo>
                      <a:pt x="2880995" y="19050"/>
                    </a:lnTo>
                    <a:lnTo>
                      <a:pt x="2885312" y="14732"/>
                    </a:lnTo>
                    <a:lnTo>
                      <a:pt x="2885312" y="4317"/>
                    </a:lnTo>
                    <a:lnTo>
                      <a:pt x="2880995" y="0"/>
                    </a:lnTo>
                    <a:close/>
                  </a:path>
                  <a:path w="6140450" h="4159885">
                    <a:moveTo>
                      <a:pt x="2913887" y="0"/>
                    </a:moveTo>
                    <a:lnTo>
                      <a:pt x="2908554" y="0"/>
                    </a:lnTo>
                    <a:lnTo>
                      <a:pt x="2904362" y="4317"/>
                    </a:lnTo>
                    <a:lnTo>
                      <a:pt x="2904362" y="14732"/>
                    </a:lnTo>
                    <a:lnTo>
                      <a:pt x="2908554" y="19050"/>
                    </a:lnTo>
                    <a:lnTo>
                      <a:pt x="2913887" y="19050"/>
                    </a:lnTo>
                    <a:lnTo>
                      <a:pt x="2913887" y="0"/>
                    </a:lnTo>
                    <a:close/>
                  </a:path>
                  <a:path w="6140450" h="4159885">
                    <a:moveTo>
                      <a:pt x="2919095" y="0"/>
                    </a:moveTo>
                    <a:lnTo>
                      <a:pt x="2913887" y="0"/>
                    </a:lnTo>
                    <a:lnTo>
                      <a:pt x="2913887" y="19050"/>
                    </a:lnTo>
                    <a:lnTo>
                      <a:pt x="2919095" y="19050"/>
                    </a:lnTo>
                    <a:lnTo>
                      <a:pt x="2923412" y="14732"/>
                    </a:lnTo>
                    <a:lnTo>
                      <a:pt x="2923412" y="4317"/>
                    </a:lnTo>
                    <a:lnTo>
                      <a:pt x="2919095" y="0"/>
                    </a:lnTo>
                    <a:close/>
                  </a:path>
                  <a:path w="6140450" h="4159885">
                    <a:moveTo>
                      <a:pt x="2951987" y="0"/>
                    </a:moveTo>
                    <a:lnTo>
                      <a:pt x="2946780" y="0"/>
                    </a:lnTo>
                    <a:lnTo>
                      <a:pt x="2942462" y="4317"/>
                    </a:lnTo>
                    <a:lnTo>
                      <a:pt x="2942462" y="14732"/>
                    </a:lnTo>
                    <a:lnTo>
                      <a:pt x="2946780" y="19050"/>
                    </a:lnTo>
                    <a:lnTo>
                      <a:pt x="2951987" y="19050"/>
                    </a:lnTo>
                    <a:lnTo>
                      <a:pt x="2951987" y="0"/>
                    </a:lnTo>
                    <a:close/>
                  </a:path>
                  <a:path w="6140450" h="4159885">
                    <a:moveTo>
                      <a:pt x="2957322" y="0"/>
                    </a:moveTo>
                    <a:lnTo>
                      <a:pt x="2951987" y="0"/>
                    </a:lnTo>
                    <a:lnTo>
                      <a:pt x="2951987" y="19050"/>
                    </a:lnTo>
                    <a:lnTo>
                      <a:pt x="2957322" y="19050"/>
                    </a:lnTo>
                    <a:lnTo>
                      <a:pt x="2961512" y="14732"/>
                    </a:lnTo>
                    <a:lnTo>
                      <a:pt x="2961512" y="4317"/>
                    </a:lnTo>
                    <a:lnTo>
                      <a:pt x="2957322" y="0"/>
                    </a:lnTo>
                    <a:close/>
                  </a:path>
                  <a:path w="6140450" h="4159885">
                    <a:moveTo>
                      <a:pt x="2990087" y="0"/>
                    </a:moveTo>
                    <a:lnTo>
                      <a:pt x="2984880" y="0"/>
                    </a:lnTo>
                    <a:lnTo>
                      <a:pt x="2980562" y="4317"/>
                    </a:lnTo>
                    <a:lnTo>
                      <a:pt x="2980562" y="14732"/>
                    </a:lnTo>
                    <a:lnTo>
                      <a:pt x="2984880" y="19050"/>
                    </a:lnTo>
                    <a:lnTo>
                      <a:pt x="2990087" y="19050"/>
                    </a:lnTo>
                    <a:lnTo>
                      <a:pt x="2990087" y="0"/>
                    </a:lnTo>
                    <a:close/>
                  </a:path>
                  <a:path w="6140450" h="4159885">
                    <a:moveTo>
                      <a:pt x="2995422" y="0"/>
                    </a:moveTo>
                    <a:lnTo>
                      <a:pt x="2990087" y="0"/>
                    </a:lnTo>
                    <a:lnTo>
                      <a:pt x="2990087" y="19050"/>
                    </a:lnTo>
                    <a:lnTo>
                      <a:pt x="2995422" y="19050"/>
                    </a:lnTo>
                    <a:lnTo>
                      <a:pt x="2999612" y="14732"/>
                    </a:lnTo>
                    <a:lnTo>
                      <a:pt x="2999612" y="4317"/>
                    </a:lnTo>
                    <a:lnTo>
                      <a:pt x="2995422" y="0"/>
                    </a:lnTo>
                    <a:close/>
                  </a:path>
                  <a:path w="6140450" h="4159885">
                    <a:moveTo>
                      <a:pt x="3028187" y="0"/>
                    </a:moveTo>
                    <a:lnTo>
                      <a:pt x="3022980" y="0"/>
                    </a:lnTo>
                    <a:lnTo>
                      <a:pt x="3018662" y="4317"/>
                    </a:lnTo>
                    <a:lnTo>
                      <a:pt x="3018662" y="14732"/>
                    </a:lnTo>
                    <a:lnTo>
                      <a:pt x="3022980" y="19050"/>
                    </a:lnTo>
                    <a:lnTo>
                      <a:pt x="3028187" y="19050"/>
                    </a:lnTo>
                    <a:lnTo>
                      <a:pt x="3028187" y="0"/>
                    </a:lnTo>
                    <a:close/>
                  </a:path>
                  <a:path w="6140450" h="4159885">
                    <a:moveTo>
                      <a:pt x="3033522" y="0"/>
                    </a:moveTo>
                    <a:lnTo>
                      <a:pt x="3028187" y="0"/>
                    </a:lnTo>
                    <a:lnTo>
                      <a:pt x="3028187" y="19050"/>
                    </a:lnTo>
                    <a:lnTo>
                      <a:pt x="3033522" y="19050"/>
                    </a:lnTo>
                    <a:lnTo>
                      <a:pt x="3037712" y="14732"/>
                    </a:lnTo>
                    <a:lnTo>
                      <a:pt x="3037712" y="4317"/>
                    </a:lnTo>
                    <a:lnTo>
                      <a:pt x="3033522" y="0"/>
                    </a:lnTo>
                    <a:close/>
                  </a:path>
                  <a:path w="6140450" h="4159885">
                    <a:moveTo>
                      <a:pt x="3066287" y="0"/>
                    </a:moveTo>
                    <a:lnTo>
                      <a:pt x="3061080" y="0"/>
                    </a:lnTo>
                    <a:lnTo>
                      <a:pt x="3056762" y="4317"/>
                    </a:lnTo>
                    <a:lnTo>
                      <a:pt x="3056762" y="14732"/>
                    </a:lnTo>
                    <a:lnTo>
                      <a:pt x="3061080" y="19050"/>
                    </a:lnTo>
                    <a:lnTo>
                      <a:pt x="3066287" y="19050"/>
                    </a:lnTo>
                    <a:lnTo>
                      <a:pt x="3066287" y="0"/>
                    </a:lnTo>
                    <a:close/>
                  </a:path>
                  <a:path w="6140450" h="4159885">
                    <a:moveTo>
                      <a:pt x="3071622" y="0"/>
                    </a:moveTo>
                    <a:lnTo>
                      <a:pt x="3066414" y="0"/>
                    </a:lnTo>
                    <a:lnTo>
                      <a:pt x="3066414" y="19050"/>
                    </a:lnTo>
                    <a:lnTo>
                      <a:pt x="3071622" y="19050"/>
                    </a:lnTo>
                    <a:lnTo>
                      <a:pt x="3075939" y="14732"/>
                    </a:lnTo>
                    <a:lnTo>
                      <a:pt x="3075939" y="4317"/>
                    </a:lnTo>
                    <a:lnTo>
                      <a:pt x="3071622" y="0"/>
                    </a:lnTo>
                    <a:close/>
                  </a:path>
                  <a:path w="6140450" h="4159885">
                    <a:moveTo>
                      <a:pt x="3104514" y="0"/>
                    </a:moveTo>
                    <a:lnTo>
                      <a:pt x="3099180" y="0"/>
                    </a:lnTo>
                    <a:lnTo>
                      <a:pt x="3094989" y="4317"/>
                    </a:lnTo>
                    <a:lnTo>
                      <a:pt x="3094989" y="14732"/>
                    </a:lnTo>
                    <a:lnTo>
                      <a:pt x="3099180" y="19050"/>
                    </a:lnTo>
                    <a:lnTo>
                      <a:pt x="3104514" y="19050"/>
                    </a:lnTo>
                    <a:lnTo>
                      <a:pt x="3104514" y="0"/>
                    </a:lnTo>
                    <a:close/>
                  </a:path>
                  <a:path w="6140450" h="4159885">
                    <a:moveTo>
                      <a:pt x="3109722" y="0"/>
                    </a:moveTo>
                    <a:lnTo>
                      <a:pt x="3104514" y="0"/>
                    </a:lnTo>
                    <a:lnTo>
                      <a:pt x="3104514" y="19050"/>
                    </a:lnTo>
                    <a:lnTo>
                      <a:pt x="3109722" y="19050"/>
                    </a:lnTo>
                    <a:lnTo>
                      <a:pt x="3114039" y="14732"/>
                    </a:lnTo>
                    <a:lnTo>
                      <a:pt x="3114039" y="4317"/>
                    </a:lnTo>
                    <a:lnTo>
                      <a:pt x="3109722" y="0"/>
                    </a:lnTo>
                    <a:close/>
                  </a:path>
                  <a:path w="6140450" h="4159885">
                    <a:moveTo>
                      <a:pt x="3142614" y="0"/>
                    </a:moveTo>
                    <a:lnTo>
                      <a:pt x="3137280" y="0"/>
                    </a:lnTo>
                    <a:lnTo>
                      <a:pt x="3133089" y="4317"/>
                    </a:lnTo>
                    <a:lnTo>
                      <a:pt x="3133089" y="14732"/>
                    </a:lnTo>
                    <a:lnTo>
                      <a:pt x="3137280" y="19050"/>
                    </a:lnTo>
                    <a:lnTo>
                      <a:pt x="3142614" y="19050"/>
                    </a:lnTo>
                    <a:lnTo>
                      <a:pt x="3142614" y="0"/>
                    </a:lnTo>
                    <a:close/>
                  </a:path>
                  <a:path w="6140450" h="4159885">
                    <a:moveTo>
                      <a:pt x="3147822" y="0"/>
                    </a:moveTo>
                    <a:lnTo>
                      <a:pt x="3142614" y="0"/>
                    </a:lnTo>
                    <a:lnTo>
                      <a:pt x="3142614" y="19050"/>
                    </a:lnTo>
                    <a:lnTo>
                      <a:pt x="3147822" y="19050"/>
                    </a:lnTo>
                    <a:lnTo>
                      <a:pt x="3152139" y="14732"/>
                    </a:lnTo>
                    <a:lnTo>
                      <a:pt x="3152139" y="4317"/>
                    </a:lnTo>
                    <a:lnTo>
                      <a:pt x="3147822" y="0"/>
                    </a:lnTo>
                    <a:close/>
                  </a:path>
                  <a:path w="6140450" h="4159885">
                    <a:moveTo>
                      <a:pt x="3180714" y="0"/>
                    </a:moveTo>
                    <a:lnTo>
                      <a:pt x="3175380" y="0"/>
                    </a:lnTo>
                    <a:lnTo>
                      <a:pt x="3171189" y="4317"/>
                    </a:lnTo>
                    <a:lnTo>
                      <a:pt x="3171189" y="14732"/>
                    </a:lnTo>
                    <a:lnTo>
                      <a:pt x="3175380" y="19050"/>
                    </a:lnTo>
                    <a:lnTo>
                      <a:pt x="3180714" y="19050"/>
                    </a:lnTo>
                    <a:lnTo>
                      <a:pt x="3180714" y="0"/>
                    </a:lnTo>
                    <a:close/>
                  </a:path>
                  <a:path w="6140450" h="4159885">
                    <a:moveTo>
                      <a:pt x="3185922" y="0"/>
                    </a:moveTo>
                    <a:lnTo>
                      <a:pt x="3180714" y="0"/>
                    </a:lnTo>
                    <a:lnTo>
                      <a:pt x="3180714" y="19050"/>
                    </a:lnTo>
                    <a:lnTo>
                      <a:pt x="3185922" y="19050"/>
                    </a:lnTo>
                    <a:lnTo>
                      <a:pt x="3190239" y="14732"/>
                    </a:lnTo>
                    <a:lnTo>
                      <a:pt x="3190239" y="4317"/>
                    </a:lnTo>
                    <a:lnTo>
                      <a:pt x="3185922" y="0"/>
                    </a:lnTo>
                    <a:close/>
                  </a:path>
                  <a:path w="6140450" h="4159885">
                    <a:moveTo>
                      <a:pt x="3218814" y="0"/>
                    </a:moveTo>
                    <a:lnTo>
                      <a:pt x="3213607" y="0"/>
                    </a:lnTo>
                    <a:lnTo>
                      <a:pt x="3209289" y="4317"/>
                    </a:lnTo>
                    <a:lnTo>
                      <a:pt x="3209289" y="14732"/>
                    </a:lnTo>
                    <a:lnTo>
                      <a:pt x="3213607" y="19050"/>
                    </a:lnTo>
                    <a:lnTo>
                      <a:pt x="3218814" y="19050"/>
                    </a:lnTo>
                    <a:lnTo>
                      <a:pt x="3218814" y="0"/>
                    </a:lnTo>
                    <a:close/>
                  </a:path>
                  <a:path w="6140450" h="4159885">
                    <a:moveTo>
                      <a:pt x="3224149" y="0"/>
                    </a:moveTo>
                    <a:lnTo>
                      <a:pt x="3218814" y="0"/>
                    </a:lnTo>
                    <a:lnTo>
                      <a:pt x="3218814" y="19050"/>
                    </a:lnTo>
                    <a:lnTo>
                      <a:pt x="3224149" y="19050"/>
                    </a:lnTo>
                    <a:lnTo>
                      <a:pt x="3228339" y="14732"/>
                    </a:lnTo>
                    <a:lnTo>
                      <a:pt x="3228339" y="4317"/>
                    </a:lnTo>
                    <a:lnTo>
                      <a:pt x="3224149" y="0"/>
                    </a:lnTo>
                    <a:close/>
                  </a:path>
                  <a:path w="6140450" h="4159885">
                    <a:moveTo>
                      <a:pt x="3256914" y="0"/>
                    </a:moveTo>
                    <a:lnTo>
                      <a:pt x="3251707" y="0"/>
                    </a:lnTo>
                    <a:lnTo>
                      <a:pt x="3247389" y="4317"/>
                    </a:lnTo>
                    <a:lnTo>
                      <a:pt x="3247389" y="14732"/>
                    </a:lnTo>
                    <a:lnTo>
                      <a:pt x="3251707" y="19050"/>
                    </a:lnTo>
                    <a:lnTo>
                      <a:pt x="3256914" y="19050"/>
                    </a:lnTo>
                    <a:lnTo>
                      <a:pt x="3256914" y="0"/>
                    </a:lnTo>
                    <a:close/>
                  </a:path>
                  <a:path w="6140450" h="4159885">
                    <a:moveTo>
                      <a:pt x="3262249" y="0"/>
                    </a:moveTo>
                    <a:lnTo>
                      <a:pt x="3256914" y="0"/>
                    </a:lnTo>
                    <a:lnTo>
                      <a:pt x="3256914" y="19050"/>
                    </a:lnTo>
                    <a:lnTo>
                      <a:pt x="3262249" y="19050"/>
                    </a:lnTo>
                    <a:lnTo>
                      <a:pt x="3266439" y="14732"/>
                    </a:lnTo>
                    <a:lnTo>
                      <a:pt x="3266439" y="4317"/>
                    </a:lnTo>
                    <a:lnTo>
                      <a:pt x="3262249" y="0"/>
                    </a:lnTo>
                    <a:close/>
                  </a:path>
                  <a:path w="6140450" h="4159885">
                    <a:moveTo>
                      <a:pt x="3295014" y="0"/>
                    </a:moveTo>
                    <a:lnTo>
                      <a:pt x="3289807" y="0"/>
                    </a:lnTo>
                    <a:lnTo>
                      <a:pt x="3285489" y="4317"/>
                    </a:lnTo>
                    <a:lnTo>
                      <a:pt x="3285489" y="14732"/>
                    </a:lnTo>
                    <a:lnTo>
                      <a:pt x="3289807" y="19050"/>
                    </a:lnTo>
                    <a:lnTo>
                      <a:pt x="3295014" y="19050"/>
                    </a:lnTo>
                    <a:lnTo>
                      <a:pt x="3295014" y="0"/>
                    </a:lnTo>
                    <a:close/>
                  </a:path>
                  <a:path w="6140450" h="4159885">
                    <a:moveTo>
                      <a:pt x="3300349" y="0"/>
                    </a:moveTo>
                    <a:lnTo>
                      <a:pt x="3295014" y="0"/>
                    </a:lnTo>
                    <a:lnTo>
                      <a:pt x="3295014" y="19050"/>
                    </a:lnTo>
                    <a:lnTo>
                      <a:pt x="3300349" y="19050"/>
                    </a:lnTo>
                    <a:lnTo>
                      <a:pt x="3304539" y="14732"/>
                    </a:lnTo>
                    <a:lnTo>
                      <a:pt x="3304539" y="4317"/>
                    </a:lnTo>
                    <a:lnTo>
                      <a:pt x="3300349" y="0"/>
                    </a:lnTo>
                    <a:close/>
                  </a:path>
                  <a:path w="6140450" h="4159885">
                    <a:moveTo>
                      <a:pt x="3333114" y="0"/>
                    </a:moveTo>
                    <a:lnTo>
                      <a:pt x="3327907" y="0"/>
                    </a:lnTo>
                    <a:lnTo>
                      <a:pt x="3323589" y="4317"/>
                    </a:lnTo>
                    <a:lnTo>
                      <a:pt x="3323589" y="14732"/>
                    </a:lnTo>
                    <a:lnTo>
                      <a:pt x="3327907" y="19050"/>
                    </a:lnTo>
                    <a:lnTo>
                      <a:pt x="3333114" y="19050"/>
                    </a:lnTo>
                    <a:lnTo>
                      <a:pt x="3333114" y="0"/>
                    </a:lnTo>
                    <a:close/>
                  </a:path>
                  <a:path w="6140450" h="4159885">
                    <a:moveTo>
                      <a:pt x="3333242" y="12700"/>
                    </a:moveTo>
                    <a:lnTo>
                      <a:pt x="3333114" y="12700"/>
                    </a:lnTo>
                    <a:lnTo>
                      <a:pt x="3333114" y="19050"/>
                    </a:lnTo>
                    <a:lnTo>
                      <a:pt x="3333242" y="19050"/>
                    </a:lnTo>
                    <a:lnTo>
                      <a:pt x="3333242" y="12700"/>
                    </a:lnTo>
                    <a:close/>
                  </a:path>
                  <a:path w="6140450" h="4159885">
                    <a:moveTo>
                      <a:pt x="3338449" y="0"/>
                    </a:moveTo>
                    <a:lnTo>
                      <a:pt x="3333242" y="0"/>
                    </a:lnTo>
                    <a:lnTo>
                      <a:pt x="3333242" y="19050"/>
                    </a:lnTo>
                    <a:lnTo>
                      <a:pt x="3338449" y="19050"/>
                    </a:lnTo>
                    <a:lnTo>
                      <a:pt x="3342767" y="14732"/>
                    </a:lnTo>
                    <a:lnTo>
                      <a:pt x="3342767" y="4317"/>
                    </a:lnTo>
                    <a:lnTo>
                      <a:pt x="3338449" y="0"/>
                    </a:lnTo>
                    <a:close/>
                  </a:path>
                  <a:path w="6140450" h="4159885">
                    <a:moveTo>
                      <a:pt x="3333242" y="0"/>
                    </a:moveTo>
                    <a:lnTo>
                      <a:pt x="3333114" y="0"/>
                    </a:lnTo>
                    <a:lnTo>
                      <a:pt x="3333114" y="6350"/>
                    </a:lnTo>
                    <a:lnTo>
                      <a:pt x="3333242" y="6350"/>
                    </a:lnTo>
                    <a:lnTo>
                      <a:pt x="3333242" y="0"/>
                    </a:lnTo>
                    <a:close/>
                  </a:path>
                  <a:path w="6140450" h="4159885">
                    <a:moveTo>
                      <a:pt x="3371342" y="0"/>
                    </a:moveTo>
                    <a:lnTo>
                      <a:pt x="3366007" y="0"/>
                    </a:lnTo>
                    <a:lnTo>
                      <a:pt x="3361817" y="4317"/>
                    </a:lnTo>
                    <a:lnTo>
                      <a:pt x="3361817" y="14732"/>
                    </a:lnTo>
                    <a:lnTo>
                      <a:pt x="3366007" y="19050"/>
                    </a:lnTo>
                    <a:lnTo>
                      <a:pt x="3371342" y="19050"/>
                    </a:lnTo>
                    <a:lnTo>
                      <a:pt x="3371342" y="0"/>
                    </a:lnTo>
                    <a:close/>
                  </a:path>
                  <a:path w="6140450" h="4159885">
                    <a:moveTo>
                      <a:pt x="3376549" y="0"/>
                    </a:moveTo>
                    <a:lnTo>
                      <a:pt x="3371342" y="0"/>
                    </a:lnTo>
                    <a:lnTo>
                      <a:pt x="3371342" y="19050"/>
                    </a:lnTo>
                    <a:lnTo>
                      <a:pt x="3376549" y="19050"/>
                    </a:lnTo>
                    <a:lnTo>
                      <a:pt x="3380867" y="14732"/>
                    </a:lnTo>
                    <a:lnTo>
                      <a:pt x="3380867" y="4317"/>
                    </a:lnTo>
                    <a:lnTo>
                      <a:pt x="3376549" y="0"/>
                    </a:lnTo>
                    <a:close/>
                  </a:path>
                  <a:path w="6140450" h="4159885">
                    <a:moveTo>
                      <a:pt x="3409442" y="0"/>
                    </a:moveTo>
                    <a:lnTo>
                      <a:pt x="3404107" y="0"/>
                    </a:lnTo>
                    <a:lnTo>
                      <a:pt x="3399917" y="4317"/>
                    </a:lnTo>
                    <a:lnTo>
                      <a:pt x="3399917" y="14732"/>
                    </a:lnTo>
                    <a:lnTo>
                      <a:pt x="3404107" y="19050"/>
                    </a:lnTo>
                    <a:lnTo>
                      <a:pt x="3409442" y="19050"/>
                    </a:lnTo>
                    <a:lnTo>
                      <a:pt x="3409442" y="0"/>
                    </a:lnTo>
                    <a:close/>
                  </a:path>
                  <a:path w="6140450" h="4159885">
                    <a:moveTo>
                      <a:pt x="3414649" y="0"/>
                    </a:moveTo>
                    <a:lnTo>
                      <a:pt x="3409442" y="0"/>
                    </a:lnTo>
                    <a:lnTo>
                      <a:pt x="3409442" y="19050"/>
                    </a:lnTo>
                    <a:lnTo>
                      <a:pt x="3414649" y="19050"/>
                    </a:lnTo>
                    <a:lnTo>
                      <a:pt x="3418967" y="14732"/>
                    </a:lnTo>
                    <a:lnTo>
                      <a:pt x="3418967" y="4317"/>
                    </a:lnTo>
                    <a:lnTo>
                      <a:pt x="3414649" y="0"/>
                    </a:lnTo>
                    <a:close/>
                  </a:path>
                  <a:path w="6140450" h="4159885">
                    <a:moveTo>
                      <a:pt x="3447542" y="0"/>
                    </a:moveTo>
                    <a:lnTo>
                      <a:pt x="3442207" y="0"/>
                    </a:lnTo>
                    <a:lnTo>
                      <a:pt x="3438017" y="4317"/>
                    </a:lnTo>
                    <a:lnTo>
                      <a:pt x="3438017" y="14732"/>
                    </a:lnTo>
                    <a:lnTo>
                      <a:pt x="3442207" y="19050"/>
                    </a:lnTo>
                    <a:lnTo>
                      <a:pt x="3447542" y="19050"/>
                    </a:lnTo>
                    <a:lnTo>
                      <a:pt x="3447542" y="0"/>
                    </a:lnTo>
                    <a:close/>
                  </a:path>
                  <a:path w="6140450" h="4159885">
                    <a:moveTo>
                      <a:pt x="3452749" y="0"/>
                    </a:moveTo>
                    <a:lnTo>
                      <a:pt x="3447542" y="0"/>
                    </a:lnTo>
                    <a:lnTo>
                      <a:pt x="3447542" y="19050"/>
                    </a:lnTo>
                    <a:lnTo>
                      <a:pt x="3452749" y="19050"/>
                    </a:lnTo>
                    <a:lnTo>
                      <a:pt x="3457067" y="14732"/>
                    </a:lnTo>
                    <a:lnTo>
                      <a:pt x="3457067" y="4317"/>
                    </a:lnTo>
                    <a:lnTo>
                      <a:pt x="3452749" y="0"/>
                    </a:lnTo>
                    <a:close/>
                  </a:path>
                  <a:path w="6140450" h="4159885">
                    <a:moveTo>
                      <a:pt x="3485642" y="0"/>
                    </a:moveTo>
                    <a:lnTo>
                      <a:pt x="3480434" y="0"/>
                    </a:lnTo>
                    <a:lnTo>
                      <a:pt x="3476117" y="4317"/>
                    </a:lnTo>
                    <a:lnTo>
                      <a:pt x="3476117" y="14732"/>
                    </a:lnTo>
                    <a:lnTo>
                      <a:pt x="3480434" y="19050"/>
                    </a:lnTo>
                    <a:lnTo>
                      <a:pt x="3485642" y="19050"/>
                    </a:lnTo>
                    <a:lnTo>
                      <a:pt x="3485642" y="0"/>
                    </a:lnTo>
                    <a:close/>
                  </a:path>
                  <a:path w="6140450" h="4159885">
                    <a:moveTo>
                      <a:pt x="3490976" y="0"/>
                    </a:moveTo>
                    <a:lnTo>
                      <a:pt x="3485642" y="0"/>
                    </a:lnTo>
                    <a:lnTo>
                      <a:pt x="3485642" y="19050"/>
                    </a:lnTo>
                    <a:lnTo>
                      <a:pt x="3490976" y="19050"/>
                    </a:lnTo>
                    <a:lnTo>
                      <a:pt x="3495167" y="14732"/>
                    </a:lnTo>
                    <a:lnTo>
                      <a:pt x="3495167" y="4317"/>
                    </a:lnTo>
                    <a:lnTo>
                      <a:pt x="3490976" y="0"/>
                    </a:lnTo>
                    <a:close/>
                  </a:path>
                  <a:path w="6140450" h="4159885">
                    <a:moveTo>
                      <a:pt x="3523742" y="0"/>
                    </a:moveTo>
                    <a:lnTo>
                      <a:pt x="3518534" y="0"/>
                    </a:lnTo>
                    <a:lnTo>
                      <a:pt x="3514217" y="4317"/>
                    </a:lnTo>
                    <a:lnTo>
                      <a:pt x="3514217" y="14732"/>
                    </a:lnTo>
                    <a:lnTo>
                      <a:pt x="3518534" y="19050"/>
                    </a:lnTo>
                    <a:lnTo>
                      <a:pt x="3523742" y="19050"/>
                    </a:lnTo>
                    <a:lnTo>
                      <a:pt x="3523742" y="0"/>
                    </a:lnTo>
                    <a:close/>
                  </a:path>
                  <a:path w="6140450" h="4159885">
                    <a:moveTo>
                      <a:pt x="3529076" y="0"/>
                    </a:moveTo>
                    <a:lnTo>
                      <a:pt x="3523742" y="0"/>
                    </a:lnTo>
                    <a:lnTo>
                      <a:pt x="3523742" y="19050"/>
                    </a:lnTo>
                    <a:lnTo>
                      <a:pt x="3529076" y="19050"/>
                    </a:lnTo>
                    <a:lnTo>
                      <a:pt x="3533267" y="14732"/>
                    </a:lnTo>
                    <a:lnTo>
                      <a:pt x="3533267" y="4317"/>
                    </a:lnTo>
                    <a:lnTo>
                      <a:pt x="3529076" y="0"/>
                    </a:lnTo>
                    <a:close/>
                  </a:path>
                  <a:path w="6140450" h="4159885">
                    <a:moveTo>
                      <a:pt x="3561842" y="0"/>
                    </a:moveTo>
                    <a:lnTo>
                      <a:pt x="3556634" y="0"/>
                    </a:lnTo>
                    <a:lnTo>
                      <a:pt x="3552317" y="4317"/>
                    </a:lnTo>
                    <a:lnTo>
                      <a:pt x="3552317" y="14732"/>
                    </a:lnTo>
                    <a:lnTo>
                      <a:pt x="3556634" y="19050"/>
                    </a:lnTo>
                    <a:lnTo>
                      <a:pt x="3561842" y="19050"/>
                    </a:lnTo>
                    <a:lnTo>
                      <a:pt x="3561842" y="0"/>
                    </a:lnTo>
                    <a:close/>
                  </a:path>
                  <a:path w="6140450" h="4159885">
                    <a:moveTo>
                      <a:pt x="3567176" y="0"/>
                    </a:moveTo>
                    <a:lnTo>
                      <a:pt x="3561969" y="0"/>
                    </a:lnTo>
                    <a:lnTo>
                      <a:pt x="3561969" y="19050"/>
                    </a:lnTo>
                    <a:lnTo>
                      <a:pt x="3567176" y="19050"/>
                    </a:lnTo>
                    <a:lnTo>
                      <a:pt x="3571494" y="14732"/>
                    </a:lnTo>
                    <a:lnTo>
                      <a:pt x="3571494" y="4317"/>
                    </a:lnTo>
                    <a:lnTo>
                      <a:pt x="3567176" y="0"/>
                    </a:lnTo>
                    <a:close/>
                  </a:path>
                  <a:path w="6140450" h="4159885">
                    <a:moveTo>
                      <a:pt x="3600069" y="0"/>
                    </a:moveTo>
                    <a:lnTo>
                      <a:pt x="3594734" y="0"/>
                    </a:lnTo>
                    <a:lnTo>
                      <a:pt x="3590544" y="4317"/>
                    </a:lnTo>
                    <a:lnTo>
                      <a:pt x="3590544" y="14732"/>
                    </a:lnTo>
                    <a:lnTo>
                      <a:pt x="3594734" y="19050"/>
                    </a:lnTo>
                    <a:lnTo>
                      <a:pt x="3600069" y="19050"/>
                    </a:lnTo>
                    <a:lnTo>
                      <a:pt x="3600069" y="0"/>
                    </a:lnTo>
                    <a:close/>
                  </a:path>
                  <a:path w="6140450" h="4159885">
                    <a:moveTo>
                      <a:pt x="3605276" y="0"/>
                    </a:moveTo>
                    <a:lnTo>
                      <a:pt x="3600069" y="0"/>
                    </a:lnTo>
                    <a:lnTo>
                      <a:pt x="3600069" y="19050"/>
                    </a:lnTo>
                    <a:lnTo>
                      <a:pt x="3605276" y="19050"/>
                    </a:lnTo>
                    <a:lnTo>
                      <a:pt x="3609594" y="14732"/>
                    </a:lnTo>
                    <a:lnTo>
                      <a:pt x="3609594" y="4317"/>
                    </a:lnTo>
                    <a:lnTo>
                      <a:pt x="3605276" y="0"/>
                    </a:lnTo>
                    <a:close/>
                  </a:path>
                  <a:path w="6140450" h="4159885">
                    <a:moveTo>
                      <a:pt x="3638169" y="0"/>
                    </a:moveTo>
                    <a:lnTo>
                      <a:pt x="3632834" y="0"/>
                    </a:lnTo>
                    <a:lnTo>
                      <a:pt x="3628644" y="4317"/>
                    </a:lnTo>
                    <a:lnTo>
                      <a:pt x="3628644" y="14732"/>
                    </a:lnTo>
                    <a:lnTo>
                      <a:pt x="3632834" y="19050"/>
                    </a:lnTo>
                    <a:lnTo>
                      <a:pt x="3638169" y="19050"/>
                    </a:lnTo>
                    <a:lnTo>
                      <a:pt x="3638169" y="0"/>
                    </a:lnTo>
                    <a:close/>
                  </a:path>
                  <a:path w="6140450" h="4159885">
                    <a:moveTo>
                      <a:pt x="3643376" y="0"/>
                    </a:moveTo>
                    <a:lnTo>
                      <a:pt x="3638169" y="0"/>
                    </a:lnTo>
                    <a:lnTo>
                      <a:pt x="3638169" y="19050"/>
                    </a:lnTo>
                    <a:lnTo>
                      <a:pt x="3643376" y="19050"/>
                    </a:lnTo>
                    <a:lnTo>
                      <a:pt x="3647694" y="14732"/>
                    </a:lnTo>
                    <a:lnTo>
                      <a:pt x="3647694" y="4317"/>
                    </a:lnTo>
                    <a:lnTo>
                      <a:pt x="3643376" y="0"/>
                    </a:lnTo>
                    <a:close/>
                  </a:path>
                  <a:path w="6140450" h="4159885">
                    <a:moveTo>
                      <a:pt x="3676269" y="0"/>
                    </a:moveTo>
                    <a:lnTo>
                      <a:pt x="3670934" y="0"/>
                    </a:lnTo>
                    <a:lnTo>
                      <a:pt x="3666744" y="4317"/>
                    </a:lnTo>
                    <a:lnTo>
                      <a:pt x="3666744" y="14732"/>
                    </a:lnTo>
                    <a:lnTo>
                      <a:pt x="3670934" y="19050"/>
                    </a:lnTo>
                    <a:lnTo>
                      <a:pt x="3676269" y="19050"/>
                    </a:lnTo>
                    <a:lnTo>
                      <a:pt x="3676269" y="0"/>
                    </a:lnTo>
                    <a:close/>
                  </a:path>
                  <a:path w="6140450" h="4159885">
                    <a:moveTo>
                      <a:pt x="3681476" y="0"/>
                    </a:moveTo>
                    <a:lnTo>
                      <a:pt x="3676269" y="0"/>
                    </a:lnTo>
                    <a:lnTo>
                      <a:pt x="3676269" y="19050"/>
                    </a:lnTo>
                    <a:lnTo>
                      <a:pt x="3681476" y="19050"/>
                    </a:lnTo>
                    <a:lnTo>
                      <a:pt x="3685794" y="14732"/>
                    </a:lnTo>
                    <a:lnTo>
                      <a:pt x="3685794" y="4317"/>
                    </a:lnTo>
                    <a:lnTo>
                      <a:pt x="3681476" y="0"/>
                    </a:lnTo>
                    <a:close/>
                  </a:path>
                  <a:path w="6140450" h="4159885">
                    <a:moveTo>
                      <a:pt x="3714369" y="0"/>
                    </a:moveTo>
                    <a:lnTo>
                      <a:pt x="3709161" y="0"/>
                    </a:lnTo>
                    <a:lnTo>
                      <a:pt x="3704844" y="4317"/>
                    </a:lnTo>
                    <a:lnTo>
                      <a:pt x="3704844" y="14732"/>
                    </a:lnTo>
                    <a:lnTo>
                      <a:pt x="3709161" y="19050"/>
                    </a:lnTo>
                    <a:lnTo>
                      <a:pt x="3714369" y="19050"/>
                    </a:lnTo>
                    <a:lnTo>
                      <a:pt x="3714369" y="0"/>
                    </a:lnTo>
                    <a:close/>
                  </a:path>
                  <a:path w="6140450" h="4159885">
                    <a:moveTo>
                      <a:pt x="3719703" y="0"/>
                    </a:moveTo>
                    <a:lnTo>
                      <a:pt x="3714369" y="0"/>
                    </a:lnTo>
                    <a:lnTo>
                      <a:pt x="3714369" y="19050"/>
                    </a:lnTo>
                    <a:lnTo>
                      <a:pt x="3719703" y="19050"/>
                    </a:lnTo>
                    <a:lnTo>
                      <a:pt x="3723894" y="14732"/>
                    </a:lnTo>
                    <a:lnTo>
                      <a:pt x="3723894" y="4317"/>
                    </a:lnTo>
                    <a:lnTo>
                      <a:pt x="3719703" y="0"/>
                    </a:lnTo>
                    <a:close/>
                  </a:path>
                  <a:path w="6140450" h="4159885">
                    <a:moveTo>
                      <a:pt x="3752469" y="0"/>
                    </a:moveTo>
                    <a:lnTo>
                      <a:pt x="3747261" y="0"/>
                    </a:lnTo>
                    <a:lnTo>
                      <a:pt x="3742944" y="4317"/>
                    </a:lnTo>
                    <a:lnTo>
                      <a:pt x="3742944" y="14732"/>
                    </a:lnTo>
                    <a:lnTo>
                      <a:pt x="3747261" y="19050"/>
                    </a:lnTo>
                    <a:lnTo>
                      <a:pt x="3752469" y="19050"/>
                    </a:lnTo>
                    <a:lnTo>
                      <a:pt x="3752469" y="0"/>
                    </a:lnTo>
                    <a:close/>
                  </a:path>
                  <a:path w="6140450" h="4159885">
                    <a:moveTo>
                      <a:pt x="3757803" y="0"/>
                    </a:moveTo>
                    <a:lnTo>
                      <a:pt x="3752469" y="0"/>
                    </a:lnTo>
                    <a:lnTo>
                      <a:pt x="3752469" y="19050"/>
                    </a:lnTo>
                    <a:lnTo>
                      <a:pt x="3757803" y="19050"/>
                    </a:lnTo>
                    <a:lnTo>
                      <a:pt x="3761994" y="14732"/>
                    </a:lnTo>
                    <a:lnTo>
                      <a:pt x="3761994" y="4317"/>
                    </a:lnTo>
                    <a:lnTo>
                      <a:pt x="3757803" y="0"/>
                    </a:lnTo>
                    <a:close/>
                  </a:path>
                  <a:path w="6140450" h="4159885">
                    <a:moveTo>
                      <a:pt x="3790569" y="0"/>
                    </a:moveTo>
                    <a:lnTo>
                      <a:pt x="3785361" y="0"/>
                    </a:lnTo>
                    <a:lnTo>
                      <a:pt x="3781044" y="4317"/>
                    </a:lnTo>
                    <a:lnTo>
                      <a:pt x="3781044" y="14732"/>
                    </a:lnTo>
                    <a:lnTo>
                      <a:pt x="3785361" y="19050"/>
                    </a:lnTo>
                    <a:lnTo>
                      <a:pt x="3790569" y="19050"/>
                    </a:lnTo>
                    <a:lnTo>
                      <a:pt x="3790569" y="0"/>
                    </a:lnTo>
                    <a:close/>
                  </a:path>
                  <a:path w="6140450" h="4159885">
                    <a:moveTo>
                      <a:pt x="3795903" y="0"/>
                    </a:moveTo>
                    <a:lnTo>
                      <a:pt x="3790569" y="0"/>
                    </a:lnTo>
                    <a:lnTo>
                      <a:pt x="3790569" y="19050"/>
                    </a:lnTo>
                    <a:lnTo>
                      <a:pt x="3795903" y="19050"/>
                    </a:lnTo>
                    <a:lnTo>
                      <a:pt x="3800094" y="14732"/>
                    </a:lnTo>
                    <a:lnTo>
                      <a:pt x="3800094" y="4317"/>
                    </a:lnTo>
                    <a:lnTo>
                      <a:pt x="3795903" y="0"/>
                    </a:lnTo>
                    <a:close/>
                  </a:path>
                  <a:path w="6140450" h="4159885">
                    <a:moveTo>
                      <a:pt x="3828669" y="0"/>
                    </a:moveTo>
                    <a:lnTo>
                      <a:pt x="3823461" y="0"/>
                    </a:lnTo>
                    <a:lnTo>
                      <a:pt x="3819144" y="4317"/>
                    </a:lnTo>
                    <a:lnTo>
                      <a:pt x="3819144" y="14732"/>
                    </a:lnTo>
                    <a:lnTo>
                      <a:pt x="3823461" y="19050"/>
                    </a:lnTo>
                    <a:lnTo>
                      <a:pt x="3828669" y="19050"/>
                    </a:lnTo>
                    <a:lnTo>
                      <a:pt x="3828669" y="0"/>
                    </a:lnTo>
                    <a:close/>
                  </a:path>
                  <a:path w="6140450" h="4159885">
                    <a:moveTo>
                      <a:pt x="3834003" y="0"/>
                    </a:moveTo>
                    <a:lnTo>
                      <a:pt x="3828796" y="0"/>
                    </a:lnTo>
                    <a:lnTo>
                      <a:pt x="3828796" y="19050"/>
                    </a:lnTo>
                    <a:lnTo>
                      <a:pt x="3834003" y="19050"/>
                    </a:lnTo>
                    <a:lnTo>
                      <a:pt x="3838321" y="14732"/>
                    </a:lnTo>
                    <a:lnTo>
                      <a:pt x="3838321" y="4317"/>
                    </a:lnTo>
                    <a:lnTo>
                      <a:pt x="3834003" y="0"/>
                    </a:lnTo>
                    <a:close/>
                  </a:path>
                  <a:path w="6140450" h="4159885">
                    <a:moveTo>
                      <a:pt x="3866896" y="0"/>
                    </a:moveTo>
                    <a:lnTo>
                      <a:pt x="3861561" y="0"/>
                    </a:lnTo>
                    <a:lnTo>
                      <a:pt x="3857371" y="4317"/>
                    </a:lnTo>
                    <a:lnTo>
                      <a:pt x="3857371" y="14732"/>
                    </a:lnTo>
                    <a:lnTo>
                      <a:pt x="3861561" y="19050"/>
                    </a:lnTo>
                    <a:lnTo>
                      <a:pt x="3866896" y="19050"/>
                    </a:lnTo>
                    <a:lnTo>
                      <a:pt x="3866896" y="0"/>
                    </a:lnTo>
                    <a:close/>
                  </a:path>
                  <a:path w="6140450" h="4159885">
                    <a:moveTo>
                      <a:pt x="3872103" y="0"/>
                    </a:moveTo>
                    <a:lnTo>
                      <a:pt x="3866896" y="0"/>
                    </a:lnTo>
                    <a:lnTo>
                      <a:pt x="3866896" y="19050"/>
                    </a:lnTo>
                    <a:lnTo>
                      <a:pt x="3872103" y="19050"/>
                    </a:lnTo>
                    <a:lnTo>
                      <a:pt x="3876421" y="14732"/>
                    </a:lnTo>
                    <a:lnTo>
                      <a:pt x="3876421" y="4317"/>
                    </a:lnTo>
                    <a:lnTo>
                      <a:pt x="3872103" y="0"/>
                    </a:lnTo>
                    <a:close/>
                  </a:path>
                  <a:path w="6140450" h="4159885">
                    <a:moveTo>
                      <a:pt x="3904996" y="0"/>
                    </a:moveTo>
                    <a:lnTo>
                      <a:pt x="3899661" y="0"/>
                    </a:lnTo>
                    <a:lnTo>
                      <a:pt x="3895471" y="4317"/>
                    </a:lnTo>
                    <a:lnTo>
                      <a:pt x="3895471" y="14732"/>
                    </a:lnTo>
                    <a:lnTo>
                      <a:pt x="3899661" y="19050"/>
                    </a:lnTo>
                    <a:lnTo>
                      <a:pt x="3904996" y="19050"/>
                    </a:lnTo>
                    <a:lnTo>
                      <a:pt x="3904996" y="0"/>
                    </a:lnTo>
                    <a:close/>
                  </a:path>
                  <a:path w="6140450" h="4159885">
                    <a:moveTo>
                      <a:pt x="3910203" y="0"/>
                    </a:moveTo>
                    <a:lnTo>
                      <a:pt x="3904996" y="0"/>
                    </a:lnTo>
                    <a:lnTo>
                      <a:pt x="3904996" y="19050"/>
                    </a:lnTo>
                    <a:lnTo>
                      <a:pt x="3910203" y="19050"/>
                    </a:lnTo>
                    <a:lnTo>
                      <a:pt x="3914521" y="14732"/>
                    </a:lnTo>
                    <a:lnTo>
                      <a:pt x="3914521" y="4317"/>
                    </a:lnTo>
                    <a:lnTo>
                      <a:pt x="3910203" y="0"/>
                    </a:lnTo>
                    <a:close/>
                  </a:path>
                  <a:path w="6140450" h="4159885">
                    <a:moveTo>
                      <a:pt x="3943096" y="0"/>
                    </a:moveTo>
                    <a:lnTo>
                      <a:pt x="3937761" y="0"/>
                    </a:lnTo>
                    <a:lnTo>
                      <a:pt x="3933571" y="4317"/>
                    </a:lnTo>
                    <a:lnTo>
                      <a:pt x="3933571" y="14732"/>
                    </a:lnTo>
                    <a:lnTo>
                      <a:pt x="3937761" y="19050"/>
                    </a:lnTo>
                    <a:lnTo>
                      <a:pt x="3943096" y="19050"/>
                    </a:lnTo>
                    <a:lnTo>
                      <a:pt x="3943096" y="0"/>
                    </a:lnTo>
                    <a:close/>
                  </a:path>
                  <a:path w="6140450" h="4159885">
                    <a:moveTo>
                      <a:pt x="3948303" y="0"/>
                    </a:moveTo>
                    <a:lnTo>
                      <a:pt x="3943096" y="0"/>
                    </a:lnTo>
                    <a:lnTo>
                      <a:pt x="3943096" y="19050"/>
                    </a:lnTo>
                    <a:lnTo>
                      <a:pt x="3948303" y="19050"/>
                    </a:lnTo>
                    <a:lnTo>
                      <a:pt x="3952621" y="14732"/>
                    </a:lnTo>
                    <a:lnTo>
                      <a:pt x="3952621" y="4317"/>
                    </a:lnTo>
                    <a:lnTo>
                      <a:pt x="3948303" y="0"/>
                    </a:lnTo>
                    <a:close/>
                  </a:path>
                  <a:path w="6140450" h="4159885">
                    <a:moveTo>
                      <a:pt x="3981196" y="0"/>
                    </a:moveTo>
                    <a:lnTo>
                      <a:pt x="3975988" y="0"/>
                    </a:lnTo>
                    <a:lnTo>
                      <a:pt x="3971671" y="4317"/>
                    </a:lnTo>
                    <a:lnTo>
                      <a:pt x="3971671" y="14732"/>
                    </a:lnTo>
                    <a:lnTo>
                      <a:pt x="3975988" y="19050"/>
                    </a:lnTo>
                    <a:lnTo>
                      <a:pt x="3981196" y="19050"/>
                    </a:lnTo>
                    <a:lnTo>
                      <a:pt x="3981196" y="0"/>
                    </a:lnTo>
                    <a:close/>
                  </a:path>
                  <a:path w="6140450" h="4159885">
                    <a:moveTo>
                      <a:pt x="3986529" y="0"/>
                    </a:moveTo>
                    <a:lnTo>
                      <a:pt x="3981196" y="0"/>
                    </a:lnTo>
                    <a:lnTo>
                      <a:pt x="3981196" y="19050"/>
                    </a:lnTo>
                    <a:lnTo>
                      <a:pt x="3986529" y="19050"/>
                    </a:lnTo>
                    <a:lnTo>
                      <a:pt x="3990721" y="14732"/>
                    </a:lnTo>
                    <a:lnTo>
                      <a:pt x="3990721" y="4317"/>
                    </a:lnTo>
                    <a:lnTo>
                      <a:pt x="3986529" y="0"/>
                    </a:lnTo>
                    <a:close/>
                  </a:path>
                  <a:path w="6140450" h="4159885">
                    <a:moveTo>
                      <a:pt x="4019296" y="0"/>
                    </a:moveTo>
                    <a:lnTo>
                      <a:pt x="4014088" y="0"/>
                    </a:lnTo>
                    <a:lnTo>
                      <a:pt x="4009771" y="4317"/>
                    </a:lnTo>
                    <a:lnTo>
                      <a:pt x="4009771" y="14732"/>
                    </a:lnTo>
                    <a:lnTo>
                      <a:pt x="4014088" y="19050"/>
                    </a:lnTo>
                    <a:lnTo>
                      <a:pt x="4019296" y="19050"/>
                    </a:lnTo>
                    <a:lnTo>
                      <a:pt x="4019296" y="0"/>
                    </a:lnTo>
                    <a:close/>
                  </a:path>
                  <a:path w="6140450" h="4159885">
                    <a:moveTo>
                      <a:pt x="4024629" y="0"/>
                    </a:moveTo>
                    <a:lnTo>
                      <a:pt x="4019296" y="0"/>
                    </a:lnTo>
                    <a:lnTo>
                      <a:pt x="4019296" y="19050"/>
                    </a:lnTo>
                    <a:lnTo>
                      <a:pt x="4024629" y="19050"/>
                    </a:lnTo>
                    <a:lnTo>
                      <a:pt x="4028821" y="14732"/>
                    </a:lnTo>
                    <a:lnTo>
                      <a:pt x="4028821" y="4317"/>
                    </a:lnTo>
                    <a:lnTo>
                      <a:pt x="4024629" y="0"/>
                    </a:lnTo>
                    <a:close/>
                  </a:path>
                  <a:path w="6140450" h="4159885">
                    <a:moveTo>
                      <a:pt x="4057396" y="0"/>
                    </a:moveTo>
                    <a:lnTo>
                      <a:pt x="4052188" y="0"/>
                    </a:lnTo>
                    <a:lnTo>
                      <a:pt x="4047871" y="4317"/>
                    </a:lnTo>
                    <a:lnTo>
                      <a:pt x="4047871" y="14732"/>
                    </a:lnTo>
                    <a:lnTo>
                      <a:pt x="4052188" y="19050"/>
                    </a:lnTo>
                    <a:lnTo>
                      <a:pt x="4057396" y="19050"/>
                    </a:lnTo>
                    <a:lnTo>
                      <a:pt x="4057396" y="0"/>
                    </a:lnTo>
                    <a:close/>
                  </a:path>
                  <a:path w="6140450" h="4159885">
                    <a:moveTo>
                      <a:pt x="4062729" y="0"/>
                    </a:moveTo>
                    <a:lnTo>
                      <a:pt x="4057396" y="0"/>
                    </a:lnTo>
                    <a:lnTo>
                      <a:pt x="4057396" y="19050"/>
                    </a:lnTo>
                    <a:lnTo>
                      <a:pt x="4062729" y="19050"/>
                    </a:lnTo>
                    <a:lnTo>
                      <a:pt x="4066921" y="14732"/>
                    </a:lnTo>
                    <a:lnTo>
                      <a:pt x="4066921" y="4317"/>
                    </a:lnTo>
                    <a:lnTo>
                      <a:pt x="4062729" y="0"/>
                    </a:lnTo>
                    <a:close/>
                  </a:path>
                  <a:path w="6140450" h="4159885">
                    <a:moveTo>
                      <a:pt x="4095496" y="0"/>
                    </a:moveTo>
                    <a:lnTo>
                      <a:pt x="4090288" y="0"/>
                    </a:lnTo>
                    <a:lnTo>
                      <a:pt x="4085971" y="4317"/>
                    </a:lnTo>
                    <a:lnTo>
                      <a:pt x="4085971" y="14732"/>
                    </a:lnTo>
                    <a:lnTo>
                      <a:pt x="4090288" y="19050"/>
                    </a:lnTo>
                    <a:lnTo>
                      <a:pt x="4095496" y="19050"/>
                    </a:lnTo>
                    <a:lnTo>
                      <a:pt x="4095496" y="0"/>
                    </a:lnTo>
                    <a:close/>
                  </a:path>
                  <a:path w="6140450" h="4159885">
                    <a:moveTo>
                      <a:pt x="4100829" y="0"/>
                    </a:moveTo>
                    <a:lnTo>
                      <a:pt x="4095623" y="0"/>
                    </a:lnTo>
                    <a:lnTo>
                      <a:pt x="4095623" y="19050"/>
                    </a:lnTo>
                    <a:lnTo>
                      <a:pt x="4100829" y="19050"/>
                    </a:lnTo>
                    <a:lnTo>
                      <a:pt x="4105148" y="14732"/>
                    </a:lnTo>
                    <a:lnTo>
                      <a:pt x="4105148" y="4317"/>
                    </a:lnTo>
                    <a:lnTo>
                      <a:pt x="4100829" y="0"/>
                    </a:lnTo>
                    <a:close/>
                  </a:path>
                  <a:path w="6140450" h="4159885">
                    <a:moveTo>
                      <a:pt x="4133723" y="0"/>
                    </a:moveTo>
                    <a:lnTo>
                      <a:pt x="4128388" y="0"/>
                    </a:lnTo>
                    <a:lnTo>
                      <a:pt x="4124198" y="4317"/>
                    </a:lnTo>
                    <a:lnTo>
                      <a:pt x="4124198" y="14732"/>
                    </a:lnTo>
                    <a:lnTo>
                      <a:pt x="4128388" y="19050"/>
                    </a:lnTo>
                    <a:lnTo>
                      <a:pt x="4133723" y="19050"/>
                    </a:lnTo>
                    <a:lnTo>
                      <a:pt x="4133723" y="0"/>
                    </a:lnTo>
                    <a:close/>
                  </a:path>
                  <a:path w="6140450" h="4159885">
                    <a:moveTo>
                      <a:pt x="4138929" y="0"/>
                    </a:moveTo>
                    <a:lnTo>
                      <a:pt x="4133723" y="0"/>
                    </a:lnTo>
                    <a:lnTo>
                      <a:pt x="4133723" y="19050"/>
                    </a:lnTo>
                    <a:lnTo>
                      <a:pt x="4138929" y="19050"/>
                    </a:lnTo>
                    <a:lnTo>
                      <a:pt x="4143248" y="14732"/>
                    </a:lnTo>
                    <a:lnTo>
                      <a:pt x="4143248" y="4317"/>
                    </a:lnTo>
                    <a:lnTo>
                      <a:pt x="4138929" y="0"/>
                    </a:lnTo>
                    <a:close/>
                  </a:path>
                  <a:path w="6140450" h="4159885">
                    <a:moveTo>
                      <a:pt x="4171823" y="0"/>
                    </a:moveTo>
                    <a:lnTo>
                      <a:pt x="4166488" y="0"/>
                    </a:lnTo>
                    <a:lnTo>
                      <a:pt x="4162298" y="4317"/>
                    </a:lnTo>
                    <a:lnTo>
                      <a:pt x="4162298" y="14732"/>
                    </a:lnTo>
                    <a:lnTo>
                      <a:pt x="4166488" y="19050"/>
                    </a:lnTo>
                    <a:lnTo>
                      <a:pt x="4171823" y="19050"/>
                    </a:lnTo>
                    <a:lnTo>
                      <a:pt x="4171823" y="0"/>
                    </a:lnTo>
                    <a:close/>
                  </a:path>
                  <a:path w="6140450" h="4159885">
                    <a:moveTo>
                      <a:pt x="4177029" y="0"/>
                    </a:moveTo>
                    <a:lnTo>
                      <a:pt x="4171823" y="0"/>
                    </a:lnTo>
                    <a:lnTo>
                      <a:pt x="4171823" y="19050"/>
                    </a:lnTo>
                    <a:lnTo>
                      <a:pt x="4177029" y="19050"/>
                    </a:lnTo>
                    <a:lnTo>
                      <a:pt x="4181348" y="14732"/>
                    </a:lnTo>
                    <a:lnTo>
                      <a:pt x="4181348" y="4317"/>
                    </a:lnTo>
                    <a:lnTo>
                      <a:pt x="4177029" y="0"/>
                    </a:lnTo>
                    <a:close/>
                  </a:path>
                  <a:path w="6140450" h="4159885">
                    <a:moveTo>
                      <a:pt x="4209923" y="0"/>
                    </a:moveTo>
                    <a:lnTo>
                      <a:pt x="4204715" y="0"/>
                    </a:lnTo>
                    <a:lnTo>
                      <a:pt x="4200398" y="4317"/>
                    </a:lnTo>
                    <a:lnTo>
                      <a:pt x="4200398" y="14732"/>
                    </a:lnTo>
                    <a:lnTo>
                      <a:pt x="4204715" y="19050"/>
                    </a:lnTo>
                    <a:lnTo>
                      <a:pt x="4209923" y="19050"/>
                    </a:lnTo>
                    <a:lnTo>
                      <a:pt x="4209923" y="0"/>
                    </a:lnTo>
                    <a:close/>
                  </a:path>
                  <a:path w="6140450" h="4159885">
                    <a:moveTo>
                      <a:pt x="4215257" y="0"/>
                    </a:moveTo>
                    <a:lnTo>
                      <a:pt x="4209923" y="0"/>
                    </a:lnTo>
                    <a:lnTo>
                      <a:pt x="4209923" y="19050"/>
                    </a:lnTo>
                    <a:lnTo>
                      <a:pt x="4215257" y="19050"/>
                    </a:lnTo>
                    <a:lnTo>
                      <a:pt x="4219448" y="14732"/>
                    </a:lnTo>
                    <a:lnTo>
                      <a:pt x="4219448" y="4317"/>
                    </a:lnTo>
                    <a:lnTo>
                      <a:pt x="4215257" y="0"/>
                    </a:lnTo>
                    <a:close/>
                  </a:path>
                  <a:path w="6140450" h="4159885">
                    <a:moveTo>
                      <a:pt x="4248023" y="0"/>
                    </a:moveTo>
                    <a:lnTo>
                      <a:pt x="4242815" y="0"/>
                    </a:lnTo>
                    <a:lnTo>
                      <a:pt x="4238498" y="4317"/>
                    </a:lnTo>
                    <a:lnTo>
                      <a:pt x="4238498" y="14732"/>
                    </a:lnTo>
                    <a:lnTo>
                      <a:pt x="4242815" y="19050"/>
                    </a:lnTo>
                    <a:lnTo>
                      <a:pt x="4248023" y="19050"/>
                    </a:lnTo>
                    <a:lnTo>
                      <a:pt x="4248023" y="0"/>
                    </a:lnTo>
                    <a:close/>
                  </a:path>
                  <a:path w="6140450" h="4159885">
                    <a:moveTo>
                      <a:pt x="4253357" y="0"/>
                    </a:moveTo>
                    <a:lnTo>
                      <a:pt x="4248023" y="0"/>
                    </a:lnTo>
                    <a:lnTo>
                      <a:pt x="4248023" y="19050"/>
                    </a:lnTo>
                    <a:lnTo>
                      <a:pt x="4253357" y="19050"/>
                    </a:lnTo>
                    <a:lnTo>
                      <a:pt x="4257548" y="14732"/>
                    </a:lnTo>
                    <a:lnTo>
                      <a:pt x="4257548" y="4317"/>
                    </a:lnTo>
                    <a:lnTo>
                      <a:pt x="4253357" y="0"/>
                    </a:lnTo>
                    <a:close/>
                  </a:path>
                  <a:path w="6140450" h="4159885">
                    <a:moveTo>
                      <a:pt x="4286123" y="0"/>
                    </a:moveTo>
                    <a:lnTo>
                      <a:pt x="4280915" y="0"/>
                    </a:lnTo>
                    <a:lnTo>
                      <a:pt x="4276598" y="4317"/>
                    </a:lnTo>
                    <a:lnTo>
                      <a:pt x="4276598" y="14732"/>
                    </a:lnTo>
                    <a:lnTo>
                      <a:pt x="4280915" y="19050"/>
                    </a:lnTo>
                    <a:lnTo>
                      <a:pt x="4286123" y="19050"/>
                    </a:lnTo>
                    <a:lnTo>
                      <a:pt x="4286123" y="0"/>
                    </a:lnTo>
                    <a:close/>
                  </a:path>
                  <a:path w="6140450" h="4159885">
                    <a:moveTo>
                      <a:pt x="4291457" y="0"/>
                    </a:moveTo>
                    <a:lnTo>
                      <a:pt x="4286123" y="0"/>
                    </a:lnTo>
                    <a:lnTo>
                      <a:pt x="4286123" y="19050"/>
                    </a:lnTo>
                    <a:lnTo>
                      <a:pt x="4291457" y="19050"/>
                    </a:lnTo>
                    <a:lnTo>
                      <a:pt x="4295648" y="14732"/>
                    </a:lnTo>
                    <a:lnTo>
                      <a:pt x="4295648" y="4317"/>
                    </a:lnTo>
                    <a:lnTo>
                      <a:pt x="4291457" y="0"/>
                    </a:lnTo>
                    <a:close/>
                  </a:path>
                  <a:path w="6140450" h="4159885">
                    <a:moveTo>
                      <a:pt x="4324223" y="0"/>
                    </a:moveTo>
                    <a:lnTo>
                      <a:pt x="4319015" y="0"/>
                    </a:lnTo>
                    <a:lnTo>
                      <a:pt x="4314698" y="4317"/>
                    </a:lnTo>
                    <a:lnTo>
                      <a:pt x="4314698" y="14732"/>
                    </a:lnTo>
                    <a:lnTo>
                      <a:pt x="4319015" y="19050"/>
                    </a:lnTo>
                    <a:lnTo>
                      <a:pt x="4324223" y="19050"/>
                    </a:lnTo>
                    <a:lnTo>
                      <a:pt x="4324223" y="0"/>
                    </a:lnTo>
                    <a:close/>
                  </a:path>
                  <a:path w="6140450" h="4159885">
                    <a:moveTo>
                      <a:pt x="4329557" y="0"/>
                    </a:moveTo>
                    <a:lnTo>
                      <a:pt x="4324350" y="0"/>
                    </a:lnTo>
                    <a:lnTo>
                      <a:pt x="4324350" y="19050"/>
                    </a:lnTo>
                    <a:lnTo>
                      <a:pt x="4329557" y="19050"/>
                    </a:lnTo>
                    <a:lnTo>
                      <a:pt x="4333875" y="14732"/>
                    </a:lnTo>
                    <a:lnTo>
                      <a:pt x="4333875" y="4317"/>
                    </a:lnTo>
                    <a:lnTo>
                      <a:pt x="4329557" y="0"/>
                    </a:lnTo>
                    <a:close/>
                  </a:path>
                  <a:path w="6140450" h="4159885">
                    <a:moveTo>
                      <a:pt x="4362450" y="0"/>
                    </a:moveTo>
                    <a:lnTo>
                      <a:pt x="4357115" y="0"/>
                    </a:lnTo>
                    <a:lnTo>
                      <a:pt x="4352925" y="4317"/>
                    </a:lnTo>
                    <a:lnTo>
                      <a:pt x="4352925" y="14732"/>
                    </a:lnTo>
                    <a:lnTo>
                      <a:pt x="4357115" y="19050"/>
                    </a:lnTo>
                    <a:lnTo>
                      <a:pt x="4362450" y="19050"/>
                    </a:lnTo>
                    <a:lnTo>
                      <a:pt x="4362450" y="0"/>
                    </a:lnTo>
                    <a:close/>
                  </a:path>
                  <a:path w="6140450" h="4159885">
                    <a:moveTo>
                      <a:pt x="4367657" y="0"/>
                    </a:moveTo>
                    <a:lnTo>
                      <a:pt x="4362450" y="0"/>
                    </a:lnTo>
                    <a:lnTo>
                      <a:pt x="4362450" y="19050"/>
                    </a:lnTo>
                    <a:lnTo>
                      <a:pt x="4367657" y="19050"/>
                    </a:lnTo>
                    <a:lnTo>
                      <a:pt x="4371975" y="14732"/>
                    </a:lnTo>
                    <a:lnTo>
                      <a:pt x="4371975" y="4317"/>
                    </a:lnTo>
                    <a:lnTo>
                      <a:pt x="4367657" y="0"/>
                    </a:lnTo>
                    <a:close/>
                  </a:path>
                  <a:path w="6140450" h="4159885">
                    <a:moveTo>
                      <a:pt x="4400550" y="0"/>
                    </a:moveTo>
                    <a:lnTo>
                      <a:pt x="4395215" y="0"/>
                    </a:lnTo>
                    <a:lnTo>
                      <a:pt x="4391025" y="4317"/>
                    </a:lnTo>
                    <a:lnTo>
                      <a:pt x="4391025" y="14732"/>
                    </a:lnTo>
                    <a:lnTo>
                      <a:pt x="4395215" y="19050"/>
                    </a:lnTo>
                    <a:lnTo>
                      <a:pt x="4400550" y="19050"/>
                    </a:lnTo>
                    <a:lnTo>
                      <a:pt x="4400550" y="0"/>
                    </a:lnTo>
                    <a:close/>
                  </a:path>
                  <a:path w="6140450" h="4159885">
                    <a:moveTo>
                      <a:pt x="4405757" y="0"/>
                    </a:moveTo>
                    <a:lnTo>
                      <a:pt x="4400550" y="0"/>
                    </a:lnTo>
                    <a:lnTo>
                      <a:pt x="4400550" y="19050"/>
                    </a:lnTo>
                    <a:lnTo>
                      <a:pt x="4405757" y="19050"/>
                    </a:lnTo>
                    <a:lnTo>
                      <a:pt x="4410075" y="14732"/>
                    </a:lnTo>
                    <a:lnTo>
                      <a:pt x="4410075" y="4317"/>
                    </a:lnTo>
                    <a:lnTo>
                      <a:pt x="4405757" y="0"/>
                    </a:lnTo>
                    <a:close/>
                  </a:path>
                  <a:path w="6140450" h="4159885">
                    <a:moveTo>
                      <a:pt x="4438650" y="0"/>
                    </a:moveTo>
                    <a:lnTo>
                      <a:pt x="4433315" y="0"/>
                    </a:lnTo>
                    <a:lnTo>
                      <a:pt x="4429125" y="4317"/>
                    </a:lnTo>
                    <a:lnTo>
                      <a:pt x="4429125" y="14732"/>
                    </a:lnTo>
                    <a:lnTo>
                      <a:pt x="4433315" y="19050"/>
                    </a:lnTo>
                    <a:lnTo>
                      <a:pt x="4438650" y="19050"/>
                    </a:lnTo>
                    <a:lnTo>
                      <a:pt x="4438650" y="0"/>
                    </a:lnTo>
                    <a:close/>
                  </a:path>
                  <a:path w="6140450" h="4159885">
                    <a:moveTo>
                      <a:pt x="4443857" y="0"/>
                    </a:moveTo>
                    <a:lnTo>
                      <a:pt x="4438650" y="0"/>
                    </a:lnTo>
                    <a:lnTo>
                      <a:pt x="4438650" y="19050"/>
                    </a:lnTo>
                    <a:lnTo>
                      <a:pt x="4443857" y="19050"/>
                    </a:lnTo>
                    <a:lnTo>
                      <a:pt x="4448175" y="14732"/>
                    </a:lnTo>
                    <a:lnTo>
                      <a:pt x="4448175" y="4317"/>
                    </a:lnTo>
                    <a:lnTo>
                      <a:pt x="4443857" y="0"/>
                    </a:lnTo>
                    <a:close/>
                  </a:path>
                  <a:path w="6140450" h="4159885">
                    <a:moveTo>
                      <a:pt x="4476750" y="0"/>
                    </a:moveTo>
                    <a:lnTo>
                      <a:pt x="4471543" y="0"/>
                    </a:lnTo>
                    <a:lnTo>
                      <a:pt x="4467225" y="4317"/>
                    </a:lnTo>
                    <a:lnTo>
                      <a:pt x="4467225" y="14732"/>
                    </a:lnTo>
                    <a:lnTo>
                      <a:pt x="4471543" y="19050"/>
                    </a:lnTo>
                    <a:lnTo>
                      <a:pt x="4476750" y="19050"/>
                    </a:lnTo>
                    <a:lnTo>
                      <a:pt x="4476750" y="0"/>
                    </a:lnTo>
                    <a:close/>
                  </a:path>
                  <a:path w="6140450" h="4159885">
                    <a:moveTo>
                      <a:pt x="4482083" y="0"/>
                    </a:moveTo>
                    <a:lnTo>
                      <a:pt x="4476750" y="0"/>
                    </a:lnTo>
                    <a:lnTo>
                      <a:pt x="4476750" y="19050"/>
                    </a:lnTo>
                    <a:lnTo>
                      <a:pt x="4482083" y="19050"/>
                    </a:lnTo>
                    <a:lnTo>
                      <a:pt x="4486275" y="14732"/>
                    </a:lnTo>
                    <a:lnTo>
                      <a:pt x="4486275" y="4317"/>
                    </a:lnTo>
                    <a:lnTo>
                      <a:pt x="4482083" y="0"/>
                    </a:lnTo>
                    <a:close/>
                  </a:path>
                  <a:path w="6140450" h="4159885">
                    <a:moveTo>
                      <a:pt x="4514850" y="0"/>
                    </a:moveTo>
                    <a:lnTo>
                      <a:pt x="4509643" y="0"/>
                    </a:lnTo>
                    <a:lnTo>
                      <a:pt x="4505325" y="4317"/>
                    </a:lnTo>
                    <a:lnTo>
                      <a:pt x="4505325" y="14732"/>
                    </a:lnTo>
                    <a:lnTo>
                      <a:pt x="4509643" y="19050"/>
                    </a:lnTo>
                    <a:lnTo>
                      <a:pt x="4514850" y="19050"/>
                    </a:lnTo>
                    <a:lnTo>
                      <a:pt x="4514850" y="0"/>
                    </a:lnTo>
                    <a:close/>
                  </a:path>
                  <a:path w="6140450" h="4159885">
                    <a:moveTo>
                      <a:pt x="4520183" y="0"/>
                    </a:moveTo>
                    <a:lnTo>
                      <a:pt x="4514850" y="0"/>
                    </a:lnTo>
                    <a:lnTo>
                      <a:pt x="4514850" y="19050"/>
                    </a:lnTo>
                    <a:lnTo>
                      <a:pt x="4520183" y="19050"/>
                    </a:lnTo>
                    <a:lnTo>
                      <a:pt x="4524375" y="14732"/>
                    </a:lnTo>
                    <a:lnTo>
                      <a:pt x="4524375" y="4317"/>
                    </a:lnTo>
                    <a:lnTo>
                      <a:pt x="4520183" y="0"/>
                    </a:lnTo>
                    <a:close/>
                  </a:path>
                  <a:path w="6140450" h="4159885">
                    <a:moveTo>
                      <a:pt x="4552950" y="0"/>
                    </a:moveTo>
                    <a:lnTo>
                      <a:pt x="4547743" y="0"/>
                    </a:lnTo>
                    <a:lnTo>
                      <a:pt x="4543425" y="4317"/>
                    </a:lnTo>
                    <a:lnTo>
                      <a:pt x="4543425" y="14732"/>
                    </a:lnTo>
                    <a:lnTo>
                      <a:pt x="4547743" y="19050"/>
                    </a:lnTo>
                    <a:lnTo>
                      <a:pt x="4552950" y="19050"/>
                    </a:lnTo>
                    <a:lnTo>
                      <a:pt x="4552950" y="0"/>
                    </a:lnTo>
                    <a:close/>
                  </a:path>
                  <a:path w="6140450" h="4159885">
                    <a:moveTo>
                      <a:pt x="4558283" y="0"/>
                    </a:moveTo>
                    <a:lnTo>
                      <a:pt x="4552950" y="0"/>
                    </a:lnTo>
                    <a:lnTo>
                      <a:pt x="4552950" y="19050"/>
                    </a:lnTo>
                    <a:lnTo>
                      <a:pt x="4558283" y="19050"/>
                    </a:lnTo>
                    <a:lnTo>
                      <a:pt x="4562475" y="14732"/>
                    </a:lnTo>
                    <a:lnTo>
                      <a:pt x="4562475" y="4317"/>
                    </a:lnTo>
                    <a:lnTo>
                      <a:pt x="4558283" y="0"/>
                    </a:lnTo>
                    <a:close/>
                  </a:path>
                  <a:path w="6140450" h="4159885">
                    <a:moveTo>
                      <a:pt x="4591050" y="0"/>
                    </a:moveTo>
                    <a:lnTo>
                      <a:pt x="4585843" y="0"/>
                    </a:lnTo>
                    <a:lnTo>
                      <a:pt x="4581525" y="4317"/>
                    </a:lnTo>
                    <a:lnTo>
                      <a:pt x="4581525" y="14732"/>
                    </a:lnTo>
                    <a:lnTo>
                      <a:pt x="4585843" y="19050"/>
                    </a:lnTo>
                    <a:lnTo>
                      <a:pt x="4591050" y="19050"/>
                    </a:lnTo>
                    <a:lnTo>
                      <a:pt x="4591050" y="0"/>
                    </a:lnTo>
                    <a:close/>
                  </a:path>
                  <a:path w="6140450" h="4159885">
                    <a:moveTo>
                      <a:pt x="4596383" y="0"/>
                    </a:moveTo>
                    <a:lnTo>
                      <a:pt x="4591177" y="0"/>
                    </a:lnTo>
                    <a:lnTo>
                      <a:pt x="4591177" y="19050"/>
                    </a:lnTo>
                    <a:lnTo>
                      <a:pt x="4596383" y="19050"/>
                    </a:lnTo>
                    <a:lnTo>
                      <a:pt x="4600702" y="14732"/>
                    </a:lnTo>
                    <a:lnTo>
                      <a:pt x="4600702" y="4317"/>
                    </a:lnTo>
                    <a:lnTo>
                      <a:pt x="4596383" y="0"/>
                    </a:lnTo>
                    <a:close/>
                  </a:path>
                  <a:path w="6140450" h="4159885">
                    <a:moveTo>
                      <a:pt x="4629277" y="0"/>
                    </a:moveTo>
                    <a:lnTo>
                      <a:pt x="4623943" y="0"/>
                    </a:lnTo>
                    <a:lnTo>
                      <a:pt x="4619752" y="4317"/>
                    </a:lnTo>
                    <a:lnTo>
                      <a:pt x="4619752" y="14732"/>
                    </a:lnTo>
                    <a:lnTo>
                      <a:pt x="4623943" y="19050"/>
                    </a:lnTo>
                    <a:lnTo>
                      <a:pt x="4629277" y="19050"/>
                    </a:lnTo>
                    <a:lnTo>
                      <a:pt x="4629277" y="0"/>
                    </a:lnTo>
                    <a:close/>
                  </a:path>
                  <a:path w="6140450" h="4159885">
                    <a:moveTo>
                      <a:pt x="4634483" y="0"/>
                    </a:moveTo>
                    <a:lnTo>
                      <a:pt x="4629277" y="0"/>
                    </a:lnTo>
                    <a:lnTo>
                      <a:pt x="4629277" y="19050"/>
                    </a:lnTo>
                    <a:lnTo>
                      <a:pt x="4634483" y="19050"/>
                    </a:lnTo>
                    <a:lnTo>
                      <a:pt x="4638802" y="14732"/>
                    </a:lnTo>
                    <a:lnTo>
                      <a:pt x="4638802" y="4317"/>
                    </a:lnTo>
                    <a:lnTo>
                      <a:pt x="4634483" y="0"/>
                    </a:lnTo>
                    <a:close/>
                  </a:path>
                  <a:path w="6140450" h="4159885">
                    <a:moveTo>
                      <a:pt x="4667377" y="0"/>
                    </a:moveTo>
                    <a:lnTo>
                      <a:pt x="4662043" y="0"/>
                    </a:lnTo>
                    <a:lnTo>
                      <a:pt x="4657852" y="4317"/>
                    </a:lnTo>
                    <a:lnTo>
                      <a:pt x="4657852" y="14732"/>
                    </a:lnTo>
                    <a:lnTo>
                      <a:pt x="4662043" y="19050"/>
                    </a:lnTo>
                    <a:lnTo>
                      <a:pt x="4667377" y="19050"/>
                    </a:lnTo>
                    <a:lnTo>
                      <a:pt x="4667377" y="0"/>
                    </a:lnTo>
                    <a:close/>
                  </a:path>
                  <a:path w="6140450" h="4159885">
                    <a:moveTo>
                      <a:pt x="4672583" y="0"/>
                    </a:moveTo>
                    <a:lnTo>
                      <a:pt x="4667377" y="0"/>
                    </a:lnTo>
                    <a:lnTo>
                      <a:pt x="4667377" y="19050"/>
                    </a:lnTo>
                    <a:lnTo>
                      <a:pt x="4672583" y="19050"/>
                    </a:lnTo>
                    <a:lnTo>
                      <a:pt x="4676902" y="14732"/>
                    </a:lnTo>
                    <a:lnTo>
                      <a:pt x="4676902" y="4317"/>
                    </a:lnTo>
                    <a:lnTo>
                      <a:pt x="4672583" y="0"/>
                    </a:lnTo>
                    <a:close/>
                  </a:path>
                  <a:path w="6140450" h="4159885">
                    <a:moveTo>
                      <a:pt x="4705477" y="0"/>
                    </a:moveTo>
                    <a:lnTo>
                      <a:pt x="4700270" y="0"/>
                    </a:lnTo>
                    <a:lnTo>
                      <a:pt x="4695952" y="4317"/>
                    </a:lnTo>
                    <a:lnTo>
                      <a:pt x="4695952" y="14732"/>
                    </a:lnTo>
                    <a:lnTo>
                      <a:pt x="4700270" y="19050"/>
                    </a:lnTo>
                    <a:lnTo>
                      <a:pt x="4705477" y="19050"/>
                    </a:lnTo>
                    <a:lnTo>
                      <a:pt x="4705477" y="0"/>
                    </a:lnTo>
                    <a:close/>
                  </a:path>
                  <a:path w="6140450" h="4159885">
                    <a:moveTo>
                      <a:pt x="4710810" y="0"/>
                    </a:moveTo>
                    <a:lnTo>
                      <a:pt x="4705477" y="0"/>
                    </a:lnTo>
                    <a:lnTo>
                      <a:pt x="4705477" y="19050"/>
                    </a:lnTo>
                    <a:lnTo>
                      <a:pt x="4710810" y="19050"/>
                    </a:lnTo>
                    <a:lnTo>
                      <a:pt x="4715002" y="14732"/>
                    </a:lnTo>
                    <a:lnTo>
                      <a:pt x="4715002" y="4317"/>
                    </a:lnTo>
                    <a:lnTo>
                      <a:pt x="4710810" y="0"/>
                    </a:lnTo>
                    <a:close/>
                  </a:path>
                  <a:path w="6140450" h="4159885">
                    <a:moveTo>
                      <a:pt x="4743577" y="0"/>
                    </a:moveTo>
                    <a:lnTo>
                      <a:pt x="4738370" y="0"/>
                    </a:lnTo>
                    <a:lnTo>
                      <a:pt x="4734052" y="4317"/>
                    </a:lnTo>
                    <a:lnTo>
                      <a:pt x="4734052" y="14732"/>
                    </a:lnTo>
                    <a:lnTo>
                      <a:pt x="4738370" y="19050"/>
                    </a:lnTo>
                    <a:lnTo>
                      <a:pt x="4743577" y="19050"/>
                    </a:lnTo>
                    <a:lnTo>
                      <a:pt x="4743577" y="0"/>
                    </a:lnTo>
                    <a:close/>
                  </a:path>
                  <a:path w="6140450" h="4159885">
                    <a:moveTo>
                      <a:pt x="4748910" y="0"/>
                    </a:moveTo>
                    <a:lnTo>
                      <a:pt x="4743577" y="0"/>
                    </a:lnTo>
                    <a:lnTo>
                      <a:pt x="4743577" y="19050"/>
                    </a:lnTo>
                    <a:lnTo>
                      <a:pt x="4748910" y="19050"/>
                    </a:lnTo>
                    <a:lnTo>
                      <a:pt x="4753102" y="14732"/>
                    </a:lnTo>
                    <a:lnTo>
                      <a:pt x="4753102" y="4317"/>
                    </a:lnTo>
                    <a:lnTo>
                      <a:pt x="4748910" y="0"/>
                    </a:lnTo>
                    <a:close/>
                  </a:path>
                  <a:path w="6140450" h="4159885">
                    <a:moveTo>
                      <a:pt x="4781677" y="0"/>
                    </a:moveTo>
                    <a:lnTo>
                      <a:pt x="4776470" y="0"/>
                    </a:lnTo>
                    <a:lnTo>
                      <a:pt x="4772152" y="4317"/>
                    </a:lnTo>
                    <a:lnTo>
                      <a:pt x="4772152" y="14732"/>
                    </a:lnTo>
                    <a:lnTo>
                      <a:pt x="4776470" y="19050"/>
                    </a:lnTo>
                    <a:lnTo>
                      <a:pt x="4781677" y="19050"/>
                    </a:lnTo>
                    <a:lnTo>
                      <a:pt x="4781677" y="0"/>
                    </a:lnTo>
                    <a:close/>
                  </a:path>
                  <a:path w="6140450" h="4159885">
                    <a:moveTo>
                      <a:pt x="4787010" y="0"/>
                    </a:moveTo>
                    <a:lnTo>
                      <a:pt x="4781677" y="0"/>
                    </a:lnTo>
                    <a:lnTo>
                      <a:pt x="4781677" y="19050"/>
                    </a:lnTo>
                    <a:lnTo>
                      <a:pt x="4787010" y="19050"/>
                    </a:lnTo>
                    <a:lnTo>
                      <a:pt x="4791202" y="14732"/>
                    </a:lnTo>
                    <a:lnTo>
                      <a:pt x="4791202" y="4317"/>
                    </a:lnTo>
                    <a:lnTo>
                      <a:pt x="4787010" y="0"/>
                    </a:lnTo>
                    <a:close/>
                  </a:path>
                  <a:path w="6140450" h="4159885">
                    <a:moveTo>
                      <a:pt x="4819777" y="0"/>
                    </a:moveTo>
                    <a:lnTo>
                      <a:pt x="4814570" y="0"/>
                    </a:lnTo>
                    <a:lnTo>
                      <a:pt x="4810252" y="4317"/>
                    </a:lnTo>
                    <a:lnTo>
                      <a:pt x="4810252" y="14732"/>
                    </a:lnTo>
                    <a:lnTo>
                      <a:pt x="4814570" y="19050"/>
                    </a:lnTo>
                    <a:lnTo>
                      <a:pt x="4819777" y="19050"/>
                    </a:lnTo>
                    <a:lnTo>
                      <a:pt x="4819777" y="0"/>
                    </a:lnTo>
                    <a:close/>
                  </a:path>
                  <a:path w="6140450" h="4159885">
                    <a:moveTo>
                      <a:pt x="4825110" y="0"/>
                    </a:moveTo>
                    <a:lnTo>
                      <a:pt x="4819904" y="0"/>
                    </a:lnTo>
                    <a:lnTo>
                      <a:pt x="4819904" y="19050"/>
                    </a:lnTo>
                    <a:lnTo>
                      <a:pt x="4825110" y="19050"/>
                    </a:lnTo>
                    <a:lnTo>
                      <a:pt x="4829429" y="14732"/>
                    </a:lnTo>
                    <a:lnTo>
                      <a:pt x="4829429" y="4317"/>
                    </a:lnTo>
                    <a:lnTo>
                      <a:pt x="4825110" y="0"/>
                    </a:lnTo>
                    <a:close/>
                  </a:path>
                  <a:path w="6140450" h="4159885">
                    <a:moveTo>
                      <a:pt x="4858004" y="0"/>
                    </a:moveTo>
                    <a:lnTo>
                      <a:pt x="4852670" y="0"/>
                    </a:lnTo>
                    <a:lnTo>
                      <a:pt x="4848479" y="4317"/>
                    </a:lnTo>
                    <a:lnTo>
                      <a:pt x="4848479" y="14732"/>
                    </a:lnTo>
                    <a:lnTo>
                      <a:pt x="4852670" y="19050"/>
                    </a:lnTo>
                    <a:lnTo>
                      <a:pt x="4858004" y="19050"/>
                    </a:lnTo>
                    <a:lnTo>
                      <a:pt x="4858004" y="0"/>
                    </a:lnTo>
                    <a:close/>
                  </a:path>
                  <a:path w="6140450" h="4159885">
                    <a:moveTo>
                      <a:pt x="4863210" y="0"/>
                    </a:moveTo>
                    <a:lnTo>
                      <a:pt x="4858004" y="0"/>
                    </a:lnTo>
                    <a:lnTo>
                      <a:pt x="4858004" y="19050"/>
                    </a:lnTo>
                    <a:lnTo>
                      <a:pt x="4863210" y="19050"/>
                    </a:lnTo>
                    <a:lnTo>
                      <a:pt x="4867529" y="14732"/>
                    </a:lnTo>
                    <a:lnTo>
                      <a:pt x="4867529" y="4317"/>
                    </a:lnTo>
                    <a:lnTo>
                      <a:pt x="4863210" y="0"/>
                    </a:lnTo>
                    <a:close/>
                  </a:path>
                  <a:path w="6140450" h="4159885">
                    <a:moveTo>
                      <a:pt x="4896104" y="0"/>
                    </a:moveTo>
                    <a:lnTo>
                      <a:pt x="4890770" y="0"/>
                    </a:lnTo>
                    <a:lnTo>
                      <a:pt x="4886579" y="4317"/>
                    </a:lnTo>
                    <a:lnTo>
                      <a:pt x="4886579" y="14732"/>
                    </a:lnTo>
                    <a:lnTo>
                      <a:pt x="4890770" y="19050"/>
                    </a:lnTo>
                    <a:lnTo>
                      <a:pt x="4896104" y="19050"/>
                    </a:lnTo>
                    <a:lnTo>
                      <a:pt x="4896104" y="0"/>
                    </a:lnTo>
                    <a:close/>
                  </a:path>
                  <a:path w="6140450" h="4159885">
                    <a:moveTo>
                      <a:pt x="4901310" y="0"/>
                    </a:moveTo>
                    <a:lnTo>
                      <a:pt x="4896104" y="0"/>
                    </a:lnTo>
                    <a:lnTo>
                      <a:pt x="4896104" y="19050"/>
                    </a:lnTo>
                    <a:lnTo>
                      <a:pt x="4901310" y="19050"/>
                    </a:lnTo>
                    <a:lnTo>
                      <a:pt x="4905629" y="14732"/>
                    </a:lnTo>
                    <a:lnTo>
                      <a:pt x="4905629" y="4317"/>
                    </a:lnTo>
                    <a:lnTo>
                      <a:pt x="4901310" y="0"/>
                    </a:lnTo>
                    <a:close/>
                  </a:path>
                  <a:path w="6140450" h="4159885">
                    <a:moveTo>
                      <a:pt x="4934204" y="0"/>
                    </a:moveTo>
                    <a:lnTo>
                      <a:pt x="4928870" y="0"/>
                    </a:lnTo>
                    <a:lnTo>
                      <a:pt x="4924679" y="4317"/>
                    </a:lnTo>
                    <a:lnTo>
                      <a:pt x="4924679" y="14732"/>
                    </a:lnTo>
                    <a:lnTo>
                      <a:pt x="4928870" y="19050"/>
                    </a:lnTo>
                    <a:lnTo>
                      <a:pt x="4934204" y="19050"/>
                    </a:lnTo>
                    <a:lnTo>
                      <a:pt x="4934204" y="0"/>
                    </a:lnTo>
                    <a:close/>
                  </a:path>
                  <a:path w="6140450" h="4159885">
                    <a:moveTo>
                      <a:pt x="4939410" y="0"/>
                    </a:moveTo>
                    <a:lnTo>
                      <a:pt x="4934204" y="0"/>
                    </a:lnTo>
                    <a:lnTo>
                      <a:pt x="4934204" y="19050"/>
                    </a:lnTo>
                    <a:lnTo>
                      <a:pt x="4939410" y="19050"/>
                    </a:lnTo>
                    <a:lnTo>
                      <a:pt x="4943729" y="14732"/>
                    </a:lnTo>
                    <a:lnTo>
                      <a:pt x="4943729" y="4317"/>
                    </a:lnTo>
                    <a:lnTo>
                      <a:pt x="4939410" y="0"/>
                    </a:lnTo>
                    <a:close/>
                  </a:path>
                  <a:path w="6140450" h="4159885">
                    <a:moveTo>
                      <a:pt x="4972304" y="0"/>
                    </a:moveTo>
                    <a:lnTo>
                      <a:pt x="4967097" y="0"/>
                    </a:lnTo>
                    <a:lnTo>
                      <a:pt x="4962779" y="4317"/>
                    </a:lnTo>
                    <a:lnTo>
                      <a:pt x="4962779" y="14732"/>
                    </a:lnTo>
                    <a:lnTo>
                      <a:pt x="4967097" y="19050"/>
                    </a:lnTo>
                    <a:lnTo>
                      <a:pt x="4972304" y="19050"/>
                    </a:lnTo>
                    <a:lnTo>
                      <a:pt x="4972304" y="0"/>
                    </a:lnTo>
                    <a:close/>
                  </a:path>
                  <a:path w="6140450" h="4159885">
                    <a:moveTo>
                      <a:pt x="4977637" y="0"/>
                    </a:moveTo>
                    <a:lnTo>
                      <a:pt x="4972304" y="0"/>
                    </a:lnTo>
                    <a:lnTo>
                      <a:pt x="4972304" y="19050"/>
                    </a:lnTo>
                    <a:lnTo>
                      <a:pt x="4977637" y="19050"/>
                    </a:lnTo>
                    <a:lnTo>
                      <a:pt x="4981829" y="14732"/>
                    </a:lnTo>
                    <a:lnTo>
                      <a:pt x="4981829" y="4317"/>
                    </a:lnTo>
                    <a:lnTo>
                      <a:pt x="4977637" y="0"/>
                    </a:lnTo>
                    <a:close/>
                  </a:path>
                  <a:path w="6140450" h="4159885">
                    <a:moveTo>
                      <a:pt x="5010404" y="0"/>
                    </a:moveTo>
                    <a:lnTo>
                      <a:pt x="5005197" y="0"/>
                    </a:lnTo>
                    <a:lnTo>
                      <a:pt x="5000879" y="4317"/>
                    </a:lnTo>
                    <a:lnTo>
                      <a:pt x="5000879" y="14732"/>
                    </a:lnTo>
                    <a:lnTo>
                      <a:pt x="5005197" y="19050"/>
                    </a:lnTo>
                    <a:lnTo>
                      <a:pt x="5010404" y="19050"/>
                    </a:lnTo>
                    <a:lnTo>
                      <a:pt x="5010404" y="0"/>
                    </a:lnTo>
                    <a:close/>
                  </a:path>
                  <a:path w="6140450" h="4159885">
                    <a:moveTo>
                      <a:pt x="5015737" y="0"/>
                    </a:moveTo>
                    <a:lnTo>
                      <a:pt x="5010404" y="0"/>
                    </a:lnTo>
                    <a:lnTo>
                      <a:pt x="5010404" y="19050"/>
                    </a:lnTo>
                    <a:lnTo>
                      <a:pt x="5015737" y="19050"/>
                    </a:lnTo>
                    <a:lnTo>
                      <a:pt x="5019929" y="14732"/>
                    </a:lnTo>
                    <a:lnTo>
                      <a:pt x="5019929" y="4317"/>
                    </a:lnTo>
                    <a:lnTo>
                      <a:pt x="5015737" y="0"/>
                    </a:lnTo>
                    <a:close/>
                  </a:path>
                  <a:path w="6140450" h="4159885">
                    <a:moveTo>
                      <a:pt x="5048504" y="0"/>
                    </a:moveTo>
                    <a:lnTo>
                      <a:pt x="5043297" y="0"/>
                    </a:lnTo>
                    <a:lnTo>
                      <a:pt x="5038979" y="4317"/>
                    </a:lnTo>
                    <a:lnTo>
                      <a:pt x="5038979" y="14732"/>
                    </a:lnTo>
                    <a:lnTo>
                      <a:pt x="5043297" y="19050"/>
                    </a:lnTo>
                    <a:lnTo>
                      <a:pt x="5048504" y="19050"/>
                    </a:lnTo>
                    <a:lnTo>
                      <a:pt x="5048504" y="0"/>
                    </a:lnTo>
                    <a:close/>
                  </a:path>
                  <a:path w="6140450" h="4159885">
                    <a:moveTo>
                      <a:pt x="5053837" y="0"/>
                    </a:moveTo>
                    <a:lnTo>
                      <a:pt x="5048504" y="0"/>
                    </a:lnTo>
                    <a:lnTo>
                      <a:pt x="5048504" y="19050"/>
                    </a:lnTo>
                    <a:lnTo>
                      <a:pt x="5053837" y="19050"/>
                    </a:lnTo>
                    <a:lnTo>
                      <a:pt x="5058029" y="14732"/>
                    </a:lnTo>
                    <a:lnTo>
                      <a:pt x="5058029" y="4317"/>
                    </a:lnTo>
                    <a:lnTo>
                      <a:pt x="5053837" y="0"/>
                    </a:lnTo>
                    <a:close/>
                  </a:path>
                  <a:path w="6140450" h="4159885">
                    <a:moveTo>
                      <a:pt x="5086604" y="0"/>
                    </a:moveTo>
                    <a:lnTo>
                      <a:pt x="5081397" y="0"/>
                    </a:lnTo>
                    <a:lnTo>
                      <a:pt x="5077079" y="4317"/>
                    </a:lnTo>
                    <a:lnTo>
                      <a:pt x="5077079" y="14732"/>
                    </a:lnTo>
                    <a:lnTo>
                      <a:pt x="5081397" y="19050"/>
                    </a:lnTo>
                    <a:lnTo>
                      <a:pt x="5086604" y="19050"/>
                    </a:lnTo>
                    <a:lnTo>
                      <a:pt x="5086604" y="0"/>
                    </a:lnTo>
                    <a:close/>
                  </a:path>
                  <a:path w="6140450" h="4159885">
                    <a:moveTo>
                      <a:pt x="5091937" y="0"/>
                    </a:moveTo>
                    <a:lnTo>
                      <a:pt x="5086731" y="0"/>
                    </a:lnTo>
                    <a:lnTo>
                      <a:pt x="5086731" y="19050"/>
                    </a:lnTo>
                    <a:lnTo>
                      <a:pt x="5091937" y="19050"/>
                    </a:lnTo>
                    <a:lnTo>
                      <a:pt x="5096256" y="14732"/>
                    </a:lnTo>
                    <a:lnTo>
                      <a:pt x="5096256" y="4317"/>
                    </a:lnTo>
                    <a:lnTo>
                      <a:pt x="5091937" y="0"/>
                    </a:lnTo>
                    <a:close/>
                  </a:path>
                  <a:path w="6140450" h="4159885">
                    <a:moveTo>
                      <a:pt x="5124831" y="0"/>
                    </a:moveTo>
                    <a:lnTo>
                      <a:pt x="5119497" y="0"/>
                    </a:lnTo>
                    <a:lnTo>
                      <a:pt x="5115306" y="4317"/>
                    </a:lnTo>
                    <a:lnTo>
                      <a:pt x="5115306" y="14732"/>
                    </a:lnTo>
                    <a:lnTo>
                      <a:pt x="5119497" y="19050"/>
                    </a:lnTo>
                    <a:lnTo>
                      <a:pt x="5124831" y="19050"/>
                    </a:lnTo>
                    <a:lnTo>
                      <a:pt x="5124831" y="0"/>
                    </a:lnTo>
                    <a:close/>
                  </a:path>
                  <a:path w="6140450" h="4159885">
                    <a:moveTo>
                      <a:pt x="5130037" y="0"/>
                    </a:moveTo>
                    <a:lnTo>
                      <a:pt x="5124831" y="0"/>
                    </a:lnTo>
                    <a:lnTo>
                      <a:pt x="5124831" y="19050"/>
                    </a:lnTo>
                    <a:lnTo>
                      <a:pt x="5130037" y="19050"/>
                    </a:lnTo>
                    <a:lnTo>
                      <a:pt x="5134356" y="14732"/>
                    </a:lnTo>
                    <a:lnTo>
                      <a:pt x="5134356" y="4317"/>
                    </a:lnTo>
                    <a:lnTo>
                      <a:pt x="5130037" y="0"/>
                    </a:lnTo>
                    <a:close/>
                  </a:path>
                  <a:path w="6140450" h="4159885">
                    <a:moveTo>
                      <a:pt x="5162931" y="0"/>
                    </a:moveTo>
                    <a:lnTo>
                      <a:pt x="5157597" y="0"/>
                    </a:lnTo>
                    <a:lnTo>
                      <a:pt x="5153406" y="4317"/>
                    </a:lnTo>
                    <a:lnTo>
                      <a:pt x="5153406" y="14732"/>
                    </a:lnTo>
                    <a:lnTo>
                      <a:pt x="5157597" y="19050"/>
                    </a:lnTo>
                    <a:lnTo>
                      <a:pt x="5162931" y="19050"/>
                    </a:lnTo>
                    <a:lnTo>
                      <a:pt x="5162931" y="0"/>
                    </a:lnTo>
                    <a:close/>
                  </a:path>
                  <a:path w="6140450" h="4159885">
                    <a:moveTo>
                      <a:pt x="5168137" y="0"/>
                    </a:moveTo>
                    <a:lnTo>
                      <a:pt x="5162931" y="0"/>
                    </a:lnTo>
                    <a:lnTo>
                      <a:pt x="5162931" y="19050"/>
                    </a:lnTo>
                    <a:lnTo>
                      <a:pt x="5168137" y="19050"/>
                    </a:lnTo>
                    <a:lnTo>
                      <a:pt x="5172456" y="14732"/>
                    </a:lnTo>
                    <a:lnTo>
                      <a:pt x="5172456" y="4317"/>
                    </a:lnTo>
                    <a:lnTo>
                      <a:pt x="5168137" y="0"/>
                    </a:lnTo>
                    <a:close/>
                  </a:path>
                  <a:path w="6140450" h="4159885">
                    <a:moveTo>
                      <a:pt x="5201031" y="0"/>
                    </a:moveTo>
                    <a:lnTo>
                      <a:pt x="5195824" y="0"/>
                    </a:lnTo>
                    <a:lnTo>
                      <a:pt x="5191506" y="4317"/>
                    </a:lnTo>
                    <a:lnTo>
                      <a:pt x="5191506" y="14732"/>
                    </a:lnTo>
                    <a:lnTo>
                      <a:pt x="5195824" y="19050"/>
                    </a:lnTo>
                    <a:lnTo>
                      <a:pt x="5201031" y="19050"/>
                    </a:lnTo>
                    <a:lnTo>
                      <a:pt x="5201031" y="0"/>
                    </a:lnTo>
                    <a:close/>
                  </a:path>
                  <a:path w="6140450" h="4159885">
                    <a:moveTo>
                      <a:pt x="5206364" y="0"/>
                    </a:moveTo>
                    <a:lnTo>
                      <a:pt x="5201031" y="0"/>
                    </a:lnTo>
                    <a:lnTo>
                      <a:pt x="5201031" y="19050"/>
                    </a:lnTo>
                    <a:lnTo>
                      <a:pt x="5206364" y="19050"/>
                    </a:lnTo>
                    <a:lnTo>
                      <a:pt x="5210556" y="14732"/>
                    </a:lnTo>
                    <a:lnTo>
                      <a:pt x="5210556" y="4317"/>
                    </a:lnTo>
                    <a:lnTo>
                      <a:pt x="5206364" y="0"/>
                    </a:lnTo>
                    <a:close/>
                  </a:path>
                  <a:path w="6140450" h="4159885">
                    <a:moveTo>
                      <a:pt x="5239131" y="0"/>
                    </a:moveTo>
                    <a:lnTo>
                      <a:pt x="5233924" y="0"/>
                    </a:lnTo>
                    <a:lnTo>
                      <a:pt x="5229606" y="4317"/>
                    </a:lnTo>
                    <a:lnTo>
                      <a:pt x="5229606" y="14732"/>
                    </a:lnTo>
                    <a:lnTo>
                      <a:pt x="5233924" y="19050"/>
                    </a:lnTo>
                    <a:lnTo>
                      <a:pt x="5239131" y="19050"/>
                    </a:lnTo>
                    <a:lnTo>
                      <a:pt x="5239131" y="0"/>
                    </a:lnTo>
                    <a:close/>
                  </a:path>
                  <a:path w="6140450" h="4159885">
                    <a:moveTo>
                      <a:pt x="5244464" y="0"/>
                    </a:moveTo>
                    <a:lnTo>
                      <a:pt x="5239131" y="0"/>
                    </a:lnTo>
                    <a:lnTo>
                      <a:pt x="5239131" y="19050"/>
                    </a:lnTo>
                    <a:lnTo>
                      <a:pt x="5244464" y="19050"/>
                    </a:lnTo>
                    <a:lnTo>
                      <a:pt x="5248656" y="14732"/>
                    </a:lnTo>
                    <a:lnTo>
                      <a:pt x="5248656" y="4317"/>
                    </a:lnTo>
                    <a:lnTo>
                      <a:pt x="5244464" y="0"/>
                    </a:lnTo>
                    <a:close/>
                  </a:path>
                  <a:path w="6140450" h="4159885">
                    <a:moveTo>
                      <a:pt x="5277231" y="0"/>
                    </a:moveTo>
                    <a:lnTo>
                      <a:pt x="5272024" y="0"/>
                    </a:lnTo>
                    <a:lnTo>
                      <a:pt x="5267706" y="4317"/>
                    </a:lnTo>
                    <a:lnTo>
                      <a:pt x="5267706" y="14732"/>
                    </a:lnTo>
                    <a:lnTo>
                      <a:pt x="5272024" y="19050"/>
                    </a:lnTo>
                    <a:lnTo>
                      <a:pt x="5277231" y="19050"/>
                    </a:lnTo>
                    <a:lnTo>
                      <a:pt x="5277231" y="0"/>
                    </a:lnTo>
                    <a:close/>
                  </a:path>
                  <a:path w="6140450" h="4159885">
                    <a:moveTo>
                      <a:pt x="5282564" y="0"/>
                    </a:moveTo>
                    <a:lnTo>
                      <a:pt x="5277231" y="0"/>
                    </a:lnTo>
                    <a:lnTo>
                      <a:pt x="5277231" y="19050"/>
                    </a:lnTo>
                    <a:lnTo>
                      <a:pt x="5282564" y="19050"/>
                    </a:lnTo>
                    <a:lnTo>
                      <a:pt x="5286756" y="14732"/>
                    </a:lnTo>
                    <a:lnTo>
                      <a:pt x="5286756" y="4317"/>
                    </a:lnTo>
                    <a:lnTo>
                      <a:pt x="5282564" y="0"/>
                    </a:lnTo>
                    <a:close/>
                  </a:path>
                  <a:path w="6140450" h="4159885">
                    <a:moveTo>
                      <a:pt x="5315331" y="0"/>
                    </a:moveTo>
                    <a:lnTo>
                      <a:pt x="5310124" y="0"/>
                    </a:lnTo>
                    <a:lnTo>
                      <a:pt x="5305806" y="4317"/>
                    </a:lnTo>
                    <a:lnTo>
                      <a:pt x="5305806" y="14732"/>
                    </a:lnTo>
                    <a:lnTo>
                      <a:pt x="5310124" y="19050"/>
                    </a:lnTo>
                    <a:lnTo>
                      <a:pt x="5315331" y="19050"/>
                    </a:lnTo>
                    <a:lnTo>
                      <a:pt x="5315331" y="0"/>
                    </a:lnTo>
                    <a:close/>
                  </a:path>
                  <a:path w="6140450" h="4159885">
                    <a:moveTo>
                      <a:pt x="5320664" y="0"/>
                    </a:moveTo>
                    <a:lnTo>
                      <a:pt x="5315458" y="0"/>
                    </a:lnTo>
                    <a:lnTo>
                      <a:pt x="5315458" y="19050"/>
                    </a:lnTo>
                    <a:lnTo>
                      <a:pt x="5320664" y="19050"/>
                    </a:lnTo>
                    <a:lnTo>
                      <a:pt x="5324983" y="14732"/>
                    </a:lnTo>
                    <a:lnTo>
                      <a:pt x="5324983" y="4317"/>
                    </a:lnTo>
                    <a:lnTo>
                      <a:pt x="5320664" y="0"/>
                    </a:lnTo>
                    <a:close/>
                  </a:path>
                  <a:path w="6140450" h="4159885">
                    <a:moveTo>
                      <a:pt x="5353558" y="0"/>
                    </a:moveTo>
                    <a:lnTo>
                      <a:pt x="5348224" y="0"/>
                    </a:lnTo>
                    <a:lnTo>
                      <a:pt x="5344033" y="4317"/>
                    </a:lnTo>
                    <a:lnTo>
                      <a:pt x="5344033" y="14732"/>
                    </a:lnTo>
                    <a:lnTo>
                      <a:pt x="5348224" y="19050"/>
                    </a:lnTo>
                    <a:lnTo>
                      <a:pt x="5353558" y="19050"/>
                    </a:lnTo>
                    <a:lnTo>
                      <a:pt x="5353558" y="0"/>
                    </a:lnTo>
                    <a:close/>
                  </a:path>
                  <a:path w="6140450" h="4159885">
                    <a:moveTo>
                      <a:pt x="5358764" y="0"/>
                    </a:moveTo>
                    <a:lnTo>
                      <a:pt x="5353558" y="0"/>
                    </a:lnTo>
                    <a:lnTo>
                      <a:pt x="5353558" y="19050"/>
                    </a:lnTo>
                    <a:lnTo>
                      <a:pt x="5358764" y="19050"/>
                    </a:lnTo>
                    <a:lnTo>
                      <a:pt x="5363083" y="14732"/>
                    </a:lnTo>
                    <a:lnTo>
                      <a:pt x="5363083" y="4317"/>
                    </a:lnTo>
                    <a:lnTo>
                      <a:pt x="5358764" y="0"/>
                    </a:lnTo>
                    <a:close/>
                  </a:path>
                  <a:path w="6140450" h="4159885">
                    <a:moveTo>
                      <a:pt x="5391658" y="0"/>
                    </a:moveTo>
                    <a:lnTo>
                      <a:pt x="5386324" y="0"/>
                    </a:lnTo>
                    <a:lnTo>
                      <a:pt x="5382133" y="4317"/>
                    </a:lnTo>
                    <a:lnTo>
                      <a:pt x="5382133" y="14732"/>
                    </a:lnTo>
                    <a:lnTo>
                      <a:pt x="5386324" y="19050"/>
                    </a:lnTo>
                    <a:lnTo>
                      <a:pt x="5391658" y="19050"/>
                    </a:lnTo>
                    <a:lnTo>
                      <a:pt x="5391658" y="0"/>
                    </a:lnTo>
                    <a:close/>
                  </a:path>
                  <a:path w="6140450" h="4159885">
                    <a:moveTo>
                      <a:pt x="5396864" y="0"/>
                    </a:moveTo>
                    <a:lnTo>
                      <a:pt x="5391658" y="0"/>
                    </a:lnTo>
                    <a:lnTo>
                      <a:pt x="5391658" y="19050"/>
                    </a:lnTo>
                    <a:lnTo>
                      <a:pt x="5396864" y="19050"/>
                    </a:lnTo>
                    <a:lnTo>
                      <a:pt x="5401183" y="14732"/>
                    </a:lnTo>
                    <a:lnTo>
                      <a:pt x="5401183" y="4317"/>
                    </a:lnTo>
                    <a:lnTo>
                      <a:pt x="5396864" y="0"/>
                    </a:lnTo>
                    <a:close/>
                  </a:path>
                  <a:path w="6140450" h="4159885">
                    <a:moveTo>
                      <a:pt x="5429758" y="0"/>
                    </a:moveTo>
                    <a:lnTo>
                      <a:pt x="5424424" y="0"/>
                    </a:lnTo>
                    <a:lnTo>
                      <a:pt x="5420233" y="4317"/>
                    </a:lnTo>
                    <a:lnTo>
                      <a:pt x="5420233" y="14732"/>
                    </a:lnTo>
                    <a:lnTo>
                      <a:pt x="5424424" y="19050"/>
                    </a:lnTo>
                    <a:lnTo>
                      <a:pt x="5429758" y="19050"/>
                    </a:lnTo>
                    <a:lnTo>
                      <a:pt x="5429758" y="0"/>
                    </a:lnTo>
                    <a:close/>
                  </a:path>
                  <a:path w="6140450" h="4159885">
                    <a:moveTo>
                      <a:pt x="5434964" y="0"/>
                    </a:moveTo>
                    <a:lnTo>
                      <a:pt x="5429758" y="0"/>
                    </a:lnTo>
                    <a:lnTo>
                      <a:pt x="5429758" y="19050"/>
                    </a:lnTo>
                    <a:lnTo>
                      <a:pt x="5434964" y="19050"/>
                    </a:lnTo>
                    <a:lnTo>
                      <a:pt x="5439283" y="14732"/>
                    </a:lnTo>
                    <a:lnTo>
                      <a:pt x="5439283" y="4317"/>
                    </a:lnTo>
                    <a:lnTo>
                      <a:pt x="5434964" y="0"/>
                    </a:lnTo>
                    <a:close/>
                  </a:path>
                  <a:path w="6140450" h="4159885">
                    <a:moveTo>
                      <a:pt x="5467858" y="0"/>
                    </a:moveTo>
                    <a:lnTo>
                      <a:pt x="5462651" y="0"/>
                    </a:lnTo>
                    <a:lnTo>
                      <a:pt x="5458333" y="4317"/>
                    </a:lnTo>
                    <a:lnTo>
                      <a:pt x="5458333" y="14732"/>
                    </a:lnTo>
                    <a:lnTo>
                      <a:pt x="5462651" y="19050"/>
                    </a:lnTo>
                    <a:lnTo>
                      <a:pt x="5467858" y="19050"/>
                    </a:lnTo>
                    <a:lnTo>
                      <a:pt x="5467858" y="0"/>
                    </a:lnTo>
                    <a:close/>
                  </a:path>
                  <a:path w="6140450" h="4159885">
                    <a:moveTo>
                      <a:pt x="5473192" y="0"/>
                    </a:moveTo>
                    <a:lnTo>
                      <a:pt x="5467858" y="0"/>
                    </a:lnTo>
                    <a:lnTo>
                      <a:pt x="5467858" y="19050"/>
                    </a:lnTo>
                    <a:lnTo>
                      <a:pt x="5473192" y="19050"/>
                    </a:lnTo>
                    <a:lnTo>
                      <a:pt x="5477383" y="14732"/>
                    </a:lnTo>
                    <a:lnTo>
                      <a:pt x="5477383" y="4317"/>
                    </a:lnTo>
                    <a:lnTo>
                      <a:pt x="5473192" y="0"/>
                    </a:lnTo>
                    <a:close/>
                  </a:path>
                  <a:path w="6140450" h="4159885">
                    <a:moveTo>
                      <a:pt x="5505958" y="0"/>
                    </a:moveTo>
                    <a:lnTo>
                      <a:pt x="5500751" y="0"/>
                    </a:lnTo>
                    <a:lnTo>
                      <a:pt x="5496433" y="4317"/>
                    </a:lnTo>
                    <a:lnTo>
                      <a:pt x="5496433" y="14732"/>
                    </a:lnTo>
                    <a:lnTo>
                      <a:pt x="5500751" y="19050"/>
                    </a:lnTo>
                    <a:lnTo>
                      <a:pt x="5505958" y="19050"/>
                    </a:lnTo>
                    <a:lnTo>
                      <a:pt x="5505958" y="0"/>
                    </a:lnTo>
                    <a:close/>
                  </a:path>
                  <a:path w="6140450" h="4159885">
                    <a:moveTo>
                      <a:pt x="5511292" y="0"/>
                    </a:moveTo>
                    <a:lnTo>
                      <a:pt x="5505958" y="0"/>
                    </a:lnTo>
                    <a:lnTo>
                      <a:pt x="5505958" y="19050"/>
                    </a:lnTo>
                    <a:lnTo>
                      <a:pt x="5511292" y="19050"/>
                    </a:lnTo>
                    <a:lnTo>
                      <a:pt x="5515483" y="14732"/>
                    </a:lnTo>
                    <a:lnTo>
                      <a:pt x="5515483" y="4317"/>
                    </a:lnTo>
                    <a:lnTo>
                      <a:pt x="5511292" y="0"/>
                    </a:lnTo>
                    <a:close/>
                  </a:path>
                  <a:path w="6140450" h="4159885">
                    <a:moveTo>
                      <a:pt x="5544058" y="0"/>
                    </a:moveTo>
                    <a:lnTo>
                      <a:pt x="5538851" y="0"/>
                    </a:lnTo>
                    <a:lnTo>
                      <a:pt x="5534533" y="4317"/>
                    </a:lnTo>
                    <a:lnTo>
                      <a:pt x="5534533" y="14732"/>
                    </a:lnTo>
                    <a:lnTo>
                      <a:pt x="5538851" y="19050"/>
                    </a:lnTo>
                    <a:lnTo>
                      <a:pt x="5544058" y="19050"/>
                    </a:lnTo>
                    <a:lnTo>
                      <a:pt x="5544058" y="0"/>
                    </a:lnTo>
                    <a:close/>
                  </a:path>
                  <a:path w="6140450" h="4159885">
                    <a:moveTo>
                      <a:pt x="5549392" y="0"/>
                    </a:moveTo>
                    <a:lnTo>
                      <a:pt x="5544058" y="0"/>
                    </a:lnTo>
                    <a:lnTo>
                      <a:pt x="5544058" y="19050"/>
                    </a:lnTo>
                    <a:lnTo>
                      <a:pt x="5549392" y="19050"/>
                    </a:lnTo>
                    <a:lnTo>
                      <a:pt x="5553583" y="14732"/>
                    </a:lnTo>
                    <a:lnTo>
                      <a:pt x="5553583" y="4317"/>
                    </a:lnTo>
                    <a:lnTo>
                      <a:pt x="5549392" y="0"/>
                    </a:lnTo>
                    <a:close/>
                  </a:path>
                  <a:path w="6140450" h="4159885">
                    <a:moveTo>
                      <a:pt x="5582158" y="0"/>
                    </a:moveTo>
                    <a:lnTo>
                      <a:pt x="5576951" y="0"/>
                    </a:lnTo>
                    <a:lnTo>
                      <a:pt x="5572633" y="4317"/>
                    </a:lnTo>
                    <a:lnTo>
                      <a:pt x="5572633" y="14732"/>
                    </a:lnTo>
                    <a:lnTo>
                      <a:pt x="5576951" y="19050"/>
                    </a:lnTo>
                    <a:lnTo>
                      <a:pt x="5582158" y="19050"/>
                    </a:lnTo>
                    <a:lnTo>
                      <a:pt x="5582158" y="0"/>
                    </a:lnTo>
                    <a:close/>
                  </a:path>
                  <a:path w="6140450" h="4159885">
                    <a:moveTo>
                      <a:pt x="5587492" y="0"/>
                    </a:moveTo>
                    <a:lnTo>
                      <a:pt x="5582284" y="0"/>
                    </a:lnTo>
                    <a:lnTo>
                      <a:pt x="5582284" y="19050"/>
                    </a:lnTo>
                    <a:lnTo>
                      <a:pt x="5587492" y="19050"/>
                    </a:lnTo>
                    <a:lnTo>
                      <a:pt x="5591809" y="14732"/>
                    </a:lnTo>
                    <a:lnTo>
                      <a:pt x="5591809" y="4317"/>
                    </a:lnTo>
                    <a:lnTo>
                      <a:pt x="5587492" y="0"/>
                    </a:lnTo>
                    <a:close/>
                  </a:path>
                  <a:path w="6140450" h="4159885">
                    <a:moveTo>
                      <a:pt x="5620384" y="0"/>
                    </a:moveTo>
                    <a:lnTo>
                      <a:pt x="5615051" y="0"/>
                    </a:lnTo>
                    <a:lnTo>
                      <a:pt x="5610859" y="4317"/>
                    </a:lnTo>
                    <a:lnTo>
                      <a:pt x="5610859" y="14732"/>
                    </a:lnTo>
                    <a:lnTo>
                      <a:pt x="5615051" y="19050"/>
                    </a:lnTo>
                    <a:lnTo>
                      <a:pt x="5620384" y="19050"/>
                    </a:lnTo>
                    <a:lnTo>
                      <a:pt x="5620384" y="0"/>
                    </a:lnTo>
                    <a:close/>
                  </a:path>
                  <a:path w="6140450" h="4159885">
                    <a:moveTo>
                      <a:pt x="5625592" y="0"/>
                    </a:moveTo>
                    <a:lnTo>
                      <a:pt x="5620384" y="0"/>
                    </a:lnTo>
                    <a:lnTo>
                      <a:pt x="5620384" y="19050"/>
                    </a:lnTo>
                    <a:lnTo>
                      <a:pt x="5625592" y="19050"/>
                    </a:lnTo>
                    <a:lnTo>
                      <a:pt x="5629909" y="14732"/>
                    </a:lnTo>
                    <a:lnTo>
                      <a:pt x="5629909" y="4317"/>
                    </a:lnTo>
                    <a:lnTo>
                      <a:pt x="5625592" y="0"/>
                    </a:lnTo>
                    <a:close/>
                  </a:path>
                  <a:path w="6140450" h="4159885">
                    <a:moveTo>
                      <a:pt x="5658484" y="0"/>
                    </a:moveTo>
                    <a:lnTo>
                      <a:pt x="5653151" y="0"/>
                    </a:lnTo>
                    <a:lnTo>
                      <a:pt x="5648959" y="4317"/>
                    </a:lnTo>
                    <a:lnTo>
                      <a:pt x="5648959" y="14732"/>
                    </a:lnTo>
                    <a:lnTo>
                      <a:pt x="5653151" y="19050"/>
                    </a:lnTo>
                    <a:lnTo>
                      <a:pt x="5658484" y="19050"/>
                    </a:lnTo>
                    <a:lnTo>
                      <a:pt x="5658484" y="0"/>
                    </a:lnTo>
                    <a:close/>
                  </a:path>
                  <a:path w="6140450" h="4159885">
                    <a:moveTo>
                      <a:pt x="5663692" y="0"/>
                    </a:moveTo>
                    <a:lnTo>
                      <a:pt x="5658484" y="0"/>
                    </a:lnTo>
                    <a:lnTo>
                      <a:pt x="5658484" y="19050"/>
                    </a:lnTo>
                    <a:lnTo>
                      <a:pt x="5663692" y="19050"/>
                    </a:lnTo>
                    <a:lnTo>
                      <a:pt x="5668009" y="14732"/>
                    </a:lnTo>
                    <a:lnTo>
                      <a:pt x="5668009" y="4317"/>
                    </a:lnTo>
                    <a:lnTo>
                      <a:pt x="5663692" y="0"/>
                    </a:lnTo>
                    <a:close/>
                  </a:path>
                  <a:path w="6140450" h="4159885">
                    <a:moveTo>
                      <a:pt x="5696584" y="0"/>
                    </a:moveTo>
                    <a:lnTo>
                      <a:pt x="5691251" y="0"/>
                    </a:lnTo>
                    <a:lnTo>
                      <a:pt x="5687059" y="4317"/>
                    </a:lnTo>
                    <a:lnTo>
                      <a:pt x="5687059" y="14732"/>
                    </a:lnTo>
                    <a:lnTo>
                      <a:pt x="5691251" y="19050"/>
                    </a:lnTo>
                    <a:lnTo>
                      <a:pt x="5696584" y="19050"/>
                    </a:lnTo>
                    <a:lnTo>
                      <a:pt x="5696584" y="0"/>
                    </a:lnTo>
                    <a:close/>
                  </a:path>
                  <a:path w="6140450" h="4159885">
                    <a:moveTo>
                      <a:pt x="5701792" y="0"/>
                    </a:moveTo>
                    <a:lnTo>
                      <a:pt x="5696584" y="0"/>
                    </a:lnTo>
                    <a:lnTo>
                      <a:pt x="5696584" y="19050"/>
                    </a:lnTo>
                    <a:lnTo>
                      <a:pt x="5701792" y="19050"/>
                    </a:lnTo>
                    <a:lnTo>
                      <a:pt x="5706109" y="14732"/>
                    </a:lnTo>
                    <a:lnTo>
                      <a:pt x="5706109" y="4317"/>
                    </a:lnTo>
                    <a:lnTo>
                      <a:pt x="5701792" y="0"/>
                    </a:lnTo>
                    <a:close/>
                  </a:path>
                  <a:path w="6140450" h="4159885">
                    <a:moveTo>
                      <a:pt x="5734684" y="0"/>
                    </a:moveTo>
                    <a:lnTo>
                      <a:pt x="5729478" y="0"/>
                    </a:lnTo>
                    <a:lnTo>
                      <a:pt x="5725159" y="4317"/>
                    </a:lnTo>
                    <a:lnTo>
                      <a:pt x="5725159" y="14732"/>
                    </a:lnTo>
                    <a:lnTo>
                      <a:pt x="5729478" y="19050"/>
                    </a:lnTo>
                    <a:lnTo>
                      <a:pt x="5734684" y="19050"/>
                    </a:lnTo>
                    <a:lnTo>
                      <a:pt x="5734684" y="0"/>
                    </a:lnTo>
                    <a:close/>
                  </a:path>
                  <a:path w="6140450" h="4159885">
                    <a:moveTo>
                      <a:pt x="5740019" y="0"/>
                    </a:moveTo>
                    <a:lnTo>
                      <a:pt x="5734684" y="0"/>
                    </a:lnTo>
                    <a:lnTo>
                      <a:pt x="5734684" y="19050"/>
                    </a:lnTo>
                    <a:lnTo>
                      <a:pt x="5740019" y="19050"/>
                    </a:lnTo>
                    <a:lnTo>
                      <a:pt x="5744209" y="14732"/>
                    </a:lnTo>
                    <a:lnTo>
                      <a:pt x="5744209" y="4317"/>
                    </a:lnTo>
                    <a:lnTo>
                      <a:pt x="5740019" y="0"/>
                    </a:lnTo>
                    <a:close/>
                  </a:path>
                  <a:path w="6140450" h="4159885">
                    <a:moveTo>
                      <a:pt x="5772784" y="0"/>
                    </a:moveTo>
                    <a:lnTo>
                      <a:pt x="5767578" y="0"/>
                    </a:lnTo>
                    <a:lnTo>
                      <a:pt x="5763259" y="4317"/>
                    </a:lnTo>
                    <a:lnTo>
                      <a:pt x="5763259" y="14732"/>
                    </a:lnTo>
                    <a:lnTo>
                      <a:pt x="5767578" y="19050"/>
                    </a:lnTo>
                    <a:lnTo>
                      <a:pt x="5772784" y="19050"/>
                    </a:lnTo>
                    <a:lnTo>
                      <a:pt x="5772784" y="0"/>
                    </a:lnTo>
                    <a:close/>
                  </a:path>
                  <a:path w="6140450" h="4159885">
                    <a:moveTo>
                      <a:pt x="5778119" y="0"/>
                    </a:moveTo>
                    <a:lnTo>
                      <a:pt x="5772784" y="0"/>
                    </a:lnTo>
                    <a:lnTo>
                      <a:pt x="5772784" y="19050"/>
                    </a:lnTo>
                    <a:lnTo>
                      <a:pt x="5778119" y="19050"/>
                    </a:lnTo>
                    <a:lnTo>
                      <a:pt x="5782309" y="14732"/>
                    </a:lnTo>
                    <a:lnTo>
                      <a:pt x="5782309" y="4317"/>
                    </a:lnTo>
                    <a:lnTo>
                      <a:pt x="5778119" y="0"/>
                    </a:lnTo>
                    <a:close/>
                  </a:path>
                  <a:path w="6140450" h="4159885">
                    <a:moveTo>
                      <a:pt x="5810884" y="0"/>
                    </a:moveTo>
                    <a:lnTo>
                      <a:pt x="5805678" y="0"/>
                    </a:lnTo>
                    <a:lnTo>
                      <a:pt x="5801359" y="4317"/>
                    </a:lnTo>
                    <a:lnTo>
                      <a:pt x="5801359" y="14732"/>
                    </a:lnTo>
                    <a:lnTo>
                      <a:pt x="5805678" y="19050"/>
                    </a:lnTo>
                    <a:lnTo>
                      <a:pt x="5810884" y="19050"/>
                    </a:lnTo>
                    <a:lnTo>
                      <a:pt x="5810884" y="0"/>
                    </a:lnTo>
                    <a:close/>
                  </a:path>
                  <a:path w="6140450" h="4159885">
                    <a:moveTo>
                      <a:pt x="5816219" y="0"/>
                    </a:moveTo>
                    <a:lnTo>
                      <a:pt x="5811011" y="0"/>
                    </a:lnTo>
                    <a:lnTo>
                      <a:pt x="5811011" y="19050"/>
                    </a:lnTo>
                    <a:lnTo>
                      <a:pt x="5816219" y="19050"/>
                    </a:lnTo>
                    <a:lnTo>
                      <a:pt x="5820536" y="14732"/>
                    </a:lnTo>
                    <a:lnTo>
                      <a:pt x="5820536" y="4317"/>
                    </a:lnTo>
                    <a:lnTo>
                      <a:pt x="5816219" y="0"/>
                    </a:lnTo>
                    <a:close/>
                  </a:path>
                  <a:path w="6140450" h="4159885">
                    <a:moveTo>
                      <a:pt x="5849111" y="0"/>
                    </a:moveTo>
                    <a:lnTo>
                      <a:pt x="5843778" y="0"/>
                    </a:lnTo>
                    <a:lnTo>
                      <a:pt x="5839586" y="4317"/>
                    </a:lnTo>
                    <a:lnTo>
                      <a:pt x="5839586" y="14732"/>
                    </a:lnTo>
                    <a:lnTo>
                      <a:pt x="5843778" y="19050"/>
                    </a:lnTo>
                    <a:lnTo>
                      <a:pt x="5849111" y="19050"/>
                    </a:lnTo>
                    <a:lnTo>
                      <a:pt x="5849111" y="0"/>
                    </a:lnTo>
                    <a:close/>
                  </a:path>
                  <a:path w="6140450" h="4159885">
                    <a:moveTo>
                      <a:pt x="5854319" y="0"/>
                    </a:moveTo>
                    <a:lnTo>
                      <a:pt x="5849111" y="0"/>
                    </a:lnTo>
                    <a:lnTo>
                      <a:pt x="5849111" y="19050"/>
                    </a:lnTo>
                    <a:lnTo>
                      <a:pt x="5854319" y="19050"/>
                    </a:lnTo>
                    <a:lnTo>
                      <a:pt x="5858636" y="14732"/>
                    </a:lnTo>
                    <a:lnTo>
                      <a:pt x="5858636" y="4317"/>
                    </a:lnTo>
                    <a:lnTo>
                      <a:pt x="5854319" y="0"/>
                    </a:lnTo>
                    <a:close/>
                  </a:path>
                  <a:path w="6140450" h="4159885">
                    <a:moveTo>
                      <a:pt x="5887211" y="0"/>
                    </a:moveTo>
                    <a:lnTo>
                      <a:pt x="5881878" y="0"/>
                    </a:lnTo>
                    <a:lnTo>
                      <a:pt x="5877686" y="4317"/>
                    </a:lnTo>
                    <a:lnTo>
                      <a:pt x="5877686" y="14732"/>
                    </a:lnTo>
                    <a:lnTo>
                      <a:pt x="5881878" y="19050"/>
                    </a:lnTo>
                    <a:lnTo>
                      <a:pt x="5887211" y="19050"/>
                    </a:lnTo>
                    <a:lnTo>
                      <a:pt x="5887211" y="0"/>
                    </a:lnTo>
                    <a:close/>
                  </a:path>
                  <a:path w="6140450" h="4159885">
                    <a:moveTo>
                      <a:pt x="5892419" y="0"/>
                    </a:moveTo>
                    <a:lnTo>
                      <a:pt x="5887211" y="0"/>
                    </a:lnTo>
                    <a:lnTo>
                      <a:pt x="5887211" y="19050"/>
                    </a:lnTo>
                    <a:lnTo>
                      <a:pt x="5892419" y="19050"/>
                    </a:lnTo>
                    <a:lnTo>
                      <a:pt x="5896736" y="14732"/>
                    </a:lnTo>
                    <a:lnTo>
                      <a:pt x="5896736" y="4317"/>
                    </a:lnTo>
                    <a:lnTo>
                      <a:pt x="5892419" y="0"/>
                    </a:lnTo>
                    <a:close/>
                  </a:path>
                  <a:path w="6140450" h="4159885">
                    <a:moveTo>
                      <a:pt x="5925311" y="0"/>
                    </a:moveTo>
                    <a:lnTo>
                      <a:pt x="5919978" y="0"/>
                    </a:lnTo>
                    <a:lnTo>
                      <a:pt x="5915786" y="4317"/>
                    </a:lnTo>
                    <a:lnTo>
                      <a:pt x="5915786" y="14732"/>
                    </a:lnTo>
                    <a:lnTo>
                      <a:pt x="5919978" y="19050"/>
                    </a:lnTo>
                    <a:lnTo>
                      <a:pt x="5925311" y="19050"/>
                    </a:lnTo>
                    <a:lnTo>
                      <a:pt x="5925311" y="0"/>
                    </a:lnTo>
                    <a:close/>
                  </a:path>
                  <a:path w="6140450" h="4159885">
                    <a:moveTo>
                      <a:pt x="5930519" y="0"/>
                    </a:moveTo>
                    <a:lnTo>
                      <a:pt x="5925311" y="0"/>
                    </a:lnTo>
                    <a:lnTo>
                      <a:pt x="5925311" y="19050"/>
                    </a:lnTo>
                    <a:lnTo>
                      <a:pt x="5930519" y="19050"/>
                    </a:lnTo>
                    <a:lnTo>
                      <a:pt x="5934836" y="14732"/>
                    </a:lnTo>
                    <a:lnTo>
                      <a:pt x="5934836" y="4317"/>
                    </a:lnTo>
                    <a:lnTo>
                      <a:pt x="5930519" y="0"/>
                    </a:lnTo>
                    <a:close/>
                  </a:path>
                  <a:path w="6140450" h="4159885">
                    <a:moveTo>
                      <a:pt x="5963411" y="0"/>
                    </a:moveTo>
                    <a:lnTo>
                      <a:pt x="5958205" y="0"/>
                    </a:lnTo>
                    <a:lnTo>
                      <a:pt x="5953886" y="4317"/>
                    </a:lnTo>
                    <a:lnTo>
                      <a:pt x="5953886" y="14732"/>
                    </a:lnTo>
                    <a:lnTo>
                      <a:pt x="5958205" y="19050"/>
                    </a:lnTo>
                    <a:lnTo>
                      <a:pt x="5963411" y="19050"/>
                    </a:lnTo>
                    <a:lnTo>
                      <a:pt x="5963411" y="0"/>
                    </a:lnTo>
                    <a:close/>
                  </a:path>
                  <a:path w="6140450" h="4159885">
                    <a:moveTo>
                      <a:pt x="5968746" y="0"/>
                    </a:moveTo>
                    <a:lnTo>
                      <a:pt x="5963411" y="0"/>
                    </a:lnTo>
                    <a:lnTo>
                      <a:pt x="5963411" y="19050"/>
                    </a:lnTo>
                    <a:lnTo>
                      <a:pt x="5968746" y="19050"/>
                    </a:lnTo>
                    <a:lnTo>
                      <a:pt x="5972936" y="14732"/>
                    </a:lnTo>
                    <a:lnTo>
                      <a:pt x="5972936" y="4317"/>
                    </a:lnTo>
                    <a:lnTo>
                      <a:pt x="5968746" y="0"/>
                    </a:lnTo>
                    <a:close/>
                  </a:path>
                  <a:path w="6140450" h="4159885">
                    <a:moveTo>
                      <a:pt x="6002020" y="635"/>
                    </a:moveTo>
                    <a:lnTo>
                      <a:pt x="6001867" y="4445"/>
                    </a:lnTo>
                    <a:lnTo>
                      <a:pt x="6001826" y="5461"/>
                    </a:lnTo>
                    <a:lnTo>
                      <a:pt x="6001681" y="6985"/>
                    </a:lnTo>
                    <a:lnTo>
                      <a:pt x="6001384" y="13335"/>
                    </a:lnTo>
                    <a:lnTo>
                      <a:pt x="6001017" y="19430"/>
                    </a:lnTo>
                    <a:lnTo>
                      <a:pt x="6001004" y="19685"/>
                    </a:lnTo>
                    <a:lnTo>
                      <a:pt x="6006337" y="19938"/>
                    </a:lnTo>
                    <a:lnTo>
                      <a:pt x="6010783" y="16001"/>
                    </a:lnTo>
                    <a:lnTo>
                      <a:pt x="6011217" y="6985"/>
                    </a:lnTo>
                    <a:lnTo>
                      <a:pt x="6011290" y="5461"/>
                    </a:lnTo>
                    <a:lnTo>
                      <a:pt x="6007354" y="1015"/>
                    </a:lnTo>
                    <a:lnTo>
                      <a:pt x="6002020" y="635"/>
                    </a:lnTo>
                    <a:close/>
                  </a:path>
                  <a:path w="6140450" h="4159885">
                    <a:moveTo>
                      <a:pt x="5996812" y="380"/>
                    </a:moveTo>
                    <a:lnTo>
                      <a:pt x="5992240" y="4445"/>
                    </a:lnTo>
                    <a:lnTo>
                      <a:pt x="5991812" y="13335"/>
                    </a:lnTo>
                    <a:lnTo>
                      <a:pt x="5991733" y="14986"/>
                    </a:lnTo>
                    <a:lnTo>
                      <a:pt x="5995797" y="19430"/>
                    </a:lnTo>
                    <a:lnTo>
                      <a:pt x="6001004" y="19685"/>
                    </a:lnTo>
                    <a:lnTo>
                      <a:pt x="6001999" y="1015"/>
                    </a:lnTo>
                    <a:lnTo>
                      <a:pt x="6002020" y="635"/>
                    </a:lnTo>
                    <a:lnTo>
                      <a:pt x="5996812" y="380"/>
                    </a:lnTo>
                    <a:close/>
                  </a:path>
                  <a:path w="6140450" h="4159885">
                    <a:moveTo>
                      <a:pt x="6041898" y="9778"/>
                    </a:moveTo>
                    <a:lnTo>
                      <a:pt x="6039879" y="15239"/>
                    </a:lnTo>
                    <a:lnTo>
                      <a:pt x="6039686" y="15621"/>
                    </a:lnTo>
                    <a:lnTo>
                      <a:pt x="6037955" y="20192"/>
                    </a:lnTo>
                    <a:lnTo>
                      <a:pt x="6037453" y="21589"/>
                    </a:lnTo>
                    <a:lnTo>
                      <a:pt x="6035167" y="27559"/>
                    </a:lnTo>
                    <a:lnTo>
                      <a:pt x="6040120" y="29463"/>
                    </a:lnTo>
                    <a:lnTo>
                      <a:pt x="6045581" y="26924"/>
                    </a:lnTo>
                    <a:lnTo>
                      <a:pt x="6049390" y="17017"/>
                    </a:lnTo>
                    <a:lnTo>
                      <a:pt x="6046851" y="11557"/>
                    </a:lnTo>
                    <a:lnTo>
                      <a:pt x="6041898" y="9778"/>
                    </a:lnTo>
                    <a:close/>
                  </a:path>
                  <a:path w="6140450" h="4159885">
                    <a:moveTo>
                      <a:pt x="6036945" y="7874"/>
                    </a:moveTo>
                    <a:lnTo>
                      <a:pt x="6031483" y="10413"/>
                    </a:lnTo>
                    <a:lnTo>
                      <a:pt x="6029579" y="15239"/>
                    </a:lnTo>
                    <a:lnTo>
                      <a:pt x="6027801" y="20192"/>
                    </a:lnTo>
                    <a:lnTo>
                      <a:pt x="6030213" y="25653"/>
                    </a:lnTo>
                    <a:lnTo>
                      <a:pt x="6035167" y="27559"/>
                    </a:lnTo>
                    <a:lnTo>
                      <a:pt x="6041898" y="9778"/>
                    </a:lnTo>
                    <a:lnTo>
                      <a:pt x="6036945" y="7874"/>
                    </a:lnTo>
                    <a:close/>
                  </a:path>
                  <a:path w="6140450" h="4159885">
                    <a:moveTo>
                      <a:pt x="6077838" y="28955"/>
                    </a:moveTo>
                    <a:lnTo>
                      <a:pt x="6066282" y="44196"/>
                    </a:lnTo>
                    <a:lnTo>
                      <a:pt x="6070473" y="47371"/>
                    </a:lnTo>
                    <a:lnTo>
                      <a:pt x="6076442" y="46609"/>
                    </a:lnTo>
                    <a:lnTo>
                      <a:pt x="6082792" y="38226"/>
                    </a:lnTo>
                    <a:lnTo>
                      <a:pt x="6082030" y="32258"/>
                    </a:lnTo>
                    <a:lnTo>
                      <a:pt x="6077838" y="28955"/>
                    </a:lnTo>
                    <a:close/>
                  </a:path>
                  <a:path w="6140450" h="4159885">
                    <a:moveTo>
                      <a:pt x="6073648" y="25780"/>
                    </a:moveTo>
                    <a:lnTo>
                      <a:pt x="6067679" y="26670"/>
                    </a:lnTo>
                    <a:lnTo>
                      <a:pt x="6064377" y="30861"/>
                    </a:lnTo>
                    <a:lnTo>
                      <a:pt x="6061202" y="35051"/>
                    </a:lnTo>
                    <a:lnTo>
                      <a:pt x="6062090" y="41021"/>
                    </a:lnTo>
                    <a:lnTo>
                      <a:pt x="6066282" y="44196"/>
                    </a:lnTo>
                    <a:lnTo>
                      <a:pt x="6068689" y="41021"/>
                    </a:lnTo>
                    <a:lnTo>
                      <a:pt x="6070092" y="39115"/>
                    </a:lnTo>
                    <a:lnTo>
                      <a:pt x="6070808" y="38226"/>
                    </a:lnTo>
                    <a:lnTo>
                      <a:pt x="6073986" y="34036"/>
                    </a:lnTo>
                    <a:lnTo>
                      <a:pt x="6075279" y="32258"/>
                    </a:lnTo>
                    <a:lnTo>
                      <a:pt x="6077838" y="28955"/>
                    </a:lnTo>
                    <a:lnTo>
                      <a:pt x="6073648" y="25780"/>
                    </a:lnTo>
                    <a:close/>
                  </a:path>
                  <a:path w="6140450" h="4159885">
                    <a:moveTo>
                      <a:pt x="6107303" y="57276"/>
                    </a:moveTo>
                    <a:lnTo>
                      <a:pt x="6091808" y="68325"/>
                    </a:lnTo>
                    <a:lnTo>
                      <a:pt x="6094857" y="72643"/>
                    </a:lnTo>
                    <a:lnTo>
                      <a:pt x="6100826" y="73660"/>
                    </a:lnTo>
                    <a:lnTo>
                      <a:pt x="6109334" y="67437"/>
                    </a:lnTo>
                    <a:lnTo>
                      <a:pt x="6110351" y="61467"/>
                    </a:lnTo>
                    <a:lnTo>
                      <a:pt x="6107303" y="57276"/>
                    </a:lnTo>
                    <a:close/>
                  </a:path>
                  <a:path w="6140450" h="4159885">
                    <a:moveTo>
                      <a:pt x="6098158" y="51942"/>
                    </a:moveTo>
                    <a:lnTo>
                      <a:pt x="6093968" y="55117"/>
                    </a:lnTo>
                    <a:lnTo>
                      <a:pt x="6089650" y="58165"/>
                    </a:lnTo>
                    <a:lnTo>
                      <a:pt x="6088760" y="64135"/>
                    </a:lnTo>
                    <a:lnTo>
                      <a:pt x="6091808" y="68325"/>
                    </a:lnTo>
                    <a:lnTo>
                      <a:pt x="6096888" y="64642"/>
                    </a:lnTo>
                    <a:lnTo>
                      <a:pt x="6097637" y="64135"/>
                    </a:lnTo>
                    <a:lnTo>
                      <a:pt x="6107176" y="57276"/>
                    </a:lnTo>
                    <a:lnTo>
                      <a:pt x="6104128" y="52959"/>
                    </a:lnTo>
                    <a:lnTo>
                      <a:pt x="6098158" y="51942"/>
                    </a:lnTo>
                    <a:close/>
                  </a:path>
                  <a:path w="6140450" h="4159885">
                    <a:moveTo>
                      <a:pt x="6119876" y="84454"/>
                    </a:moveTo>
                    <a:lnTo>
                      <a:pt x="6115050" y="86740"/>
                    </a:lnTo>
                    <a:lnTo>
                      <a:pt x="6110351" y="88900"/>
                    </a:lnTo>
                    <a:lnTo>
                      <a:pt x="6108319" y="94614"/>
                    </a:lnTo>
                    <a:lnTo>
                      <a:pt x="6109424" y="97020"/>
                    </a:lnTo>
                    <a:lnTo>
                      <a:pt x="6110478" y="99440"/>
                    </a:lnTo>
                    <a:lnTo>
                      <a:pt x="6112763" y="104139"/>
                    </a:lnTo>
                    <a:lnTo>
                      <a:pt x="6118352" y="106172"/>
                    </a:lnTo>
                    <a:lnTo>
                      <a:pt x="6122894" y="104139"/>
                    </a:lnTo>
                    <a:lnTo>
                      <a:pt x="6127877" y="101726"/>
                    </a:lnTo>
                    <a:lnTo>
                      <a:pt x="6128760" y="99440"/>
                    </a:lnTo>
                    <a:lnTo>
                      <a:pt x="6110203" y="99440"/>
                    </a:lnTo>
                    <a:lnTo>
                      <a:pt x="6127750" y="91312"/>
                    </a:lnTo>
                    <a:lnTo>
                      <a:pt x="6125525" y="86740"/>
                    </a:lnTo>
                    <a:lnTo>
                      <a:pt x="6125792" y="86740"/>
                    </a:lnTo>
                    <a:lnTo>
                      <a:pt x="6119876" y="84454"/>
                    </a:lnTo>
                    <a:close/>
                  </a:path>
                  <a:path w="6140450" h="4159885">
                    <a:moveTo>
                      <a:pt x="6127750" y="91312"/>
                    </a:moveTo>
                    <a:lnTo>
                      <a:pt x="6110478" y="99440"/>
                    </a:lnTo>
                    <a:lnTo>
                      <a:pt x="6128760" y="99440"/>
                    </a:lnTo>
                    <a:lnTo>
                      <a:pt x="6130035" y="96138"/>
                    </a:lnTo>
                    <a:lnTo>
                      <a:pt x="6127750" y="91312"/>
                    </a:lnTo>
                    <a:close/>
                  </a:path>
                  <a:path w="6140450" h="4159885">
                    <a:moveTo>
                      <a:pt x="6138873" y="132461"/>
                    </a:moveTo>
                    <a:lnTo>
                      <a:pt x="6125972" y="132461"/>
                    </a:lnTo>
                    <a:lnTo>
                      <a:pt x="6119749" y="133223"/>
                    </a:lnTo>
                    <a:lnTo>
                      <a:pt x="6120383" y="138429"/>
                    </a:lnTo>
                    <a:lnTo>
                      <a:pt x="6125209" y="142112"/>
                    </a:lnTo>
                    <a:lnTo>
                      <a:pt x="6130417" y="141477"/>
                    </a:lnTo>
                    <a:lnTo>
                      <a:pt x="6135624" y="140715"/>
                    </a:lnTo>
                    <a:lnTo>
                      <a:pt x="6139307" y="136016"/>
                    </a:lnTo>
                    <a:lnTo>
                      <a:pt x="6138966" y="133223"/>
                    </a:lnTo>
                    <a:lnTo>
                      <a:pt x="6138873" y="132461"/>
                    </a:lnTo>
                    <a:close/>
                  </a:path>
                  <a:path w="6140450" h="4159885">
                    <a:moveTo>
                      <a:pt x="6133083" y="121792"/>
                    </a:moveTo>
                    <a:lnTo>
                      <a:pt x="6127877" y="122554"/>
                    </a:lnTo>
                    <a:lnTo>
                      <a:pt x="6122670" y="123189"/>
                    </a:lnTo>
                    <a:lnTo>
                      <a:pt x="6118986" y="128015"/>
                    </a:lnTo>
                    <a:lnTo>
                      <a:pt x="6119637" y="132461"/>
                    </a:lnTo>
                    <a:lnTo>
                      <a:pt x="6119749" y="133223"/>
                    </a:lnTo>
                    <a:lnTo>
                      <a:pt x="6137725" y="130810"/>
                    </a:lnTo>
                    <a:lnTo>
                      <a:pt x="6138690" y="130810"/>
                    </a:lnTo>
                    <a:lnTo>
                      <a:pt x="6137909" y="125475"/>
                    </a:lnTo>
                    <a:lnTo>
                      <a:pt x="6133083" y="121792"/>
                    </a:lnTo>
                    <a:close/>
                  </a:path>
                  <a:path w="6140450" h="4159885">
                    <a:moveTo>
                      <a:pt x="6138672" y="130810"/>
                    </a:moveTo>
                    <a:lnTo>
                      <a:pt x="6119749" y="133223"/>
                    </a:lnTo>
                    <a:lnTo>
                      <a:pt x="6125972" y="132461"/>
                    </a:lnTo>
                    <a:lnTo>
                      <a:pt x="6138873" y="132461"/>
                    </a:lnTo>
                    <a:lnTo>
                      <a:pt x="6138764" y="131572"/>
                    </a:lnTo>
                    <a:lnTo>
                      <a:pt x="6138672" y="130810"/>
                    </a:lnTo>
                    <a:close/>
                  </a:path>
                  <a:path w="6140450" h="4159885">
                    <a:moveTo>
                      <a:pt x="6135878" y="160527"/>
                    </a:moveTo>
                    <a:lnTo>
                      <a:pt x="6125463" y="160527"/>
                    </a:lnTo>
                    <a:lnTo>
                      <a:pt x="6121146" y="164718"/>
                    </a:lnTo>
                    <a:lnTo>
                      <a:pt x="6121146" y="175260"/>
                    </a:lnTo>
                    <a:lnTo>
                      <a:pt x="6125463" y="179577"/>
                    </a:lnTo>
                    <a:lnTo>
                      <a:pt x="6135878" y="179577"/>
                    </a:lnTo>
                    <a:lnTo>
                      <a:pt x="6140196" y="175260"/>
                    </a:lnTo>
                    <a:lnTo>
                      <a:pt x="6140196" y="164718"/>
                    </a:lnTo>
                    <a:lnTo>
                      <a:pt x="6135878" y="160527"/>
                    </a:lnTo>
                    <a:close/>
                  </a:path>
                  <a:path w="6140450" h="4159885">
                    <a:moveTo>
                      <a:pt x="6135878" y="198627"/>
                    </a:moveTo>
                    <a:lnTo>
                      <a:pt x="6125463" y="198627"/>
                    </a:lnTo>
                    <a:lnTo>
                      <a:pt x="6121146" y="202946"/>
                    </a:lnTo>
                    <a:lnTo>
                      <a:pt x="6121146" y="213487"/>
                    </a:lnTo>
                    <a:lnTo>
                      <a:pt x="6125463" y="217677"/>
                    </a:lnTo>
                    <a:lnTo>
                      <a:pt x="6135878" y="217677"/>
                    </a:lnTo>
                    <a:lnTo>
                      <a:pt x="6140196" y="213487"/>
                    </a:lnTo>
                    <a:lnTo>
                      <a:pt x="6140196" y="202946"/>
                    </a:lnTo>
                    <a:lnTo>
                      <a:pt x="6135878" y="198627"/>
                    </a:lnTo>
                    <a:close/>
                  </a:path>
                  <a:path w="6140450" h="4159885">
                    <a:moveTo>
                      <a:pt x="6135878" y="236727"/>
                    </a:moveTo>
                    <a:lnTo>
                      <a:pt x="6125463" y="236727"/>
                    </a:lnTo>
                    <a:lnTo>
                      <a:pt x="6121146" y="241046"/>
                    </a:lnTo>
                    <a:lnTo>
                      <a:pt x="6121146" y="251587"/>
                    </a:lnTo>
                    <a:lnTo>
                      <a:pt x="6125463" y="255777"/>
                    </a:lnTo>
                    <a:lnTo>
                      <a:pt x="6135878" y="255777"/>
                    </a:lnTo>
                    <a:lnTo>
                      <a:pt x="6140196" y="251587"/>
                    </a:lnTo>
                    <a:lnTo>
                      <a:pt x="6140196" y="241046"/>
                    </a:lnTo>
                    <a:lnTo>
                      <a:pt x="6135878" y="236727"/>
                    </a:lnTo>
                    <a:close/>
                  </a:path>
                  <a:path w="6140450" h="4159885">
                    <a:moveTo>
                      <a:pt x="6135878" y="274827"/>
                    </a:moveTo>
                    <a:lnTo>
                      <a:pt x="6125463" y="274827"/>
                    </a:lnTo>
                    <a:lnTo>
                      <a:pt x="6121146" y="279146"/>
                    </a:lnTo>
                    <a:lnTo>
                      <a:pt x="6121146" y="289687"/>
                    </a:lnTo>
                    <a:lnTo>
                      <a:pt x="6125463" y="293877"/>
                    </a:lnTo>
                    <a:lnTo>
                      <a:pt x="6135878" y="293877"/>
                    </a:lnTo>
                    <a:lnTo>
                      <a:pt x="6140196" y="289687"/>
                    </a:lnTo>
                    <a:lnTo>
                      <a:pt x="6140196" y="279146"/>
                    </a:lnTo>
                    <a:lnTo>
                      <a:pt x="6135878" y="274827"/>
                    </a:lnTo>
                    <a:close/>
                  </a:path>
                  <a:path w="6140450" h="4159885">
                    <a:moveTo>
                      <a:pt x="6135878" y="312927"/>
                    </a:moveTo>
                    <a:lnTo>
                      <a:pt x="6125463" y="312927"/>
                    </a:lnTo>
                    <a:lnTo>
                      <a:pt x="6121146" y="317246"/>
                    </a:lnTo>
                    <a:lnTo>
                      <a:pt x="6121146" y="327787"/>
                    </a:lnTo>
                    <a:lnTo>
                      <a:pt x="6125463" y="332104"/>
                    </a:lnTo>
                    <a:lnTo>
                      <a:pt x="6135878" y="332104"/>
                    </a:lnTo>
                    <a:lnTo>
                      <a:pt x="6140196" y="327787"/>
                    </a:lnTo>
                    <a:lnTo>
                      <a:pt x="6140196" y="317246"/>
                    </a:lnTo>
                    <a:lnTo>
                      <a:pt x="6135878" y="312927"/>
                    </a:lnTo>
                    <a:close/>
                  </a:path>
                  <a:path w="6140450" h="4159885">
                    <a:moveTo>
                      <a:pt x="6135878" y="351154"/>
                    </a:moveTo>
                    <a:lnTo>
                      <a:pt x="6125463" y="351154"/>
                    </a:lnTo>
                    <a:lnTo>
                      <a:pt x="6121146" y="355346"/>
                    </a:lnTo>
                    <a:lnTo>
                      <a:pt x="6121146" y="365887"/>
                    </a:lnTo>
                    <a:lnTo>
                      <a:pt x="6125463" y="370204"/>
                    </a:lnTo>
                    <a:lnTo>
                      <a:pt x="6135878" y="370204"/>
                    </a:lnTo>
                    <a:lnTo>
                      <a:pt x="6140196" y="365887"/>
                    </a:lnTo>
                    <a:lnTo>
                      <a:pt x="6140196" y="355346"/>
                    </a:lnTo>
                    <a:lnTo>
                      <a:pt x="6135878" y="351154"/>
                    </a:lnTo>
                    <a:close/>
                  </a:path>
                  <a:path w="6140450" h="4159885">
                    <a:moveTo>
                      <a:pt x="6135878" y="389254"/>
                    </a:moveTo>
                    <a:lnTo>
                      <a:pt x="6125463" y="389254"/>
                    </a:lnTo>
                    <a:lnTo>
                      <a:pt x="6121146" y="393446"/>
                    </a:lnTo>
                    <a:lnTo>
                      <a:pt x="6121146" y="403987"/>
                    </a:lnTo>
                    <a:lnTo>
                      <a:pt x="6125463" y="408304"/>
                    </a:lnTo>
                    <a:lnTo>
                      <a:pt x="6135878" y="408304"/>
                    </a:lnTo>
                    <a:lnTo>
                      <a:pt x="6140196" y="403987"/>
                    </a:lnTo>
                    <a:lnTo>
                      <a:pt x="6140196" y="393446"/>
                    </a:lnTo>
                    <a:lnTo>
                      <a:pt x="6135878" y="389254"/>
                    </a:lnTo>
                    <a:close/>
                  </a:path>
                  <a:path w="6140450" h="4159885">
                    <a:moveTo>
                      <a:pt x="6135878" y="427354"/>
                    </a:moveTo>
                    <a:lnTo>
                      <a:pt x="6125463" y="427354"/>
                    </a:lnTo>
                    <a:lnTo>
                      <a:pt x="6121146" y="431546"/>
                    </a:lnTo>
                    <a:lnTo>
                      <a:pt x="6121146" y="442087"/>
                    </a:lnTo>
                    <a:lnTo>
                      <a:pt x="6125463" y="446404"/>
                    </a:lnTo>
                    <a:lnTo>
                      <a:pt x="6135878" y="446404"/>
                    </a:lnTo>
                    <a:lnTo>
                      <a:pt x="6140196" y="442087"/>
                    </a:lnTo>
                    <a:lnTo>
                      <a:pt x="6140196" y="431546"/>
                    </a:lnTo>
                    <a:lnTo>
                      <a:pt x="6135878" y="427354"/>
                    </a:lnTo>
                    <a:close/>
                  </a:path>
                  <a:path w="6140450" h="4159885">
                    <a:moveTo>
                      <a:pt x="6135878" y="465454"/>
                    </a:moveTo>
                    <a:lnTo>
                      <a:pt x="6125463" y="465454"/>
                    </a:lnTo>
                    <a:lnTo>
                      <a:pt x="6121146" y="469773"/>
                    </a:lnTo>
                    <a:lnTo>
                      <a:pt x="6121146" y="480313"/>
                    </a:lnTo>
                    <a:lnTo>
                      <a:pt x="6125463" y="484504"/>
                    </a:lnTo>
                    <a:lnTo>
                      <a:pt x="6135878" y="484504"/>
                    </a:lnTo>
                    <a:lnTo>
                      <a:pt x="6140196" y="480313"/>
                    </a:lnTo>
                    <a:lnTo>
                      <a:pt x="6140196" y="469773"/>
                    </a:lnTo>
                    <a:lnTo>
                      <a:pt x="6135878" y="465454"/>
                    </a:lnTo>
                    <a:close/>
                  </a:path>
                  <a:path w="6140450" h="4159885">
                    <a:moveTo>
                      <a:pt x="6135878" y="503554"/>
                    </a:moveTo>
                    <a:lnTo>
                      <a:pt x="6125463" y="503554"/>
                    </a:lnTo>
                    <a:lnTo>
                      <a:pt x="6121146" y="507873"/>
                    </a:lnTo>
                    <a:lnTo>
                      <a:pt x="6121146" y="518413"/>
                    </a:lnTo>
                    <a:lnTo>
                      <a:pt x="6125463" y="522604"/>
                    </a:lnTo>
                    <a:lnTo>
                      <a:pt x="6135878" y="522604"/>
                    </a:lnTo>
                    <a:lnTo>
                      <a:pt x="6140196" y="518413"/>
                    </a:lnTo>
                    <a:lnTo>
                      <a:pt x="6140196" y="507873"/>
                    </a:lnTo>
                    <a:lnTo>
                      <a:pt x="6135878" y="503554"/>
                    </a:lnTo>
                    <a:close/>
                  </a:path>
                  <a:path w="6140450" h="4159885">
                    <a:moveTo>
                      <a:pt x="6135878" y="541654"/>
                    </a:moveTo>
                    <a:lnTo>
                      <a:pt x="6125463" y="541654"/>
                    </a:lnTo>
                    <a:lnTo>
                      <a:pt x="6121146" y="545973"/>
                    </a:lnTo>
                    <a:lnTo>
                      <a:pt x="6121146" y="556513"/>
                    </a:lnTo>
                    <a:lnTo>
                      <a:pt x="6125463" y="560704"/>
                    </a:lnTo>
                    <a:lnTo>
                      <a:pt x="6135878" y="560704"/>
                    </a:lnTo>
                    <a:lnTo>
                      <a:pt x="6140196" y="556513"/>
                    </a:lnTo>
                    <a:lnTo>
                      <a:pt x="6140196" y="545973"/>
                    </a:lnTo>
                    <a:lnTo>
                      <a:pt x="6135878" y="541654"/>
                    </a:lnTo>
                    <a:close/>
                  </a:path>
                  <a:path w="6140450" h="4159885">
                    <a:moveTo>
                      <a:pt x="6135878" y="579754"/>
                    </a:moveTo>
                    <a:lnTo>
                      <a:pt x="6125463" y="579754"/>
                    </a:lnTo>
                    <a:lnTo>
                      <a:pt x="6121146" y="584073"/>
                    </a:lnTo>
                    <a:lnTo>
                      <a:pt x="6121146" y="594613"/>
                    </a:lnTo>
                    <a:lnTo>
                      <a:pt x="6125463" y="598932"/>
                    </a:lnTo>
                    <a:lnTo>
                      <a:pt x="6135878" y="598932"/>
                    </a:lnTo>
                    <a:lnTo>
                      <a:pt x="6140196" y="594613"/>
                    </a:lnTo>
                    <a:lnTo>
                      <a:pt x="6140196" y="589407"/>
                    </a:lnTo>
                    <a:lnTo>
                      <a:pt x="6127496" y="589407"/>
                    </a:lnTo>
                    <a:lnTo>
                      <a:pt x="6127496" y="589279"/>
                    </a:lnTo>
                    <a:lnTo>
                      <a:pt x="6140196" y="589279"/>
                    </a:lnTo>
                    <a:lnTo>
                      <a:pt x="6140196" y="584073"/>
                    </a:lnTo>
                    <a:lnTo>
                      <a:pt x="6135878" y="579754"/>
                    </a:lnTo>
                    <a:close/>
                  </a:path>
                  <a:path w="6140450" h="4159885">
                    <a:moveTo>
                      <a:pt x="6140196" y="589279"/>
                    </a:moveTo>
                    <a:lnTo>
                      <a:pt x="6133846" y="589279"/>
                    </a:lnTo>
                    <a:lnTo>
                      <a:pt x="6133846" y="589407"/>
                    </a:lnTo>
                    <a:lnTo>
                      <a:pt x="6140196" y="589407"/>
                    </a:lnTo>
                    <a:lnTo>
                      <a:pt x="6140196" y="589279"/>
                    </a:lnTo>
                    <a:close/>
                  </a:path>
                  <a:path w="6140450" h="4159885">
                    <a:moveTo>
                      <a:pt x="6135878" y="617982"/>
                    </a:moveTo>
                    <a:lnTo>
                      <a:pt x="6125463" y="617982"/>
                    </a:lnTo>
                    <a:lnTo>
                      <a:pt x="6121146" y="622173"/>
                    </a:lnTo>
                    <a:lnTo>
                      <a:pt x="6121146" y="632713"/>
                    </a:lnTo>
                    <a:lnTo>
                      <a:pt x="6125463" y="637032"/>
                    </a:lnTo>
                    <a:lnTo>
                      <a:pt x="6135878" y="637032"/>
                    </a:lnTo>
                    <a:lnTo>
                      <a:pt x="6140196" y="632713"/>
                    </a:lnTo>
                    <a:lnTo>
                      <a:pt x="6140196" y="622173"/>
                    </a:lnTo>
                    <a:lnTo>
                      <a:pt x="6135878" y="617982"/>
                    </a:lnTo>
                    <a:close/>
                  </a:path>
                  <a:path w="6140450" h="4159885">
                    <a:moveTo>
                      <a:pt x="6135878" y="656082"/>
                    </a:moveTo>
                    <a:lnTo>
                      <a:pt x="6125463" y="656082"/>
                    </a:lnTo>
                    <a:lnTo>
                      <a:pt x="6121146" y="660273"/>
                    </a:lnTo>
                    <a:lnTo>
                      <a:pt x="6121146" y="670813"/>
                    </a:lnTo>
                    <a:lnTo>
                      <a:pt x="6125463" y="675132"/>
                    </a:lnTo>
                    <a:lnTo>
                      <a:pt x="6135878" y="675132"/>
                    </a:lnTo>
                    <a:lnTo>
                      <a:pt x="6140196" y="670813"/>
                    </a:lnTo>
                    <a:lnTo>
                      <a:pt x="6140196" y="660273"/>
                    </a:lnTo>
                    <a:lnTo>
                      <a:pt x="6135878" y="656082"/>
                    </a:lnTo>
                    <a:close/>
                  </a:path>
                  <a:path w="6140450" h="4159885">
                    <a:moveTo>
                      <a:pt x="6135878" y="694182"/>
                    </a:moveTo>
                    <a:lnTo>
                      <a:pt x="6125463" y="694182"/>
                    </a:lnTo>
                    <a:lnTo>
                      <a:pt x="6121146" y="698373"/>
                    </a:lnTo>
                    <a:lnTo>
                      <a:pt x="6121146" y="708913"/>
                    </a:lnTo>
                    <a:lnTo>
                      <a:pt x="6125463" y="713232"/>
                    </a:lnTo>
                    <a:lnTo>
                      <a:pt x="6135878" y="713232"/>
                    </a:lnTo>
                    <a:lnTo>
                      <a:pt x="6140196" y="708913"/>
                    </a:lnTo>
                    <a:lnTo>
                      <a:pt x="6140196" y="698373"/>
                    </a:lnTo>
                    <a:lnTo>
                      <a:pt x="6135878" y="694182"/>
                    </a:lnTo>
                    <a:close/>
                  </a:path>
                  <a:path w="6140450" h="4159885">
                    <a:moveTo>
                      <a:pt x="6135878" y="732282"/>
                    </a:moveTo>
                    <a:lnTo>
                      <a:pt x="6125463" y="732282"/>
                    </a:lnTo>
                    <a:lnTo>
                      <a:pt x="6121146" y="736600"/>
                    </a:lnTo>
                    <a:lnTo>
                      <a:pt x="6121146" y="747140"/>
                    </a:lnTo>
                    <a:lnTo>
                      <a:pt x="6125463" y="751332"/>
                    </a:lnTo>
                    <a:lnTo>
                      <a:pt x="6135878" y="751332"/>
                    </a:lnTo>
                    <a:lnTo>
                      <a:pt x="6140196" y="747140"/>
                    </a:lnTo>
                    <a:lnTo>
                      <a:pt x="6140196" y="736600"/>
                    </a:lnTo>
                    <a:lnTo>
                      <a:pt x="6135878" y="732282"/>
                    </a:lnTo>
                    <a:close/>
                  </a:path>
                  <a:path w="6140450" h="4159885">
                    <a:moveTo>
                      <a:pt x="6135878" y="770382"/>
                    </a:moveTo>
                    <a:lnTo>
                      <a:pt x="6125463" y="770382"/>
                    </a:lnTo>
                    <a:lnTo>
                      <a:pt x="6121146" y="774700"/>
                    </a:lnTo>
                    <a:lnTo>
                      <a:pt x="6121146" y="785240"/>
                    </a:lnTo>
                    <a:lnTo>
                      <a:pt x="6125463" y="789432"/>
                    </a:lnTo>
                    <a:lnTo>
                      <a:pt x="6135878" y="789432"/>
                    </a:lnTo>
                    <a:lnTo>
                      <a:pt x="6140196" y="785240"/>
                    </a:lnTo>
                    <a:lnTo>
                      <a:pt x="6140196" y="774700"/>
                    </a:lnTo>
                    <a:lnTo>
                      <a:pt x="6135878" y="770382"/>
                    </a:lnTo>
                    <a:close/>
                  </a:path>
                  <a:path w="6140450" h="4159885">
                    <a:moveTo>
                      <a:pt x="6135878" y="808482"/>
                    </a:moveTo>
                    <a:lnTo>
                      <a:pt x="6125463" y="808482"/>
                    </a:lnTo>
                    <a:lnTo>
                      <a:pt x="6121146" y="812800"/>
                    </a:lnTo>
                    <a:lnTo>
                      <a:pt x="6121146" y="823340"/>
                    </a:lnTo>
                    <a:lnTo>
                      <a:pt x="6125463" y="827532"/>
                    </a:lnTo>
                    <a:lnTo>
                      <a:pt x="6135878" y="827532"/>
                    </a:lnTo>
                    <a:lnTo>
                      <a:pt x="6140196" y="823340"/>
                    </a:lnTo>
                    <a:lnTo>
                      <a:pt x="6140196" y="812800"/>
                    </a:lnTo>
                    <a:lnTo>
                      <a:pt x="6135878" y="808482"/>
                    </a:lnTo>
                    <a:close/>
                  </a:path>
                  <a:path w="6140450" h="4159885">
                    <a:moveTo>
                      <a:pt x="6135878" y="846582"/>
                    </a:moveTo>
                    <a:lnTo>
                      <a:pt x="6125463" y="846582"/>
                    </a:lnTo>
                    <a:lnTo>
                      <a:pt x="6121146" y="850900"/>
                    </a:lnTo>
                    <a:lnTo>
                      <a:pt x="6121146" y="861440"/>
                    </a:lnTo>
                    <a:lnTo>
                      <a:pt x="6125463" y="865759"/>
                    </a:lnTo>
                    <a:lnTo>
                      <a:pt x="6135878" y="865759"/>
                    </a:lnTo>
                    <a:lnTo>
                      <a:pt x="6140196" y="861440"/>
                    </a:lnTo>
                    <a:lnTo>
                      <a:pt x="6140196" y="850900"/>
                    </a:lnTo>
                    <a:lnTo>
                      <a:pt x="6135878" y="846582"/>
                    </a:lnTo>
                    <a:close/>
                  </a:path>
                  <a:path w="6140450" h="4159885">
                    <a:moveTo>
                      <a:pt x="6135878" y="884809"/>
                    </a:moveTo>
                    <a:lnTo>
                      <a:pt x="6125463" y="884809"/>
                    </a:lnTo>
                    <a:lnTo>
                      <a:pt x="6121146" y="889000"/>
                    </a:lnTo>
                    <a:lnTo>
                      <a:pt x="6121146" y="899540"/>
                    </a:lnTo>
                    <a:lnTo>
                      <a:pt x="6125463" y="903859"/>
                    </a:lnTo>
                    <a:lnTo>
                      <a:pt x="6135878" y="903859"/>
                    </a:lnTo>
                    <a:lnTo>
                      <a:pt x="6140196" y="899540"/>
                    </a:lnTo>
                    <a:lnTo>
                      <a:pt x="6140196" y="889000"/>
                    </a:lnTo>
                    <a:lnTo>
                      <a:pt x="6135878" y="884809"/>
                    </a:lnTo>
                    <a:close/>
                  </a:path>
                  <a:path w="6140450" h="4159885">
                    <a:moveTo>
                      <a:pt x="6135878" y="922909"/>
                    </a:moveTo>
                    <a:lnTo>
                      <a:pt x="6125463" y="922909"/>
                    </a:lnTo>
                    <a:lnTo>
                      <a:pt x="6121146" y="927100"/>
                    </a:lnTo>
                    <a:lnTo>
                      <a:pt x="6121146" y="937640"/>
                    </a:lnTo>
                    <a:lnTo>
                      <a:pt x="6125463" y="941959"/>
                    </a:lnTo>
                    <a:lnTo>
                      <a:pt x="6135878" y="941959"/>
                    </a:lnTo>
                    <a:lnTo>
                      <a:pt x="6140196" y="937640"/>
                    </a:lnTo>
                    <a:lnTo>
                      <a:pt x="6140196" y="927100"/>
                    </a:lnTo>
                    <a:lnTo>
                      <a:pt x="6135878" y="922909"/>
                    </a:lnTo>
                    <a:close/>
                  </a:path>
                  <a:path w="6140450" h="4159885">
                    <a:moveTo>
                      <a:pt x="6135878" y="961009"/>
                    </a:moveTo>
                    <a:lnTo>
                      <a:pt x="6125463" y="961009"/>
                    </a:lnTo>
                    <a:lnTo>
                      <a:pt x="6121146" y="965326"/>
                    </a:lnTo>
                    <a:lnTo>
                      <a:pt x="6121146" y="975867"/>
                    </a:lnTo>
                    <a:lnTo>
                      <a:pt x="6125463" y="980059"/>
                    </a:lnTo>
                    <a:lnTo>
                      <a:pt x="6135878" y="980059"/>
                    </a:lnTo>
                    <a:lnTo>
                      <a:pt x="6140196" y="975867"/>
                    </a:lnTo>
                    <a:lnTo>
                      <a:pt x="6140196" y="965326"/>
                    </a:lnTo>
                    <a:lnTo>
                      <a:pt x="6135878" y="961009"/>
                    </a:lnTo>
                    <a:close/>
                  </a:path>
                  <a:path w="6140450" h="4159885">
                    <a:moveTo>
                      <a:pt x="6135878" y="999109"/>
                    </a:moveTo>
                    <a:lnTo>
                      <a:pt x="6125463" y="999109"/>
                    </a:lnTo>
                    <a:lnTo>
                      <a:pt x="6121146" y="1003426"/>
                    </a:lnTo>
                    <a:lnTo>
                      <a:pt x="6121146" y="1013967"/>
                    </a:lnTo>
                    <a:lnTo>
                      <a:pt x="6125463" y="1018159"/>
                    </a:lnTo>
                    <a:lnTo>
                      <a:pt x="6135878" y="1018159"/>
                    </a:lnTo>
                    <a:lnTo>
                      <a:pt x="6140196" y="1013967"/>
                    </a:lnTo>
                    <a:lnTo>
                      <a:pt x="6140196" y="1003426"/>
                    </a:lnTo>
                    <a:lnTo>
                      <a:pt x="6135878" y="999109"/>
                    </a:lnTo>
                    <a:close/>
                  </a:path>
                  <a:path w="6140450" h="4159885">
                    <a:moveTo>
                      <a:pt x="6135878" y="1037209"/>
                    </a:moveTo>
                    <a:lnTo>
                      <a:pt x="6125463" y="1037209"/>
                    </a:lnTo>
                    <a:lnTo>
                      <a:pt x="6121146" y="1041526"/>
                    </a:lnTo>
                    <a:lnTo>
                      <a:pt x="6121146" y="1052067"/>
                    </a:lnTo>
                    <a:lnTo>
                      <a:pt x="6125463" y="1056259"/>
                    </a:lnTo>
                    <a:lnTo>
                      <a:pt x="6135878" y="1056259"/>
                    </a:lnTo>
                    <a:lnTo>
                      <a:pt x="6140196" y="1052067"/>
                    </a:lnTo>
                    <a:lnTo>
                      <a:pt x="6140196" y="1041526"/>
                    </a:lnTo>
                    <a:lnTo>
                      <a:pt x="6135878" y="1037209"/>
                    </a:lnTo>
                    <a:close/>
                  </a:path>
                  <a:path w="6140450" h="4159885">
                    <a:moveTo>
                      <a:pt x="6135878" y="1075309"/>
                    </a:moveTo>
                    <a:lnTo>
                      <a:pt x="6125463" y="1075309"/>
                    </a:lnTo>
                    <a:lnTo>
                      <a:pt x="6121146" y="1079627"/>
                    </a:lnTo>
                    <a:lnTo>
                      <a:pt x="6121146" y="1090167"/>
                    </a:lnTo>
                    <a:lnTo>
                      <a:pt x="6125463" y="1094486"/>
                    </a:lnTo>
                    <a:lnTo>
                      <a:pt x="6135878" y="1094486"/>
                    </a:lnTo>
                    <a:lnTo>
                      <a:pt x="6140196" y="1090167"/>
                    </a:lnTo>
                    <a:lnTo>
                      <a:pt x="6140196" y="1079627"/>
                    </a:lnTo>
                    <a:lnTo>
                      <a:pt x="6135878" y="1075309"/>
                    </a:lnTo>
                    <a:close/>
                  </a:path>
                  <a:path w="6140450" h="4159885">
                    <a:moveTo>
                      <a:pt x="6135878" y="1113536"/>
                    </a:moveTo>
                    <a:lnTo>
                      <a:pt x="6125463" y="1113536"/>
                    </a:lnTo>
                    <a:lnTo>
                      <a:pt x="6121146" y="1117727"/>
                    </a:lnTo>
                    <a:lnTo>
                      <a:pt x="6121146" y="1128267"/>
                    </a:lnTo>
                    <a:lnTo>
                      <a:pt x="6125463" y="1132586"/>
                    </a:lnTo>
                    <a:lnTo>
                      <a:pt x="6135878" y="1132586"/>
                    </a:lnTo>
                    <a:lnTo>
                      <a:pt x="6140196" y="1128267"/>
                    </a:lnTo>
                    <a:lnTo>
                      <a:pt x="6140196" y="1117727"/>
                    </a:lnTo>
                    <a:lnTo>
                      <a:pt x="6135878" y="1113536"/>
                    </a:lnTo>
                    <a:close/>
                  </a:path>
                  <a:path w="6140450" h="4159885">
                    <a:moveTo>
                      <a:pt x="6135878" y="1151636"/>
                    </a:moveTo>
                    <a:lnTo>
                      <a:pt x="6125463" y="1151636"/>
                    </a:lnTo>
                    <a:lnTo>
                      <a:pt x="6121146" y="1155827"/>
                    </a:lnTo>
                    <a:lnTo>
                      <a:pt x="6121146" y="1166367"/>
                    </a:lnTo>
                    <a:lnTo>
                      <a:pt x="6125463" y="1170686"/>
                    </a:lnTo>
                    <a:lnTo>
                      <a:pt x="6135878" y="1170686"/>
                    </a:lnTo>
                    <a:lnTo>
                      <a:pt x="6140196" y="1166367"/>
                    </a:lnTo>
                    <a:lnTo>
                      <a:pt x="6140196" y="1155827"/>
                    </a:lnTo>
                    <a:lnTo>
                      <a:pt x="6135878" y="1151636"/>
                    </a:lnTo>
                    <a:close/>
                  </a:path>
                  <a:path w="6140450" h="4159885">
                    <a:moveTo>
                      <a:pt x="6135878" y="1189736"/>
                    </a:moveTo>
                    <a:lnTo>
                      <a:pt x="6125463" y="1189736"/>
                    </a:lnTo>
                    <a:lnTo>
                      <a:pt x="6121146" y="1193927"/>
                    </a:lnTo>
                    <a:lnTo>
                      <a:pt x="6121146" y="1204467"/>
                    </a:lnTo>
                    <a:lnTo>
                      <a:pt x="6125463" y="1208786"/>
                    </a:lnTo>
                    <a:lnTo>
                      <a:pt x="6135878" y="1208786"/>
                    </a:lnTo>
                    <a:lnTo>
                      <a:pt x="6140196" y="1204467"/>
                    </a:lnTo>
                    <a:lnTo>
                      <a:pt x="6140196" y="1193927"/>
                    </a:lnTo>
                    <a:lnTo>
                      <a:pt x="6135878" y="1189736"/>
                    </a:lnTo>
                    <a:close/>
                  </a:path>
                  <a:path w="6140450" h="4159885">
                    <a:moveTo>
                      <a:pt x="6135878" y="1227836"/>
                    </a:moveTo>
                    <a:lnTo>
                      <a:pt x="6125463" y="1227836"/>
                    </a:lnTo>
                    <a:lnTo>
                      <a:pt x="6121146" y="1232153"/>
                    </a:lnTo>
                    <a:lnTo>
                      <a:pt x="6121146" y="1242695"/>
                    </a:lnTo>
                    <a:lnTo>
                      <a:pt x="6125463" y="1246886"/>
                    </a:lnTo>
                    <a:lnTo>
                      <a:pt x="6135878" y="1246886"/>
                    </a:lnTo>
                    <a:lnTo>
                      <a:pt x="6140196" y="1242695"/>
                    </a:lnTo>
                    <a:lnTo>
                      <a:pt x="6140196" y="1232153"/>
                    </a:lnTo>
                    <a:lnTo>
                      <a:pt x="6135878" y="1227836"/>
                    </a:lnTo>
                    <a:close/>
                  </a:path>
                  <a:path w="6140450" h="4159885">
                    <a:moveTo>
                      <a:pt x="6135878" y="1265936"/>
                    </a:moveTo>
                    <a:lnTo>
                      <a:pt x="6125463" y="1265936"/>
                    </a:lnTo>
                    <a:lnTo>
                      <a:pt x="6121146" y="1270253"/>
                    </a:lnTo>
                    <a:lnTo>
                      <a:pt x="6121146" y="1280795"/>
                    </a:lnTo>
                    <a:lnTo>
                      <a:pt x="6125463" y="1284986"/>
                    </a:lnTo>
                    <a:lnTo>
                      <a:pt x="6135878" y="1284986"/>
                    </a:lnTo>
                    <a:lnTo>
                      <a:pt x="6140196" y="1280795"/>
                    </a:lnTo>
                    <a:lnTo>
                      <a:pt x="6140196" y="1270253"/>
                    </a:lnTo>
                    <a:lnTo>
                      <a:pt x="6135878" y="1265936"/>
                    </a:lnTo>
                    <a:close/>
                  </a:path>
                  <a:path w="6140450" h="4159885">
                    <a:moveTo>
                      <a:pt x="6135878" y="1304036"/>
                    </a:moveTo>
                    <a:lnTo>
                      <a:pt x="6125463" y="1304036"/>
                    </a:lnTo>
                    <a:lnTo>
                      <a:pt x="6121146" y="1308353"/>
                    </a:lnTo>
                    <a:lnTo>
                      <a:pt x="6121146" y="1318895"/>
                    </a:lnTo>
                    <a:lnTo>
                      <a:pt x="6125463" y="1323086"/>
                    </a:lnTo>
                    <a:lnTo>
                      <a:pt x="6135878" y="1323086"/>
                    </a:lnTo>
                    <a:lnTo>
                      <a:pt x="6140196" y="1318895"/>
                    </a:lnTo>
                    <a:lnTo>
                      <a:pt x="6140196" y="1308353"/>
                    </a:lnTo>
                    <a:lnTo>
                      <a:pt x="6135878" y="1304036"/>
                    </a:lnTo>
                    <a:close/>
                  </a:path>
                  <a:path w="6140450" h="4159885">
                    <a:moveTo>
                      <a:pt x="6135878" y="1342136"/>
                    </a:moveTo>
                    <a:lnTo>
                      <a:pt x="6125463" y="1342136"/>
                    </a:lnTo>
                    <a:lnTo>
                      <a:pt x="6121146" y="1346453"/>
                    </a:lnTo>
                    <a:lnTo>
                      <a:pt x="6121146" y="1356995"/>
                    </a:lnTo>
                    <a:lnTo>
                      <a:pt x="6125463" y="1361313"/>
                    </a:lnTo>
                    <a:lnTo>
                      <a:pt x="6135878" y="1361313"/>
                    </a:lnTo>
                    <a:lnTo>
                      <a:pt x="6140196" y="1356995"/>
                    </a:lnTo>
                    <a:lnTo>
                      <a:pt x="6140196" y="1346453"/>
                    </a:lnTo>
                    <a:lnTo>
                      <a:pt x="6135878" y="1342136"/>
                    </a:lnTo>
                    <a:close/>
                  </a:path>
                  <a:path w="6140450" h="4159885">
                    <a:moveTo>
                      <a:pt x="6135878" y="1380363"/>
                    </a:moveTo>
                    <a:lnTo>
                      <a:pt x="6125463" y="1380363"/>
                    </a:lnTo>
                    <a:lnTo>
                      <a:pt x="6121146" y="1384553"/>
                    </a:lnTo>
                    <a:lnTo>
                      <a:pt x="6121146" y="1395095"/>
                    </a:lnTo>
                    <a:lnTo>
                      <a:pt x="6125463" y="1399413"/>
                    </a:lnTo>
                    <a:lnTo>
                      <a:pt x="6135878" y="1399413"/>
                    </a:lnTo>
                    <a:lnTo>
                      <a:pt x="6140196" y="1395095"/>
                    </a:lnTo>
                    <a:lnTo>
                      <a:pt x="6140196" y="1384553"/>
                    </a:lnTo>
                    <a:lnTo>
                      <a:pt x="6135878" y="1380363"/>
                    </a:lnTo>
                    <a:close/>
                  </a:path>
                  <a:path w="6140450" h="4159885">
                    <a:moveTo>
                      <a:pt x="6135878" y="1418463"/>
                    </a:moveTo>
                    <a:lnTo>
                      <a:pt x="6125463" y="1418463"/>
                    </a:lnTo>
                    <a:lnTo>
                      <a:pt x="6121146" y="1422653"/>
                    </a:lnTo>
                    <a:lnTo>
                      <a:pt x="6121146" y="1433195"/>
                    </a:lnTo>
                    <a:lnTo>
                      <a:pt x="6125463" y="1437513"/>
                    </a:lnTo>
                    <a:lnTo>
                      <a:pt x="6135878" y="1437513"/>
                    </a:lnTo>
                    <a:lnTo>
                      <a:pt x="6140196" y="1433195"/>
                    </a:lnTo>
                    <a:lnTo>
                      <a:pt x="6140196" y="1422653"/>
                    </a:lnTo>
                    <a:lnTo>
                      <a:pt x="6135878" y="1418463"/>
                    </a:lnTo>
                    <a:close/>
                  </a:path>
                  <a:path w="6140450" h="4159885">
                    <a:moveTo>
                      <a:pt x="6135878" y="1456563"/>
                    </a:moveTo>
                    <a:lnTo>
                      <a:pt x="6125463" y="1456563"/>
                    </a:lnTo>
                    <a:lnTo>
                      <a:pt x="6121146" y="1460753"/>
                    </a:lnTo>
                    <a:lnTo>
                      <a:pt x="6121146" y="1471295"/>
                    </a:lnTo>
                    <a:lnTo>
                      <a:pt x="6125463" y="1475613"/>
                    </a:lnTo>
                    <a:lnTo>
                      <a:pt x="6135878" y="1475613"/>
                    </a:lnTo>
                    <a:lnTo>
                      <a:pt x="6140196" y="1471295"/>
                    </a:lnTo>
                    <a:lnTo>
                      <a:pt x="6140196" y="1460753"/>
                    </a:lnTo>
                    <a:lnTo>
                      <a:pt x="6135878" y="1456563"/>
                    </a:lnTo>
                    <a:close/>
                  </a:path>
                  <a:path w="6140450" h="4159885">
                    <a:moveTo>
                      <a:pt x="6135878" y="1494663"/>
                    </a:moveTo>
                    <a:lnTo>
                      <a:pt x="6125463" y="1494663"/>
                    </a:lnTo>
                    <a:lnTo>
                      <a:pt x="6121146" y="1498980"/>
                    </a:lnTo>
                    <a:lnTo>
                      <a:pt x="6121146" y="1509522"/>
                    </a:lnTo>
                    <a:lnTo>
                      <a:pt x="6125463" y="1513713"/>
                    </a:lnTo>
                    <a:lnTo>
                      <a:pt x="6135878" y="1513713"/>
                    </a:lnTo>
                    <a:lnTo>
                      <a:pt x="6140196" y="1509522"/>
                    </a:lnTo>
                    <a:lnTo>
                      <a:pt x="6140196" y="1498980"/>
                    </a:lnTo>
                    <a:lnTo>
                      <a:pt x="6135878" y="1494663"/>
                    </a:lnTo>
                    <a:close/>
                  </a:path>
                  <a:path w="6140450" h="4159885">
                    <a:moveTo>
                      <a:pt x="6135878" y="1532763"/>
                    </a:moveTo>
                    <a:lnTo>
                      <a:pt x="6125463" y="1532763"/>
                    </a:lnTo>
                    <a:lnTo>
                      <a:pt x="6121146" y="1537081"/>
                    </a:lnTo>
                    <a:lnTo>
                      <a:pt x="6121146" y="1547621"/>
                    </a:lnTo>
                    <a:lnTo>
                      <a:pt x="6125463" y="1551813"/>
                    </a:lnTo>
                    <a:lnTo>
                      <a:pt x="6135878" y="1551813"/>
                    </a:lnTo>
                    <a:lnTo>
                      <a:pt x="6140196" y="1547621"/>
                    </a:lnTo>
                    <a:lnTo>
                      <a:pt x="6140196" y="1537081"/>
                    </a:lnTo>
                    <a:lnTo>
                      <a:pt x="6135878" y="1532763"/>
                    </a:lnTo>
                    <a:close/>
                  </a:path>
                  <a:path w="6140450" h="4159885">
                    <a:moveTo>
                      <a:pt x="6135878" y="1570863"/>
                    </a:moveTo>
                    <a:lnTo>
                      <a:pt x="6125463" y="1570863"/>
                    </a:lnTo>
                    <a:lnTo>
                      <a:pt x="6121146" y="1575181"/>
                    </a:lnTo>
                    <a:lnTo>
                      <a:pt x="6121146" y="1585721"/>
                    </a:lnTo>
                    <a:lnTo>
                      <a:pt x="6125463" y="1589913"/>
                    </a:lnTo>
                    <a:lnTo>
                      <a:pt x="6135878" y="1589913"/>
                    </a:lnTo>
                    <a:lnTo>
                      <a:pt x="6140196" y="1585721"/>
                    </a:lnTo>
                    <a:lnTo>
                      <a:pt x="6140196" y="1575181"/>
                    </a:lnTo>
                    <a:lnTo>
                      <a:pt x="6135878" y="1570863"/>
                    </a:lnTo>
                    <a:close/>
                  </a:path>
                  <a:path w="6140450" h="4159885">
                    <a:moveTo>
                      <a:pt x="6135878" y="1608963"/>
                    </a:moveTo>
                    <a:lnTo>
                      <a:pt x="6125463" y="1608963"/>
                    </a:lnTo>
                    <a:lnTo>
                      <a:pt x="6121146" y="1613281"/>
                    </a:lnTo>
                    <a:lnTo>
                      <a:pt x="6121146" y="1623821"/>
                    </a:lnTo>
                    <a:lnTo>
                      <a:pt x="6125463" y="1628139"/>
                    </a:lnTo>
                    <a:lnTo>
                      <a:pt x="6135878" y="1628139"/>
                    </a:lnTo>
                    <a:lnTo>
                      <a:pt x="6140196" y="1623821"/>
                    </a:lnTo>
                    <a:lnTo>
                      <a:pt x="6140196" y="1613281"/>
                    </a:lnTo>
                    <a:lnTo>
                      <a:pt x="6135878" y="1608963"/>
                    </a:lnTo>
                    <a:close/>
                  </a:path>
                  <a:path w="6140450" h="4159885">
                    <a:moveTo>
                      <a:pt x="6135878" y="1647189"/>
                    </a:moveTo>
                    <a:lnTo>
                      <a:pt x="6125463" y="1647189"/>
                    </a:lnTo>
                    <a:lnTo>
                      <a:pt x="6121146" y="1651381"/>
                    </a:lnTo>
                    <a:lnTo>
                      <a:pt x="6121146" y="1661921"/>
                    </a:lnTo>
                    <a:lnTo>
                      <a:pt x="6125463" y="1666239"/>
                    </a:lnTo>
                    <a:lnTo>
                      <a:pt x="6135878" y="1666239"/>
                    </a:lnTo>
                    <a:lnTo>
                      <a:pt x="6140196" y="1661921"/>
                    </a:lnTo>
                    <a:lnTo>
                      <a:pt x="6140196" y="1651381"/>
                    </a:lnTo>
                    <a:lnTo>
                      <a:pt x="6135878" y="1647189"/>
                    </a:lnTo>
                    <a:close/>
                  </a:path>
                  <a:path w="6140450" h="4159885">
                    <a:moveTo>
                      <a:pt x="6135878" y="1685289"/>
                    </a:moveTo>
                    <a:lnTo>
                      <a:pt x="6125463" y="1685289"/>
                    </a:lnTo>
                    <a:lnTo>
                      <a:pt x="6121146" y="1689481"/>
                    </a:lnTo>
                    <a:lnTo>
                      <a:pt x="6121146" y="1700021"/>
                    </a:lnTo>
                    <a:lnTo>
                      <a:pt x="6125463" y="1704339"/>
                    </a:lnTo>
                    <a:lnTo>
                      <a:pt x="6135878" y="1704339"/>
                    </a:lnTo>
                    <a:lnTo>
                      <a:pt x="6140196" y="1700021"/>
                    </a:lnTo>
                    <a:lnTo>
                      <a:pt x="6140196" y="1689481"/>
                    </a:lnTo>
                    <a:lnTo>
                      <a:pt x="6135878" y="1685289"/>
                    </a:lnTo>
                    <a:close/>
                  </a:path>
                  <a:path w="6140450" h="4159885">
                    <a:moveTo>
                      <a:pt x="6135878" y="1723389"/>
                    </a:moveTo>
                    <a:lnTo>
                      <a:pt x="6125463" y="1723389"/>
                    </a:lnTo>
                    <a:lnTo>
                      <a:pt x="6121146" y="1727708"/>
                    </a:lnTo>
                    <a:lnTo>
                      <a:pt x="6121146" y="1738249"/>
                    </a:lnTo>
                    <a:lnTo>
                      <a:pt x="6125463" y="1742439"/>
                    </a:lnTo>
                    <a:lnTo>
                      <a:pt x="6135878" y="1742439"/>
                    </a:lnTo>
                    <a:lnTo>
                      <a:pt x="6140196" y="1738249"/>
                    </a:lnTo>
                    <a:lnTo>
                      <a:pt x="6140196" y="1727708"/>
                    </a:lnTo>
                    <a:lnTo>
                      <a:pt x="6135878" y="1723389"/>
                    </a:lnTo>
                    <a:close/>
                  </a:path>
                  <a:path w="6140450" h="4159885">
                    <a:moveTo>
                      <a:pt x="6135878" y="1761489"/>
                    </a:moveTo>
                    <a:lnTo>
                      <a:pt x="6125463" y="1761489"/>
                    </a:lnTo>
                    <a:lnTo>
                      <a:pt x="6121146" y="1765808"/>
                    </a:lnTo>
                    <a:lnTo>
                      <a:pt x="6121146" y="1776349"/>
                    </a:lnTo>
                    <a:lnTo>
                      <a:pt x="6125463" y="1780539"/>
                    </a:lnTo>
                    <a:lnTo>
                      <a:pt x="6135878" y="1780539"/>
                    </a:lnTo>
                    <a:lnTo>
                      <a:pt x="6140196" y="1776349"/>
                    </a:lnTo>
                    <a:lnTo>
                      <a:pt x="6140196" y="1765808"/>
                    </a:lnTo>
                    <a:lnTo>
                      <a:pt x="6135878" y="1761489"/>
                    </a:lnTo>
                    <a:close/>
                  </a:path>
                  <a:path w="6140450" h="4159885">
                    <a:moveTo>
                      <a:pt x="6135878" y="1799589"/>
                    </a:moveTo>
                    <a:lnTo>
                      <a:pt x="6125463" y="1799589"/>
                    </a:lnTo>
                    <a:lnTo>
                      <a:pt x="6121146" y="1803908"/>
                    </a:lnTo>
                    <a:lnTo>
                      <a:pt x="6121146" y="1814449"/>
                    </a:lnTo>
                    <a:lnTo>
                      <a:pt x="6125463" y="1818639"/>
                    </a:lnTo>
                    <a:lnTo>
                      <a:pt x="6135878" y="1818639"/>
                    </a:lnTo>
                    <a:lnTo>
                      <a:pt x="6140196" y="1814449"/>
                    </a:lnTo>
                    <a:lnTo>
                      <a:pt x="6140196" y="1803908"/>
                    </a:lnTo>
                    <a:lnTo>
                      <a:pt x="6135878" y="1799589"/>
                    </a:lnTo>
                    <a:close/>
                  </a:path>
                  <a:path w="6140450" h="4159885">
                    <a:moveTo>
                      <a:pt x="6135878" y="1837689"/>
                    </a:moveTo>
                    <a:lnTo>
                      <a:pt x="6125463" y="1837689"/>
                    </a:lnTo>
                    <a:lnTo>
                      <a:pt x="6121146" y="1842008"/>
                    </a:lnTo>
                    <a:lnTo>
                      <a:pt x="6121146" y="1852549"/>
                    </a:lnTo>
                    <a:lnTo>
                      <a:pt x="6125463" y="1856867"/>
                    </a:lnTo>
                    <a:lnTo>
                      <a:pt x="6135878" y="1856867"/>
                    </a:lnTo>
                    <a:lnTo>
                      <a:pt x="6140196" y="1852549"/>
                    </a:lnTo>
                    <a:lnTo>
                      <a:pt x="6140196" y="1847342"/>
                    </a:lnTo>
                    <a:lnTo>
                      <a:pt x="6127496" y="1847342"/>
                    </a:lnTo>
                    <a:lnTo>
                      <a:pt x="6127496" y="1847214"/>
                    </a:lnTo>
                    <a:lnTo>
                      <a:pt x="6140196" y="1847214"/>
                    </a:lnTo>
                    <a:lnTo>
                      <a:pt x="6140196" y="1842008"/>
                    </a:lnTo>
                    <a:lnTo>
                      <a:pt x="6135878" y="1837689"/>
                    </a:lnTo>
                    <a:close/>
                  </a:path>
                  <a:path w="6140450" h="4159885">
                    <a:moveTo>
                      <a:pt x="6140196" y="1847214"/>
                    </a:moveTo>
                    <a:lnTo>
                      <a:pt x="6133846" y="1847214"/>
                    </a:lnTo>
                    <a:lnTo>
                      <a:pt x="6133846" y="1847342"/>
                    </a:lnTo>
                    <a:lnTo>
                      <a:pt x="6140196" y="1847342"/>
                    </a:lnTo>
                    <a:lnTo>
                      <a:pt x="6140196" y="1847214"/>
                    </a:lnTo>
                    <a:close/>
                  </a:path>
                  <a:path w="6140450" h="4159885">
                    <a:moveTo>
                      <a:pt x="6135878" y="1875917"/>
                    </a:moveTo>
                    <a:lnTo>
                      <a:pt x="6125463" y="1875917"/>
                    </a:lnTo>
                    <a:lnTo>
                      <a:pt x="6121146" y="1880108"/>
                    </a:lnTo>
                    <a:lnTo>
                      <a:pt x="6121146" y="1890649"/>
                    </a:lnTo>
                    <a:lnTo>
                      <a:pt x="6125463" y="1894967"/>
                    </a:lnTo>
                    <a:lnTo>
                      <a:pt x="6135878" y="1894967"/>
                    </a:lnTo>
                    <a:lnTo>
                      <a:pt x="6140196" y="1890649"/>
                    </a:lnTo>
                    <a:lnTo>
                      <a:pt x="6140196" y="1880108"/>
                    </a:lnTo>
                    <a:lnTo>
                      <a:pt x="6135878" y="1875917"/>
                    </a:lnTo>
                    <a:close/>
                  </a:path>
                  <a:path w="6140450" h="4159885">
                    <a:moveTo>
                      <a:pt x="6135878" y="1914017"/>
                    </a:moveTo>
                    <a:lnTo>
                      <a:pt x="6125463" y="1914017"/>
                    </a:lnTo>
                    <a:lnTo>
                      <a:pt x="6121146" y="1918208"/>
                    </a:lnTo>
                    <a:lnTo>
                      <a:pt x="6121146" y="1928749"/>
                    </a:lnTo>
                    <a:lnTo>
                      <a:pt x="6125463" y="1933067"/>
                    </a:lnTo>
                    <a:lnTo>
                      <a:pt x="6135878" y="1933067"/>
                    </a:lnTo>
                    <a:lnTo>
                      <a:pt x="6140196" y="1928749"/>
                    </a:lnTo>
                    <a:lnTo>
                      <a:pt x="6140196" y="1918208"/>
                    </a:lnTo>
                    <a:lnTo>
                      <a:pt x="6135878" y="1914017"/>
                    </a:lnTo>
                    <a:close/>
                  </a:path>
                  <a:path w="6140450" h="4159885">
                    <a:moveTo>
                      <a:pt x="6135878" y="1952117"/>
                    </a:moveTo>
                    <a:lnTo>
                      <a:pt x="6125463" y="1952117"/>
                    </a:lnTo>
                    <a:lnTo>
                      <a:pt x="6121146" y="1956308"/>
                    </a:lnTo>
                    <a:lnTo>
                      <a:pt x="6121146" y="1966849"/>
                    </a:lnTo>
                    <a:lnTo>
                      <a:pt x="6125463" y="1971167"/>
                    </a:lnTo>
                    <a:lnTo>
                      <a:pt x="6135878" y="1971167"/>
                    </a:lnTo>
                    <a:lnTo>
                      <a:pt x="6140196" y="1966849"/>
                    </a:lnTo>
                    <a:lnTo>
                      <a:pt x="6140196" y="1956308"/>
                    </a:lnTo>
                    <a:lnTo>
                      <a:pt x="6135878" y="1952117"/>
                    </a:lnTo>
                    <a:close/>
                  </a:path>
                  <a:path w="6140450" h="4159885">
                    <a:moveTo>
                      <a:pt x="6135878" y="1990217"/>
                    </a:moveTo>
                    <a:lnTo>
                      <a:pt x="6125463" y="1990217"/>
                    </a:lnTo>
                    <a:lnTo>
                      <a:pt x="6121146" y="1994535"/>
                    </a:lnTo>
                    <a:lnTo>
                      <a:pt x="6121146" y="2005076"/>
                    </a:lnTo>
                    <a:lnTo>
                      <a:pt x="6125463" y="2009267"/>
                    </a:lnTo>
                    <a:lnTo>
                      <a:pt x="6135878" y="2009267"/>
                    </a:lnTo>
                    <a:lnTo>
                      <a:pt x="6140196" y="2005076"/>
                    </a:lnTo>
                    <a:lnTo>
                      <a:pt x="6140196" y="1994535"/>
                    </a:lnTo>
                    <a:lnTo>
                      <a:pt x="6135878" y="1990217"/>
                    </a:lnTo>
                    <a:close/>
                  </a:path>
                  <a:path w="6140450" h="4159885">
                    <a:moveTo>
                      <a:pt x="6135878" y="2028317"/>
                    </a:moveTo>
                    <a:lnTo>
                      <a:pt x="6125463" y="2028317"/>
                    </a:lnTo>
                    <a:lnTo>
                      <a:pt x="6121146" y="2032635"/>
                    </a:lnTo>
                    <a:lnTo>
                      <a:pt x="6121146" y="2043176"/>
                    </a:lnTo>
                    <a:lnTo>
                      <a:pt x="6125463" y="2047367"/>
                    </a:lnTo>
                    <a:lnTo>
                      <a:pt x="6135878" y="2047367"/>
                    </a:lnTo>
                    <a:lnTo>
                      <a:pt x="6140196" y="2043176"/>
                    </a:lnTo>
                    <a:lnTo>
                      <a:pt x="6140196" y="2032635"/>
                    </a:lnTo>
                    <a:lnTo>
                      <a:pt x="6135878" y="2028317"/>
                    </a:lnTo>
                    <a:close/>
                  </a:path>
                  <a:path w="6140450" h="4159885">
                    <a:moveTo>
                      <a:pt x="6135878" y="2066417"/>
                    </a:moveTo>
                    <a:lnTo>
                      <a:pt x="6125463" y="2066417"/>
                    </a:lnTo>
                    <a:lnTo>
                      <a:pt x="6121146" y="2070735"/>
                    </a:lnTo>
                    <a:lnTo>
                      <a:pt x="6121146" y="2081276"/>
                    </a:lnTo>
                    <a:lnTo>
                      <a:pt x="6125463" y="2085467"/>
                    </a:lnTo>
                    <a:lnTo>
                      <a:pt x="6135878" y="2085467"/>
                    </a:lnTo>
                    <a:lnTo>
                      <a:pt x="6140196" y="2081276"/>
                    </a:lnTo>
                    <a:lnTo>
                      <a:pt x="6140196" y="2070735"/>
                    </a:lnTo>
                    <a:lnTo>
                      <a:pt x="6135878" y="2066417"/>
                    </a:lnTo>
                    <a:close/>
                  </a:path>
                  <a:path w="6140450" h="4159885">
                    <a:moveTo>
                      <a:pt x="6135878" y="2104517"/>
                    </a:moveTo>
                    <a:lnTo>
                      <a:pt x="6125463" y="2104517"/>
                    </a:lnTo>
                    <a:lnTo>
                      <a:pt x="6121146" y="2108835"/>
                    </a:lnTo>
                    <a:lnTo>
                      <a:pt x="6121146" y="2119376"/>
                    </a:lnTo>
                    <a:lnTo>
                      <a:pt x="6125463" y="2123694"/>
                    </a:lnTo>
                    <a:lnTo>
                      <a:pt x="6135878" y="2123694"/>
                    </a:lnTo>
                    <a:lnTo>
                      <a:pt x="6140196" y="2119376"/>
                    </a:lnTo>
                    <a:lnTo>
                      <a:pt x="6140196" y="2108835"/>
                    </a:lnTo>
                    <a:lnTo>
                      <a:pt x="6135878" y="2104517"/>
                    </a:lnTo>
                    <a:close/>
                  </a:path>
                  <a:path w="6140450" h="4159885">
                    <a:moveTo>
                      <a:pt x="6135878" y="2142744"/>
                    </a:moveTo>
                    <a:lnTo>
                      <a:pt x="6125463" y="2142744"/>
                    </a:lnTo>
                    <a:lnTo>
                      <a:pt x="6121146" y="2146935"/>
                    </a:lnTo>
                    <a:lnTo>
                      <a:pt x="6121146" y="2157476"/>
                    </a:lnTo>
                    <a:lnTo>
                      <a:pt x="6125463" y="2161794"/>
                    </a:lnTo>
                    <a:lnTo>
                      <a:pt x="6135878" y="2161794"/>
                    </a:lnTo>
                    <a:lnTo>
                      <a:pt x="6140196" y="2157476"/>
                    </a:lnTo>
                    <a:lnTo>
                      <a:pt x="6140196" y="2146935"/>
                    </a:lnTo>
                    <a:lnTo>
                      <a:pt x="6135878" y="2142744"/>
                    </a:lnTo>
                    <a:close/>
                  </a:path>
                  <a:path w="6140450" h="4159885">
                    <a:moveTo>
                      <a:pt x="6135878" y="2180844"/>
                    </a:moveTo>
                    <a:lnTo>
                      <a:pt x="6125463" y="2180844"/>
                    </a:lnTo>
                    <a:lnTo>
                      <a:pt x="6121146" y="2185035"/>
                    </a:lnTo>
                    <a:lnTo>
                      <a:pt x="6121146" y="2195576"/>
                    </a:lnTo>
                    <a:lnTo>
                      <a:pt x="6125463" y="2199894"/>
                    </a:lnTo>
                    <a:lnTo>
                      <a:pt x="6135878" y="2199894"/>
                    </a:lnTo>
                    <a:lnTo>
                      <a:pt x="6140196" y="2195576"/>
                    </a:lnTo>
                    <a:lnTo>
                      <a:pt x="6140196" y="2185035"/>
                    </a:lnTo>
                    <a:lnTo>
                      <a:pt x="6135878" y="2180844"/>
                    </a:lnTo>
                    <a:close/>
                  </a:path>
                  <a:path w="6140450" h="4159885">
                    <a:moveTo>
                      <a:pt x="6135878" y="2218944"/>
                    </a:moveTo>
                    <a:lnTo>
                      <a:pt x="6125463" y="2218944"/>
                    </a:lnTo>
                    <a:lnTo>
                      <a:pt x="6121146" y="2223135"/>
                    </a:lnTo>
                    <a:lnTo>
                      <a:pt x="6121146" y="2233676"/>
                    </a:lnTo>
                    <a:lnTo>
                      <a:pt x="6125463" y="2237994"/>
                    </a:lnTo>
                    <a:lnTo>
                      <a:pt x="6135878" y="2237994"/>
                    </a:lnTo>
                    <a:lnTo>
                      <a:pt x="6140196" y="2233676"/>
                    </a:lnTo>
                    <a:lnTo>
                      <a:pt x="6140196" y="2223135"/>
                    </a:lnTo>
                    <a:lnTo>
                      <a:pt x="6135878" y="2218944"/>
                    </a:lnTo>
                    <a:close/>
                  </a:path>
                  <a:path w="6140450" h="4159885">
                    <a:moveTo>
                      <a:pt x="6135878" y="2257044"/>
                    </a:moveTo>
                    <a:lnTo>
                      <a:pt x="6125463" y="2257044"/>
                    </a:lnTo>
                    <a:lnTo>
                      <a:pt x="6121146" y="2261362"/>
                    </a:lnTo>
                    <a:lnTo>
                      <a:pt x="6121146" y="2271903"/>
                    </a:lnTo>
                    <a:lnTo>
                      <a:pt x="6125463" y="2276094"/>
                    </a:lnTo>
                    <a:lnTo>
                      <a:pt x="6135878" y="2276094"/>
                    </a:lnTo>
                    <a:lnTo>
                      <a:pt x="6140196" y="2271903"/>
                    </a:lnTo>
                    <a:lnTo>
                      <a:pt x="6140196" y="2261362"/>
                    </a:lnTo>
                    <a:lnTo>
                      <a:pt x="6135878" y="2257044"/>
                    </a:lnTo>
                    <a:close/>
                  </a:path>
                  <a:path w="6140450" h="4159885">
                    <a:moveTo>
                      <a:pt x="6135878" y="2295144"/>
                    </a:moveTo>
                    <a:lnTo>
                      <a:pt x="6125463" y="2295144"/>
                    </a:lnTo>
                    <a:lnTo>
                      <a:pt x="6121146" y="2299462"/>
                    </a:lnTo>
                    <a:lnTo>
                      <a:pt x="6121146" y="2310003"/>
                    </a:lnTo>
                    <a:lnTo>
                      <a:pt x="6125463" y="2314194"/>
                    </a:lnTo>
                    <a:lnTo>
                      <a:pt x="6135878" y="2314194"/>
                    </a:lnTo>
                    <a:lnTo>
                      <a:pt x="6140196" y="2310003"/>
                    </a:lnTo>
                    <a:lnTo>
                      <a:pt x="6140196" y="2299462"/>
                    </a:lnTo>
                    <a:lnTo>
                      <a:pt x="6135878" y="2295144"/>
                    </a:lnTo>
                    <a:close/>
                  </a:path>
                  <a:path w="6140450" h="4159885">
                    <a:moveTo>
                      <a:pt x="6135878" y="2333244"/>
                    </a:moveTo>
                    <a:lnTo>
                      <a:pt x="6125463" y="2333244"/>
                    </a:lnTo>
                    <a:lnTo>
                      <a:pt x="6121146" y="2337562"/>
                    </a:lnTo>
                    <a:lnTo>
                      <a:pt x="6121146" y="2348103"/>
                    </a:lnTo>
                    <a:lnTo>
                      <a:pt x="6125463" y="2352294"/>
                    </a:lnTo>
                    <a:lnTo>
                      <a:pt x="6135878" y="2352294"/>
                    </a:lnTo>
                    <a:lnTo>
                      <a:pt x="6140196" y="2348103"/>
                    </a:lnTo>
                    <a:lnTo>
                      <a:pt x="6140196" y="2337562"/>
                    </a:lnTo>
                    <a:lnTo>
                      <a:pt x="6135878" y="2333244"/>
                    </a:lnTo>
                    <a:close/>
                  </a:path>
                  <a:path w="6140450" h="4159885">
                    <a:moveTo>
                      <a:pt x="6135878" y="2371344"/>
                    </a:moveTo>
                    <a:lnTo>
                      <a:pt x="6125463" y="2371344"/>
                    </a:lnTo>
                    <a:lnTo>
                      <a:pt x="6121146" y="2375662"/>
                    </a:lnTo>
                    <a:lnTo>
                      <a:pt x="6121146" y="2386203"/>
                    </a:lnTo>
                    <a:lnTo>
                      <a:pt x="6125463" y="2390521"/>
                    </a:lnTo>
                    <a:lnTo>
                      <a:pt x="6135878" y="2390521"/>
                    </a:lnTo>
                    <a:lnTo>
                      <a:pt x="6140196" y="2386203"/>
                    </a:lnTo>
                    <a:lnTo>
                      <a:pt x="6140196" y="2375662"/>
                    </a:lnTo>
                    <a:lnTo>
                      <a:pt x="6135878" y="2371344"/>
                    </a:lnTo>
                    <a:close/>
                  </a:path>
                  <a:path w="6140450" h="4159885">
                    <a:moveTo>
                      <a:pt x="6135878" y="2409571"/>
                    </a:moveTo>
                    <a:lnTo>
                      <a:pt x="6125463" y="2409571"/>
                    </a:lnTo>
                    <a:lnTo>
                      <a:pt x="6121146" y="2413762"/>
                    </a:lnTo>
                    <a:lnTo>
                      <a:pt x="6121146" y="2424303"/>
                    </a:lnTo>
                    <a:lnTo>
                      <a:pt x="6125463" y="2428621"/>
                    </a:lnTo>
                    <a:lnTo>
                      <a:pt x="6135878" y="2428621"/>
                    </a:lnTo>
                    <a:lnTo>
                      <a:pt x="6140196" y="2424303"/>
                    </a:lnTo>
                    <a:lnTo>
                      <a:pt x="6140196" y="2413762"/>
                    </a:lnTo>
                    <a:lnTo>
                      <a:pt x="6135878" y="2409571"/>
                    </a:lnTo>
                    <a:close/>
                  </a:path>
                  <a:path w="6140450" h="4159885">
                    <a:moveTo>
                      <a:pt x="6135878" y="2447671"/>
                    </a:moveTo>
                    <a:lnTo>
                      <a:pt x="6125463" y="2447671"/>
                    </a:lnTo>
                    <a:lnTo>
                      <a:pt x="6121146" y="2451862"/>
                    </a:lnTo>
                    <a:lnTo>
                      <a:pt x="6121146" y="2462403"/>
                    </a:lnTo>
                    <a:lnTo>
                      <a:pt x="6125463" y="2466721"/>
                    </a:lnTo>
                    <a:lnTo>
                      <a:pt x="6135878" y="2466721"/>
                    </a:lnTo>
                    <a:lnTo>
                      <a:pt x="6140196" y="2462403"/>
                    </a:lnTo>
                    <a:lnTo>
                      <a:pt x="6140196" y="2451862"/>
                    </a:lnTo>
                    <a:lnTo>
                      <a:pt x="6135878" y="2447671"/>
                    </a:lnTo>
                    <a:close/>
                  </a:path>
                  <a:path w="6140450" h="4159885">
                    <a:moveTo>
                      <a:pt x="6135878" y="2485771"/>
                    </a:moveTo>
                    <a:lnTo>
                      <a:pt x="6125463" y="2485771"/>
                    </a:lnTo>
                    <a:lnTo>
                      <a:pt x="6121146" y="2490089"/>
                    </a:lnTo>
                    <a:lnTo>
                      <a:pt x="6121146" y="2500630"/>
                    </a:lnTo>
                    <a:lnTo>
                      <a:pt x="6125463" y="2504821"/>
                    </a:lnTo>
                    <a:lnTo>
                      <a:pt x="6135878" y="2504821"/>
                    </a:lnTo>
                    <a:lnTo>
                      <a:pt x="6140196" y="2500630"/>
                    </a:lnTo>
                    <a:lnTo>
                      <a:pt x="6140196" y="2490089"/>
                    </a:lnTo>
                    <a:lnTo>
                      <a:pt x="6135878" y="2485771"/>
                    </a:lnTo>
                    <a:close/>
                  </a:path>
                  <a:path w="6140450" h="4159885">
                    <a:moveTo>
                      <a:pt x="6135878" y="2523871"/>
                    </a:moveTo>
                    <a:lnTo>
                      <a:pt x="6125463" y="2523871"/>
                    </a:lnTo>
                    <a:lnTo>
                      <a:pt x="6121146" y="2528189"/>
                    </a:lnTo>
                    <a:lnTo>
                      <a:pt x="6121146" y="2538730"/>
                    </a:lnTo>
                    <a:lnTo>
                      <a:pt x="6125463" y="2542921"/>
                    </a:lnTo>
                    <a:lnTo>
                      <a:pt x="6135878" y="2542921"/>
                    </a:lnTo>
                    <a:lnTo>
                      <a:pt x="6140196" y="2538730"/>
                    </a:lnTo>
                    <a:lnTo>
                      <a:pt x="6140196" y="2528189"/>
                    </a:lnTo>
                    <a:lnTo>
                      <a:pt x="6135878" y="2523871"/>
                    </a:lnTo>
                    <a:close/>
                  </a:path>
                  <a:path w="6140450" h="4159885">
                    <a:moveTo>
                      <a:pt x="6135878" y="2561971"/>
                    </a:moveTo>
                    <a:lnTo>
                      <a:pt x="6125463" y="2561971"/>
                    </a:lnTo>
                    <a:lnTo>
                      <a:pt x="6121146" y="2566289"/>
                    </a:lnTo>
                    <a:lnTo>
                      <a:pt x="6121146" y="2576830"/>
                    </a:lnTo>
                    <a:lnTo>
                      <a:pt x="6125463" y="2581021"/>
                    </a:lnTo>
                    <a:lnTo>
                      <a:pt x="6135878" y="2581021"/>
                    </a:lnTo>
                    <a:lnTo>
                      <a:pt x="6140196" y="2576830"/>
                    </a:lnTo>
                    <a:lnTo>
                      <a:pt x="6140196" y="2566289"/>
                    </a:lnTo>
                    <a:lnTo>
                      <a:pt x="6135878" y="2561971"/>
                    </a:lnTo>
                    <a:close/>
                  </a:path>
                  <a:path w="6140450" h="4159885">
                    <a:moveTo>
                      <a:pt x="6135878" y="2600071"/>
                    </a:moveTo>
                    <a:lnTo>
                      <a:pt x="6125463" y="2600071"/>
                    </a:lnTo>
                    <a:lnTo>
                      <a:pt x="6121146" y="2604389"/>
                    </a:lnTo>
                    <a:lnTo>
                      <a:pt x="6121146" y="2614930"/>
                    </a:lnTo>
                    <a:lnTo>
                      <a:pt x="6125463" y="2619248"/>
                    </a:lnTo>
                    <a:lnTo>
                      <a:pt x="6135878" y="2619248"/>
                    </a:lnTo>
                    <a:lnTo>
                      <a:pt x="6140196" y="2614930"/>
                    </a:lnTo>
                    <a:lnTo>
                      <a:pt x="6140196" y="2609723"/>
                    </a:lnTo>
                    <a:lnTo>
                      <a:pt x="6127496" y="2609723"/>
                    </a:lnTo>
                    <a:lnTo>
                      <a:pt x="6127496" y="2609596"/>
                    </a:lnTo>
                    <a:lnTo>
                      <a:pt x="6140196" y="2609596"/>
                    </a:lnTo>
                    <a:lnTo>
                      <a:pt x="6140196" y="2604389"/>
                    </a:lnTo>
                    <a:lnTo>
                      <a:pt x="6135878" y="2600071"/>
                    </a:lnTo>
                    <a:close/>
                  </a:path>
                  <a:path w="6140450" h="4159885">
                    <a:moveTo>
                      <a:pt x="6140196" y="2609596"/>
                    </a:moveTo>
                    <a:lnTo>
                      <a:pt x="6133846" y="2609596"/>
                    </a:lnTo>
                    <a:lnTo>
                      <a:pt x="6133846" y="2609723"/>
                    </a:lnTo>
                    <a:lnTo>
                      <a:pt x="6140196" y="2609723"/>
                    </a:lnTo>
                    <a:lnTo>
                      <a:pt x="6140196" y="2609596"/>
                    </a:lnTo>
                    <a:close/>
                  </a:path>
                  <a:path w="6140450" h="4159885">
                    <a:moveTo>
                      <a:pt x="6135878" y="2638298"/>
                    </a:moveTo>
                    <a:lnTo>
                      <a:pt x="6125463" y="2638298"/>
                    </a:lnTo>
                    <a:lnTo>
                      <a:pt x="6121146" y="2642489"/>
                    </a:lnTo>
                    <a:lnTo>
                      <a:pt x="6121146" y="2653030"/>
                    </a:lnTo>
                    <a:lnTo>
                      <a:pt x="6125463" y="2657348"/>
                    </a:lnTo>
                    <a:lnTo>
                      <a:pt x="6135878" y="2657348"/>
                    </a:lnTo>
                    <a:lnTo>
                      <a:pt x="6140196" y="2653030"/>
                    </a:lnTo>
                    <a:lnTo>
                      <a:pt x="6140196" y="2642489"/>
                    </a:lnTo>
                    <a:lnTo>
                      <a:pt x="6135878" y="2638298"/>
                    </a:lnTo>
                    <a:close/>
                  </a:path>
                  <a:path w="6140450" h="4159885">
                    <a:moveTo>
                      <a:pt x="6135878" y="2676398"/>
                    </a:moveTo>
                    <a:lnTo>
                      <a:pt x="6125463" y="2676398"/>
                    </a:lnTo>
                    <a:lnTo>
                      <a:pt x="6121146" y="2680589"/>
                    </a:lnTo>
                    <a:lnTo>
                      <a:pt x="6121146" y="2691130"/>
                    </a:lnTo>
                    <a:lnTo>
                      <a:pt x="6125463" y="2695448"/>
                    </a:lnTo>
                    <a:lnTo>
                      <a:pt x="6135878" y="2695448"/>
                    </a:lnTo>
                    <a:lnTo>
                      <a:pt x="6140196" y="2691130"/>
                    </a:lnTo>
                    <a:lnTo>
                      <a:pt x="6140196" y="2680589"/>
                    </a:lnTo>
                    <a:lnTo>
                      <a:pt x="6135878" y="2676398"/>
                    </a:lnTo>
                    <a:close/>
                  </a:path>
                  <a:path w="6140450" h="4159885">
                    <a:moveTo>
                      <a:pt x="6135878" y="2714498"/>
                    </a:moveTo>
                    <a:lnTo>
                      <a:pt x="6125463" y="2714498"/>
                    </a:lnTo>
                    <a:lnTo>
                      <a:pt x="6121146" y="2718689"/>
                    </a:lnTo>
                    <a:lnTo>
                      <a:pt x="6121146" y="2729230"/>
                    </a:lnTo>
                    <a:lnTo>
                      <a:pt x="6125463" y="2733548"/>
                    </a:lnTo>
                    <a:lnTo>
                      <a:pt x="6135878" y="2733548"/>
                    </a:lnTo>
                    <a:lnTo>
                      <a:pt x="6140196" y="2729230"/>
                    </a:lnTo>
                    <a:lnTo>
                      <a:pt x="6140196" y="2718689"/>
                    </a:lnTo>
                    <a:lnTo>
                      <a:pt x="6135878" y="2714498"/>
                    </a:lnTo>
                    <a:close/>
                  </a:path>
                  <a:path w="6140450" h="4159885">
                    <a:moveTo>
                      <a:pt x="6135878" y="2752598"/>
                    </a:moveTo>
                    <a:lnTo>
                      <a:pt x="6125463" y="2752598"/>
                    </a:lnTo>
                    <a:lnTo>
                      <a:pt x="6121146" y="2756916"/>
                    </a:lnTo>
                    <a:lnTo>
                      <a:pt x="6121146" y="2767457"/>
                    </a:lnTo>
                    <a:lnTo>
                      <a:pt x="6125463" y="2771648"/>
                    </a:lnTo>
                    <a:lnTo>
                      <a:pt x="6135878" y="2771648"/>
                    </a:lnTo>
                    <a:lnTo>
                      <a:pt x="6140196" y="2767457"/>
                    </a:lnTo>
                    <a:lnTo>
                      <a:pt x="6140196" y="2756916"/>
                    </a:lnTo>
                    <a:lnTo>
                      <a:pt x="6135878" y="2752598"/>
                    </a:lnTo>
                    <a:close/>
                  </a:path>
                  <a:path w="6140450" h="4159885">
                    <a:moveTo>
                      <a:pt x="6135878" y="2790698"/>
                    </a:moveTo>
                    <a:lnTo>
                      <a:pt x="6125463" y="2790698"/>
                    </a:lnTo>
                    <a:lnTo>
                      <a:pt x="6121146" y="2795016"/>
                    </a:lnTo>
                    <a:lnTo>
                      <a:pt x="6121146" y="2805557"/>
                    </a:lnTo>
                    <a:lnTo>
                      <a:pt x="6125463" y="2809748"/>
                    </a:lnTo>
                    <a:lnTo>
                      <a:pt x="6135878" y="2809748"/>
                    </a:lnTo>
                    <a:lnTo>
                      <a:pt x="6140196" y="2805557"/>
                    </a:lnTo>
                    <a:lnTo>
                      <a:pt x="6140196" y="2795016"/>
                    </a:lnTo>
                    <a:lnTo>
                      <a:pt x="6135878" y="2790698"/>
                    </a:lnTo>
                    <a:close/>
                  </a:path>
                  <a:path w="6140450" h="4159885">
                    <a:moveTo>
                      <a:pt x="6135878" y="2828798"/>
                    </a:moveTo>
                    <a:lnTo>
                      <a:pt x="6125463" y="2828798"/>
                    </a:lnTo>
                    <a:lnTo>
                      <a:pt x="6121146" y="2833116"/>
                    </a:lnTo>
                    <a:lnTo>
                      <a:pt x="6121146" y="2843657"/>
                    </a:lnTo>
                    <a:lnTo>
                      <a:pt x="6125463" y="2847848"/>
                    </a:lnTo>
                    <a:lnTo>
                      <a:pt x="6135878" y="2847848"/>
                    </a:lnTo>
                    <a:lnTo>
                      <a:pt x="6140196" y="2843657"/>
                    </a:lnTo>
                    <a:lnTo>
                      <a:pt x="6140196" y="2833116"/>
                    </a:lnTo>
                    <a:lnTo>
                      <a:pt x="6135878" y="2828798"/>
                    </a:lnTo>
                    <a:close/>
                  </a:path>
                  <a:path w="6140450" h="4159885">
                    <a:moveTo>
                      <a:pt x="6135878" y="2866898"/>
                    </a:moveTo>
                    <a:lnTo>
                      <a:pt x="6125463" y="2866898"/>
                    </a:lnTo>
                    <a:lnTo>
                      <a:pt x="6121146" y="2871216"/>
                    </a:lnTo>
                    <a:lnTo>
                      <a:pt x="6121146" y="2881757"/>
                    </a:lnTo>
                    <a:lnTo>
                      <a:pt x="6125463" y="2886075"/>
                    </a:lnTo>
                    <a:lnTo>
                      <a:pt x="6135878" y="2886075"/>
                    </a:lnTo>
                    <a:lnTo>
                      <a:pt x="6140196" y="2881757"/>
                    </a:lnTo>
                    <a:lnTo>
                      <a:pt x="6140196" y="2871216"/>
                    </a:lnTo>
                    <a:lnTo>
                      <a:pt x="6135878" y="2866898"/>
                    </a:lnTo>
                    <a:close/>
                  </a:path>
                  <a:path w="6140450" h="4159885">
                    <a:moveTo>
                      <a:pt x="6135878" y="2905125"/>
                    </a:moveTo>
                    <a:lnTo>
                      <a:pt x="6125463" y="2905125"/>
                    </a:lnTo>
                    <a:lnTo>
                      <a:pt x="6121146" y="2909316"/>
                    </a:lnTo>
                    <a:lnTo>
                      <a:pt x="6121146" y="2919857"/>
                    </a:lnTo>
                    <a:lnTo>
                      <a:pt x="6125463" y="2924175"/>
                    </a:lnTo>
                    <a:lnTo>
                      <a:pt x="6135878" y="2924175"/>
                    </a:lnTo>
                    <a:lnTo>
                      <a:pt x="6140196" y="2919857"/>
                    </a:lnTo>
                    <a:lnTo>
                      <a:pt x="6140196" y="2909316"/>
                    </a:lnTo>
                    <a:lnTo>
                      <a:pt x="6135878" y="2905125"/>
                    </a:lnTo>
                    <a:close/>
                  </a:path>
                  <a:path w="6140450" h="4159885">
                    <a:moveTo>
                      <a:pt x="6135878" y="2943225"/>
                    </a:moveTo>
                    <a:lnTo>
                      <a:pt x="6125463" y="2943225"/>
                    </a:lnTo>
                    <a:lnTo>
                      <a:pt x="6121146" y="2947416"/>
                    </a:lnTo>
                    <a:lnTo>
                      <a:pt x="6121146" y="2957957"/>
                    </a:lnTo>
                    <a:lnTo>
                      <a:pt x="6125463" y="2962275"/>
                    </a:lnTo>
                    <a:lnTo>
                      <a:pt x="6135878" y="2962275"/>
                    </a:lnTo>
                    <a:lnTo>
                      <a:pt x="6140196" y="2957957"/>
                    </a:lnTo>
                    <a:lnTo>
                      <a:pt x="6140196" y="2947416"/>
                    </a:lnTo>
                    <a:lnTo>
                      <a:pt x="6135878" y="2943225"/>
                    </a:lnTo>
                    <a:close/>
                  </a:path>
                  <a:path w="6140450" h="4159885">
                    <a:moveTo>
                      <a:pt x="6135878" y="2981325"/>
                    </a:moveTo>
                    <a:lnTo>
                      <a:pt x="6125463" y="2981325"/>
                    </a:lnTo>
                    <a:lnTo>
                      <a:pt x="6121146" y="2985516"/>
                    </a:lnTo>
                    <a:lnTo>
                      <a:pt x="6121146" y="2996057"/>
                    </a:lnTo>
                    <a:lnTo>
                      <a:pt x="6125463" y="3000375"/>
                    </a:lnTo>
                    <a:lnTo>
                      <a:pt x="6135878" y="3000375"/>
                    </a:lnTo>
                    <a:lnTo>
                      <a:pt x="6140196" y="2996057"/>
                    </a:lnTo>
                    <a:lnTo>
                      <a:pt x="6140196" y="2985516"/>
                    </a:lnTo>
                    <a:lnTo>
                      <a:pt x="6135878" y="2981325"/>
                    </a:lnTo>
                    <a:close/>
                  </a:path>
                  <a:path w="6140450" h="4159885">
                    <a:moveTo>
                      <a:pt x="6135878" y="3019425"/>
                    </a:moveTo>
                    <a:lnTo>
                      <a:pt x="6125463" y="3019425"/>
                    </a:lnTo>
                    <a:lnTo>
                      <a:pt x="6121146" y="3023743"/>
                    </a:lnTo>
                    <a:lnTo>
                      <a:pt x="6121146" y="3034284"/>
                    </a:lnTo>
                    <a:lnTo>
                      <a:pt x="6125463" y="3038475"/>
                    </a:lnTo>
                    <a:lnTo>
                      <a:pt x="6135878" y="3038475"/>
                    </a:lnTo>
                    <a:lnTo>
                      <a:pt x="6140196" y="3034284"/>
                    </a:lnTo>
                    <a:lnTo>
                      <a:pt x="6140196" y="3023743"/>
                    </a:lnTo>
                    <a:lnTo>
                      <a:pt x="6135878" y="3019425"/>
                    </a:lnTo>
                    <a:close/>
                  </a:path>
                  <a:path w="6140450" h="4159885">
                    <a:moveTo>
                      <a:pt x="6135878" y="3057525"/>
                    </a:moveTo>
                    <a:lnTo>
                      <a:pt x="6125463" y="3057525"/>
                    </a:lnTo>
                    <a:lnTo>
                      <a:pt x="6121146" y="3061843"/>
                    </a:lnTo>
                    <a:lnTo>
                      <a:pt x="6121146" y="3072384"/>
                    </a:lnTo>
                    <a:lnTo>
                      <a:pt x="6125463" y="3076575"/>
                    </a:lnTo>
                    <a:lnTo>
                      <a:pt x="6135878" y="3076575"/>
                    </a:lnTo>
                    <a:lnTo>
                      <a:pt x="6140196" y="3072384"/>
                    </a:lnTo>
                    <a:lnTo>
                      <a:pt x="6140196" y="3061843"/>
                    </a:lnTo>
                    <a:lnTo>
                      <a:pt x="6135878" y="3057525"/>
                    </a:lnTo>
                    <a:close/>
                  </a:path>
                  <a:path w="6140450" h="4159885">
                    <a:moveTo>
                      <a:pt x="6135878" y="3095625"/>
                    </a:moveTo>
                    <a:lnTo>
                      <a:pt x="6125463" y="3095625"/>
                    </a:lnTo>
                    <a:lnTo>
                      <a:pt x="6121146" y="3099943"/>
                    </a:lnTo>
                    <a:lnTo>
                      <a:pt x="6121146" y="3110484"/>
                    </a:lnTo>
                    <a:lnTo>
                      <a:pt x="6125463" y="3114802"/>
                    </a:lnTo>
                    <a:lnTo>
                      <a:pt x="6135878" y="3114802"/>
                    </a:lnTo>
                    <a:lnTo>
                      <a:pt x="6140196" y="3110484"/>
                    </a:lnTo>
                    <a:lnTo>
                      <a:pt x="6140196" y="3099943"/>
                    </a:lnTo>
                    <a:lnTo>
                      <a:pt x="6135878" y="3095625"/>
                    </a:lnTo>
                    <a:close/>
                  </a:path>
                  <a:path w="6140450" h="4159885">
                    <a:moveTo>
                      <a:pt x="6135878" y="3133852"/>
                    </a:moveTo>
                    <a:lnTo>
                      <a:pt x="6125463" y="3133852"/>
                    </a:lnTo>
                    <a:lnTo>
                      <a:pt x="6121146" y="3138043"/>
                    </a:lnTo>
                    <a:lnTo>
                      <a:pt x="6121146" y="3148584"/>
                    </a:lnTo>
                    <a:lnTo>
                      <a:pt x="6125463" y="3152902"/>
                    </a:lnTo>
                    <a:lnTo>
                      <a:pt x="6135878" y="3152902"/>
                    </a:lnTo>
                    <a:lnTo>
                      <a:pt x="6140196" y="3148584"/>
                    </a:lnTo>
                    <a:lnTo>
                      <a:pt x="6140196" y="3138043"/>
                    </a:lnTo>
                    <a:lnTo>
                      <a:pt x="6135878" y="3133852"/>
                    </a:lnTo>
                    <a:close/>
                  </a:path>
                  <a:path w="6140450" h="4159885">
                    <a:moveTo>
                      <a:pt x="6135878" y="3171952"/>
                    </a:moveTo>
                    <a:lnTo>
                      <a:pt x="6125463" y="3171952"/>
                    </a:lnTo>
                    <a:lnTo>
                      <a:pt x="6121146" y="3176143"/>
                    </a:lnTo>
                    <a:lnTo>
                      <a:pt x="6121146" y="3186684"/>
                    </a:lnTo>
                    <a:lnTo>
                      <a:pt x="6125463" y="3191002"/>
                    </a:lnTo>
                    <a:lnTo>
                      <a:pt x="6135878" y="3191002"/>
                    </a:lnTo>
                    <a:lnTo>
                      <a:pt x="6140196" y="3186684"/>
                    </a:lnTo>
                    <a:lnTo>
                      <a:pt x="6140196" y="3176143"/>
                    </a:lnTo>
                    <a:lnTo>
                      <a:pt x="6135878" y="3171952"/>
                    </a:lnTo>
                    <a:close/>
                  </a:path>
                  <a:path w="6140450" h="4159885">
                    <a:moveTo>
                      <a:pt x="6135878" y="3210052"/>
                    </a:moveTo>
                    <a:lnTo>
                      <a:pt x="6125463" y="3210052"/>
                    </a:lnTo>
                    <a:lnTo>
                      <a:pt x="6121146" y="3214243"/>
                    </a:lnTo>
                    <a:lnTo>
                      <a:pt x="6121146" y="3224784"/>
                    </a:lnTo>
                    <a:lnTo>
                      <a:pt x="6125463" y="3229102"/>
                    </a:lnTo>
                    <a:lnTo>
                      <a:pt x="6135878" y="3229102"/>
                    </a:lnTo>
                    <a:lnTo>
                      <a:pt x="6140196" y="3224784"/>
                    </a:lnTo>
                    <a:lnTo>
                      <a:pt x="6140196" y="3214243"/>
                    </a:lnTo>
                    <a:lnTo>
                      <a:pt x="6135878" y="3210052"/>
                    </a:lnTo>
                    <a:close/>
                  </a:path>
                  <a:path w="6140450" h="4159885">
                    <a:moveTo>
                      <a:pt x="6135878" y="3248152"/>
                    </a:moveTo>
                    <a:lnTo>
                      <a:pt x="6125463" y="3248152"/>
                    </a:lnTo>
                    <a:lnTo>
                      <a:pt x="6121146" y="3252470"/>
                    </a:lnTo>
                    <a:lnTo>
                      <a:pt x="6121146" y="3263011"/>
                    </a:lnTo>
                    <a:lnTo>
                      <a:pt x="6125463" y="3267202"/>
                    </a:lnTo>
                    <a:lnTo>
                      <a:pt x="6135878" y="3267202"/>
                    </a:lnTo>
                    <a:lnTo>
                      <a:pt x="6140196" y="3263011"/>
                    </a:lnTo>
                    <a:lnTo>
                      <a:pt x="6140196" y="3252470"/>
                    </a:lnTo>
                    <a:lnTo>
                      <a:pt x="6135878" y="3248152"/>
                    </a:lnTo>
                    <a:close/>
                  </a:path>
                  <a:path w="6140450" h="4159885">
                    <a:moveTo>
                      <a:pt x="6135878" y="3286252"/>
                    </a:moveTo>
                    <a:lnTo>
                      <a:pt x="6125463" y="3286252"/>
                    </a:lnTo>
                    <a:lnTo>
                      <a:pt x="6121146" y="3290570"/>
                    </a:lnTo>
                    <a:lnTo>
                      <a:pt x="6121146" y="3301111"/>
                    </a:lnTo>
                    <a:lnTo>
                      <a:pt x="6125463" y="3305302"/>
                    </a:lnTo>
                    <a:lnTo>
                      <a:pt x="6135878" y="3305302"/>
                    </a:lnTo>
                    <a:lnTo>
                      <a:pt x="6140196" y="3301111"/>
                    </a:lnTo>
                    <a:lnTo>
                      <a:pt x="6140196" y="3290570"/>
                    </a:lnTo>
                    <a:lnTo>
                      <a:pt x="6135878" y="3286252"/>
                    </a:lnTo>
                    <a:close/>
                  </a:path>
                  <a:path w="6140450" h="4159885">
                    <a:moveTo>
                      <a:pt x="6135878" y="3324352"/>
                    </a:moveTo>
                    <a:lnTo>
                      <a:pt x="6125463" y="3324352"/>
                    </a:lnTo>
                    <a:lnTo>
                      <a:pt x="6121146" y="3328670"/>
                    </a:lnTo>
                    <a:lnTo>
                      <a:pt x="6121146" y="3339211"/>
                    </a:lnTo>
                    <a:lnTo>
                      <a:pt x="6125463" y="3343402"/>
                    </a:lnTo>
                    <a:lnTo>
                      <a:pt x="6135878" y="3343402"/>
                    </a:lnTo>
                    <a:lnTo>
                      <a:pt x="6140196" y="3339211"/>
                    </a:lnTo>
                    <a:lnTo>
                      <a:pt x="6140196" y="3328670"/>
                    </a:lnTo>
                    <a:lnTo>
                      <a:pt x="6135878" y="3324352"/>
                    </a:lnTo>
                    <a:close/>
                  </a:path>
                  <a:path w="6140450" h="4159885">
                    <a:moveTo>
                      <a:pt x="6135878" y="3362452"/>
                    </a:moveTo>
                    <a:lnTo>
                      <a:pt x="6125463" y="3362452"/>
                    </a:lnTo>
                    <a:lnTo>
                      <a:pt x="6121146" y="3366770"/>
                    </a:lnTo>
                    <a:lnTo>
                      <a:pt x="6121146" y="3377311"/>
                    </a:lnTo>
                    <a:lnTo>
                      <a:pt x="6125463" y="3381629"/>
                    </a:lnTo>
                    <a:lnTo>
                      <a:pt x="6135878" y="3381629"/>
                    </a:lnTo>
                    <a:lnTo>
                      <a:pt x="6140196" y="3377311"/>
                    </a:lnTo>
                    <a:lnTo>
                      <a:pt x="6140196" y="3372104"/>
                    </a:lnTo>
                    <a:lnTo>
                      <a:pt x="6127496" y="3372104"/>
                    </a:lnTo>
                    <a:lnTo>
                      <a:pt x="6140196" y="3371977"/>
                    </a:lnTo>
                    <a:lnTo>
                      <a:pt x="6140196" y="3366770"/>
                    </a:lnTo>
                    <a:lnTo>
                      <a:pt x="6135878" y="3362452"/>
                    </a:lnTo>
                    <a:close/>
                  </a:path>
                  <a:path w="6140450" h="4159885">
                    <a:moveTo>
                      <a:pt x="6140196" y="3371977"/>
                    </a:moveTo>
                    <a:lnTo>
                      <a:pt x="6133846" y="3371977"/>
                    </a:lnTo>
                    <a:lnTo>
                      <a:pt x="6140196" y="3372104"/>
                    </a:lnTo>
                    <a:close/>
                  </a:path>
                  <a:path w="6140450" h="4159885">
                    <a:moveTo>
                      <a:pt x="6135878" y="3400679"/>
                    </a:moveTo>
                    <a:lnTo>
                      <a:pt x="6125463" y="3400679"/>
                    </a:lnTo>
                    <a:lnTo>
                      <a:pt x="6121146" y="3404870"/>
                    </a:lnTo>
                    <a:lnTo>
                      <a:pt x="6121146" y="3415411"/>
                    </a:lnTo>
                    <a:lnTo>
                      <a:pt x="6125463" y="3419729"/>
                    </a:lnTo>
                    <a:lnTo>
                      <a:pt x="6135878" y="3419729"/>
                    </a:lnTo>
                    <a:lnTo>
                      <a:pt x="6140196" y="3415411"/>
                    </a:lnTo>
                    <a:lnTo>
                      <a:pt x="6140196" y="3404870"/>
                    </a:lnTo>
                    <a:lnTo>
                      <a:pt x="6135878" y="3400679"/>
                    </a:lnTo>
                    <a:close/>
                  </a:path>
                  <a:path w="6140450" h="4159885">
                    <a:moveTo>
                      <a:pt x="6135878" y="3438779"/>
                    </a:moveTo>
                    <a:lnTo>
                      <a:pt x="6125463" y="3438779"/>
                    </a:lnTo>
                    <a:lnTo>
                      <a:pt x="6121146" y="3442970"/>
                    </a:lnTo>
                    <a:lnTo>
                      <a:pt x="6121146" y="3453511"/>
                    </a:lnTo>
                    <a:lnTo>
                      <a:pt x="6125463" y="3457829"/>
                    </a:lnTo>
                    <a:lnTo>
                      <a:pt x="6135878" y="3457829"/>
                    </a:lnTo>
                    <a:lnTo>
                      <a:pt x="6140196" y="3453511"/>
                    </a:lnTo>
                    <a:lnTo>
                      <a:pt x="6140196" y="3442970"/>
                    </a:lnTo>
                    <a:lnTo>
                      <a:pt x="6135878" y="3438779"/>
                    </a:lnTo>
                    <a:close/>
                  </a:path>
                  <a:path w="6140450" h="4159885">
                    <a:moveTo>
                      <a:pt x="6135878" y="3476879"/>
                    </a:moveTo>
                    <a:lnTo>
                      <a:pt x="6125463" y="3476879"/>
                    </a:lnTo>
                    <a:lnTo>
                      <a:pt x="6121146" y="3481070"/>
                    </a:lnTo>
                    <a:lnTo>
                      <a:pt x="6121146" y="3491611"/>
                    </a:lnTo>
                    <a:lnTo>
                      <a:pt x="6125463" y="3495929"/>
                    </a:lnTo>
                    <a:lnTo>
                      <a:pt x="6135878" y="3495929"/>
                    </a:lnTo>
                    <a:lnTo>
                      <a:pt x="6140196" y="3491611"/>
                    </a:lnTo>
                    <a:lnTo>
                      <a:pt x="6140196" y="3481070"/>
                    </a:lnTo>
                    <a:lnTo>
                      <a:pt x="6135878" y="3476879"/>
                    </a:lnTo>
                    <a:close/>
                  </a:path>
                  <a:path w="6140450" h="4159885">
                    <a:moveTo>
                      <a:pt x="6135878" y="3514979"/>
                    </a:moveTo>
                    <a:lnTo>
                      <a:pt x="6125463" y="3514979"/>
                    </a:lnTo>
                    <a:lnTo>
                      <a:pt x="6121146" y="3519246"/>
                    </a:lnTo>
                    <a:lnTo>
                      <a:pt x="6121146" y="3529787"/>
                    </a:lnTo>
                    <a:lnTo>
                      <a:pt x="6125463" y="3534054"/>
                    </a:lnTo>
                    <a:lnTo>
                      <a:pt x="6135878" y="3534054"/>
                    </a:lnTo>
                    <a:lnTo>
                      <a:pt x="6140196" y="3529787"/>
                    </a:lnTo>
                    <a:lnTo>
                      <a:pt x="6140196" y="3519246"/>
                    </a:lnTo>
                    <a:lnTo>
                      <a:pt x="6135878" y="3514979"/>
                    </a:lnTo>
                    <a:close/>
                  </a:path>
                  <a:path w="6140450" h="4159885">
                    <a:moveTo>
                      <a:pt x="6135878" y="3553104"/>
                    </a:moveTo>
                    <a:lnTo>
                      <a:pt x="6125463" y="3553104"/>
                    </a:lnTo>
                    <a:lnTo>
                      <a:pt x="6121146" y="3557371"/>
                    </a:lnTo>
                    <a:lnTo>
                      <a:pt x="6121146" y="3567912"/>
                    </a:lnTo>
                    <a:lnTo>
                      <a:pt x="6125463" y="3572167"/>
                    </a:lnTo>
                    <a:lnTo>
                      <a:pt x="6135878" y="3572167"/>
                    </a:lnTo>
                    <a:lnTo>
                      <a:pt x="6140196" y="3567912"/>
                    </a:lnTo>
                    <a:lnTo>
                      <a:pt x="6140196" y="3557371"/>
                    </a:lnTo>
                    <a:lnTo>
                      <a:pt x="6135878" y="3553104"/>
                    </a:lnTo>
                    <a:close/>
                  </a:path>
                  <a:path w="6140450" h="4159885">
                    <a:moveTo>
                      <a:pt x="6135878" y="3591217"/>
                    </a:moveTo>
                    <a:lnTo>
                      <a:pt x="6125463" y="3591217"/>
                    </a:lnTo>
                    <a:lnTo>
                      <a:pt x="6121146" y="3595484"/>
                    </a:lnTo>
                    <a:lnTo>
                      <a:pt x="6121146" y="3606025"/>
                    </a:lnTo>
                    <a:lnTo>
                      <a:pt x="6125463" y="3610292"/>
                    </a:lnTo>
                    <a:lnTo>
                      <a:pt x="6135878" y="3610292"/>
                    </a:lnTo>
                    <a:lnTo>
                      <a:pt x="6140196" y="3606025"/>
                    </a:lnTo>
                    <a:lnTo>
                      <a:pt x="6140196" y="3595484"/>
                    </a:lnTo>
                    <a:lnTo>
                      <a:pt x="6135878" y="3591217"/>
                    </a:lnTo>
                    <a:close/>
                  </a:path>
                  <a:path w="6140450" h="4159885">
                    <a:moveTo>
                      <a:pt x="6135878" y="3629342"/>
                    </a:moveTo>
                    <a:lnTo>
                      <a:pt x="6125463" y="3629342"/>
                    </a:lnTo>
                    <a:lnTo>
                      <a:pt x="6121146" y="3633609"/>
                    </a:lnTo>
                    <a:lnTo>
                      <a:pt x="6121146" y="3644150"/>
                    </a:lnTo>
                    <a:lnTo>
                      <a:pt x="6125463" y="3648405"/>
                    </a:lnTo>
                    <a:lnTo>
                      <a:pt x="6135878" y="3648405"/>
                    </a:lnTo>
                    <a:lnTo>
                      <a:pt x="6140196" y="3644150"/>
                    </a:lnTo>
                    <a:lnTo>
                      <a:pt x="6140196" y="3633609"/>
                    </a:lnTo>
                    <a:lnTo>
                      <a:pt x="6135878" y="3629342"/>
                    </a:lnTo>
                    <a:close/>
                  </a:path>
                  <a:path w="6140450" h="4159885">
                    <a:moveTo>
                      <a:pt x="6135878" y="3667455"/>
                    </a:moveTo>
                    <a:lnTo>
                      <a:pt x="6125463" y="3667455"/>
                    </a:lnTo>
                    <a:lnTo>
                      <a:pt x="6121146" y="3671722"/>
                    </a:lnTo>
                    <a:lnTo>
                      <a:pt x="6121146" y="3682263"/>
                    </a:lnTo>
                    <a:lnTo>
                      <a:pt x="6125463" y="3686530"/>
                    </a:lnTo>
                    <a:lnTo>
                      <a:pt x="6135878" y="3686530"/>
                    </a:lnTo>
                    <a:lnTo>
                      <a:pt x="6140196" y="3682263"/>
                    </a:lnTo>
                    <a:lnTo>
                      <a:pt x="6140196" y="3671722"/>
                    </a:lnTo>
                    <a:lnTo>
                      <a:pt x="6135878" y="3667455"/>
                    </a:lnTo>
                    <a:close/>
                  </a:path>
                  <a:path w="6140450" h="4159885">
                    <a:moveTo>
                      <a:pt x="6135878" y="3705580"/>
                    </a:moveTo>
                    <a:lnTo>
                      <a:pt x="6125463" y="3705580"/>
                    </a:lnTo>
                    <a:lnTo>
                      <a:pt x="6121146" y="3709847"/>
                    </a:lnTo>
                    <a:lnTo>
                      <a:pt x="6121146" y="3720388"/>
                    </a:lnTo>
                    <a:lnTo>
                      <a:pt x="6125463" y="3724643"/>
                    </a:lnTo>
                    <a:lnTo>
                      <a:pt x="6135878" y="3724643"/>
                    </a:lnTo>
                    <a:lnTo>
                      <a:pt x="6140196" y="3720388"/>
                    </a:lnTo>
                    <a:lnTo>
                      <a:pt x="6140196" y="3709847"/>
                    </a:lnTo>
                    <a:lnTo>
                      <a:pt x="6135878" y="3705580"/>
                    </a:lnTo>
                    <a:close/>
                  </a:path>
                  <a:path w="6140450" h="4159885">
                    <a:moveTo>
                      <a:pt x="6135878" y="3743705"/>
                    </a:moveTo>
                    <a:lnTo>
                      <a:pt x="6125463" y="3743705"/>
                    </a:lnTo>
                    <a:lnTo>
                      <a:pt x="6121146" y="3747960"/>
                    </a:lnTo>
                    <a:lnTo>
                      <a:pt x="6121146" y="3758501"/>
                    </a:lnTo>
                    <a:lnTo>
                      <a:pt x="6125463" y="3762768"/>
                    </a:lnTo>
                    <a:lnTo>
                      <a:pt x="6135878" y="3762768"/>
                    </a:lnTo>
                    <a:lnTo>
                      <a:pt x="6140196" y="3758501"/>
                    </a:lnTo>
                    <a:lnTo>
                      <a:pt x="6140196" y="3747960"/>
                    </a:lnTo>
                    <a:lnTo>
                      <a:pt x="6135878" y="3743705"/>
                    </a:lnTo>
                    <a:close/>
                  </a:path>
                  <a:path w="6140450" h="4159885">
                    <a:moveTo>
                      <a:pt x="6135878" y="3781818"/>
                    </a:moveTo>
                    <a:lnTo>
                      <a:pt x="6125463" y="3781818"/>
                    </a:lnTo>
                    <a:lnTo>
                      <a:pt x="6121146" y="3786085"/>
                    </a:lnTo>
                    <a:lnTo>
                      <a:pt x="6121146" y="3796626"/>
                    </a:lnTo>
                    <a:lnTo>
                      <a:pt x="6125463" y="3800894"/>
                    </a:lnTo>
                    <a:lnTo>
                      <a:pt x="6135878" y="3800894"/>
                    </a:lnTo>
                    <a:lnTo>
                      <a:pt x="6140196" y="3796626"/>
                    </a:lnTo>
                    <a:lnTo>
                      <a:pt x="6140196" y="3786085"/>
                    </a:lnTo>
                    <a:lnTo>
                      <a:pt x="6135878" y="3781818"/>
                    </a:lnTo>
                    <a:close/>
                  </a:path>
                  <a:path w="6140450" h="4159885">
                    <a:moveTo>
                      <a:pt x="6135878" y="3819944"/>
                    </a:moveTo>
                    <a:lnTo>
                      <a:pt x="6125463" y="3819944"/>
                    </a:lnTo>
                    <a:lnTo>
                      <a:pt x="6121146" y="3824198"/>
                    </a:lnTo>
                    <a:lnTo>
                      <a:pt x="6121146" y="3834739"/>
                    </a:lnTo>
                    <a:lnTo>
                      <a:pt x="6125463" y="3839006"/>
                    </a:lnTo>
                    <a:lnTo>
                      <a:pt x="6135878" y="3839006"/>
                    </a:lnTo>
                    <a:lnTo>
                      <a:pt x="6140196" y="3834739"/>
                    </a:lnTo>
                    <a:lnTo>
                      <a:pt x="6140196" y="3824198"/>
                    </a:lnTo>
                    <a:lnTo>
                      <a:pt x="6135878" y="3819944"/>
                    </a:lnTo>
                    <a:close/>
                  </a:path>
                  <a:path w="6140450" h="4159885">
                    <a:moveTo>
                      <a:pt x="6135878" y="3858056"/>
                    </a:moveTo>
                    <a:lnTo>
                      <a:pt x="6125463" y="3858056"/>
                    </a:lnTo>
                    <a:lnTo>
                      <a:pt x="6121146" y="3862324"/>
                    </a:lnTo>
                    <a:lnTo>
                      <a:pt x="6121146" y="3872865"/>
                    </a:lnTo>
                    <a:lnTo>
                      <a:pt x="6125463" y="3877132"/>
                    </a:lnTo>
                    <a:lnTo>
                      <a:pt x="6135878" y="3877132"/>
                    </a:lnTo>
                    <a:lnTo>
                      <a:pt x="6140196" y="3872865"/>
                    </a:lnTo>
                    <a:lnTo>
                      <a:pt x="6140196" y="3862324"/>
                    </a:lnTo>
                    <a:lnTo>
                      <a:pt x="6135878" y="3858056"/>
                    </a:lnTo>
                    <a:close/>
                  </a:path>
                  <a:path w="6140450" h="4159885">
                    <a:moveTo>
                      <a:pt x="6135878" y="3896182"/>
                    </a:moveTo>
                    <a:lnTo>
                      <a:pt x="6125463" y="3896182"/>
                    </a:lnTo>
                    <a:lnTo>
                      <a:pt x="6121146" y="3900436"/>
                    </a:lnTo>
                    <a:lnTo>
                      <a:pt x="6121146" y="3910977"/>
                    </a:lnTo>
                    <a:lnTo>
                      <a:pt x="6125463" y="3915244"/>
                    </a:lnTo>
                    <a:lnTo>
                      <a:pt x="6135878" y="3915244"/>
                    </a:lnTo>
                    <a:lnTo>
                      <a:pt x="6140196" y="3910977"/>
                    </a:lnTo>
                    <a:lnTo>
                      <a:pt x="6140196" y="3900436"/>
                    </a:lnTo>
                    <a:lnTo>
                      <a:pt x="6135878" y="3896182"/>
                    </a:lnTo>
                    <a:close/>
                  </a:path>
                  <a:path w="6140450" h="4159885">
                    <a:moveTo>
                      <a:pt x="6135878" y="3934294"/>
                    </a:moveTo>
                    <a:lnTo>
                      <a:pt x="6125463" y="3934294"/>
                    </a:lnTo>
                    <a:lnTo>
                      <a:pt x="6121146" y="3938562"/>
                    </a:lnTo>
                    <a:lnTo>
                      <a:pt x="6121146" y="3949103"/>
                    </a:lnTo>
                    <a:lnTo>
                      <a:pt x="6125463" y="3953370"/>
                    </a:lnTo>
                    <a:lnTo>
                      <a:pt x="6135878" y="3953370"/>
                    </a:lnTo>
                    <a:lnTo>
                      <a:pt x="6140196" y="3949103"/>
                    </a:lnTo>
                    <a:lnTo>
                      <a:pt x="6140196" y="3938562"/>
                    </a:lnTo>
                    <a:lnTo>
                      <a:pt x="6135878" y="3934294"/>
                    </a:lnTo>
                    <a:close/>
                  </a:path>
                  <a:path w="6140450" h="4159885">
                    <a:moveTo>
                      <a:pt x="6135878" y="3972420"/>
                    </a:moveTo>
                    <a:lnTo>
                      <a:pt x="6125463" y="3972420"/>
                    </a:lnTo>
                    <a:lnTo>
                      <a:pt x="6121146" y="3976687"/>
                    </a:lnTo>
                    <a:lnTo>
                      <a:pt x="6121146" y="3987215"/>
                    </a:lnTo>
                    <a:lnTo>
                      <a:pt x="6125463" y="3991483"/>
                    </a:lnTo>
                    <a:lnTo>
                      <a:pt x="6135878" y="3991483"/>
                    </a:lnTo>
                    <a:lnTo>
                      <a:pt x="6140196" y="3987215"/>
                    </a:lnTo>
                    <a:lnTo>
                      <a:pt x="6140196" y="3976687"/>
                    </a:lnTo>
                    <a:lnTo>
                      <a:pt x="6135878" y="3972420"/>
                    </a:lnTo>
                    <a:close/>
                  </a:path>
                  <a:path w="6140450" h="4159885">
                    <a:moveTo>
                      <a:pt x="6120510" y="4019562"/>
                    </a:moveTo>
                    <a:lnTo>
                      <a:pt x="6120257" y="4024820"/>
                    </a:lnTo>
                    <a:lnTo>
                      <a:pt x="6124321" y="4029303"/>
                    </a:lnTo>
                    <a:lnTo>
                      <a:pt x="6134861" y="4029849"/>
                    </a:lnTo>
                    <a:lnTo>
                      <a:pt x="6139307" y="4025823"/>
                    </a:lnTo>
                    <a:lnTo>
                      <a:pt x="6139560" y="4020566"/>
                    </a:lnTo>
                    <a:lnTo>
                      <a:pt x="6120510" y="4019562"/>
                    </a:lnTo>
                    <a:close/>
                  </a:path>
                  <a:path w="6140450" h="4159885">
                    <a:moveTo>
                      <a:pt x="6125336" y="4010253"/>
                    </a:moveTo>
                    <a:lnTo>
                      <a:pt x="6120764" y="4014292"/>
                    </a:lnTo>
                    <a:lnTo>
                      <a:pt x="6120510" y="4019562"/>
                    </a:lnTo>
                    <a:lnTo>
                      <a:pt x="6140049" y="4020566"/>
                    </a:lnTo>
                    <a:lnTo>
                      <a:pt x="6139559" y="4020566"/>
                    </a:lnTo>
                    <a:lnTo>
                      <a:pt x="6139814" y="4015295"/>
                    </a:lnTo>
                    <a:lnTo>
                      <a:pt x="6135751" y="4010812"/>
                    </a:lnTo>
                    <a:lnTo>
                      <a:pt x="6125336" y="4010253"/>
                    </a:lnTo>
                    <a:close/>
                  </a:path>
                  <a:path w="6140450" h="4159885">
                    <a:moveTo>
                      <a:pt x="6113018" y="4053662"/>
                    </a:moveTo>
                    <a:lnTo>
                      <a:pt x="6111202" y="4058323"/>
                    </a:lnTo>
                    <a:lnTo>
                      <a:pt x="6111112" y="4058551"/>
                    </a:lnTo>
                    <a:lnTo>
                      <a:pt x="6113526" y="4064088"/>
                    </a:lnTo>
                    <a:lnTo>
                      <a:pt x="6118479" y="4066019"/>
                    </a:lnTo>
                    <a:lnTo>
                      <a:pt x="6123305" y="4067949"/>
                    </a:lnTo>
                    <a:lnTo>
                      <a:pt x="6128893" y="4065536"/>
                    </a:lnTo>
                    <a:lnTo>
                      <a:pt x="6130798" y="4060647"/>
                    </a:lnTo>
                    <a:lnTo>
                      <a:pt x="6125464" y="4058551"/>
                    </a:lnTo>
                    <a:lnTo>
                      <a:pt x="6124829" y="4058323"/>
                    </a:lnTo>
                    <a:lnTo>
                      <a:pt x="6113018" y="4053662"/>
                    </a:lnTo>
                    <a:close/>
                  </a:path>
                  <a:path w="6140450" h="4159885">
                    <a:moveTo>
                      <a:pt x="6120510" y="4046347"/>
                    </a:moveTo>
                    <a:lnTo>
                      <a:pt x="6114923" y="4048747"/>
                    </a:lnTo>
                    <a:lnTo>
                      <a:pt x="6113018" y="4053662"/>
                    </a:lnTo>
                    <a:lnTo>
                      <a:pt x="6124925" y="4058323"/>
                    </a:lnTo>
                    <a:lnTo>
                      <a:pt x="6125419" y="4058551"/>
                    </a:lnTo>
                    <a:lnTo>
                      <a:pt x="6130830" y="4060647"/>
                    </a:lnTo>
                    <a:lnTo>
                      <a:pt x="6131607" y="4058551"/>
                    </a:lnTo>
                    <a:lnTo>
                      <a:pt x="6132609" y="4055973"/>
                    </a:lnTo>
                    <a:lnTo>
                      <a:pt x="6132703" y="4055732"/>
                    </a:lnTo>
                    <a:lnTo>
                      <a:pt x="6130289" y="4050207"/>
                    </a:lnTo>
                    <a:lnTo>
                      <a:pt x="6125463" y="4048277"/>
                    </a:lnTo>
                    <a:lnTo>
                      <a:pt x="6120510" y="4046347"/>
                    </a:lnTo>
                    <a:close/>
                  </a:path>
                  <a:path w="6140450" h="4159885">
                    <a:moveTo>
                      <a:pt x="6096634" y="4085031"/>
                    </a:moveTo>
                    <a:lnTo>
                      <a:pt x="6093459" y="4089222"/>
                    </a:lnTo>
                    <a:lnTo>
                      <a:pt x="6094222" y="4095203"/>
                    </a:lnTo>
                    <a:lnTo>
                      <a:pt x="6098539" y="4098366"/>
                    </a:lnTo>
                    <a:lnTo>
                      <a:pt x="6102731" y="4101541"/>
                    </a:lnTo>
                    <a:lnTo>
                      <a:pt x="6108700" y="4100703"/>
                    </a:lnTo>
                    <a:lnTo>
                      <a:pt x="6111875" y="4096499"/>
                    </a:lnTo>
                    <a:lnTo>
                      <a:pt x="6096634" y="4085031"/>
                    </a:lnTo>
                    <a:close/>
                  </a:path>
                  <a:path w="6140450" h="4159885">
                    <a:moveTo>
                      <a:pt x="6105779" y="4079976"/>
                    </a:moveTo>
                    <a:lnTo>
                      <a:pt x="6099809" y="4080814"/>
                    </a:lnTo>
                    <a:lnTo>
                      <a:pt x="6096651" y="4085031"/>
                    </a:lnTo>
                    <a:lnTo>
                      <a:pt x="6111891" y="4096499"/>
                    </a:lnTo>
                    <a:lnTo>
                      <a:pt x="6112843" y="4095203"/>
                    </a:lnTo>
                    <a:lnTo>
                      <a:pt x="6115050" y="4092282"/>
                    </a:lnTo>
                    <a:lnTo>
                      <a:pt x="6114160" y="4086313"/>
                    </a:lnTo>
                    <a:lnTo>
                      <a:pt x="6105779" y="4079976"/>
                    </a:lnTo>
                    <a:close/>
                  </a:path>
                  <a:path w="6140450" h="4159885">
                    <a:moveTo>
                      <a:pt x="6072632" y="4110799"/>
                    </a:moveTo>
                    <a:lnTo>
                      <a:pt x="6068440" y="4113885"/>
                    </a:lnTo>
                    <a:lnTo>
                      <a:pt x="6067425" y="4119841"/>
                    </a:lnTo>
                    <a:lnTo>
                      <a:pt x="6070600" y="4124096"/>
                    </a:lnTo>
                    <a:lnTo>
                      <a:pt x="6073648" y="4128363"/>
                    </a:lnTo>
                    <a:lnTo>
                      <a:pt x="6079617" y="4129303"/>
                    </a:lnTo>
                    <a:lnTo>
                      <a:pt x="6083808" y="4126217"/>
                    </a:lnTo>
                    <a:lnTo>
                      <a:pt x="6072632" y="4110799"/>
                    </a:lnTo>
                    <a:close/>
                  </a:path>
                  <a:path w="6140450" h="4159885">
                    <a:moveTo>
                      <a:pt x="6076950" y="4107700"/>
                    </a:moveTo>
                    <a:lnTo>
                      <a:pt x="6072632" y="4110799"/>
                    </a:lnTo>
                    <a:lnTo>
                      <a:pt x="6074923" y="4113885"/>
                    </a:lnTo>
                    <a:lnTo>
                      <a:pt x="6076360" y="4115930"/>
                    </a:lnTo>
                    <a:lnTo>
                      <a:pt x="6079195" y="4119841"/>
                    </a:lnTo>
                    <a:lnTo>
                      <a:pt x="6080125" y="4121073"/>
                    </a:lnTo>
                    <a:lnTo>
                      <a:pt x="6083817" y="4126217"/>
                    </a:lnTo>
                    <a:lnTo>
                      <a:pt x="6088126" y="4123118"/>
                    </a:lnTo>
                    <a:lnTo>
                      <a:pt x="6089014" y="4117162"/>
                    </a:lnTo>
                    <a:lnTo>
                      <a:pt x="6082919" y="4108640"/>
                    </a:lnTo>
                    <a:lnTo>
                      <a:pt x="6076950" y="4107700"/>
                    </a:lnTo>
                    <a:close/>
                  </a:path>
                  <a:path w="6140450" h="4159885">
                    <a:moveTo>
                      <a:pt x="6041771" y="4129646"/>
                    </a:moveTo>
                    <a:lnTo>
                      <a:pt x="6036945" y="4131894"/>
                    </a:lnTo>
                    <a:lnTo>
                      <a:pt x="6034912" y="4137571"/>
                    </a:lnTo>
                    <a:lnTo>
                      <a:pt x="6037199" y="4142320"/>
                    </a:lnTo>
                    <a:lnTo>
                      <a:pt x="6039265" y="4146880"/>
                    </a:lnTo>
                    <a:lnTo>
                      <a:pt x="6039358" y="4147083"/>
                    </a:lnTo>
                    <a:lnTo>
                      <a:pt x="6045073" y="4149128"/>
                    </a:lnTo>
                    <a:lnTo>
                      <a:pt x="6049899" y="4146880"/>
                    </a:lnTo>
                    <a:lnTo>
                      <a:pt x="6048838" y="4144632"/>
                    </a:lnTo>
                    <a:lnTo>
                      <a:pt x="6047105" y="4141139"/>
                    </a:lnTo>
                    <a:lnTo>
                      <a:pt x="6046161" y="4138955"/>
                    </a:lnTo>
                    <a:lnTo>
                      <a:pt x="6044478" y="4135386"/>
                    </a:lnTo>
                    <a:lnTo>
                      <a:pt x="6043883" y="4134192"/>
                    </a:lnTo>
                    <a:lnTo>
                      <a:pt x="6041771" y="4129646"/>
                    </a:lnTo>
                    <a:close/>
                  </a:path>
                  <a:path w="6140450" h="4159885">
                    <a:moveTo>
                      <a:pt x="6046470" y="4127398"/>
                    </a:moveTo>
                    <a:lnTo>
                      <a:pt x="6041771" y="4129646"/>
                    </a:lnTo>
                    <a:lnTo>
                      <a:pt x="6047753" y="4142320"/>
                    </a:lnTo>
                    <a:lnTo>
                      <a:pt x="6048808" y="4144632"/>
                    </a:lnTo>
                    <a:lnTo>
                      <a:pt x="6049905" y="4146880"/>
                    </a:lnTo>
                    <a:lnTo>
                      <a:pt x="6054598" y="4144632"/>
                    </a:lnTo>
                    <a:lnTo>
                      <a:pt x="6056630" y="4138955"/>
                    </a:lnTo>
                    <a:lnTo>
                      <a:pt x="6054471" y="4134192"/>
                    </a:lnTo>
                    <a:lnTo>
                      <a:pt x="6052288" y="4129646"/>
                    </a:lnTo>
                    <a:lnTo>
                      <a:pt x="6052184" y="4129430"/>
                    </a:lnTo>
                    <a:lnTo>
                      <a:pt x="6046470" y="4127398"/>
                    </a:lnTo>
                    <a:close/>
                  </a:path>
                  <a:path w="6140450" h="4159885">
                    <a:moveTo>
                      <a:pt x="6007861" y="4139171"/>
                    </a:moveTo>
                    <a:lnTo>
                      <a:pt x="6002655" y="4139933"/>
                    </a:lnTo>
                    <a:lnTo>
                      <a:pt x="5999099" y="4144759"/>
                    </a:lnTo>
                    <a:lnTo>
                      <a:pt x="6000623" y="4155173"/>
                    </a:lnTo>
                    <a:lnTo>
                      <a:pt x="6005449" y="4158780"/>
                    </a:lnTo>
                    <a:lnTo>
                      <a:pt x="6010656" y="4158030"/>
                    </a:lnTo>
                    <a:lnTo>
                      <a:pt x="6009752" y="4152442"/>
                    </a:lnTo>
                    <a:lnTo>
                      <a:pt x="6009639" y="4151744"/>
                    </a:lnTo>
                    <a:lnTo>
                      <a:pt x="6008793" y="4145457"/>
                    </a:lnTo>
                    <a:lnTo>
                      <a:pt x="6008652" y="4144759"/>
                    </a:lnTo>
                    <a:lnTo>
                      <a:pt x="6007969" y="4139933"/>
                    </a:lnTo>
                    <a:lnTo>
                      <a:pt x="6007861" y="4139171"/>
                    </a:lnTo>
                    <a:close/>
                  </a:path>
                  <a:path w="6140450" h="4159885">
                    <a:moveTo>
                      <a:pt x="6013069" y="4138422"/>
                    </a:moveTo>
                    <a:lnTo>
                      <a:pt x="6007861" y="4139171"/>
                    </a:lnTo>
                    <a:lnTo>
                      <a:pt x="6008689" y="4144759"/>
                    </a:lnTo>
                    <a:lnTo>
                      <a:pt x="6009767" y="4151744"/>
                    </a:lnTo>
                    <a:lnTo>
                      <a:pt x="6010543" y="4157268"/>
                    </a:lnTo>
                    <a:lnTo>
                      <a:pt x="6010656" y="4158030"/>
                    </a:lnTo>
                    <a:lnTo>
                      <a:pt x="6015862" y="4157268"/>
                    </a:lnTo>
                    <a:lnTo>
                      <a:pt x="6019419" y="4152442"/>
                    </a:lnTo>
                    <a:lnTo>
                      <a:pt x="6017895" y="4142028"/>
                    </a:lnTo>
                    <a:lnTo>
                      <a:pt x="6013069" y="4138422"/>
                    </a:lnTo>
                    <a:close/>
                  </a:path>
                  <a:path w="6140450" h="4159885">
                    <a:moveTo>
                      <a:pt x="5971158" y="4140708"/>
                    </a:moveTo>
                    <a:lnTo>
                      <a:pt x="5965952" y="4140708"/>
                    </a:lnTo>
                    <a:lnTo>
                      <a:pt x="5961633" y="4144975"/>
                    </a:lnTo>
                    <a:lnTo>
                      <a:pt x="5961633" y="4155490"/>
                    </a:lnTo>
                    <a:lnTo>
                      <a:pt x="5965952" y="4159758"/>
                    </a:lnTo>
                    <a:lnTo>
                      <a:pt x="5971158" y="4159758"/>
                    </a:lnTo>
                    <a:lnTo>
                      <a:pt x="5971158" y="4140708"/>
                    </a:lnTo>
                    <a:close/>
                  </a:path>
                  <a:path w="6140450" h="4159885">
                    <a:moveTo>
                      <a:pt x="5976493" y="4140708"/>
                    </a:moveTo>
                    <a:lnTo>
                      <a:pt x="5971285" y="4140708"/>
                    </a:lnTo>
                    <a:lnTo>
                      <a:pt x="5971285" y="4159758"/>
                    </a:lnTo>
                    <a:lnTo>
                      <a:pt x="5976493" y="4159758"/>
                    </a:lnTo>
                    <a:lnTo>
                      <a:pt x="5980810" y="4155490"/>
                    </a:lnTo>
                    <a:lnTo>
                      <a:pt x="5980810" y="4144975"/>
                    </a:lnTo>
                    <a:lnTo>
                      <a:pt x="5976493" y="4140708"/>
                    </a:lnTo>
                    <a:close/>
                  </a:path>
                  <a:path w="6140450" h="4159885">
                    <a:moveTo>
                      <a:pt x="5933058" y="4140708"/>
                    </a:moveTo>
                    <a:lnTo>
                      <a:pt x="5927852" y="4140708"/>
                    </a:lnTo>
                    <a:lnTo>
                      <a:pt x="5923533" y="4144975"/>
                    </a:lnTo>
                    <a:lnTo>
                      <a:pt x="5923533" y="4155490"/>
                    </a:lnTo>
                    <a:lnTo>
                      <a:pt x="5927852" y="4159758"/>
                    </a:lnTo>
                    <a:lnTo>
                      <a:pt x="5933058" y="4159758"/>
                    </a:lnTo>
                    <a:lnTo>
                      <a:pt x="5933058" y="4140708"/>
                    </a:lnTo>
                    <a:close/>
                  </a:path>
                  <a:path w="6140450" h="4159885">
                    <a:moveTo>
                      <a:pt x="5938393" y="4140708"/>
                    </a:moveTo>
                    <a:lnTo>
                      <a:pt x="5933058" y="4140708"/>
                    </a:lnTo>
                    <a:lnTo>
                      <a:pt x="5933058" y="4159758"/>
                    </a:lnTo>
                    <a:lnTo>
                      <a:pt x="5938393" y="4159758"/>
                    </a:lnTo>
                    <a:lnTo>
                      <a:pt x="5942583" y="4155490"/>
                    </a:lnTo>
                    <a:lnTo>
                      <a:pt x="5942583" y="4144975"/>
                    </a:lnTo>
                    <a:lnTo>
                      <a:pt x="5938393" y="4140708"/>
                    </a:lnTo>
                    <a:close/>
                  </a:path>
                  <a:path w="6140450" h="4159885">
                    <a:moveTo>
                      <a:pt x="5894958" y="4140708"/>
                    </a:moveTo>
                    <a:lnTo>
                      <a:pt x="5889752" y="4140708"/>
                    </a:lnTo>
                    <a:lnTo>
                      <a:pt x="5885433" y="4144975"/>
                    </a:lnTo>
                    <a:lnTo>
                      <a:pt x="5885433" y="4155490"/>
                    </a:lnTo>
                    <a:lnTo>
                      <a:pt x="5889752" y="4159758"/>
                    </a:lnTo>
                    <a:lnTo>
                      <a:pt x="5894958" y="4159758"/>
                    </a:lnTo>
                    <a:lnTo>
                      <a:pt x="5894958" y="4140708"/>
                    </a:lnTo>
                    <a:close/>
                  </a:path>
                  <a:path w="6140450" h="4159885">
                    <a:moveTo>
                      <a:pt x="5900293" y="4140708"/>
                    </a:moveTo>
                    <a:lnTo>
                      <a:pt x="5894958" y="4140708"/>
                    </a:lnTo>
                    <a:lnTo>
                      <a:pt x="5894958" y="4159758"/>
                    </a:lnTo>
                    <a:lnTo>
                      <a:pt x="5900293" y="4159758"/>
                    </a:lnTo>
                    <a:lnTo>
                      <a:pt x="5904483" y="4155490"/>
                    </a:lnTo>
                    <a:lnTo>
                      <a:pt x="5904483" y="4144975"/>
                    </a:lnTo>
                    <a:lnTo>
                      <a:pt x="5900293" y="4140708"/>
                    </a:lnTo>
                    <a:close/>
                  </a:path>
                  <a:path w="6140450" h="4159885">
                    <a:moveTo>
                      <a:pt x="5856858" y="4140708"/>
                    </a:moveTo>
                    <a:lnTo>
                      <a:pt x="5851525" y="4140708"/>
                    </a:lnTo>
                    <a:lnTo>
                      <a:pt x="5847333" y="4144975"/>
                    </a:lnTo>
                    <a:lnTo>
                      <a:pt x="5847333" y="4155490"/>
                    </a:lnTo>
                    <a:lnTo>
                      <a:pt x="5851525" y="4159758"/>
                    </a:lnTo>
                    <a:lnTo>
                      <a:pt x="5856858" y="4159758"/>
                    </a:lnTo>
                    <a:lnTo>
                      <a:pt x="5856858" y="4140708"/>
                    </a:lnTo>
                    <a:close/>
                  </a:path>
                  <a:path w="6140450" h="4159885">
                    <a:moveTo>
                      <a:pt x="5862065" y="4140708"/>
                    </a:moveTo>
                    <a:lnTo>
                      <a:pt x="5856858" y="4140708"/>
                    </a:lnTo>
                    <a:lnTo>
                      <a:pt x="5856858" y="4159758"/>
                    </a:lnTo>
                    <a:lnTo>
                      <a:pt x="5862065" y="4159758"/>
                    </a:lnTo>
                    <a:lnTo>
                      <a:pt x="5866383" y="4155490"/>
                    </a:lnTo>
                    <a:lnTo>
                      <a:pt x="5866383" y="4144975"/>
                    </a:lnTo>
                    <a:lnTo>
                      <a:pt x="5862065" y="4140708"/>
                    </a:lnTo>
                    <a:close/>
                  </a:path>
                  <a:path w="6140450" h="4159885">
                    <a:moveTo>
                      <a:pt x="5818758" y="4140708"/>
                    </a:moveTo>
                    <a:lnTo>
                      <a:pt x="5813425" y="4140708"/>
                    </a:lnTo>
                    <a:lnTo>
                      <a:pt x="5809233" y="4144975"/>
                    </a:lnTo>
                    <a:lnTo>
                      <a:pt x="5809233" y="4155490"/>
                    </a:lnTo>
                    <a:lnTo>
                      <a:pt x="5813425" y="4159758"/>
                    </a:lnTo>
                    <a:lnTo>
                      <a:pt x="5818758" y="4159758"/>
                    </a:lnTo>
                    <a:lnTo>
                      <a:pt x="5818758" y="4140708"/>
                    </a:lnTo>
                    <a:close/>
                  </a:path>
                  <a:path w="6140450" h="4159885">
                    <a:moveTo>
                      <a:pt x="5823965" y="4140708"/>
                    </a:moveTo>
                    <a:lnTo>
                      <a:pt x="5818758" y="4140708"/>
                    </a:lnTo>
                    <a:lnTo>
                      <a:pt x="5818758" y="4159758"/>
                    </a:lnTo>
                    <a:lnTo>
                      <a:pt x="5823965" y="4159758"/>
                    </a:lnTo>
                    <a:lnTo>
                      <a:pt x="5828283" y="4155490"/>
                    </a:lnTo>
                    <a:lnTo>
                      <a:pt x="5828283" y="4144975"/>
                    </a:lnTo>
                    <a:lnTo>
                      <a:pt x="5823965" y="4140708"/>
                    </a:lnTo>
                    <a:close/>
                  </a:path>
                  <a:path w="6140450" h="4159885">
                    <a:moveTo>
                      <a:pt x="5780658" y="4140708"/>
                    </a:moveTo>
                    <a:lnTo>
                      <a:pt x="5775325" y="4140708"/>
                    </a:lnTo>
                    <a:lnTo>
                      <a:pt x="5771133" y="4144975"/>
                    </a:lnTo>
                    <a:lnTo>
                      <a:pt x="5771133" y="4155490"/>
                    </a:lnTo>
                    <a:lnTo>
                      <a:pt x="5775325" y="4159758"/>
                    </a:lnTo>
                    <a:lnTo>
                      <a:pt x="5780658" y="4159758"/>
                    </a:lnTo>
                    <a:lnTo>
                      <a:pt x="5780658" y="4140708"/>
                    </a:lnTo>
                    <a:close/>
                  </a:path>
                  <a:path w="6140450" h="4159885">
                    <a:moveTo>
                      <a:pt x="5785865" y="4140708"/>
                    </a:moveTo>
                    <a:lnTo>
                      <a:pt x="5780658" y="4140708"/>
                    </a:lnTo>
                    <a:lnTo>
                      <a:pt x="5780658" y="4159758"/>
                    </a:lnTo>
                    <a:lnTo>
                      <a:pt x="5785865" y="4159758"/>
                    </a:lnTo>
                    <a:lnTo>
                      <a:pt x="5790183" y="4155490"/>
                    </a:lnTo>
                    <a:lnTo>
                      <a:pt x="5790183" y="4144975"/>
                    </a:lnTo>
                    <a:lnTo>
                      <a:pt x="5785865" y="4140708"/>
                    </a:lnTo>
                    <a:close/>
                  </a:path>
                  <a:path w="6140450" h="4159885">
                    <a:moveTo>
                      <a:pt x="5742432" y="4140708"/>
                    </a:moveTo>
                    <a:lnTo>
                      <a:pt x="5737225" y="4140708"/>
                    </a:lnTo>
                    <a:lnTo>
                      <a:pt x="5732907" y="4144975"/>
                    </a:lnTo>
                    <a:lnTo>
                      <a:pt x="5732907" y="4155490"/>
                    </a:lnTo>
                    <a:lnTo>
                      <a:pt x="5737225" y="4159758"/>
                    </a:lnTo>
                    <a:lnTo>
                      <a:pt x="5742432" y="4159758"/>
                    </a:lnTo>
                    <a:lnTo>
                      <a:pt x="5742432" y="4140708"/>
                    </a:lnTo>
                    <a:close/>
                  </a:path>
                  <a:path w="6140450" h="4159885">
                    <a:moveTo>
                      <a:pt x="5747765" y="4140708"/>
                    </a:moveTo>
                    <a:lnTo>
                      <a:pt x="5742558" y="4140708"/>
                    </a:lnTo>
                    <a:lnTo>
                      <a:pt x="5742558" y="4159758"/>
                    </a:lnTo>
                    <a:lnTo>
                      <a:pt x="5747765" y="4159758"/>
                    </a:lnTo>
                    <a:lnTo>
                      <a:pt x="5752083" y="4155490"/>
                    </a:lnTo>
                    <a:lnTo>
                      <a:pt x="5752083" y="4144975"/>
                    </a:lnTo>
                    <a:lnTo>
                      <a:pt x="5747765" y="4140708"/>
                    </a:lnTo>
                    <a:close/>
                  </a:path>
                  <a:path w="6140450" h="4159885">
                    <a:moveTo>
                      <a:pt x="5704332" y="4140708"/>
                    </a:moveTo>
                    <a:lnTo>
                      <a:pt x="5699125" y="4140708"/>
                    </a:lnTo>
                    <a:lnTo>
                      <a:pt x="5694807" y="4144975"/>
                    </a:lnTo>
                    <a:lnTo>
                      <a:pt x="5694807" y="4155490"/>
                    </a:lnTo>
                    <a:lnTo>
                      <a:pt x="5699125" y="4159758"/>
                    </a:lnTo>
                    <a:lnTo>
                      <a:pt x="5704332" y="4159758"/>
                    </a:lnTo>
                    <a:lnTo>
                      <a:pt x="5704332" y="4140708"/>
                    </a:lnTo>
                    <a:close/>
                  </a:path>
                  <a:path w="6140450" h="4159885">
                    <a:moveTo>
                      <a:pt x="5709665" y="4140708"/>
                    </a:moveTo>
                    <a:lnTo>
                      <a:pt x="5704332" y="4140708"/>
                    </a:lnTo>
                    <a:lnTo>
                      <a:pt x="5704332" y="4159758"/>
                    </a:lnTo>
                    <a:lnTo>
                      <a:pt x="5709665" y="4159758"/>
                    </a:lnTo>
                    <a:lnTo>
                      <a:pt x="5713857" y="4155490"/>
                    </a:lnTo>
                    <a:lnTo>
                      <a:pt x="5713857" y="4144975"/>
                    </a:lnTo>
                    <a:lnTo>
                      <a:pt x="5709665" y="4140708"/>
                    </a:lnTo>
                    <a:close/>
                  </a:path>
                  <a:path w="6140450" h="4159885">
                    <a:moveTo>
                      <a:pt x="5666232" y="4140708"/>
                    </a:moveTo>
                    <a:lnTo>
                      <a:pt x="5661025" y="4140708"/>
                    </a:lnTo>
                    <a:lnTo>
                      <a:pt x="5656707" y="4144975"/>
                    </a:lnTo>
                    <a:lnTo>
                      <a:pt x="5656707" y="4155490"/>
                    </a:lnTo>
                    <a:lnTo>
                      <a:pt x="5661025" y="4159758"/>
                    </a:lnTo>
                    <a:lnTo>
                      <a:pt x="5666232" y="4159758"/>
                    </a:lnTo>
                    <a:lnTo>
                      <a:pt x="5666232" y="4140708"/>
                    </a:lnTo>
                    <a:close/>
                  </a:path>
                  <a:path w="6140450" h="4159885">
                    <a:moveTo>
                      <a:pt x="5671565" y="4140708"/>
                    </a:moveTo>
                    <a:lnTo>
                      <a:pt x="5666232" y="4140708"/>
                    </a:lnTo>
                    <a:lnTo>
                      <a:pt x="5666232" y="4159758"/>
                    </a:lnTo>
                    <a:lnTo>
                      <a:pt x="5671565" y="4159758"/>
                    </a:lnTo>
                    <a:lnTo>
                      <a:pt x="5675757" y="4155490"/>
                    </a:lnTo>
                    <a:lnTo>
                      <a:pt x="5675757" y="4144975"/>
                    </a:lnTo>
                    <a:lnTo>
                      <a:pt x="5671565" y="4140708"/>
                    </a:lnTo>
                    <a:close/>
                  </a:path>
                  <a:path w="6140450" h="4159885">
                    <a:moveTo>
                      <a:pt x="5628132" y="4140708"/>
                    </a:moveTo>
                    <a:lnTo>
                      <a:pt x="5622925" y="4140708"/>
                    </a:lnTo>
                    <a:lnTo>
                      <a:pt x="5618607" y="4144975"/>
                    </a:lnTo>
                    <a:lnTo>
                      <a:pt x="5618607" y="4155490"/>
                    </a:lnTo>
                    <a:lnTo>
                      <a:pt x="5622925" y="4159758"/>
                    </a:lnTo>
                    <a:lnTo>
                      <a:pt x="5628132" y="4159758"/>
                    </a:lnTo>
                    <a:lnTo>
                      <a:pt x="5628132" y="4140708"/>
                    </a:lnTo>
                    <a:close/>
                  </a:path>
                  <a:path w="6140450" h="4159885">
                    <a:moveTo>
                      <a:pt x="5633465" y="4140708"/>
                    </a:moveTo>
                    <a:lnTo>
                      <a:pt x="5628132" y="4140708"/>
                    </a:lnTo>
                    <a:lnTo>
                      <a:pt x="5628132" y="4159758"/>
                    </a:lnTo>
                    <a:lnTo>
                      <a:pt x="5633465" y="4159758"/>
                    </a:lnTo>
                    <a:lnTo>
                      <a:pt x="5637657" y="4155490"/>
                    </a:lnTo>
                    <a:lnTo>
                      <a:pt x="5637657" y="4144975"/>
                    </a:lnTo>
                    <a:lnTo>
                      <a:pt x="5633465" y="4140708"/>
                    </a:lnTo>
                    <a:close/>
                  </a:path>
                  <a:path w="6140450" h="4159885">
                    <a:moveTo>
                      <a:pt x="5590032" y="4140708"/>
                    </a:moveTo>
                    <a:lnTo>
                      <a:pt x="5584698" y="4140708"/>
                    </a:lnTo>
                    <a:lnTo>
                      <a:pt x="5580507" y="4144975"/>
                    </a:lnTo>
                    <a:lnTo>
                      <a:pt x="5580507" y="4155490"/>
                    </a:lnTo>
                    <a:lnTo>
                      <a:pt x="5584698" y="4159758"/>
                    </a:lnTo>
                    <a:lnTo>
                      <a:pt x="5590032" y="4159758"/>
                    </a:lnTo>
                    <a:lnTo>
                      <a:pt x="5590032" y="4140708"/>
                    </a:lnTo>
                    <a:close/>
                  </a:path>
                  <a:path w="6140450" h="4159885">
                    <a:moveTo>
                      <a:pt x="5595238" y="4140708"/>
                    </a:moveTo>
                    <a:lnTo>
                      <a:pt x="5590032" y="4140708"/>
                    </a:lnTo>
                    <a:lnTo>
                      <a:pt x="5590032" y="4159758"/>
                    </a:lnTo>
                    <a:lnTo>
                      <a:pt x="5595238" y="4159758"/>
                    </a:lnTo>
                    <a:lnTo>
                      <a:pt x="5599557" y="4155490"/>
                    </a:lnTo>
                    <a:lnTo>
                      <a:pt x="5599557" y="4144975"/>
                    </a:lnTo>
                    <a:lnTo>
                      <a:pt x="5595238" y="4140708"/>
                    </a:lnTo>
                    <a:close/>
                  </a:path>
                  <a:path w="6140450" h="4159885">
                    <a:moveTo>
                      <a:pt x="5551932" y="4140708"/>
                    </a:moveTo>
                    <a:lnTo>
                      <a:pt x="5546598" y="4140708"/>
                    </a:lnTo>
                    <a:lnTo>
                      <a:pt x="5542407" y="4144975"/>
                    </a:lnTo>
                    <a:lnTo>
                      <a:pt x="5542407" y="4155490"/>
                    </a:lnTo>
                    <a:lnTo>
                      <a:pt x="5546598" y="4159758"/>
                    </a:lnTo>
                    <a:lnTo>
                      <a:pt x="5551932" y="4159758"/>
                    </a:lnTo>
                    <a:lnTo>
                      <a:pt x="5551932" y="4140708"/>
                    </a:lnTo>
                    <a:close/>
                  </a:path>
                  <a:path w="6140450" h="4159885">
                    <a:moveTo>
                      <a:pt x="5557138" y="4140708"/>
                    </a:moveTo>
                    <a:lnTo>
                      <a:pt x="5551932" y="4140708"/>
                    </a:lnTo>
                    <a:lnTo>
                      <a:pt x="5551932" y="4159758"/>
                    </a:lnTo>
                    <a:lnTo>
                      <a:pt x="5557138" y="4159758"/>
                    </a:lnTo>
                    <a:lnTo>
                      <a:pt x="5561457" y="4155490"/>
                    </a:lnTo>
                    <a:lnTo>
                      <a:pt x="5561457" y="4144975"/>
                    </a:lnTo>
                    <a:lnTo>
                      <a:pt x="5557138" y="4140708"/>
                    </a:lnTo>
                    <a:close/>
                  </a:path>
                  <a:path w="6140450" h="4159885">
                    <a:moveTo>
                      <a:pt x="5513832" y="4140708"/>
                    </a:moveTo>
                    <a:lnTo>
                      <a:pt x="5508498" y="4140708"/>
                    </a:lnTo>
                    <a:lnTo>
                      <a:pt x="5504307" y="4144975"/>
                    </a:lnTo>
                    <a:lnTo>
                      <a:pt x="5504307" y="4155490"/>
                    </a:lnTo>
                    <a:lnTo>
                      <a:pt x="5508498" y="4159758"/>
                    </a:lnTo>
                    <a:lnTo>
                      <a:pt x="5513832" y="4159758"/>
                    </a:lnTo>
                    <a:lnTo>
                      <a:pt x="5513832" y="4140708"/>
                    </a:lnTo>
                    <a:close/>
                  </a:path>
                  <a:path w="6140450" h="4159885">
                    <a:moveTo>
                      <a:pt x="5519038" y="4140708"/>
                    </a:moveTo>
                    <a:lnTo>
                      <a:pt x="5513832" y="4140708"/>
                    </a:lnTo>
                    <a:lnTo>
                      <a:pt x="5513832" y="4159758"/>
                    </a:lnTo>
                    <a:lnTo>
                      <a:pt x="5519038" y="4159758"/>
                    </a:lnTo>
                    <a:lnTo>
                      <a:pt x="5523357" y="4155490"/>
                    </a:lnTo>
                    <a:lnTo>
                      <a:pt x="5523357" y="4144975"/>
                    </a:lnTo>
                    <a:lnTo>
                      <a:pt x="5519038" y="4140708"/>
                    </a:lnTo>
                    <a:close/>
                  </a:path>
                  <a:path w="6140450" h="4159885">
                    <a:moveTo>
                      <a:pt x="5475605" y="4140708"/>
                    </a:moveTo>
                    <a:lnTo>
                      <a:pt x="5470398" y="4140708"/>
                    </a:lnTo>
                    <a:lnTo>
                      <a:pt x="5466080" y="4144975"/>
                    </a:lnTo>
                    <a:lnTo>
                      <a:pt x="5466080" y="4155490"/>
                    </a:lnTo>
                    <a:lnTo>
                      <a:pt x="5470398" y="4159758"/>
                    </a:lnTo>
                    <a:lnTo>
                      <a:pt x="5475605" y="4159758"/>
                    </a:lnTo>
                    <a:lnTo>
                      <a:pt x="5475605" y="4140708"/>
                    </a:lnTo>
                    <a:close/>
                  </a:path>
                  <a:path w="6140450" h="4159885">
                    <a:moveTo>
                      <a:pt x="5480938" y="4140708"/>
                    </a:moveTo>
                    <a:lnTo>
                      <a:pt x="5475732" y="4140708"/>
                    </a:lnTo>
                    <a:lnTo>
                      <a:pt x="5475732" y="4159758"/>
                    </a:lnTo>
                    <a:lnTo>
                      <a:pt x="5480938" y="4159758"/>
                    </a:lnTo>
                    <a:lnTo>
                      <a:pt x="5485257" y="4155490"/>
                    </a:lnTo>
                    <a:lnTo>
                      <a:pt x="5485257" y="4144975"/>
                    </a:lnTo>
                    <a:lnTo>
                      <a:pt x="5480938" y="4140708"/>
                    </a:lnTo>
                    <a:close/>
                  </a:path>
                  <a:path w="6140450" h="4159885">
                    <a:moveTo>
                      <a:pt x="5437505" y="4140708"/>
                    </a:moveTo>
                    <a:lnTo>
                      <a:pt x="5432298" y="4140708"/>
                    </a:lnTo>
                    <a:lnTo>
                      <a:pt x="5427980" y="4144975"/>
                    </a:lnTo>
                    <a:lnTo>
                      <a:pt x="5427980" y="4155490"/>
                    </a:lnTo>
                    <a:lnTo>
                      <a:pt x="5432298" y="4159758"/>
                    </a:lnTo>
                    <a:lnTo>
                      <a:pt x="5437505" y="4159758"/>
                    </a:lnTo>
                    <a:lnTo>
                      <a:pt x="5437505" y="4140708"/>
                    </a:lnTo>
                    <a:close/>
                  </a:path>
                  <a:path w="6140450" h="4159885">
                    <a:moveTo>
                      <a:pt x="5442838" y="4140708"/>
                    </a:moveTo>
                    <a:lnTo>
                      <a:pt x="5437505" y="4140708"/>
                    </a:lnTo>
                    <a:lnTo>
                      <a:pt x="5437505" y="4159758"/>
                    </a:lnTo>
                    <a:lnTo>
                      <a:pt x="5442838" y="4159758"/>
                    </a:lnTo>
                    <a:lnTo>
                      <a:pt x="5447030" y="4155490"/>
                    </a:lnTo>
                    <a:lnTo>
                      <a:pt x="5447030" y="4144975"/>
                    </a:lnTo>
                    <a:lnTo>
                      <a:pt x="5442838" y="4140708"/>
                    </a:lnTo>
                    <a:close/>
                  </a:path>
                  <a:path w="6140450" h="4159885">
                    <a:moveTo>
                      <a:pt x="5399405" y="4140708"/>
                    </a:moveTo>
                    <a:lnTo>
                      <a:pt x="5394198" y="4140708"/>
                    </a:lnTo>
                    <a:lnTo>
                      <a:pt x="5389880" y="4144975"/>
                    </a:lnTo>
                    <a:lnTo>
                      <a:pt x="5389880" y="4155490"/>
                    </a:lnTo>
                    <a:lnTo>
                      <a:pt x="5394198" y="4159758"/>
                    </a:lnTo>
                    <a:lnTo>
                      <a:pt x="5399405" y="4159758"/>
                    </a:lnTo>
                    <a:lnTo>
                      <a:pt x="5399405" y="4140708"/>
                    </a:lnTo>
                    <a:close/>
                  </a:path>
                  <a:path w="6140450" h="4159885">
                    <a:moveTo>
                      <a:pt x="5404738" y="4140708"/>
                    </a:moveTo>
                    <a:lnTo>
                      <a:pt x="5399405" y="4140708"/>
                    </a:lnTo>
                    <a:lnTo>
                      <a:pt x="5399405" y="4159758"/>
                    </a:lnTo>
                    <a:lnTo>
                      <a:pt x="5404738" y="4159758"/>
                    </a:lnTo>
                    <a:lnTo>
                      <a:pt x="5408930" y="4155490"/>
                    </a:lnTo>
                    <a:lnTo>
                      <a:pt x="5408930" y="4144975"/>
                    </a:lnTo>
                    <a:lnTo>
                      <a:pt x="5404738" y="4140708"/>
                    </a:lnTo>
                    <a:close/>
                  </a:path>
                  <a:path w="6140450" h="4159885">
                    <a:moveTo>
                      <a:pt x="5361305" y="4140708"/>
                    </a:moveTo>
                    <a:lnTo>
                      <a:pt x="5355971" y="4140708"/>
                    </a:lnTo>
                    <a:lnTo>
                      <a:pt x="5351780" y="4144975"/>
                    </a:lnTo>
                    <a:lnTo>
                      <a:pt x="5351780" y="4155490"/>
                    </a:lnTo>
                    <a:lnTo>
                      <a:pt x="5355971" y="4159758"/>
                    </a:lnTo>
                    <a:lnTo>
                      <a:pt x="5361305" y="4159758"/>
                    </a:lnTo>
                    <a:lnTo>
                      <a:pt x="5361305" y="4140708"/>
                    </a:lnTo>
                    <a:close/>
                  </a:path>
                  <a:path w="6140450" h="4159885">
                    <a:moveTo>
                      <a:pt x="5366511" y="4140708"/>
                    </a:moveTo>
                    <a:lnTo>
                      <a:pt x="5361305" y="4140708"/>
                    </a:lnTo>
                    <a:lnTo>
                      <a:pt x="5361305" y="4159758"/>
                    </a:lnTo>
                    <a:lnTo>
                      <a:pt x="5366511" y="4159758"/>
                    </a:lnTo>
                    <a:lnTo>
                      <a:pt x="5370830" y="4155490"/>
                    </a:lnTo>
                    <a:lnTo>
                      <a:pt x="5370830" y="4144975"/>
                    </a:lnTo>
                    <a:lnTo>
                      <a:pt x="5366511" y="4140708"/>
                    </a:lnTo>
                    <a:close/>
                  </a:path>
                  <a:path w="6140450" h="4159885">
                    <a:moveTo>
                      <a:pt x="5323205" y="4140708"/>
                    </a:moveTo>
                    <a:lnTo>
                      <a:pt x="5317871" y="4140708"/>
                    </a:lnTo>
                    <a:lnTo>
                      <a:pt x="5313680" y="4144975"/>
                    </a:lnTo>
                    <a:lnTo>
                      <a:pt x="5313680" y="4155490"/>
                    </a:lnTo>
                    <a:lnTo>
                      <a:pt x="5317871" y="4159758"/>
                    </a:lnTo>
                    <a:lnTo>
                      <a:pt x="5323205" y="4159758"/>
                    </a:lnTo>
                    <a:lnTo>
                      <a:pt x="5323205" y="4140708"/>
                    </a:lnTo>
                    <a:close/>
                  </a:path>
                  <a:path w="6140450" h="4159885">
                    <a:moveTo>
                      <a:pt x="5328411" y="4140708"/>
                    </a:moveTo>
                    <a:lnTo>
                      <a:pt x="5323205" y="4140708"/>
                    </a:lnTo>
                    <a:lnTo>
                      <a:pt x="5323205" y="4159758"/>
                    </a:lnTo>
                    <a:lnTo>
                      <a:pt x="5328411" y="4159758"/>
                    </a:lnTo>
                    <a:lnTo>
                      <a:pt x="5332730" y="4155490"/>
                    </a:lnTo>
                    <a:lnTo>
                      <a:pt x="5332730" y="4144975"/>
                    </a:lnTo>
                    <a:lnTo>
                      <a:pt x="5328411" y="4140708"/>
                    </a:lnTo>
                    <a:close/>
                  </a:path>
                  <a:path w="6140450" h="4159885">
                    <a:moveTo>
                      <a:pt x="5285105" y="4140708"/>
                    </a:moveTo>
                    <a:lnTo>
                      <a:pt x="5279771" y="4140708"/>
                    </a:lnTo>
                    <a:lnTo>
                      <a:pt x="5275580" y="4144975"/>
                    </a:lnTo>
                    <a:lnTo>
                      <a:pt x="5275580" y="4155490"/>
                    </a:lnTo>
                    <a:lnTo>
                      <a:pt x="5279771" y="4159758"/>
                    </a:lnTo>
                    <a:lnTo>
                      <a:pt x="5285105" y="4159758"/>
                    </a:lnTo>
                    <a:lnTo>
                      <a:pt x="5285105" y="4140708"/>
                    </a:lnTo>
                    <a:close/>
                  </a:path>
                  <a:path w="6140450" h="4159885">
                    <a:moveTo>
                      <a:pt x="5290311" y="4140708"/>
                    </a:moveTo>
                    <a:lnTo>
                      <a:pt x="5285105" y="4140708"/>
                    </a:lnTo>
                    <a:lnTo>
                      <a:pt x="5285105" y="4159758"/>
                    </a:lnTo>
                    <a:lnTo>
                      <a:pt x="5290311" y="4159758"/>
                    </a:lnTo>
                    <a:lnTo>
                      <a:pt x="5294630" y="4155490"/>
                    </a:lnTo>
                    <a:lnTo>
                      <a:pt x="5294630" y="4144975"/>
                    </a:lnTo>
                    <a:lnTo>
                      <a:pt x="5290311" y="4140708"/>
                    </a:lnTo>
                    <a:close/>
                  </a:path>
                  <a:path w="6140450" h="4159885">
                    <a:moveTo>
                      <a:pt x="5246878" y="4140708"/>
                    </a:moveTo>
                    <a:lnTo>
                      <a:pt x="5241671" y="4140708"/>
                    </a:lnTo>
                    <a:lnTo>
                      <a:pt x="5237353" y="4144975"/>
                    </a:lnTo>
                    <a:lnTo>
                      <a:pt x="5237353" y="4155490"/>
                    </a:lnTo>
                    <a:lnTo>
                      <a:pt x="5241671" y="4159758"/>
                    </a:lnTo>
                    <a:lnTo>
                      <a:pt x="5246878" y="4159758"/>
                    </a:lnTo>
                    <a:lnTo>
                      <a:pt x="5246878" y="4140708"/>
                    </a:lnTo>
                    <a:close/>
                  </a:path>
                  <a:path w="6140450" h="4159885">
                    <a:moveTo>
                      <a:pt x="5252211" y="4140708"/>
                    </a:moveTo>
                    <a:lnTo>
                      <a:pt x="5247005" y="4140708"/>
                    </a:lnTo>
                    <a:lnTo>
                      <a:pt x="5247005" y="4159758"/>
                    </a:lnTo>
                    <a:lnTo>
                      <a:pt x="5252211" y="4159758"/>
                    </a:lnTo>
                    <a:lnTo>
                      <a:pt x="5256530" y="4155490"/>
                    </a:lnTo>
                    <a:lnTo>
                      <a:pt x="5256530" y="4144975"/>
                    </a:lnTo>
                    <a:lnTo>
                      <a:pt x="5252211" y="4140708"/>
                    </a:lnTo>
                    <a:close/>
                  </a:path>
                  <a:path w="6140450" h="4159885">
                    <a:moveTo>
                      <a:pt x="5208778" y="4140708"/>
                    </a:moveTo>
                    <a:lnTo>
                      <a:pt x="5203571" y="4140708"/>
                    </a:lnTo>
                    <a:lnTo>
                      <a:pt x="5199253" y="4144975"/>
                    </a:lnTo>
                    <a:lnTo>
                      <a:pt x="5199253" y="4155490"/>
                    </a:lnTo>
                    <a:lnTo>
                      <a:pt x="5203571" y="4159758"/>
                    </a:lnTo>
                    <a:lnTo>
                      <a:pt x="5208778" y="4159758"/>
                    </a:lnTo>
                    <a:lnTo>
                      <a:pt x="5208778" y="4140708"/>
                    </a:lnTo>
                    <a:close/>
                  </a:path>
                  <a:path w="6140450" h="4159885">
                    <a:moveTo>
                      <a:pt x="5214111" y="4140708"/>
                    </a:moveTo>
                    <a:lnTo>
                      <a:pt x="5208778" y="4140708"/>
                    </a:lnTo>
                    <a:lnTo>
                      <a:pt x="5208778" y="4159758"/>
                    </a:lnTo>
                    <a:lnTo>
                      <a:pt x="5214111" y="4159758"/>
                    </a:lnTo>
                    <a:lnTo>
                      <a:pt x="5218303" y="4155490"/>
                    </a:lnTo>
                    <a:lnTo>
                      <a:pt x="5218303" y="4144975"/>
                    </a:lnTo>
                    <a:lnTo>
                      <a:pt x="5214111" y="4140708"/>
                    </a:lnTo>
                    <a:close/>
                  </a:path>
                  <a:path w="6140450" h="4159885">
                    <a:moveTo>
                      <a:pt x="5170678" y="4140708"/>
                    </a:moveTo>
                    <a:lnTo>
                      <a:pt x="5165471" y="4140708"/>
                    </a:lnTo>
                    <a:lnTo>
                      <a:pt x="5161153" y="4144975"/>
                    </a:lnTo>
                    <a:lnTo>
                      <a:pt x="5161153" y="4155490"/>
                    </a:lnTo>
                    <a:lnTo>
                      <a:pt x="5165471" y="4159758"/>
                    </a:lnTo>
                    <a:lnTo>
                      <a:pt x="5170678" y="4159758"/>
                    </a:lnTo>
                    <a:lnTo>
                      <a:pt x="5170678" y="4140708"/>
                    </a:lnTo>
                    <a:close/>
                  </a:path>
                  <a:path w="6140450" h="4159885">
                    <a:moveTo>
                      <a:pt x="5176011" y="4140708"/>
                    </a:moveTo>
                    <a:lnTo>
                      <a:pt x="5170678" y="4140708"/>
                    </a:lnTo>
                    <a:lnTo>
                      <a:pt x="5170678" y="4159758"/>
                    </a:lnTo>
                    <a:lnTo>
                      <a:pt x="5176011" y="4159758"/>
                    </a:lnTo>
                    <a:lnTo>
                      <a:pt x="5180203" y="4155490"/>
                    </a:lnTo>
                    <a:lnTo>
                      <a:pt x="5180203" y="4144975"/>
                    </a:lnTo>
                    <a:lnTo>
                      <a:pt x="5176011" y="4140708"/>
                    </a:lnTo>
                    <a:close/>
                  </a:path>
                  <a:path w="6140450" h="4159885">
                    <a:moveTo>
                      <a:pt x="5132578" y="4140708"/>
                    </a:moveTo>
                    <a:lnTo>
                      <a:pt x="5127371" y="4140708"/>
                    </a:lnTo>
                    <a:lnTo>
                      <a:pt x="5123053" y="4144975"/>
                    </a:lnTo>
                    <a:lnTo>
                      <a:pt x="5123053" y="4155490"/>
                    </a:lnTo>
                    <a:lnTo>
                      <a:pt x="5127371" y="4159758"/>
                    </a:lnTo>
                    <a:lnTo>
                      <a:pt x="5132578" y="4159758"/>
                    </a:lnTo>
                    <a:lnTo>
                      <a:pt x="5132578" y="4140708"/>
                    </a:lnTo>
                    <a:close/>
                  </a:path>
                  <a:path w="6140450" h="4159885">
                    <a:moveTo>
                      <a:pt x="5137911" y="4140708"/>
                    </a:moveTo>
                    <a:lnTo>
                      <a:pt x="5132578" y="4140708"/>
                    </a:lnTo>
                    <a:lnTo>
                      <a:pt x="5132578" y="4159758"/>
                    </a:lnTo>
                    <a:lnTo>
                      <a:pt x="5137911" y="4159758"/>
                    </a:lnTo>
                    <a:lnTo>
                      <a:pt x="5142103" y="4155490"/>
                    </a:lnTo>
                    <a:lnTo>
                      <a:pt x="5142103" y="4144975"/>
                    </a:lnTo>
                    <a:lnTo>
                      <a:pt x="5137911" y="4140708"/>
                    </a:lnTo>
                    <a:close/>
                  </a:path>
                  <a:path w="6140450" h="4159885">
                    <a:moveTo>
                      <a:pt x="5094478" y="4140708"/>
                    </a:moveTo>
                    <a:lnTo>
                      <a:pt x="5089144" y="4140708"/>
                    </a:lnTo>
                    <a:lnTo>
                      <a:pt x="5084953" y="4144975"/>
                    </a:lnTo>
                    <a:lnTo>
                      <a:pt x="5084953" y="4155490"/>
                    </a:lnTo>
                    <a:lnTo>
                      <a:pt x="5089144" y="4159758"/>
                    </a:lnTo>
                    <a:lnTo>
                      <a:pt x="5094478" y="4159758"/>
                    </a:lnTo>
                    <a:lnTo>
                      <a:pt x="5094478" y="4140708"/>
                    </a:lnTo>
                    <a:close/>
                  </a:path>
                  <a:path w="6140450" h="4159885">
                    <a:moveTo>
                      <a:pt x="5099684" y="4140708"/>
                    </a:moveTo>
                    <a:lnTo>
                      <a:pt x="5094478" y="4140708"/>
                    </a:lnTo>
                    <a:lnTo>
                      <a:pt x="5094478" y="4159758"/>
                    </a:lnTo>
                    <a:lnTo>
                      <a:pt x="5099684" y="4159758"/>
                    </a:lnTo>
                    <a:lnTo>
                      <a:pt x="5104003" y="4155490"/>
                    </a:lnTo>
                    <a:lnTo>
                      <a:pt x="5104003" y="4144975"/>
                    </a:lnTo>
                    <a:lnTo>
                      <a:pt x="5099684" y="4140708"/>
                    </a:lnTo>
                    <a:close/>
                  </a:path>
                  <a:path w="6140450" h="4159885">
                    <a:moveTo>
                      <a:pt x="5056378" y="4140708"/>
                    </a:moveTo>
                    <a:lnTo>
                      <a:pt x="5051044" y="4140708"/>
                    </a:lnTo>
                    <a:lnTo>
                      <a:pt x="5046853" y="4144975"/>
                    </a:lnTo>
                    <a:lnTo>
                      <a:pt x="5046853" y="4155490"/>
                    </a:lnTo>
                    <a:lnTo>
                      <a:pt x="5051044" y="4159758"/>
                    </a:lnTo>
                    <a:lnTo>
                      <a:pt x="5056378" y="4159758"/>
                    </a:lnTo>
                    <a:lnTo>
                      <a:pt x="5056378" y="4140708"/>
                    </a:lnTo>
                    <a:close/>
                  </a:path>
                  <a:path w="6140450" h="4159885">
                    <a:moveTo>
                      <a:pt x="5061584" y="4140708"/>
                    </a:moveTo>
                    <a:lnTo>
                      <a:pt x="5056378" y="4140708"/>
                    </a:lnTo>
                    <a:lnTo>
                      <a:pt x="5056378" y="4159758"/>
                    </a:lnTo>
                    <a:lnTo>
                      <a:pt x="5061584" y="4159758"/>
                    </a:lnTo>
                    <a:lnTo>
                      <a:pt x="5065903" y="4155490"/>
                    </a:lnTo>
                    <a:lnTo>
                      <a:pt x="5065903" y="4144975"/>
                    </a:lnTo>
                    <a:lnTo>
                      <a:pt x="5061584" y="4140708"/>
                    </a:lnTo>
                    <a:close/>
                  </a:path>
                  <a:path w="6140450" h="4159885">
                    <a:moveTo>
                      <a:pt x="5018278" y="4140708"/>
                    </a:moveTo>
                    <a:lnTo>
                      <a:pt x="5012944" y="4140708"/>
                    </a:lnTo>
                    <a:lnTo>
                      <a:pt x="5008753" y="4144975"/>
                    </a:lnTo>
                    <a:lnTo>
                      <a:pt x="5008753" y="4155490"/>
                    </a:lnTo>
                    <a:lnTo>
                      <a:pt x="5012944" y="4159758"/>
                    </a:lnTo>
                    <a:lnTo>
                      <a:pt x="5018278" y="4159758"/>
                    </a:lnTo>
                    <a:lnTo>
                      <a:pt x="5018278" y="4140708"/>
                    </a:lnTo>
                    <a:close/>
                  </a:path>
                  <a:path w="6140450" h="4159885">
                    <a:moveTo>
                      <a:pt x="5023484" y="4140708"/>
                    </a:moveTo>
                    <a:lnTo>
                      <a:pt x="5018278" y="4140708"/>
                    </a:lnTo>
                    <a:lnTo>
                      <a:pt x="5018278" y="4159758"/>
                    </a:lnTo>
                    <a:lnTo>
                      <a:pt x="5023484" y="4159758"/>
                    </a:lnTo>
                    <a:lnTo>
                      <a:pt x="5027803" y="4155490"/>
                    </a:lnTo>
                    <a:lnTo>
                      <a:pt x="5027803" y="4144975"/>
                    </a:lnTo>
                    <a:lnTo>
                      <a:pt x="5023484" y="4140708"/>
                    </a:lnTo>
                    <a:close/>
                  </a:path>
                  <a:path w="6140450" h="4159885">
                    <a:moveTo>
                      <a:pt x="4980051" y="4140708"/>
                    </a:moveTo>
                    <a:lnTo>
                      <a:pt x="4974844" y="4140708"/>
                    </a:lnTo>
                    <a:lnTo>
                      <a:pt x="4970526" y="4144975"/>
                    </a:lnTo>
                    <a:lnTo>
                      <a:pt x="4970526" y="4155490"/>
                    </a:lnTo>
                    <a:lnTo>
                      <a:pt x="4974844" y="4159758"/>
                    </a:lnTo>
                    <a:lnTo>
                      <a:pt x="4980051" y="4159758"/>
                    </a:lnTo>
                    <a:lnTo>
                      <a:pt x="4980051" y="4140708"/>
                    </a:lnTo>
                    <a:close/>
                  </a:path>
                  <a:path w="6140450" h="4159885">
                    <a:moveTo>
                      <a:pt x="4985384" y="4140708"/>
                    </a:moveTo>
                    <a:lnTo>
                      <a:pt x="4980178" y="4140708"/>
                    </a:lnTo>
                    <a:lnTo>
                      <a:pt x="4980178" y="4159758"/>
                    </a:lnTo>
                    <a:lnTo>
                      <a:pt x="4985384" y="4159758"/>
                    </a:lnTo>
                    <a:lnTo>
                      <a:pt x="4989703" y="4155490"/>
                    </a:lnTo>
                    <a:lnTo>
                      <a:pt x="4989703" y="4144975"/>
                    </a:lnTo>
                    <a:lnTo>
                      <a:pt x="4985384" y="4140708"/>
                    </a:lnTo>
                    <a:close/>
                  </a:path>
                  <a:path w="6140450" h="4159885">
                    <a:moveTo>
                      <a:pt x="4941951" y="4140708"/>
                    </a:moveTo>
                    <a:lnTo>
                      <a:pt x="4936744" y="4140708"/>
                    </a:lnTo>
                    <a:lnTo>
                      <a:pt x="4932426" y="4144975"/>
                    </a:lnTo>
                    <a:lnTo>
                      <a:pt x="4932426" y="4155490"/>
                    </a:lnTo>
                    <a:lnTo>
                      <a:pt x="4936744" y="4159758"/>
                    </a:lnTo>
                    <a:lnTo>
                      <a:pt x="4941951" y="4159758"/>
                    </a:lnTo>
                    <a:lnTo>
                      <a:pt x="4941951" y="4140708"/>
                    </a:lnTo>
                    <a:close/>
                  </a:path>
                  <a:path w="6140450" h="4159885">
                    <a:moveTo>
                      <a:pt x="4947284" y="4140708"/>
                    </a:moveTo>
                    <a:lnTo>
                      <a:pt x="4941951" y="4140708"/>
                    </a:lnTo>
                    <a:lnTo>
                      <a:pt x="4941951" y="4159758"/>
                    </a:lnTo>
                    <a:lnTo>
                      <a:pt x="4947284" y="4159758"/>
                    </a:lnTo>
                    <a:lnTo>
                      <a:pt x="4951476" y="4155490"/>
                    </a:lnTo>
                    <a:lnTo>
                      <a:pt x="4951476" y="4144975"/>
                    </a:lnTo>
                    <a:lnTo>
                      <a:pt x="4947284" y="4140708"/>
                    </a:lnTo>
                    <a:close/>
                  </a:path>
                  <a:path w="6140450" h="4159885">
                    <a:moveTo>
                      <a:pt x="4903851" y="4140708"/>
                    </a:moveTo>
                    <a:lnTo>
                      <a:pt x="4898644" y="4140708"/>
                    </a:lnTo>
                    <a:lnTo>
                      <a:pt x="4894326" y="4144975"/>
                    </a:lnTo>
                    <a:lnTo>
                      <a:pt x="4894326" y="4155490"/>
                    </a:lnTo>
                    <a:lnTo>
                      <a:pt x="4898644" y="4159758"/>
                    </a:lnTo>
                    <a:lnTo>
                      <a:pt x="4903851" y="4159758"/>
                    </a:lnTo>
                    <a:lnTo>
                      <a:pt x="4903851" y="4140708"/>
                    </a:lnTo>
                    <a:close/>
                  </a:path>
                  <a:path w="6140450" h="4159885">
                    <a:moveTo>
                      <a:pt x="4909184" y="4140708"/>
                    </a:moveTo>
                    <a:lnTo>
                      <a:pt x="4903851" y="4140708"/>
                    </a:lnTo>
                    <a:lnTo>
                      <a:pt x="4903851" y="4159758"/>
                    </a:lnTo>
                    <a:lnTo>
                      <a:pt x="4909184" y="4159758"/>
                    </a:lnTo>
                    <a:lnTo>
                      <a:pt x="4913376" y="4155490"/>
                    </a:lnTo>
                    <a:lnTo>
                      <a:pt x="4913376" y="4144975"/>
                    </a:lnTo>
                    <a:lnTo>
                      <a:pt x="4909184" y="4140708"/>
                    </a:lnTo>
                    <a:close/>
                  </a:path>
                  <a:path w="6140450" h="4159885">
                    <a:moveTo>
                      <a:pt x="4865751" y="4140708"/>
                    </a:moveTo>
                    <a:lnTo>
                      <a:pt x="4860417" y="4140708"/>
                    </a:lnTo>
                    <a:lnTo>
                      <a:pt x="4856226" y="4144975"/>
                    </a:lnTo>
                    <a:lnTo>
                      <a:pt x="4856226" y="4155490"/>
                    </a:lnTo>
                    <a:lnTo>
                      <a:pt x="4860417" y="4159758"/>
                    </a:lnTo>
                    <a:lnTo>
                      <a:pt x="4865751" y="4159758"/>
                    </a:lnTo>
                    <a:lnTo>
                      <a:pt x="4865751" y="4140708"/>
                    </a:lnTo>
                    <a:close/>
                  </a:path>
                  <a:path w="6140450" h="4159885">
                    <a:moveTo>
                      <a:pt x="4870958" y="4140708"/>
                    </a:moveTo>
                    <a:lnTo>
                      <a:pt x="4865751" y="4140708"/>
                    </a:lnTo>
                    <a:lnTo>
                      <a:pt x="4865751" y="4159758"/>
                    </a:lnTo>
                    <a:lnTo>
                      <a:pt x="4870958" y="4159758"/>
                    </a:lnTo>
                    <a:lnTo>
                      <a:pt x="4875276" y="4155490"/>
                    </a:lnTo>
                    <a:lnTo>
                      <a:pt x="4875276" y="4144975"/>
                    </a:lnTo>
                    <a:lnTo>
                      <a:pt x="4870958" y="4140708"/>
                    </a:lnTo>
                    <a:close/>
                  </a:path>
                  <a:path w="6140450" h="4159885">
                    <a:moveTo>
                      <a:pt x="4827651" y="4140708"/>
                    </a:moveTo>
                    <a:lnTo>
                      <a:pt x="4822317" y="4140708"/>
                    </a:lnTo>
                    <a:lnTo>
                      <a:pt x="4818126" y="4144975"/>
                    </a:lnTo>
                    <a:lnTo>
                      <a:pt x="4818126" y="4155490"/>
                    </a:lnTo>
                    <a:lnTo>
                      <a:pt x="4822317" y="4159758"/>
                    </a:lnTo>
                    <a:lnTo>
                      <a:pt x="4827651" y="4159758"/>
                    </a:lnTo>
                    <a:lnTo>
                      <a:pt x="4827651" y="4140708"/>
                    </a:lnTo>
                    <a:close/>
                  </a:path>
                  <a:path w="6140450" h="4159885">
                    <a:moveTo>
                      <a:pt x="4832858" y="4140708"/>
                    </a:moveTo>
                    <a:lnTo>
                      <a:pt x="4827651" y="4140708"/>
                    </a:lnTo>
                    <a:lnTo>
                      <a:pt x="4827651" y="4159758"/>
                    </a:lnTo>
                    <a:lnTo>
                      <a:pt x="4832858" y="4159758"/>
                    </a:lnTo>
                    <a:lnTo>
                      <a:pt x="4837176" y="4155490"/>
                    </a:lnTo>
                    <a:lnTo>
                      <a:pt x="4837176" y="4144975"/>
                    </a:lnTo>
                    <a:lnTo>
                      <a:pt x="4832858" y="4140708"/>
                    </a:lnTo>
                    <a:close/>
                  </a:path>
                  <a:path w="6140450" h="4159885">
                    <a:moveTo>
                      <a:pt x="4789551" y="4140708"/>
                    </a:moveTo>
                    <a:lnTo>
                      <a:pt x="4784217" y="4140708"/>
                    </a:lnTo>
                    <a:lnTo>
                      <a:pt x="4780026" y="4144975"/>
                    </a:lnTo>
                    <a:lnTo>
                      <a:pt x="4780026" y="4155490"/>
                    </a:lnTo>
                    <a:lnTo>
                      <a:pt x="4784217" y="4159758"/>
                    </a:lnTo>
                    <a:lnTo>
                      <a:pt x="4789551" y="4159758"/>
                    </a:lnTo>
                    <a:lnTo>
                      <a:pt x="4789551" y="4140708"/>
                    </a:lnTo>
                    <a:close/>
                  </a:path>
                  <a:path w="6140450" h="4159885">
                    <a:moveTo>
                      <a:pt x="4794758" y="4140708"/>
                    </a:moveTo>
                    <a:lnTo>
                      <a:pt x="4789551" y="4140708"/>
                    </a:lnTo>
                    <a:lnTo>
                      <a:pt x="4789551" y="4159758"/>
                    </a:lnTo>
                    <a:lnTo>
                      <a:pt x="4794758" y="4159758"/>
                    </a:lnTo>
                    <a:lnTo>
                      <a:pt x="4799076" y="4155490"/>
                    </a:lnTo>
                    <a:lnTo>
                      <a:pt x="4799076" y="4144975"/>
                    </a:lnTo>
                    <a:lnTo>
                      <a:pt x="4794758" y="4140708"/>
                    </a:lnTo>
                    <a:close/>
                  </a:path>
                  <a:path w="6140450" h="4159885">
                    <a:moveTo>
                      <a:pt x="4751324" y="4140708"/>
                    </a:moveTo>
                    <a:lnTo>
                      <a:pt x="4746117" y="4140708"/>
                    </a:lnTo>
                    <a:lnTo>
                      <a:pt x="4741799" y="4144975"/>
                    </a:lnTo>
                    <a:lnTo>
                      <a:pt x="4741799" y="4155490"/>
                    </a:lnTo>
                    <a:lnTo>
                      <a:pt x="4746117" y="4159758"/>
                    </a:lnTo>
                    <a:lnTo>
                      <a:pt x="4751324" y="4159758"/>
                    </a:lnTo>
                    <a:lnTo>
                      <a:pt x="4751324" y="4140708"/>
                    </a:lnTo>
                    <a:close/>
                  </a:path>
                  <a:path w="6140450" h="4159885">
                    <a:moveTo>
                      <a:pt x="4756658" y="4140708"/>
                    </a:moveTo>
                    <a:lnTo>
                      <a:pt x="4751451" y="4140708"/>
                    </a:lnTo>
                    <a:lnTo>
                      <a:pt x="4751451" y="4159758"/>
                    </a:lnTo>
                    <a:lnTo>
                      <a:pt x="4756658" y="4159758"/>
                    </a:lnTo>
                    <a:lnTo>
                      <a:pt x="4760976" y="4155490"/>
                    </a:lnTo>
                    <a:lnTo>
                      <a:pt x="4760976" y="4144975"/>
                    </a:lnTo>
                    <a:lnTo>
                      <a:pt x="4756658" y="4140708"/>
                    </a:lnTo>
                    <a:close/>
                  </a:path>
                  <a:path w="6140450" h="4159885">
                    <a:moveTo>
                      <a:pt x="4713224" y="4140708"/>
                    </a:moveTo>
                    <a:lnTo>
                      <a:pt x="4708017" y="4140708"/>
                    </a:lnTo>
                    <a:lnTo>
                      <a:pt x="4703699" y="4144975"/>
                    </a:lnTo>
                    <a:lnTo>
                      <a:pt x="4703699" y="4155490"/>
                    </a:lnTo>
                    <a:lnTo>
                      <a:pt x="4708017" y="4159758"/>
                    </a:lnTo>
                    <a:lnTo>
                      <a:pt x="4713224" y="4159758"/>
                    </a:lnTo>
                    <a:lnTo>
                      <a:pt x="4713224" y="4140708"/>
                    </a:lnTo>
                    <a:close/>
                  </a:path>
                  <a:path w="6140450" h="4159885">
                    <a:moveTo>
                      <a:pt x="4718558" y="4140708"/>
                    </a:moveTo>
                    <a:lnTo>
                      <a:pt x="4713224" y="4140708"/>
                    </a:lnTo>
                    <a:lnTo>
                      <a:pt x="4713224" y="4159758"/>
                    </a:lnTo>
                    <a:lnTo>
                      <a:pt x="4718558" y="4159758"/>
                    </a:lnTo>
                    <a:lnTo>
                      <a:pt x="4722749" y="4155490"/>
                    </a:lnTo>
                    <a:lnTo>
                      <a:pt x="4722749" y="4144975"/>
                    </a:lnTo>
                    <a:lnTo>
                      <a:pt x="4718558" y="4140708"/>
                    </a:lnTo>
                    <a:close/>
                  </a:path>
                  <a:path w="6140450" h="4159885">
                    <a:moveTo>
                      <a:pt x="4675124" y="4140708"/>
                    </a:moveTo>
                    <a:lnTo>
                      <a:pt x="4669917" y="4140708"/>
                    </a:lnTo>
                    <a:lnTo>
                      <a:pt x="4665599" y="4144975"/>
                    </a:lnTo>
                    <a:lnTo>
                      <a:pt x="4665599" y="4155490"/>
                    </a:lnTo>
                    <a:lnTo>
                      <a:pt x="4669917" y="4159758"/>
                    </a:lnTo>
                    <a:lnTo>
                      <a:pt x="4675124" y="4159758"/>
                    </a:lnTo>
                    <a:lnTo>
                      <a:pt x="4675124" y="4140708"/>
                    </a:lnTo>
                    <a:close/>
                  </a:path>
                  <a:path w="6140450" h="4159885">
                    <a:moveTo>
                      <a:pt x="4680458" y="4140708"/>
                    </a:moveTo>
                    <a:lnTo>
                      <a:pt x="4675124" y="4140708"/>
                    </a:lnTo>
                    <a:lnTo>
                      <a:pt x="4675124" y="4159758"/>
                    </a:lnTo>
                    <a:lnTo>
                      <a:pt x="4680458" y="4159758"/>
                    </a:lnTo>
                    <a:lnTo>
                      <a:pt x="4684649" y="4155490"/>
                    </a:lnTo>
                    <a:lnTo>
                      <a:pt x="4684649" y="4144975"/>
                    </a:lnTo>
                    <a:lnTo>
                      <a:pt x="4680458" y="4140708"/>
                    </a:lnTo>
                    <a:close/>
                  </a:path>
                  <a:path w="6140450" h="4159885">
                    <a:moveTo>
                      <a:pt x="4637024" y="4140708"/>
                    </a:moveTo>
                    <a:lnTo>
                      <a:pt x="4631817" y="4140708"/>
                    </a:lnTo>
                    <a:lnTo>
                      <a:pt x="4627499" y="4144975"/>
                    </a:lnTo>
                    <a:lnTo>
                      <a:pt x="4627499" y="4155490"/>
                    </a:lnTo>
                    <a:lnTo>
                      <a:pt x="4631817" y="4159758"/>
                    </a:lnTo>
                    <a:lnTo>
                      <a:pt x="4637024" y="4159758"/>
                    </a:lnTo>
                    <a:lnTo>
                      <a:pt x="4637024" y="4140708"/>
                    </a:lnTo>
                    <a:close/>
                  </a:path>
                  <a:path w="6140450" h="4159885">
                    <a:moveTo>
                      <a:pt x="4642358" y="4140708"/>
                    </a:moveTo>
                    <a:lnTo>
                      <a:pt x="4637024" y="4140708"/>
                    </a:lnTo>
                    <a:lnTo>
                      <a:pt x="4637024" y="4159758"/>
                    </a:lnTo>
                    <a:lnTo>
                      <a:pt x="4642358" y="4159758"/>
                    </a:lnTo>
                    <a:lnTo>
                      <a:pt x="4646549" y="4155490"/>
                    </a:lnTo>
                    <a:lnTo>
                      <a:pt x="4646549" y="4144975"/>
                    </a:lnTo>
                    <a:lnTo>
                      <a:pt x="4642358" y="4140708"/>
                    </a:lnTo>
                    <a:close/>
                  </a:path>
                  <a:path w="6140450" h="4159885">
                    <a:moveTo>
                      <a:pt x="4598924" y="4140708"/>
                    </a:moveTo>
                    <a:lnTo>
                      <a:pt x="4593589" y="4140708"/>
                    </a:lnTo>
                    <a:lnTo>
                      <a:pt x="4589399" y="4144975"/>
                    </a:lnTo>
                    <a:lnTo>
                      <a:pt x="4589399" y="4155490"/>
                    </a:lnTo>
                    <a:lnTo>
                      <a:pt x="4593589" y="4159758"/>
                    </a:lnTo>
                    <a:lnTo>
                      <a:pt x="4598924" y="4159758"/>
                    </a:lnTo>
                    <a:lnTo>
                      <a:pt x="4598924" y="4140708"/>
                    </a:lnTo>
                    <a:close/>
                  </a:path>
                  <a:path w="6140450" h="4159885">
                    <a:moveTo>
                      <a:pt x="4604131" y="4140708"/>
                    </a:moveTo>
                    <a:lnTo>
                      <a:pt x="4598924" y="4140708"/>
                    </a:lnTo>
                    <a:lnTo>
                      <a:pt x="4598924" y="4159758"/>
                    </a:lnTo>
                    <a:lnTo>
                      <a:pt x="4604131" y="4159758"/>
                    </a:lnTo>
                    <a:lnTo>
                      <a:pt x="4608449" y="4155490"/>
                    </a:lnTo>
                    <a:lnTo>
                      <a:pt x="4608449" y="4144975"/>
                    </a:lnTo>
                    <a:lnTo>
                      <a:pt x="4604131" y="4140708"/>
                    </a:lnTo>
                    <a:close/>
                  </a:path>
                  <a:path w="6140450" h="4159885">
                    <a:moveTo>
                      <a:pt x="4560824" y="4140708"/>
                    </a:moveTo>
                    <a:lnTo>
                      <a:pt x="4555489" y="4140708"/>
                    </a:lnTo>
                    <a:lnTo>
                      <a:pt x="4551299" y="4144975"/>
                    </a:lnTo>
                    <a:lnTo>
                      <a:pt x="4551299" y="4155490"/>
                    </a:lnTo>
                    <a:lnTo>
                      <a:pt x="4555489" y="4159758"/>
                    </a:lnTo>
                    <a:lnTo>
                      <a:pt x="4560824" y="4159758"/>
                    </a:lnTo>
                    <a:lnTo>
                      <a:pt x="4560824" y="4140708"/>
                    </a:lnTo>
                    <a:close/>
                  </a:path>
                  <a:path w="6140450" h="4159885">
                    <a:moveTo>
                      <a:pt x="4566031" y="4140708"/>
                    </a:moveTo>
                    <a:lnTo>
                      <a:pt x="4560824" y="4140708"/>
                    </a:lnTo>
                    <a:lnTo>
                      <a:pt x="4560824" y="4159758"/>
                    </a:lnTo>
                    <a:lnTo>
                      <a:pt x="4566031" y="4159758"/>
                    </a:lnTo>
                    <a:lnTo>
                      <a:pt x="4570349" y="4155490"/>
                    </a:lnTo>
                    <a:lnTo>
                      <a:pt x="4570349" y="4144975"/>
                    </a:lnTo>
                    <a:lnTo>
                      <a:pt x="4566031" y="4140708"/>
                    </a:lnTo>
                    <a:close/>
                  </a:path>
                  <a:path w="6140450" h="4159885">
                    <a:moveTo>
                      <a:pt x="4522724" y="4140708"/>
                    </a:moveTo>
                    <a:lnTo>
                      <a:pt x="4517389" y="4140708"/>
                    </a:lnTo>
                    <a:lnTo>
                      <a:pt x="4513199" y="4144975"/>
                    </a:lnTo>
                    <a:lnTo>
                      <a:pt x="4513199" y="4155490"/>
                    </a:lnTo>
                    <a:lnTo>
                      <a:pt x="4517389" y="4159758"/>
                    </a:lnTo>
                    <a:lnTo>
                      <a:pt x="4522724" y="4159758"/>
                    </a:lnTo>
                    <a:lnTo>
                      <a:pt x="4522724" y="4140708"/>
                    </a:lnTo>
                    <a:close/>
                  </a:path>
                  <a:path w="6140450" h="4159885">
                    <a:moveTo>
                      <a:pt x="4527931" y="4140708"/>
                    </a:moveTo>
                    <a:lnTo>
                      <a:pt x="4522724" y="4140708"/>
                    </a:lnTo>
                    <a:lnTo>
                      <a:pt x="4522724" y="4159758"/>
                    </a:lnTo>
                    <a:lnTo>
                      <a:pt x="4527931" y="4159758"/>
                    </a:lnTo>
                    <a:lnTo>
                      <a:pt x="4532249" y="4155490"/>
                    </a:lnTo>
                    <a:lnTo>
                      <a:pt x="4532249" y="4144975"/>
                    </a:lnTo>
                    <a:lnTo>
                      <a:pt x="4527931" y="4140708"/>
                    </a:lnTo>
                    <a:close/>
                  </a:path>
                  <a:path w="6140450" h="4159885">
                    <a:moveTo>
                      <a:pt x="4484497" y="4140708"/>
                    </a:moveTo>
                    <a:lnTo>
                      <a:pt x="4479289" y="4140708"/>
                    </a:lnTo>
                    <a:lnTo>
                      <a:pt x="4474972" y="4144975"/>
                    </a:lnTo>
                    <a:lnTo>
                      <a:pt x="4474972" y="4155490"/>
                    </a:lnTo>
                    <a:lnTo>
                      <a:pt x="4479289" y="4159758"/>
                    </a:lnTo>
                    <a:lnTo>
                      <a:pt x="4484497" y="4159758"/>
                    </a:lnTo>
                    <a:lnTo>
                      <a:pt x="4484497" y="4140708"/>
                    </a:lnTo>
                    <a:close/>
                  </a:path>
                  <a:path w="6140450" h="4159885">
                    <a:moveTo>
                      <a:pt x="4489831" y="4140708"/>
                    </a:moveTo>
                    <a:lnTo>
                      <a:pt x="4484624" y="4140708"/>
                    </a:lnTo>
                    <a:lnTo>
                      <a:pt x="4484624" y="4159758"/>
                    </a:lnTo>
                    <a:lnTo>
                      <a:pt x="4489831" y="4159758"/>
                    </a:lnTo>
                    <a:lnTo>
                      <a:pt x="4494149" y="4155490"/>
                    </a:lnTo>
                    <a:lnTo>
                      <a:pt x="4494149" y="4144975"/>
                    </a:lnTo>
                    <a:lnTo>
                      <a:pt x="4489831" y="4140708"/>
                    </a:lnTo>
                    <a:close/>
                  </a:path>
                  <a:path w="6140450" h="4159885">
                    <a:moveTo>
                      <a:pt x="4446397" y="4140708"/>
                    </a:moveTo>
                    <a:lnTo>
                      <a:pt x="4441189" y="4140708"/>
                    </a:lnTo>
                    <a:lnTo>
                      <a:pt x="4436872" y="4144975"/>
                    </a:lnTo>
                    <a:lnTo>
                      <a:pt x="4436872" y="4155490"/>
                    </a:lnTo>
                    <a:lnTo>
                      <a:pt x="4441189" y="4159758"/>
                    </a:lnTo>
                    <a:lnTo>
                      <a:pt x="4446397" y="4159758"/>
                    </a:lnTo>
                    <a:lnTo>
                      <a:pt x="4446397" y="4140708"/>
                    </a:lnTo>
                    <a:close/>
                  </a:path>
                  <a:path w="6140450" h="4159885">
                    <a:moveTo>
                      <a:pt x="4451731" y="4140708"/>
                    </a:moveTo>
                    <a:lnTo>
                      <a:pt x="4446397" y="4140708"/>
                    </a:lnTo>
                    <a:lnTo>
                      <a:pt x="4446397" y="4159758"/>
                    </a:lnTo>
                    <a:lnTo>
                      <a:pt x="4451731" y="4159758"/>
                    </a:lnTo>
                    <a:lnTo>
                      <a:pt x="4455922" y="4155490"/>
                    </a:lnTo>
                    <a:lnTo>
                      <a:pt x="4455922" y="4144975"/>
                    </a:lnTo>
                    <a:lnTo>
                      <a:pt x="4451731" y="4140708"/>
                    </a:lnTo>
                    <a:close/>
                  </a:path>
                  <a:path w="6140450" h="4159885">
                    <a:moveTo>
                      <a:pt x="4408297" y="4140708"/>
                    </a:moveTo>
                    <a:lnTo>
                      <a:pt x="4403089" y="4140708"/>
                    </a:lnTo>
                    <a:lnTo>
                      <a:pt x="4398772" y="4144975"/>
                    </a:lnTo>
                    <a:lnTo>
                      <a:pt x="4398772" y="4155490"/>
                    </a:lnTo>
                    <a:lnTo>
                      <a:pt x="4403089" y="4159758"/>
                    </a:lnTo>
                    <a:lnTo>
                      <a:pt x="4408297" y="4159758"/>
                    </a:lnTo>
                    <a:lnTo>
                      <a:pt x="4408297" y="4140708"/>
                    </a:lnTo>
                    <a:close/>
                  </a:path>
                  <a:path w="6140450" h="4159885">
                    <a:moveTo>
                      <a:pt x="4413631" y="4140708"/>
                    </a:moveTo>
                    <a:lnTo>
                      <a:pt x="4408297" y="4140708"/>
                    </a:lnTo>
                    <a:lnTo>
                      <a:pt x="4408297" y="4159758"/>
                    </a:lnTo>
                    <a:lnTo>
                      <a:pt x="4413631" y="4159758"/>
                    </a:lnTo>
                    <a:lnTo>
                      <a:pt x="4417822" y="4155490"/>
                    </a:lnTo>
                    <a:lnTo>
                      <a:pt x="4417822" y="4144975"/>
                    </a:lnTo>
                    <a:lnTo>
                      <a:pt x="4413631" y="4140708"/>
                    </a:lnTo>
                    <a:close/>
                  </a:path>
                  <a:path w="6140450" h="4159885">
                    <a:moveTo>
                      <a:pt x="4370197" y="4140708"/>
                    </a:moveTo>
                    <a:lnTo>
                      <a:pt x="4364862" y="4140708"/>
                    </a:lnTo>
                    <a:lnTo>
                      <a:pt x="4360672" y="4144975"/>
                    </a:lnTo>
                    <a:lnTo>
                      <a:pt x="4360672" y="4155490"/>
                    </a:lnTo>
                    <a:lnTo>
                      <a:pt x="4364862" y="4159758"/>
                    </a:lnTo>
                    <a:lnTo>
                      <a:pt x="4370197" y="4159758"/>
                    </a:lnTo>
                    <a:lnTo>
                      <a:pt x="4370197" y="4140708"/>
                    </a:lnTo>
                    <a:close/>
                  </a:path>
                  <a:path w="6140450" h="4159885">
                    <a:moveTo>
                      <a:pt x="4375404" y="4140708"/>
                    </a:moveTo>
                    <a:lnTo>
                      <a:pt x="4370197" y="4140708"/>
                    </a:lnTo>
                    <a:lnTo>
                      <a:pt x="4370197" y="4159758"/>
                    </a:lnTo>
                    <a:lnTo>
                      <a:pt x="4375404" y="4159758"/>
                    </a:lnTo>
                    <a:lnTo>
                      <a:pt x="4379722" y="4155490"/>
                    </a:lnTo>
                    <a:lnTo>
                      <a:pt x="4379722" y="4144975"/>
                    </a:lnTo>
                    <a:lnTo>
                      <a:pt x="4375404" y="4140708"/>
                    </a:lnTo>
                    <a:close/>
                  </a:path>
                  <a:path w="6140450" h="4159885">
                    <a:moveTo>
                      <a:pt x="4332097" y="4140708"/>
                    </a:moveTo>
                    <a:lnTo>
                      <a:pt x="4326762" y="4140708"/>
                    </a:lnTo>
                    <a:lnTo>
                      <a:pt x="4322572" y="4144975"/>
                    </a:lnTo>
                    <a:lnTo>
                      <a:pt x="4322572" y="4155490"/>
                    </a:lnTo>
                    <a:lnTo>
                      <a:pt x="4326762" y="4159758"/>
                    </a:lnTo>
                    <a:lnTo>
                      <a:pt x="4332097" y="4159758"/>
                    </a:lnTo>
                    <a:lnTo>
                      <a:pt x="4332097" y="4140708"/>
                    </a:lnTo>
                    <a:close/>
                  </a:path>
                  <a:path w="6140450" h="4159885">
                    <a:moveTo>
                      <a:pt x="4337304" y="4140708"/>
                    </a:moveTo>
                    <a:lnTo>
                      <a:pt x="4332097" y="4140708"/>
                    </a:lnTo>
                    <a:lnTo>
                      <a:pt x="4332097" y="4159758"/>
                    </a:lnTo>
                    <a:lnTo>
                      <a:pt x="4337304" y="4159758"/>
                    </a:lnTo>
                    <a:lnTo>
                      <a:pt x="4341622" y="4155490"/>
                    </a:lnTo>
                    <a:lnTo>
                      <a:pt x="4341622" y="4144975"/>
                    </a:lnTo>
                    <a:lnTo>
                      <a:pt x="4337304" y="4140708"/>
                    </a:lnTo>
                    <a:close/>
                  </a:path>
                  <a:path w="6140450" h="4159885">
                    <a:moveTo>
                      <a:pt x="4293997" y="4140708"/>
                    </a:moveTo>
                    <a:lnTo>
                      <a:pt x="4288662" y="4140708"/>
                    </a:lnTo>
                    <a:lnTo>
                      <a:pt x="4284472" y="4144975"/>
                    </a:lnTo>
                    <a:lnTo>
                      <a:pt x="4284472" y="4155490"/>
                    </a:lnTo>
                    <a:lnTo>
                      <a:pt x="4288662" y="4159758"/>
                    </a:lnTo>
                    <a:lnTo>
                      <a:pt x="4293997" y="4159758"/>
                    </a:lnTo>
                    <a:lnTo>
                      <a:pt x="4293997" y="4140708"/>
                    </a:lnTo>
                    <a:close/>
                  </a:path>
                  <a:path w="6140450" h="4159885">
                    <a:moveTo>
                      <a:pt x="4299204" y="4140708"/>
                    </a:moveTo>
                    <a:lnTo>
                      <a:pt x="4293997" y="4140708"/>
                    </a:lnTo>
                    <a:lnTo>
                      <a:pt x="4293997" y="4159758"/>
                    </a:lnTo>
                    <a:lnTo>
                      <a:pt x="4299204" y="4159758"/>
                    </a:lnTo>
                    <a:lnTo>
                      <a:pt x="4303522" y="4155490"/>
                    </a:lnTo>
                    <a:lnTo>
                      <a:pt x="4303522" y="4144975"/>
                    </a:lnTo>
                    <a:lnTo>
                      <a:pt x="4299204" y="4140708"/>
                    </a:lnTo>
                    <a:close/>
                  </a:path>
                  <a:path w="6140450" h="4159885">
                    <a:moveTo>
                      <a:pt x="4255770" y="4140708"/>
                    </a:moveTo>
                    <a:lnTo>
                      <a:pt x="4250562" y="4140708"/>
                    </a:lnTo>
                    <a:lnTo>
                      <a:pt x="4246245" y="4144975"/>
                    </a:lnTo>
                    <a:lnTo>
                      <a:pt x="4246245" y="4155490"/>
                    </a:lnTo>
                    <a:lnTo>
                      <a:pt x="4250562" y="4159758"/>
                    </a:lnTo>
                    <a:lnTo>
                      <a:pt x="4255770" y="4159758"/>
                    </a:lnTo>
                    <a:lnTo>
                      <a:pt x="4255770" y="4140708"/>
                    </a:lnTo>
                    <a:close/>
                  </a:path>
                  <a:path w="6140450" h="4159885">
                    <a:moveTo>
                      <a:pt x="4261104" y="4140708"/>
                    </a:moveTo>
                    <a:lnTo>
                      <a:pt x="4255897" y="4140708"/>
                    </a:lnTo>
                    <a:lnTo>
                      <a:pt x="4255897" y="4159758"/>
                    </a:lnTo>
                    <a:lnTo>
                      <a:pt x="4261104" y="4159758"/>
                    </a:lnTo>
                    <a:lnTo>
                      <a:pt x="4265422" y="4155490"/>
                    </a:lnTo>
                    <a:lnTo>
                      <a:pt x="4265422" y="4144975"/>
                    </a:lnTo>
                    <a:lnTo>
                      <a:pt x="4261104" y="4140708"/>
                    </a:lnTo>
                    <a:close/>
                  </a:path>
                  <a:path w="6140450" h="4159885">
                    <a:moveTo>
                      <a:pt x="4217670" y="4140708"/>
                    </a:moveTo>
                    <a:lnTo>
                      <a:pt x="4212462" y="4140708"/>
                    </a:lnTo>
                    <a:lnTo>
                      <a:pt x="4208145" y="4144975"/>
                    </a:lnTo>
                    <a:lnTo>
                      <a:pt x="4208145" y="4155490"/>
                    </a:lnTo>
                    <a:lnTo>
                      <a:pt x="4212462" y="4159758"/>
                    </a:lnTo>
                    <a:lnTo>
                      <a:pt x="4217670" y="4159758"/>
                    </a:lnTo>
                    <a:lnTo>
                      <a:pt x="4217670" y="4140708"/>
                    </a:lnTo>
                    <a:close/>
                  </a:path>
                  <a:path w="6140450" h="4159885">
                    <a:moveTo>
                      <a:pt x="4223004" y="4140708"/>
                    </a:moveTo>
                    <a:lnTo>
                      <a:pt x="4217670" y="4140708"/>
                    </a:lnTo>
                    <a:lnTo>
                      <a:pt x="4217670" y="4159758"/>
                    </a:lnTo>
                    <a:lnTo>
                      <a:pt x="4223004" y="4159758"/>
                    </a:lnTo>
                    <a:lnTo>
                      <a:pt x="4227195" y="4155490"/>
                    </a:lnTo>
                    <a:lnTo>
                      <a:pt x="4227195" y="4144975"/>
                    </a:lnTo>
                    <a:lnTo>
                      <a:pt x="4223004" y="4140708"/>
                    </a:lnTo>
                    <a:close/>
                  </a:path>
                  <a:path w="6140450" h="4159885">
                    <a:moveTo>
                      <a:pt x="4179570" y="4140708"/>
                    </a:moveTo>
                    <a:lnTo>
                      <a:pt x="4174362" y="4140708"/>
                    </a:lnTo>
                    <a:lnTo>
                      <a:pt x="4170045" y="4144975"/>
                    </a:lnTo>
                    <a:lnTo>
                      <a:pt x="4170045" y="4155490"/>
                    </a:lnTo>
                    <a:lnTo>
                      <a:pt x="4174362" y="4159758"/>
                    </a:lnTo>
                    <a:lnTo>
                      <a:pt x="4179570" y="4159758"/>
                    </a:lnTo>
                    <a:lnTo>
                      <a:pt x="4179570" y="4140708"/>
                    </a:lnTo>
                    <a:close/>
                  </a:path>
                  <a:path w="6140450" h="4159885">
                    <a:moveTo>
                      <a:pt x="4184904" y="4140708"/>
                    </a:moveTo>
                    <a:lnTo>
                      <a:pt x="4179570" y="4140708"/>
                    </a:lnTo>
                    <a:lnTo>
                      <a:pt x="4179570" y="4159758"/>
                    </a:lnTo>
                    <a:lnTo>
                      <a:pt x="4184904" y="4159758"/>
                    </a:lnTo>
                    <a:lnTo>
                      <a:pt x="4189095" y="4155490"/>
                    </a:lnTo>
                    <a:lnTo>
                      <a:pt x="4189095" y="4144975"/>
                    </a:lnTo>
                    <a:lnTo>
                      <a:pt x="4184904" y="4140708"/>
                    </a:lnTo>
                    <a:close/>
                  </a:path>
                  <a:path w="6140450" h="4159885">
                    <a:moveTo>
                      <a:pt x="4141470" y="4140708"/>
                    </a:moveTo>
                    <a:lnTo>
                      <a:pt x="4136262" y="4140708"/>
                    </a:lnTo>
                    <a:lnTo>
                      <a:pt x="4131945" y="4144975"/>
                    </a:lnTo>
                    <a:lnTo>
                      <a:pt x="4131945" y="4155490"/>
                    </a:lnTo>
                    <a:lnTo>
                      <a:pt x="4136262" y="4159758"/>
                    </a:lnTo>
                    <a:lnTo>
                      <a:pt x="4141470" y="4159758"/>
                    </a:lnTo>
                    <a:lnTo>
                      <a:pt x="4141470" y="4140708"/>
                    </a:lnTo>
                    <a:close/>
                  </a:path>
                  <a:path w="6140450" h="4159885">
                    <a:moveTo>
                      <a:pt x="4146804" y="4140708"/>
                    </a:moveTo>
                    <a:lnTo>
                      <a:pt x="4141470" y="4140708"/>
                    </a:lnTo>
                    <a:lnTo>
                      <a:pt x="4141470" y="4159758"/>
                    </a:lnTo>
                    <a:lnTo>
                      <a:pt x="4146804" y="4159758"/>
                    </a:lnTo>
                    <a:lnTo>
                      <a:pt x="4150995" y="4155490"/>
                    </a:lnTo>
                    <a:lnTo>
                      <a:pt x="4150995" y="4144975"/>
                    </a:lnTo>
                    <a:lnTo>
                      <a:pt x="4146804" y="4140708"/>
                    </a:lnTo>
                    <a:close/>
                  </a:path>
                  <a:path w="6140450" h="4159885">
                    <a:moveTo>
                      <a:pt x="4103370" y="4140708"/>
                    </a:moveTo>
                    <a:lnTo>
                      <a:pt x="4098035" y="4140708"/>
                    </a:lnTo>
                    <a:lnTo>
                      <a:pt x="4093845" y="4144975"/>
                    </a:lnTo>
                    <a:lnTo>
                      <a:pt x="4093845" y="4155490"/>
                    </a:lnTo>
                    <a:lnTo>
                      <a:pt x="4098035" y="4159758"/>
                    </a:lnTo>
                    <a:lnTo>
                      <a:pt x="4103370" y="4159758"/>
                    </a:lnTo>
                    <a:lnTo>
                      <a:pt x="4103370" y="4140708"/>
                    </a:lnTo>
                    <a:close/>
                  </a:path>
                  <a:path w="6140450" h="4159885">
                    <a:moveTo>
                      <a:pt x="4108577" y="4140708"/>
                    </a:moveTo>
                    <a:lnTo>
                      <a:pt x="4103370" y="4140708"/>
                    </a:lnTo>
                    <a:lnTo>
                      <a:pt x="4103370" y="4159758"/>
                    </a:lnTo>
                    <a:lnTo>
                      <a:pt x="4108577" y="4159758"/>
                    </a:lnTo>
                    <a:lnTo>
                      <a:pt x="4112895" y="4155490"/>
                    </a:lnTo>
                    <a:lnTo>
                      <a:pt x="4112895" y="4144975"/>
                    </a:lnTo>
                    <a:lnTo>
                      <a:pt x="4108577" y="4140708"/>
                    </a:lnTo>
                    <a:close/>
                  </a:path>
                  <a:path w="6140450" h="4159885">
                    <a:moveTo>
                      <a:pt x="4065270" y="4140708"/>
                    </a:moveTo>
                    <a:lnTo>
                      <a:pt x="4059935" y="4140708"/>
                    </a:lnTo>
                    <a:lnTo>
                      <a:pt x="4055745" y="4144975"/>
                    </a:lnTo>
                    <a:lnTo>
                      <a:pt x="4055745" y="4155490"/>
                    </a:lnTo>
                    <a:lnTo>
                      <a:pt x="4059935" y="4159758"/>
                    </a:lnTo>
                    <a:lnTo>
                      <a:pt x="4065270" y="4159758"/>
                    </a:lnTo>
                    <a:lnTo>
                      <a:pt x="4065270" y="4140708"/>
                    </a:lnTo>
                    <a:close/>
                  </a:path>
                  <a:path w="6140450" h="4159885">
                    <a:moveTo>
                      <a:pt x="4070477" y="4140708"/>
                    </a:moveTo>
                    <a:lnTo>
                      <a:pt x="4065270" y="4140708"/>
                    </a:lnTo>
                    <a:lnTo>
                      <a:pt x="4065270" y="4159758"/>
                    </a:lnTo>
                    <a:lnTo>
                      <a:pt x="4070477" y="4159758"/>
                    </a:lnTo>
                    <a:lnTo>
                      <a:pt x="4074795" y="4155490"/>
                    </a:lnTo>
                    <a:lnTo>
                      <a:pt x="4074795" y="4144975"/>
                    </a:lnTo>
                    <a:lnTo>
                      <a:pt x="4070477" y="4140708"/>
                    </a:lnTo>
                    <a:close/>
                  </a:path>
                  <a:path w="6140450" h="4159885">
                    <a:moveTo>
                      <a:pt x="4027170" y="4140708"/>
                    </a:moveTo>
                    <a:lnTo>
                      <a:pt x="4021835" y="4140708"/>
                    </a:lnTo>
                    <a:lnTo>
                      <a:pt x="4017645" y="4144975"/>
                    </a:lnTo>
                    <a:lnTo>
                      <a:pt x="4017645" y="4155490"/>
                    </a:lnTo>
                    <a:lnTo>
                      <a:pt x="4021835" y="4159758"/>
                    </a:lnTo>
                    <a:lnTo>
                      <a:pt x="4027170" y="4159758"/>
                    </a:lnTo>
                    <a:lnTo>
                      <a:pt x="4027170" y="4140708"/>
                    </a:lnTo>
                    <a:close/>
                  </a:path>
                  <a:path w="6140450" h="4159885">
                    <a:moveTo>
                      <a:pt x="4032377" y="4140708"/>
                    </a:moveTo>
                    <a:lnTo>
                      <a:pt x="4027170" y="4140708"/>
                    </a:lnTo>
                    <a:lnTo>
                      <a:pt x="4027170" y="4159758"/>
                    </a:lnTo>
                    <a:lnTo>
                      <a:pt x="4032377" y="4159758"/>
                    </a:lnTo>
                    <a:lnTo>
                      <a:pt x="4036695" y="4155490"/>
                    </a:lnTo>
                    <a:lnTo>
                      <a:pt x="4036695" y="4144975"/>
                    </a:lnTo>
                    <a:lnTo>
                      <a:pt x="4032377" y="4140708"/>
                    </a:lnTo>
                    <a:close/>
                  </a:path>
                  <a:path w="6140450" h="4159885">
                    <a:moveTo>
                      <a:pt x="3988943" y="4140708"/>
                    </a:moveTo>
                    <a:lnTo>
                      <a:pt x="3983735" y="4140708"/>
                    </a:lnTo>
                    <a:lnTo>
                      <a:pt x="3979418" y="4144975"/>
                    </a:lnTo>
                    <a:lnTo>
                      <a:pt x="3979418" y="4155490"/>
                    </a:lnTo>
                    <a:lnTo>
                      <a:pt x="3983735" y="4159758"/>
                    </a:lnTo>
                    <a:lnTo>
                      <a:pt x="3988943" y="4159758"/>
                    </a:lnTo>
                    <a:lnTo>
                      <a:pt x="3988943" y="4140708"/>
                    </a:lnTo>
                    <a:close/>
                  </a:path>
                  <a:path w="6140450" h="4159885">
                    <a:moveTo>
                      <a:pt x="3994277" y="4140708"/>
                    </a:moveTo>
                    <a:lnTo>
                      <a:pt x="3989070" y="4140708"/>
                    </a:lnTo>
                    <a:lnTo>
                      <a:pt x="3989070" y="4159758"/>
                    </a:lnTo>
                    <a:lnTo>
                      <a:pt x="3994277" y="4159758"/>
                    </a:lnTo>
                    <a:lnTo>
                      <a:pt x="3998595" y="4155490"/>
                    </a:lnTo>
                    <a:lnTo>
                      <a:pt x="3998595" y="4144975"/>
                    </a:lnTo>
                    <a:lnTo>
                      <a:pt x="3994277" y="4140708"/>
                    </a:lnTo>
                    <a:close/>
                  </a:path>
                  <a:path w="6140450" h="4159885">
                    <a:moveTo>
                      <a:pt x="3950843" y="4140708"/>
                    </a:moveTo>
                    <a:lnTo>
                      <a:pt x="3945635" y="4140708"/>
                    </a:lnTo>
                    <a:lnTo>
                      <a:pt x="3941318" y="4144975"/>
                    </a:lnTo>
                    <a:lnTo>
                      <a:pt x="3941318" y="4155490"/>
                    </a:lnTo>
                    <a:lnTo>
                      <a:pt x="3945635" y="4159758"/>
                    </a:lnTo>
                    <a:lnTo>
                      <a:pt x="3950843" y="4159758"/>
                    </a:lnTo>
                    <a:lnTo>
                      <a:pt x="3950843" y="4140708"/>
                    </a:lnTo>
                    <a:close/>
                  </a:path>
                  <a:path w="6140450" h="4159885">
                    <a:moveTo>
                      <a:pt x="3956177" y="4140708"/>
                    </a:moveTo>
                    <a:lnTo>
                      <a:pt x="3950843" y="4140708"/>
                    </a:lnTo>
                    <a:lnTo>
                      <a:pt x="3950843" y="4159758"/>
                    </a:lnTo>
                    <a:lnTo>
                      <a:pt x="3956177" y="4159758"/>
                    </a:lnTo>
                    <a:lnTo>
                      <a:pt x="3960368" y="4155490"/>
                    </a:lnTo>
                    <a:lnTo>
                      <a:pt x="3960368" y="4144975"/>
                    </a:lnTo>
                    <a:lnTo>
                      <a:pt x="3956177" y="4140708"/>
                    </a:lnTo>
                    <a:close/>
                  </a:path>
                  <a:path w="6140450" h="4159885">
                    <a:moveTo>
                      <a:pt x="3912743" y="4140708"/>
                    </a:moveTo>
                    <a:lnTo>
                      <a:pt x="3907535" y="4140708"/>
                    </a:lnTo>
                    <a:lnTo>
                      <a:pt x="3903218" y="4144975"/>
                    </a:lnTo>
                    <a:lnTo>
                      <a:pt x="3903218" y="4155490"/>
                    </a:lnTo>
                    <a:lnTo>
                      <a:pt x="3907535" y="4159758"/>
                    </a:lnTo>
                    <a:lnTo>
                      <a:pt x="3912743" y="4159758"/>
                    </a:lnTo>
                    <a:lnTo>
                      <a:pt x="3912743" y="4140708"/>
                    </a:lnTo>
                    <a:close/>
                  </a:path>
                  <a:path w="6140450" h="4159885">
                    <a:moveTo>
                      <a:pt x="3918077" y="4140708"/>
                    </a:moveTo>
                    <a:lnTo>
                      <a:pt x="3912743" y="4140708"/>
                    </a:lnTo>
                    <a:lnTo>
                      <a:pt x="3912743" y="4159758"/>
                    </a:lnTo>
                    <a:lnTo>
                      <a:pt x="3918077" y="4159758"/>
                    </a:lnTo>
                    <a:lnTo>
                      <a:pt x="3922268" y="4155490"/>
                    </a:lnTo>
                    <a:lnTo>
                      <a:pt x="3922268" y="4144975"/>
                    </a:lnTo>
                    <a:lnTo>
                      <a:pt x="3918077" y="4140708"/>
                    </a:lnTo>
                    <a:close/>
                  </a:path>
                  <a:path w="6140450" h="4159885">
                    <a:moveTo>
                      <a:pt x="3874643" y="4140708"/>
                    </a:moveTo>
                    <a:lnTo>
                      <a:pt x="3869435" y="4140708"/>
                    </a:lnTo>
                    <a:lnTo>
                      <a:pt x="3865118" y="4144975"/>
                    </a:lnTo>
                    <a:lnTo>
                      <a:pt x="3865118" y="4155490"/>
                    </a:lnTo>
                    <a:lnTo>
                      <a:pt x="3869435" y="4159758"/>
                    </a:lnTo>
                    <a:lnTo>
                      <a:pt x="3874643" y="4159758"/>
                    </a:lnTo>
                    <a:lnTo>
                      <a:pt x="3874643" y="4140708"/>
                    </a:lnTo>
                    <a:close/>
                  </a:path>
                  <a:path w="6140450" h="4159885">
                    <a:moveTo>
                      <a:pt x="3879977" y="4140708"/>
                    </a:moveTo>
                    <a:lnTo>
                      <a:pt x="3874643" y="4140708"/>
                    </a:lnTo>
                    <a:lnTo>
                      <a:pt x="3874643" y="4159758"/>
                    </a:lnTo>
                    <a:lnTo>
                      <a:pt x="3879977" y="4159758"/>
                    </a:lnTo>
                    <a:lnTo>
                      <a:pt x="3884168" y="4155490"/>
                    </a:lnTo>
                    <a:lnTo>
                      <a:pt x="3884168" y="4144975"/>
                    </a:lnTo>
                    <a:lnTo>
                      <a:pt x="3879977" y="4140708"/>
                    </a:lnTo>
                    <a:close/>
                  </a:path>
                  <a:path w="6140450" h="4159885">
                    <a:moveTo>
                      <a:pt x="3836543" y="4140708"/>
                    </a:moveTo>
                    <a:lnTo>
                      <a:pt x="3831208" y="4140708"/>
                    </a:lnTo>
                    <a:lnTo>
                      <a:pt x="3827018" y="4144975"/>
                    </a:lnTo>
                    <a:lnTo>
                      <a:pt x="3827018" y="4155490"/>
                    </a:lnTo>
                    <a:lnTo>
                      <a:pt x="3831208" y="4159758"/>
                    </a:lnTo>
                    <a:lnTo>
                      <a:pt x="3836543" y="4159758"/>
                    </a:lnTo>
                    <a:lnTo>
                      <a:pt x="3836543" y="4140708"/>
                    </a:lnTo>
                    <a:close/>
                  </a:path>
                  <a:path w="6140450" h="4159885">
                    <a:moveTo>
                      <a:pt x="3841750" y="4140708"/>
                    </a:moveTo>
                    <a:lnTo>
                      <a:pt x="3836543" y="4140708"/>
                    </a:lnTo>
                    <a:lnTo>
                      <a:pt x="3836543" y="4159758"/>
                    </a:lnTo>
                    <a:lnTo>
                      <a:pt x="3841750" y="4159758"/>
                    </a:lnTo>
                    <a:lnTo>
                      <a:pt x="3846068" y="4155490"/>
                    </a:lnTo>
                    <a:lnTo>
                      <a:pt x="3846068" y="4144975"/>
                    </a:lnTo>
                    <a:lnTo>
                      <a:pt x="3841750" y="4140708"/>
                    </a:lnTo>
                    <a:close/>
                  </a:path>
                  <a:path w="6140450" h="4159885">
                    <a:moveTo>
                      <a:pt x="3798443" y="4140708"/>
                    </a:moveTo>
                    <a:lnTo>
                      <a:pt x="3793108" y="4140708"/>
                    </a:lnTo>
                    <a:lnTo>
                      <a:pt x="3788918" y="4144975"/>
                    </a:lnTo>
                    <a:lnTo>
                      <a:pt x="3788918" y="4155490"/>
                    </a:lnTo>
                    <a:lnTo>
                      <a:pt x="3793108" y="4159758"/>
                    </a:lnTo>
                    <a:lnTo>
                      <a:pt x="3798443" y="4159758"/>
                    </a:lnTo>
                    <a:lnTo>
                      <a:pt x="3798443" y="4140708"/>
                    </a:lnTo>
                    <a:close/>
                  </a:path>
                  <a:path w="6140450" h="4159885">
                    <a:moveTo>
                      <a:pt x="3803650" y="4140708"/>
                    </a:moveTo>
                    <a:lnTo>
                      <a:pt x="3798443" y="4140708"/>
                    </a:lnTo>
                    <a:lnTo>
                      <a:pt x="3798443" y="4159758"/>
                    </a:lnTo>
                    <a:lnTo>
                      <a:pt x="3803650" y="4159758"/>
                    </a:lnTo>
                    <a:lnTo>
                      <a:pt x="3807968" y="4155490"/>
                    </a:lnTo>
                    <a:lnTo>
                      <a:pt x="3807968" y="4144975"/>
                    </a:lnTo>
                    <a:lnTo>
                      <a:pt x="3803650" y="4140708"/>
                    </a:lnTo>
                    <a:close/>
                  </a:path>
                  <a:path w="6140450" h="4159885">
                    <a:moveTo>
                      <a:pt x="3760215" y="4140708"/>
                    </a:moveTo>
                    <a:lnTo>
                      <a:pt x="3755008" y="4140708"/>
                    </a:lnTo>
                    <a:lnTo>
                      <a:pt x="3750690" y="4144975"/>
                    </a:lnTo>
                    <a:lnTo>
                      <a:pt x="3750690" y="4155490"/>
                    </a:lnTo>
                    <a:lnTo>
                      <a:pt x="3755008" y="4159758"/>
                    </a:lnTo>
                    <a:lnTo>
                      <a:pt x="3760215" y="4159758"/>
                    </a:lnTo>
                    <a:lnTo>
                      <a:pt x="3760215" y="4140708"/>
                    </a:lnTo>
                    <a:close/>
                  </a:path>
                  <a:path w="6140450" h="4159885">
                    <a:moveTo>
                      <a:pt x="3760343" y="4153408"/>
                    </a:moveTo>
                    <a:lnTo>
                      <a:pt x="3760215" y="4153408"/>
                    </a:lnTo>
                    <a:lnTo>
                      <a:pt x="3760215" y="4159758"/>
                    </a:lnTo>
                    <a:lnTo>
                      <a:pt x="3760343" y="4159758"/>
                    </a:lnTo>
                    <a:lnTo>
                      <a:pt x="3760343" y="4153408"/>
                    </a:lnTo>
                    <a:close/>
                  </a:path>
                  <a:path w="6140450" h="4159885">
                    <a:moveTo>
                      <a:pt x="3765550" y="4140708"/>
                    </a:moveTo>
                    <a:lnTo>
                      <a:pt x="3760343" y="4140708"/>
                    </a:lnTo>
                    <a:lnTo>
                      <a:pt x="3760343" y="4159758"/>
                    </a:lnTo>
                    <a:lnTo>
                      <a:pt x="3765550" y="4159758"/>
                    </a:lnTo>
                    <a:lnTo>
                      <a:pt x="3769868" y="4155490"/>
                    </a:lnTo>
                    <a:lnTo>
                      <a:pt x="3769868" y="4144975"/>
                    </a:lnTo>
                    <a:lnTo>
                      <a:pt x="3765550" y="4140708"/>
                    </a:lnTo>
                    <a:close/>
                  </a:path>
                  <a:path w="6140450" h="4159885">
                    <a:moveTo>
                      <a:pt x="3760343" y="4140708"/>
                    </a:moveTo>
                    <a:lnTo>
                      <a:pt x="3760215" y="4140708"/>
                    </a:lnTo>
                    <a:lnTo>
                      <a:pt x="3760215" y="4147058"/>
                    </a:lnTo>
                    <a:lnTo>
                      <a:pt x="3760343" y="4147058"/>
                    </a:lnTo>
                    <a:lnTo>
                      <a:pt x="3760343" y="4140708"/>
                    </a:lnTo>
                    <a:close/>
                  </a:path>
                  <a:path w="6140450" h="4159885">
                    <a:moveTo>
                      <a:pt x="3722115" y="4140708"/>
                    </a:moveTo>
                    <a:lnTo>
                      <a:pt x="3716908" y="4140708"/>
                    </a:lnTo>
                    <a:lnTo>
                      <a:pt x="3712590" y="4144975"/>
                    </a:lnTo>
                    <a:lnTo>
                      <a:pt x="3712590" y="4155490"/>
                    </a:lnTo>
                    <a:lnTo>
                      <a:pt x="3716908" y="4159758"/>
                    </a:lnTo>
                    <a:lnTo>
                      <a:pt x="3722115" y="4159758"/>
                    </a:lnTo>
                    <a:lnTo>
                      <a:pt x="3722115" y="4140708"/>
                    </a:lnTo>
                    <a:close/>
                  </a:path>
                  <a:path w="6140450" h="4159885">
                    <a:moveTo>
                      <a:pt x="3727450" y="4140708"/>
                    </a:moveTo>
                    <a:lnTo>
                      <a:pt x="3722115" y="4140708"/>
                    </a:lnTo>
                    <a:lnTo>
                      <a:pt x="3722115" y="4159758"/>
                    </a:lnTo>
                    <a:lnTo>
                      <a:pt x="3727450" y="4159758"/>
                    </a:lnTo>
                    <a:lnTo>
                      <a:pt x="3731640" y="4155490"/>
                    </a:lnTo>
                    <a:lnTo>
                      <a:pt x="3731640" y="4144975"/>
                    </a:lnTo>
                    <a:lnTo>
                      <a:pt x="3727450" y="4140708"/>
                    </a:lnTo>
                    <a:close/>
                  </a:path>
                  <a:path w="6140450" h="4159885">
                    <a:moveTo>
                      <a:pt x="3684015" y="4140708"/>
                    </a:moveTo>
                    <a:lnTo>
                      <a:pt x="3678808" y="4140708"/>
                    </a:lnTo>
                    <a:lnTo>
                      <a:pt x="3674490" y="4144975"/>
                    </a:lnTo>
                    <a:lnTo>
                      <a:pt x="3674490" y="4155490"/>
                    </a:lnTo>
                    <a:lnTo>
                      <a:pt x="3678808" y="4159758"/>
                    </a:lnTo>
                    <a:lnTo>
                      <a:pt x="3684015" y="4159758"/>
                    </a:lnTo>
                    <a:lnTo>
                      <a:pt x="3684015" y="4140708"/>
                    </a:lnTo>
                    <a:close/>
                  </a:path>
                  <a:path w="6140450" h="4159885">
                    <a:moveTo>
                      <a:pt x="3689350" y="4140708"/>
                    </a:moveTo>
                    <a:lnTo>
                      <a:pt x="3684015" y="4140708"/>
                    </a:lnTo>
                    <a:lnTo>
                      <a:pt x="3684015" y="4159758"/>
                    </a:lnTo>
                    <a:lnTo>
                      <a:pt x="3689350" y="4159758"/>
                    </a:lnTo>
                    <a:lnTo>
                      <a:pt x="3693540" y="4155490"/>
                    </a:lnTo>
                    <a:lnTo>
                      <a:pt x="3693540" y="4144975"/>
                    </a:lnTo>
                    <a:lnTo>
                      <a:pt x="3689350" y="4140708"/>
                    </a:lnTo>
                    <a:close/>
                  </a:path>
                  <a:path w="6140450" h="4159885">
                    <a:moveTo>
                      <a:pt x="3645915" y="4140708"/>
                    </a:moveTo>
                    <a:lnTo>
                      <a:pt x="3640708" y="4140708"/>
                    </a:lnTo>
                    <a:lnTo>
                      <a:pt x="3636390" y="4144975"/>
                    </a:lnTo>
                    <a:lnTo>
                      <a:pt x="3636390" y="4155490"/>
                    </a:lnTo>
                    <a:lnTo>
                      <a:pt x="3640708" y="4159758"/>
                    </a:lnTo>
                    <a:lnTo>
                      <a:pt x="3645915" y="4159758"/>
                    </a:lnTo>
                    <a:lnTo>
                      <a:pt x="3645915" y="4140708"/>
                    </a:lnTo>
                    <a:close/>
                  </a:path>
                  <a:path w="6140450" h="4159885">
                    <a:moveTo>
                      <a:pt x="3651250" y="4140708"/>
                    </a:moveTo>
                    <a:lnTo>
                      <a:pt x="3645915" y="4140708"/>
                    </a:lnTo>
                    <a:lnTo>
                      <a:pt x="3645915" y="4159758"/>
                    </a:lnTo>
                    <a:lnTo>
                      <a:pt x="3651250" y="4159758"/>
                    </a:lnTo>
                    <a:lnTo>
                      <a:pt x="3655440" y="4155490"/>
                    </a:lnTo>
                    <a:lnTo>
                      <a:pt x="3655440" y="4144975"/>
                    </a:lnTo>
                    <a:lnTo>
                      <a:pt x="3651250" y="4140708"/>
                    </a:lnTo>
                    <a:close/>
                  </a:path>
                  <a:path w="6140450" h="4159885">
                    <a:moveTo>
                      <a:pt x="3607815" y="4140708"/>
                    </a:moveTo>
                    <a:lnTo>
                      <a:pt x="3602481" y="4140708"/>
                    </a:lnTo>
                    <a:lnTo>
                      <a:pt x="3598290" y="4144975"/>
                    </a:lnTo>
                    <a:lnTo>
                      <a:pt x="3598290" y="4155490"/>
                    </a:lnTo>
                    <a:lnTo>
                      <a:pt x="3602481" y="4159758"/>
                    </a:lnTo>
                    <a:lnTo>
                      <a:pt x="3607815" y="4159758"/>
                    </a:lnTo>
                    <a:lnTo>
                      <a:pt x="3607815" y="4140708"/>
                    </a:lnTo>
                    <a:close/>
                  </a:path>
                  <a:path w="6140450" h="4159885">
                    <a:moveTo>
                      <a:pt x="3613023" y="4140708"/>
                    </a:moveTo>
                    <a:lnTo>
                      <a:pt x="3607815" y="4140708"/>
                    </a:lnTo>
                    <a:lnTo>
                      <a:pt x="3607815" y="4159758"/>
                    </a:lnTo>
                    <a:lnTo>
                      <a:pt x="3613023" y="4159758"/>
                    </a:lnTo>
                    <a:lnTo>
                      <a:pt x="3617340" y="4155490"/>
                    </a:lnTo>
                    <a:lnTo>
                      <a:pt x="3617340" y="4144975"/>
                    </a:lnTo>
                    <a:lnTo>
                      <a:pt x="3613023" y="4140708"/>
                    </a:lnTo>
                    <a:close/>
                  </a:path>
                  <a:path w="6140450" h="4159885">
                    <a:moveTo>
                      <a:pt x="3569715" y="4140708"/>
                    </a:moveTo>
                    <a:lnTo>
                      <a:pt x="3564381" y="4140708"/>
                    </a:lnTo>
                    <a:lnTo>
                      <a:pt x="3560190" y="4144975"/>
                    </a:lnTo>
                    <a:lnTo>
                      <a:pt x="3560190" y="4155490"/>
                    </a:lnTo>
                    <a:lnTo>
                      <a:pt x="3564381" y="4159758"/>
                    </a:lnTo>
                    <a:lnTo>
                      <a:pt x="3569715" y="4159758"/>
                    </a:lnTo>
                    <a:lnTo>
                      <a:pt x="3569715" y="4140708"/>
                    </a:lnTo>
                    <a:close/>
                  </a:path>
                  <a:path w="6140450" h="4159885">
                    <a:moveTo>
                      <a:pt x="3574923" y="4140708"/>
                    </a:moveTo>
                    <a:lnTo>
                      <a:pt x="3569715" y="4140708"/>
                    </a:lnTo>
                    <a:lnTo>
                      <a:pt x="3569715" y="4159758"/>
                    </a:lnTo>
                    <a:lnTo>
                      <a:pt x="3574923" y="4159758"/>
                    </a:lnTo>
                    <a:lnTo>
                      <a:pt x="3579240" y="4155490"/>
                    </a:lnTo>
                    <a:lnTo>
                      <a:pt x="3579240" y="4144975"/>
                    </a:lnTo>
                    <a:lnTo>
                      <a:pt x="3574923" y="4140708"/>
                    </a:lnTo>
                    <a:close/>
                  </a:path>
                  <a:path w="6140450" h="4159885">
                    <a:moveTo>
                      <a:pt x="3531615" y="4140708"/>
                    </a:moveTo>
                    <a:lnTo>
                      <a:pt x="3526281" y="4140708"/>
                    </a:lnTo>
                    <a:lnTo>
                      <a:pt x="3522090" y="4144975"/>
                    </a:lnTo>
                    <a:lnTo>
                      <a:pt x="3522090" y="4155490"/>
                    </a:lnTo>
                    <a:lnTo>
                      <a:pt x="3526281" y="4159758"/>
                    </a:lnTo>
                    <a:lnTo>
                      <a:pt x="3531615" y="4159758"/>
                    </a:lnTo>
                    <a:lnTo>
                      <a:pt x="3531615" y="4140708"/>
                    </a:lnTo>
                    <a:close/>
                  </a:path>
                  <a:path w="6140450" h="4159885">
                    <a:moveTo>
                      <a:pt x="3536823" y="4140708"/>
                    </a:moveTo>
                    <a:lnTo>
                      <a:pt x="3531615" y="4140708"/>
                    </a:lnTo>
                    <a:lnTo>
                      <a:pt x="3531615" y="4159758"/>
                    </a:lnTo>
                    <a:lnTo>
                      <a:pt x="3536823" y="4159758"/>
                    </a:lnTo>
                    <a:lnTo>
                      <a:pt x="3541140" y="4155490"/>
                    </a:lnTo>
                    <a:lnTo>
                      <a:pt x="3541140" y="4144975"/>
                    </a:lnTo>
                    <a:lnTo>
                      <a:pt x="3536823" y="4140708"/>
                    </a:lnTo>
                    <a:close/>
                  </a:path>
                  <a:path w="6140450" h="4159885">
                    <a:moveTo>
                      <a:pt x="3493388" y="4140708"/>
                    </a:moveTo>
                    <a:lnTo>
                      <a:pt x="3488181" y="4140708"/>
                    </a:lnTo>
                    <a:lnTo>
                      <a:pt x="3483863" y="4144975"/>
                    </a:lnTo>
                    <a:lnTo>
                      <a:pt x="3483863" y="4155490"/>
                    </a:lnTo>
                    <a:lnTo>
                      <a:pt x="3488181" y="4159758"/>
                    </a:lnTo>
                    <a:lnTo>
                      <a:pt x="3493388" y="4159758"/>
                    </a:lnTo>
                    <a:lnTo>
                      <a:pt x="3493388" y="4140708"/>
                    </a:lnTo>
                    <a:close/>
                  </a:path>
                  <a:path w="6140450" h="4159885">
                    <a:moveTo>
                      <a:pt x="3498723" y="4140708"/>
                    </a:moveTo>
                    <a:lnTo>
                      <a:pt x="3493515" y="4140708"/>
                    </a:lnTo>
                    <a:lnTo>
                      <a:pt x="3493515" y="4159758"/>
                    </a:lnTo>
                    <a:lnTo>
                      <a:pt x="3498723" y="4159758"/>
                    </a:lnTo>
                    <a:lnTo>
                      <a:pt x="3503040" y="4155490"/>
                    </a:lnTo>
                    <a:lnTo>
                      <a:pt x="3503040" y="4144975"/>
                    </a:lnTo>
                    <a:lnTo>
                      <a:pt x="3498723" y="4140708"/>
                    </a:lnTo>
                    <a:close/>
                  </a:path>
                  <a:path w="6140450" h="4159885">
                    <a:moveTo>
                      <a:pt x="3455288" y="4140708"/>
                    </a:moveTo>
                    <a:lnTo>
                      <a:pt x="3450081" y="4140708"/>
                    </a:lnTo>
                    <a:lnTo>
                      <a:pt x="3445763" y="4144975"/>
                    </a:lnTo>
                    <a:lnTo>
                      <a:pt x="3445763" y="4155490"/>
                    </a:lnTo>
                    <a:lnTo>
                      <a:pt x="3450081" y="4159758"/>
                    </a:lnTo>
                    <a:lnTo>
                      <a:pt x="3455288" y="4159758"/>
                    </a:lnTo>
                    <a:lnTo>
                      <a:pt x="3455288" y="4140708"/>
                    </a:lnTo>
                    <a:close/>
                  </a:path>
                  <a:path w="6140450" h="4159885">
                    <a:moveTo>
                      <a:pt x="3460623" y="4140708"/>
                    </a:moveTo>
                    <a:lnTo>
                      <a:pt x="3455288" y="4140708"/>
                    </a:lnTo>
                    <a:lnTo>
                      <a:pt x="3455288" y="4159758"/>
                    </a:lnTo>
                    <a:lnTo>
                      <a:pt x="3460623" y="4159758"/>
                    </a:lnTo>
                    <a:lnTo>
                      <a:pt x="3464813" y="4155490"/>
                    </a:lnTo>
                    <a:lnTo>
                      <a:pt x="3464813" y="4144975"/>
                    </a:lnTo>
                    <a:lnTo>
                      <a:pt x="3460623" y="4140708"/>
                    </a:lnTo>
                    <a:close/>
                  </a:path>
                  <a:path w="6140450" h="4159885">
                    <a:moveTo>
                      <a:pt x="3417188" y="4140708"/>
                    </a:moveTo>
                    <a:lnTo>
                      <a:pt x="3411981" y="4140708"/>
                    </a:lnTo>
                    <a:lnTo>
                      <a:pt x="3407663" y="4144975"/>
                    </a:lnTo>
                    <a:lnTo>
                      <a:pt x="3407663" y="4155490"/>
                    </a:lnTo>
                    <a:lnTo>
                      <a:pt x="3411981" y="4159758"/>
                    </a:lnTo>
                    <a:lnTo>
                      <a:pt x="3417188" y="4159758"/>
                    </a:lnTo>
                    <a:lnTo>
                      <a:pt x="3417188" y="4140708"/>
                    </a:lnTo>
                    <a:close/>
                  </a:path>
                  <a:path w="6140450" h="4159885">
                    <a:moveTo>
                      <a:pt x="3422523" y="4140708"/>
                    </a:moveTo>
                    <a:lnTo>
                      <a:pt x="3417188" y="4140708"/>
                    </a:lnTo>
                    <a:lnTo>
                      <a:pt x="3417188" y="4159758"/>
                    </a:lnTo>
                    <a:lnTo>
                      <a:pt x="3422523" y="4159758"/>
                    </a:lnTo>
                    <a:lnTo>
                      <a:pt x="3426713" y="4155490"/>
                    </a:lnTo>
                    <a:lnTo>
                      <a:pt x="3426713" y="4144975"/>
                    </a:lnTo>
                    <a:lnTo>
                      <a:pt x="3422523" y="4140708"/>
                    </a:lnTo>
                    <a:close/>
                  </a:path>
                  <a:path w="6140450" h="4159885">
                    <a:moveTo>
                      <a:pt x="3379088" y="4140708"/>
                    </a:moveTo>
                    <a:lnTo>
                      <a:pt x="3373881" y="4140708"/>
                    </a:lnTo>
                    <a:lnTo>
                      <a:pt x="3369563" y="4144975"/>
                    </a:lnTo>
                    <a:lnTo>
                      <a:pt x="3369563" y="4155490"/>
                    </a:lnTo>
                    <a:lnTo>
                      <a:pt x="3373881" y="4159758"/>
                    </a:lnTo>
                    <a:lnTo>
                      <a:pt x="3379088" y="4159758"/>
                    </a:lnTo>
                    <a:lnTo>
                      <a:pt x="3379088" y="4140708"/>
                    </a:lnTo>
                    <a:close/>
                  </a:path>
                  <a:path w="6140450" h="4159885">
                    <a:moveTo>
                      <a:pt x="3384423" y="4140708"/>
                    </a:moveTo>
                    <a:lnTo>
                      <a:pt x="3379088" y="4140708"/>
                    </a:lnTo>
                    <a:lnTo>
                      <a:pt x="3379088" y="4159758"/>
                    </a:lnTo>
                    <a:lnTo>
                      <a:pt x="3384423" y="4159758"/>
                    </a:lnTo>
                    <a:lnTo>
                      <a:pt x="3388613" y="4155490"/>
                    </a:lnTo>
                    <a:lnTo>
                      <a:pt x="3388613" y="4144975"/>
                    </a:lnTo>
                    <a:lnTo>
                      <a:pt x="3384423" y="4140708"/>
                    </a:lnTo>
                    <a:close/>
                  </a:path>
                  <a:path w="6140450" h="4159885">
                    <a:moveTo>
                      <a:pt x="3340988" y="4140708"/>
                    </a:moveTo>
                    <a:lnTo>
                      <a:pt x="3335654" y="4140708"/>
                    </a:lnTo>
                    <a:lnTo>
                      <a:pt x="3331463" y="4144975"/>
                    </a:lnTo>
                    <a:lnTo>
                      <a:pt x="3331463" y="4155490"/>
                    </a:lnTo>
                    <a:lnTo>
                      <a:pt x="3335654" y="4159758"/>
                    </a:lnTo>
                    <a:lnTo>
                      <a:pt x="3340988" y="4159758"/>
                    </a:lnTo>
                    <a:lnTo>
                      <a:pt x="3340988" y="4140708"/>
                    </a:lnTo>
                    <a:close/>
                  </a:path>
                  <a:path w="6140450" h="4159885">
                    <a:moveTo>
                      <a:pt x="3346196" y="4140708"/>
                    </a:moveTo>
                    <a:lnTo>
                      <a:pt x="3340988" y="4140708"/>
                    </a:lnTo>
                    <a:lnTo>
                      <a:pt x="3340988" y="4159758"/>
                    </a:lnTo>
                    <a:lnTo>
                      <a:pt x="3346196" y="4159758"/>
                    </a:lnTo>
                    <a:lnTo>
                      <a:pt x="3350513" y="4155490"/>
                    </a:lnTo>
                    <a:lnTo>
                      <a:pt x="3350513" y="4144975"/>
                    </a:lnTo>
                    <a:lnTo>
                      <a:pt x="3346196" y="4140708"/>
                    </a:lnTo>
                    <a:close/>
                  </a:path>
                  <a:path w="6140450" h="4159885">
                    <a:moveTo>
                      <a:pt x="3302888" y="4140708"/>
                    </a:moveTo>
                    <a:lnTo>
                      <a:pt x="3297554" y="4140708"/>
                    </a:lnTo>
                    <a:lnTo>
                      <a:pt x="3293363" y="4144975"/>
                    </a:lnTo>
                    <a:lnTo>
                      <a:pt x="3293363" y="4155490"/>
                    </a:lnTo>
                    <a:lnTo>
                      <a:pt x="3297554" y="4159758"/>
                    </a:lnTo>
                    <a:lnTo>
                      <a:pt x="3302888" y="4159758"/>
                    </a:lnTo>
                    <a:lnTo>
                      <a:pt x="3302888" y="4140708"/>
                    </a:lnTo>
                    <a:close/>
                  </a:path>
                  <a:path w="6140450" h="4159885">
                    <a:moveTo>
                      <a:pt x="3308096" y="4140708"/>
                    </a:moveTo>
                    <a:lnTo>
                      <a:pt x="3302888" y="4140708"/>
                    </a:lnTo>
                    <a:lnTo>
                      <a:pt x="3302888" y="4159758"/>
                    </a:lnTo>
                    <a:lnTo>
                      <a:pt x="3308096" y="4159758"/>
                    </a:lnTo>
                    <a:lnTo>
                      <a:pt x="3312413" y="4155490"/>
                    </a:lnTo>
                    <a:lnTo>
                      <a:pt x="3312413" y="4144975"/>
                    </a:lnTo>
                    <a:lnTo>
                      <a:pt x="3308096" y="4140708"/>
                    </a:lnTo>
                    <a:close/>
                  </a:path>
                  <a:path w="6140450" h="4159885">
                    <a:moveTo>
                      <a:pt x="3264788" y="4140708"/>
                    </a:moveTo>
                    <a:lnTo>
                      <a:pt x="3259454" y="4140708"/>
                    </a:lnTo>
                    <a:lnTo>
                      <a:pt x="3255263" y="4144975"/>
                    </a:lnTo>
                    <a:lnTo>
                      <a:pt x="3255263" y="4155490"/>
                    </a:lnTo>
                    <a:lnTo>
                      <a:pt x="3259454" y="4159758"/>
                    </a:lnTo>
                    <a:lnTo>
                      <a:pt x="3264788" y="4159758"/>
                    </a:lnTo>
                    <a:lnTo>
                      <a:pt x="3264788" y="4140708"/>
                    </a:lnTo>
                    <a:close/>
                  </a:path>
                  <a:path w="6140450" h="4159885">
                    <a:moveTo>
                      <a:pt x="3269996" y="4140708"/>
                    </a:moveTo>
                    <a:lnTo>
                      <a:pt x="3264788" y="4140708"/>
                    </a:lnTo>
                    <a:lnTo>
                      <a:pt x="3264788" y="4159758"/>
                    </a:lnTo>
                    <a:lnTo>
                      <a:pt x="3269996" y="4159758"/>
                    </a:lnTo>
                    <a:lnTo>
                      <a:pt x="3274313" y="4155490"/>
                    </a:lnTo>
                    <a:lnTo>
                      <a:pt x="3274313" y="4144975"/>
                    </a:lnTo>
                    <a:lnTo>
                      <a:pt x="3269996" y="4140708"/>
                    </a:lnTo>
                    <a:close/>
                  </a:path>
                  <a:path w="6140450" h="4159885">
                    <a:moveTo>
                      <a:pt x="3226561" y="4140708"/>
                    </a:moveTo>
                    <a:lnTo>
                      <a:pt x="3221354" y="4140708"/>
                    </a:lnTo>
                    <a:lnTo>
                      <a:pt x="3217036" y="4144975"/>
                    </a:lnTo>
                    <a:lnTo>
                      <a:pt x="3217036" y="4155490"/>
                    </a:lnTo>
                    <a:lnTo>
                      <a:pt x="3221354" y="4159758"/>
                    </a:lnTo>
                    <a:lnTo>
                      <a:pt x="3226561" y="4159758"/>
                    </a:lnTo>
                    <a:lnTo>
                      <a:pt x="3226561" y="4140708"/>
                    </a:lnTo>
                    <a:close/>
                  </a:path>
                  <a:path w="6140450" h="4159885">
                    <a:moveTo>
                      <a:pt x="3231896" y="4140708"/>
                    </a:moveTo>
                    <a:lnTo>
                      <a:pt x="3226688" y="4140708"/>
                    </a:lnTo>
                    <a:lnTo>
                      <a:pt x="3226688" y="4159758"/>
                    </a:lnTo>
                    <a:lnTo>
                      <a:pt x="3231896" y="4159758"/>
                    </a:lnTo>
                    <a:lnTo>
                      <a:pt x="3236213" y="4155490"/>
                    </a:lnTo>
                    <a:lnTo>
                      <a:pt x="3236213" y="4144975"/>
                    </a:lnTo>
                    <a:lnTo>
                      <a:pt x="3231896" y="4140708"/>
                    </a:lnTo>
                    <a:close/>
                  </a:path>
                  <a:path w="6140450" h="4159885">
                    <a:moveTo>
                      <a:pt x="3188461" y="4140708"/>
                    </a:moveTo>
                    <a:lnTo>
                      <a:pt x="3183254" y="4140708"/>
                    </a:lnTo>
                    <a:lnTo>
                      <a:pt x="3178936" y="4144975"/>
                    </a:lnTo>
                    <a:lnTo>
                      <a:pt x="3178936" y="4155490"/>
                    </a:lnTo>
                    <a:lnTo>
                      <a:pt x="3183254" y="4159758"/>
                    </a:lnTo>
                    <a:lnTo>
                      <a:pt x="3188461" y="4159758"/>
                    </a:lnTo>
                    <a:lnTo>
                      <a:pt x="3188461" y="4140708"/>
                    </a:lnTo>
                    <a:close/>
                  </a:path>
                  <a:path w="6140450" h="4159885">
                    <a:moveTo>
                      <a:pt x="3193796" y="4140708"/>
                    </a:moveTo>
                    <a:lnTo>
                      <a:pt x="3188461" y="4140708"/>
                    </a:lnTo>
                    <a:lnTo>
                      <a:pt x="3188461" y="4159758"/>
                    </a:lnTo>
                    <a:lnTo>
                      <a:pt x="3193796" y="4159758"/>
                    </a:lnTo>
                    <a:lnTo>
                      <a:pt x="3197986" y="4155490"/>
                    </a:lnTo>
                    <a:lnTo>
                      <a:pt x="3197986" y="4144975"/>
                    </a:lnTo>
                    <a:lnTo>
                      <a:pt x="3193796" y="4140708"/>
                    </a:lnTo>
                    <a:close/>
                  </a:path>
                  <a:path w="6140450" h="4159885">
                    <a:moveTo>
                      <a:pt x="3150361" y="4140708"/>
                    </a:moveTo>
                    <a:lnTo>
                      <a:pt x="3145154" y="4140708"/>
                    </a:lnTo>
                    <a:lnTo>
                      <a:pt x="3140836" y="4144975"/>
                    </a:lnTo>
                    <a:lnTo>
                      <a:pt x="3140836" y="4155490"/>
                    </a:lnTo>
                    <a:lnTo>
                      <a:pt x="3145154" y="4159758"/>
                    </a:lnTo>
                    <a:lnTo>
                      <a:pt x="3150361" y="4159758"/>
                    </a:lnTo>
                    <a:lnTo>
                      <a:pt x="3150361" y="4140708"/>
                    </a:lnTo>
                    <a:close/>
                  </a:path>
                  <a:path w="6140450" h="4159885">
                    <a:moveTo>
                      <a:pt x="3155696" y="4140708"/>
                    </a:moveTo>
                    <a:lnTo>
                      <a:pt x="3150361" y="4140708"/>
                    </a:lnTo>
                    <a:lnTo>
                      <a:pt x="3150361" y="4159758"/>
                    </a:lnTo>
                    <a:lnTo>
                      <a:pt x="3155696" y="4159758"/>
                    </a:lnTo>
                    <a:lnTo>
                      <a:pt x="3159886" y="4155490"/>
                    </a:lnTo>
                    <a:lnTo>
                      <a:pt x="3159886" y="4144975"/>
                    </a:lnTo>
                    <a:lnTo>
                      <a:pt x="3155696" y="4140708"/>
                    </a:lnTo>
                    <a:close/>
                  </a:path>
                  <a:path w="6140450" h="4159885">
                    <a:moveTo>
                      <a:pt x="3112261" y="4140708"/>
                    </a:moveTo>
                    <a:lnTo>
                      <a:pt x="3106928" y="4140708"/>
                    </a:lnTo>
                    <a:lnTo>
                      <a:pt x="3102736" y="4144975"/>
                    </a:lnTo>
                    <a:lnTo>
                      <a:pt x="3102736" y="4155490"/>
                    </a:lnTo>
                    <a:lnTo>
                      <a:pt x="3106928" y="4159758"/>
                    </a:lnTo>
                    <a:lnTo>
                      <a:pt x="3112261" y="4159758"/>
                    </a:lnTo>
                    <a:lnTo>
                      <a:pt x="3112261" y="4140708"/>
                    </a:lnTo>
                    <a:close/>
                  </a:path>
                  <a:path w="6140450" h="4159885">
                    <a:moveTo>
                      <a:pt x="3117469" y="4140708"/>
                    </a:moveTo>
                    <a:lnTo>
                      <a:pt x="3112261" y="4140708"/>
                    </a:lnTo>
                    <a:lnTo>
                      <a:pt x="3112261" y="4159758"/>
                    </a:lnTo>
                    <a:lnTo>
                      <a:pt x="3117469" y="4159758"/>
                    </a:lnTo>
                    <a:lnTo>
                      <a:pt x="3121786" y="4155490"/>
                    </a:lnTo>
                    <a:lnTo>
                      <a:pt x="3121786" y="4144975"/>
                    </a:lnTo>
                    <a:lnTo>
                      <a:pt x="3117469" y="4140708"/>
                    </a:lnTo>
                    <a:close/>
                  </a:path>
                  <a:path w="6140450" h="4159885">
                    <a:moveTo>
                      <a:pt x="3074161" y="4140708"/>
                    </a:moveTo>
                    <a:lnTo>
                      <a:pt x="3068828" y="4140708"/>
                    </a:lnTo>
                    <a:lnTo>
                      <a:pt x="3064636" y="4144975"/>
                    </a:lnTo>
                    <a:lnTo>
                      <a:pt x="3064636" y="4155490"/>
                    </a:lnTo>
                    <a:lnTo>
                      <a:pt x="3068828" y="4159758"/>
                    </a:lnTo>
                    <a:lnTo>
                      <a:pt x="3074161" y="4159758"/>
                    </a:lnTo>
                    <a:lnTo>
                      <a:pt x="3074161" y="4140708"/>
                    </a:lnTo>
                    <a:close/>
                  </a:path>
                  <a:path w="6140450" h="4159885">
                    <a:moveTo>
                      <a:pt x="3079369" y="4140708"/>
                    </a:moveTo>
                    <a:lnTo>
                      <a:pt x="3074161" y="4140708"/>
                    </a:lnTo>
                    <a:lnTo>
                      <a:pt x="3074161" y="4159758"/>
                    </a:lnTo>
                    <a:lnTo>
                      <a:pt x="3079369" y="4159758"/>
                    </a:lnTo>
                    <a:lnTo>
                      <a:pt x="3083686" y="4155490"/>
                    </a:lnTo>
                    <a:lnTo>
                      <a:pt x="3083686" y="4144975"/>
                    </a:lnTo>
                    <a:lnTo>
                      <a:pt x="3079369" y="4140708"/>
                    </a:lnTo>
                    <a:close/>
                  </a:path>
                  <a:path w="6140450" h="4159885">
                    <a:moveTo>
                      <a:pt x="3036061" y="4140708"/>
                    </a:moveTo>
                    <a:lnTo>
                      <a:pt x="3030728" y="4140708"/>
                    </a:lnTo>
                    <a:lnTo>
                      <a:pt x="3026536" y="4144975"/>
                    </a:lnTo>
                    <a:lnTo>
                      <a:pt x="3026536" y="4155490"/>
                    </a:lnTo>
                    <a:lnTo>
                      <a:pt x="3030728" y="4159758"/>
                    </a:lnTo>
                    <a:lnTo>
                      <a:pt x="3036061" y="4159758"/>
                    </a:lnTo>
                    <a:lnTo>
                      <a:pt x="3036061" y="4140708"/>
                    </a:lnTo>
                    <a:close/>
                  </a:path>
                  <a:path w="6140450" h="4159885">
                    <a:moveTo>
                      <a:pt x="3041269" y="4140708"/>
                    </a:moveTo>
                    <a:lnTo>
                      <a:pt x="3036061" y="4140708"/>
                    </a:lnTo>
                    <a:lnTo>
                      <a:pt x="3036061" y="4159758"/>
                    </a:lnTo>
                    <a:lnTo>
                      <a:pt x="3041269" y="4159758"/>
                    </a:lnTo>
                    <a:lnTo>
                      <a:pt x="3045586" y="4155490"/>
                    </a:lnTo>
                    <a:lnTo>
                      <a:pt x="3045586" y="4144975"/>
                    </a:lnTo>
                    <a:lnTo>
                      <a:pt x="3041269" y="4140708"/>
                    </a:lnTo>
                    <a:close/>
                  </a:path>
                  <a:path w="6140450" h="4159885">
                    <a:moveTo>
                      <a:pt x="2997834" y="4140708"/>
                    </a:moveTo>
                    <a:lnTo>
                      <a:pt x="2992628" y="4140708"/>
                    </a:lnTo>
                    <a:lnTo>
                      <a:pt x="2988309" y="4144975"/>
                    </a:lnTo>
                    <a:lnTo>
                      <a:pt x="2988309" y="4155490"/>
                    </a:lnTo>
                    <a:lnTo>
                      <a:pt x="2992628" y="4159758"/>
                    </a:lnTo>
                    <a:lnTo>
                      <a:pt x="2997834" y="4159758"/>
                    </a:lnTo>
                    <a:lnTo>
                      <a:pt x="2997834" y="4140708"/>
                    </a:lnTo>
                    <a:close/>
                  </a:path>
                  <a:path w="6140450" h="4159885">
                    <a:moveTo>
                      <a:pt x="3003169" y="4140708"/>
                    </a:moveTo>
                    <a:lnTo>
                      <a:pt x="2997961" y="4140708"/>
                    </a:lnTo>
                    <a:lnTo>
                      <a:pt x="2997961" y="4159758"/>
                    </a:lnTo>
                    <a:lnTo>
                      <a:pt x="3003169" y="4159758"/>
                    </a:lnTo>
                    <a:lnTo>
                      <a:pt x="3007486" y="4155490"/>
                    </a:lnTo>
                    <a:lnTo>
                      <a:pt x="3007486" y="4144975"/>
                    </a:lnTo>
                    <a:lnTo>
                      <a:pt x="3003169" y="4140708"/>
                    </a:lnTo>
                    <a:close/>
                  </a:path>
                  <a:path w="6140450" h="4159885">
                    <a:moveTo>
                      <a:pt x="2959734" y="4140708"/>
                    </a:moveTo>
                    <a:lnTo>
                      <a:pt x="2954528" y="4140708"/>
                    </a:lnTo>
                    <a:lnTo>
                      <a:pt x="2950209" y="4144975"/>
                    </a:lnTo>
                    <a:lnTo>
                      <a:pt x="2950209" y="4155490"/>
                    </a:lnTo>
                    <a:lnTo>
                      <a:pt x="2954528" y="4159758"/>
                    </a:lnTo>
                    <a:lnTo>
                      <a:pt x="2959734" y="4159758"/>
                    </a:lnTo>
                    <a:lnTo>
                      <a:pt x="2959734" y="4140708"/>
                    </a:lnTo>
                    <a:close/>
                  </a:path>
                  <a:path w="6140450" h="4159885">
                    <a:moveTo>
                      <a:pt x="2965069" y="4140708"/>
                    </a:moveTo>
                    <a:lnTo>
                      <a:pt x="2959734" y="4140708"/>
                    </a:lnTo>
                    <a:lnTo>
                      <a:pt x="2959734" y="4159758"/>
                    </a:lnTo>
                    <a:lnTo>
                      <a:pt x="2965069" y="4159758"/>
                    </a:lnTo>
                    <a:lnTo>
                      <a:pt x="2969259" y="4155490"/>
                    </a:lnTo>
                    <a:lnTo>
                      <a:pt x="2969259" y="4144975"/>
                    </a:lnTo>
                    <a:lnTo>
                      <a:pt x="2965069" y="4140708"/>
                    </a:lnTo>
                    <a:close/>
                  </a:path>
                  <a:path w="6140450" h="4159885">
                    <a:moveTo>
                      <a:pt x="2921634" y="4140708"/>
                    </a:moveTo>
                    <a:lnTo>
                      <a:pt x="2916428" y="4140708"/>
                    </a:lnTo>
                    <a:lnTo>
                      <a:pt x="2912109" y="4144975"/>
                    </a:lnTo>
                    <a:lnTo>
                      <a:pt x="2912109" y="4155490"/>
                    </a:lnTo>
                    <a:lnTo>
                      <a:pt x="2916428" y="4159758"/>
                    </a:lnTo>
                    <a:lnTo>
                      <a:pt x="2921634" y="4159758"/>
                    </a:lnTo>
                    <a:lnTo>
                      <a:pt x="2921634" y="4140708"/>
                    </a:lnTo>
                    <a:close/>
                  </a:path>
                  <a:path w="6140450" h="4159885">
                    <a:moveTo>
                      <a:pt x="2926969" y="4140708"/>
                    </a:moveTo>
                    <a:lnTo>
                      <a:pt x="2921634" y="4140708"/>
                    </a:lnTo>
                    <a:lnTo>
                      <a:pt x="2921634" y="4159758"/>
                    </a:lnTo>
                    <a:lnTo>
                      <a:pt x="2926969" y="4159758"/>
                    </a:lnTo>
                    <a:lnTo>
                      <a:pt x="2931159" y="4155490"/>
                    </a:lnTo>
                    <a:lnTo>
                      <a:pt x="2931159" y="4144975"/>
                    </a:lnTo>
                    <a:lnTo>
                      <a:pt x="2926969" y="4140708"/>
                    </a:lnTo>
                    <a:close/>
                  </a:path>
                  <a:path w="6140450" h="4159885">
                    <a:moveTo>
                      <a:pt x="2883534" y="4140708"/>
                    </a:moveTo>
                    <a:lnTo>
                      <a:pt x="2878328" y="4140708"/>
                    </a:lnTo>
                    <a:lnTo>
                      <a:pt x="2874009" y="4144975"/>
                    </a:lnTo>
                    <a:lnTo>
                      <a:pt x="2874009" y="4155490"/>
                    </a:lnTo>
                    <a:lnTo>
                      <a:pt x="2878328" y="4159758"/>
                    </a:lnTo>
                    <a:lnTo>
                      <a:pt x="2883534" y="4159758"/>
                    </a:lnTo>
                    <a:lnTo>
                      <a:pt x="2883534" y="4140708"/>
                    </a:lnTo>
                    <a:close/>
                  </a:path>
                  <a:path w="6140450" h="4159885">
                    <a:moveTo>
                      <a:pt x="2888869" y="4140708"/>
                    </a:moveTo>
                    <a:lnTo>
                      <a:pt x="2883534" y="4140708"/>
                    </a:lnTo>
                    <a:lnTo>
                      <a:pt x="2883534" y="4159758"/>
                    </a:lnTo>
                    <a:lnTo>
                      <a:pt x="2888869" y="4159758"/>
                    </a:lnTo>
                    <a:lnTo>
                      <a:pt x="2893059" y="4155490"/>
                    </a:lnTo>
                    <a:lnTo>
                      <a:pt x="2893059" y="4144975"/>
                    </a:lnTo>
                    <a:lnTo>
                      <a:pt x="2888869" y="4140708"/>
                    </a:lnTo>
                    <a:close/>
                  </a:path>
                  <a:path w="6140450" h="4159885">
                    <a:moveTo>
                      <a:pt x="2845434" y="4140708"/>
                    </a:moveTo>
                    <a:lnTo>
                      <a:pt x="2840101" y="4140708"/>
                    </a:lnTo>
                    <a:lnTo>
                      <a:pt x="2835909" y="4144975"/>
                    </a:lnTo>
                    <a:lnTo>
                      <a:pt x="2835909" y="4155490"/>
                    </a:lnTo>
                    <a:lnTo>
                      <a:pt x="2840101" y="4159758"/>
                    </a:lnTo>
                    <a:lnTo>
                      <a:pt x="2845434" y="4159758"/>
                    </a:lnTo>
                    <a:lnTo>
                      <a:pt x="2845434" y="4140708"/>
                    </a:lnTo>
                    <a:close/>
                  </a:path>
                  <a:path w="6140450" h="4159885">
                    <a:moveTo>
                      <a:pt x="2850642" y="4140708"/>
                    </a:moveTo>
                    <a:lnTo>
                      <a:pt x="2845434" y="4140708"/>
                    </a:lnTo>
                    <a:lnTo>
                      <a:pt x="2845434" y="4159758"/>
                    </a:lnTo>
                    <a:lnTo>
                      <a:pt x="2850642" y="4159758"/>
                    </a:lnTo>
                    <a:lnTo>
                      <a:pt x="2854959" y="4155490"/>
                    </a:lnTo>
                    <a:lnTo>
                      <a:pt x="2854959" y="4144975"/>
                    </a:lnTo>
                    <a:lnTo>
                      <a:pt x="2850642" y="4140708"/>
                    </a:lnTo>
                    <a:close/>
                  </a:path>
                  <a:path w="6140450" h="4159885">
                    <a:moveTo>
                      <a:pt x="2807334" y="4140708"/>
                    </a:moveTo>
                    <a:lnTo>
                      <a:pt x="2802001" y="4140708"/>
                    </a:lnTo>
                    <a:lnTo>
                      <a:pt x="2797809" y="4144975"/>
                    </a:lnTo>
                    <a:lnTo>
                      <a:pt x="2797809" y="4155490"/>
                    </a:lnTo>
                    <a:lnTo>
                      <a:pt x="2802001" y="4159758"/>
                    </a:lnTo>
                    <a:lnTo>
                      <a:pt x="2807334" y="4159758"/>
                    </a:lnTo>
                    <a:lnTo>
                      <a:pt x="2807334" y="4140708"/>
                    </a:lnTo>
                    <a:close/>
                  </a:path>
                  <a:path w="6140450" h="4159885">
                    <a:moveTo>
                      <a:pt x="2812542" y="4140708"/>
                    </a:moveTo>
                    <a:lnTo>
                      <a:pt x="2807334" y="4140708"/>
                    </a:lnTo>
                    <a:lnTo>
                      <a:pt x="2807334" y="4159758"/>
                    </a:lnTo>
                    <a:lnTo>
                      <a:pt x="2812542" y="4159758"/>
                    </a:lnTo>
                    <a:lnTo>
                      <a:pt x="2816859" y="4155490"/>
                    </a:lnTo>
                    <a:lnTo>
                      <a:pt x="2816859" y="4144975"/>
                    </a:lnTo>
                    <a:lnTo>
                      <a:pt x="2812542" y="4140708"/>
                    </a:lnTo>
                    <a:close/>
                  </a:path>
                  <a:path w="6140450" h="4159885">
                    <a:moveTo>
                      <a:pt x="2769234" y="4140708"/>
                    </a:moveTo>
                    <a:lnTo>
                      <a:pt x="2763901" y="4140708"/>
                    </a:lnTo>
                    <a:lnTo>
                      <a:pt x="2759709" y="4144975"/>
                    </a:lnTo>
                    <a:lnTo>
                      <a:pt x="2759709" y="4155490"/>
                    </a:lnTo>
                    <a:lnTo>
                      <a:pt x="2763901" y="4159758"/>
                    </a:lnTo>
                    <a:lnTo>
                      <a:pt x="2769234" y="4159758"/>
                    </a:lnTo>
                    <a:lnTo>
                      <a:pt x="2769234" y="4140708"/>
                    </a:lnTo>
                    <a:close/>
                  </a:path>
                  <a:path w="6140450" h="4159885">
                    <a:moveTo>
                      <a:pt x="2774442" y="4140708"/>
                    </a:moveTo>
                    <a:lnTo>
                      <a:pt x="2769234" y="4140708"/>
                    </a:lnTo>
                    <a:lnTo>
                      <a:pt x="2769234" y="4159758"/>
                    </a:lnTo>
                    <a:lnTo>
                      <a:pt x="2774442" y="4159758"/>
                    </a:lnTo>
                    <a:lnTo>
                      <a:pt x="2778759" y="4155490"/>
                    </a:lnTo>
                    <a:lnTo>
                      <a:pt x="2778759" y="4144975"/>
                    </a:lnTo>
                    <a:lnTo>
                      <a:pt x="2774442" y="4140708"/>
                    </a:lnTo>
                    <a:close/>
                  </a:path>
                  <a:path w="6140450" h="4159885">
                    <a:moveTo>
                      <a:pt x="2731007" y="4140708"/>
                    </a:moveTo>
                    <a:lnTo>
                      <a:pt x="2725801" y="4140708"/>
                    </a:lnTo>
                    <a:lnTo>
                      <a:pt x="2721482" y="4144975"/>
                    </a:lnTo>
                    <a:lnTo>
                      <a:pt x="2721482" y="4155490"/>
                    </a:lnTo>
                    <a:lnTo>
                      <a:pt x="2725801" y="4159758"/>
                    </a:lnTo>
                    <a:lnTo>
                      <a:pt x="2731007" y="4159758"/>
                    </a:lnTo>
                    <a:lnTo>
                      <a:pt x="2731007" y="4140708"/>
                    </a:lnTo>
                    <a:close/>
                  </a:path>
                  <a:path w="6140450" h="4159885">
                    <a:moveTo>
                      <a:pt x="2736342" y="4140708"/>
                    </a:moveTo>
                    <a:lnTo>
                      <a:pt x="2731134" y="4140708"/>
                    </a:lnTo>
                    <a:lnTo>
                      <a:pt x="2731134" y="4159758"/>
                    </a:lnTo>
                    <a:lnTo>
                      <a:pt x="2736342" y="4159758"/>
                    </a:lnTo>
                    <a:lnTo>
                      <a:pt x="2740659" y="4155490"/>
                    </a:lnTo>
                    <a:lnTo>
                      <a:pt x="2740659" y="4144975"/>
                    </a:lnTo>
                    <a:lnTo>
                      <a:pt x="2736342" y="4140708"/>
                    </a:lnTo>
                    <a:close/>
                  </a:path>
                  <a:path w="6140450" h="4159885">
                    <a:moveTo>
                      <a:pt x="2692907" y="4140708"/>
                    </a:moveTo>
                    <a:lnTo>
                      <a:pt x="2687701" y="4140708"/>
                    </a:lnTo>
                    <a:lnTo>
                      <a:pt x="2683382" y="4144975"/>
                    </a:lnTo>
                    <a:lnTo>
                      <a:pt x="2683382" y="4155490"/>
                    </a:lnTo>
                    <a:lnTo>
                      <a:pt x="2687701" y="4159758"/>
                    </a:lnTo>
                    <a:lnTo>
                      <a:pt x="2692907" y="4159758"/>
                    </a:lnTo>
                    <a:lnTo>
                      <a:pt x="2692907" y="4140708"/>
                    </a:lnTo>
                    <a:close/>
                  </a:path>
                  <a:path w="6140450" h="4159885">
                    <a:moveTo>
                      <a:pt x="2698242" y="4140708"/>
                    </a:moveTo>
                    <a:lnTo>
                      <a:pt x="2692907" y="4140708"/>
                    </a:lnTo>
                    <a:lnTo>
                      <a:pt x="2692907" y="4159758"/>
                    </a:lnTo>
                    <a:lnTo>
                      <a:pt x="2698242" y="4159758"/>
                    </a:lnTo>
                    <a:lnTo>
                      <a:pt x="2702432" y="4155490"/>
                    </a:lnTo>
                    <a:lnTo>
                      <a:pt x="2702432" y="4144975"/>
                    </a:lnTo>
                    <a:lnTo>
                      <a:pt x="2698242" y="4140708"/>
                    </a:lnTo>
                    <a:close/>
                  </a:path>
                  <a:path w="6140450" h="4159885">
                    <a:moveTo>
                      <a:pt x="2654807" y="4140708"/>
                    </a:moveTo>
                    <a:lnTo>
                      <a:pt x="2649601" y="4140708"/>
                    </a:lnTo>
                    <a:lnTo>
                      <a:pt x="2645282" y="4144975"/>
                    </a:lnTo>
                    <a:lnTo>
                      <a:pt x="2645282" y="4155490"/>
                    </a:lnTo>
                    <a:lnTo>
                      <a:pt x="2649601" y="4159758"/>
                    </a:lnTo>
                    <a:lnTo>
                      <a:pt x="2654807" y="4159758"/>
                    </a:lnTo>
                    <a:lnTo>
                      <a:pt x="2654807" y="4140708"/>
                    </a:lnTo>
                    <a:close/>
                  </a:path>
                  <a:path w="6140450" h="4159885">
                    <a:moveTo>
                      <a:pt x="2660142" y="4140708"/>
                    </a:moveTo>
                    <a:lnTo>
                      <a:pt x="2654807" y="4140708"/>
                    </a:lnTo>
                    <a:lnTo>
                      <a:pt x="2654807" y="4159758"/>
                    </a:lnTo>
                    <a:lnTo>
                      <a:pt x="2660142" y="4159758"/>
                    </a:lnTo>
                    <a:lnTo>
                      <a:pt x="2664332" y="4155490"/>
                    </a:lnTo>
                    <a:lnTo>
                      <a:pt x="2664332" y="4144975"/>
                    </a:lnTo>
                    <a:lnTo>
                      <a:pt x="2660142" y="4140708"/>
                    </a:lnTo>
                    <a:close/>
                  </a:path>
                  <a:path w="6140450" h="4159885">
                    <a:moveTo>
                      <a:pt x="2616707" y="4140708"/>
                    </a:moveTo>
                    <a:lnTo>
                      <a:pt x="2611501" y="4140708"/>
                    </a:lnTo>
                    <a:lnTo>
                      <a:pt x="2607182" y="4144975"/>
                    </a:lnTo>
                    <a:lnTo>
                      <a:pt x="2607182" y="4155490"/>
                    </a:lnTo>
                    <a:lnTo>
                      <a:pt x="2611501" y="4159758"/>
                    </a:lnTo>
                    <a:lnTo>
                      <a:pt x="2616707" y="4159758"/>
                    </a:lnTo>
                    <a:lnTo>
                      <a:pt x="2616707" y="4140708"/>
                    </a:lnTo>
                    <a:close/>
                  </a:path>
                  <a:path w="6140450" h="4159885">
                    <a:moveTo>
                      <a:pt x="2622042" y="4140708"/>
                    </a:moveTo>
                    <a:lnTo>
                      <a:pt x="2616707" y="4140708"/>
                    </a:lnTo>
                    <a:lnTo>
                      <a:pt x="2616707" y="4159758"/>
                    </a:lnTo>
                    <a:lnTo>
                      <a:pt x="2622042" y="4159758"/>
                    </a:lnTo>
                    <a:lnTo>
                      <a:pt x="2626232" y="4155490"/>
                    </a:lnTo>
                    <a:lnTo>
                      <a:pt x="2626232" y="4144975"/>
                    </a:lnTo>
                    <a:lnTo>
                      <a:pt x="2622042" y="4140708"/>
                    </a:lnTo>
                    <a:close/>
                  </a:path>
                  <a:path w="6140450" h="4159885">
                    <a:moveTo>
                      <a:pt x="2578607" y="4140708"/>
                    </a:moveTo>
                    <a:lnTo>
                      <a:pt x="2573274" y="4140708"/>
                    </a:lnTo>
                    <a:lnTo>
                      <a:pt x="2569082" y="4144975"/>
                    </a:lnTo>
                    <a:lnTo>
                      <a:pt x="2569082" y="4155490"/>
                    </a:lnTo>
                    <a:lnTo>
                      <a:pt x="2573274" y="4159758"/>
                    </a:lnTo>
                    <a:lnTo>
                      <a:pt x="2578607" y="4159758"/>
                    </a:lnTo>
                    <a:lnTo>
                      <a:pt x="2578607" y="4140708"/>
                    </a:lnTo>
                    <a:close/>
                  </a:path>
                  <a:path w="6140450" h="4159885">
                    <a:moveTo>
                      <a:pt x="2583814" y="4140708"/>
                    </a:moveTo>
                    <a:lnTo>
                      <a:pt x="2578607" y="4140708"/>
                    </a:lnTo>
                    <a:lnTo>
                      <a:pt x="2578607" y="4159758"/>
                    </a:lnTo>
                    <a:lnTo>
                      <a:pt x="2583814" y="4159758"/>
                    </a:lnTo>
                    <a:lnTo>
                      <a:pt x="2588132" y="4155490"/>
                    </a:lnTo>
                    <a:lnTo>
                      <a:pt x="2588132" y="4144975"/>
                    </a:lnTo>
                    <a:lnTo>
                      <a:pt x="2583814" y="4140708"/>
                    </a:lnTo>
                    <a:close/>
                  </a:path>
                  <a:path w="6140450" h="4159885">
                    <a:moveTo>
                      <a:pt x="2540507" y="4140708"/>
                    </a:moveTo>
                    <a:lnTo>
                      <a:pt x="2535174" y="4140708"/>
                    </a:lnTo>
                    <a:lnTo>
                      <a:pt x="2530982" y="4144975"/>
                    </a:lnTo>
                    <a:lnTo>
                      <a:pt x="2530982" y="4155490"/>
                    </a:lnTo>
                    <a:lnTo>
                      <a:pt x="2535174" y="4159758"/>
                    </a:lnTo>
                    <a:lnTo>
                      <a:pt x="2540507" y="4159758"/>
                    </a:lnTo>
                    <a:lnTo>
                      <a:pt x="2540507" y="4140708"/>
                    </a:lnTo>
                    <a:close/>
                  </a:path>
                  <a:path w="6140450" h="4159885">
                    <a:moveTo>
                      <a:pt x="2545714" y="4140708"/>
                    </a:moveTo>
                    <a:lnTo>
                      <a:pt x="2540507" y="4140708"/>
                    </a:lnTo>
                    <a:lnTo>
                      <a:pt x="2540507" y="4159758"/>
                    </a:lnTo>
                    <a:lnTo>
                      <a:pt x="2545714" y="4159758"/>
                    </a:lnTo>
                    <a:lnTo>
                      <a:pt x="2550032" y="4155490"/>
                    </a:lnTo>
                    <a:lnTo>
                      <a:pt x="2550032" y="4144975"/>
                    </a:lnTo>
                    <a:lnTo>
                      <a:pt x="2545714" y="4140708"/>
                    </a:lnTo>
                    <a:close/>
                  </a:path>
                  <a:path w="6140450" h="4159885">
                    <a:moveTo>
                      <a:pt x="2502280" y="4140708"/>
                    </a:moveTo>
                    <a:lnTo>
                      <a:pt x="2497074" y="4140708"/>
                    </a:lnTo>
                    <a:lnTo>
                      <a:pt x="2492755" y="4144975"/>
                    </a:lnTo>
                    <a:lnTo>
                      <a:pt x="2492755" y="4155490"/>
                    </a:lnTo>
                    <a:lnTo>
                      <a:pt x="2497074" y="4159758"/>
                    </a:lnTo>
                    <a:lnTo>
                      <a:pt x="2502280" y="4159758"/>
                    </a:lnTo>
                    <a:lnTo>
                      <a:pt x="2502280" y="4140708"/>
                    </a:lnTo>
                    <a:close/>
                  </a:path>
                  <a:path w="6140450" h="4159885">
                    <a:moveTo>
                      <a:pt x="2507614" y="4140708"/>
                    </a:moveTo>
                    <a:lnTo>
                      <a:pt x="2502407" y="4140708"/>
                    </a:lnTo>
                    <a:lnTo>
                      <a:pt x="2502407" y="4159758"/>
                    </a:lnTo>
                    <a:lnTo>
                      <a:pt x="2507614" y="4159758"/>
                    </a:lnTo>
                    <a:lnTo>
                      <a:pt x="2511932" y="4155490"/>
                    </a:lnTo>
                    <a:lnTo>
                      <a:pt x="2511932" y="4144975"/>
                    </a:lnTo>
                    <a:lnTo>
                      <a:pt x="2507614" y="4140708"/>
                    </a:lnTo>
                    <a:close/>
                  </a:path>
                  <a:path w="6140450" h="4159885">
                    <a:moveTo>
                      <a:pt x="2464180" y="4140708"/>
                    </a:moveTo>
                    <a:lnTo>
                      <a:pt x="2458974" y="4140708"/>
                    </a:lnTo>
                    <a:lnTo>
                      <a:pt x="2454655" y="4144975"/>
                    </a:lnTo>
                    <a:lnTo>
                      <a:pt x="2454655" y="4155490"/>
                    </a:lnTo>
                    <a:lnTo>
                      <a:pt x="2458974" y="4159758"/>
                    </a:lnTo>
                    <a:lnTo>
                      <a:pt x="2464180" y="4159758"/>
                    </a:lnTo>
                    <a:lnTo>
                      <a:pt x="2464180" y="4140708"/>
                    </a:lnTo>
                    <a:close/>
                  </a:path>
                  <a:path w="6140450" h="4159885">
                    <a:moveTo>
                      <a:pt x="2469514" y="4140708"/>
                    </a:moveTo>
                    <a:lnTo>
                      <a:pt x="2464180" y="4140708"/>
                    </a:lnTo>
                    <a:lnTo>
                      <a:pt x="2464180" y="4159758"/>
                    </a:lnTo>
                    <a:lnTo>
                      <a:pt x="2469514" y="4159758"/>
                    </a:lnTo>
                    <a:lnTo>
                      <a:pt x="2473705" y="4155490"/>
                    </a:lnTo>
                    <a:lnTo>
                      <a:pt x="2473705" y="4144975"/>
                    </a:lnTo>
                    <a:lnTo>
                      <a:pt x="2469514" y="4140708"/>
                    </a:lnTo>
                    <a:close/>
                  </a:path>
                  <a:path w="6140450" h="4159885">
                    <a:moveTo>
                      <a:pt x="2426080" y="4140708"/>
                    </a:moveTo>
                    <a:lnTo>
                      <a:pt x="2420874" y="4140708"/>
                    </a:lnTo>
                    <a:lnTo>
                      <a:pt x="2416555" y="4144975"/>
                    </a:lnTo>
                    <a:lnTo>
                      <a:pt x="2416555" y="4155490"/>
                    </a:lnTo>
                    <a:lnTo>
                      <a:pt x="2420874" y="4159758"/>
                    </a:lnTo>
                    <a:lnTo>
                      <a:pt x="2426080" y="4159758"/>
                    </a:lnTo>
                    <a:lnTo>
                      <a:pt x="2426080" y="4140708"/>
                    </a:lnTo>
                    <a:close/>
                  </a:path>
                  <a:path w="6140450" h="4159885">
                    <a:moveTo>
                      <a:pt x="2431414" y="4140708"/>
                    </a:moveTo>
                    <a:lnTo>
                      <a:pt x="2426080" y="4140708"/>
                    </a:lnTo>
                    <a:lnTo>
                      <a:pt x="2426080" y="4159758"/>
                    </a:lnTo>
                    <a:lnTo>
                      <a:pt x="2431414" y="4159758"/>
                    </a:lnTo>
                    <a:lnTo>
                      <a:pt x="2435605" y="4155490"/>
                    </a:lnTo>
                    <a:lnTo>
                      <a:pt x="2435605" y="4144975"/>
                    </a:lnTo>
                    <a:lnTo>
                      <a:pt x="2431414" y="4140708"/>
                    </a:lnTo>
                    <a:close/>
                  </a:path>
                  <a:path w="6140450" h="4159885">
                    <a:moveTo>
                      <a:pt x="2387980" y="4140708"/>
                    </a:moveTo>
                    <a:lnTo>
                      <a:pt x="2382774" y="4140708"/>
                    </a:lnTo>
                    <a:lnTo>
                      <a:pt x="2378455" y="4144975"/>
                    </a:lnTo>
                    <a:lnTo>
                      <a:pt x="2378455" y="4155490"/>
                    </a:lnTo>
                    <a:lnTo>
                      <a:pt x="2382774" y="4159758"/>
                    </a:lnTo>
                    <a:lnTo>
                      <a:pt x="2387980" y="4159758"/>
                    </a:lnTo>
                    <a:lnTo>
                      <a:pt x="2387980" y="4140708"/>
                    </a:lnTo>
                    <a:close/>
                  </a:path>
                  <a:path w="6140450" h="4159885">
                    <a:moveTo>
                      <a:pt x="2393314" y="4140708"/>
                    </a:moveTo>
                    <a:lnTo>
                      <a:pt x="2387980" y="4140708"/>
                    </a:lnTo>
                    <a:lnTo>
                      <a:pt x="2387980" y="4159758"/>
                    </a:lnTo>
                    <a:lnTo>
                      <a:pt x="2393314" y="4159758"/>
                    </a:lnTo>
                    <a:lnTo>
                      <a:pt x="2397505" y="4155490"/>
                    </a:lnTo>
                    <a:lnTo>
                      <a:pt x="2397505" y="4144975"/>
                    </a:lnTo>
                    <a:lnTo>
                      <a:pt x="2393314" y="4140708"/>
                    </a:lnTo>
                    <a:close/>
                  </a:path>
                  <a:path w="6140450" h="4159885">
                    <a:moveTo>
                      <a:pt x="2349880" y="4140708"/>
                    </a:moveTo>
                    <a:lnTo>
                      <a:pt x="2344547" y="4140708"/>
                    </a:lnTo>
                    <a:lnTo>
                      <a:pt x="2340355" y="4144975"/>
                    </a:lnTo>
                    <a:lnTo>
                      <a:pt x="2340355" y="4155490"/>
                    </a:lnTo>
                    <a:lnTo>
                      <a:pt x="2344547" y="4159758"/>
                    </a:lnTo>
                    <a:lnTo>
                      <a:pt x="2349880" y="4159758"/>
                    </a:lnTo>
                    <a:lnTo>
                      <a:pt x="2349880" y="4140708"/>
                    </a:lnTo>
                    <a:close/>
                  </a:path>
                  <a:path w="6140450" h="4159885">
                    <a:moveTo>
                      <a:pt x="2355087" y="4140708"/>
                    </a:moveTo>
                    <a:lnTo>
                      <a:pt x="2349880" y="4140708"/>
                    </a:lnTo>
                    <a:lnTo>
                      <a:pt x="2349880" y="4159758"/>
                    </a:lnTo>
                    <a:lnTo>
                      <a:pt x="2355087" y="4159758"/>
                    </a:lnTo>
                    <a:lnTo>
                      <a:pt x="2359405" y="4155490"/>
                    </a:lnTo>
                    <a:lnTo>
                      <a:pt x="2359405" y="4144975"/>
                    </a:lnTo>
                    <a:lnTo>
                      <a:pt x="2355087" y="4140708"/>
                    </a:lnTo>
                    <a:close/>
                  </a:path>
                  <a:path w="6140450" h="4159885">
                    <a:moveTo>
                      <a:pt x="2311780" y="4140708"/>
                    </a:moveTo>
                    <a:lnTo>
                      <a:pt x="2306447" y="4140708"/>
                    </a:lnTo>
                    <a:lnTo>
                      <a:pt x="2302255" y="4144975"/>
                    </a:lnTo>
                    <a:lnTo>
                      <a:pt x="2302255" y="4155490"/>
                    </a:lnTo>
                    <a:lnTo>
                      <a:pt x="2306447" y="4159758"/>
                    </a:lnTo>
                    <a:lnTo>
                      <a:pt x="2311780" y="4159758"/>
                    </a:lnTo>
                    <a:lnTo>
                      <a:pt x="2311780" y="4140708"/>
                    </a:lnTo>
                    <a:close/>
                  </a:path>
                  <a:path w="6140450" h="4159885">
                    <a:moveTo>
                      <a:pt x="2316987" y="4140708"/>
                    </a:moveTo>
                    <a:lnTo>
                      <a:pt x="2311780" y="4140708"/>
                    </a:lnTo>
                    <a:lnTo>
                      <a:pt x="2311780" y="4159758"/>
                    </a:lnTo>
                    <a:lnTo>
                      <a:pt x="2316987" y="4159758"/>
                    </a:lnTo>
                    <a:lnTo>
                      <a:pt x="2321305" y="4155490"/>
                    </a:lnTo>
                    <a:lnTo>
                      <a:pt x="2321305" y="4144975"/>
                    </a:lnTo>
                    <a:lnTo>
                      <a:pt x="2316987" y="4140708"/>
                    </a:lnTo>
                    <a:close/>
                  </a:path>
                  <a:path w="6140450" h="4159885">
                    <a:moveTo>
                      <a:pt x="2273680" y="4140708"/>
                    </a:moveTo>
                    <a:lnTo>
                      <a:pt x="2268347" y="4140708"/>
                    </a:lnTo>
                    <a:lnTo>
                      <a:pt x="2264155" y="4144975"/>
                    </a:lnTo>
                    <a:lnTo>
                      <a:pt x="2264155" y="4155490"/>
                    </a:lnTo>
                    <a:lnTo>
                      <a:pt x="2268347" y="4159758"/>
                    </a:lnTo>
                    <a:lnTo>
                      <a:pt x="2273680" y="4159758"/>
                    </a:lnTo>
                    <a:lnTo>
                      <a:pt x="2273680" y="4140708"/>
                    </a:lnTo>
                    <a:close/>
                  </a:path>
                  <a:path w="6140450" h="4159885">
                    <a:moveTo>
                      <a:pt x="2278887" y="4140708"/>
                    </a:moveTo>
                    <a:lnTo>
                      <a:pt x="2273680" y="4140708"/>
                    </a:lnTo>
                    <a:lnTo>
                      <a:pt x="2273680" y="4159758"/>
                    </a:lnTo>
                    <a:lnTo>
                      <a:pt x="2278887" y="4159758"/>
                    </a:lnTo>
                    <a:lnTo>
                      <a:pt x="2283205" y="4155490"/>
                    </a:lnTo>
                    <a:lnTo>
                      <a:pt x="2283205" y="4144975"/>
                    </a:lnTo>
                    <a:lnTo>
                      <a:pt x="2278887" y="4140708"/>
                    </a:lnTo>
                    <a:close/>
                  </a:path>
                  <a:path w="6140450" h="4159885">
                    <a:moveTo>
                      <a:pt x="2235454" y="4140708"/>
                    </a:moveTo>
                    <a:lnTo>
                      <a:pt x="2230247" y="4140708"/>
                    </a:lnTo>
                    <a:lnTo>
                      <a:pt x="2225929" y="4144975"/>
                    </a:lnTo>
                    <a:lnTo>
                      <a:pt x="2225929" y="4155490"/>
                    </a:lnTo>
                    <a:lnTo>
                      <a:pt x="2230247" y="4159758"/>
                    </a:lnTo>
                    <a:lnTo>
                      <a:pt x="2235454" y="4159758"/>
                    </a:lnTo>
                    <a:lnTo>
                      <a:pt x="2235454" y="4140708"/>
                    </a:lnTo>
                    <a:close/>
                  </a:path>
                  <a:path w="6140450" h="4159885">
                    <a:moveTo>
                      <a:pt x="2240787" y="4140708"/>
                    </a:moveTo>
                    <a:lnTo>
                      <a:pt x="2235580" y="4140708"/>
                    </a:lnTo>
                    <a:lnTo>
                      <a:pt x="2235580" y="4159758"/>
                    </a:lnTo>
                    <a:lnTo>
                      <a:pt x="2240787" y="4159758"/>
                    </a:lnTo>
                    <a:lnTo>
                      <a:pt x="2245105" y="4155490"/>
                    </a:lnTo>
                    <a:lnTo>
                      <a:pt x="2245105" y="4144975"/>
                    </a:lnTo>
                    <a:lnTo>
                      <a:pt x="2240787" y="4140708"/>
                    </a:lnTo>
                    <a:close/>
                  </a:path>
                  <a:path w="6140450" h="4159885">
                    <a:moveTo>
                      <a:pt x="2197354" y="4140708"/>
                    </a:moveTo>
                    <a:lnTo>
                      <a:pt x="2192147" y="4140708"/>
                    </a:lnTo>
                    <a:lnTo>
                      <a:pt x="2187829" y="4144975"/>
                    </a:lnTo>
                    <a:lnTo>
                      <a:pt x="2187829" y="4155490"/>
                    </a:lnTo>
                    <a:lnTo>
                      <a:pt x="2192147" y="4159758"/>
                    </a:lnTo>
                    <a:lnTo>
                      <a:pt x="2197354" y="4159758"/>
                    </a:lnTo>
                    <a:lnTo>
                      <a:pt x="2197354" y="4140708"/>
                    </a:lnTo>
                    <a:close/>
                  </a:path>
                  <a:path w="6140450" h="4159885">
                    <a:moveTo>
                      <a:pt x="2202687" y="4140708"/>
                    </a:moveTo>
                    <a:lnTo>
                      <a:pt x="2197354" y="4140708"/>
                    </a:lnTo>
                    <a:lnTo>
                      <a:pt x="2197354" y="4159758"/>
                    </a:lnTo>
                    <a:lnTo>
                      <a:pt x="2202687" y="4159758"/>
                    </a:lnTo>
                    <a:lnTo>
                      <a:pt x="2206879" y="4155490"/>
                    </a:lnTo>
                    <a:lnTo>
                      <a:pt x="2206879" y="4144975"/>
                    </a:lnTo>
                    <a:lnTo>
                      <a:pt x="2202687" y="4140708"/>
                    </a:lnTo>
                    <a:close/>
                  </a:path>
                  <a:path w="6140450" h="4159885">
                    <a:moveTo>
                      <a:pt x="2159254" y="4140708"/>
                    </a:moveTo>
                    <a:lnTo>
                      <a:pt x="2154047" y="4140708"/>
                    </a:lnTo>
                    <a:lnTo>
                      <a:pt x="2149729" y="4144975"/>
                    </a:lnTo>
                    <a:lnTo>
                      <a:pt x="2149729" y="4155490"/>
                    </a:lnTo>
                    <a:lnTo>
                      <a:pt x="2154047" y="4159758"/>
                    </a:lnTo>
                    <a:lnTo>
                      <a:pt x="2159254" y="4159758"/>
                    </a:lnTo>
                    <a:lnTo>
                      <a:pt x="2159254" y="4140708"/>
                    </a:lnTo>
                    <a:close/>
                  </a:path>
                  <a:path w="6140450" h="4159885">
                    <a:moveTo>
                      <a:pt x="2164587" y="4140708"/>
                    </a:moveTo>
                    <a:lnTo>
                      <a:pt x="2159254" y="4140708"/>
                    </a:lnTo>
                    <a:lnTo>
                      <a:pt x="2159254" y="4159758"/>
                    </a:lnTo>
                    <a:lnTo>
                      <a:pt x="2164587" y="4159758"/>
                    </a:lnTo>
                    <a:lnTo>
                      <a:pt x="2168779" y="4155490"/>
                    </a:lnTo>
                    <a:lnTo>
                      <a:pt x="2168779" y="4144975"/>
                    </a:lnTo>
                    <a:lnTo>
                      <a:pt x="2164587" y="4140708"/>
                    </a:lnTo>
                    <a:close/>
                  </a:path>
                  <a:path w="6140450" h="4159885">
                    <a:moveTo>
                      <a:pt x="2121154" y="4140708"/>
                    </a:moveTo>
                    <a:lnTo>
                      <a:pt x="2115947" y="4140708"/>
                    </a:lnTo>
                    <a:lnTo>
                      <a:pt x="2111629" y="4144975"/>
                    </a:lnTo>
                    <a:lnTo>
                      <a:pt x="2111629" y="4155490"/>
                    </a:lnTo>
                    <a:lnTo>
                      <a:pt x="2115947" y="4159758"/>
                    </a:lnTo>
                    <a:lnTo>
                      <a:pt x="2121154" y="4159758"/>
                    </a:lnTo>
                    <a:lnTo>
                      <a:pt x="2121154" y="4140708"/>
                    </a:lnTo>
                    <a:close/>
                  </a:path>
                  <a:path w="6140450" h="4159885">
                    <a:moveTo>
                      <a:pt x="2126487" y="4140708"/>
                    </a:moveTo>
                    <a:lnTo>
                      <a:pt x="2121154" y="4140708"/>
                    </a:lnTo>
                    <a:lnTo>
                      <a:pt x="2121154" y="4159758"/>
                    </a:lnTo>
                    <a:lnTo>
                      <a:pt x="2126487" y="4159758"/>
                    </a:lnTo>
                    <a:lnTo>
                      <a:pt x="2130679" y="4155490"/>
                    </a:lnTo>
                    <a:lnTo>
                      <a:pt x="2130679" y="4144975"/>
                    </a:lnTo>
                    <a:lnTo>
                      <a:pt x="2126487" y="4140708"/>
                    </a:lnTo>
                    <a:close/>
                  </a:path>
                  <a:path w="6140450" h="4159885">
                    <a:moveTo>
                      <a:pt x="2083053" y="4140708"/>
                    </a:moveTo>
                    <a:lnTo>
                      <a:pt x="2077720" y="4140708"/>
                    </a:lnTo>
                    <a:lnTo>
                      <a:pt x="2073528" y="4144975"/>
                    </a:lnTo>
                    <a:lnTo>
                      <a:pt x="2073528" y="4155490"/>
                    </a:lnTo>
                    <a:lnTo>
                      <a:pt x="2077720" y="4159758"/>
                    </a:lnTo>
                    <a:lnTo>
                      <a:pt x="2083053" y="4159758"/>
                    </a:lnTo>
                    <a:lnTo>
                      <a:pt x="2083053" y="4140708"/>
                    </a:lnTo>
                    <a:close/>
                  </a:path>
                  <a:path w="6140450" h="4159885">
                    <a:moveTo>
                      <a:pt x="2088260" y="4140708"/>
                    </a:moveTo>
                    <a:lnTo>
                      <a:pt x="2083053" y="4140708"/>
                    </a:lnTo>
                    <a:lnTo>
                      <a:pt x="2083053" y="4159758"/>
                    </a:lnTo>
                    <a:lnTo>
                      <a:pt x="2088260" y="4159758"/>
                    </a:lnTo>
                    <a:lnTo>
                      <a:pt x="2092578" y="4155490"/>
                    </a:lnTo>
                    <a:lnTo>
                      <a:pt x="2092578" y="4144975"/>
                    </a:lnTo>
                    <a:lnTo>
                      <a:pt x="2088260" y="4140708"/>
                    </a:lnTo>
                    <a:close/>
                  </a:path>
                  <a:path w="6140450" h="4159885">
                    <a:moveTo>
                      <a:pt x="2044953" y="4140708"/>
                    </a:moveTo>
                    <a:lnTo>
                      <a:pt x="2039620" y="4140708"/>
                    </a:lnTo>
                    <a:lnTo>
                      <a:pt x="2035428" y="4144975"/>
                    </a:lnTo>
                    <a:lnTo>
                      <a:pt x="2035428" y="4155490"/>
                    </a:lnTo>
                    <a:lnTo>
                      <a:pt x="2039620" y="4159758"/>
                    </a:lnTo>
                    <a:lnTo>
                      <a:pt x="2044953" y="4159758"/>
                    </a:lnTo>
                    <a:lnTo>
                      <a:pt x="2044953" y="4140708"/>
                    </a:lnTo>
                    <a:close/>
                  </a:path>
                  <a:path w="6140450" h="4159885">
                    <a:moveTo>
                      <a:pt x="2050160" y="4140708"/>
                    </a:moveTo>
                    <a:lnTo>
                      <a:pt x="2044953" y="4140708"/>
                    </a:lnTo>
                    <a:lnTo>
                      <a:pt x="2044953" y="4159758"/>
                    </a:lnTo>
                    <a:lnTo>
                      <a:pt x="2050160" y="4159758"/>
                    </a:lnTo>
                    <a:lnTo>
                      <a:pt x="2054478" y="4155490"/>
                    </a:lnTo>
                    <a:lnTo>
                      <a:pt x="2054478" y="4144975"/>
                    </a:lnTo>
                    <a:lnTo>
                      <a:pt x="2050160" y="4140708"/>
                    </a:lnTo>
                    <a:close/>
                  </a:path>
                  <a:path w="6140450" h="4159885">
                    <a:moveTo>
                      <a:pt x="2006853" y="4140708"/>
                    </a:moveTo>
                    <a:lnTo>
                      <a:pt x="2001520" y="4140708"/>
                    </a:lnTo>
                    <a:lnTo>
                      <a:pt x="1997328" y="4144975"/>
                    </a:lnTo>
                    <a:lnTo>
                      <a:pt x="1997328" y="4155490"/>
                    </a:lnTo>
                    <a:lnTo>
                      <a:pt x="2001520" y="4159758"/>
                    </a:lnTo>
                    <a:lnTo>
                      <a:pt x="2006853" y="4159758"/>
                    </a:lnTo>
                    <a:lnTo>
                      <a:pt x="2006853" y="4140708"/>
                    </a:lnTo>
                    <a:close/>
                  </a:path>
                  <a:path w="6140450" h="4159885">
                    <a:moveTo>
                      <a:pt x="2012060" y="4140708"/>
                    </a:moveTo>
                    <a:lnTo>
                      <a:pt x="2006853" y="4140708"/>
                    </a:lnTo>
                    <a:lnTo>
                      <a:pt x="2006853" y="4159758"/>
                    </a:lnTo>
                    <a:lnTo>
                      <a:pt x="2012060" y="4159758"/>
                    </a:lnTo>
                    <a:lnTo>
                      <a:pt x="2016378" y="4155490"/>
                    </a:lnTo>
                    <a:lnTo>
                      <a:pt x="2016378" y="4144975"/>
                    </a:lnTo>
                    <a:lnTo>
                      <a:pt x="2012060" y="4140708"/>
                    </a:lnTo>
                    <a:close/>
                  </a:path>
                  <a:path w="6140450" h="4159885">
                    <a:moveTo>
                      <a:pt x="1968627" y="4140708"/>
                    </a:moveTo>
                    <a:lnTo>
                      <a:pt x="1963420" y="4140708"/>
                    </a:lnTo>
                    <a:lnTo>
                      <a:pt x="1959102" y="4144975"/>
                    </a:lnTo>
                    <a:lnTo>
                      <a:pt x="1959102" y="4155490"/>
                    </a:lnTo>
                    <a:lnTo>
                      <a:pt x="1963420" y="4159758"/>
                    </a:lnTo>
                    <a:lnTo>
                      <a:pt x="1968627" y="4159758"/>
                    </a:lnTo>
                    <a:lnTo>
                      <a:pt x="1968627" y="4140708"/>
                    </a:lnTo>
                    <a:close/>
                  </a:path>
                  <a:path w="6140450" h="4159885">
                    <a:moveTo>
                      <a:pt x="1973960" y="4140708"/>
                    </a:moveTo>
                    <a:lnTo>
                      <a:pt x="1968753" y="4140708"/>
                    </a:lnTo>
                    <a:lnTo>
                      <a:pt x="1968753" y="4159758"/>
                    </a:lnTo>
                    <a:lnTo>
                      <a:pt x="1973960" y="4159758"/>
                    </a:lnTo>
                    <a:lnTo>
                      <a:pt x="1978278" y="4155490"/>
                    </a:lnTo>
                    <a:lnTo>
                      <a:pt x="1978278" y="4144975"/>
                    </a:lnTo>
                    <a:lnTo>
                      <a:pt x="1973960" y="4140708"/>
                    </a:lnTo>
                    <a:close/>
                  </a:path>
                  <a:path w="6140450" h="4159885">
                    <a:moveTo>
                      <a:pt x="1930527" y="4140708"/>
                    </a:moveTo>
                    <a:lnTo>
                      <a:pt x="1925320" y="4140708"/>
                    </a:lnTo>
                    <a:lnTo>
                      <a:pt x="1921002" y="4144975"/>
                    </a:lnTo>
                    <a:lnTo>
                      <a:pt x="1921002" y="4155490"/>
                    </a:lnTo>
                    <a:lnTo>
                      <a:pt x="1925320" y="4159758"/>
                    </a:lnTo>
                    <a:lnTo>
                      <a:pt x="1930527" y="4159758"/>
                    </a:lnTo>
                    <a:lnTo>
                      <a:pt x="1930527" y="4140708"/>
                    </a:lnTo>
                    <a:close/>
                  </a:path>
                  <a:path w="6140450" h="4159885">
                    <a:moveTo>
                      <a:pt x="1935860" y="4140708"/>
                    </a:moveTo>
                    <a:lnTo>
                      <a:pt x="1930527" y="4140708"/>
                    </a:lnTo>
                    <a:lnTo>
                      <a:pt x="1930527" y="4159758"/>
                    </a:lnTo>
                    <a:lnTo>
                      <a:pt x="1935860" y="4159758"/>
                    </a:lnTo>
                    <a:lnTo>
                      <a:pt x="1940052" y="4155490"/>
                    </a:lnTo>
                    <a:lnTo>
                      <a:pt x="1940052" y="4144975"/>
                    </a:lnTo>
                    <a:lnTo>
                      <a:pt x="1935860" y="4140708"/>
                    </a:lnTo>
                    <a:close/>
                  </a:path>
                  <a:path w="6140450" h="4159885">
                    <a:moveTo>
                      <a:pt x="1892427" y="4140708"/>
                    </a:moveTo>
                    <a:lnTo>
                      <a:pt x="1887220" y="4140708"/>
                    </a:lnTo>
                    <a:lnTo>
                      <a:pt x="1882902" y="4144975"/>
                    </a:lnTo>
                    <a:lnTo>
                      <a:pt x="1882902" y="4155490"/>
                    </a:lnTo>
                    <a:lnTo>
                      <a:pt x="1887220" y="4159758"/>
                    </a:lnTo>
                    <a:lnTo>
                      <a:pt x="1892427" y="4159758"/>
                    </a:lnTo>
                    <a:lnTo>
                      <a:pt x="1892427" y="4140708"/>
                    </a:lnTo>
                    <a:close/>
                  </a:path>
                  <a:path w="6140450" h="4159885">
                    <a:moveTo>
                      <a:pt x="1897760" y="4140708"/>
                    </a:moveTo>
                    <a:lnTo>
                      <a:pt x="1892427" y="4140708"/>
                    </a:lnTo>
                    <a:lnTo>
                      <a:pt x="1892427" y="4159758"/>
                    </a:lnTo>
                    <a:lnTo>
                      <a:pt x="1897760" y="4159758"/>
                    </a:lnTo>
                    <a:lnTo>
                      <a:pt x="1901952" y="4155490"/>
                    </a:lnTo>
                    <a:lnTo>
                      <a:pt x="1901952" y="4144975"/>
                    </a:lnTo>
                    <a:lnTo>
                      <a:pt x="1897760" y="4140708"/>
                    </a:lnTo>
                    <a:close/>
                  </a:path>
                  <a:path w="6140450" h="4159885">
                    <a:moveTo>
                      <a:pt x="1854327" y="4140708"/>
                    </a:moveTo>
                    <a:lnTo>
                      <a:pt x="1848993" y="4140708"/>
                    </a:lnTo>
                    <a:lnTo>
                      <a:pt x="1844802" y="4144975"/>
                    </a:lnTo>
                    <a:lnTo>
                      <a:pt x="1844802" y="4155490"/>
                    </a:lnTo>
                    <a:lnTo>
                      <a:pt x="1848993" y="4159758"/>
                    </a:lnTo>
                    <a:lnTo>
                      <a:pt x="1854327" y="4159758"/>
                    </a:lnTo>
                    <a:lnTo>
                      <a:pt x="1854327" y="4140708"/>
                    </a:lnTo>
                    <a:close/>
                  </a:path>
                  <a:path w="6140450" h="4159885">
                    <a:moveTo>
                      <a:pt x="1859533" y="4140708"/>
                    </a:moveTo>
                    <a:lnTo>
                      <a:pt x="1854327" y="4140708"/>
                    </a:lnTo>
                    <a:lnTo>
                      <a:pt x="1854327" y="4159758"/>
                    </a:lnTo>
                    <a:lnTo>
                      <a:pt x="1859533" y="4159758"/>
                    </a:lnTo>
                    <a:lnTo>
                      <a:pt x="1863852" y="4155490"/>
                    </a:lnTo>
                    <a:lnTo>
                      <a:pt x="1863852" y="4144975"/>
                    </a:lnTo>
                    <a:lnTo>
                      <a:pt x="1859533" y="4140708"/>
                    </a:lnTo>
                    <a:close/>
                  </a:path>
                  <a:path w="6140450" h="4159885">
                    <a:moveTo>
                      <a:pt x="1816227" y="4140708"/>
                    </a:moveTo>
                    <a:lnTo>
                      <a:pt x="1810893" y="4140708"/>
                    </a:lnTo>
                    <a:lnTo>
                      <a:pt x="1806702" y="4144975"/>
                    </a:lnTo>
                    <a:lnTo>
                      <a:pt x="1806702" y="4155490"/>
                    </a:lnTo>
                    <a:lnTo>
                      <a:pt x="1810893" y="4159758"/>
                    </a:lnTo>
                    <a:lnTo>
                      <a:pt x="1816227" y="4159758"/>
                    </a:lnTo>
                    <a:lnTo>
                      <a:pt x="1816227" y="4140708"/>
                    </a:lnTo>
                    <a:close/>
                  </a:path>
                  <a:path w="6140450" h="4159885">
                    <a:moveTo>
                      <a:pt x="1821433" y="4140708"/>
                    </a:moveTo>
                    <a:lnTo>
                      <a:pt x="1816227" y="4140708"/>
                    </a:lnTo>
                    <a:lnTo>
                      <a:pt x="1816227" y="4159758"/>
                    </a:lnTo>
                    <a:lnTo>
                      <a:pt x="1821433" y="4159758"/>
                    </a:lnTo>
                    <a:lnTo>
                      <a:pt x="1825752" y="4155490"/>
                    </a:lnTo>
                    <a:lnTo>
                      <a:pt x="1825752" y="4144975"/>
                    </a:lnTo>
                    <a:lnTo>
                      <a:pt x="1821433" y="4140708"/>
                    </a:lnTo>
                    <a:close/>
                  </a:path>
                  <a:path w="6140450" h="4159885">
                    <a:moveTo>
                      <a:pt x="1778127" y="4140708"/>
                    </a:moveTo>
                    <a:lnTo>
                      <a:pt x="1772793" y="4140708"/>
                    </a:lnTo>
                    <a:lnTo>
                      <a:pt x="1768602" y="4144975"/>
                    </a:lnTo>
                    <a:lnTo>
                      <a:pt x="1768602" y="4155490"/>
                    </a:lnTo>
                    <a:lnTo>
                      <a:pt x="1772793" y="4159758"/>
                    </a:lnTo>
                    <a:lnTo>
                      <a:pt x="1778127" y="4159758"/>
                    </a:lnTo>
                    <a:lnTo>
                      <a:pt x="1778127" y="4140708"/>
                    </a:lnTo>
                    <a:close/>
                  </a:path>
                  <a:path w="6140450" h="4159885">
                    <a:moveTo>
                      <a:pt x="1783333" y="4140708"/>
                    </a:moveTo>
                    <a:lnTo>
                      <a:pt x="1778127" y="4140708"/>
                    </a:lnTo>
                    <a:lnTo>
                      <a:pt x="1778127" y="4159758"/>
                    </a:lnTo>
                    <a:lnTo>
                      <a:pt x="1783333" y="4159758"/>
                    </a:lnTo>
                    <a:lnTo>
                      <a:pt x="1787652" y="4155490"/>
                    </a:lnTo>
                    <a:lnTo>
                      <a:pt x="1787652" y="4144975"/>
                    </a:lnTo>
                    <a:lnTo>
                      <a:pt x="1783333" y="4140708"/>
                    </a:lnTo>
                    <a:close/>
                  </a:path>
                  <a:path w="6140450" h="4159885">
                    <a:moveTo>
                      <a:pt x="1739900" y="4140708"/>
                    </a:moveTo>
                    <a:lnTo>
                      <a:pt x="1734693" y="4140708"/>
                    </a:lnTo>
                    <a:lnTo>
                      <a:pt x="1730375" y="4144975"/>
                    </a:lnTo>
                    <a:lnTo>
                      <a:pt x="1730375" y="4155490"/>
                    </a:lnTo>
                    <a:lnTo>
                      <a:pt x="1734693" y="4159758"/>
                    </a:lnTo>
                    <a:lnTo>
                      <a:pt x="1739900" y="4159758"/>
                    </a:lnTo>
                    <a:lnTo>
                      <a:pt x="1739900" y="4140708"/>
                    </a:lnTo>
                    <a:close/>
                  </a:path>
                  <a:path w="6140450" h="4159885">
                    <a:moveTo>
                      <a:pt x="1745233" y="4140708"/>
                    </a:moveTo>
                    <a:lnTo>
                      <a:pt x="1740027" y="4140708"/>
                    </a:lnTo>
                    <a:lnTo>
                      <a:pt x="1740027" y="4159758"/>
                    </a:lnTo>
                    <a:lnTo>
                      <a:pt x="1745233" y="4159758"/>
                    </a:lnTo>
                    <a:lnTo>
                      <a:pt x="1749552" y="4155490"/>
                    </a:lnTo>
                    <a:lnTo>
                      <a:pt x="1749552" y="4144975"/>
                    </a:lnTo>
                    <a:lnTo>
                      <a:pt x="1745233" y="4140708"/>
                    </a:lnTo>
                    <a:close/>
                  </a:path>
                  <a:path w="6140450" h="4159885">
                    <a:moveTo>
                      <a:pt x="1701800" y="4140708"/>
                    </a:moveTo>
                    <a:lnTo>
                      <a:pt x="1696593" y="4140708"/>
                    </a:lnTo>
                    <a:lnTo>
                      <a:pt x="1692275" y="4144975"/>
                    </a:lnTo>
                    <a:lnTo>
                      <a:pt x="1692275" y="4155490"/>
                    </a:lnTo>
                    <a:lnTo>
                      <a:pt x="1696593" y="4159758"/>
                    </a:lnTo>
                    <a:lnTo>
                      <a:pt x="1701800" y="4159758"/>
                    </a:lnTo>
                    <a:lnTo>
                      <a:pt x="1701800" y="4140708"/>
                    </a:lnTo>
                    <a:close/>
                  </a:path>
                  <a:path w="6140450" h="4159885">
                    <a:moveTo>
                      <a:pt x="1707133" y="4140708"/>
                    </a:moveTo>
                    <a:lnTo>
                      <a:pt x="1701800" y="4140708"/>
                    </a:lnTo>
                    <a:lnTo>
                      <a:pt x="1701800" y="4159758"/>
                    </a:lnTo>
                    <a:lnTo>
                      <a:pt x="1707133" y="4159758"/>
                    </a:lnTo>
                    <a:lnTo>
                      <a:pt x="1711325" y="4155490"/>
                    </a:lnTo>
                    <a:lnTo>
                      <a:pt x="1711325" y="4144975"/>
                    </a:lnTo>
                    <a:lnTo>
                      <a:pt x="1707133" y="4140708"/>
                    </a:lnTo>
                    <a:close/>
                  </a:path>
                  <a:path w="6140450" h="4159885">
                    <a:moveTo>
                      <a:pt x="1663700" y="4140708"/>
                    </a:moveTo>
                    <a:lnTo>
                      <a:pt x="1658493" y="4140708"/>
                    </a:lnTo>
                    <a:lnTo>
                      <a:pt x="1654175" y="4144975"/>
                    </a:lnTo>
                    <a:lnTo>
                      <a:pt x="1654175" y="4155490"/>
                    </a:lnTo>
                    <a:lnTo>
                      <a:pt x="1658493" y="4159758"/>
                    </a:lnTo>
                    <a:lnTo>
                      <a:pt x="1663700" y="4159758"/>
                    </a:lnTo>
                    <a:lnTo>
                      <a:pt x="1663700" y="4140708"/>
                    </a:lnTo>
                    <a:close/>
                  </a:path>
                  <a:path w="6140450" h="4159885">
                    <a:moveTo>
                      <a:pt x="1669033" y="4140708"/>
                    </a:moveTo>
                    <a:lnTo>
                      <a:pt x="1663700" y="4140708"/>
                    </a:lnTo>
                    <a:lnTo>
                      <a:pt x="1663700" y="4159758"/>
                    </a:lnTo>
                    <a:lnTo>
                      <a:pt x="1669033" y="4159758"/>
                    </a:lnTo>
                    <a:lnTo>
                      <a:pt x="1673225" y="4155490"/>
                    </a:lnTo>
                    <a:lnTo>
                      <a:pt x="1673225" y="4144975"/>
                    </a:lnTo>
                    <a:lnTo>
                      <a:pt x="1669033" y="4140708"/>
                    </a:lnTo>
                    <a:close/>
                  </a:path>
                  <a:path w="6140450" h="4159885">
                    <a:moveTo>
                      <a:pt x="1625600" y="4140708"/>
                    </a:moveTo>
                    <a:lnTo>
                      <a:pt x="1620393" y="4140708"/>
                    </a:lnTo>
                    <a:lnTo>
                      <a:pt x="1616075" y="4144975"/>
                    </a:lnTo>
                    <a:lnTo>
                      <a:pt x="1616075" y="4155490"/>
                    </a:lnTo>
                    <a:lnTo>
                      <a:pt x="1620393" y="4159758"/>
                    </a:lnTo>
                    <a:lnTo>
                      <a:pt x="1625600" y="4159758"/>
                    </a:lnTo>
                    <a:lnTo>
                      <a:pt x="1625600" y="4140708"/>
                    </a:lnTo>
                    <a:close/>
                  </a:path>
                  <a:path w="6140450" h="4159885">
                    <a:moveTo>
                      <a:pt x="1630933" y="4140708"/>
                    </a:moveTo>
                    <a:lnTo>
                      <a:pt x="1625600" y="4140708"/>
                    </a:lnTo>
                    <a:lnTo>
                      <a:pt x="1625600" y="4159758"/>
                    </a:lnTo>
                    <a:lnTo>
                      <a:pt x="1630933" y="4159758"/>
                    </a:lnTo>
                    <a:lnTo>
                      <a:pt x="1635125" y="4155490"/>
                    </a:lnTo>
                    <a:lnTo>
                      <a:pt x="1635125" y="4144975"/>
                    </a:lnTo>
                    <a:lnTo>
                      <a:pt x="1630933" y="4140708"/>
                    </a:lnTo>
                    <a:close/>
                  </a:path>
                  <a:path w="6140450" h="4159885">
                    <a:moveTo>
                      <a:pt x="1587500" y="4140708"/>
                    </a:moveTo>
                    <a:lnTo>
                      <a:pt x="1582165" y="4140708"/>
                    </a:lnTo>
                    <a:lnTo>
                      <a:pt x="1577975" y="4144975"/>
                    </a:lnTo>
                    <a:lnTo>
                      <a:pt x="1577975" y="4155490"/>
                    </a:lnTo>
                    <a:lnTo>
                      <a:pt x="1582165" y="4159758"/>
                    </a:lnTo>
                    <a:lnTo>
                      <a:pt x="1587500" y="4159758"/>
                    </a:lnTo>
                    <a:lnTo>
                      <a:pt x="1587500" y="4140708"/>
                    </a:lnTo>
                    <a:close/>
                  </a:path>
                  <a:path w="6140450" h="4159885">
                    <a:moveTo>
                      <a:pt x="1592706" y="4140708"/>
                    </a:moveTo>
                    <a:lnTo>
                      <a:pt x="1587500" y="4140708"/>
                    </a:lnTo>
                    <a:lnTo>
                      <a:pt x="1587500" y="4159758"/>
                    </a:lnTo>
                    <a:lnTo>
                      <a:pt x="1592706" y="4159758"/>
                    </a:lnTo>
                    <a:lnTo>
                      <a:pt x="1597025" y="4155490"/>
                    </a:lnTo>
                    <a:lnTo>
                      <a:pt x="1597025" y="4144975"/>
                    </a:lnTo>
                    <a:lnTo>
                      <a:pt x="1592706" y="4140708"/>
                    </a:lnTo>
                    <a:close/>
                  </a:path>
                  <a:path w="6140450" h="4159885">
                    <a:moveTo>
                      <a:pt x="1549400" y="4140708"/>
                    </a:moveTo>
                    <a:lnTo>
                      <a:pt x="1544065" y="4140708"/>
                    </a:lnTo>
                    <a:lnTo>
                      <a:pt x="1539875" y="4144975"/>
                    </a:lnTo>
                    <a:lnTo>
                      <a:pt x="1539875" y="4155490"/>
                    </a:lnTo>
                    <a:lnTo>
                      <a:pt x="1544065" y="4159758"/>
                    </a:lnTo>
                    <a:lnTo>
                      <a:pt x="1549400" y="4159758"/>
                    </a:lnTo>
                    <a:lnTo>
                      <a:pt x="1549400" y="4140708"/>
                    </a:lnTo>
                    <a:close/>
                  </a:path>
                  <a:path w="6140450" h="4159885">
                    <a:moveTo>
                      <a:pt x="1554606" y="4140708"/>
                    </a:moveTo>
                    <a:lnTo>
                      <a:pt x="1549400" y="4140708"/>
                    </a:lnTo>
                    <a:lnTo>
                      <a:pt x="1549400" y="4159758"/>
                    </a:lnTo>
                    <a:lnTo>
                      <a:pt x="1554606" y="4159758"/>
                    </a:lnTo>
                    <a:lnTo>
                      <a:pt x="1558925" y="4155490"/>
                    </a:lnTo>
                    <a:lnTo>
                      <a:pt x="1558925" y="4144975"/>
                    </a:lnTo>
                    <a:lnTo>
                      <a:pt x="1554606" y="4140708"/>
                    </a:lnTo>
                    <a:close/>
                  </a:path>
                  <a:path w="6140450" h="4159885">
                    <a:moveTo>
                      <a:pt x="1511300" y="4140708"/>
                    </a:moveTo>
                    <a:lnTo>
                      <a:pt x="1505965" y="4140708"/>
                    </a:lnTo>
                    <a:lnTo>
                      <a:pt x="1501775" y="4144975"/>
                    </a:lnTo>
                    <a:lnTo>
                      <a:pt x="1501775" y="4155490"/>
                    </a:lnTo>
                    <a:lnTo>
                      <a:pt x="1505965" y="4159758"/>
                    </a:lnTo>
                    <a:lnTo>
                      <a:pt x="1511300" y="4159758"/>
                    </a:lnTo>
                    <a:lnTo>
                      <a:pt x="1511300" y="4140708"/>
                    </a:lnTo>
                    <a:close/>
                  </a:path>
                  <a:path w="6140450" h="4159885">
                    <a:moveTo>
                      <a:pt x="1516506" y="4140708"/>
                    </a:moveTo>
                    <a:lnTo>
                      <a:pt x="1511300" y="4140708"/>
                    </a:lnTo>
                    <a:lnTo>
                      <a:pt x="1511300" y="4159758"/>
                    </a:lnTo>
                    <a:lnTo>
                      <a:pt x="1516506" y="4159758"/>
                    </a:lnTo>
                    <a:lnTo>
                      <a:pt x="1520825" y="4155490"/>
                    </a:lnTo>
                    <a:lnTo>
                      <a:pt x="1520825" y="4144975"/>
                    </a:lnTo>
                    <a:lnTo>
                      <a:pt x="1516506" y="4140708"/>
                    </a:lnTo>
                    <a:close/>
                  </a:path>
                  <a:path w="6140450" h="4159885">
                    <a:moveTo>
                      <a:pt x="1473073" y="4140708"/>
                    </a:moveTo>
                    <a:lnTo>
                      <a:pt x="1467865" y="4140708"/>
                    </a:lnTo>
                    <a:lnTo>
                      <a:pt x="1463548" y="4144975"/>
                    </a:lnTo>
                    <a:lnTo>
                      <a:pt x="1463548" y="4155490"/>
                    </a:lnTo>
                    <a:lnTo>
                      <a:pt x="1467865" y="4159758"/>
                    </a:lnTo>
                    <a:lnTo>
                      <a:pt x="1473073" y="4159758"/>
                    </a:lnTo>
                    <a:lnTo>
                      <a:pt x="1473073" y="4140708"/>
                    </a:lnTo>
                    <a:close/>
                  </a:path>
                  <a:path w="6140450" h="4159885">
                    <a:moveTo>
                      <a:pt x="1478406" y="4140708"/>
                    </a:moveTo>
                    <a:lnTo>
                      <a:pt x="1473200" y="4140708"/>
                    </a:lnTo>
                    <a:lnTo>
                      <a:pt x="1473200" y="4159758"/>
                    </a:lnTo>
                    <a:lnTo>
                      <a:pt x="1478406" y="4159758"/>
                    </a:lnTo>
                    <a:lnTo>
                      <a:pt x="1482725" y="4155490"/>
                    </a:lnTo>
                    <a:lnTo>
                      <a:pt x="1482725" y="4144975"/>
                    </a:lnTo>
                    <a:lnTo>
                      <a:pt x="1478406" y="4140708"/>
                    </a:lnTo>
                    <a:close/>
                  </a:path>
                  <a:path w="6140450" h="4159885">
                    <a:moveTo>
                      <a:pt x="1434973" y="4140708"/>
                    </a:moveTo>
                    <a:lnTo>
                      <a:pt x="1429765" y="4140708"/>
                    </a:lnTo>
                    <a:lnTo>
                      <a:pt x="1425448" y="4144975"/>
                    </a:lnTo>
                    <a:lnTo>
                      <a:pt x="1425448" y="4155490"/>
                    </a:lnTo>
                    <a:lnTo>
                      <a:pt x="1429765" y="4159758"/>
                    </a:lnTo>
                    <a:lnTo>
                      <a:pt x="1434973" y="4159758"/>
                    </a:lnTo>
                    <a:lnTo>
                      <a:pt x="1434973" y="4140708"/>
                    </a:lnTo>
                    <a:close/>
                  </a:path>
                  <a:path w="6140450" h="4159885">
                    <a:moveTo>
                      <a:pt x="1440306" y="4140708"/>
                    </a:moveTo>
                    <a:lnTo>
                      <a:pt x="1434973" y="4140708"/>
                    </a:lnTo>
                    <a:lnTo>
                      <a:pt x="1434973" y="4159758"/>
                    </a:lnTo>
                    <a:lnTo>
                      <a:pt x="1440306" y="4159758"/>
                    </a:lnTo>
                    <a:lnTo>
                      <a:pt x="1444498" y="4155490"/>
                    </a:lnTo>
                    <a:lnTo>
                      <a:pt x="1444498" y="4144975"/>
                    </a:lnTo>
                    <a:lnTo>
                      <a:pt x="1440306" y="4140708"/>
                    </a:lnTo>
                    <a:close/>
                  </a:path>
                  <a:path w="6140450" h="4159885">
                    <a:moveTo>
                      <a:pt x="1396873" y="4140708"/>
                    </a:moveTo>
                    <a:lnTo>
                      <a:pt x="1391665" y="4140708"/>
                    </a:lnTo>
                    <a:lnTo>
                      <a:pt x="1387348" y="4144975"/>
                    </a:lnTo>
                    <a:lnTo>
                      <a:pt x="1387348" y="4155490"/>
                    </a:lnTo>
                    <a:lnTo>
                      <a:pt x="1391665" y="4159758"/>
                    </a:lnTo>
                    <a:lnTo>
                      <a:pt x="1396873" y="4159758"/>
                    </a:lnTo>
                    <a:lnTo>
                      <a:pt x="1396873" y="4140708"/>
                    </a:lnTo>
                    <a:close/>
                  </a:path>
                  <a:path w="6140450" h="4159885">
                    <a:moveTo>
                      <a:pt x="1402206" y="4140708"/>
                    </a:moveTo>
                    <a:lnTo>
                      <a:pt x="1396873" y="4140708"/>
                    </a:lnTo>
                    <a:lnTo>
                      <a:pt x="1396873" y="4159758"/>
                    </a:lnTo>
                    <a:lnTo>
                      <a:pt x="1402206" y="4159758"/>
                    </a:lnTo>
                    <a:lnTo>
                      <a:pt x="1406398" y="4155490"/>
                    </a:lnTo>
                    <a:lnTo>
                      <a:pt x="1406398" y="4144975"/>
                    </a:lnTo>
                    <a:lnTo>
                      <a:pt x="1402206" y="4140708"/>
                    </a:lnTo>
                    <a:close/>
                  </a:path>
                  <a:path w="6140450" h="4159885">
                    <a:moveTo>
                      <a:pt x="1358773" y="4140708"/>
                    </a:moveTo>
                    <a:lnTo>
                      <a:pt x="1353565" y="4140708"/>
                    </a:lnTo>
                    <a:lnTo>
                      <a:pt x="1349248" y="4144975"/>
                    </a:lnTo>
                    <a:lnTo>
                      <a:pt x="1349248" y="4155490"/>
                    </a:lnTo>
                    <a:lnTo>
                      <a:pt x="1353565" y="4159758"/>
                    </a:lnTo>
                    <a:lnTo>
                      <a:pt x="1358773" y="4159758"/>
                    </a:lnTo>
                    <a:lnTo>
                      <a:pt x="1358773" y="4140708"/>
                    </a:lnTo>
                    <a:close/>
                  </a:path>
                  <a:path w="6140450" h="4159885">
                    <a:moveTo>
                      <a:pt x="1364106" y="4140708"/>
                    </a:moveTo>
                    <a:lnTo>
                      <a:pt x="1358773" y="4140708"/>
                    </a:lnTo>
                    <a:lnTo>
                      <a:pt x="1358773" y="4159758"/>
                    </a:lnTo>
                    <a:lnTo>
                      <a:pt x="1364106" y="4159758"/>
                    </a:lnTo>
                    <a:lnTo>
                      <a:pt x="1368298" y="4155490"/>
                    </a:lnTo>
                    <a:lnTo>
                      <a:pt x="1368298" y="4144975"/>
                    </a:lnTo>
                    <a:lnTo>
                      <a:pt x="1364106" y="4140708"/>
                    </a:lnTo>
                    <a:close/>
                  </a:path>
                  <a:path w="6140450" h="4159885">
                    <a:moveTo>
                      <a:pt x="1320673" y="4140708"/>
                    </a:moveTo>
                    <a:lnTo>
                      <a:pt x="1315338" y="4140708"/>
                    </a:lnTo>
                    <a:lnTo>
                      <a:pt x="1311148" y="4144975"/>
                    </a:lnTo>
                    <a:lnTo>
                      <a:pt x="1311148" y="4155490"/>
                    </a:lnTo>
                    <a:lnTo>
                      <a:pt x="1315338" y="4159758"/>
                    </a:lnTo>
                    <a:lnTo>
                      <a:pt x="1320673" y="4159758"/>
                    </a:lnTo>
                    <a:lnTo>
                      <a:pt x="1320673" y="4140708"/>
                    </a:lnTo>
                    <a:close/>
                  </a:path>
                  <a:path w="6140450" h="4159885">
                    <a:moveTo>
                      <a:pt x="1325879" y="4140708"/>
                    </a:moveTo>
                    <a:lnTo>
                      <a:pt x="1320673" y="4140708"/>
                    </a:lnTo>
                    <a:lnTo>
                      <a:pt x="1320673" y="4159758"/>
                    </a:lnTo>
                    <a:lnTo>
                      <a:pt x="1325879" y="4159758"/>
                    </a:lnTo>
                    <a:lnTo>
                      <a:pt x="1330198" y="4155490"/>
                    </a:lnTo>
                    <a:lnTo>
                      <a:pt x="1330198" y="4144975"/>
                    </a:lnTo>
                    <a:lnTo>
                      <a:pt x="1325879" y="4140708"/>
                    </a:lnTo>
                    <a:close/>
                  </a:path>
                  <a:path w="6140450" h="4159885">
                    <a:moveTo>
                      <a:pt x="1282573" y="4140708"/>
                    </a:moveTo>
                    <a:lnTo>
                      <a:pt x="1277238" y="4140708"/>
                    </a:lnTo>
                    <a:lnTo>
                      <a:pt x="1273048" y="4144975"/>
                    </a:lnTo>
                    <a:lnTo>
                      <a:pt x="1273048" y="4155490"/>
                    </a:lnTo>
                    <a:lnTo>
                      <a:pt x="1277238" y="4159758"/>
                    </a:lnTo>
                    <a:lnTo>
                      <a:pt x="1282573" y="4159758"/>
                    </a:lnTo>
                    <a:lnTo>
                      <a:pt x="1282573" y="4140708"/>
                    </a:lnTo>
                    <a:close/>
                  </a:path>
                  <a:path w="6140450" h="4159885">
                    <a:moveTo>
                      <a:pt x="1287779" y="4140708"/>
                    </a:moveTo>
                    <a:lnTo>
                      <a:pt x="1282573" y="4140708"/>
                    </a:lnTo>
                    <a:lnTo>
                      <a:pt x="1282573" y="4159758"/>
                    </a:lnTo>
                    <a:lnTo>
                      <a:pt x="1287779" y="4159758"/>
                    </a:lnTo>
                    <a:lnTo>
                      <a:pt x="1292098" y="4155490"/>
                    </a:lnTo>
                    <a:lnTo>
                      <a:pt x="1292098" y="4144975"/>
                    </a:lnTo>
                    <a:lnTo>
                      <a:pt x="1287779" y="4140708"/>
                    </a:lnTo>
                    <a:close/>
                  </a:path>
                  <a:path w="6140450" h="4159885">
                    <a:moveTo>
                      <a:pt x="1244346" y="4140708"/>
                    </a:moveTo>
                    <a:lnTo>
                      <a:pt x="1239138" y="4140708"/>
                    </a:lnTo>
                    <a:lnTo>
                      <a:pt x="1234821" y="4144975"/>
                    </a:lnTo>
                    <a:lnTo>
                      <a:pt x="1234821" y="4155490"/>
                    </a:lnTo>
                    <a:lnTo>
                      <a:pt x="1239138" y="4159758"/>
                    </a:lnTo>
                    <a:lnTo>
                      <a:pt x="1244346" y="4159758"/>
                    </a:lnTo>
                    <a:lnTo>
                      <a:pt x="1244346" y="4140708"/>
                    </a:lnTo>
                    <a:close/>
                  </a:path>
                  <a:path w="6140450" h="4159885">
                    <a:moveTo>
                      <a:pt x="1249679" y="4140708"/>
                    </a:moveTo>
                    <a:lnTo>
                      <a:pt x="1244473" y="4140708"/>
                    </a:lnTo>
                    <a:lnTo>
                      <a:pt x="1244473" y="4159758"/>
                    </a:lnTo>
                    <a:lnTo>
                      <a:pt x="1249679" y="4159758"/>
                    </a:lnTo>
                    <a:lnTo>
                      <a:pt x="1253998" y="4155490"/>
                    </a:lnTo>
                    <a:lnTo>
                      <a:pt x="1253998" y="4144975"/>
                    </a:lnTo>
                    <a:lnTo>
                      <a:pt x="1249679" y="4140708"/>
                    </a:lnTo>
                    <a:close/>
                  </a:path>
                  <a:path w="6140450" h="4159885">
                    <a:moveTo>
                      <a:pt x="1206245" y="4140708"/>
                    </a:moveTo>
                    <a:lnTo>
                      <a:pt x="1201039" y="4140708"/>
                    </a:lnTo>
                    <a:lnTo>
                      <a:pt x="1196720" y="4144975"/>
                    </a:lnTo>
                    <a:lnTo>
                      <a:pt x="1196720" y="4155490"/>
                    </a:lnTo>
                    <a:lnTo>
                      <a:pt x="1201039" y="4159758"/>
                    </a:lnTo>
                    <a:lnTo>
                      <a:pt x="1206245" y="4159758"/>
                    </a:lnTo>
                    <a:lnTo>
                      <a:pt x="1206245" y="4140708"/>
                    </a:lnTo>
                    <a:close/>
                  </a:path>
                  <a:path w="6140450" h="4159885">
                    <a:moveTo>
                      <a:pt x="1211579" y="4140708"/>
                    </a:moveTo>
                    <a:lnTo>
                      <a:pt x="1206245" y="4140708"/>
                    </a:lnTo>
                    <a:lnTo>
                      <a:pt x="1206245" y="4159758"/>
                    </a:lnTo>
                    <a:lnTo>
                      <a:pt x="1211579" y="4159758"/>
                    </a:lnTo>
                    <a:lnTo>
                      <a:pt x="1215770" y="4155490"/>
                    </a:lnTo>
                    <a:lnTo>
                      <a:pt x="1215770" y="4144975"/>
                    </a:lnTo>
                    <a:lnTo>
                      <a:pt x="1211579" y="4140708"/>
                    </a:lnTo>
                    <a:close/>
                  </a:path>
                  <a:path w="6140450" h="4159885">
                    <a:moveTo>
                      <a:pt x="1168145" y="4140708"/>
                    </a:moveTo>
                    <a:lnTo>
                      <a:pt x="1162939" y="4140708"/>
                    </a:lnTo>
                    <a:lnTo>
                      <a:pt x="1158620" y="4144975"/>
                    </a:lnTo>
                    <a:lnTo>
                      <a:pt x="1158620" y="4155490"/>
                    </a:lnTo>
                    <a:lnTo>
                      <a:pt x="1162939" y="4159758"/>
                    </a:lnTo>
                    <a:lnTo>
                      <a:pt x="1168145" y="4159758"/>
                    </a:lnTo>
                    <a:lnTo>
                      <a:pt x="1168145" y="4140708"/>
                    </a:lnTo>
                    <a:close/>
                  </a:path>
                  <a:path w="6140450" h="4159885">
                    <a:moveTo>
                      <a:pt x="1173479" y="4140708"/>
                    </a:moveTo>
                    <a:lnTo>
                      <a:pt x="1168145" y="4140708"/>
                    </a:lnTo>
                    <a:lnTo>
                      <a:pt x="1168145" y="4159758"/>
                    </a:lnTo>
                    <a:lnTo>
                      <a:pt x="1173479" y="4159758"/>
                    </a:lnTo>
                    <a:lnTo>
                      <a:pt x="1177670" y="4155490"/>
                    </a:lnTo>
                    <a:lnTo>
                      <a:pt x="1177670" y="4144975"/>
                    </a:lnTo>
                    <a:lnTo>
                      <a:pt x="1173479" y="4140708"/>
                    </a:lnTo>
                    <a:close/>
                  </a:path>
                  <a:path w="6140450" h="4159885">
                    <a:moveTo>
                      <a:pt x="1130045" y="4140708"/>
                    </a:moveTo>
                    <a:lnTo>
                      <a:pt x="1124839" y="4140708"/>
                    </a:lnTo>
                    <a:lnTo>
                      <a:pt x="1120520" y="4144975"/>
                    </a:lnTo>
                    <a:lnTo>
                      <a:pt x="1120520" y="4155490"/>
                    </a:lnTo>
                    <a:lnTo>
                      <a:pt x="1124839" y="4159758"/>
                    </a:lnTo>
                    <a:lnTo>
                      <a:pt x="1130045" y="4159758"/>
                    </a:lnTo>
                    <a:lnTo>
                      <a:pt x="1130045" y="4140708"/>
                    </a:lnTo>
                    <a:close/>
                  </a:path>
                  <a:path w="6140450" h="4159885">
                    <a:moveTo>
                      <a:pt x="1135379" y="4140708"/>
                    </a:moveTo>
                    <a:lnTo>
                      <a:pt x="1130045" y="4140708"/>
                    </a:lnTo>
                    <a:lnTo>
                      <a:pt x="1130045" y="4159758"/>
                    </a:lnTo>
                    <a:lnTo>
                      <a:pt x="1135379" y="4159758"/>
                    </a:lnTo>
                    <a:lnTo>
                      <a:pt x="1139570" y="4155490"/>
                    </a:lnTo>
                    <a:lnTo>
                      <a:pt x="1139570" y="4144975"/>
                    </a:lnTo>
                    <a:lnTo>
                      <a:pt x="1135379" y="4140708"/>
                    </a:lnTo>
                    <a:close/>
                  </a:path>
                  <a:path w="6140450" h="4159885">
                    <a:moveTo>
                      <a:pt x="1091945" y="4140708"/>
                    </a:moveTo>
                    <a:lnTo>
                      <a:pt x="1086612" y="4140708"/>
                    </a:lnTo>
                    <a:lnTo>
                      <a:pt x="1082420" y="4144975"/>
                    </a:lnTo>
                    <a:lnTo>
                      <a:pt x="1082420" y="4155490"/>
                    </a:lnTo>
                    <a:lnTo>
                      <a:pt x="1086612" y="4159758"/>
                    </a:lnTo>
                    <a:lnTo>
                      <a:pt x="1091945" y="4159758"/>
                    </a:lnTo>
                    <a:lnTo>
                      <a:pt x="1091945" y="4140708"/>
                    </a:lnTo>
                    <a:close/>
                  </a:path>
                  <a:path w="6140450" h="4159885">
                    <a:moveTo>
                      <a:pt x="1097152" y="4140708"/>
                    </a:moveTo>
                    <a:lnTo>
                      <a:pt x="1091945" y="4140708"/>
                    </a:lnTo>
                    <a:lnTo>
                      <a:pt x="1091945" y="4159758"/>
                    </a:lnTo>
                    <a:lnTo>
                      <a:pt x="1097152" y="4159758"/>
                    </a:lnTo>
                    <a:lnTo>
                      <a:pt x="1101470" y="4155490"/>
                    </a:lnTo>
                    <a:lnTo>
                      <a:pt x="1101470" y="4144975"/>
                    </a:lnTo>
                    <a:lnTo>
                      <a:pt x="1097152" y="4140708"/>
                    </a:lnTo>
                    <a:close/>
                  </a:path>
                  <a:path w="6140450" h="4159885">
                    <a:moveTo>
                      <a:pt x="1053845" y="4140708"/>
                    </a:moveTo>
                    <a:lnTo>
                      <a:pt x="1048512" y="4140708"/>
                    </a:lnTo>
                    <a:lnTo>
                      <a:pt x="1044320" y="4144975"/>
                    </a:lnTo>
                    <a:lnTo>
                      <a:pt x="1044320" y="4155490"/>
                    </a:lnTo>
                    <a:lnTo>
                      <a:pt x="1048512" y="4159758"/>
                    </a:lnTo>
                    <a:lnTo>
                      <a:pt x="1053845" y="4159758"/>
                    </a:lnTo>
                    <a:lnTo>
                      <a:pt x="1053845" y="4140708"/>
                    </a:lnTo>
                    <a:close/>
                  </a:path>
                  <a:path w="6140450" h="4159885">
                    <a:moveTo>
                      <a:pt x="1059052" y="4140708"/>
                    </a:moveTo>
                    <a:lnTo>
                      <a:pt x="1053845" y="4140708"/>
                    </a:lnTo>
                    <a:lnTo>
                      <a:pt x="1053845" y="4159758"/>
                    </a:lnTo>
                    <a:lnTo>
                      <a:pt x="1059052" y="4159758"/>
                    </a:lnTo>
                    <a:lnTo>
                      <a:pt x="1063370" y="4155490"/>
                    </a:lnTo>
                    <a:lnTo>
                      <a:pt x="1063370" y="4144975"/>
                    </a:lnTo>
                    <a:lnTo>
                      <a:pt x="1059052" y="4140708"/>
                    </a:lnTo>
                    <a:close/>
                  </a:path>
                  <a:path w="6140450" h="4159885">
                    <a:moveTo>
                      <a:pt x="1015745" y="4140708"/>
                    </a:moveTo>
                    <a:lnTo>
                      <a:pt x="1010412" y="4140708"/>
                    </a:lnTo>
                    <a:lnTo>
                      <a:pt x="1006220" y="4144975"/>
                    </a:lnTo>
                    <a:lnTo>
                      <a:pt x="1006220" y="4155490"/>
                    </a:lnTo>
                    <a:lnTo>
                      <a:pt x="1010412" y="4159758"/>
                    </a:lnTo>
                    <a:lnTo>
                      <a:pt x="1015745" y="4159758"/>
                    </a:lnTo>
                    <a:lnTo>
                      <a:pt x="1015745" y="4140708"/>
                    </a:lnTo>
                    <a:close/>
                  </a:path>
                  <a:path w="6140450" h="4159885">
                    <a:moveTo>
                      <a:pt x="1020952" y="4140708"/>
                    </a:moveTo>
                    <a:lnTo>
                      <a:pt x="1015745" y="4140708"/>
                    </a:lnTo>
                    <a:lnTo>
                      <a:pt x="1015745" y="4159758"/>
                    </a:lnTo>
                    <a:lnTo>
                      <a:pt x="1020952" y="4159758"/>
                    </a:lnTo>
                    <a:lnTo>
                      <a:pt x="1025270" y="4155490"/>
                    </a:lnTo>
                    <a:lnTo>
                      <a:pt x="1025270" y="4144975"/>
                    </a:lnTo>
                    <a:lnTo>
                      <a:pt x="1020952" y="4140708"/>
                    </a:lnTo>
                    <a:close/>
                  </a:path>
                  <a:path w="6140450" h="4159885">
                    <a:moveTo>
                      <a:pt x="977518" y="4140708"/>
                    </a:moveTo>
                    <a:lnTo>
                      <a:pt x="972312" y="4140708"/>
                    </a:lnTo>
                    <a:lnTo>
                      <a:pt x="967993" y="4144975"/>
                    </a:lnTo>
                    <a:lnTo>
                      <a:pt x="967993" y="4155490"/>
                    </a:lnTo>
                    <a:lnTo>
                      <a:pt x="972312" y="4159758"/>
                    </a:lnTo>
                    <a:lnTo>
                      <a:pt x="977518" y="4159758"/>
                    </a:lnTo>
                    <a:lnTo>
                      <a:pt x="977518" y="4140708"/>
                    </a:lnTo>
                    <a:close/>
                  </a:path>
                  <a:path w="6140450" h="4159885">
                    <a:moveTo>
                      <a:pt x="982852" y="4140708"/>
                    </a:moveTo>
                    <a:lnTo>
                      <a:pt x="977645" y="4140708"/>
                    </a:lnTo>
                    <a:lnTo>
                      <a:pt x="977645" y="4159758"/>
                    </a:lnTo>
                    <a:lnTo>
                      <a:pt x="982852" y="4159758"/>
                    </a:lnTo>
                    <a:lnTo>
                      <a:pt x="987170" y="4155490"/>
                    </a:lnTo>
                    <a:lnTo>
                      <a:pt x="987170" y="4144975"/>
                    </a:lnTo>
                    <a:lnTo>
                      <a:pt x="982852" y="4140708"/>
                    </a:lnTo>
                    <a:close/>
                  </a:path>
                  <a:path w="6140450" h="4159885">
                    <a:moveTo>
                      <a:pt x="939418" y="4140708"/>
                    </a:moveTo>
                    <a:lnTo>
                      <a:pt x="934212" y="4140708"/>
                    </a:lnTo>
                    <a:lnTo>
                      <a:pt x="929893" y="4144975"/>
                    </a:lnTo>
                    <a:lnTo>
                      <a:pt x="929893" y="4155490"/>
                    </a:lnTo>
                    <a:lnTo>
                      <a:pt x="934212" y="4159758"/>
                    </a:lnTo>
                    <a:lnTo>
                      <a:pt x="939418" y="4159758"/>
                    </a:lnTo>
                    <a:lnTo>
                      <a:pt x="939418" y="4140708"/>
                    </a:lnTo>
                    <a:close/>
                  </a:path>
                  <a:path w="6140450" h="4159885">
                    <a:moveTo>
                      <a:pt x="944752" y="4140708"/>
                    </a:moveTo>
                    <a:lnTo>
                      <a:pt x="939418" y="4140708"/>
                    </a:lnTo>
                    <a:lnTo>
                      <a:pt x="939418" y="4159758"/>
                    </a:lnTo>
                    <a:lnTo>
                      <a:pt x="944752" y="4159758"/>
                    </a:lnTo>
                    <a:lnTo>
                      <a:pt x="948943" y="4155490"/>
                    </a:lnTo>
                    <a:lnTo>
                      <a:pt x="948943" y="4144975"/>
                    </a:lnTo>
                    <a:lnTo>
                      <a:pt x="944752" y="4140708"/>
                    </a:lnTo>
                    <a:close/>
                  </a:path>
                  <a:path w="6140450" h="4159885">
                    <a:moveTo>
                      <a:pt x="901318" y="4140708"/>
                    </a:moveTo>
                    <a:lnTo>
                      <a:pt x="896112" y="4140708"/>
                    </a:lnTo>
                    <a:lnTo>
                      <a:pt x="891793" y="4144975"/>
                    </a:lnTo>
                    <a:lnTo>
                      <a:pt x="891793" y="4155490"/>
                    </a:lnTo>
                    <a:lnTo>
                      <a:pt x="896112" y="4159758"/>
                    </a:lnTo>
                    <a:lnTo>
                      <a:pt x="901318" y="4159758"/>
                    </a:lnTo>
                    <a:lnTo>
                      <a:pt x="901318" y="4140708"/>
                    </a:lnTo>
                    <a:close/>
                  </a:path>
                  <a:path w="6140450" h="4159885">
                    <a:moveTo>
                      <a:pt x="906652" y="4140708"/>
                    </a:moveTo>
                    <a:lnTo>
                      <a:pt x="901318" y="4140708"/>
                    </a:lnTo>
                    <a:lnTo>
                      <a:pt x="901318" y="4159758"/>
                    </a:lnTo>
                    <a:lnTo>
                      <a:pt x="906652" y="4159758"/>
                    </a:lnTo>
                    <a:lnTo>
                      <a:pt x="910843" y="4155490"/>
                    </a:lnTo>
                    <a:lnTo>
                      <a:pt x="910843" y="4144975"/>
                    </a:lnTo>
                    <a:lnTo>
                      <a:pt x="906652" y="4140708"/>
                    </a:lnTo>
                    <a:close/>
                  </a:path>
                  <a:path w="6140450" h="4159885">
                    <a:moveTo>
                      <a:pt x="863218" y="4140708"/>
                    </a:moveTo>
                    <a:lnTo>
                      <a:pt x="858012" y="4140708"/>
                    </a:lnTo>
                    <a:lnTo>
                      <a:pt x="853693" y="4144975"/>
                    </a:lnTo>
                    <a:lnTo>
                      <a:pt x="853693" y="4155490"/>
                    </a:lnTo>
                    <a:lnTo>
                      <a:pt x="858012" y="4159758"/>
                    </a:lnTo>
                    <a:lnTo>
                      <a:pt x="863218" y="4159758"/>
                    </a:lnTo>
                    <a:lnTo>
                      <a:pt x="863218" y="4140708"/>
                    </a:lnTo>
                    <a:close/>
                  </a:path>
                  <a:path w="6140450" h="4159885">
                    <a:moveTo>
                      <a:pt x="868552" y="4140708"/>
                    </a:moveTo>
                    <a:lnTo>
                      <a:pt x="863218" y="4140708"/>
                    </a:lnTo>
                    <a:lnTo>
                      <a:pt x="863218" y="4159758"/>
                    </a:lnTo>
                    <a:lnTo>
                      <a:pt x="868552" y="4159758"/>
                    </a:lnTo>
                    <a:lnTo>
                      <a:pt x="872743" y="4155490"/>
                    </a:lnTo>
                    <a:lnTo>
                      <a:pt x="872743" y="4144975"/>
                    </a:lnTo>
                    <a:lnTo>
                      <a:pt x="868552" y="4140708"/>
                    </a:lnTo>
                    <a:close/>
                  </a:path>
                  <a:path w="6140450" h="4159885">
                    <a:moveTo>
                      <a:pt x="825118" y="4140708"/>
                    </a:moveTo>
                    <a:lnTo>
                      <a:pt x="819784" y="4140708"/>
                    </a:lnTo>
                    <a:lnTo>
                      <a:pt x="815593" y="4144975"/>
                    </a:lnTo>
                    <a:lnTo>
                      <a:pt x="815593" y="4155490"/>
                    </a:lnTo>
                    <a:lnTo>
                      <a:pt x="819784" y="4159758"/>
                    </a:lnTo>
                    <a:lnTo>
                      <a:pt x="825118" y="4159758"/>
                    </a:lnTo>
                    <a:lnTo>
                      <a:pt x="825118" y="4140708"/>
                    </a:lnTo>
                    <a:close/>
                  </a:path>
                  <a:path w="6140450" h="4159885">
                    <a:moveTo>
                      <a:pt x="830326" y="4140708"/>
                    </a:moveTo>
                    <a:lnTo>
                      <a:pt x="825118" y="4140708"/>
                    </a:lnTo>
                    <a:lnTo>
                      <a:pt x="825118" y="4159758"/>
                    </a:lnTo>
                    <a:lnTo>
                      <a:pt x="830326" y="4159758"/>
                    </a:lnTo>
                    <a:lnTo>
                      <a:pt x="834643" y="4155490"/>
                    </a:lnTo>
                    <a:lnTo>
                      <a:pt x="834643" y="4144975"/>
                    </a:lnTo>
                    <a:lnTo>
                      <a:pt x="830326" y="4140708"/>
                    </a:lnTo>
                    <a:close/>
                  </a:path>
                  <a:path w="6140450" h="4159885">
                    <a:moveTo>
                      <a:pt x="787018" y="4140708"/>
                    </a:moveTo>
                    <a:lnTo>
                      <a:pt x="781684" y="4140708"/>
                    </a:lnTo>
                    <a:lnTo>
                      <a:pt x="777493" y="4144975"/>
                    </a:lnTo>
                    <a:lnTo>
                      <a:pt x="777493" y="4155490"/>
                    </a:lnTo>
                    <a:lnTo>
                      <a:pt x="781684" y="4159758"/>
                    </a:lnTo>
                    <a:lnTo>
                      <a:pt x="787018" y="4159758"/>
                    </a:lnTo>
                    <a:lnTo>
                      <a:pt x="787018" y="4140708"/>
                    </a:lnTo>
                    <a:close/>
                  </a:path>
                  <a:path w="6140450" h="4159885">
                    <a:moveTo>
                      <a:pt x="792226" y="4140708"/>
                    </a:moveTo>
                    <a:lnTo>
                      <a:pt x="787018" y="4140708"/>
                    </a:lnTo>
                    <a:lnTo>
                      <a:pt x="787018" y="4159758"/>
                    </a:lnTo>
                    <a:lnTo>
                      <a:pt x="792226" y="4159758"/>
                    </a:lnTo>
                    <a:lnTo>
                      <a:pt x="796543" y="4155490"/>
                    </a:lnTo>
                    <a:lnTo>
                      <a:pt x="796543" y="4144975"/>
                    </a:lnTo>
                    <a:lnTo>
                      <a:pt x="792226" y="4140708"/>
                    </a:lnTo>
                    <a:close/>
                  </a:path>
                  <a:path w="6140450" h="4159885">
                    <a:moveTo>
                      <a:pt x="748918" y="4140708"/>
                    </a:moveTo>
                    <a:lnTo>
                      <a:pt x="743584" y="4140708"/>
                    </a:lnTo>
                    <a:lnTo>
                      <a:pt x="739393" y="4144975"/>
                    </a:lnTo>
                    <a:lnTo>
                      <a:pt x="739393" y="4155490"/>
                    </a:lnTo>
                    <a:lnTo>
                      <a:pt x="743584" y="4159758"/>
                    </a:lnTo>
                    <a:lnTo>
                      <a:pt x="748918" y="4159758"/>
                    </a:lnTo>
                    <a:lnTo>
                      <a:pt x="748918" y="4140708"/>
                    </a:lnTo>
                    <a:close/>
                  </a:path>
                  <a:path w="6140450" h="4159885">
                    <a:moveTo>
                      <a:pt x="754126" y="4140708"/>
                    </a:moveTo>
                    <a:lnTo>
                      <a:pt x="748918" y="4140708"/>
                    </a:lnTo>
                    <a:lnTo>
                      <a:pt x="748918" y="4159758"/>
                    </a:lnTo>
                    <a:lnTo>
                      <a:pt x="754126" y="4159758"/>
                    </a:lnTo>
                    <a:lnTo>
                      <a:pt x="758443" y="4155490"/>
                    </a:lnTo>
                    <a:lnTo>
                      <a:pt x="758443" y="4144975"/>
                    </a:lnTo>
                    <a:lnTo>
                      <a:pt x="754126" y="4140708"/>
                    </a:lnTo>
                    <a:close/>
                  </a:path>
                  <a:path w="6140450" h="4159885">
                    <a:moveTo>
                      <a:pt x="710691" y="4140708"/>
                    </a:moveTo>
                    <a:lnTo>
                      <a:pt x="705484" y="4140708"/>
                    </a:lnTo>
                    <a:lnTo>
                      <a:pt x="701166" y="4144975"/>
                    </a:lnTo>
                    <a:lnTo>
                      <a:pt x="701166" y="4155490"/>
                    </a:lnTo>
                    <a:lnTo>
                      <a:pt x="705484" y="4159758"/>
                    </a:lnTo>
                    <a:lnTo>
                      <a:pt x="710691" y="4159758"/>
                    </a:lnTo>
                    <a:lnTo>
                      <a:pt x="710691" y="4140708"/>
                    </a:lnTo>
                    <a:close/>
                  </a:path>
                  <a:path w="6140450" h="4159885">
                    <a:moveTo>
                      <a:pt x="716026" y="4140708"/>
                    </a:moveTo>
                    <a:lnTo>
                      <a:pt x="710818" y="4140708"/>
                    </a:lnTo>
                    <a:lnTo>
                      <a:pt x="710818" y="4159758"/>
                    </a:lnTo>
                    <a:lnTo>
                      <a:pt x="716026" y="4159758"/>
                    </a:lnTo>
                    <a:lnTo>
                      <a:pt x="720343" y="4155490"/>
                    </a:lnTo>
                    <a:lnTo>
                      <a:pt x="720343" y="4144975"/>
                    </a:lnTo>
                    <a:lnTo>
                      <a:pt x="716026" y="4140708"/>
                    </a:lnTo>
                    <a:close/>
                  </a:path>
                  <a:path w="6140450" h="4159885">
                    <a:moveTo>
                      <a:pt x="672591" y="4140708"/>
                    </a:moveTo>
                    <a:lnTo>
                      <a:pt x="667384" y="4140708"/>
                    </a:lnTo>
                    <a:lnTo>
                      <a:pt x="663066" y="4144975"/>
                    </a:lnTo>
                    <a:lnTo>
                      <a:pt x="663066" y="4155490"/>
                    </a:lnTo>
                    <a:lnTo>
                      <a:pt x="667384" y="4159758"/>
                    </a:lnTo>
                    <a:lnTo>
                      <a:pt x="672591" y="4159758"/>
                    </a:lnTo>
                    <a:lnTo>
                      <a:pt x="672591" y="4140708"/>
                    </a:lnTo>
                    <a:close/>
                  </a:path>
                  <a:path w="6140450" h="4159885">
                    <a:moveTo>
                      <a:pt x="677926" y="4140708"/>
                    </a:moveTo>
                    <a:lnTo>
                      <a:pt x="672591" y="4140708"/>
                    </a:lnTo>
                    <a:lnTo>
                      <a:pt x="672591" y="4159758"/>
                    </a:lnTo>
                    <a:lnTo>
                      <a:pt x="677926" y="4159758"/>
                    </a:lnTo>
                    <a:lnTo>
                      <a:pt x="682116" y="4155490"/>
                    </a:lnTo>
                    <a:lnTo>
                      <a:pt x="682116" y="4144975"/>
                    </a:lnTo>
                    <a:lnTo>
                      <a:pt x="677926" y="4140708"/>
                    </a:lnTo>
                    <a:close/>
                  </a:path>
                  <a:path w="6140450" h="4159885">
                    <a:moveTo>
                      <a:pt x="634491" y="4140708"/>
                    </a:moveTo>
                    <a:lnTo>
                      <a:pt x="629284" y="4140708"/>
                    </a:lnTo>
                    <a:lnTo>
                      <a:pt x="624966" y="4144975"/>
                    </a:lnTo>
                    <a:lnTo>
                      <a:pt x="624966" y="4155490"/>
                    </a:lnTo>
                    <a:lnTo>
                      <a:pt x="629284" y="4159758"/>
                    </a:lnTo>
                    <a:lnTo>
                      <a:pt x="634491" y="4159758"/>
                    </a:lnTo>
                    <a:lnTo>
                      <a:pt x="634491" y="4140708"/>
                    </a:lnTo>
                    <a:close/>
                  </a:path>
                  <a:path w="6140450" h="4159885">
                    <a:moveTo>
                      <a:pt x="639826" y="4140708"/>
                    </a:moveTo>
                    <a:lnTo>
                      <a:pt x="634491" y="4140708"/>
                    </a:lnTo>
                    <a:lnTo>
                      <a:pt x="634491" y="4159758"/>
                    </a:lnTo>
                    <a:lnTo>
                      <a:pt x="639826" y="4159758"/>
                    </a:lnTo>
                    <a:lnTo>
                      <a:pt x="644016" y="4155490"/>
                    </a:lnTo>
                    <a:lnTo>
                      <a:pt x="644016" y="4144975"/>
                    </a:lnTo>
                    <a:lnTo>
                      <a:pt x="639826" y="4140708"/>
                    </a:lnTo>
                    <a:close/>
                  </a:path>
                  <a:path w="6140450" h="4159885">
                    <a:moveTo>
                      <a:pt x="596391" y="4140708"/>
                    </a:moveTo>
                    <a:lnTo>
                      <a:pt x="591184" y="4140708"/>
                    </a:lnTo>
                    <a:lnTo>
                      <a:pt x="586866" y="4144975"/>
                    </a:lnTo>
                    <a:lnTo>
                      <a:pt x="586866" y="4155490"/>
                    </a:lnTo>
                    <a:lnTo>
                      <a:pt x="591184" y="4159758"/>
                    </a:lnTo>
                    <a:lnTo>
                      <a:pt x="596391" y="4159758"/>
                    </a:lnTo>
                    <a:lnTo>
                      <a:pt x="596391" y="4140708"/>
                    </a:lnTo>
                    <a:close/>
                  </a:path>
                  <a:path w="6140450" h="4159885">
                    <a:moveTo>
                      <a:pt x="601726" y="4140708"/>
                    </a:moveTo>
                    <a:lnTo>
                      <a:pt x="596391" y="4140708"/>
                    </a:lnTo>
                    <a:lnTo>
                      <a:pt x="596391" y="4159758"/>
                    </a:lnTo>
                    <a:lnTo>
                      <a:pt x="601726" y="4159758"/>
                    </a:lnTo>
                    <a:lnTo>
                      <a:pt x="605916" y="4155490"/>
                    </a:lnTo>
                    <a:lnTo>
                      <a:pt x="605916" y="4144975"/>
                    </a:lnTo>
                    <a:lnTo>
                      <a:pt x="601726" y="4140708"/>
                    </a:lnTo>
                    <a:close/>
                  </a:path>
                  <a:path w="6140450" h="4159885">
                    <a:moveTo>
                      <a:pt x="558291" y="4140708"/>
                    </a:moveTo>
                    <a:lnTo>
                      <a:pt x="552957" y="4140708"/>
                    </a:lnTo>
                    <a:lnTo>
                      <a:pt x="548766" y="4144975"/>
                    </a:lnTo>
                    <a:lnTo>
                      <a:pt x="548766" y="4155490"/>
                    </a:lnTo>
                    <a:lnTo>
                      <a:pt x="552957" y="4159758"/>
                    </a:lnTo>
                    <a:lnTo>
                      <a:pt x="558291" y="4159758"/>
                    </a:lnTo>
                    <a:lnTo>
                      <a:pt x="558291" y="4140708"/>
                    </a:lnTo>
                    <a:close/>
                  </a:path>
                  <a:path w="6140450" h="4159885">
                    <a:moveTo>
                      <a:pt x="563499" y="4140708"/>
                    </a:moveTo>
                    <a:lnTo>
                      <a:pt x="558291" y="4140708"/>
                    </a:lnTo>
                    <a:lnTo>
                      <a:pt x="558291" y="4159758"/>
                    </a:lnTo>
                    <a:lnTo>
                      <a:pt x="563499" y="4159758"/>
                    </a:lnTo>
                    <a:lnTo>
                      <a:pt x="567816" y="4155490"/>
                    </a:lnTo>
                    <a:lnTo>
                      <a:pt x="567816" y="4144975"/>
                    </a:lnTo>
                    <a:lnTo>
                      <a:pt x="563499" y="4140708"/>
                    </a:lnTo>
                    <a:close/>
                  </a:path>
                  <a:path w="6140450" h="4159885">
                    <a:moveTo>
                      <a:pt x="520191" y="4140708"/>
                    </a:moveTo>
                    <a:lnTo>
                      <a:pt x="514857" y="4140708"/>
                    </a:lnTo>
                    <a:lnTo>
                      <a:pt x="510666" y="4144975"/>
                    </a:lnTo>
                    <a:lnTo>
                      <a:pt x="510666" y="4155490"/>
                    </a:lnTo>
                    <a:lnTo>
                      <a:pt x="514857" y="4159758"/>
                    </a:lnTo>
                    <a:lnTo>
                      <a:pt x="520191" y="4159758"/>
                    </a:lnTo>
                    <a:lnTo>
                      <a:pt x="520191" y="4140708"/>
                    </a:lnTo>
                    <a:close/>
                  </a:path>
                  <a:path w="6140450" h="4159885">
                    <a:moveTo>
                      <a:pt x="525399" y="4140708"/>
                    </a:moveTo>
                    <a:lnTo>
                      <a:pt x="520191" y="4140708"/>
                    </a:lnTo>
                    <a:lnTo>
                      <a:pt x="520191" y="4159758"/>
                    </a:lnTo>
                    <a:lnTo>
                      <a:pt x="525399" y="4159758"/>
                    </a:lnTo>
                    <a:lnTo>
                      <a:pt x="529716" y="4155490"/>
                    </a:lnTo>
                    <a:lnTo>
                      <a:pt x="529716" y="4144975"/>
                    </a:lnTo>
                    <a:lnTo>
                      <a:pt x="525399" y="4140708"/>
                    </a:lnTo>
                    <a:close/>
                  </a:path>
                  <a:path w="6140450" h="4159885">
                    <a:moveTo>
                      <a:pt x="482091" y="4140708"/>
                    </a:moveTo>
                    <a:lnTo>
                      <a:pt x="476757" y="4140708"/>
                    </a:lnTo>
                    <a:lnTo>
                      <a:pt x="472566" y="4144975"/>
                    </a:lnTo>
                    <a:lnTo>
                      <a:pt x="472566" y="4155490"/>
                    </a:lnTo>
                    <a:lnTo>
                      <a:pt x="476757" y="4159758"/>
                    </a:lnTo>
                    <a:lnTo>
                      <a:pt x="482091" y="4159758"/>
                    </a:lnTo>
                    <a:lnTo>
                      <a:pt x="482091" y="4140708"/>
                    </a:lnTo>
                    <a:close/>
                  </a:path>
                  <a:path w="6140450" h="4159885">
                    <a:moveTo>
                      <a:pt x="487299" y="4140708"/>
                    </a:moveTo>
                    <a:lnTo>
                      <a:pt x="482091" y="4140708"/>
                    </a:lnTo>
                    <a:lnTo>
                      <a:pt x="482091" y="4159758"/>
                    </a:lnTo>
                    <a:lnTo>
                      <a:pt x="487299" y="4159758"/>
                    </a:lnTo>
                    <a:lnTo>
                      <a:pt x="491616" y="4155490"/>
                    </a:lnTo>
                    <a:lnTo>
                      <a:pt x="491616" y="4144975"/>
                    </a:lnTo>
                    <a:lnTo>
                      <a:pt x="487299" y="4140708"/>
                    </a:lnTo>
                    <a:close/>
                  </a:path>
                  <a:path w="6140450" h="4159885">
                    <a:moveTo>
                      <a:pt x="443864" y="4140708"/>
                    </a:moveTo>
                    <a:lnTo>
                      <a:pt x="438657" y="4140708"/>
                    </a:lnTo>
                    <a:lnTo>
                      <a:pt x="434339" y="4144975"/>
                    </a:lnTo>
                    <a:lnTo>
                      <a:pt x="434339" y="4155490"/>
                    </a:lnTo>
                    <a:lnTo>
                      <a:pt x="438657" y="4159758"/>
                    </a:lnTo>
                    <a:lnTo>
                      <a:pt x="443864" y="4159758"/>
                    </a:lnTo>
                    <a:lnTo>
                      <a:pt x="443864" y="4140708"/>
                    </a:lnTo>
                    <a:close/>
                  </a:path>
                  <a:path w="6140450" h="4159885">
                    <a:moveTo>
                      <a:pt x="449199" y="4140708"/>
                    </a:moveTo>
                    <a:lnTo>
                      <a:pt x="443991" y="4140708"/>
                    </a:lnTo>
                    <a:lnTo>
                      <a:pt x="443991" y="4159758"/>
                    </a:lnTo>
                    <a:lnTo>
                      <a:pt x="449199" y="4159758"/>
                    </a:lnTo>
                    <a:lnTo>
                      <a:pt x="453516" y="4155490"/>
                    </a:lnTo>
                    <a:lnTo>
                      <a:pt x="453516" y="4144975"/>
                    </a:lnTo>
                    <a:lnTo>
                      <a:pt x="449199" y="4140708"/>
                    </a:lnTo>
                    <a:close/>
                  </a:path>
                  <a:path w="6140450" h="4159885">
                    <a:moveTo>
                      <a:pt x="405764" y="4140708"/>
                    </a:moveTo>
                    <a:lnTo>
                      <a:pt x="400557" y="4140708"/>
                    </a:lnTo>
                    <a:lnTo>
                      <a:pt x="396239" y="4144975"/>
                    </a:lnTo>
                    <a:lnTo>
                      <a:pt x="396239" y="4155490"/>
                    </a:lnTo>
                    <a:lnTo>
                      <a:pt x="400557" y="4159758"/>
                    </a:lnTo>
                    <a:lnTo>
                      <a:pt x="405764" y="4159758"/>
                    </a:lnTo>
                    <a:lnTo>
                      <a:pt x="405764" y="4140708"/>
                    </a:lnTo>
                    <a:close/>
                  </a:path>
                  <a:path w="6140450" h="4159885">
                    <a:moveTo>
                      <a:pt x="411099" y="4140708"/>
                    </a:moveTo>
                    <a:lnTo>
                      <a:pt x="405764" y="4140708"/>
                    </a:lnTo>
                    <a:lnTo>
                      <a:pt x="405764" y="4159758"/>
                    </a:lnTo>
                    <a:lnTo>
                      <a:pt x="411099" y="4159758"/>
                    </a:lnTo>
                    <a:lnTo>
                      <a:pt x="415289" y="4155490"/>
                    </a:lnTo>
                    <a:lnTo>
                      <a:pt x="415289" y="4144975"/>
                    </a:lnTo>
                    <a:lnTo>
                      <a:pt x="411099" y="4140708"/>
                    </a:lnTo>
                    <a:close/>
                  </a:path>
                  <a:path w="6140450" h="4159885">
                    <a:moveTo>
                      <a:pt x="367664" y="4140708"/>
                    </a:moveTo>
                    <a:lnTo>
                      <a:pt x="362457" y="4140708"/>
                    </a:lnTo>
                    <a:lnTo>
                      <a:pt x="358139" y="4144975"/>
                    </a:lnTo>
                    <a:lnTo>
                      <a:pt x="358139" y="4155490"/>
                    </a:lnTo>
                    <a:lnTo>
                      <a:pt x="362457" y="4159758"/>
                    </a:lnTo>
                    <a:lnTo>
                      <a:pt x="367664" y="4159758"/>
                    </a:lnTo>
                    <a:lnTo>
                      <a:pt x="367664" y="4140708"/>
                    </a:lnTo>
                    <a:close/>
                  </a:path>
                  <a:path w="6140450" h="4159885">
                    <a:moveTo>
                      <a:pt x="372999" y="4140708"/>
                    </a:moveTo>
                    <a:lnTo>
                      <a:pt x="367664" y="4140708"/>
                    </a:lnTo>
                    <a:lnTo>
                      <a:pt x="367664" y="4159758"/>
                    </a:lnTo>
                    <a:lnTo>
                      <a:pt x="372999" y="4159758"/>
                    </a:lnTo>
                    <a:lnTo>
                      <a:pt x="377189" y="4155490"/>
                    </a:lnTo>
                    <a:lnTo>
                      <a:pt x="377189" y="4144975"/>
                    </a:lnTo>
                    <a:lnTo>
                      <a:pt x="372999" y="4140708"/>
                    </a:lnTo>
                    <a:close/>
                  </a:path>
                  <a:path w="6140450" h="4159885">
                    <a:moveTo>
                      <a:pt x="329564" y="4140708"/>
                    </a:moveTo>
                    <a:lnTo>
                      <a:pt x="324230" y="4140708"/>
                    </a:lnTo>
                    <a:lnTo>
                      <a:pt x="320039" y="4144975"/>
                    </a:lnTo>
                    <a:lnTo>
                      <a:pt x="320039" y="4155490"/>
                    </a:lnTo>
                    <a:lnTo>
                      <a:pt x="324230" y="4159758"/>
                    </a:lnTo>
                    <a:lnTo>
                      <a:pt x="329564" y="4159758"/>
                    </a:lnTo>
                    <a:lnTo>
                      <a:pt x="329564" y="4140708"/>
                    </a:lnTo>
                    <a:close/>
                  </a:path>
                  <a:path w="6140450" h="4159885">
                    <a:moveTo>
                      <a:pt x="334771" y="4140708"/>
                    </a:moveTo>
                    <a:lnTo>
                      <a:pt x="329564" y="4140708"/>
                    </a:lnTo>
                    <a:lnTo>
                      <a:pt x="329564" y="4159758"/>
                    </a:lnTo>
                    <a:lnTo>
                      <a:pt x="334771" y="4159758"/>
                    </a:lnTo>
                    <a:lnTo>
                      <a:pt x="339089" y="4155490"/>
                    </a:lnTo>
                    <a:lnTo>
                      <a:pt x="339089" y="4144975"/>
                    </a:lnTo>
                    <a:lnTo>
                      <a:pt x="334771" y="4140708"/>
                    </a:lnTo>
                    <a:close/>
                  </a:path>
                  <a:path w="6140450" h="4159885">
                    <a:moveTo>
                      <a:pt x="291464" y="4140708"/>
                    </a:moveTo>
                    <a:lnTo>
                      <a:pt x="286130" y="4140708"/>
                    </a:lnTo>
                    <a:lnTo>
                      <a:pt x="281939" y="4144975"/>
                    </a:lnTo>
                    <a:lnTo>
                      <a:pt x="281939" y="4155490"/>
                    </a:lnTo>
                    <a:lnTo>
                      <a:pt x="286130" y="4159758"/>
                    </a:lnTo>
                    <a:lnTo>
                      <a:pt x="291464" y="4159758"/>
                    </a:lnTo>
                    <a:lnTo>
                      <a:pt x="291464" y="4140708"/>
                    </a:lnTo>
                    <a:close/>
                  </a:path>
                  <a:path w="6140450" h="4159885">
                    <a:moveTo>
                      <a:pt x="296671" y="4140708"/>
                    </a:moveTo>
                    <a:lnTo>
                      <a:pt x="291464" y="4140708"/>
                    </a:lnTo>
                    <a:lnTo>
                      <a:pt x="291464" y="4159758"/>
                    </a:lnTo>
                    <a:lnTo>
                      <a:pt x="296671" y="4159758"/>
                    </a:lnTo>
                    <a:lnTo>
                      <a:pt x="300989" y="4155490"/>
                    </a:lnTo>
                    <a:lnTo>
                      <a:pt x="300989" y="4144975"/>
                    </a:lnTo>
                    <a:lnTo>
                      <a:pt x="296671" y="4140708"/>
                    </a:lnTo>
                    <a:close/>
                  </a:path>
                  <a:path w="6140450" h="4159885">
                    <a:moveTo>
                      <a:pt x="253364" y="4140708"/>
                    </a:moveTo>
                    <a:lnTo>
                      <a:pt x="248030" y="4140708"/>
                    </a:lnTo>
                    <a:lnTo>
                      <a:pt x="243839" y="4144975"/>
                    </a:lnTo>
                    <a:lnTo>
                      <a:pt x="243839" y="4155490"/>
                    </a:lnTo>
                    <a:lnTo>
                      <a:pt x="248030" y="4159758"/>
                    </a:lnTo>
                    <a:lnTo>
                      <a:pt x="253364" y="4159758"/>
                    </a:lnTo>
                    <a:lnTo>
                      <a:pt x="253364" y="4140708"/>
                    </a:lnTo>
                    <a:close/>
                  </a:path>
                  <a:path w="6140450" h="4159885">
                    <a:moveTo>
                      <a:pt x="258571" y="4140708"/>
                    </a:moveTo>
                    <a:lnTo>
                      <a:pt x="253364" y="4140708"/>
                    </a:lnTo>
                    <a:lnTo>
                      <a:pt x="253364" y="4159758"/>
                    </a:lnTo>
                    <a:lnTo>
                      <a:pt x="258571" y="4159758"/>
                    </a:lnTo>
                    <a:lnTo>
                      <a:pt x="262889" y="4155490"/>
                    </a:lnTo>
                    <a:lnTo>
                      <a:pt x="262889" y="4144975"/>
                    </a:lnTo>
                    <a:lnTo>
                      <a:pt x="258571" y="4140708"/>
                    </a:lnTo>
                    <a:close/>
                  </a:path>
                  <a:path w="6140450" h="4159885">
                    <a:moveTo>
                      <a:pt x="215137" y="4140708"/>
                    </a:moveTo>
                    <a:lnTo>
                      <a:pt x="209930" y="4140708"/>
                    </a:lnTo>
                    <a:lnTo>
                      <a:pt x="205612" y="4144975"/>
                    </a:lnTo>
                    <a:lnTo>
                      <a:pt x="205612" y="4155490"/>
                    </a:lnTo>
                    <a:lnTo>
                      <a:pt x="209930" y="4159758"/>
                    </a:lnTo>
                    <a:lnTo>
                      <a:pt x="215137" y="4159758"/>
                    </a:lnTo>
                    <a:lnTo>
                      <a:pt x="215137" y="4140708"/>
                    </a:lnTo>
                    <a:close/>
                  </a:path>
                  <a:path w="6140450" h="4159885">
                    <a:moveTo>
                      <a:pt x="220471" y="4140708"/>
                    </a:moveTo>
                    <a:lnTo>
                      <a:pt x="215264" y="4140708"/>
                    </a:lnTo>
                    <a:lnTo>
                      <a:pt x="215264" y="4159758"/>
                    </a:lnTo>
                    <a:lnTo>
                      <a:pt x="220471" y="4159758"/>
                    </a:lnTo>
                    <a:lnTo>
                      <a:pt x="224789" y="4155490"/>
                    </a:lnTo>
                    <a:lnTo>
                      <a:pt x="224789" y="4144975"/>
                    </a:lnTo>
                    <a:lnTo>
                      <a:pt x="220471" y="4140708"/>
                    </a:lnTo>
                    <a:close/>
                  </a:path>
                  <a:path w="6140450" h="4159885">
                    <a:moveTo>
                      <a:pt x="177037" y="4140708"/>
                    </a:moveTo>
                    <a:lnTo>
                      <a:pt x="171830" y="4140708"/>
                    </a:lnTo>
                    <a:lnTo>
                      <a:pt x="167512" y="4144975"/>
                    </a:lnTo>
                    <a:lnTo>
                      <a:pt x="167512" y="4155490"/>
                    </a:lnTo>
                    <a:lnTo>
                      <a:pt x="171830" y="4159758"/>
                    </a:lnTo>
                    <a:lnTo>
                      <a:pt x="177037" y="4159758"/>
                    </a:lnTo>
                    <a:lnTo>
                      <a:pt x="177037" y="4140708"/>
                    </a:lnTo>
                    <a:close/>
                  </a:path>
                  <a:path w="6140450" h="4159885">
                    <a:moveTo>
                      <a:pt x="182371" y="4140708"/>
                    </a:moveTo>
                    <a:lnTo>
                      <a:pt x="177037" y="4140708"/>
                    </a:lnTo>
                    <a:lnTo>
                      <a:pt x="177037" y="4159758"/>
                    </a:lnTo>
                    <a:lnTo>
                      <a:pt x="182371" y="4159758"/>
                    </a:lnTo>
                    <a:lnTo>
                      <a:pt x="186562" y="4155490"/>
                    </a:lnTo>
                    <a:lnTo>
                      <a:pt x="186562" y="4144975"/>
                    </a:lnTo>
                    <a:lnTo>
                      <a:pt x="182371" y="4140708"/>
                    </a:lnTo>
                    <a:close/>
                  </a:path>
                  <a:path w="6140450" h="4159885">
                    <a:moveTo>
                      <a:pt x="134238" y="4139793"/>
                    </a:moveTo>
                    <a:lnTo>
                      <a:pt x="129793" y="4143832"/>
                    </a:lnTo>
                    <a:lnTo>
                      <a:pt x="129412" y="4149077"/>
                    </a:lnTo>
                    <a:lnTo>
                      <a:pt x="129235" y="4152745"/>
                    </a:lnTo>
                    <a:lnTo>
                      <a:pt x="129158" y="4154335"/>
                    </a:lnTo>
                    <a:lnTo>
                      <a:pt x="133223" y="4158818"/>
                    </a:lnTo>
                    <a:lnTo>
                      <a:pt x="143763" y="4159364"/>
                    </a:lnTo>
                    <a:lnTo>
                      <a:pt x="144058" y="4159097"/>
                    </a:lnTo>
                    <a:lnTo>
                      <a:pt x="138429" y="4159097"/>
                    </a:lnTo>
                    <a:lnTo>
                      <a:pt x="139431" y="4140339"/>
                    </a:lnTo>
                    <a:lnTo>
                      <a:pt x="139445" y="4140073"/>
                    </a:lnTo>
                    <a:lnTo>
                      <a:pt x="134238" y="4139793"/>
                    </a:lnTo>
                    <a:close/>
                  </a:path>
                  <a:path w="6140450" h="4159885">
                    <a:moveTo>
                      <a:pt x="139445" y="4140073"/>
                    </a:moveTo>
                    <a:lnTo>
                      <a:pt x="139295" y="4143832"/>
                    </a:lnTo>
                    <a:lnTo>
                      <a:pt x="139255" y="4144822"/>
                    </a:lnTo>
                    <a:lnTo>
                      <a:pt x="139149" y="4146410"/>
                    </a:lnTo>
                    <a:lnTo>
                      <a:pt x="138570" y="4158818"/>
                    </a:lnTo>
                    <a:lnTo>
                      <a:pt x="138556" y="4159097"/>
                    </a:lnTo>
                    <a:lnTo>
                      <a:pt x="144058" y="4159097"/>
                    </a:lnTo>
                    <a:lnTo>
                      <a:pt x="148208" y="4155338"/>
                    </a:lnTo>
                    <a:lnTo>
                      <a:pt x="148462" y="4150080"/>
                    </a:lnTo>
                    <a:lnTo>
                      <a:pt x="148728" y="4146410"/>
                    </a:lnTo>
                    <a:lnTo>
                      <a:pt x="148843" y="4144822"/>
                    </a:lnTo>
                    <a:lnTo>
                      <a:pt x="144779" y="4140339"/>
                    </a:lnTo>
                    <a:lnTo>
                      <a:pt x="139445" y="4140073"/>
                    </a:lnTo>
                    <a:close/>
                  </a:path>
                  <a:path w="6140450" h="4159885">
                    <a:moveTo>
                      <a:pt x="105282" y="4132287"/>
                    </a:moveTo>
                    <a:lnTo>
                      <a:pt x="103271" y="4137825"/>
                    </a:lnTo>
                    <a:lnTo>
                      <a:pt x="103039" y="4138231"/>
                    </a:lnTo>
                    <a:lnTo>
                      <a:pt x="101332" y="4142752"/>
                    </a:lnTo>
                    <a:lnTo>
                      <a:pt x="100837" y="4144162"/>
                    </a:lnTo>
                    <a:lnTo>
                      <a:pt x="98551" y="4150118"/>
                    </a:lnTo>
                    <a:lnTo>
                      <a:pt x="103504" y="4151972"/>
                    </a:lnTo>
                    <a:lnTo>
                      <a:pt x="108965" y="4149483"/>
                    </a:lnTo>
                    <a:lnTo>
                      <a:pt x="112775" y="4139641"/>
                    </a:lnTo>
                    <a:lnTo>
                      <a:pt x="110236" y="4134142"/>
                    </a:lnTo>
                    <a:lnTo>
                      <a:pt x="105282" y="4132287"/>
                    </a:lnTo>
                    <a:close/>
                  </a:path>
                  <a:path w="6140450" h="4159885">
                    <a:moveTo>
                      <a:pt x="100329" y="4130421"/>
                    </a:moveTo>
                    <a:lnTo>
                      <a:pt x="94868" y="4132910"/>
                    </a:lnTo>
                    <a:lnTo>
                      <a:pt x="92963" y="4137825"/>
                    </a:lnTo>
                    <a:lnTo>
                      <a:pt x="91186" y="4142752"/>
                    </a:lnTo>
                    <a:lnTo>
                      <a:pt x="93599" y="4148251"/>
                    </a:lnTo>
                    <a:lnTo>
                      <a:pt x="98585" y="4150118"/>
                    </a:lnTo>
                    <a:lnTo>
                      <a:pt x="98787" y="4149483"/>
                    </a:lnTo>
                    <a:lnTo>
                      <a:pt x="103037" y="4138231"/>
                    </a:lnTo>
                    <a:lnTo>
                      <a:pt x="103148" y="4137825"/>
                    </a:lnTo>
                    <a:lnTo>
                      <a:pt x="105282" y="4132287"/>
                    </a:lnTo>
                    <a:lnTo>
                      <a:pt x="100329" y="4130421"/>
                    </a:lnTo>
                    <a:close/>
                  </a:path>
                  <a:path w="6140450" h="4159885">
                    <a:moveTo>
                      <a:pt x="74167" y="4115701"/>
                    </a:moveTo>
                    <a:lnTo>
                      <a:pt x="62737" y="4130916"/>
                    </a:lnTo>
                    <a:lnTo>
                      <a:pt x="66928" y="4134078"/>
                    </a:lnTo>
                    <a:lnTo>
                      <a:pt x="72898" y="4133240"/>
                    </a:lnTo>
                    <a:lnTo>
                      <a:pt x="79248" y="4124845"/>
                    </a:lnTo>
                    <a:lnTo>
                      <a:pt x="78358" y="4118864"/>
                    </a:lnTo>
                    <a:lnTo>
                      <a:pt x="74167" y="4115701"/>
                    </a:lnTo>
                    <a:close/>
                  </a:path>
                  <a:path w="6140450" h="4159885">
                    <a:moveTo>
                      <a:pt x="69976" y="4112526"/>
                    </a:moveTo>
                    <a:lnTo>
                      <a:pt x="64007" y="4113364"/>
                    </a:lnTo>
                    <a:lnTo>
                      <a:pt x="57657" y="4121759"/>
                    </a:lnTo>
                    <a:lnTo>
                      <a:pt x="58546" y="4127741"/>
                    </a:lnTo>
                    <a:lnTo>
                      <a:pt x="62754" y="4130916"/>
                    </a:lnTo>
                    <a:lnTo>
                      <a:pt x="65113" y="4127741"/>
                    </a:lnTo>
                    <a:lnTo>
                      <a:pt x="74158" y="4115701"/>
                    </a:lnTo>
                    <a:lnTo>
                      <a:pt x="69976" y="4112526"/>
                    </a:lnTo>
                    <a:close/>
                  </a:path>
                  <a:path w="6140450" h="4159885">
                    <a:moveTo>
                      <a:pt x="48513" y="4091597"/>
                    </a:moveTo>
                    <a:lnTo>
                      <a:pt x="33146" y="4102887"/>
                    </a:lnTo>
                    <a:lnTo>
                      <a:pt x="36321" y="4107129"/>
                    </a:lnTo>
                    <a:lnTo>
                      <a:pt x="42163" y="4108030"/>
                    </a:lnTo>
                    <a:lnTo>
                      <a:pt x="46481" y="4104906"/>
                    </a:lnTo>
                    <a:lnTo>
                      <a:pt x="50673" y="4101795"/>
                    </a:lnTo>
                    <a:lnTo>
                      <a:pt x="51562" y="4095826"/>
                    </a:lnTo>
                    <a:lnTo>
                      <a:pt x="48513" y="4091597"/>
                    </a:lnTo>
                    <a:close/>
                  </a:path>
                  <a:path w="6140450" h="4159885">
                    <a:moveTo>
                      <a:pt x="39369" y="4086440"/>
                    </a:moveTo>
                    <a:lnTo>
                      <a:pt x="35178" y="4089552"/>
                    </a:lnTo>
                    <a:lnTo>
                      <a:pt x="30861" y="4092676"/>
                    </a:lnTo>
                    <a:lnTo>
                      <a:pt x="29971" y="4098632"/>
                    </a:lnTo>
                    <a:lnTo>
                      <a:pt x="33156" y="4102887"/>
                    </a:lnTo>
                    <a:lnTo>
                      <a:pt x="38226" y="4099102"/>
                    </a:lnTo>
                    <a:lnTo>
                      <a:pt x="38920" y="4098632"/>
                    </a:lnTo>
                    <a:lnTo>
                      <a:pt x="48496" y="4091597"/>
                    </a:lnTo>
                    <a:lnTo>
                      <a:pt x="45338" y="4087342"/>
                    </a:lnTo>
                    <a:lnTo>
                      <a:pt x="39369" y="4086440"/>
                    </a:lnTo>
                    <a:close/>
                  </a:path>
                  <a:path w="6140450" h="4159885">
                    <a:moveTo>
                      <a:pt x="29717" y="4060571"/>
                    </a:moveTo>
                    <a:lnTo>
                      <a:pt x="12573" y="4068838"/>
                    </a:lnTo>
                    <a:lnTo>
                      <a:pt x="14858" y="4073575"/>
                    </a:lnTo>
                    <a:lnTo>
                      <a:pt x="20574" y="4075569"/>
                    </a:lnTo>
                    <a:lnTo>
                      <a:pt x="25273" y="4073283"/>
                    </a:lnTo>
                    <a:lnTo>
                      <a:pt x="30099" y="4070997"/>
                    </a:lnTo>
                    <a:lnTo>
                      <a:pt x="32003" y="4065308"/>
                    </a:lnTo>
                    <a:lnTo>
                      <a:pt x="29717" y="4060571"/>
                    </a:lnTo>
                    <a:close/>
                  </a:path>
                  <a:path w="6140450" h="4159885">
                    <a:moveTo>
                      <a:pt x="21716" y="4053814"/>
                    </a:moveTo>
                    <a:lnTo>
                      <a:pt x="12318" y="4058386"/>
                    </a:lnTo>
                    <a:lnTo>
                      <a:pt x="10287" y="4064076"/>
                    </a:lnTo>
                    <a:lnTo>
                      <a:pt x="12585" y="4068838"/>
                    </a:lnTo>
                    <a:lnTo>
                      <a:pt x="29665" y="4060571"/>
                    </a:lnTo>
                    <a:lnTo>
                      <a:pt x="28676" y="4058386"/>
                    </a:lnTo>
                    <a:lnTo>
                      <a:pt x="27431" y="4055808"/>
                    </a:lnTo>
                    <a:lnTo>
                      <a:pt x="21716" y="4053814"/>
                    </a:lnTo>
                    <a:close/>
                  </a:path>
                  <a:path w="6140450" h="4159885">
                    <a:moveTo>
                      <a:pt x="20446" y="4026700"/>
                    </a:moveTo>
                    <a:lnTo>
                      <a:pt x="1650" y="4029481"/>
                    </a:lnTo>
                    <a:lnTo>
                      <a:pt x="2412" y="4034688"/>
                    </a:lnTo>
                    <a:lnTo>
                      <a:pt x="7238" y="4038282"/>
                    </a:lnTo>
                    <a:lnTo>
                      <a:pt x="17652" y="4036745"/>
                    </a:lnTo>
                    <a:lnTo>
                      <a:pt x="21208" y="4031907"/>
                    </a:lnTo>
                    <a:lnTo>
                      <a:pt x="20446" y="4026700"/>
                    </a:lnTo>
                    <a:close/>
                  </a:path>
                  <a:path w="6140450" h="4159885">
                    <a:moveTo>
                      <a:pt x="14858" y="4017886"/>
                    </a:moveTo>
                    <a:lnTo>
                      <a:pt x="4444" y="4019423"/>
                    </a:lnTo>
                    <a:lnTo>
                      <a:pt x="888" y="4024261"/>
                    </a:lnTo>
                    <a:lnTo>
                      <a:pt x="1652" y="4029481"/>
                    </a:lnTo>
                    <a:lnTo>
                      <a:pt x="20361" y="4026700"/>
                    </a:lnTo>
                    <a:lnTo>
                      <a:pt x="20092" y="4024261"/>
                    </a:lnTo>
                    <a:lnTo>
                      <a:pt x="19684" y="4021480"/>
                    </a:lnTo>
                    <a:lnTo>
                      <a:pt x="14858" y="4017886"/>
                    </a:lnTo>
                    <a:close/>
                  </a:path>
                </a:pathLst>
              </a:custGeom>
              <a:solidFill>
                <a:srgbClr val="17375E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  <p:sp>
            <p:nvSpPr>
              <p:cNvPr id="30" name="object 15">
                <a:extLst>
                  <a:ext uri="{FF2B5EF4-FFF2-40B4-BE49-F238E27FC236}">
                    <a16:creationId xmlns:a16="http://schemas.microsoft.com/office/drawing/2014/main" id="{012142DE-03AF-45F8-B88B-3BE468D67C5E}"/>
                  </a:ext>
                </a:extLst>
              </p:cNvPr>
              <p:cNvSpPr/>
              <p:nvPr/>
            </p:nvSpPr>
            <p:spPr>
              <a:xfrm>
                <a:off x="7696799" y="3127247"/>
                <a:ext cx="131699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316990" h="431800">
                    <a:moveTo>
                      <a:pt x="1244853" y="0"/>
                    </a:moveTo>
                    <a:lnTo>
                      <a:pt x="71881" y="0"/>
                    </a:lnTo>
                    <a:lnTo>
                      <a:pt x="43880" y="5641"/>
                    </a:lnTo>
                    <a:lnTo>
                      <a:pt x="21034" y="21034"/>
                    </a:lnTo>
                    <a:lnTo>
                      <a:pt x="5641" y="43880"/>
                    </a:lnTo>
                    <a:lnTo>
                      <a:pt x="0" y="71882"/>
                    </a:lnTo>
                    <a:lnTo>
                      <a:pt x="0" y="359410"/>
                    </a:lnTo>
                    <a:lnTo>
                      <a:pt x="5641" y="387411"/>
                    </a:lnTo>
                    <a:lnTo>
                      <a:pt x="21034" y="410257"/>
                    </a:lnTo>
                    <a:lnTo>
                      <a:pt x="43880" y="425650"/>
                    </a:lnTo>
                    <a:lnTo>
                      <a:pt x="71881" y="431292"/>
                    </a:lnTo>
                    <a:lnTo>
                      <a:pt x="1244853" y="431292"/>
                    </a:lnTo>
                    <a:lnTo>
                      <a:pt x="1272855" y="425650"/>
                    </a:lnTo>
                    <a:lnTo>
                      <a:pt x="1295701" y="410257"/>
                    </a:lnTo>
                    <a:lnTo>
                      <a:pt x="1311094" y="387411"/>
                    </a:lnTo>
                    <a:lnTo>
                      <a:pt x="1316735" y="359410"/>
                    </a:lnTo>
                    <a:lnTo>
                      <a:pt x="1316735" y="71882"/>
                    </a:lnTo>
                    <a:lnTo>
                      <a:pt x="1311094" y="43880"/>
                    </a:lnTo>
                    <a:lnTo>
                      <a:pt x="1295701" y="21034"/>
                    </a:lnTo>
                    <a:lnTo>
                      <a:pt x="1272855" y="5641"/>
                    </a:lnTo>
                    <a:lnTo>
                      <a:pt x="1244853" y="0"/>
                    </a:lnTo>
                    <a:close/>
                  </a:path>
                </a:pathLst>
              </a:custGeom>
              <a:solidFill>
                <a:srgbClr val="C4BC96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</p:grpSp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2B8FD5E2-2ABB-4E6A-8C55-885CAA246C34}"/>
                </a:ext>
              </a:extLst>
            </p:cNvPr>
            <p:cNvSpPr txBox="1"/>
            <p:nvPr/>
          </p:nvSpPr>
          <p:spPr>
            <a:xfrm>
              <a:off x="3879559" y="3293451"/>
              <a:ext cx="675053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95" dirty="0">
                  <a:latin typeface="Batang"/>
                  <a:cs typeface="Batang"/>
                </a:rPr>
                <a:t>SDU</a:t>
              </a:r>
              <a:endParaRPr sz="2539" dirty="0">
                <a:latin typeface="Batang"/>
                <a:cs typeface="Batang"/>
              </a:endParaRPr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40509793-763E-457A-AE50-21B23DCB3B4C}"/>
                </a:ext>
              </a:extLst>
            </p:cNvPr>
            <p:cNvSpPr/>
            <p:nvPr/>
          </p:nvSpPr>
          <p:spPr>
            <a:xfrm>
              <a:off x="3519800" y="4223614"/>
              <a:ext cx="1393094" cy="456752"/>
            </a:xfrm>
            <a:custGeom>
              <a:avLst/>
              <a:gdLst/>
              <a:ahLst/>
              <a:cxnLst/>
              <a:rect l="l" t="t" r="r" b="b"/>
              <a:pathLst>
                <a:path w="1316990" h="431800">
                  <a:moveTo>
                    <a:pt x="1244853" y="0"/>
                  </a:moveTo>
                  <a:lnTo>
                    <a:pt x="71881" y="0"/>
                  </a:lnTo>
                  <a:lnTo>
                    <a:pt x="43880" y="5641"/>
                  </a:lnTo>
                  <a:lnTo>
                    <a:pt x="21034" y="21034"/>
                  </a:lnTo>
                  <a:lnTo>
                    <a:pt x="5641" y="43880"/>
                  </a:lnTo>
                  <a:lnTo>
                    <a:pt x="0" y="71882"/>
                  </a:lnTo>
                  <a:lnTo>
                    <a:pt x="0" y="359410"/>
                  </a:lnTo>
                  <a:lnTo>
                    <a:pt x="5641" y="387411"/>
                  </a:lnTo>
                  <a:lnTo>
                    <a:pt x="21034" y="410257"/>
                  </a:lnTo>
                  <a:lnTo>
                    <a:pt x="43880" y="425650"/>
                  </a:lnTo>
                  <a:lnTo>
                    <a:pt x="71881" y="431292"/>
                  </a:lnTo>
                  <a:lnTo>
                    <a:pt x="1244853" y="431292"/>
                  </a:lnTo>
                  <a:lnTo>
                    <a:pt x="1272855" y="425650"/>
                  </a:lnTo>
                  <a:lnTo>
                    <a:pt x="1295701" y="410257"/>
                  </a:lnTo>
                  <a:lnTo>
                    <a:pt x="1311094" y="387411"/>
                  </a:lnTo>
                  <a:lnTo>
                    <a:pt x="1316735" y="359410"/>
                  </a:lnTo>
                  <a:lnTo>
                    <a:pt x="1316735" y="71882"/>
                  </a:lnTo>
                  <a:lnTo>
                    <a:pt x="1311094" y="43880"/>
                  </a:lnTo>
                  <a:lnTo>
                    <a:pt x="1295701" y="21034"/>
                  </a:lnTo>
                  <a:lnTo>
                    <a:pt x="1272855" y="5641"/>
                  </a:lnTo>
                  <a:lnTo>
                    <a:pt x="1244853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33" name="object 18">
              <a:extLst>
                <a:ext uri="{FF2B5EF4-FFF2-40B4-BE49-F238E27FC236}">
                  <a16:creationId xmlns:a16="http://schemas.microsoft.com/office/drawing/2014/main" id="{B6292D99-4A2A-40A9-9049-DF28AD1EB612}"/>
                </a:ext>
              </a:extLst>
            </p:cNvPr>
            <p:cNvSpPr txBox="1"/>
            <p:nvPr/>
          </p:nvSpPr>
          <p:spPr>
            <a:xfrm>
              <a:off x="3880364" y="4208836"/>
              <a:ext cx="671694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132" dirty="0">
                  <a:latin typeface="Batang"/>
                  <a:cs typeface="Batang"/>
                </a:rPr>
                <a:t>PDU</a:t>
              </a:r>
              <a:endParaRPr sz="2539">
                <a:latin typeface="Batang"/>
                <a:cs typeface="Batang"/>
              </a:endParaRPr>
            </a:p>
          </p:txBody>
        </p:sp>
        <p:sp>
          <p:nvSpPr>
            <p:cNvPr id="34" name="object 19">
              <a:extLst>
                <a:ext uri="{FF2B5EF4-FFF2-40B4-BE49-F238E27FC236}">
                  <a16:creationId xmlns:a16="http://schemas.microsoft.com/office/drawing/2014/main" id="{C999B3F6-5B1B-4B82-96CA-A4536D930A1F}"/>
                </a:ext>
              </a:extLst>
            </p:cNvPr>
            <p:cNvSpPr/>
            <p:nvPr/>
          </p:nvSpPr>
          <p:spPr>
            <a:xfrm>
              <a:off x="5499416" y="3307960"/>
              <a:ext cx="1393094" cy="456752"/>
            </a:xfrm>
            <a:custGeom>
              <a:avLst/>
              <a:gdLst/>
              <a:ahLst/>
              <a:cxnLst/>
              <a:rect l="l" t="t" r="r" b="b"/>
              <a:pathLst>
                <a:path w="1316990" h="431800">
                  <a:moveTo>
                    <a:pt x="1244854" y="0"/>
                  </a:moveTo>
                  <a:lnTo>
                    <a:pt x="71882" y="0"/>
                  </a:lnTo>
                  <a:lnTo>
                    <a:pt x="43880" y="5641"/>
                  </a:lnTo>
                  <a:lnTo>
                    <a:pt x="21034" y="21034"/>
                  </a:lnTo>
                  <a:lnTo>
                    <a:pt x="5641" y="43880"/>
                  </a:lnTo>
                  <a:lnTo>
                    <a:pt x="0" y="71882"/>
                  </a:lnTo>
                  <a:lnTo>
                    <a:pt x="0" y="359410"/>
                  </a:lnTo>
                  <a:lnTo>
                    <a:pt x="5641" y="387411"/>
                  </a:lnTo>
                  <a:lnTo>
                    <a:pt x="21034" y="410257"/>
                  </a:lnTo>
                  <a:lnTo>
                    <a:pt x="43880" y="425650"/>
                  </a:lnTo>
                  <a:lnTo>
                    <a:pt x="71882" y="431292"/>
                  </a:lnTo>
                  <a:lnTo>
                    <a:pt x="1244854" y="431292"/>
                  </a:lnTo>
                  <a:lnTo>
                    <a:pt x="1272855" y="425650"/>
                  </a:lnTo>
                  <a:lnTo>
                    <a:pt x="1295701" y="410257"/>
                  </a:lnTo>
                  <a:lnTo>
                    <a:pt x="1311094" y="387411"/>
                  </a:lnTo>
                  <a:lnTo>
                    <a:pt x="1316736" y="359410"/>
                  </a:lnTo>
                  <a:lnTo>
                    <a:pt x="1316736" y="71882"/>
                  </a:lnTo>
                  <a:lnTo>
                    <a:pt x="1311094" y="43880"/>
                  </a:lnTo>
                  <a:lnTo>
                    <a:pt x="1295701" y="21034"/>
                  </a:lnTo>
                  <a:lnTo>
                    <a:pt x="1272855" y="5641"/>
                  </a:lnTo>
                  <a:lnTo>
                    <a:pt x="1244854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35" name="object 20">
              <a:extLst>
                <a:ext uri="{FF2B5EF4-FFF2-40B4-BE49-F238E27FC236}">
                  <a16:creationId xmlns:a16="http://schemas.microsoft.com/office/drawing/2014/main" id="{B620CE78-4FAB-4F51-88EF-736C5224B7FB}"/>
                </a:ext>
              </a:extLst>
            </p:cNvPr>
            <p:cNvSpPr txBox="1"/>
            <p:nvPr/>
          </p:nvSpPr>
          <p:spPr>
            <a:xfrm>
              <a:off x="5999427" y="3293451"/>
              <a:ext cx="392270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185" dirty="0">
                  <a:latin typeface="Batang"/>
                  <a:cs typeface="Batang"/>
                </a:rPr>
                <a:t>ICI</a:t>
              </a:r>
              <a:endParaRPr sz="2539">
                <a:latin typeface="Batang"/>
                <a:cs typeface="Batang"/>
              </a:endParaRPr>
            </a:p>
          </p:txBody>
        </p:sp>
        <p:sp>
          <p:nvSpPr>
            <p:cNvPr id="36" name="object 21">
              <a:extLst>
                <a:ext uri="{FF2B5EF4-FFF2-40B4-BE49-F238E27FC236}">
                  <a16:creationId xmlns:a16="http://schemas.microsoft.com/office/drawing/2014/main" id="{2F45F69E-7B42-441C-8543-FD1AABDFD988}"/>
                </a:ext>
              </a:extLst>
            </p:cNvPr>
            <p:cNvSpPr/>
            <p:nvPr/>
          </p:nvSpPr>
          <p:spPr>
            <a:xfrm>
              <a:off x="5499416" y="4223614"/>
              <a:ext cx="1393094" cy="456752"/>
            </a:xfrm>
            <a:custGeom>
              <a:avLst/>
              <a:gdLst/>
              <a:ahLst/>
              <a:cxnLst/>
              <a:rect l="l" t="t" r="r" b="b"/>
              <a:pathLst>
                <a:path w="1316990" h="431800">
                  <a:moveTo>
                    <a:pt x="1244854" y="0"/>
                  </a:moveTo>
                  <a:lnTo>
                    <a:pt x="71882" y="0"/>
                  </a:lnTo>
                  <a:lnTo>
                    <a:pt x="43880" y="5641"/>
                  </a:lnTo>
                  <a:lnTo>
                    <a:pt x="21034" y="21034"/>
                  </a:lnTo>
                  <a:lnTo>
                    <a:pt x="5641" y="43880"/>
                  </a:lnTo>
                  <a:lnTo>
                    <a:pt x="0" y="71882"/>
                  </a:lnTo>
                  <a:lnTo>
                    <a:pt x="0" y="359410"/>
                  </a:lnTo>
                  <a:lnTo>
                    <a:pt x="5641" y="387411"/>
                  </a:lnTo>
                  <a:lnTo>
                    <a:pt x="21034" y="410257"/>
                  </a:lnTo>
                  <a:lnTo>
                    <a:pt x="43880" y="425650"/>
                  </a:lnTo>
                  <a:lnTo>
                    <a:pt x="71882" y="431292"/>
                  </a:lnTo>
                  <a:lnTo>
                    <a:pt x="1244854" y="431292"/>
                  </a:lnTo>
                  <a:lnTo>
                    <a:pt x="1272855" y="425650"/>
                  </a:lnTo>
                  <a:lnTo>
                    <a:pt x="1295701" y="410257"/>
                  </a:lnTo>
                  <a:lnTo>
                    <a:pt x="1311094" y="387411"/>
                  </a:lnTo>
                  <a:lnTo>
                    <a:pt x="1316736" y="359410"/>
                  </a:lnTo>
                  <a:lnTo>
                    <a:pt x="1316736" y="71882"/>
                  </a:lnTo>
                  <a:lnTo>
                    <a:pt x="1311094" y="43880"/>
                  </a:lnTo>
                  <a:lnTo>
                    <a:pt x="1295701" y="21034"/>
                  </a:lnTo>
                  <a:lnTo>
                    <a:pt x="1272855" y="5641"/>
                  </a:lnTo>
                  <a:lnTo>
                    <a:pt x="1244854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37" name="object 22">
              <a:extLst>
                <a:ext uri="{FF2B5EF4-FFF2-40B4-BE49-F238E27FC236}">
                  <a16:creationId xmlns:a16="http://schemas.microsoft.com/office/drawing/2014/main" id="{DA0D45B3-AD47-4873-87A0-A6E0EB1DF850}"/>
                </a:ext>
              </a:extLst>
            </p:cNvPr>
            <p:cNvSpPr txBox="1"/>
            <p:nvPr/>
          </p:nvSpPr>
          <p:spPr>
            <a:xfrm>
              <a:off x="5999427" y="4208836"/>
              <a:ext cx="392270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185" dirty="0">
                  <a:latin typeface="Batang"/>
                  <a:cs typeface="Batang"/>
                </a:rPr>
                <a:t>ICI</a:t>
              </a:r>
              <a:endParaRPr sz="2539">
                <a:latin typeface="Batang"/>
                <a:cs typeface="Batang"/>
              </a:endParaRPr>
            </a:p>
          </p:txBody>
        </p:sp>
        <p:grpSp>
          <p:nvGrpSpPr>
            <p:cNvPr id="38" name="object 23">
              <a:extLst>
                <a:ext uri="{FF2B5EF4-FFF2-40B4-BE49-F238E27FC236}">
                  <a16:creationId xmlns:a16="http://schemas.microsoft.com/office/drawing/2014/main" id="{DCDFF53F-E1CC-4118-9094-F1A87BCC870C}"/>
                </a:ext>
              </a:extLst>
            </p:cNvPr>
            <p:cNvGrpSpPr/>
            <p:nvPr/>
          </p:nvGrpSpPr>
          <p:grpSpPr>
            <a:xfrm>
              <a:off x="1143613" y="2349586"/>
              <a:ext cx="6072118" cy="1414588"/>
              <a:chOff x="5465064" y="2221229"/>
              <a:chExt cx="5740400" cy="1337310"/>
            </a:xfrm>
          </p:grpSpPr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027DF94E-C968-4A5E-94D5-E9C18A71CE73}"/>
                  </a:ext>
                </a:extLst>
              </p:cNvPr>
              <p:cNvSpPr/>
              <p:nvPr/>
            </p:nvSpPr>
            <p:spPr>
              <a:xfrm>
                <a:off x="5701284" y="3127247"/>
                <a:ext cx="131699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316990" h="431800">
                    <a:moveTo>
                      <a:pt x="1244854" y="0"/>
                    </a:moveTo>
                    <a:lnTo>
                      <a:pt x="71881" y="0"/>
                    </a:lnTo>
                    <a:lnTo>
                      <a:pt x="43880" y="5641"/>
                    </a:lnTo>
                    <a:lnTo>
                      <a:pt x="21034" y="21034"/>
                    </a:lnTo>
                    <a:lnTo>
                      <a:pt x="5641" y="43880"/>
                    </a:lnTo>
                    <a:lnTo>
                      <a:pt x="0" y="71882"/>
                    </a:lnTo>
                    <a:lnTo>
                      <a:pt x="0" y="359410"/>
                    </a:lnTo>
                    <a:lnTo>
                      <a:pt x="5641" y="387411"/>
                    </a:lnTo>
                    <a:lnTo>
                      <a:pt x="21034" y="410257"/>
                    </a:lnTo>
                    <a:lnTo>
                      <a:pt x="43880" y="425650"/>
                    </a:lnTo>
                    <a:lnTo>
                      <a:pt x="71881" y="431292"/>
                    </a:lnTo>
                    <a:lnTo>
                      <a:pt x="1244854" y="431292"/>
                    </a:lnTo>
                    <a:lnTo>
                      <a:pt x="1272855" y="425650"/>
                    </a:lnTo>
                    <a:lnTo>
                      <a:pt x="1295701" y="410257"/>
                    </a:lnTo>
                    <a:lnTo>
                      <a:pt x="1311094" y="387411"/>
                    </a:lnTo>
                    <a:lnTo>
                      <a:pt x="1316736" y="359410"/>
                    </a:lnTo>
                    <a:lnTo>
                      <a:pt x="1316736" y="71882"/>
                    </a:lnTo>
                    <a:lnTo>
                      <a:pt x="1311094" y="43880"/>
                    </a:lnTo>
                    <a:lnTo>
                      <a:pt x="1295701" y="21034"/>
                    </a:lnTo>
                    <a:lnTo>
                      <a:pt x="1272855" y="5641"/>
                    </a:lnTo>
                    <a:lnTo>
                      <a:pt x="1244854" y="0"/>
                    </a:lnTo>
                    <a:close/>
                  </a:path>
                </a:pathLst>
              </a:custGeom>
              <a:solidFill>
                <a:srgbClr val="8EB4E2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  <p:sp>
            <p:nvSpPr>
              <p:cNvPr id="40" name="object 25">
                <a:extLst>
                  <a:ext uri="{FF2B5EF4-FFF2-40B4-BE49-F238E27FC236}">
                    <a16:creationId xmlns:a16="http://schemas.microsoft.com/office/drawing/2014/main" id="{B83A652E-EBB6-45B3-BBC2-854DB45FB6B7}"/>
                  </a:ext>
                </a:extLst>
              </p:cNvPr>
              <p:cNvSpPr/>
              <p:nvPr/>
            </p:nvSpPr>
            <p:spPr>
              <a:xfrm>
                <a:off x="5493639" y="2438018"/>
                <a:ext cx="56832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683250">
                    <a:moveTo>
                      <a:pt x="0" y="0"/>
                    </a:moveTo>
                    <a:lnTo>
                      <a:pt x="5683250" y="0"/>
                    </a:lnTo>
                  </a:path>
                </a:pathLst>
              </a:custGeom>
              <a:ln w="571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  <p:sp>
            <p:nvSpPr>
              <p:cNvPr id="41" name="object 26">
                <a:extLst>
                  <a:ext uri="{FF2B5EF4-FFF2-40B4-BE49-F238E27FC236}">
                    <a16:creationId xmlns:a16="http://schemas.microsoft.com/office/drawing/2014/main" id="{8578E363-70A2-42C7-8CE6-9B6F75CA6613}"/>
                  </a:ext>
                </a:extLst>
              </p:cNvPr>
              <p:cNvSpPr/>
              <p:nvPr/>
            </p:nvSpPr>
            <p:spPr>
              <a:xfrm>
                <a:off x="7711440" y="2221229"/>
                <a:ext cx="1316990" cy="432434"/>
              </a:xfrm>
              <a:custGeom>
                <a:avLst/>
                <a:gdLst/>
                <a:ahLst/>
                <a:cxnLst/>
                <a:rect l="l" t="t" r="r" b="b"/>
                <a:pathLst>
                  <a:path w="1316990" h="432435">
                    <a:moveTo>
                      <a:pt x="1244727" y="0"/>
                    </a:moveTo>
                    <a:lnTo>
                      <a:pt x="72008" y="0"/>
                    </a:lnTo>
                    <a:lnTo>
                      <a:pt x="43987" y="5661"/>
                    </a:lnTo>
                    <a:lnTo>
                      <a:pt x="21097" y="21097"/>
                    </a:lnTo>
                    <a:lnTo>
                      <a:pt x="5661" y="43987"/>
                    </a:lnTo>
                    <a:lnTo>
                      <a:pt x="0" y="72008"/>
                    </a:lnTo>
                    <a:lnTo>
                      <a:pt x="0" y="360044"/>
                    </a:lnTo>
                    <a:lnTo>
                      <a:pt x="5661" y="388066"/>
                    </a:lnTo>
                    <a:lnTo>
                      <a:pt x="21097" y="410956"/>
                    </a:lnTo>
                    <a:lnTo>
                      <a:pt x="43987" y="426392"/>
                    </a:lnTo>
                    <a:lnTo>
                      <a:pt x="72008" y="432053"/>
                    </a:lnTo>
                    <a:lnTo>
                      <a:pt x="1244727" y="432053"/>
                    </a:lnTo>
                    <a:lnTo>
                      <a:pt x="1272748" y="426392"/>
                    </a:lnTo>
                    <a:lnTo>
                      <a:pt x="1295638" y="410956"/>
                    </a:lnTo>
                    <a:lnTo>
                      <a:pt x="1311074" y="388066"/>
                    </a:lnTo>
                    <a:lnTo>
                      <a:pt x="1316735" y="360044"/>
                    </a:lnTo>
                    <a:lnTo>
                      <a:pt x="1316735" y="72008"/>
                    </a:lnTo>
                    <a:lnTo>
                      <a:pt x="1311074" y="43987"/>
                    </a:lnTo>
                    <a:lnTo>
                      <a:pt x="1295638" y="21097"/>
                    </a:lnTo>
                    <a:lnTo>
                      <a:pt x="1272748" y="5661"/>
                    </a:lnTo>
                    <a:lnTo>
                      <a:pt x="1244727" y="0"/>
                    </a:lnTo>
                    <a:close/>
                  </a:path>
                </a:pathLst>
              </a:custGeom>
              <a:solidFill>
                <a:srgbClr val="CCCC00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</p:grpSp>
        <p:sp>
          <p:nvSpPr>
            <p:cNvPr id="42" name="object 27">
              <a:extLst>
                <a:ext uri="{FF2B5EF4-FFF2-40B4-BE49-F238E27FC236}">
                  <a16:creationId xmlns:a16="http://schemas.microsoft.com/office/drawing/2014/main" id="{A9B704B8-FC6C-4C90-BD9E-EF2C409B3C7F}"/>
                </a:ext>
              </a:extLst>
            </p:cNvPr>
            <p:cNvSpPr txBox="1"/>
            <p:nvPr/>
          </p:nvSpPr>
          <p:spPr>
            <a:xfrm>
              <a:off x="3935175" y="2335346"/>
              <a:ext cx="563552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138" dirty="0">
                  <a:latin typeface="Batang"/>
                  <a:cs typeface="Batang"/>
                </a:rPr>
                <a:t>IDU</a:t>
              </a:r>
              <a:endParaRPr sz="2539">
                <a:latin typeface="Batang"/>
                <a:cs typeface="Batang"/>
              </a:endParaRPr>
            </a:p>
          </p:txBody>
        </p:sp>
        <p:grpSp>
          <p:nvGrpSpPr>
            <p:cNvPr id="43" name="object 28">
              <a:extLst>
                <a:ext uri="{FF2B5EF4-FFF2-40B4-BE49-F238E27FC236}">
                  <a16:creationId xmlns:a16="http://schemas.microsoft.com/office/drawing/2014/main" id="{D49BBC78-2F85-43B7-880F-C4B6221F9F84}"/>
                </a:ext>
              </a:extLst>
            </p:cNvPr>
            <p:cNvGrpSpPr/>
            <p:nvPr/>
          </p:nvGrpSpPr>
          <p:grpSpPr>
            <a:xfrm>
              <a:off x="1210916" y="1980423"/>
              <a:ext cx="6011665" cy="3961653"/>
              <a:chOff x="5528690" y="1872233"/>
              <a:chExt cx="5683250" cy="3745229"/>
            </a:xfrm>
          </p:grpSpPr>
          <p:sp>
            <p:nvSpPr>
              <p:cNvPr id="44" name="object 29">
                <a:extLst>
                  <a:ext uri="{FF2B5EF4-FFF2-40B4-BE49-F238E27FC236}">
                    <a16:creationId xmlns:a16="http://schemas.microsoft.com/office/drawing/2014/main" id="{6AE837BF-582D-479D-89BA-F35112AE2DF1}"/>
                  </a:ext>
                </a:extLst>
              </p:cNvPr>
              <p:cNvSpPr/>
              <p:nvPr/>
            </p:nvSpPr>
            <p:spPr>
              <a:xfrm>
                <a:off x="5528690" y="5053202"/>
                <a:ext cx="56832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683250">
                    <a:moveTo>
                      <a:pt x="0" y="0"/>
                    </a:moveTo>
                    <a:lnTo>
                      <a:pt x="5683250" y="0"/>
                    </a:lnTo>
                  </a:path>
                </a:pathLst>
              </a:custGeom>
              <a:ln w="571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  <p:sp>
            <p:nvSpPr>
              <p:cNvPr id="45" name="object 30">
                <a:extLst>
                  <a:ext uri="{FF2B5EF4-FFF2-40B4-BE49-F238E27FC236}">
                    <a16:creationId xmlns:a16="http://schemas.microsoft.com/office/drawing/2014/main" id="{0E645DC4-3E26-4440-980C-E3C8303EED7D}"/>
                  </a:ext>
                </a:extLst>
              </p:cNvPr>
              <p:cNvSpPr/>
              <p:nvPr/>
            </p:nvSpPr>
            <p:spPr>
              <a:xfrm>
                <a:off x="7711439" y="4837175"/>
                <a:ext cx="131699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316990" h="431800">
                    <a:moveTo>
                      <a:pt x="1244853" y="0"/>
                    </a:moveTo>
                    <a:lnTo>
                      <a:pt x="71881" y="0"/>
                    </a:lnTo>
                    <a:lnTo>
                      <a:pt x="43880" y="5641"/>
                    </a:lnTo>
                    <a:lnTo>
                      <a:pt x="21034" y="21034"/>
                    </a:lnTo>
                    <a:lnTo>
                      <a:pt x="5641" y="43880"/>
                    </a:lnTo>
                    <a:lnTo>
                      <a:pt x="0" y="71882"/>
                    </a:lnTo>
                    <a:lnTo>
                      <a:pt x="0" y="359410"/>
                    </a:lnTo>
                    <a:lnTo>
                      <a:pt x="5641" y="387390"/>
                    </a:lnTo>
                    <a:lnTo>
                      <a:pt x="21034" y="410238"/>
                    </a:lnTo>
                    <a:lnTo>
                      <a:pt x="43880" y="425643"/>
                    </a:lnTo>
                    <a:lnTo>
                      <a:pt x="71881" y="431292"/>
                    </a:lnTo>
                    <a:lnTo>
                      <a:pt x="1244853" y="431292"/>
                    </a:lnTo>
                    <a:lnTo>
                      <a:pt x="1272855" y="425643"/>
                    </a:lnTo>
                    <a:lnTo>
                      <a:pt x="1295701" y="410238"/>
                    </a:lnTo>
                    <a:lnTo>
                      <a:pt x="1311094" y="387390"/>
                    </a:lnTo>
                    <a:lnTo>
                      <a:pt x="1316735" y="359410"/>
                    </a:lnTo>
                    <a:lnTo>
                      <a:pt x="1316735" y="71882"/>
                    </a:lnTo>
                    <a:lnTo>
                      <a:pt x="1311094" y="43880"/>
                    </a:lnTo>
                    <a:lnTo>
                      <a:pt x="1295701" y="21034"/>
                    </a:lnTo>
                    <a:lnTo>
                      <a:pt x="1272855" y="5641"/>
                    </a:lnTo>
                    <a:lnTo>
                      <a:pt x="1244853" y="0"/>
                    </a:lnTo>
                    <a:close/>
                  </a:path>
                </a:pathLst>
              </a:custGeom>
              <a:solidFill>
                <a:srgbClr val="CCCC00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  <p:sp>
            <p:nvSpPr>
              <p:cNvPr id="46" name="object 31">
                <a:extLst>
                  <a:ext uri="{FF2B5EF4-FFF2-40B4-BE49-F238E27FC236}">
                    <a16:creationId xmlns:a16="http://schemas.microsoft.com/office/drawing/2014/main" id="{F7F8F3FC-6969-4EF4-B50C-FD92E5D73556}"/>
                  </a:ext>
                </a:extLst>
              </p:cNvPr>
              <p:cNvSpPr/>
              <p:nvPr/>
            </p:nvSpPr>
            <p:spPr>
              <a:xfrm>
                <a:off x="6351397" y="1872233"/>
                <a:ext cx="3890010" cy="3745229"/>
              </a:xfrm>
              <a:custGeom>
                <a:avLst/>
                <a:gdLst/>
                <a:ahLst/>
                <a:cxnLst/>
                <a:rect l="l" t="t" r="r" b="b"/>
                <a:pathLst>
                  <a:path w="3890009" h="3745229">
                    <a:moveTo>
                      <a:pt x="1359789" y="2336038"/>
                    </a:moveTo>
                    <a:lnTo>
                      <a:pt x="1341107" y="2311908"/>
                    </a:lnTo>
                    <a:lnTo>
                      <a:pt x="1281557" y="2234946"/>
                    </a:lnTo>
                    <a:lnTo>
                      <a:pt x="1265047" y="2269261"/>
                    </a:lnTo>
                    <a:lnTo>
                      <a:pt x="16510" y="1669161"/>
                    </a:lnTo>
                    <a:lnTo>
                      <a:pt x="0" y="1703451"/>
                    </a:lnTo>
                    <a:lnTo>
                      <a:pt x="1248511" y="2303665"/>
                    </a:lnTo>
                    <a:lnTo>
                      <a:pt x="1232027" y="2337943"/>
                    </a:lnTo>
                    <a:lnTo>
                      <a:pt x="1359789" y="2336038"/>
                    </a:lnTo>
                    <a:close/>
                  </a:path>
                  <a:path w="3890009" h="3745229">
                    <a:moveTo>
                      <a:pt x="2075561" y="3630917"/>
                    </a:moveTo>
                    <a:lnTo>
                      <a:pt x="2037461" y="3630917"/>
                    </a:lnTo>
                    <a:lnTo>
                      <a:pt x="2037461" y="3396234"/>
                    </a:lnTo>
                    <a:lnTo>
                      <a:pt x="1999361" y="3396234"/>
                    </a:lnTo>
                    <a:lnTo>
                      <a:pt x="1999361" y="3630917"/>
                    </a:lnTo>
                    <a:lnTo>
                      <a:pt x="1961261" y="3630917"/>
                    </a:lnTo>
                    <a:lnTo>
                      <a:pt x="2018411" y="3745217"/>
                    </a:lnTo>
                    <a:lnTo>
                      <a:pt x="2066036" y="3649967"/>
                    </a:lnTo>
                    <a:lnTo>
                      <a:pt x="2075561" y="3630917"/>
                    </a:lnTo>
                    <a:close/>
                  </a:path>
                  <a:path w="3890009" h="3745229">
                    <a:moveTo>
                      <a:pt x="2075561" y="2850261"/>
                    </a:moveTo>
                    <a:lnTo>
                      <a:pt x="2037461" y="2850261"/>
                    </a:lnTo>
                    <a:lnTo>
                      <a:pt x="2037461" y="2551938"/>
                    </a:lnTo>
                    <a:lnTo>
                      <a:pt x="1999361" y="2551938"/>
                    </a:lnTo>
                    <a:lnTo>
                      <a:pt x="1999361" y="2850261"/>
                    </a:lnTo>
                    <a:lnTo>
                      <a:pt x="1961261" y="2850261"/>
                    </a:lnTo>
                    <a:lnTo>
                      <a:pt x="2018411" y="2964573"/>
                    </a:lnTo>
                    <a:lnTo>
                      <a:pt x="2066036" y="2869311"/>
                    </a:lnTo>
                    <a:lnTo>
                      <a:pt x="2075561" y="2850261"/>
                    </a:lnTo>
                    <a:close/>
                  </a:path>
                  <a:path w="3890009" h="3745229">
                    <a:moveTo>
                      <a:pt x="2075561" y="2005838"/>
                    </a:moveTo>
                    <a:lnTo>
                      <a:pt x="2037461" y="2005838"/>
                    </a:lnTo>
                    <a:lnTo>
                      <a:pt x="2037461" y="1686306"/>
                    </a:lnTo>
                    <a:lnTo>
                      <a:pt x="1999361" y="1686306"/>
                    </a:lnTo>
                    <a:lnTo>
                      <a:pt x="1999361" y="2005838"/>
                    </a:lnTo>
                    <a:lnTo>
                      <a:pt x="1961261" y="2005838"/>
                    </a:lnTo>
                    <a:lnTo>
                      <a:pt x="2018411" y="2120138"/>
                    </a:lnTo>
                    <a:lnTo>
                      <a:pt x="2066036" y="2024888"/>
                    </a:lnTo>
                    <a:lnTo>
                      <a:pt x="2075561" y="2005838"/>
                    </a:lnTo>
                    <a:close/>
                  </a:path>
                  <a:path w="3890009" h="3745229">
                    <a:moveTo>
                      <a:pt x="2075561" y="234696"/>
                    </a:moveTo>
                    <a:lnTo>
                      <a:pt x="2037461" y="234696"/>
                    </a:lnTo>
                    <a:lnTo>
                      <a:pt x="2037461" y="0"/>
                    </a:lnTo>
                    <a:lnTo>
                      <a:pt x="1999361" y="0"/>
                    </a:lnTo>
                    <a:lnTo>
                      <a:pt x="1999361" y="234696"/>
                    </a:lnTo>
                    <a:lnTo>
                      <a:pt x="1961261" y="234696"/>
                    </a:lnTo>
                    <a:lnTo>
                      <a:pt x="2018411" y="348996"/>
                    </a:lnTo>
                    <a:lnTo>
                      <a:pt x="2066036" y="253746"/>
                    </a:lnTo>
                    <a:lnTo>
                      <a:pt x="2075561" y="234696"/>
                    </a:lnTo>
                    <a:close/>
                  </a:path>
                  <a:path w="3890009" h="3745229">
                    <a:moveTo>
                      <a:pt x="3244723" y="2349754"/>
                    </a:moveTo>
                    <a:lnTo>
                      <a:pt x="3217672" y="2322830"/>
                    </a:lnTo>
                    <a:lnTo>
                      <a:pt x="2674455" y="2870263"/>
                    </a:lnTo>
                    <a:lnTo>
                      <a:pt x="2647442" y="2843403"/>
                    </a:lnTo>
                    <a:lnTo>
                      <a:pt x="2607437" y="2964815"/>
                    </a:lnTo>
                    <a:lnTo>
                      <a:pt x="2728468" y="2923921"/>
                    </a:lnTo>
                    <a:lnTo>
                      <a:pt x="2715044" y="2910586"/>
                    </a:lnTo>
                    <a:lnTo>
                      <a:pt x="2701467" y="2897098"/>
                    </a:lnTo>
                    <a:lnTo>
                      <a:pt x="3244723" y="2349754"/>
                    </a:lnTo>
                    <a:close/>
                  </a:path>
                  <a:path w="3890009" h="3745229">
                    <a:moveTo>
                      <a:pt x="3889756" y="1255141"/>
                    </a:moveTo>
                    <a:lnTo>
                      <a:pt x="3884015" y="1250188"/>
                    </a:lnTo>
                    <a:lnTo>
                      <a:pt x="3792982" y="1171575"/>
                    </a:lnTo>
                    <a:lnTo>
                      <a:pt x="3783609" y="1208582"/>
                    </a:lnTo>
                    <a:lnTo>
                      <a:pt x="2023110" y="762635"/>
                    </a:lnTo>
                    <a:lnTo>
                      <a:pt x="2018411" y="781050"/>
                    </a:lnTo>
                    <a:lnTo>
                      <a:pt x="1999361" y="781050"/>
                    </a:lnTo>
                    <a:lnTo>
                      <a:pt x="1999361" y="1140841"/>
                    </a:lnTo>
                    <a:lnTo>
                      <a:pt x="1961261" y="1140841"/>
                    </a:lnTo>
                    <a:lnTo>
                      <a:pt x="2018411" y="1255141"/>
                    </a:lnTo>
                    <a:lnTo>
                      <a:pt x="2066036" y="1159891"/>
                    </a:lnTo>
                    <a:lnTo>
                      <a:pt x="2075561" y="1140841"/>
                    </a:lnTo>
                    <a:lnTo>
                      <a:pt x="2037461" y="1140841"/>
                    </a:lnTo>
                    <a:lnTo>
                      <a:pt x="2037461" y="805484"/>
                    </a:lnTo>
                    <a:lnTo>
                      <a:pt x="3774262" y="1245514"/>
                    </a:lnTo>
                    <a:lnTo>
                      <a:pt x="3764915" y="1282458"/>
                    </a:lnTo>
                    <a:lnTo>
                      <a:pt x="3889756" y="1255141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 sz="1904"/>
              </a:p>
            </p:txBody>
          </p:sp>
        </p:grpSp>
        <p:sp>
          <p:nvSpPr>
            <p:cNvPr id="47" name="object 32">
              <a:extLst>
                <a:ext uri="{FF2B5EF4-FFF2-40B4-BE49-F238E27FC236}">
                  <a16:creationId xmlns:a16="http://schemas.microsoft.com/office/drawing/2014/main" id="{EE33C08D-3733-4809-A89D-EFB1E676FFDA}"/>
                </a:ext>
              </a:extLst>
            </p:cNvPr>
            <p:cNvSpPr txBox="1"/>
            <p:nvPr/>
          </p:nvSpPr>
          <p:spPr>
            <a:xfrm>
              <a:off x="1277953" y="2135718"/>
              <a:ext cx="1568406" cy="404313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spc="-111" dirty="0">
                  <a:latin typeface="Batang"/>
                  <a:cs typeface="Batang"/>
                </a:rPr>
                <a:t>(N+1)</a:t>
              </a:r>
              <a:r>
                <a:rPr sz="2539" spc="-242" dirty="0">
                  <a:latin typeface="Batang"/>
                  <a:cs typeface="Batang"/>
                </a:rPr>
                <a:t> </a:t>
              </a:r>
              <a:r>
                <a:rPr sz="2539" spc="-307" dirty="0">
                  <a:latin typeface="Batang"/>
                  <a:cs typeface="Batang"/>
                </a:rPr>
                <a:t>계층</a:t>
              </a:r>
              <a:endParaRPr sz="2539" dirty="0">
                <a:latin typeface="Batang"/>
                <a:cs typeface="Batang"/>
              </a:endParaRPr>
            </a:p>
          </p:txBody>
        </p:sp>
        <p:sp>
          <p:nvSpPr>
            <p:cNvPr id="48" name="object 33">
              <a:extLst>
                <a:ext uri="{FF2B5EF4-FFF2-40B4-BE49-F238E27FC236}">
                  <a16:creationId xmlns:a16="http://schemas.microsoft.com/office/drawing/2014/main" id="{C2D7D2B3-D3BA-4D20-BEEC-8E10885C9BAE}"/>
                </a:ext>
              </a:extLst>
            </p:cNvPr>
            <p:cNvSpPr txBox="1"/>
            <p:nvPr/>
          </p:nvSpPr>
          <p:spPr>
            <a:xfrm>
              <a:off x="1294072" y="2669582"/>
              <a:ext cx="1191586" cy="1038718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L="13434">
                <a:spcBef>
                  <a:spcPts val="106"/>
                </a:spcBef>
              </a:pPr>
              <a:r>
                <a:rPr sz="2539" dirty="0">
                  <a:latin typeface="Batang"/>
                  <a:cs typeface="Batang"/>
                </a:rPr>
                <a:t>(N)</a:t>
              </a:r>
              <a:r>
                <a:rPr sz="2539" spc="-121" dirty="0">
                  <a:latin typeface="Batang"/>
                  <a:cs typeface="Batang"/>
                </a:rPr>
                <a:t> </a:t>
              </a:r>
              <a:r>
                <a:rPr sz="2539" spc="-307" dirty="0">
                  <a:latin typeface="Batang"/>
                  <a:cs typeface="Batang"/>
                </a:rPr>
                <a:t>계층</a:t>
              </a:r>
              <a:endParaRPr sz="2539" dirty="0">
                <a:latin typeface="Batang"/>
                <a:cs typeface="Batang"/>
              </a:endParaRPr>
            </a:p>
            <a:p>
              <a:pPr marL="558857">
                <a:spcBef>
                  <a:spcPts val="1862"/>
                </a:spcBef>
              </a:pPr>
              <a:r>
                <a:rPr sz="2539" spc="-26" dirty="0">
                  <a:latin typeface="Batang"/>
                  <a:cs typeface="Batang"/>
                </a:rPr>
                <a:t>PCI</a:t>
              </a:r>
              <a:endParaRPr sz="2539" dirty="0">
                <a:latin typeface="Batang"/>
                <a:cs typeface="Batang"/>
              </a:endParaRPr>
            </a:p>
          </p:txBody>
        </p: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A8E1797B-17CA-4EC7-98CA-D7B99D0B0082}"/>
                </a:ext>
              </a:extLst>
            </p:cNvPr>
            <p:cNvSpPr txBox="1"/>
            <p:nvPr/>
          </p:nvSpPr>
          <p:spPr>
            <a:xfrm>
              <a:off x="1389185" y="5102190"/>
              <a:ext cx="3109945" cy="680414"/>
            </a:xfrm>
            <a:prstGeom prst="rect">
              <a:avLst/>
            </a:prstGeom>
          </p:spPr>
          <p:txBody>
            <a:bodyPr vert="horz" wrap="square" lIns="0" tIns="13434" rIns="0" bIns="0" rtlCol="0">
              <a:spAutoFit/>
            </a:bodyPr>
            <a:lstStyle/>
            <a:p>
              <a:pPr marR="5374" algn="r">
                <a:lnSpc>
                  <a:spcPts val="2613"/>
                </a:lnSpc>
                <a:spcBef>
                  <a:spcPts val="106"/>
                </a:spcBef>
              </a:pPr>
              <a:r>
                <a:rPr sz="2539" spc="-26" dirty="0">
                  <a:latin typeface="Batang"/>
                  <a:cs typeface="Batang"/>
                </a:rPr>
                <a:t>IDU</a:t>
              </a:r>
              <a:endParaRPr sz="2539">
                <a:latin typeface="Batang"/>
                <a:cs typeface="Batang"/>
              </a:endParaRPr>
            </a:p>
            <a:p>
              <a:pPr marL="13434">
                <a:lnSpc>
                  <a:spcPts val="2613"/>
                </a:lnSpc>
              </a:pPr>
              <a:r>
                <a:rPr sz="2539" spc="-48" dirty="0">
                  <a:latin typeface="Batang"/>
                  <a:cs typeface="Batang"/>
                </a:rPr>
                <a:t>(N-</a:t>
              </a:r>
              <a:r>
                <a:rPr sz="2539" spc="69" dirty="0">
                  <a:latin typeface="Batang"/>
                  <a:cs typeface="Batang"/>
                </a:rPr>
                <a:t>1)</a:t>
              </a:r>
              <a:r>
                <a:rPr sz="2539" spc="-242" dirty="0">
                  <a:latin typeface="Batang"/>
                  <a:cs typeface="Batang"/>
                </a:rPr>
                <a:t> </a:t>
              </a:r>
              <a:r>
                <a:rPr sz="2539" spc="-307" dirty="0">
                  <a:latin typeface="Batang"/>
                  <a:cs typeface="Batang"/>
                </a:rPr>
                <a:t>계층</a:t>
              </a:r>
              <a:endParaRPr sz="2539">
                <a:latin typeface="Batang"/>
                <a:cs typeface="Batang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5C08B8-B122-4906-8751-CA4DEDE90274}"/>
              </a:ext>
            </a:extLst>
          </p:cNvPr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1F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D82B75-239A-4379-B6C6-E0927E85EC77}"/>
              </a:ext>
            </a:extLst>
          </p:cNvPr>
          <p:cNvSpPr/>
          <p:nvPr/>
        </p:nvSpPr>
        <p:spPr>
          <a:xfrm>
            <a:off x="1143000" y="310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OSI 모델  ·  OSI MODEL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B7707F-5545-480E-B55C-BAEA23FA3800}"/>
              </a:ext>
            </a:extLst>
          </p:cNvPr>
          <p:cNvSpPr/>
          <p:nvPr/>
        </p:nvSpPr>
        <p:spPr>
          <a:xfrm>
            <a:off x="1115568" y="530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캡슐화와 역캡슐화 (Encapsulation / Decapsulation)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0BDABA-E5E8-4FEF-8F8B-5F00CFB07089}"/>
              </a:ext>
            </a:extLst>
          </p:cNvPr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1BC034-3570-4A36-847B-2D172A981056}"/>
              </a:ext>
            </a:extLst>
          </p:cNvPr>
          <p:cNvSpPr/>
          <p:nvPr/>
        </p:nvSpPr>
        <p:spPr>
          <a:xfrm>
            <a:off x="457200" y="1335024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2525"/>
                </a:solidFill>
                <a:latin typeface="+mn-ea"/>
                <a:cs typeface="맑은 고딕" pitchFamily="34" charset="-120"/>
              </a:rPr>
              <a:t>송신 호스트에서 계층을 내려갈 때마다 헤더(H)·트레일러(T)를 덧붙이고(캡슐화), 수신 호스트에서 올라갈 때마다 벗겨낸다(역캡슐화).</a:t>
            </a:r>
            <a:endParaRPr lang="en-US" sz="2000" b="1" dirty="0">
              <a:latin typeface="+mn-e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0A308B-A706-442E-A95A-5FFA0F5193B0}"/>
              </a:ext>
            </a:extLst>
          </p:cNvPr>
          <p:cNvSpPr/>
          <p:nvPr/>
        </p:nvSpPr>
        <p:spPr>
          <a:xfrm>
            <a:off x="1257300" y="2033203"/>
            <a:ext cx="210312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1  (송신 호스트)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BB9BBA-F3DF-415B-9223-73FDCFFF3B92}"/>
              </a:ext>
            </a:extLst>
          </p:cNvPr>
          <p:cNvSpPr/>
          <p:nvPr/>
        </p:nvSpPr>
        <p:spPr>
          <a:xfrm>
            <a:off x="8759952" y="2033203"/>
            <a:ext cx="210312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2  (수신 호스트)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B6B9545-0FDF-4A59-ACD3-C5CB3BEB6C18}"/>
              </a:ext>
            </a:extLst>
          </p:cNvPr>
          <p:cNvSpPr/>
          <p:nvPr/>
        </p:nvSpPr>
        <p:spPr>
          <a:xfrm>
            <a:off x="1257300" y="2641713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계층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896D5B-C112-4AA5-92E2-FA776A76BC39}"/>
              </a:ext>
            </a:extLst>
          </p:cNvPr>
          <p:cNvSpPr/>
          <p:nvPr/>
        </p:nvSpPr>
        <p:spPr>
          <a:xfrm>
            <a:off x="9628632" y="2641713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계층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5F4A64-72DE-4AEC-8B12-2D0B8F78057D}"/>
              </a:ext>
            </a:extLst>
          </p:cNvPr>
          <p:cNvSpPr/>
          <p:nvPr/>
        </p:nvSpPr>
        <p:spPr>
          <a:xfrm>
            <a:off x="1257300" y="3088888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계층</a:t>
            </a: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097B40-1149-4234-AAD8-F9BA84C12253}"/>
              </a:ext>
            </a:extLst>
          </p:cNvPr>
          <p:cNvSpPr/>
          <p:nvPr/>
        </p:nvSpPr>
        <p:spPr>
          <a:xfrm>
            <a:off x="9628632" y="3088888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계층</a:t>
            </a:r>
            <a:endParaRPr lang="en-US" sz="10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011B8E-95BB-4295-8995-AF58F4696586}"/>
              </a:ext>
            </a:extLst>
          </p:cNvPr>
          <p:cNvSpPr/>
          <p:nvPr/>
        </p:nvSpPr>
        <p:spPr>
          <a:xfrm>
            <a:off x="1257300" y="3541962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계층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31DD5E-6B25-4068-A75A-1603AA578BF7}"/>
              </a:ext>
            </a:extLst>
          </p:cNvPr>
          <p:cNvSpPr/>
          <p:nvPr/>
        </p:nvSpPr>
        <p:spPr>
          <a:xfrm>
            <a:off x="9628632" y="3541962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계층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1B1F80-A430-4349-9D1B-BDD0322D89D7}"/>
              </a:ext>
            </a:extLst>
          </p:cNvPr>
          <p:cNvSpPr/>
          <p:nvPr/>
        </p:nvSpPr>
        <p:spPr>
          <a:xfrm>
            <a:off x="1257300" y="4054026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계층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07BE2CE-45DB-4B7D-AC36-868CDED176AF}"/>
              </a:ext>
            </a:extLst>
          </p:cNvPr>
          <p:cNvSpPr/>
          <p:nvPr/>
        </p:nvSpPr>
        <p:spPr>
          <a:xfrm>
            <a:off x="9628632" y="4054026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계층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831DBD4-C12A-4636-B861-922B9D3AA833}"/>
              </a:ext>
            </a:extLst>
          </p:cNvPr>
          <p:cNvSpPr/>
          <p:nvPr/>
        </p:nvSpPr>
        <p:spPr>
          <a:xfrm>
            <a:off x="1257300" y="4507100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계층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37A624-9F96-4E4C-887C-11960A9BFCB4}"/>
              </a:ext>
            </a:extLst>
          </p:cNvPr>
          <p:cNvSpPr/>
          <p:nvPr/>
        </p:nvSpPr>
        <p:spPr>
          <a:xfrm>
            <a:off x="9628632" y="4507100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계층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51B476-456B-41D2-9EDB-6D5E28D5FE2D}"/>
              </a:ext>
            </a:extLst>
          </p:cNvPr>
          <p:cNvSpPr/>
          <p:nvPr/>
        </p:nvSpPr>
        <p:spPr>
          <a:xfrm>
            <a:off x="1257300" y="4960174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링크 계층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70FA232-74F5-49B3-AE1D-AEF8B09BB4F4}"/>
              </a:ext>
            </a:extLst>
          </p:cNvPr>
          <p:cNvSpPr/>
          <p:nvPr/>
        </p:nvSpPr>
        <p:spPr>
          <a:xfrm>
            <a:off x="9628632" y="4960174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링크 계층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2F91E24-2F94-4976-A7F2-5E8C74AE94BB}"/>
              </a:ext>
            </a:extLst>
          </p:cNvPr>
          <p:cNvSpPr/>
          <p:nvPr/>
        </p:nvSpPr>
        <p:spPr>
          <a:xfrm>
            <a:off x="1257300" y="5413248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계층</a:t>
            </a: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F19358-D90F-4EF0-B63C-35517D42D9BB}"/>
              </a:ext>
            </a:extLst>
          </p:cNvPr>
          <p:cNvSpPr/>
          <p:nvPr/>
        </p:nvSpPr>
        <p:spPr>
          <a:xfrm>
            <a:off x="9628632" y="5413248"/>
            <a:ext cx="123444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계층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7B8989-FDFB-473A-9F8A-B41405C92D4B}"/>
              </a:ext>
            </a:extLst>
          </p:cNvPr>
          <p:cNvSpPr/>
          <p:nvPr/>
        </p:nvSpPr>
        <p:spPr>
          <a:xfrm>
            <a:off x="2903220" y="2641713"/>
            <a:ext cx="9144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EE9195A-F7D5-4A40-97CB-11A209653572}"/>
              </a:ext>
            </a:extLst>
          </p:cNvPr>
          <p:cNvSpPr/>
          <p:nvPr/>
        </p:nvSpPr>
        <p:spPr>
          <a:xfrm>
            <a:off x="2903220" y="3088888"/>
            <a:ext cx="11430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08F23EB-A544-4BE8-A85A-87C872D5784B}"/>
              </a:ext>
            </a:extLst>
          </p:cNvPr>
          <p:cNvSpPr/>
          <p:nvPr/>
        </p:nvSpPr>
        <p:spPr>
          <a:xfrm>
            <a:off x="4046220" y="3088888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ECA6823-B648-40B0-AA42-E1D2CCB8316C}"/>
              </a:ext>
            </a:extLst>
          </p:cNvPr>
          <p:cNvSpPr/>
          <p:nvPr/>
        </p:nvSpPr>
        <p:spPr>
          <a:xfrm>
            <a:off x="2903220" y="3541962"/>
            <a:ext cx="13716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617D1C1-D0D1-47D7-87BB-C565958B80E0}"/>
              </a:ext>
            </a:extLst>
          </p:cNvPr>
          <p:cNvSpPr/>
          <p:nvPr/>
        </p:nvSpPr>
        <p:spPr>
          <a:xfrm>
            <a:off x="4274820" y="3541962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073F967-3ED3-4957-B365-87429A894947}"/>
              </a:ext>
            </a:extLst>
          </p:cNvPr>
          <p:cNvSpPr/>
          <p:nvPr/>
        </p:nvSpPr>
        <p:spPr>
          <a:xfrm>
            <a:off x="2903220" y="4054026"/>
            <a:ext cx="16002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6309EFF-797E-40E7-8CB3-3483C6D6ABBC}"/>
              </a:ext>
            </a:extLst>
          </p:cNvPr>
          <p:cNvSpPr/>
          <p:nvPr/>
        </p:nvSpPr>
        <p:spPr>
          <a:xfrm>
            <a:off x="4503420" y="4054026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33474A7-44D1-47A0-8F1B-EAF067C5C8DA}"/>
              </a:ext>
            </a:extLst>
          </p:cNvPr>
          <p:cNvSpPr/>
          <p:nvPr/>
        </p:nvSpPr>
        <p:spPr>
          <a:xfrm>
            <a:off x="2903220" y="4507100"/>
            <a:ext cx="18288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4E52920-9DE7-4298-96A9-8EA049514C56}"/>
              </a:ext>
            </a:extLst>
          </p:cNvPr>
          <p:cNvSpPr/>
          <p:nvPr/>
        </p:nvSpPr>
        <p:spPr>
          <a:xfrm>
            <a:off x="4732020" y="4507100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791F4DD-5F69-48DC-BD1F-80EC10B7157F}"/>
              </a:ext>
            </a:extLst>
          </p:cNvPr>
          <p:cNvSpPr/>
          <p:nvPr/>
        </p:nvSpPr>
        <p:spPr>
          <a:xfrm>
            <a:off x="2903220" y="4960174"/>
            <a:ext cx="20574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7480F44-8487-4960-91F3-BCA4FDA83AB1}"/>
              </a:ext>
            </a:extLst>
          </p:cNvPr>
          <p:cNvSpPr/>
          <p:nvPr/>
        </p:nvSpPr>
        <p:spPr>
          <a:xfrm>
            <a:off x="4960620" y="4960174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92877E4-5D92-45C9-88CD-5E38213F3489}"/>
              </a:ext>
            </a:extLst>
          </p:cNvPr>
          <p:cNvSpPr/>
          <p:nvPr/>
        </p:nvSpPr>
        <p:spPr>
          <a:xfrm>
            <a:off x="2674620" y="4960174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B2A3B16-D07A-4FB0-98DA-05A05AF11C33}"/>
              </a:ext>
            </a:extLst>
          </p:cNvPr>
          <p:cNvSpPr/>
          <p:nvPr/>
        </p:nvSpPr>
        <p:spPr>
          <a:xfrm>
            <a:off x="2674620" y="5413248"/>
            <a:ext cx="25146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1 0 1 0 1 0 1 ⋯ 0 1 0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3B374A5-591A-44F1-9798-12B1DF35CDBD}"/>
              </a:ext>
            </a:extLst>
          </p:cNvPr>
          <p:cNvSpPr/>
          <p:nvPr/>
        </p:nvSpPr>
        <p:spPr>
          <a:xfrm>
            <a:off x="8321040" y="2641713"/>
            <a:ext cx="9144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74B1456-3A79-46A9-91E8-096417292726}"/>
              </a:ext>
            </a:extLst>
          </p:cNvPr>
          <p:cNvSpPr/>
          <p:nvPr/>
        </p:nvSpPr>
        <p:spPr>
          <a:xfrm>
            <a:off x="8092440" y="3088888"/>
            <a:ext cx="11430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2A1074C-18A2-4148-BDEE-9CCF4F25E722}"/>
              </a:ext>
            </a:extLst>
          </p:cNvPr>
          <p:cNvSpPr/>
          <p:nvPr/>
        </p:nvSpPr>
        <p:spPr>
          <a:xfrm>
            <a:off x="7863840" y="3088888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1A0AA09-330B-4EF7-86A6-1EF8CF0460B4}"/>
              </a:ext>
            </a:extLst>
          </p:cNvPr>
          <p:cNvSpPr/>
          <p:nvPr/>
        </p:nvSpPr>
        <p:spPr>
          <a:xfrm>
            <a:off x="7863840" y="3541962"/>
            <a:ext cx="13716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15A854F-4F5F-4CEC-B823-774880C095F9}"/>
              </a:ext>
            </a:extLst>
          </p:cNvPr>
          <p:cNvSpPr/>
          <p:nvPr/>
        </p:nvSpPr>
        <p:spPr>
          <a:xfrm>
            <a:off x="7635240" y="3541962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00D044D-1B44-4E10-A2DD-BEC8B6A6227A}"/>
              </a:ext>
            </a:extLst>
          </p:cNvPr>
          <p:cNvSpPr/>
          <p:nvPr/>
        </p:nvSpPr>
        <p:spPr>
          <a:xfrm>
            <a:off x="7635240" y="4054026"/>
            <a:ext cx="16002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00F69CE-9223-4462-86D7-3774FE8009A9}"/>
              </a:ext>
            </a:extLst>
          </p:cNvPr>
          <p:cNvSpPr/>
          <p:nvPr/>
        </p:nvSpPr>
        <p:spPr>
          <a:xfrm>
            <a:off x="7406640" y="4054026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4FA134E-F727-4B39-BB8B-15906AE155B9}"/>
              </a:ext>
            </a:extLst>
          </p:cNvPr>
          <p:cNvSpPr/>
          <p:nvPr/>
        </p:nvSpPr>
        <p:spPr>
          <a:xfrm>
            <a:off x="7406640" y="4507100"/>
            <a:ext cx="18288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004EFD1-1551-4C7A-87D5-319FD6A45D1E}"/>
              </a:ext>
            </a:extLst>
          </p:cNvPr>
          <p:cNvSpPr/>
          <p:nvPr/>
        </p:nvSpPr>
        <p:spPr>
          <a:xfrm>
            <a:off x="7178040" y="4507100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E4E8E2-C7EB-475E-9471-30E2FC655AAE}"/>
              </a:ext>
            </a:extLst>
          </p:cNvPr>
          <p:cNvSpPr/>
          <p:nvPr/>
        </p:nvSpPr>
        <p:spPr>
          <a:xfrm>
            <a:off x="7178040" y="4960174"/>
            <a:ext cx="20574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C513DDA-C3B2-4870-AF73-5437463FE27B}"/>
              </a:ext>
            </a:extLst>
          </p:cNvPr>
          <p:cNvSpPr/>
          <p:nvPr/>
        </p:nvSpPr>
        <p:spPr>
          <a:xfrm>
            <a:off x="6949440" y="4960174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43BE6A2-3862-4697-BFB5-84AF244EB3BD}"/>
              </a:ext>
            </a:extLst>
          </p:cNvPr>
          <p:cNvSpPr/>
          <p:nvPr/>
        </p:nvSpPr>
        <p:spPr>
          <a:xfrm>
            <a:off x="9235440" y="4960174"/>
            <a:ext cx="228600" cy="384048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D275AAD-2CA7-4AA0-A541-B99EFBF64CEE}"/>
              </a:ext>
            </a:extLst>
          </p:cNvPr>
          <p:cNvSpPr/>
          <p:nvPr/>
        </p:nvSpPr>
        <p:spPr>
          <a:xfrm>
            <a:off x="6949440" y="5413248"/>
            <a:ext cx="251460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1 0 1 0 1 0 1 ⋯ 0 1 0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EABD316-C328-404B-A9F8-4BC315307D66}"/>
              </a:ext>
            </a:extLst>
          </p:cNvPr>
          <p:cNvSpPr/>
          <p:nvPr/>
        </p:nvSpPr>
        <p:spPr>
          <a:xfrm>
            <a:off x="5394960" y="5943600"/>
            <a:ext cx="1417320" cy="457200"/>
          </a:xfrm>
          <a:prstGeom prst="rect">
            <a:avLst/>
          </a:prstGeom>
          <a:solidFill>
            <a:srgbClr val="DDE2E6"/>
          </a:solidFill>
          <a:ln w="15875"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매체 (Transmission medium)</a:t>
            </a:r>
            <a:endParaRPr lang="en-US" sz="9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F9BE7FE-03F9-472E-A636-0F89CBF8BAF4}"/>
              </a:ext>
            </a:extLst>
          </p:cNvPr>
          <p:cNvSpPr/>
          <p:nvPr/>
        </p:nvSpPr>
        <p:spPr>
          <a:xfrm>
            <a:off x="4937760" y="64190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0 1 1 0 1 0 ⋯ 0 1 1 0 1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63FEDA0-8025-4E26-8E97-40BE239892F1}"/>
              </a:ext>
            </a:extLst>
          </p:cNvPr>
          <p:cNvSpPr/>
          <p:nvPr/>
        </p:nvSpPr>
        <p:spPr>
          <a:xfrm>
            <a:off x="3383280" y="5797296"/>
            <a:ext cx="2011680" cy="310896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  <a:tailEnd type="triangle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410F90E-4737-492E-B363-6D437F66300E}"/>
              </a:ext>
            </a:extLst>
          </p:cNvPr>
          <p:cNvSpPr/>
          <p:nvPr/>
        </p:nvSpPr>
        <p:spPr>
          <a:xfrm flipV="1">
            <a:off x="6812279" y="5824727"/>
            <a:ext cx="1946407" cy="283464"/>
          </a:xfrm>
          <a:prstGeom prst="line">
            <a:avLst/>
          </a:prstGeom>
          <a:noFill/>
          <a:ln w="25400">
            <a:solidFill>
              <a:srgbClr val="001F5F"/>
            </a:solidFill>
            <a:prstDash val="solid"/>
            <a:tailEnd type="triangle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F145C04-0E92-4D46-9DED-09E4A720C4C7}"/>
              </a:ext>
            </a:extLst>
          </p:cNvPr>
          <p:cNvSpPr/>
          <p:nvPr/>
        </p:nvSpPr>
        <p:spPr>
          <a:xfrm>
            <a:off x="1101852" y="2432304"/>
            <a:ext cx="0" cy="3291840"/>
          </a:xfrm>
          <a:prstGeom prst="line">
            <a:avLst/>
          </a:prstGeom>
          <a:noFill/>
          <a:ln w="31750">
            <a:solidFill>
              <a:srgbClr val="001F5F"/>
            </a:solidFill>
            <a:prstDash val="solid"/>
            <a:tailEnd type="triangle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9926724-6BDF-4D31-A40B-E764F2CC8A17}"/>
              </a:ext>
            </a:extLst>
          </p:cNvPr>
          <p:cNvSpPr/>
          <p:nvPr/>
        </p:nvSpPr>
        <p:spPr>
          <a:xfrm rot="16200000">
            <a:off x="-246888" y="378974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</a:t>
            </a: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322797A-D73E-4ED4-B390-ED3663CEAD19}"/>
              </a:ext>
            </a:extLst>
          </p:cNvPr>
          <p:cNvSpPr/>
          <p:nvPr/>
        </p:nvSpPr>
        <p:spPr>
          <a:xfrm rot="5400000">
            <a:off x="10058989" y="368827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역캡슐화</a:t>
            </a:r>
            <a:endParaRPr lang="en-US" sz="1200" dirty="0"/>
          </a:p>
        </p:txBody>
      </p:sp>
      <p:sp>
        <p:nvSpPr>
          <p:cNvPr id="59" name="Shape 51">
            <a:extLst>
              <a:ext uri="{FF2B5EF4-FFF2-40B4-BE49-F238E27FC236}">
                <a16:creationId xmlns:a16="http://schemas.microsoft.com/office/drawing/2014/main" id="{099C8CA6-5AB9-4FBA-A6C9-968D732B5873}"/>
              </a:ext>
            </a:extLst>
          </p:cNvPr>
          <p:cNvSpPr/>
          <p:nvPr/>
        </p:nvSpPr>
        <p:spPr>
          <a:xfrm flipH="1" flipV="1">
            <a:off x="10991204" y="2507226"/>
            <a:ext cx="22882" cy="3116334"/>
          </a:xfrm>
          <a:prstGeom prst="line">
            <a:avLst/>
          </a:prstGeom>
          <a:noFill/>
          <a:ln w="31750">
            <a:solidFill>
              <a:srgbClr val="001F5F"/>
            </a:solidFill>
            <a:prstDash val="solid"/>
            <a:tailEnd type="triangle"/>
          </a:ln>
        </p:spPr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5467FD6C-2204-4661-BBB9-26986E92DD7F}"/>
              </a:ext>
            </a:extLst>
          </p:cNvPr>
          <p:cNvSpPr/>
          <p:nvPr/>
        </p:nvSpPr>
        <p:spPr>
          <a:xfrm>
            <a:off x="4617720" y="2694525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데이터 · 메시지 생성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4EBB7BB6-754C-4CAA-942C-DD9346347E3B}"/>
              </a:ext>
            </a:extLst>
          </p:cNvPr>
          <p:cNvSpPr/>
          <p:nvPr/>
        </p:nvSpPr>
        <p:spPr>
          <a:xfrm>
            <a:off x="4617720" y="3121561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헤더 · 형식 변환 / 암호화 / 압축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Text 49">
            <a:extLst>
              <a:ext uri="{FF2B5EF4-FFF2-40B4-BE49-F238E27FC236}">
                <a16:creationId xmlns:a16="http://schemas.microsoft.com/office/drawing/2014/main" id="{D21236C8-F078-48D3-87DC-D827C512D639}"/>
              </a:ext>
            </a:extLst>
          </p:cNvPr>
          <p:cNvSpPr/>
          <p:nvPr/>
        </p:nvSpPr>
        <p:spPr>
          <a:xfrm>
            <a:off x="4581077" y="35606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헤더 · 대화 제어 · 동기화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Text 50">
            <a:extLst>
              <a:ext uri="{FF2B5EF4-FFF2-40B4-BE49-F238E27FC236}">
                <a16:creationId xmlns:a16="http://schemas.microsoft.com/office/drawing/2014/main" id="{AE44CB49-83ED-4639-AEA9-B2F54555C87D}"/>
              </a:ext>
            </a:extLst>
          </p:cNvPr>
          <p:cNvSpPr/>
          <p:nvPr/>
        </p:nvSpPr>
        <p:spPr>
          <a:xfrm>
            <a:off x="4651599" y="409060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헤더 · 포트 번호 ·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950" b="1" dirty="0">
              <a:solidFill>
                <a:srgbClr val="2525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40F9F41B-03E7-496D-8AC4-1AA4FC89F592}"/>
              </a:ext>
            </a:extLst>
          </p:cNvPr>
          <p:cNvSpPr/>
          <p:nvPr/>
        </p:nvSpPr>
        <p:spPr>
          <a:xfrm>
            <a:off x="4686417" y="4492043"/>
            <a:ext cx="3017520" cy="48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헤더 ·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출발지</a:t>
            </a:r>
            <a:endParaRPr lang="en-US" sz="950" b="1" dirty="0">
              <a:solidFill>
                <a:srgbClr val="2525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목적지 IP ·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</a:t>
            </a:r>
            <a:endParaRPr lang="en-US" sz="950" b="1" dirty="0">
              <a:solidFill>
                <a:srgbClr val="2525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패킷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Text 52">
            <a:extLst>
              <a:ext uri="{FF2B5EF4-FFF2-40B4-BE49-F238E27FC236}">
                <a16:creationId xmlns:a16="http://schemas.microsoft.com/office/drawing/2014/main" id="{AED58BE8-6416-4254-9176-A41BD8F5CF27}"/>
              </a:ext>
            </a:extLst>
          </p:cNvPr>
          <p:cNvSpPr/>
          <p:nvPr/>
        </p:nvSpPr>
        <p:spPr>
          <a:xfrm>
            <a:off x="4572117" y="501414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 헤더 + </a:t>
            </a:r>
            <a:r>
              <a:rPr lang="en-US" sz="950" b="1" dirty="0" err="1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트레일러</a:t>
            </a:r>
            <a:endParaRPr lang="en-US" sz="950" b="1" dirty="0">
              <a:solidFill>
                <a:srgbClr val="2525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(FCS · 오류 검출) → 프레임</a:t>
            </a:r>
            <a:endParaRPr lang="en-US" sz="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Text 53">
            <a:extLst>
              <a:ext uri="{FF2B5EF4-FFF2-40B4-BE49-F238E27FC236}">
                <a16:creationId xmlns:a16="http://schemas.microsoft.com/office/drawing/2014/main" id="{3CB12030-A213-468A-A3DE-5C7BD3A6374C}"/>
              </a:ext>
            </a:extLst>
          </p:cNvPr>
          <p:cNvSpPr/>
          <p:nvPr/>
        </p:nvSpPr>
        <p:spPr>
          <a:xfrm>
            <a:off x="4594860" y="5439787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/ 1 비트 </a:t>
            </a:r>
            <a:r>
              <a:rPr lang="en-US" sz="950" b="1" dirty="0" err="1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신호로</a:t>
            </a:r>
            <a:r>
              <a:rPr lang="en-US" sz="950" b="1" dirty="0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b="1" dirty="0" err="1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endParaRPr lang="en-US" sz="950" b="1" dirty="0">
              <a:solidFill>
                <a:srgbClr val="25252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2525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전송 매체로 전달</a:t>
            </a:r>
            <a:endParaRPr lang="en-US" sz="95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0B30F67-D7F4-4442-93AD-5B19EEA655DB}"/>
              </a:ext>
            </a:extLst>
          </p:cNvPr>
          <p:cNvSpPr/>
          <p:nvPr/>
        </p:nvSpPr>
        <p:spPr>
          <a:xfrm>
            <a:off x="7479650" y="6214124"/>
            <a:ext cx="44140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트레일러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: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데이터링크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계층이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'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뒤'에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붙이는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오류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검출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정보</a:t>
            </a:r>
            <a:r>
              <a:rPr lang="en-US" altLang="ko-KR" sz="1050" b="1" dirty="0">
                <a:solidFill>
                  <a:srgbClr val="7C88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맑은 고딕" pitchFamily="34" charset="-120"/>
              </a:rPr>
              <a:t>(FCS / CRC) </a:t>
            </a:r>
            <a:endParaRPr lang="ko-KR" alt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42581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8328" y="22569"/>
            <a:ext cx="988062" cy="338489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2116" spc="100" dirty="0">
                <a:latin typeface="Malgun Gothic"/>
                <a:cs typeface="Malgun Gothic"/>
              </a:rPr>
              <a:t>EE0127</a:t>
            </a:r>
            <a:endParaRPr sz="2116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693" y="123054"/>
            <a:ext cx="1557659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242" dirty="0">
                <a:latin typeface="Batang"/>
                <a:cs typeface="Batang"/>
              </a:rPr>
              <a:t>OSI</a:t>
            </a:r>
            <a:r>
              <a:rPr sz="3597" spc="-688" dirty="0">
                <a:latin typeface="Batang"/>
                <a:cs typeface="Batang"/>
              </a:rPr>
              <a:t> </a:t>
            </a:r>
            <a:r>
              <a:rPr sz="3597" spc="-582" dirty="0">
                <a:latin typeface="Batang"/>
                <a:cs typeface="Batang"/>
              </a:rPr>
              <a:t>모델</a:t>
            </a:r>
            <a:endParaRPr sz="3597">
              <a:latin typeface="Batang"/>
              <a:cs typeface="Batang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404988" y="161361"/>
            <a:ext cx="385332" cy="713629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pc="-53" dirty="0"/>
              <a:t>2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41303" y="1084920"/>
            <a:ext cx="11026536" cy="5514611"/>
            <a:chOff x="602741" y="1025651"/>
            <a:chExt cx="10424160" cy="5213350"/>
          </a:xfrm>
        </p:grpSpPr>
        <p:sp>
          <p:nvSpPr>
            <p:cNvPr id="6" name="object 6"/>
            <p:cNvSpPr/>
            <p:nvPr/>
          </p:nvSpPr>
          <p:spPr>
            <a:xfrm>
              <a:off x="612266" y="1035176"/>
              <a:ext cx="10405110" cy="5194300"/>
            </a:xfrm>
            <a:custGeom>
              <a:avLst/>
              <a:gdLst/>
              <a:ahLst/>
              <a:cxnLst/>
              <a:rect l="l" t="t" r="r" b="b"/>
              <a:pathLst>
                <a:path w="10405110" h="5194300">
                  <a:moveTo>
                    <a:pt x="10227310" y="0"/>
                  </a:moveTo>
                  <a:lnTo>
                    <a:pt x="177850" y="0"/>
                  </a:lnTo>
                  <a:lnTo>
                    <a:pt x="130571" y="6352"/>
                  </a:lnTo>
                  <a:lnTo>
                    <a:pt x="88087" y="24280"/>
                  </a:lnTo>
                  <a:lnTo>
                    <a:pt x="52092" y="52085"/>
                  </a:lnTo>
                  <a:lnTo>
                    <a:pt x="24282" y="88072"/>
                  </a:lnTo>
                  <a:lnTo>
                    <a:pt x="6353" y="130542"/>
                  </a:lnTo>
                  <a:lnTo>
                    <a:pt x="0" y="177800"/>
                  </a:lnTo>
                  <a:lnTo>
                    <a:pt x="0" y="5016080"/>
                  </a:lnTo>
                  <a:lnTo>
                    <a:pt x="6353" y="5063359"/>
                  </a:lnTo>
                  <a:lnTo>
                    <a:pt x="24282" y="5105844"/>
                  </a:lnTo>
                  <a:lnTo>
                    <a:pt x="52092" y="5141839"/>
                  </a:lnTo>
                  <a:lnTo>
                    <a:pt x="88087" y="5169649"/>
                  </a:lnTo>
                  <a:lnTo>
                    <a:pt x="130571" y="5187578"/>
                  </a:lnTo>
                  <a:lnTo>
                    <a:pt x="177850" y="5193931"/>
                  </a:lnTo>
                  <a:lnTo>
                    <a:pt x="10227310" y="5193931"/>
                  </a:lnTo>
                  <a:lnTo>
                    <a:pt x="10274567" y="5187578"/>
                  </a:lnTo>
                  <a:lnTo>
                    <a:pt x="10317037" y="5169649"/>
                  </a:lnTo>
                  <a:lnTo>
                    <a:pt x="10353024" y="5141839"/>
                  </a:lnTo>
                  <a:lnTo>
                    <a:pt x="10380829" y="5105844"/>
                  </a:lnTo>
                  <a:lnTo>
                    <a:pt x="10398757" y="5063359"/>
                  </a:lnTo>
                  <a:lnTo>
                    <a:pt x="10405110" y="5016080"/>
                  </a:lnTo>
                  <a:lnTo>
                    <a:pt x="10405110" y="177800"/>
                  </a:lnTo>
                  <a:lnTo>
                    <a:pt x="10398757" y="130542"/>
                  </a:lnTo>
                  <a:lnTo>
                    <a:pt x="10380829" y="88072"/>
                  </a:lnTo>
                  <a:lnTo>
                    <a:pt x="10353024" y="52085"/>
                  </a:lnTo>
                  <a:lnTo>
                    <a:pt x="10317037" y="24280"/>
                  </a:lnTo>
                  <a:lnTo>
                    <a:pt x="10274567" y="6352"/>
                  </a:lnTo>
                  <a:lnTo>
                    <a:pt x="10227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602741" y="1025651"/>
              <a:ext cx="10424160" cy="5213350"/>
            </a:xfrm>
            <a:custGeom>
              <a:avLst/>
              <a:gdLst/>
              <a:ahLst/>
              <a:cxnLst/>
              <a:rect l="l" t="t" r="r" b="b"/>
              <a:pathLst>
                <a:path w="10424160" h="5213350">
                  <a:moveTo>
                    <a:pt x="14782" y="4997081"/>
                  </a:moveTo>
                  <a:lnTo>
                    <a:pt x="4267" y="4997081"/>
                  </a:lnTo>
                  <a:lnTo>
                    <a:pt x="0" y="5001348"/>
                  </a:lnTo>
                  <a:lnTo>
                    <a:pt x="0" y="5011889"/>
                  </a:lnTo>
                  <a:lnTo>
                    <a:pt x="4267" y="5016144"/>
                  </a:lnTo>
                  <a:lnTo>
                    <a:pt x="14782" y="5016144"/>
                  </a:lnTo>
                  <a:lnTo>
                    <a:pt x="19050" y="5011889"/>
                  </a:lnTo>
                  <a:lnTo>
                    <a:pt x="19050" y="5001348"/>
                  </a:lnTo>
                  <a:lnTo>
                    <a:pt x="14782" y="4997081"/>
                  </a:lnTo>
                  <a:close/>
                </a:path>
                <a:path w="10424160" h="5213350">
                  <a:moveTo>
                    <a:pt x="14782" y="4958956"/>
                  </a:moveTo>
                  <a:lnTo>
                    <a:pt x="4267" y="4958956"/>
                  </a:lnTo>
                  <a:lnTo>
                    <a:pt x="0" y="4963223"/>
                  </a:lnTo>
                  <a:lnTo>
                    <a:pt x="0" y="4973764"/>
                  </a:lnTo>
                  <a:lnTo>
                    <a:pt x="4267" y="4978031"/>
                  </a:lnTo>
                  <a:lnTo>
                    <a:pt x="14782" y="4978031"/>
                  </a:lnTo>
                  <a:lnTo>
                    <a:pt x="19050" y="4973764"/>
                  </a:lnTo>
                  <a:lnTo>
                    <a:pt x="19050" y="4963223"/>
                  </a:lnTo>
                  <a:lnTo>
                    <a:pt x="14782" y="4958956"/>
                  </a:lnTo>
                  <a:close/>
                </a:path>
                <a:path w="10424160" h="5213350">
                  <a:moveTo>
                    <a:pt x="14782" y="4920843"/>
                  </a:moveTo>
                  <a:lnTo>
                    <a:pt x="4267" y="4920843"/>
                  </a:lnTo>
                  <a:lnTo>
                    <a:pt x="0" y="4925098"/>
                  </a:lnTo>
                  <a:lnTo>
                    <a:pt x="0" y="4935639"/>
                  </a:lnTo>
                  <a:lnTo>
                    <a:pt x="4267" y="4939906"/>
                  </a:lnTo>
                  <a:lnTo>
                    <a:pt x="14782" y="4939906"/>
                  </a:lnTo>
                  <a:lnTo>
                    <a:pt x="19050" y="4935639"/>
                  </a:lnTo>
                  <a:lnTo>
                    <a:pt x="19050" y="4925098"/>
                  </a:lnTo>
                  <a:lnTo>
                    <a:pt x="14782" y="4920843"/>
                  </a:lnTo>
                  <a:close/>
                </a:path>
                <a:path w="10424160" h="5213350">
                  <a:moveTo>
                    <a:pt x="14782" y="4882718"/>
                  </a:moveTo>
                  <a:lnTo>
                    <a:pt x="4267" y="4882718"/>
                  </a:lnTo>
                  <a:lnTo>
                    <a:pt x="0" y="4886985"/>
                  </a:lnTo>
                  <a:lnTo>
                    <a:pt x="0" y="4897526"/>
                  </a:lnTo>
                  <a:lnTo>
                    <a:pt x="4267" y="4901793"/>
                  </a:lnTo>
                  <a:lnTo>
                    <a:pt x="14782" y="4901793"/>
                  </a:lnTo>
                  <a:lnTo>
                    <a:pt x="19050" y="4897526"/>
                  </a:lnTo>
                  <a:lnTo>
                    <a:pt x="19050" y="4886985"/>
                  </a:lnTo>
                  <a:lnTo>
                    <a:pt x="14782" y="4882718"/>
                  </a:lnTo>
                  <a:close/>
                </a:path>
                <a:path w="10424160" h="5213350">
                  <a:moveTo>
                    <a:pt x="14782" y="4844605"/>
                  </a:moveTo>
                  <a:lnTo>
                    <a:pt x="4267" y="4844605"/>
                  </a:lnTo>
                  <a:lnTo>
                    <a:pt x="0" y="4848860"/>
                  </a:lnTo>
                  <a:lnTo>
                    <a:pt x="0" y="4859401"/>
                  </a:lnTo>
                  <a:lnTo>
                    <a:pt x="4267" y="4863668"/>
                  </a:lnTo>
                  <a:lnTo>
                    <a:pt x="14782" y="4863668"/>
                  </a:lnTo>
                  <a:lnTo>
                    <a:pt x="19050" y="4859401"/>
                  </a:lnTo>
                  <a:lnTo>
                    <a:pt x="19050" y="4848860"/>
                  </a:lnTo>
                  <a:lnTo>
                    <a:pt x="14782" y="4844605"/>
                  </a:lnTo>
                  <a:close/>
                </a:path>
                <a:path w="10424160" h="5213350">
                  <a:moveTo>
                    <a:pt x="14782" y="4806480"/>
                  </a:moveTo>
                  <a:lnTo>
                    <a:pt x="4267" y="4806480"/>
                  </a:lnTo>
                  <a:lnTo>
                    <a:pt x="0" y="4810747"/>
                  </a:lnTo>
                  <a:lnTo>
                    <a:pt x="0" y="4821288"/>
                  </a:lnTo>
                  <a:lnTo>
                    <a:pt x="4267" y="4825555"/>
                  </a:lnTo>
                  <a:lnTo>
                    <a:pt x="14782" y="4825555"/>
                  </a:lnTo>
                  <a:lnTo>
                    <a:pt x="19050" y="4821288"/>
                  </a:lnTo>
                  <a:lnTo>
                    <a:pt x="19050" y="4810747"/>
                  </a:lnTo>
                  <a:lnTo>
                    <a:pt x="14782" y="4806480"/>
                  </a:lnTo>
                  <a:close/>
                </a:path>
                <a:path w="10424160" h="5213350">
                  <a:moveTo>
                    <a:pt x="14782" y="4768367"/>
                  </a:moveTo>
                  <a:lnTo>
                    <a:pt x="4267" y="4768367"/>
                  </a:lnTo>
                  <a:lnTo>
                    <a:pt x="0" y="4772621"/>
                  </a:lnTo>
                  <a:lnTo>
                    <a:pt x="0" y="4783162"/>
                  </a:lnTo>
                  <a:lnTo>
                    <a:pt x="4267" y="4787430"/>
                  </a:lnTo>
                  <a:lnTo>
                    <a:pt x="14782" y="4787430"/>
                  </a:lnTo>
                  <a:lnTo>
                    <a:pt x="19050" y="4783162"/>
                  </a:lnTo>
                  <a:lnTo>
                    <a:pt x="19050" y="4772621"/>
                  </a:lnTo>
                  <a:lnTo>
                    <a:pt x="14782" y="4768367"/>
                  </a:lnTo>
                  <a:close/>
                </a:path>
                <a:path w="10424160" h="5213350">
                  <a:moveTo>
                    <a:pt x="14782" y="4730242"/>
                  </a:moveTo>
                  <a:lnTo>
                    <a:pt x="4267" y="4730242"/>
                  </a:lnTo>
                  <a:lnTo>
                    <a:pt x="0" y="4734509"/>
                  </a:lnTo>
                  <a:lnTo>
                    <a:pt x="0" y="4745050"/>
                  </a:lnTo>
                  <a:lnTo>
                    <a:pt x="4267" y="4749317"/>
                  </a:lnTo>
                  <a:lnTo>
                    <a:pt x="14782" y="4749317"/>
                  </a:lnTo>
                  <a:lnTo>
                    <a:pt x="19050" y="4745050"/>
                  </a:lnTo>
                  <a:lnTo>
                    <a:pt x="19050" y="4734509"/>
                  </a:lnTo>
                  <a:lnTo>
                    <a:pt x="14782" y="4730242"/>
                  </a:lnTo>
                  <a:close/>
                </a:path>
                <a:path w="10424160" h="5213350">
                  <a:moveTo>
                    <a:pt x="14782" y="4692116"/>
                  </a:moveTo>
                  <a:lnTo>
                    <a:pt x="4267" y="4692116"/>
                  </a:lnTo>
                  <a:lnTo>
                    <a:pt x="0" y="4696383"/>
                  </a:lnTo>
                  <a:lnTo>
                    <a:pt x="0" y="4706924"/>
                  </a:lnTo>
                  <a:lnTo>
                    <a:pt x="4267" y="4711192"/>
                  </a:lnTo>
                  <a:lnTo>
                    <a:pt x="14782" y="4711192"/>
                  </a:lnTo>
                  <a:lnTo>
                    <a:pt x="19050" y="4706924"/>
                  </a:lnTo>
                  <a:lnTo>
                    <a:pt x="19050" y="4696383"/>
                  </a:lnTo>
                  <a:lnTo>
                    <a:pt x="14782" y="4692116"/>
                  </a:lnTo>
                  <a:close/>
                </a:path>
                <a:path w="10424160" h="5213350">
                  <a:moveTo>
                    <a:pt x="14782" y="4654003"/>
                  </a:moveTo>
                  <a:lnTo>
                    <a:pt x="4267" y="4654003"/>
                  </a:lnTo>
                  <a:lnTo>
                    <a:pt x="0" y="4658271"/>
                  </a:lnTo>
                  <a:lnTo>
                    <a:pt x="0" y="4668812"/>
                  </a:lnTo>
                  <a:lnTo>
                    <a:pt x="4267" y="4673066"/>
                  </a:lnTo>
                  <a:lnTo>
                    <a:pt x="14782" y="4673066"/>
                  </a:lnTo>
                  <a:lnTo>
                    <a:pt x="19050" y="4668812"/>
                  </a:lnTo>
                  <a:lnTo>
                    <a:pt x="19050" y="4658271"/>
                  </a:lnTo>
                  <a:lnTo>
                    <a:pt x="14782" y="4654003"/>
                  </a:lnTo>
                  <a:close/>
                </a:path>
                <a:path w="10424160" h="5213350">
                  <a:moveTo>
                    <a:pt x="14782" y="4615878"/>
                  </a:moveTo>
                  <a:lnTo>
                    <a:pt x="4267" y="4615878"/>
                  </a:lnTo>
                  <a:lnTo>
                    <a:pt x="0" y="4620145"/>
                  </a:lnTo>
                  <a:lnTo>
                    <a:pt x="0" y="4630686"/>
                  </a:lnTo>
                  <a:lnTo>
                    <a:pt x="4267" y="4634953"/>
                  </a:lnTo>
                  <a:lnTo>
                    <a:pt x="14782" y="4634953"/>
                  </a:lnTo>
                  <a:lnTo>
                    <a:pt x="19050" y="4630686"/>
                  </a:lnTo>
                  <a:lnTo>
                    <a:pt x="19050" y="4620145"/>
                  </a:lnTo>
                  <a:lnTo>
                    <a:pt x="14782" y="4615878"/>
                  </a:lnTo>
                  <a:close/>
                </a:path>
                <a:path w="10424160" h="5213350">
                  <a:moveTo>
                    <a:pt x="14782" y="4577765"/>
                  </a:moveTo>
                  <a:lnTo>
                    <a:pt x="4267" y="4577765"/>
                  </a:lnTo>
                  <a:lnTo>
                    <a:pt x="0" y="4582033"/>
                  </a:lnTo>
                  <a:lnTo>
                    <a:pt x="0" y="4592574"/>
                  </a:lnTo>
                  <a:lnTo>
                    <a:pt x="4267" y="4596828"/>
                  </a:lnTo>
                  <a:lnTo>
                    <a:pt x="14782" y="4596828"/>
                  </a:lnTo>
                  <a:lnTo>
                    <a:pt x="19050" y="4592574"/>
                  </a:lnTo>
                  <a:lnTo>
                    <a:pt x="19050" y="4582033"/>
                  </a:lnTo>
                  <a:lnTo>
                    <a:pt x="14782" y="4577765"/>
                  </a:lnTo>
                  <a:close/>
                </a:path>
                <a:path w="10424160" h="5213350">
                  <a:moveTo>
                    <a:pt x="14782" y="4539640"/>
                  </a:moveTo>
                  <a:lnTo>
                    <a:pt x="4267" y="4539640"/>
                  </a:lnTo>
                  <a:lnTo>
                    <a:pt x="0" y="4543907"/>
                  </a:lnTo>
                  <a:lnTo>
                    <a:pt x="0" y="4554448"/>
                  </a:lnTo>
                  <a:lnTo>
                    <a:pt x="4267" y="4558715"/>
                  </a:lnTo>
                  <a:lnTo>
                    <a:pt x="14782" y="4558715"/>
                  </a:lnTo>
                  <a:lnTo>
                    <a:pt x="19050" y="4554448"/>
                  </a:lnTo>
                  <a:lnTo>
                    <a:pt x="19050" y="4543907"/>
                  </a:lnTo>
                  <a:lnTo>
                    <a:pt x="14782" y="4539640"/>
                  </a:lnTo>
                  <a:close/>
                </a:path>
                <a:path w="10424160" h="5213350">
                  <a:moveTo>
                    <a:pt x="14782" y="4501527"/>
                  </a:moveTo>
                  <a:lnTo>
                    <a:pt x="4267" y="4501527"/>
                  </a:lnTo>
                  <a:lnTo>
                    <a:pt x="0" y="4505794"/>
                  </a:lnTo>
                  <a:lnTo>
                    <a:pt x="0" y="4516335"/>
                  </a:lnTo>
                  <a:lnTo>
                    <a:pt x="4267" y="4520590"/>
                  </a:lnTo>
                  <a:lnTo>
                    <a:pt x="14782" y="4520590"/>
                  </a:lnTo>
                  <a:lnTo>
                    <a:pt x="19050" y="4516335"/>
                  </a:lnTo>
                  <a:lnTo>
                    <a:pt x="19050" y="4505794"/>
                  </a:lnTo>
                  <a:lnTo>
                    <a:pt x="14782" y="4501527"/>
                  </a:lnTo>
                  <a:close/>
                </a:path>
                <a:path w="10424160" h="5213350">
                  <a:moveTo>
                    <a:pt x="14782" y="4463402"/>
                  </a:moveTo>
                  <a:lnTo>
                    <a:pt x="4267" y="4463402"/>
                  </a:lnTo>
                  <a:lnTo>
                    <a:pt x="0" y="4467669"/>
                  </a:lnTo>
                  <a:lnTo>
                    <a:pt x="0" y="4478210"/>
                  </a:lnTo>
                  <a:lnTo>
                    <a:pt x="4267" y="4482477"/>
                  </a:lnTo>
                  <a:lnTo>
                    <a:pt x="14782" y="4482477"/>
                  </a:lnTo>
                  <a:lnTo>
                    <a:pt x="19050" y="4478210"/>
                  </a:lnTo>
                  <a:lnTo>
                    <a:pt x="19050" y="4467669"/>
                  </a:lnTo>
                  <a:lnTo>
                    <a:pt x="14782" y="4463402"/>
                  </a:lnTo>
                  <a:close/>
                </a:path>
                <a:path w="10424160" h="5213350">
                  <a:moveTo>
                    <a:pt x="14782" y="4425289"/>
                  </a:moveTo>
                  <a:lnTo>
                    <a:pt x="4267" y="4425289"/>
                  </a:lnTo>
                  <a:lnTo>
                    <a:pt x="0" y="4429556"/>
                  </a:lnTo>
                  <a:lnTo>
                    <a:pt x="0" y="4440085"/>
                  </a:lnTo>
                  <a:lnTo>
                    <a:pt x="4267" y="4444352"/>
                  </a:lnTo>
                  <a:lnTo>
                    <a:pt x="14782" y="4444352"/>
                  </a:lnTo>
                  <a:lnTo>
                    <a:pt x="19050" y="4440085"/>
                  </a:lnTo>
                  <a:lnTo>
                    <a:pt x="19050" y="4429556"/>
                  </a:lnTo>
                  <a:lnTo>
                    <a:pt x="14782" y="4425289"/>
                  </a:lnTo>
                  <a:close/>
                </a:path>
                <a:path w="10424160" h="5213350">
                  <a:moveTo>
                    <a:pt x="14782" y="4387164"/>
                  </a:moveTo>
                  <a:lnTo>
                    <a:pt x="4267" y="4387164"/>
                  </a:lnTo>
                  <a:lnTo>
                    <a:pt x="0" y="4391431"/>
                  </a:lnTo>
                  <a:lnTo>
                    <a:pt x="0" y="4401972"/>
                  </a:lnTo>
                  <a:lnTo>
                    <a:pt x="4267" y="4406239"/>
                  </a:lnTo>
                  <a:lnTo>
                    <a:pt x="14782" y="4406239"/>
                  </a:lnTo>
                  <a:lnTo>
                    <a:pt x="19050" y="4401972"/>
                  </a:lnTo>
                  <a:lnTo>
                    <a:pt x="19050" y="4391431"/>
                  </a:lnTo>
                  <a:lnTo>
                    <a:pt x="14782" y="4387164"/>
                  </a:lnTo>
                  <a:close/>
                </a:path>
                <a:path w="10424160" h="5213350">
                  <a:moveTo>
                    <a:pt x="14782" y="4349051"/>
                  </a:moveTo>
                  <a:lnTo>
                    <a:pt x="4267" y="4349051"/>
                  </a:lnTo>
                  <a:lnTo>
                    <a:pt x="0" y="4353306"/>
                  </a:lnTo>
                  <a:lnTo>
                    <a:pt x="0" y="4363847"/>
                  </a:lnTo>
                  <a:lnTo>
                    <a:pt x="4267" y="4368114"/>
                  </a:lnTo>
                  <a:lnTo>
                    <a:pt x="14782" y="4368114"/>
                  </a:lnTo>
                  <a:lnTo>
                    <a:pt x="19050" y="4363847"/>
                  </a:lnTo>
                  <a:lnTo>
                    <a:pt x="19050" y="4353306"/>
                  </a:lnTo>
                  <a:lnTo>
                    <a:pt x="14782" y="4349051"/>
                  </a:lnTo>
                  <a:close/>
                </a:path>
                <a:path w="10424160" h="5213350">
                  <a:moveTo>
                    <a:pt x="14782" y="4310926"/>
                  </a:moveTo>
                  <a:lnTo>
                    <a:pt x="4267" y="4310926"/>
                  </a:lnTo>
                  <a:lnTo>
                    <a:pt x="0" y="4315193"/>
                  </a:lnTo>
                  <a:lnTo>
                    <a:pt x="0" y="4325734"/>
                  </a:lnTo>
                  <a:lnTo>
                    <a:pt x="4267" y="4330001"/>
                  </a:lnTo>
                  <a:lnTo>
                    <a:pt x="14782" y="4330001"/>
                  </a:lnTo>
                  <a:lnTo>
                    <a:pt x="19050" y="4325734"/>
                  </a:lnTo>
                  <a:lnTo>
                    <a:pt x="19050" y="4315193"/>
                  </a:lnTo>
                  <a:lnTo>
                    <a:pt x="14782" y="4310926"/>
                  </a:lnTo>
                  <a:close/>
                </a:path>
                <a:path w="10424160" h="5213350">
                  <a:moveTo>
                    <a:pt x="14782" y="4272813"/>
                  </a:moveTo>
                  <a:lnTo>
                    <a:pt x="4267" y="4272813"/>
                  </a:lnTo>
                  <a:lnTo>
                    <a:pt x="0" y="4277067"/>
                  </a:lnTo>
                  <a:lnTo>
                    <a:pt x="0" y="4287608"/>
                  </a:lnTo>
                  <a:lnTo>
                    <a:pt x="4267" y="4291876"/>
                  </a:lnTo>
                  <a:lnTo>
                    <a:pt x="14782" y="4291876"/>
                  </a:lnTo>
                  <a:lnTo>
                    <a:pt x="19050" y="4287608"/>
                  </a:lnTo>
                  <a:lnTo>
                    <a:pt x="19050" y="4277067"/>
                  </a:lnTo>
                  <a:lnTo>
                    <a:pt x="14782" y="4272813"/>
                  </a:lnTo>
                  <a:close/>
                </a:path>
                <a:path w="10424160" h="5213350">
                  <a:moveTo>
                    <a:pt x="14782" y="4234688"/>
                  </a:moveTo>
                  <a:lnTo>
                    <a:pt x="4267" y="4234688"/>
                  </a:lnTo>
                  <a:lnTo>
                    <a:pt x="0" y="4238955"/>
                  </a:lnTo>
                  <a:lnTo>
                    <a:pt x="0" y="4249496"/>
                  </a:lnTo>
                  <a:lnTo>
                    <a:pt x="4267" y="4253763"/>
                  </a:lnTo>
                  <a:lnTo>
                    <a:pt x="14782" y="4253763"/>
                  </a:lnTo>
                  <a:lnTo>
                    <a:pt x="19050" y="4249496"/>
                  </a:lnTo>
                  <a:lnTo>
                    <a:pt x="19050" y="4238955"/>
                  </a:lnTo>
                  <a:lnTo>
                    <a:pt x="14782" y="4234688"/>
                  </a:lnTo>
                  <a:close/>
                </a:path>
                <a:path w="10424160" h="5213350">
                  <a:moveTo>
                    <a:pt x="14782" y="4196575"/>
                  </a:moveTo>
                  <a:lnTo>
                    <a:pt x="4267" y="4196575"/>
                  </a:lnTo>
                  <a:lnTo>
                    <a:pt x="0" y="4200829"/>
                  </a:lnTo>
                  <a:lnTo>
                    <a:pt x="0" y="4211370"/>
                  </a:lnTo>
                  <a:lnTo>
                    <a:pt x="4267" y="4215638"/>
                  </a:lnTo>
                  <a:lnTo>
                    <a:pt x="14782" y="4215638"/>
                  </a:lnTo>
                  <a:lnTo>
                    <a:pt x="19050" y="4211370"/>
                  </a:lnTo>
                  <a:lnTo>
                    <a:pt x="19050" y="4200829"/>
                  </a:lnTo>
                  <a:lnTo>
                    <a:pt x="14782" y="4196575"/>
                  </a:lnTo>
                  <a:close/>
                </a:path>
                <a:path w="10424160" h="5213350">
                  <a:moveTo>
                    <a:pt x="14782" y="4158488"/>
                  </a:moveTo>
                  <a:lnTo>
                    <a:pt x="4267" y="4158488"/>
                  </a:lnTo>
                  <a:lnTo>
                    <a:pt x="0" y="4162679"/>
                  </a:lnTo>
                  <a:lnTo>
                    <a:pt x="0" y="4173220"/>
                  </a:lnTo>
                  <a:lnTo>
                    <a:pt x="4267" y="4177538"/>
                  </a:lnTo>
                  <a:lnTo>
                    <a:pt x="14782" y="4177538"/>
                  </a:lnTo>
                  <a:lnTo>
                    <a:pt x="19050" y="4173220"/>
                  </a:lnTo>
                  <a:lnTo>
                    <a:pt x="19050" y="4162679"/>
                  </a:lnTo>
                  <a:lnTo>
                    <a:pt x="14782" y="4158488"/>
                  </a:lnTo>
                  <a:close/>
                </a:path>
                <a:path w="10424160" h="5213350">
                  <a:moveTo>
                    <a:pt x="14782" y="4120388"/>
                  </a:moveTo>
                  <a:lnTo>
                    <a:pt x="4267" y="4120388"/>
                  </a:lnTo>
                  <a:lnTo>
                    <a:pt x="0" y="4124579"/>
                  </a:lnTo>
                  <a:lnTo>
                    <a:pt x="0" y="4135120"/>
                  </a:lnTo>
                  <a:lnTo>
                    <a:pt x="4267" y="4139438"/>
                  </a:lnTo>
                  <a:lnTo>
                    <a:pt x="14782" y="4139438"/>
                  </a:lnTo>
                  <a:lnTo>
                    <a:pt x="19050" y="4135120"/>
                  </a:lnTo>
                  <a:lnTo>
                    <a:pt x="19050" y="4124579"/>
                  </a:lnTo>
                  <a:lnTo>
                    <a:pt x="14782" y="4120388"/>
                  </a:lnTo>
                  <a:close/>
                </a:path>
                <a:path w="10424160" h="5213350">
                  <a:moveTo>
                    <a:pt x="14782" y="4082161"/>
                  </a:moveTo>
                  <a:lnTo>
                    <a:pt x="4267" y="4082161"/>
                  </a:lnTo>
                  <a:lnTo>
                    <a:pt x="0" y="4086479"/>
                  </a:lnTo>
                  <a:lnTo>
                    <a:pt x="0" y="4097020"/>
                  </a:lnTo>
                  <a:lnTo>
                    <a:pt x="4267" y="4101338"/>
                  </a:lnTo>
                  <a:lnTo>
                    <a:pt x="14782" y="4101338"/>
                  </a:lnTo>
                  <a:lnTo>
                    <a:pt x="19050" y="4097020"/>
                  </a:lnTo>
                  <a:lnTo>
                    <a:pt x="19050" y="4086479"/>
                  </a:lnTo>
                  <a:lnTo>
                    <a:pt x="14782" y="4082161"/>
                  </a:lnTo>
                  <a:close/>
                </a:path>
                <a:path w="10424160" h="5213350">
                  <a:moveTo>
                    <a:pt x="14782" y="4044061"/>
                  </a:moveTo>
                  <a:lnTo>
                    <a:pt x="4267" y="4044061"/>
                  </a:lnTo>
                  <a:lnTo>
                    <a:pt x="0" y="4048379"/>
                  </a:lnTo>
                  <a:lnTo>
                    <a:pt x="0" y="4058920"/>
                  </a:lnTo>
                  <a:lnTo>
                    <a:pt x="4267" y="4063111"/>
                  </a:lnTo>
                  <a:lnTo>
                    <a:pt x="14782" y="4063111"/>
                  </a:lnTo>
                  <a:lnTo>
                    <a:pt x="19050" y="4058920"/>
                  </a:lnTo>
                  <a:lnTo>
                    <a:pt x="19050" y="4048379"/>
                  </a:lnTo>
                  <a:lnTo>
                    <a:pt x="14782" y="4044061"/>
                  </a:lnTo>
                  <a:close/>
                </a:path>
                <a:path w="10424160" h="5213350">
                  <a:moveTo>
                    <a:pt x="14782" y="4005961"/>
                  </a:moveTo>
                  <a:lnTo>
                    <a:pt x="4267" y="4005961"/>
                  </a:lnTo>
                  <a:lnTo>
                    <a:pt x="0" y="4010279"/>
                  </a:lnTo>
                  <a:lnTo>
                    <a:pt x="0" y="4020820"/>
                  </a:lnTo>
                  <a:lnTo>
                    <a:pt x="4267" y="4025011"/>
                  </a:lnTo>
                  <a:lnTo>
                    <a:pt x="14782" y="4025011"/>
                  </a:lnTo>
                  <a:lnTo>
                    <a:pt x="19050" y="4020820"/>
                  </a:lnTo>
                  <a:lnTo>
                    <a:pt x="19050" y="4010279"/>
                  </a:lnTo>
                  <a:lnTo>
                    <a:pt x="14782" y="4005961"/>
                  </a:lnTo>
                  <a:close/>
                </a:path>
                <a:path w="10424160" h="5213350">
                  <a:moveTo>
                    <a:pt x="14782" y="3967861"/>
                  </a:moveTo>
                  <a:lnTo>
                    <a:pt x="4267" y="3967861"/>
                  </a:lnTo>
                  <a:lnTo>
                    <a:pt x="0" y="3972179"/>
                  </a:lnTo>
                  <a:lnTo>
                    <a:pt x="0" y="3982720"/>
                  </a:lnTo>
                  <a:lnTo>
                    <a:pt x="4267" y="3986911"/>
                  </a:lnTo>
                  <a:lnTo>
                    <a:pt x="14782" y="3986911"/>
                  </a:lnTo>
                  <a:lnTo>
                    <a:pt x="19050" y="3982720"/>
                  </a:lnTo>
                  <a:lnTo>
                    <a:pt x="19050" y="3972179"/>
                  </a:lnTo>
                  <a:lnTo>
                    <a:pt x="14782" y="3967861"/>
                  </a:lnTo>
                  <a:close/>
                </a:path>
                <a:path w="10424160" h="5213350">
                  <a:moveTo>
                    <a:pt x="14782" y="3929761"/>
                  </a:moveTo>
                  <a:lnTo>
                    <a:pt x="4267" y="3929761"/>
                  </a:lnTo>
                  <a:lnTo>
                    <a:pt x="0" y="3933952"/>
                  </a:lnTo>
                  <a:lnTo>
                    <a:pt x="0" y="3944493"/>
                  </a:lnTo>
                  <a:lnTo>
                    <a:pt x="4267" y="3948811"/>
                  </a:lnTo>
                  <a:lnTo>
                    <a:pt x="14782" y="3948811"/>
                  </a:lnTo>
                  <a:lnTo>
                    <a:pt x="19050" y="3944493"/>
                  </a:lnTo>
                  <a:lnTo>
                    <a:pt x="19050" y="3933952"/>
                  </a:lnTo>
                  <a:lnTo>
                    <a:pt x="14782" y="3929761"/>
                  </a:lnTo>
                  <a:close/>
                </a:path>
                <a:path w="10424160" h="5213350">
                  <a:moveTo>
                    <a:pt x="14782" y="3891661"/>
                  </a:moveTo>
                  <a:lnTo>
                    <a:pt x="4267" y="3891661"/>
                  </a:lnTo>
                  <a:lnTo>
                    <a:pt x="0" y="3895852"/>
                  </a:lnTo>
                  <a:lnTo>
                    <a:pt x="0" y="3906393"/>
                  </a:lnTo>
                  <a:lnTo>
                    <a:pt x="4267" y="3910711"/>
                  </a:lnTo>
                  <a:lnTo>
                    <a:pt x="14782" y="3910711"/>
                  </a:lnTo>
                  <a:lnTo>
                    <a:pt x="19050" y="3906393"/>
                  </a:lnTo>
                  <a:lnTo>
                    <a:pt x="19050" y="3895852"/>
                  </a:lnTo>
                  <a:lnTo>
                    <a:pt x="14782" y="3891661"/>
                  </a:lnTo>
                  <a:close/>
                </a:path>
                <a:path w="10424160" h="5213350">
                  <a:moveTo>
                    <a:pt x="14782" y="3853434"/>
                  </a:moveTo>
                  <a:lnTo>
                    <a:pt x="4267" y="3853434"/>
                  </a:lnTo>
                  <a:lnTo>
                    <a:pt x="0" y="3857752"/>
                  </a:lnTo>
                  <a:lnTo>
                    <a:pt x="0" y="3868293"/>
                  </a:lnTo>
                  <a:lnTo>
                    <a:pt x="4267" y="3872611"/>
                  </a:lnTo>
                  <a:lnTo>
                    <a:pt x="14782" y="3872611"/>
                  </a:lnTo>
                  <a:lnTo>
                    <a:pt x="19050" y="3868293"/>
                  </a:lnTo>
                  <a:lnTo>
                    <a:pt x="19050" y="3863086"/>
                  </a:lnTo>
                  <a:lnTo>
                    <a:pt x="6350" y="3863086"/>
                  </a:lnTo>
                  <a:lnTo>
                    <a:pt x="19050" y="3862959"/>
                  </a:lnTo>
                  <a:lnTo>
                    <a:pt x="19050" y="3857752"/>
                  </a:lnTo>
                  <a:lnTo>
                    <a:pt x="14782" y="3853434"/>
                  </a:lnTo>
                  <a:close/>
                </a:path>
                <a:path w="10424160" h="5213350">
                  <a:moveTo>
                    <a:pt x="19050" y="3862959"/>
                  </a:moveTo>
                  <a:lnTo>
                    <a:pt x="12700" y="3862959"/>
                  </a:lnTo>
                  <a:lnTo>
                    <a:pt x="19050" y="3863086"/>
                  </a:lnTo>
                  <a:close/>
                </a:path>
                <a:path w="10424160" h="5213350">
                  <a:moveTo>
                    <a:pt x="14782" y="3815334"/>
                  </a:moveTo>
                  <a:lnTo>
                    <a:pt x="4267" y="3815334"/>
                  </a:lnTo>
                  <a:lnTo>
                    <a:pt x="0" y="3819652"/>
                  </a:lnTo>
                  <a:lnTo>
                    <a:pt x="0" y="3830193"/>
                  </a:lnTo>
                  <a:lnTo>
                    <a:pt x="4267" y="3834384"/>
                  </a:lnTo>
                  <a:lnTo>
                    <a:pt x="14782" y="3834384"/>
                  </a:lnTo>
                  <a:lnTo>
                    <a:pt x="19050" y="3830193"/>
                  </a:lnTo>
                  <a:lnTo>
                    <a:pt x="19050" y="3819652"/>
                  </a:lnTo>
                  <a:lnTo>
                    <a:pt x="14782" y="3815334"/>
                  </a:lnTo>
                  <a:close/>
                </a:path>
                <a:path w="10424160" h="5213350">
                  <a:moveTo>
                    <a:pt x="14782" y="3777234"/>
                  </a:moveTo>
                  <a:lnTo>
                    <a:pt x="4267" y="3777234"/>
                  </a:lnTo>
                  <a:lnTo>
                    <a:pt x="0" y="3781552"/>
                  </a:lnTo>
                  <a:lnTo>
                    <a:pt x="0" y="3792093"/>
                  </a:lnTo>
                  <a:lnTo>
                    <a:pt x="4267" y="3796284"/>
                  </a:lnTo>
                  <a:lnTo>
                    <a:pt x="14782" y="3796284"/>
                  </a:lnTo>
                  <a:lnTo>
                    <a:pt x="19050" y="3792093"/>
                  </a:lnTo>
                  <a:lnTo>
                    <a:pt x="19050" y="3781552"/>
                  </a:lnTo>
                  <a:lnTo>
                    <a:pt x="14782" y="3777234"/>
                  </a:lnTo>
                  <a:close/>
                </a:path>
                <a:path w="10424160" h="5213350">
                  <a:moveTo>
                    <a:pt x="14782" y="3739134"/>
                  </a:moveTo>
                  <a:lnTo>
                    <a:pt x="4267" y="3739134"/>
                  </a:lnTo>
                  <a:lnTo>
                    <a:pt x="0" y="3743452"/>
                  </a:lnTo>
                  <a:lnTo>
                    <a:pt x="0" y="3753993"/>
                  </a:lnTo>
                  <a:lnTo>
                    <a:pt x="4267" y="3758184"/>
                  </a:lnTo>
                  <a:lnTo>
                    <a:pt x="14782" y="3758184"/>
                  </a:lnTo>
                  <a:lnTo>
                    <a:pt x="19050" y="3753993"/>
                  </a:lnTo>
                  <a:lnTo>
                    <a:pt x="19050" y="3743452"/>
                  </a:lnTo>
                  <a:lnTo>
                    <a:pt x="14782" y="3739134"/>
                  </a:lnTo>
                  <a:close/>
                </a:path>
                <a:path w="10424160" h="5213350">
                  <a:moveTo>
                    <a:pt x="14782" y="3701034"/>
                  </a:moveTo>
                  <a:lnTo>
                    <a:pt x="4267" y="3701034"/>
                  </a:lnTo>
                  <a:lnTo>
                    <a:pt x="0" y="3705225"/>
                  </a:lnTo>
                  <a:lnTo>
                    <a:pt x="0" y="3715766"/>
                  </a:lnTo>
                  <a:lnTo>
                    <a:pt x="4267" y="3720084"/>
                  </a:lnTo>
                  <a:lnTo>
                    <a:pt x="14782" y="3720084"/>
                  </a:lnTo>
                  <a:lnTo>
                    <a:pt x="19050" y="3715766"/>
                  </a:lnTo>
                  <a:lnTo>
                    <a:pt x="19050" y="3705225"/>
                  </a:lnTo>
                  <a:lnTo>
                    <a:pt x="14782" y="3701034"/>
                  </a:lnTo>
                  <a:close/>
                </a:path>
                <a:path w="10424160" h="5213350">
                  <a:moveTo>
                    <a:pt x="14782" y="3662934"/>
                  </a:moveTo>
                  <a:lnTo>
                    <a:pt x="4267" y="3662934"/>
                  </a:lnTo>
                  <a:lnTo>
                    <a:pt x="0" y="3667125"/>
                  </a:lnTo>
                  <a:lnTo>
                    <a:pt x="0" y="3677666"/>
                  </a:lnTo>
                  <a:lnTo>
                    <a:pt x="4267" y="3681984"/>
                  </a:lnTo>
                  <a:lnTo>
                    <a:pt x="14782" y="3681984"/>
                  </a:lnTo>
                  <a:lnTo>
                    <a:pt x="19050" y="3677666"/>
                  </a:lnTo>
                  <a:lnTo>
                    <a:pt x="19050" y="3667125"/>
                  </a:lnTo>
                  <a:lnTo>
                    <a:pt x="14782" y="3662934"/>
                  </a:lnTo>
                  <a:close/>
                </a:path>
                <a:path w="10424160" h="5213350">
                  <a:moveTo>
                    <a:pt x="14782" y="3624834"/>
                  </a:moveTo>
                  <a:lnTo>
                    <a:pt x="4267" y="3624834"/>
                  </a:lnTo>
                  <a:lnTo>
                    <a:pt x="0" y="3629025"/>
                  </a:lnTo>
                  <a:lnTo>
                    <a:pt x="0" y="3639566"/>
                  </a:lnTo>
                  <a:lnTo>
                    <a:pt x="4267" y="3643884"/>
                  </a:lnTo>
                  <a:lnTo>
                    <a:pt x="14782" y="3643884"/>
                  </a:lnTo>
                  <a:lnTo>
                    <a:pt x="19050" y="3639566"/>
                  </a:lnTo>
                  <a:lnTo>
                    <a:pt x="19050" y="3629025"/>
                  </a:lnTo>
                  <a:lnTo>
                    <a:pt x="14782" y="3624834"/>
                  </a:lnTo>
                  <a:close/>
                </a:path>
                <a:path w="10424160" h="5213350">
                  <a:moveTo>
                    <a:pt x="14782" y="3586607"/>
                  </a:moveTo>
                  <a:lnTo>
                    <a:pt x="4267" y="3586607"/>
                  </a:lnTo>
                  <a:lnTo>
                    <a:pt x="0" y="3590925"/>
                  </a:lnTo>
                  <a:lnTo>
                    <a:pt x="0" y="3601466"/>
                  </a:lnTo>
                  <a:lnTo>
                    <a:pt x="4267" y="3605784"/>
                  </a:lnTo>
                  <a:lnTo>
                    <a:pt x="14782" y="3605784"/>
                  </a:lnTo>
                  <a:lnTo>
                    <a:pt x="19050" y="3601466"/>
                  </a:lnTo>
                  <a:lnTo>
                    <a:pt x="19050" y="3590925"/>
                  </a:lnTo>
                  <a:lnTo>
                    <a:pt x="14782" y="3586607"/>
                  </a:lnTo>
                  <a:close/>
                </a:path>
                <a:path w="10424160" h="5213350">
                  <a:moveTo>
                    <a:pt x="14782" y="3548507"/>
                  </a:moveTo>
                  <a:lnTo>
                    <a:pt x="4267" y="3548507"/>
                  </a:lnTo>
                  <a:lnTo>
                    <a:pt x="0" y="3552825"/>
                  </a:lnTo>
                  <a:lnTo>
                    <a:pt x="0" y="3563366"/>
                  </a:lnTo>
                  <a:lnTo>
                    <a:pt x="4267" y="3567557"/>
                  </a:lnTo>
                  <a:lnTo>
                    <a:pt x="14782" y="3567557"/>
                  </a:lnTo>
                  <a:lnTo>
                    <a:pt x="19050" y="3563366"/>
                  </a:lnTo>
                  <a:lnTo>
                    <a:pt x="19050" y="3552825"/>
                  </a:lnTo>
                  <a:lnTo>
                    <a:pt x="14782" y="3548507"/>
                  </a:lnTo>
                  <a:close/>
                </a:path>
                <a:path w="10424160" h="5213350">
                  <a:moveTo>
                    <a:pt x="14782" y="3510407"/>
                  </a:moveTo>
                  <a:lnTo>
                    <a:pt x="4267" y="3510407"/>
                  </a:lnTo>
                  <a:lnTo>
                    <a:pt x="0" y="3514725"/>
                  </a:lnTo>
                  <a:lnTo>
                    <a:pt x="0" y="3525266"/>
                  </a:lnTo>
                  <a:lnTo>
                    <a:pt x="4267" y="3529457"/>
                  </a:lnTo>
                  <a:lnTo>
                    <a:pt x="14782" y="3529457"/>
                  </a:lnTo>
                  <a:lnTo>
                    <a:pt x="19050" y="3525266"/>
                  </a:lnTo>
                  <a:lnTo>
                    <a:pt x="19050" y="3514725"/>
                  </a:lnTo>
                  <a:lnTo>
                    <a:pt x="14782" y="3510407"/>
                  </a:lnTo>
                  <a:close/>
                </a:path>
                <a:path w="10424160" h="5213350">
                  <a:moveTo>
                    <a:pt x="14782" y="3472307"/>
                  </a:moveTo>
                  <a:lnTo>
                    <a:pt x="4267" y="3472307"/>
                  </a:lnTo>
                  <a:lnTo>
                    <a:pt x="0" y="3476625"/>
                  </a:lnTo>
                  <a:lnTo>
                    <a:pt x="0" y="3487166"/>
                  </a:lnTo>
                  <a:lnTo>
                    <a:pt x="4267" y="3491357"/>
                  </a:lnTo>
                  <a:lnTo>
                    <a:pt x="14782" y="3491357"/>
                  </a:lnTo>
                  <a:lnTo>
                    <a:pt x="19050" y="3487166"/>
                  </a:lnTo>
                  <a:lnTo>
                    <a:pt x="19050" y="3476625"/>
                  </a:lnTo>
                  <a:lnTo>
                    <a:pt x="14782" y="3472307"/>
                  </a:lnTo>
                  <a:close/>
                </a:path>
                <a:path w="10424160" h="5213350">
                  <a:moveTo>
                    <a:pt x="14782" y="3434207"/>
                  </a:moveTo>
                  <a:lnTo>
                    <a:pt x="4267" y="3434207"/>
                  </a:lnTo>
                  <a:lnTo>
                    <a:pt x="0" y="3438398"/>
                  </a:lnTo>
                  <a:lnTo>
                    <a:pt x="0" y="3448939"/>
                  </a:lnTo>
                  <a:lnTo>
                    <a:pt x="4267" y="3453257"/>
                  </a:lnTo>
                  <a:lnTo>
                    <a:pt x="14782" y="3453257"/>
                  </a:lnTo>
                  <a:lnTo>
                    <a:pt x="19050" y="3448939"/>
                  </a:lnTo>
                  <a:lnTo>
                    <a:pt x="19050" y="3438398"/>
                  </a:lnTo>
                  <a:lnTo>
                    <a:pt x="14782" y="3434207"/>
                  </a:lnTo>
                  <a:close/>
                </a:path>
                <a:path w="10424160" h="5213350">
                  <a:moveTo>
                    <a:pt x="14782" y="3396107"/>
                  </a:moveTo>
                  <a:lnTo>
                    <a:pt x="4267" y="3396107"/>
                  </a:lnTo>
                  <a:lnTo>
                    <a:pt x="0" y="3400298"/>
                  </a:lnTo>
                  <a:lnTo>
                    <a:pt x="0" y="3410839"/>
                  </a:lnTo>
                  <a:lnTo>
                    <a:pt x="4267" y="3415157"/>
                  </a:lnTo>
                  <a:lnTo>
                    <a:pt x="14782" y="3415157"/>
                  </a:lnTo>
                  <a:lnTo>
                    <a:pt x="19050" y="3410839"/>
                  </a:lnTo>
                  <a:lnTo>
                    <a:pt x="19050" y="3400298"/>
                  </a:lnTo>
                  <a:lnTo>
                    <a:pt x="14782" y="3396107"/>
                  </a:lnTo>
                  <a:close/>
                </a:path>
                <a:path w="10424160" h="5213350">
                  <a:moveTo>
                    <a:pt x="14782" y="3358007"/>
                  </a:moveTo>
                  <a:lnTo>
                    <a:pt x="4267" y="3358007"/>
                  </a:lnTo>
                  <a:lnTo>
                    <a:pt x="0" y="3362198"/>
                  </a:lnTo>
                  <a:lnTo>
                    <a:pt x="0" y="3372739"/>
                  </a:lnTo>
                  <a:lnTo>
                    <a:pt x="4267" y="3377057"/>
                  </a:lnTo>
                  <a:lnTo>
                    <a:pt x="14782" y="3377057"/>
                  </a:lnTo>
                  <a:lnTo>
                    <a:pt x="19050" y="3372739"/>
                  </a:lnTo>
                  <a:lnTo>
                    <a:pt x="19050" y="3362198"/>
                  </a:lnTo>
                  <a:lnTo>
                    <a:pt x="14782" y="3358007"/>
                  </a:lnTo>
                  <a:close/>
                </a:path>
                <a:path w="10424160" h="5213350">
                  <a:moveTo>
                    <a:pt x="14782" y="3319779"/>
                  </a:moveTo>
                  <a:lnTo>
                    <a:pt x="4267" y="3319779"/>
                  </a:lnTo>
                  <a:lnTo>
                    <a:pt x="0" y="3324098"/>
                  </a:lnTo>
                  <a:lnTo>
                    <a:pt x="0" y="3334639"/>
                  </a:lnTo>
                  <a:lnTo>
                    <a:pt x="4267" y="3338957"/>
                  </a:lnTo>
                  <a:lnTo>
                    <a:pt x="14782" y="3338957"/>
                  </a:lnTo>
                  <a:lnTo>
                    <a:pt x="19050" y="3334639"/>
                  </a:lnTo>
                  <a:lnTo>
                    <a:pt x="19050" y="3329432"/>
                  </a:lnTo>
                  <a:lnTo>
                    <a:pt x="6350" y="3329432"/>
                  </a:lnTo>
                  <a:lnTo>
                    <a:pt x="6350" y="3329304"/>
                  </a:lnTo>
                  <a:lnTo>
                    <a:pt x="19050" y="3329304"/>
                  </a:lnTo>
                  <a:lnTo>
                    <a:pt x="19050" y="3324098"/>
                  </a:lnTo>
                  <a:lnTo>
                    <a:pt x="14782" y="3319779"/>
                  </a:lnTo>
                  <a:close/>
                </a:path>
                <a:path w="10424160" h="5213350">
                  <a:moveTo>
                    <a:pt x="19050" y="3329304"/>
                  </a:moveTo>
                  <a:lnTo>
                    <a:pt x="12700" y="3329304"/>
                  </a:lnTo>
                  <a:lnTo>
                    <a:pt x="12700" y="3329432"/>
                  </a:lnTo>
                  <a:lnTo>
                    <a:pt x="19050" y="3329432"/>
                  </a:lnTo>
                  <a:lnTo>
                    <a:pt x="19050" y="3329304"/>
                  </a:lnTo>
                  <a:close/>
                </a:path>
                <a:path w="10424160" h="5213350">
                  <a:moveTo>
                    <a:pt x="14782" y="3281679"/>
                  </a:moveTo>
                  <a:lnTo>
                    <a:pt x="4267" y="3281679"/>
                  </a:lnTo>
                  <a:lnTo>
                    <a:pt x="0" y="3285998"/>
                  </a:lnTo>
                  <a:lnTo>
                    <a:pt x="0" y="3296539"/>
                  </a:lnTo>
                  <a:lnTo>
                    <a:pt x="4267" y="3300729"/>
                  </a:lnTo>
                  <a:lnTo>
                    <a:pt x="14782" y="3300729"/>
                  </a:lnTo>
                  <a:lnTo>
                    <a:pt x="19050" y="3296539"/>
                  </a:lnTo>
                  <a:lnTo>
                    <a:pt x="19050" y="3285998"/>
                  </a:lnTo>
                  <a:lnTo>
                    <a:pt x="14782" y="3281679"/>
                  </a:lnTo>
                  <a:close/>
                </a:path>
                <a:path w="10424160" h="5213350">
                  <a:moveTo>
                    <a:pt x="14782" y="3243580"/>
                  </a:moveTo>
                  <a:lnTo>
                    <a:pt x="4267" y="3243580"/>
                  </a:lnTo>
                  <a:lnTo>
                    <a:pt x="0" y="3247898"/>
                  </a:lnTo>
                  <a:lnTo>
                    <a:pt x="0" y="3258439"/>
                  </a:lnTo>
                  <a:lnTo>
                    <a:pt x="4267" y="3262629"/>
                  </a:lnTo>
                  <a:lnTo>
                    <a:pt x="14782" y="3262629"/>
                  </a:lnTo>
                  <a:lnTo>
                    <a:pt x="19050" y="3258439"/>
                  </a:lnTo>
                  <a:lnTo>
                    <a:pt x="19050" y="3247898"/>
                  </a:lnTo>
                  <a:lnTo>
                    <a:pt x="14782" y="3243580"/>
                  </a:lnTo>
                  <a:close/>
                </a:path>
                <a:path w="10424160" h="5213350">
                  <a:moveTo>
                    <a:pt x="14782" y="3205480"/>
                  </a:moveTo>
                  <a:lnTo>
                    <a:pt x="4267" y="3205480"/>
                  </a:lnTo>
                  <a:lnTo>
                    <a:pt x="0" y="3209671"/>
                  </a:lnTo>
                  <a:lnTo>
                    <a:pt x="0" y="3220212"/>
                  </a:lnTo>
                  <a:lnTo>
                    <a:pt x="4267" y="3224530"/>
                  </a:lnTo>
                  <a:lnTo>
                    <a:pt x="14782" y="3224530"/>
                  </a:lnTo>
                  <a:lnTo>
                    <a:pt x="19050" y="3220212"/>
                  </a:lnTo>
                  <a:lnTo>
                    <a:pt x="19050" y="3209671"/>
                  </a:lnTo>
                  <a:lnTo>
                    <a:pt x="14782" y="3205480"/>
                  </a:lnTo>
                  <a:close/>
                </a:path>
                <a:path w="10424160" h="5213350">
                  <a:moveTo>
                    <a:pt x="14782" y="3167380"/>
                  </a:moveTo>
                  <a:lnTo>
                    <a:pt x="4267" y="3167380"/>
                  </a:lnTo>
                  <a:lnTo>
                    <a:pt x="0" y="3171571"/>
                  </a:lnTo>
                  <a:lnTo>
                    <a:pt x="0" y="3182112"/>
                  </a:lnTo>
                  <a:lnTo>
                    <a:pt x="4267" y="3186430"/>
                  </a:lnTo>
                  <a:lnTo>
                    <a:pt x="14782" y="3186430"/>
                  </a:lnTo>
                  <a:lnTo>
                    <a:pt x="19050" y="3182112"/>
                  </a:lnTo>
                  <a:lnTo>
                    <a:pt x="19050" y="3171571"/>
                  </a:lnTo>
                  <a:lnTo>
                    <a:pt x="14782" y="3167380"/>
                  </a:lnTo>
                  <a:close/>
                </a:path>
                <a:path w="10424160" h="5213350">
                  <a:moveTo>
                    <a:pt x="14782" y="3129280"/>
                  </a:moveTo>
                  <a:lnTo>
                    <a:pt x="4267" y="3129280"/>
                  </a:lnTo>
                  <a:lnTo>
                    <a:pt x="0" y="3133471"/>
                  </a:lnTo>
                  <a:lnTo>
                    <a:pt x="0" y="3144012"/>
                  </a:lnTo>
                  <a:lnTo>
                    <a:pt x="4267" y="3148330"/>
                  </a:lnTo>
                  <a:lnTo>
                    <a:pt x="14782" y="3148330"/>
                  </a:lnTo>
                  <a:lnTo>
                    <a:pt x="19050" y="3144012"/>
                  </a:lnTo>
                  <a:lnTo>
                    <a:pt x="19050" y="3133471"/>
                  </a:lnTo>
                  <a:lnTo>
                    <a:pt x="14782" y="3129280"/>
                  </a:lnTo>
                  <a:close/>
                </a:path>
                <a:path w="10424160" h="5213350">
                  <a:moveTo>
                    <a:pt x="14782" y="3091053"/>
                  </a:moveTo>
                  <a:lnTo>
                    <a:pt x="4267" y="3091053"/>
                  </a:lnTo>
                  <a:lnTo>
                    <a:pt x="0" y="3095371"/>
                  </a:lnTo>
                  <a:lnTo>
                    <a:pt x="0" y="3105912"/>
                  </a:lnTo>
                  <a:lnTo>
                    <a:pt x="4267" y="3110230"/>
                  </a:lnTo>
                  <a:lnTo>
                    <a:pt x="14782" y="3110230"/>
                  </a:lnTo>
                  <a:lnTo>
                    <a:pt x="19050" y="3105912"/>
                  </a:lnTo>
                  <a:lnTo>
                    <a:pt x="19050" y="3095371"/>
                  </a:lnTo>
                  <a:lnTo>
                    <a:pt x="14782" y="3091053"/>
                  </a:lnTo>
                  <a:close/>
                </a:path>
                <a:path w="10424160" h="5213350">
                  <a:moveTo>
                    <a:pt x="14782" y="3052953"/>
                  </a:moveTo>
                  <a:lnTo>
                    <a:pt x="4267" y="3052953"/>
                  </a:lnTo>
                  <a:lnTo>
                    <a:pt x="0" y="3057271"/>
                  </a:lnTo>
                  <a:lnTo>
                    <a:pt x="0" y="3067812"/>
                  </a:lnTo>
                  <a:lnTo>
                    <a:pt x="4267" y="3072003"/>
                  </a:lnTo>
                  <a:lnTo>
                    <a:pt x="14782" y="3072003"/>
                  </a:lnTo>
                  <a:lnTo>
                    <a:pt x="19050" y="3067812"/>
                  </a:lnTo>
                  <a:lnTo>
                    <a:pt x="19050" y="3057271"/>
                  </a:lnTo>
                  <a:lnTo>
                    <a:pt x="14782" y="3052953"/>
                  </a:lnTo>
                  <a:close/>
                </a:path>
                <a:path w="10424160" h="5213350">
                  <a:moveTo>
                    <a:pt x="14782" y="3014853"/>
                  </a:moveTo>
                  <a:lnTo>
                    <a:pt x="4267" y="3014853"/>
                  </a:lnTo>
                  <a:lnTo>
                    <a:pt x="0" y="3019171"/>
                  </a:lnTo>
                  <a:lnTo>
                    <a:pt x="0" y="3029712"/>
                  </a:lnTo>
                  <a:lnTo>
                    <a:pt x="4267" y="3033903"/>
                  </a:lnTo>
                  <a:lnTo>
                    <a:pt x="14782" y="3033903"/>
                  </a:lnTo>
                  <a:lnTo>
                    <a:pt x="19050" y="3029712"/>
                  </a:lnTo>
                  <a:lnTo>
                    <a:pt x="19050" y="3019171"/>
                  </a:lnTo>
                  <a:lnTo>
                    <a:pt x="14782" y="3014853"/>
                  </a:lnTo>
                  <a:close/>
                </a:path>
                <a:path w="10424160" h="5213350">
                  <a:moveTo>
                    <a:pt x="14782" y="2976753"/>
                  </a:moveTo>
                  <a:lnTo>
                    <a:pt x="4267" y="2976753"/>
                  </a:lnTo>
                  <a:lnTo>
                    <a:pt x="0" y="2981071"/>
                  </a:lnTo>
                  <a:lnTo>
                    <a:pt x="0" y="2991612"/>
                  </a:lnTo>
                  <a:lnTo>
                    <a:pt x="4267" y="2995803"/>
                  </a:lnTo>
                  <a:lnTo>
                    <a:pt x="14782" y="2995803"/>
                  </a:lnTo>
                  <a:lnTo>
                    <a:pt x="19050" y="2991612"/>
                  </a:lnTo>
                  <a:lnTo>
                    <a:pt x="19050" y="2981071"/>
                  </a:lnTo>
                  <a:lnTo>
                    <a:pt x="14782" y="2976753"/>
                  </a:lnTo>
                  <a:close/>
                </a:path>
                <a:path w="10424160" h="5213350">
                  <a:moveTo>
                    <a:pt x="14782" y="2938653"/>
                  </a:moveTo>
                  <a:lnTo>
                    <a:pt x="4267" y="2938653"/>
                  </a:lnTo>
                  <a:lnTo>
                    <a:pt x="0" y="2942844"/>
                  </a:lnTo>
                  <a:lnTo>
                    <a:pt x="0" y="2953385"/>
                  </a:lnTo>
                  <a:lnTo>
                    <a:pt x="4267" y="2957703"/>
                  </a:lnTo>
                  <a:lnTo>
                    <a:pt x="14782" y="2957703"/>
                  </a:lnTo>
                  <a:lnTo>
                    <a:pt x="19050" y="2953385"/>
                  </a:lnTo>
                  <a:lnTo>
                    <a:pt x="19050" y="2942844"/>
                  </a:lnTo>
                  <a:lnTo>
                    <a:pt x="14782" y="2938653"/>
                  </a:lnTo>
                  <a:close/>
                </a:path>
                <a:path w="10424160" h="5213350">
                  <a:moveTo>
                    <a:pt x="14782" y="2900553"/>
                  </a:moveTo>
                  <a:lnTo>
                    <a:pt x="4267" y="2900553"/>
                  </a:lnTo>
                  <a:lnTo>
                    <a:pt x="0" y="2904744"/>
                  </a:lnTo>
                  <a:lnTo>
                    <a:pt x="0" y="2915285"/>
                  </a:lnTo>
                  <a:lnTo>
                    <a:pt x="4267" y="2919603"/>
                  </a:lnTo>
                  <a:lnTo>
                    <a:pt x="14782" y="2919603"/>
                  </a:lnTo>
                  <a:lnTo>
                    <a:pt x="19050" y="2915285"/>
                  </a:lnTo>
                  <a:lnTo>
                    <a:pt x="19050" y="2904744"/>
                  </a:lnTo>
                  <a:lnTo>
                    <a:pt x="14782" y="2900553"/>
                  </a:lnTo>
                  <a:close/>
                </a:path>
                <a:path w="10424160" h="5213350">
                  <a:moveTo>
                    <a:pt x="14782" y="2862453"/>
                  </a:moveTo>
                  <a:lnTo>
                    <a:pt x="4267" y="2862453"/>
                  </a:lnTo>
                  <a:lnTo>
                    <a:pt x="0" y="2866644"/>
                  </a:lnTo>
                  <a:lnTo>
                    <a:pt x="0" y="2877185"/>
                  </a:lnTo>
                  <a:lnTo>
                    <a:pt x="4267" y="2881503"/>
                  </a:lnTo>
                  <a:lnTo>
                    <a:pt x="14782" y="2881503"/>
                  </a:lnTo>
                  <a:lnTo>
                    <a:pt x="19050" y="2877185"/>
                  </a:lnTo>
                  <a:lnTo>
                    <a:pt x="19050" y="2866644"/>
                  </a:lnTo>
                  <a:lnTo>
                    <a:pt x="14782" y="2862453"/>
                  </a:lnTo>
                  <a:close/>
                </a:path>
                <a:path w="10424160" h="5213350">
                  <a:moveTo>
                    <a:pt x="14782" y="2824226"/>
                  </a:moveTo>
                  <a:lnTo>
                    <a:pt x="4267" y="2824226"/>
                  </a:lnTo>
                  <a:lnTo>
                    <a:pt x="0" y="2828544"/>
                  </a:lnTo>
                  <a:lnTo>
                    <a:pt x="0" y="2839085"/>
                  </a:lnTo>
                  <a:lnTo>
                    <a:pt x="4267" y="2843403"/>
                  </a:lnTo>
                  <a:lnTo>
                    <a:pt x="14782" y="2843403"/>
                  </a:lnTo>
                  <a:lnTo>
                    <a:pt x="19050" y="2839085"/>
                  </a:lnTo>
                  <a:lnTo>
                    <a:pt x="19050" y="2828544"/>
                  </a:lnTo>
                  <a:lnTo>
                    <a:pt x="14782" y="2824226"/>
                  </a:lnTo>
                  <a:close/>
                </a:path>
                <a:path w="10424160" h="5213350">
                  <a:moveTo>
                    <a:pt x="14782" y="2786126"/>
                  </a:moveTo>
                  <a:lnTo>
                    <a:pt x="4267" y="2786126"/>
                  </a:lnTo>
                  <a:lnTo>
                    <a:pt x="0" y="2790444"/>
                  </a:lnTo>
                  <a:lnTo>
                    <a:pt x="0" y="2800985"/>
                  </a:lnTo>
                  <a:lnTo>
                    <a:pt x="4267" y="2805176"/>
                  </a:lnTo>
                  <a:lnTo>
                    <a:pt x="14782" y="2805176"/>
                  </a:lnTo>
                  <a:lnTo>
                    <a:pt x="19050" y="2800985"/>
                  </a:lnTo>
                  <a:lnTo>
                    <a:pt x="19050" y="2790444"/>
                  </a:lnTo>
                  <a:lnTo>
                    <a:pt x="14782" y="2786126"/>
                  </a:lnTo>
                  <a:close/>
                </a:path>
                <a:path w="10424160" h="5213350">
                  <a:moveTo>
                    <a:pt x="14782" y="2748026"/>
                  </a:moveTo>
                  <a:lnTo>
                    <a:pt x="4267" y="2748026"/>
                  </a:lnTo>
                  <a:lnTo>
                    <a:pt x="0" y="2752344"/>
                  </a:lnTo>
                  <a:lnTo>
                    <a:pt x="0" y="2762885"/>
                  </a:lnTo>
                  <a:lnTo>
                    <a:pt x="4267" y="2767076"/>
                  </a:lnTo>
                  <a:lnTo>
                    <a:pt x="14782" y="2767076"/>
                  </a:lnTo>
                  <a:lnTo>
                    <a:pt x="19050" y="2762885"/>
                  </a:lnTo>
                  <a:lnTo>
                    <a:pt x="19050" y="2752344"/>
                  </a:lnTo>
                  <a:lnTo>
                    <a:pt x="14782" y="2748026"/>
                  </a:lnTo>
                  <a:close/>
                </a:path>
                <a:path w="10424160" h="5213350">
                  <a:moveTo>
                    <a:pt x="14782" y="2709926"/>
                  </a:moveTo>
                  <a:lnTo>
                    <a:pt x="4267" y="2709926"/>
                  </a:lnTo>
                  <a:lnTo>
                    <a:pt x="0" y="2714244"/>
                  </a:lnTo>
                  <a:lnTo>
                    <a:pt x="0" y="2724785"/>
                  </a:lnTo>
                  <a:lnTo>
                    <a:pt x="4267" y="2728976"/>
                  </a:lnTo>
                  <a:lnTo>
                    <a:pt x="14782" y="2728976"/>
                  </a:lnTo>
                  <a:lnTo>
                    <a:pt x="19050" y="2724785"/>
                  </a:lnTo>
                  <a:lnTo>
                    <a:pt x="19050" y="2714244"/>
                  </a:lnTo>
                  <a:lnTo>
                    <a:pt x="14782" y="2709926"/>
                  </a:lnTo>
                  <a:close/>
                </a:path>
                <a:path w="10424160" h="5213350">
                  <a:moveTo>
                    <a:pt x="14782" y="2671826"/>
                  </a:moveTo>
                  <a:lnTo>
                    <a:pt x="4267" y="2671826"/>
                  </a:lnTo>
                  <a:lnTo>
                    <a:pt x="0" y="2676017"/>
                  </a:lnTo>
                  <a:lnTo>
                    <a:pt x="0" y="2686558"/>
                  </a:lnTo>
                  <a:lnTo>
                    <a:pt x="4267" y="2690876"/>
                  </a:lnTo>
                  <a:lnTo>
                    <a:pt x="14782" y="2690876"/>
                  </a:lnTo>
                  <a:lnTo>
                    <a:pt x="19050" y="2686558"/>
                  </a:lnTo>
                  <a:lnTo>
                    <a:pt x="19050" y="2676017"/>
                  </a:lnTo>
                  <a:lnTo>
                    <a:pt x="14782" y="2671826"/>
                  </a:lnTo>
                  <a:close/>
                </a:path>
                <a:path w="10424160" h="5213350">
                  <a:moveTo>
                    <a:pt x="14782" y="2633726"/>
                  </a:moveTo>
                  <a:lnTo>
                    <a:pt x="4267" y="2633726"/>
                  </a:lnTo>
                  <a:lnTo>
                    <a:pt x="0" y="2637917"/>
                  </a:lnTo>
                  <a:lnTo>
                    <a:pt x="0" y="2648458"/>
                  </a:lnTo>
                  <a:lnTo>
                    <a:pt x="4267" y="2652776"/>
                  </a:lnTo>
                  <a:lnTo>
                    <a:pt x="14782" y="2652776"/>
                  </a:lnTo>
                  <a:lnTo>
                    <a:pt x="19050" y="2648458"/>
                  </a:lnTo>
                  <a:lnTo>
                    <a:pt x="19050" y="2637917"/>
                  </a:lnTo>
                  <a:lnTo>
                    <a:pt x="14782" y="2633726"/>
                  </a:lnTo>
                  <a:close/>
                </a:path>
                <a:path w="10424160" h="5213350">
                  <a:moveTo>
                    <a:pt x="14782" y="2595499"/>
                  </a:moveTo>
                  <a:lnTo>
                    <a:pt x="4267" y="2595499"/>
                  </a:lnTo>
                  <a:lnTo>
                    <a:pt x="0" y="2599817"/>
                  </a:lnTo>
                  <a:lnTo>
                    <a:pt x="0" y="2610358"/>
                  </a:lnTo>
                  <a:lnTo>
                    <a:pt x="4267" y="2614676"/>
                  </a:lnTo>
                  <a:lnTo>
                    <a:pt x="14782" y="2614676"/>
                  </a:lnTo>
                  <a:lnTo>
                    <a:pt x="19050" y="2610358"/>
                  </a:lnTo>
                  <a:lnTo>
                    <a:pt x="19050" y="2605151"/>
                  </a:lnTo>
                  <a:lnTo>
                    <a:pt x="6350" y="2605151"/>
                  </a:lnTo>
                  <a:lnTo>
                    <a:pt x="6350" y="2605024"/>
                  </a:lnTo>
                  <a:lnTo>
                    <a:pt x="19050" y="2605024"/>
                  </a:lnTo>
                  <a:lnTo>
                    <a:pt x="19050" y="2599817"/>
                  </a:lnTo>
                  <a:lnTo>
                    <a:pt x="14782" y="2595499"/>
                  </a:lnTo>
                  <a:close/>
                </a:path>
                <a:path w="10424160" h="5213350">
                  <a:moveTo>
                    <a:pt x="19050" y="2605024"/>
                  </a:moveTo>
                  <a:lnTo>
                    <a:pt x="12700" y="2605024"/>
                  </a:lnTo>
                  <a:lnTo>
                    <a:pt x="12700" y="2605151"/>
                  </a:lnTo>
                  <a:lnTo>
                    <a:pt x="19050" y="2605151"/>
                  </a:lnTo>
                  <a:lnTo>
                    <a:pt x="19050" y="2605024"/>
                  </a:lnTo>
                  <a:close/>
                </a:path>
                <a:path w="10424160" h="5213350">
                  <a:moveTo>
                    <a:pt x="14782" y="2557399"/>
                  </a:moveTo>
                  <a:lnTo>
                    <a:pt x="4267" y="2557399"/>
                  </a:lnTo>
                  <a:lnTo>
                    <a:pt x="0" y="2561717"/>
                  </a:lnTo>
                  <a:lnTo>
                    <a:pt x="0" y="2572258"/>
                  </a:lnTo>
                  <a:lnTo>
                    <a:pt x="4267" y="2576449"/>
                  </a:lnTo>
                  <a:lnTo>
                    <a:pt x="14782" y="2576449"/>
                  </a:lnTo>
                  <a:lnTo>
                    <a:pt x="19050" y="2572258"/>
                  </a:lnTo>
                  <a:lnTo>
                    <a:pt x="19050" y="2561717"/>
                  </a:lnTo>
                  <a:lnTo>
                    <a:pt x="14782" y="2557399"/>
                  </a:lnTo>
                  <a:close/>
                </a:path>
                <a:path w="10424160" h="5213350">
                  <a:moveTo>
                    <a:pt x="14782" y="2519299"/>
                  </a:moveTo>
                  <a:lnTo>
                    <a:pt x="4267" y="2519299"/>
                  </a:lnTo>
                  <a:lnTo>
                    <a:pt x="0" y="2523617"/>
                  </a:lnTo>
                  <a:lnTo>
                    <a:pt x="0" y="2534158"/>
                  </a:lnTo>
                  <a:lnTo>
                    <a:pt x="4267" y="2538349"/>
                  </a:lnTo>
                  <a:lnTo>
                    <a:pt x="14782" y="2538349"/>
                  </a:lnTo>
                  <a:lnTo>
                    <a:pt x="19050" y="2534158"/>
                  </a:lnTo>
                  <a:lnTo>
                    <a:pt x="19050" y="2523617"/>
                  </a:lnTo>
                  <a:lnTo>
                    <a:pt x="14782" y="2519299"/>
                  </a:lnTo>
                  <a:close/>
                </a:path>
                <a:path w="10424160" h="5213350">
                  <a:moveTo>
                    <a:pt x="14782" y="2481199"/>
                  </a:moveTo>
                  <a:lnTo>
                    <a:pt x="4267" y="2481199"/>
                  </a:lnTo>
                  <a:lnTo>
                    <a:pt x="0" y="2485517"/>
                  </a:lnTo>
                  <a:lnTo>
                    <a:pt x="0" y="2496058"/>
                  </a:lnTo>
                  <a:lnTo>
                    <a:pt x="4267" y="2500249"/>
                  </a:lnTo>
                  <a:lnTo>
                    <a:pt x="14782" y="2500249"/>
                  </a:lnTo>
                  <a:lnTo>
                    <a:pt x="19050" y="2496058"/>
                  </a:lnTo>
                  <a:lnTo>
                    <a:pt x="19050" y="2485517"/>
                  </a:lnTo>
                  <a:lnTo>
                    <a:pt x="14782" y="2481199"/>
                  </a:lnTo>
                  <a:close/>
                </a:path>
                <a:path w="10424160" h="5213350">
                  <a:moveTo>
                    <a:pt x="14782" y="2443099"/>
                  </a:moveTo>
                  <a:lnTo>
                    <a:pt x="4267" y="2443099"/>
                  </a:lnTo>
                  <a:lnTo>
                    <a:pt x="0" y="2447290"/>
                  </a:lnTo>
                  <a:lnTo>
                    <a:pt x="0" y="2457831"/>
                  </a:lnTo>
                  <a:lnTo>
                    <a:pt x="4267" y="2462149"/>
                  </a:lnTo>
                  <a:lnTo>
                    <a:pt x="14782" y="2462149"/>
                  </a:lnTo>
                  <a:lnTo>
                    <a:pt x="19050" y="2457831"/>
                  </a:lnTo>
                  <a:lnTo>
                    <a:pt x="19050" y="2447290"/>
                  </a:lnTo>
                  <a:lnTo>
                    <a:pt x="14782" y="2443099"/>
                  </a:lnTo>
                  <a:close/>
                </a:path>
                <a:path w="10424160" h="5213350">
                  <a:moveTo>
                    <a:pt x="14782" y="2404999"/>
                  </a:moveTo>
                  <a:lnTo>
                    <a:pt x="4267" y="2404999"/>
                  </a:lnTo>
                  <a:lnTo>
                    <a:pt x="0" y="2409190"/>
                  </a:lnTo>
                  <a:lnTo>
                    <a:pt x="0" y="2419731"/>
                  </a:lnTo>
                  <a:lnTo>
                    <a:pt x="4267" y="2424049"/>
                  </a:lnTo>
                  <a:lnTo>
                    <a:pt x="14782" y="2424049"/>
                  </a:lnTo>
                  <a:lnTo>
                    <a:pt x="19050" y="2419731"/>
                  </a:lnTo>
                  <a:lnTo>
                    <a:pt x="19050" y="2409190"/>
                  </a:lnTo>
                  <a:lnTo>
                    <a:pt x="14782" y="2404999"/>
                  </a:lnTo>
                  <a:close/>
                </a:path>
                <a:path w="10424160" h="5213350">
                  <a:moveTo>
                    <a:pt x="14782" y="2366899"/>
                  </a:moveTo>
                  <a:lnTo>
                    <a:pt x="4267" y="2366899"/>
                  </a:lnTo>
                  <a:lnTo>
                    <a:pt x="0" y="2371090"/>
                  </a:lnTo>
                  <a:lnTo>
                    <a:pt x="0" y="2381631"/>
                  </a:lnTo>
                  <a:lnTo>
                    <a:pt x="4267" y="2385949"/>
                  </a:lnTo>
                  <a:lnTo>
                    <a:pt x="14782" y="2385949"/>
                  </a:lnTo>
                  <a:lnTo>
                    <a:pt x="19050" y="2381631"/>
                  </a:lnTo>
                  <a:lnTo>
                    <a:pt x="19050" y="2371090"/>
                  </a:lnTo>
                  <a:lnTo>
                    <a:pt x="14782" y="2366899"/>
                  </a:lnTo>
                  <a:close/>
                </a:path>
                <a:path w="10424160" h="5213350">
                  <a:moveTo>
                    <a:pt x="14782" y="2328672"/>
                  </a:moveTo>
                  <a:lnTo>
                    <a:pt x="4267" y="2328672"/>
                  </a:lnTo>
                  <a:lnTo>
                    <a:pt x="0" y="2332990"/>
                  </a:lnTo>
                  <a:lnTo>
                    <a:pt x="0" y="2343531"/>
                  </a:lnTo>
                  <a:lnTo>
                    <a:pt x="4267" y="2347849"/>
                  </a:lnTo>
                  <a:lnTo>
                    <a:pt x="14782" y="2347849"/>
                  </a:lnTo>
                  <a:lnTo>
                    <a:pt x="19050" y="2343531"/>
                  </a:lnTo>
                  <a:lnTo>
                    <a:pt x="19050" y="2332990"/>
                  </a:lnTo>
                  <a:lnTo>
                    <a:pt x="14782" y="2328672"/>
                  </a:lnTo>
                  <a:close/>
                </a:path>
                <a:path w="10424160" h="5213350">
                  <a:moveTo>
                    <a:pt x="14782" y="2290572"/>
                  </a:moveTo>
                  <a:lnTo>
                    <a:pt x="4267" y="2290572"/>
                  </a:lnTo>
                  <a:lnTo>
                    <a:pt x="0" y="2294890"/>
                  </a:lnTo>
                  <a:lnTo>
                    <a:pt x="0" y="2305431"/>
                  </a:lnTo>
                  <a:lnTo>
                    <a:pt x="4267" y="2309622"/>
                  </a:lnTo>
                  <a:lnTo>
                    <a:pt x="14782" y="2309622"/>
                  </a:lnTo>
                  <a:lnTo>
                    <a:pt x="19050" y="2305431"/>
                  </a:lnTo>
                  <a:lnTo>
                    <a:pt x="19050" y="2294890"/>
                  </a:lnTo>
                  <a:lnTo>
                    <a:pt x="14782" y="2290572"/>
                  </a:lnTo>
                  <a:close/>
                </a:path>
                <a:path w="10424160" h="5213350">
                  <a:moveTo>
                    <a:pt x="14782" y="2252472"/>
                  </a:moveTo>
                  <a:lnTo>
                    <a:pt x="4267" y="2252472"/>
                  </a:lnTo>
                  <a:lnTo>
                    <a:pt x="0" y="2256790"/>
                  </a:lnTo>
                  <a:lnTo>
                    <a:pt x="0" y="2267331"/>
                  </a:lnTo>
                  <a:lnTo>
                    <a:pt x="4267" y="2271522"/>
                  </a:lnTo>
                  <a:lnTo>
                    <a:pt x="14782" y="2271522"/>
                  </a:lnTo>
                  <a:lnTo>
                    <a:pt x="19050" y="2267331"/>
                  </a:lnTo>
                  <a:lnTo>
                    <a:pt x="19050" y="2256790"/>
                  </a:lnTo>
                  <a:lnTo>
                    <a:pt x="14782" y="2252472"/>
                  </a:lnTo>
                  <a:close/>
                </a:path>
                <a:path w="10424160" h="5213350">
                  <a:moveTo>
                    <a:pt x="14782" y="2214372"/>
                  </a:moveTo>
                  <a:lnTo>
                    <a:pt x="4267" y="2214372"/>
                  </a:lnTo>
                  <a:lnTo>
                    <a:pt x="0" y="2218690"/>
                  </a:lnTo>
                  <a:lnTo>
                    <a:pt x="0" y="2229231"/>
                  </a:lnTo>
                  <a:lnTo>
                    <a:pt x="4267" y="2233422"/>
                  </a:lnTo>
                  <a:lnTo>
                    <a:pt x="14782" y="2233422"/>
                  </a:lnTo>
                  <a:lnTo>
                    <a:pt x="19050" y="2229231"/>
                  </a:lnTo>
                  <a:lnTo>
                    <a:pt x="19050" y="2218690"/>
                  </a:lnTo>
                  <a:lnTo>
                    <a:pt x="14782" y="2214372"/>
                  </a:lnTo>
                  <a:close/>
                </a:path>
                <a:path w="10424160" h="5213350">
                  <a:moveTo>
                    <a:pt x="14782" y="2176272"/>
                  </a:moveTo>
                  <a:lnTo>
                    <a:pt x="4267" y="2176272"/>
                  </a:lnTo>
                  <a:lnTo>
                    <a:pt x="0" y="2180463"/>
                  </a:lnTo>
                  <a:lnTo>
                    <a:pt x="0" y="2191004"/>
                  </a:lnTo>
                  <a:lnTo>
                    <a:pt x="4267" y="2195322"/>
                  </a:lnTo>
                  <a:lnTo>
                    <a:pt x="14782" y="2195322"/>
                  </a:lnTo>
                  <a:lnTo>
                    <a:pt x="19050" y="2191004"/>
                  </a:lnTo>
                  <a:lnTo>
                    <a:pt x="19050" y="2180463"/>
                  </a:lnTo>
                  <a:lnTo>
                    <a:pt x="14782" y="2176272"/>
                  </a:lnTo>
                  <a:close/>
                </a:path>
                <a:path w="10424160" h="5213350">
                  <a:moveTo>
                    <a:pt x="14782" y="2138172"/>
                  </a:moveTo>
                  <a:lnTo>
                    <a:pt x="4267" y="2138172"/>
                  </a:lnTo>
                  <a:lnTo>
                    <a:pt x="0" y="2142363"/>
                  </a:lnTo>
                  <a:lnTo>
                    <a:pt x="0" y="2152904"/>
                  </a:lnTo>
                  <a:lnTo>
                    <a:pt x="4267" y="2157222"/>
                  </a:lnTo>
                  <a:lnTo>
                    <a:pt x="14782" y="2157222"/>
                  </a:lnTo>
                  <a:lnTo>
                    <a:pt x="19050" y="2152904"/>
                  </a:lnTo>
                  <a:lnTo>
                    <a:pt x="19050" y="2142363"/>
                  </a:lnTo>
                  <a:lnTo>
                    <a:pt x="14782" y="2138172"/>
                  </a:lnTo>
                  <a:close/>
                </a:path>
                <a:path w="10424160" h="5213350">
                  <a:moveTo>
                    <a:pt x="14782" y="2100072"/>
                  </a:moveTo>
                  <a:lnTo>
                    <a:pt x="4267" y="2100072"/>
                  </a:lnTo>
                  <a:lnTo>
                    <a:pt x="0" y="2104263"/>
                  </a:lnTo>
                  <a:lnTo>
                    <a:pt x="0" y="2114804"/>
                  </a:lnTo>
                  <a:lnTo>
                    <a:pt x="4267" y="2119122"/>
                  </a:lnTo>
                  <a:lnTo>
                    <a:pt x="14782" y="2119122"/>
                  </a:lnTo>
                  <a:lnTo>
                    <a:pt x="19050" y="2114804"/>
                  </a:lnTo>
                  <a:lnTo>
                    <a:pt x="19050" y="2104263"/>
                  </a:lnTo>
                  <a:lnTo>
                    <a:pt x="14782" y="2100072"/>
                  </a:lnTo>
                  <a:close/>
                </a:path>
                <a:path w="10424160" h="5213350">
                  <a:moveTo>
                    <a:pt x="14782" y="2061845"/>
                  </a:moveTo>
                  <a:lnTo>
                    <a:pt x="4267" y="2061845"/>
                  </a:lnTo>
                  <a:lnTo>
                    <a:pt x="0" y="2066163"/>
                  </a:lnTo>
                  <a:lnTo>
                    <a:pt x="0" y="2076704"/>
                  </a:lnTo>
                  <a:lnTo>
                    <a:pt x="4267" y="2081022"/>
                  </a:lnTo>
                  <a:lnTo>
                    <a:pt x="14782" y="2081022"/>
                  </a:lnTo>
                  <a:lnTo>
                    <a:pt x="19050" y="2076704"/>
                  </a:lnTo>
                  <a:lnTo>
                    <a:pt x="19050" y="2066163"/>
                  </a:lnTo>
                  <a:lnTo>
                    <a:pt x="14782" y="2061845"/>
                  </a:lnTo>
                  <a:close/>
                </a:path>
                <a:path w="10424160" h="5213350">
                  <a:moveTo>
                    <a:pt x="14782" y="2023745"/>
                  </a:moveTo>
                  <a:lnTo>
                    <a:pt x="4267" y="2023745"/>
                  </a:lnTo>
                  <a:lnTo>
                    <a:pt x="0" y="2028063"/>
                  </a:lnTo>
                  <a:lnTo>
                    <a:pt x="0" y="2038604"/>
                  </a:lnTo>
                  <a:lnTo>
                    <a:pt x="4267" y="2042795"/>
                  </a:lnTo>
                  <a:lnTo>
                    <a:pt x="14782" y="2042795"/>
                  </a:lnTo>
                  <a:lnTo>
                    <a:pt x="19050" y="2038604"/>
                  </a:lnTo>
                  <a:lnTo>
                    <a:pt x="19050" y="2028063"/>
                  </a:lnTo>
                  <a:lnTo>
                    <a:pt x="14782" y="2023745"/>
                  </a:lnTo>
                  <a:close/>
                </a:path>
                <a:path w="10424160" h="5213350">
                  <a:moveTo>
                    <a:pt x="14782" y="1985645"/>
                  </a:moveTo>
                  <a:lnTo>
                    <a:pt x="4267" y="1985645"/>
                  </a:lnTo>
                  <a:lnTo>
                    <a:pt x="0" y="1989963"/>
                  </a:lnTo>
                  <a:lnTo>
                    <a:pt x="0" y="2000504"/>
                  </a:lnTo>
                  <a:lnTo>
                    <a:pt x="4267" y="2004695"/>
                  </a:lnTo>
                  <a:lnTo>
                    <a:pt x="14782" y="2004695"/>
                  </a:lnTo>
                  <a:lnTo>
                    <a:pt x="19050" y="2000504"/>
                  </a:lnTo>
                  <a:lnTo>
                    <a:pt x="19050" y="1989963"/>
                  </a:lnTo>
                  <a:lnTo>
                    <a:pt x="14782" y="1985645"/>
                  </a:lnTo>
                  <a:close/>
                </a:path>
                <a:path w="10424160" h="5213350">
                  <a:moveTo>
                    <a:pt x="14782" y="1947545"/>
                  </a:moveTo>
                  <a:lnTo>
                    <a:pt x="4267" y="1947545"/>
                  </a:lnTo>
                  <a:lnTo>
                    <a:pt x="0" y="1951736"/>
                  </a:lnTo>
                  <a:lnTo>
                    <a:pt x="0" y="1962277"/>
                  </a:lnTo>
                  <a:lnTo>
                    <a:pt x="4267" y="1966595"/>
                  </a:lnTo>
                  <a:lnTo>
                    <a:pt x="14782" y="1966595"/>
                  </a:lnTo>
                  <a:lnTo>
                    <a:pt x="19050" y="1962277"/>
                  </a:lnTo>
                  <a:lnTo>
                    <a:pt x="19050" y="1951736"/>
                  </a:lnTo>
                  <a:lnTo>
                    <a:pt x="14782" y="1947545"/>
                  </a:lnTo>
                  <a:close/>
                </a:path>
                <a:path w="10424160" h="5213350">
                  <a:moveTo>
                    <a:pt x="14782" y="1909445"/>
                  </a:moveTo>
                  <a:lnTo>
                    <a:pt x="4267" y="1909445"/>
                  </a:lnTo>
                  <a:lnTo>
                    <a:pt x="0" y="1913636"/>
                  </a:lnTo>
                  <a:lnTo>
                    <a:pt x="0" y="1924177"/>
                  </a:lnTo>
                  <a:lnTo>
                    <a:pt x="4267" y="1928495"/>
                  </a:lnTo>
                  <a:lnTo>
                    <a:pt x="14782" y="1928495"/>
                  </a:lnTo>
                  <a:lnTo>
                    <a:pt x="19050" y="1924177"/>
                  </a:lnTo>
                  <a:lnTo>
                    <a:pt x="19050" y="1913636"/>
                  </a:lnTo>
                  <a:lnTo>
                    <a:pt x="14782" y="1909445"/>
                  </a:lnTo>
                  <a:close/>
                </a:path>
                <a:path w="10424160" h="5213350">
                  <a:moveTo>
                    <a:pt x="14782" y="1871345"/>
                  </a:moveTo>
                  <a:lnTo>
                    <a:pt x="4267" y="1871345"/>
                  </a:lnTo>
                  <a:lnTo>
                    <a:pt x="0" y="1875536"/>
                  </a:lnTo>
                  <a:lnTo>
                    <a:pt x="0" y="1886077"/>
                  </a:lnTo>
                  <a:lnTo>
                    <a:pt x="4267" y="1890395"/>
                  </a:lnTo>
                  <a:lnTo>
                    <a:pt x="14782" y="1890395"/>
                  </a:lnTo>
                  <a:lnTo>
                    <a:pt x="19050" y="1886077"/>
                  </a:lnTo>
                  <a:lnTo>
                    <a:pt x="19050" y="1875536"/>
                  </a:lnTo>
                  <a:lnTo>
                    <a:pt x="14782" y="1871345"/>
                  </a:lnTo>
                  <a:close/>
                </a:path>
                <a:path w="10424160" h="5213350">
                  <a:moveTo>
                    <a:pt x="14782" y="1833118"/>
                  </a:moveTo>
                  <a:lnTo>
                    <a:pt x="4267" y="1833118"/>
                  </a:lnTo>
                  <a:lnTo>
                    <a:pt x="0" y="1837436"/>
                  </a:lnTo>
                  <a:lnTo>
                    <a:pt x="0" y="1847977"/>
                  </a:lnTo>
                  <a:lnTo>
                    <a:pt x="4267" y="1852295"/>
                  </a:lnTo>
                  <a:lnTo>
                    <a:pt x="14782" y="1852295"/>
                  </a:lnTo>
                  <a:lnTo>
                    <a:pt x="19050" y="1847977"/>
                  </a:lnTo>
                  <a:lnTo>
                    <a:pt x="19050" y="1837436"/>
                  </a:lnTo>
                  <a:lnTo>
                    <a:pt x="14782" y="1833118"/>
                  </a:lnTo>
                  <a:close/>
                </a:path>
                <a:path w="10424160" h="5213350">
                  <a:moveTo>
                    <a:pt x="14782" y="1795018"/>
                  </a:moveTo>
                  <a:lnTo>
                    <a:pt x="4267" y="1795018"/>
                  </a:lnTo>
                  <a:lnTo>
                    <a:pt x="0" y="1799336"/>
                  </a:lnTo>
                  <a:lnTo>
                    <a:pt x="0" y="1809877"/>
                  </a:lnTo>
                  <a:lnTo>
                    <a:pt x="4267" y="1814068"/>
                  </a:lnTo>
                  <a:lnTo>
                    <a:pt x="14782" y="1814068"/>
                  </a:lnTo>
                  <a:lnTo>
                    <a:pt x="19050" y="1809877"/>
                  </a:lnTo>
                  <a:lnTo>
                    <a:pt x="19050" y="1799336"/>
                  </a:lnTo>
                  <a:lnTo>
                    <a:pt x="14782" y="1795018"/>
                  </a:lnTo>
                  <a:close/>
                </a:path>
                <a:path w="10424160" h="5213350">
                  <a:moveTo>
                    <a:pt x="14782" y="1756918"/>
                  </a:moveTo>
                  <a:lnTo>
                    <a:pt x="4267" y="1756918"/>
                  </a:lnTo>
                  <a:lnTo>
                    <a:pt x="0" y="1761236"/>
                  </a:lnTo>
                  <a:lnTo>
                    <a:pt x="0" y="1771777"/>
                  </a:lnTo>
                  <a:lnTo>
                    <a:pt x="4267" y="1775968"/>
                  </a:lnTo>
                  <a:lnTo>
                    <a:pt x="14782" y="1775968"/>
                  </a:lnTo>
                  <a:lnTo>
                    <a:pt x="19050" y="1771777"/>
                  </a:lnTo>
                  <a:lnTo>
                    <a:pt x="19050" y="1761236"/>
                  </a:lnTo>
                  <a:lnTo>
                    <a:pt x="14782" y="1756918"/>
                  </a:lnTo>
                  <a:close/>
                </a:path>
                <a:path w="10424160" h="5213350">
                  <a:moveTo>
                    <a:pt x="14782" y="1718818"/>
                  </a:moveTo>
                  <a:lnTo>
                    <a:pt x="4267" y="1718818"/>
                  </a:lnTo>
                  <a:lnTo>
                    <a:pt x="0" y="1723136"/>
                  </a:lnTo>
                  <a:lnTo>
                    <a:pt x="0" y="1733677"/>
                  </a:lnTo>
                  <a:lnTo>
                    <a:pt x="4267" y="1737868"/>
                  </a:lnTo>
                  <a:lnTo>
                    <a:pt x="14782" y="1737868"/>
                  </a:lnTo>
                  <a:lnTo>
                    <a:pt x="19050" y="1733677"/>
                  </a:lnTo>
                  <a:lnTo>
                    <a:pt x="19050" y="1723136"/>
                  </a:lnTo>
                  <a:lnTo>
                    <a:pt x="14782" y="1718818"/>
                  </a:lnTo>
                  <a:close/>
                </a:path>
                <a:path w="10424160" h="5213350">
                  <a:moveTo>
                    <a:pt x="14782" y="1680718"/>
                  </a:moveTo>
                  <a:lnTo>
                    <a:pt x="4267" y="1680718"/>
                  </a:lnTo>
                  <a:lnTo>
                    <a:pt x="0" y="1684909"/>
                  </a:lnTo>
                  <a:lnTo>
                    <a:pt x="0" y="1695450"/>
                  </a:lnTo>
                  <a:lnTo>
                    <a:pt x="4267" y="1699768"/>
                  </a:lnTo>
                  <a:lnTo>
                    <a:pt x="14782" y="1699768"/>
                  </a:lnTo>
                  <a:lnTo>
                    <a:pt x="19050" y="1695450"/>
                  </a:lnTo>
                  <a:lnTo>
                    <a:pt x="19050" y="1684909"/>
                  </a:lnTo>
                  <a:lnTo>
                    <a:pt x="14782" y="1680718"/>
                  </a:lnTo>
                  <a:close/>
                </a:path>
                <a:path w="10424160" h="5213350">
                  <a:moveTo>
                    <a:pt x="14782" y="1642618"/>
                  </a:moveTo>
                  <a:lnTo>
                    <a:pt x="4267" y="1642618"/>
                  </a:lnTo>
                  <a:lnTo>
                    <a:pt x="0" y="1646809"/>
                  </a:lnTo>
                  <a:lnTo>
                    <a:pt x="0" y="1657350"/>
                  </a:lnTo>
                  <a:lnTo>
                    <a:pt x="4267" y="1661668"/>
                  </a:lnTo>
                  <a:lnTo>
                    <a:pt x="14782" y="1661668"/>
                  </a:lnTo>
                  <a:lnTo>
                    <a:pt x="19050" y="1657350"/>
                  </a:lnTo>
                  <a:lnTo>
                    <a:pt x="19050" y="1646809"/>
                  </a:lnTo>
                  <a:lnTo>
                    <a:pt x="14782" y="1642618"/>
                  </a:lnTo>
                  <a:close/>
                </a:path>
                <a:path w="10424160" h="5213350">
                  <a:moveTo>
                    <a:pt x="14782" y="1604518"/>
                  </a:moveTo>
                  <a:lnTo>
                    <a:pt x="4267" y="1604518"/>
                  </a:lnTo>
                  <a:lnTo>
                    <a:pt x="0" y="1608709"/>
                  </a:lnTo>
                  <a:lnTo>
                    <a:pt x="0" y="1619250"/>
                  </a:lnTo>
                  <a:lnTo>
                    <a:pt x="4267" y="1623568"/>
                  </a:lnTo>
                  <a:lnTo>
                    <a:pt x="14782" y="1623568"/>
                  </a:lnTo>
                  <a:lnTo>
                    <a:pt x="19050" y="1619250"/>
                  </a:lnTo>
                  <a:lnTo>
                    <a:pt x="19050" y="1608709"/>
                  </a:lnTo>
                  <a:lnTo>
                    <a:pt x="14782" y="1604518"/>
                  </a:lnTo>
                  <a:close/>
                </a:path>
                <a:path w="10424160" h="5213350">
                  <a:moveTo>
                    <a:pt x="14782" y="1566291"/>
                  </a:moveTo>
                  <a:lnTo>
                    <a:pt x="4267" y="1566291"/>
                  </a:lnTo>
                  <a:lnTo>
                    <a:pt x="0" y="1570609"/>
                  </a:lnTo>
                  <a:lnTo>
                    <a:pt x="0" y="1581150"/>
                  </a:lnTo>
                  <a:lnTo>
                    <a:pt x="4267" y="1585468"/>
                  </a:lnTo>
                  <a:lnTo>
                    <a:pt x="14782" y="1585468"/>
                  </a:lnTo>
                  <a:lnTo>
                    <a:pt x="19050" y="1581150"/>
                  </a:lnTo>
                  <a:lnTo>
                    <a:pt x="19050" y="1570609"/>
                  </a:lnTo>
                  <a:lnTo>
                    <a:pt x="14782" y="1566291"/>
                  </a:lnTo>
                  <a:close/>
                </a:path>
                <a:path w="10424160" h="5213350">
                  <a:moveTo>
                    <a:pt x="14782" y="1528191"/>
                  </a:moveTo>
                  <a:lnTo>
                    <a:pt x="4267" y="1528191"/>
                  </a:lnTo>
                  <a:lnTo>
                    <a:pt x="0" y="1532509"/>
                  </a:lnTo>
                  <a:lnTo>
                    <a:pt x="0" y="1543050"/>
                  </a:lnTo>
                  <a:lnTo>
                    <a:pt x="4267" y="1547241"/>
                  </a:lnTo>
                  <a:lnTo>
                    <a:pt x="14782" y="1547241"/>
                  </a:lnTo>
                  <a:lnTo>
                    <a:pt x="19050" y="1543050"/>
                  </a:lnTo>
                  <a:lnTo>
                    <a:pt x="19050" y="1532509"/>
                  </a:lnTo>
                  <a:lnTo>
                    <a:pt x="14782" y="1528191"/>
                  </a:lnTo>
                  <a:close/>
                </a:path>
                <a:path w="10424160" h="5213350">
                  <a:moveTo>
                    <a:pt x="14782" y="1490091"/>
                  </a:moveTo>
                  <a:lnTo>
                    <a:pt x="4267" y="1490091"/>
                  </a:lnTo>
                  <a:lnTo>
                    <a:pt x="0" y="1494409"/>
                  </a:lnTo>
                  <a:lnTo>
                    <a:pt x="0" y="1504950"/>
                  </a:lnTo>
                  <a:lnTo>
                    <a:pt x="4267" y="1509141"/>
                  </a:lnTo>
                  <a:lnTo>
                    <a:pt x="14782" y="1509141"/>
                  </a:lnTo>
                  <a:lnTo>
                    <a:pt x="19050" y="1504950"/>
                  </a:lnTo>
                  <a:lnTo>
                    <a:pt x="19050" y="1494409"/>
                  </a:lnTo>
                  <a:lnTo>
                    <a:pt x="14782" y="1490091"/>
                  </a:lnTo>
                  <a:close/>
                </a:path>
                <a:path w="10424160" h="5213350">
                  <a:moveTo>
                    <a:pt x="14782" y="1451991"/>
                  </a:moveTo>
                  <a:lnTo>
                    <a:pt x="4267" y="1451991"/>
                  </a:lnTo>
                  <a:lnTo>
                    <a:pt x="0" y="1456309"/>
                  </a:lnTo>
                  <a:lnTo>
                    <a:pt x="0" y="1466850"/>
                  </a:lnTo>
                  <a:lnTo>
                    <a:pt x="4267" y="1471041"/>
                  </a:lnTo>
                  <a:lnTo>
                    <a:pt x="14782" y="1471041"/>
                  </a:lnTo>
                  <a:lnTo>
                    <a:pt x="19050" y="1466850"/>
                  </a:lnTo>
                  <a:lnTo>
                    <a:pt x="19050" y="1456309"/>
                  </a:lnTo>
                  <a:lnTo>
                    <a:pt x="14782" y="1451991"/>
                  </a:lnTo>
                  <a:close/>
                </a:path>
                <a:path w="10424160" h="5213350">
                  <a:moveTo>
                    <a:pt x="14782" y="1413891"/>
                  </a:moveTo>
                  <a:lnTo>
                    <a:pt x="4267" y="1413891"/>
                  </a:lnTo>
                  <a:lnTo>
                    <a:pt x="0" y="1418082"/>
                  </a:lnTo>
                  <a:lnTo>
                    <a:pt x="0" y="1428623"/>
                  </a:lnTo>
                  <a:lnTo>
                    <a:pt x="4267" y="1432941"/>
                  </a:lnTo>
                  <a:lnTo>
                    <a:pt x="14782" y="1432941"/>
                  </a:lnTo>
                  <a:lnTo>
                    <a:pt x="19050" y="1428623"/>
                  </a:lnTo>
                  <a:lnTo>
                    <a:pt x="19050" y="1418082"/>
                  </a:lnTo>
                  <a:lnTo>
                    <a:pt x="14782" y="1413891"/>
                  </a:lnTo>
                  <a:close/>
                </a:path>
                <a:path w="10424160" h="5213350">
                  <a:moveTo>
                    <a:pt x="14782" y="1375791"/>
                  </a:moveTo>
                  <a:lnTo>
                    <a:pt x="4267" y="1375791"/>
                  </a:lnTo>
                  <a:lnTo>
                    <a:pt x="0" y="1379982"/>
                  </a:lnTo>
                  <a:lnTo>
                    <a:pt x="0" y="1390523"/>
                  </a:lnTo>
                  <a:lnTo>
                    <a:pt x="4267" y="1394841"/>
                  </a:lnTo>
                  <a:lnTo>
                    <a:pt x="14782" y="1394841"/>
                  </a:lnTo>
                  <a:lnTo>
                    <a:pt x="19050" y="1390523"/>
                  </a:lnTo>
                  <a:lnTo>
                    <a:pt x="19050" y="1379982"/>
                  </a:lnTo>
                  <a:lnTo>
                    <a:pt x="14782" y="1375791"/>
                  </a:lnTo>
                  <a:close/>
                </a:path>
                <a:path w="10424160" h="5213350">
                  <a:moveTo>
                    <a:pt x="14782" y="1337691"/>
                  </a:moveTo>
                  <a:lnTo>
                    <a:pt x="4267" y="1337691"/>
                  </a:lnTo>
                  <a:lnTo>
                    <a:pt x="0" y="1341882"/>
                  </a:lnTo>
                  <a:lnTo>
                    <a:pt x="0" y="1352423"/>
                  </a:lnTo>
                  <a:lnTo>
                    <a:pt x="4267" y="1356741"/>
                  </a:lnTo>
                  <a:lnTo>
                    <a:pt x="14782" y="1356741"/>
                  </a:lnTo>
                  <a:lnTo>
                    <a:pt x="19050" y="1352423"/>
                  </a:lnTo>
                  <a:lnTo>
                    <a:pt x="19050" y="1341882"/>
                  </a:lnTo>
                  <a:lnTo>
                    <a:pt x="14782" y="1337691"/>
                  </a:lnTo>
                  <a:close/>
                </a:path>
                <a:path w="10424160" h="5213350">
                  <a:moveTo>
                    <a:pt x="14782" y="1299464"/>
                  </a:moveTo>
                  <a:lnTo>
                    <a:pt x="4267" y="1299464"/>
                  </a:lnTo>
                  <a:lnTo>
                    <a:pt x="0" y="1303782"/>
                  </a:lnTo>
                  <a:lnTo>
                    <a:pt x="0" y="1314323"/>
                  </a:lnTo>
                  <a:lnTo>
                    <a:pt x="4267" y="1318641"/>
                  </a:lnTo>
                  <a:lnTo>
                    <a:pt x="14782" y="1318641"/>
                  </a:lnTo>
                  <a:lnTo>
                    <a:pt x="19050" y="1314323"/>
                  </a:lnTo>
                  <a:lnTo>
                    <a:pt x="19050" y="1309116"/>
                  </a:lnTo>
                  <a:lnTo>
                    <a:pt x="6350" y="1309116"/>
                  </a:lnTo>
                  <a:lnTo>
                    <a:pt x="6350" y="1308989"/>
                  </a:lnTo>
                  <a:lnTo>
                    <a:pt x="19050" y="1308989"/>
                  </a:lnTo>
                  <a:lnTo>
                    <a:pt x="19050" y="1303782"/>
                  </a:lnTo>
                  <a:lnTo>
                    <a:pt x="14782" y="1299464"/>
                  </a:lnTo>
                  <a:close/>
                </a:path>
                <a:path w="10424160" h="5213350">
                  <a:moveTo>
                    <a:pt x="19050" y="1308989"/>
                  </a:moveTo>
                  <a:lnTo>
                    <a:pt x="12700" y="1308989"/>
                  </a:lnTo>
                  <a:lnTo>
                    <a:pt x="12700" y="1309116"/>
                  </a:lnTo>
                  <a:lnTo>
                    <a:pt x="19050" y="1309116"/>
                  </a:lnTo>
                  <a:lnTo>
                    <a:pt x="19050" y="1308989"/>
                  </a:lnTo>
                  <a:close/>
                </a:path>
                <a:path w="10424160" h="5213350">
                  <a:moveTo>
                    <a:pt x="14782" y="1261364"/>
                  </a:moveTo>
                  <a:lnTo>
                    <a:pt x="4267" y="1261364"/>
                  </a:lnTo>
                  <a:lnTo>
                    <a:pt x="0" y="1265682"/>
                  </a:lnTo>
                  <a:lnTo>
                    <a:pt x="0" y="1276223"/>
                  </a:lnTo>
                  <a:lnTo>
                    <a:pt x="4267" y="1280414"/>
                  </a:lnTo>
                  <a:lnTo>
                    <a:pt x="14782" y="1280414"/>
                  </a:lnTo>
                  <a:lnTo>
                    <a:pt x="19050" y="1276223"/>
                  </a:lnTo>
                  <a:lnTo>
                    <a:pt x="19050" y="1265682"/>
                  </a:lnTo>
                  <a:lnTo>
                    <a:pt x="14782" y="1261364"/>
                  </a:lnTo>
                  <a:close/>
                </a:path>
                <a:path w="10424160" h="5213350">
                  <a:moveTo>
                    <a:pt x="14782" y="1223264"/>
                  </a:moveTo>
                  <a:lnTo>
                    <a:pt x="4267" y="1223264"/>
                  </a:lnTo>
                  <a:lnTo>
                    <a:pt x="0" y="1227582"/>
                  </a:lnTo>
                  <a:lnTo>
                    <a:pt x="0" y="1238123"/>
                  </a:lnTo>
                  <a:lnTo>
                    <a:pt x="4267" y="1242314"/>
                  </a:lnTo>
                  <a:lnTo>
                    <a:pt x="14782" y="1242314"/>
                  </a:lnTo>
                  <a:lnTo>
                    <a:pt x="19050" y="1238123"/>
                  </a:lnTo>
                  <a:lnTo>
                    <a:pt x="19050" y="1227582"/>
                  </a:lnTo>
                  <a:lnTo>
                    <a:pt x="14782" y="1223264"/>
                  </a:lnTo>
                  <a:close/>
                </a:path>
                <a:path w="10424160" h="5213350">
                  <a:moveTo>
                    <a:pt x="14782" y="1185164"/>
                  </a:moveTo>
                  <a:lnTo>
                    <a:pt x="4267" y="1185164"/>
                  </a:lnTo>
                  <a:lnTo>
                    <a:pt x="0" y="1189355"/>
                  </a:lnTo>
                  <a:lnTo>
                    <a:pt x="0" y="1199896"/>
                  </a:lnTo>
                  <a:lnTo>
                    <a:pt x="4267" y="1204214"/>
                  </a:lnTo>
                  <a:lnTo>
                    <a:pt x="14782" y="1204214"/>
                  </a:lnTo>
                  <a:lnTo>
                    <a:pt x="19050" y="1199896"/>
                  </a:lnTo>
                  <a:lnTo>
                    <a:pt x="19050" y="1189355"/>
                  </a:lnTo>
                  <a:lnTo>
                    <a:pt x="14782" y="1185164"/>
                  </a:lnTo>
                  <a:close/>
                </a:path>
                <a:path w="10424160" h="5213350">
                  <a:moveTo>
                    <a:pt x="14782" y="1147064"/>
                  </a:moveTo>
                  <a:lnTo>
                    <a:pt x="4267" y="1147064"/>
                  </a:lnTo>
                  <a:lnTo>
                    <a:pt x="0" y="1151255"/>
                  </a:lnTo>
                  <a:lnTo>
                    <a:pt x="0" y="1161796"/>
                  </a:lnTo>
                  <a:lnTo>
                    <a:pt x="4267" y="1166114"/>
                  </a:lnTo>
                  <a:lnTo>
                    <a:pt x="14782" y="1166114"/>
                  </a:lnTo>
                  <a:lnTo>
                    <a:pt x="19050" y="1161796"/>
                  </a:lnTo>
                  <a:lnTo>
                    <a:pt x="19050" y="1151255"/>
                  </a:lnTo>
                  <a:lnTo>
                    <a:pt x="14782" y="1147064"/>
                  </a:lnTo>
                  <a:close/>
                </a:path>
                <a:path w="10424160" h="5213350">
                  <a:moveTo>
                    <a:pt x="14782" y="1108964"/>
                  </a:moveTo>
                  <a:lnTo>
                    <a:pt x="4267" y="1108964"/>
                  </a:lnTo>
                  <a:lnTo>
                    <a:pt x="0" y="1113155"/>
                  </a:lnTo>
                  <a:lnTo>
                    <a:pt x="0" y="1123696"/>
                  </a:lnTo>
                  <a:lnTo>
                    <a:pt x="4267" y="1128014"/>
                  </a:lnTo>
                  <a:lnTo>
                    <a:pt x="14782" y="1128014"/>
                  </a:lnTo>
                  <a:lnTo>
                    <a:pt x="19050" y="1123696"/>
                  </a:lnTo>
                  <a:lnTo>
                    <a:pt x="19050" y="1113155"/>
                  </a:lnTo>
                  <a:lnTo>
                    <a:pt x="14782" y="1108964"/>
                  </a:lnTo>
                  <a:close/>
                </a:path>
                <a:path w="10424160" h="5213350">
                  <a:moveTo>
                    <a:pt x="14782" y="1070737"/>
                  </a:moveTo>
                  <a:lnTo>
                    <a:pt x="4267" y="1070737"/>
                  </a:lnTo>
                  <a:lnTo>
                    <a:pt x="0" y="1075055"/>
                  </a:lnTo>
                  <a:lnTo>
                    <a:pt x="0" y="1085596"/>
                  </a:lnTo>
                  <a:lnTo>
                    <a:pt x="4267" y="1089914"/>
                  </a:lnTo>
                  <a:lnTo>
                    <a:pt x="14782" y="1089914"/>
                  </a:lnTo>
                  <a:lnTo>
                    <a:pt x="19050" y="1085596"/>
                  </a:lnTo>
                  <a:lnTo>
                    <a:pt x="19050" y="1075055"/>
                  </a:lnTo>
                  <a:lnTo>
                    <a:pt x="14782" y="1070737"/>
                  </a:lnTo>
                  <a:close/>
                </a:path>
                <a:path w="10424160" h="5213350">
                  <a:moveTo>
                    <a:pt x="14782" y="1032637"/>
                  </a:moveTo>
                  <a:lnTo>
                    <a:pt x="4267" y="1032637"/>
                  </a:lnTo>
                  <a:lnTo>
                    <a:pt x="0" y="1036955"/>
                  </a:lnTo>
                  <a:lnTo>
                    <a:pt x="0" y="1047496"/>
                  </a:lnTo>
                  <a:lnTo>
                    <a:pt x="4267" y="1051687"/>
                  </a:lnTo>
                  <a:lnTo>
                    <a:pt x="14782" y="1051687"/>
                  </a:lnTo>
                  <a:lnTo>
                    <a:pt x="19050" y="1047496"/>
                  </a:lnTo>
                  <a:lnTo>
                    <a:pt x="19050" y="1036955"/>
                  </a:lnTo>
                  <a:lnTo>
                    <a:pt x="14782" y="1032637"/>
                  </a:lnTo>
                  <a:close/>
                </a:path>
                <a:path w="10424160" h="5213350">
                  <a:moveTo>
                    <a:pt x="14782" y="994537"/>
                  </a:moveTo>
                  <a:lnTo>
                    <a:pt x="4267" y="994537"/>
                  </a:lnTo>
                  <a:lnTo>
                    <a:pt x="0" y="998855"/>
                  </a:lnTo>
                  <a:lnTo>
                    <a:pt x="0" y="1009396"/>
                  </a:lnTo>
                  <a:lnTo>
                    <a:pt x="4267" y="1013587"/>
                  </a:lnTo>
                  <a:lnTo>
                    <a:pt x="14782" y="1013587"/>
                  </a:lnTo>
                  <a:lnTo>
                    <a:pt x="19050" y="1009396"/>
                  </a:lnTo>
                  <a:lnTo>
                    <a:pt x="19050" y="998855"/>
                  </a:lnTo>
                  <a:lnTo>
                    <a:pt x="14782" y="994537"/>
                  </a:lnTo>
                  <a:close/>
                </a:path>
                <a:path w="10424160" h="5213350">
                  <a:moveTo>
                    <a:pt x="14782" y="956437"/>
                  </a:moveTo>
                  <a:lnTo>
                    <a:pt x="4267" y="956437"/>
                  </a:lnTo>
                  <a:lnTo>
                    <a:pt x="0" y="960755"/>
                  </a:lnTo>
                  <a:lnTo>
                    <a:pt x="0" y="971296"/>
                  </a:lnTo>
                  <a:lnTo>
                    <a:pt x="4267" y="975487"/>
                  </a:lnTo>
                  <a:lnTo>
                    <a:pt x="14782" y="975487"/>
                  </a:lnTo>
                  <a:lnTo>
                    <a:pt x="19050" y="971296"/>
                  </a:lnTo>
                  <a:lnTo>
                    <a:pt x="19050" y="960755"/>
                  </a:lnTo>
                  <a:lnTo>
                    <a:pt x="14782" y="956437"/>
                  </a:lnTo>
                  <a:close/>
                </a:path>
                <a:path w="10424160" h="5213350">
                  <a:moveTo>
                    <a:pt x="14782" y="918337"/>
                  </a:moveTo>
                  <a:lnTo>
                    <a:pt x="4267" y="918337"/>
                  </a:lnTo>
                  <a:lnTo>
                    <a:pt x="0" y="922528"/>
                  </a:lnTo>
                  <a:lnTo>
                    <a:pt x="0" y="933069"/>
                  </a:lnTo>
                  <a:lnTo>
                    <a:pt x="4267" y="937387"/>
                  </a:lnTo>
                  <a:lnTo>
                    <a:pt x="14782" y="937387"/>
                  </a:lnTo>
                  <a:lnTo>
                    <a:pt x="19050" y="933069"/>
                  </a:lnTo>
                  <a:lnTo>
                    <a:pt x="19050" y="922528"/>
                  </a:lnTo>
                  <a:lnTo>
                    <a:pt x="14782" y="918337"/>
                  </a:lnTo>
                  <a:close/>
                </a:path>
                <a:path w="10424160" h="5213350">
                  <a:moveTo>
                    <a:pt x="14782" y="880237"/>
                  </a:moveTo>
                  <a:lnTo>
                    <a:pt x="4267" y="880237"/>
                  </a:lnTo>
                  <a:lnTo>
                    <a:pt x="0" y="884428"/>
                  </a:lnTo>
                  <a:lnTo>
                    <a:pt x="0" y="894969"/>
                  </a:lnTo>
                  <a:lnTo>
                    <a:pt x="4267" y="899287"/>
                  </a:lnTo>
                  <a:lnTo>
                    <a:pt x="14782" y="899287"/>
                  </a:lnTo>
                  <a:lnTo>
                    <a:pt x="19050" y="894969"/>
                  </a:lnTo>
                  <a:lnTo>
                    <a:pt x="19050" y="884428"/>
                  </a:lnTo>
                  <a:lnTo>
                    <a:pt x="14782" y="880237"/>
                  </a:lnTo>
                  <a:close/>
                </a:path>
                <a:path w="10424160" h="5213350">
                  <a:moveTo>
                    <a:pt x="14782" y="842137"/>
                  </a:moveTo>
                  <a:lnTo>
                    <a:pt x="4267" y="842137"/>
                  </a:lnTo>
                  <a:lnTo>
                    <a:pt x="0" y="846328"/>
                  </a:lnTo>
                  <a:lnTo>
                    <a:pt x="0" y="856869"/>
                  </a:lnTo>
                  <a:lnTo>
                    <a:pt x="4267" y="861187"/>
                  </a:lnTo>
                  <a:lnTo>
                    <a:pt x="14782" y="861187"/>
                  </a:lnTo>
                  <a:lnTo>
                    <a:pt x="19050" y="856869"/>
                  </a:lnTo>
                  <a:lnTo>
                    <a:pt x="19050" y="846328"/>
                  </a:lnTo>
                  <a:lnTo>
                    <a:pt x="14782" y="842137"/>
                  </a:lnTo>
                  <a:close/>
                </a:path>
                <a:path w="10424160" h="5213350">
                  <a:moveTo>
                    <a:pt x="14782" y="803910"/>
                  </a:moveTo>
                  <a:lnTo>
                    <a:pt x="4267" y="803910"/>
                  </a:lnTo>
                  <a:lnTo>
                    <a:pt x="0" y="808228"/>
                  </a:lnTo>
                  <a:lnTo>
                    <a:pt x="0" y="818769"/>
                  </a:lnTo>
                  <a:lnTo>
                    <a:pt x="4267" y="823087"/>
                  </a:lnTo>
                  <a:lnTo>
                    <a:pt x="14782" y="823087"/>
                  </a:lnTo>
                  <a:lnTo>
                    <a:pt x="19050" y="818769"/>
                  </a:lnTo>
                  <a:lnTo>
                    <a:pt x="19050" y="808228"/>
                  </a:lnTo>
                  <a:lnTo>
                    <a:pt x="14782" y="803910"/>
                  </a:lnTo>
                  <a:close/>
                </a:path>
                <a:path w="10424160" h="5213350">
                  <a:moveTo>
                    <a:pt x="14782" y="765810"/>
                  </a:moveTo>
                  <a:lnTo>
                    <a:pt x="4267" y="765810"/>
                  </a:lnTo>
                  <a:lnTo>
                    <a:pt x="0" y="770128"/>
                  </a:lnTo>
                  <a:lnTo>
                    <a:pt x="0" y="780669"/>
                  </a:lnTo>
                  <a:lnTo>
                    <a:pt x="4267" y="784860"/>
                  </a:lnTo>
                  <a:lnTo>
                    <a:pt x="14782" y="784860"/>
                  </a:lnTo>
                  <a:lnTo>
                    <a:pt x="19050" y="780669"/>
                  </a:lnTo>
                  <a:lnTo>
                    <a:pt x="19050" y="770128"/>
                  </a:lnTo>
                  <a:lnTo>
                    <a:pt x="14782" y="765810"/>
                  </a:lnTo>
                  <a:close/>
                </a:path>
                <a:path w="10424160" h="5213350">
                  <a:moveTo>
                    <a:pt x="14782" y="727710"/>
                  </a:moveTo>
                  <a:lnTo>
                    <a:pt x="4267" y="727710"/>
                  </a:lnTo>
                  <a:lnTo>
                    <a:pt x="0" y="732028"/>
                  </a:lnTo>
                  <a:lnTo>
                    <a:pt x="0" y="742569"/>
                  </a:lnTo>
                  <a:lnTo>
                    <a:pt x="4267" y="746760"/>
                  </a:lnTo>
                  <a:lnTo>
                    <a:pt x="14782" y="746760"/>
                  </a:lnTo>
                  <a:lnTo>
                    <a:pt x="19050" y="742569"/>
                  </a:lnTo>
                  <a:lnTo>
                    <a:pt x="19050" y="732028"/>
                  </a:lnTo>
                  <a:lnTo>
                    <a:pt x="14782" y="727710"/>
                  </a:lnTo>
                  <a:close/>
                </a:path>
                <a:path w="10424160" h="5213350">
                  <a:moveTo>
                    <a:pt x="14782" y="689610"/>
                  </a:moveTo>
                  <a:lnTo>
                    <a:pt x="4267" y="689610"/>
                  </a:lnTo>
                  <a:lnTo>
                    <a:pt x="0" y="693928"/>
                  </a:lnTo>
                  <a:lnTo>
                    <a:pt x="0" y="704469"/>
                  </a:lnTo>
                  <a:lnTo>
                    <a:pt x="4267" y="708660"/>
                  </a:lnTo>
                  <a:lnTo>
                    <a:pt x="14782" y="708660"/>
                  </a:lnTo>
                  <a:lnTo>
                    <a:pt x="19050" y="704469"/>
                  </a:lnTo>
                  <a:lnTo>
                    <a:pt x="19050" y="693928"/>
                  </a:lnTo>
                  <a:lnTo>
                    <a:pt x="14782" y="689610"/>
                  </a:lnTo>
                  <a:close/>
                </a:path>
                <a:path w="10424160" h="5213350">
                  <a:moveTo>
                    <a:pt x="14782" y="651510"/>
                  </a:moveTo>
                  <a:lnTo>
                    <a:pt x="4267" y="651510"/>
                  </a:lnTo>
                  <a:lnTo>
                    <a:pt x="0" y="655701"/>
                  </a:lnTo>
                  <a:lnTo>
                    <a:pt x="0" y="666242"/>
                  </a:lnTo>
                  <a:lnTo>
                    <a:pt x="4267" y="670560"/>
                  </a:lnTo>
                  <a:lnTo>
                    <a:pt x="14782" y="670560"/>
                  </a:lnTo>
                  <a:lnTo>
                    <a:pt x="19050" y="666242"/>
                  </a:lnTo>
                  <a:lnTo>
                    <a:pt x="19050" y="655701"/>
                  </a:lnTo>
                  <a:lnTo>
                    <a:pt x="14782" y="651510"/>
                  </a:lnTo>
                  <a:close/>
                </a:path>
                <a:path w="10424160" h="5213350">
                  <a:moveTo>
                    <a:pt x="14782" y="613410"/>
                  </a:moveTo>
                  <a:lnTo>
                    <a:pt x="4267" y="613410"/>
                  </a:lnTo>
                  <a:lnTo>
                    <a:pt x="0" y="617601"/>
                  </a:lnTo>
                  <a:lnTo>
                    <a:pt x="0" y="628142"/>
                  </a:lnTo>
                  <a:lnTo>
                    <a:pt x="4267" y="632460"/>
                  </a:lnTo>
                  <a:lnTo>
                    <a:pt x="14782" y="632460"/>
                  </a:lnTo>
                  <a:lnTo>
                    <a:pt x="19050" y="628142"/>
                  </a:lnTo>
                  <a:lnTo>
                    <a:pt x="19050" y="617601"/>
                  </a:lnTo>
                  <a:lnTo>
                    <a:pt x="14782" y="613410"/>
                  </a:lnTo>
                  <a:close/>
                </a:path>
                <a:path w="10424160" h="5213350">
                  <a:moveTo>
                    <a:pt x="14782" y="575310"/>
                  </a:moveTo>
                  <a:lnTo>
                    <a:pt x="4267" y="575310"/>
                  </a:lnTo>
                  <a:lnTo>
                    <a:pt x="0" y="579501"/>
                  </a:lnTo>
                  <a:lnTo>
                    <a:pt x="0" y="590042"/>
                  </a:lnTo>
                  <a:lnTo>
                    <a:pt x="4267" y="594360"/>
                  </a:lnTo>
                  <a:lnTo>
                    <a:pt x="14782" y="594360"/>
                  </a:lnTo>
                  <a:lnTo>
                    <a:pt x="19050" y="590042"/>
                  </a:lnTo>
                  <a:lnTo>
                    <a:pt x="19050" y="579501"/>
                  </a:lnTo>
                  <a:lnTo>
                    <a:pt x="14782" y="575310"/>
                  </a:lnTo>
                  <a:close/>
                </a:path>
                <a:path w="10424160" h="5213350">
                  <a:moveTo>
                    <a:pt x="14782" y="537083"/>
                  </a:moveTo>
                  <a:lnTo>
                    <a:pt x="4267" y="537083"/>
                  </a:lnTo>
                  <a:lnTo>
                    <a:pt x="0" y="541401"/>
                  </a:lnTo>
                  <a:lnTo>
                    <a:pt x="0" y="551942"/>
                  </a:lnTo>
                  <a:lnTo>
                    <a:pt x="4267" y="556260"/>
                  </a:lnTo>
                  <a:lnTo>
                    <a:pt x="14782" y="556260"/>
                  </a:lnTo>
                  <a:lnTo>
                    <a:pt x="19050" y="551942"/>
                  </a:lnTo>
                  <a:lnTo>
                    <a:pt x="19050" y="541401"/>
                  </a:lnTo>
                  <a:lnTo>
                    <a:pt x="14782" y="537083"/>
                  </a:lnTo>
                  <a:close/>
                </a:path>
                <a:path w="10424160" h="5213350">
                  <a:moveTo>
                    <a:pt x="14782" y="498983"/>
                  </a:moveTo>
                  <a:lnTo>
                    <a:pt x="4267" y="498983"/>
                  </a:lnTo>
                  <a:lnTo>
                    <a:pt x="0" y="503300"/>
                  </a:lnTo>
                  <a:lnTo>
                    <a:pt x="0" y="513842"/>
                  </a:lnTo>
                  <a:lnTo>
                    <a:pt x="4267" y="518033"/>
                  </a:lnTo>
                  <a:lnTo>
                    <a:pt x="14782" y="518033"/>
                  </a:lnTo>
                  <a:lnTo>
                    <a:pt x="19050" y="513842"/>
                  </a:lnTo>
                  <a:lnTo>
                    <a:pt x="19050" y="503300"/>
                  </a:lnTo>
                  <a:lnTo>
                    <a:pt x="14782" y="498983"/>
                  </a:lnTo>
                  <a:close/>
                </a:path>
                <a:path w="10424160" h="5213350">
                  <a:moveTo>
                    <a:pt x="14782" y="460883"/>
                  </a:moveTo>
                  <a:lnTo>
                    <a:pt x="4267" y="460883"/>
                  </a:lnTo>
                  <a:lnTo>
                    <a:pt x="0" y="465200"/>
                  </a:lnTo>
                  <a:lnTo>
                    <a:pt x="0" y="475742"/>
                  </a:lnTo>
                  <a:lnTo>
                    <a:pt x="4267" y="479933"/>
                  </a:lnTo>
                  <a:lnTo>
                    <a:pt x="14782" y="479933"/>
                  </a:lnTo>
                  <a:lnTo>
                    <a:pt x="19050" y="475742"/>
                  </a:lnTo>
                  <a:lnTo>
                    <a:pt x="19050" y="465200"/>
                  </a:lnTo>
                  <a:lnTo>
                    <a:pt x="14782" y="460883"/>
                  </a:lnTo>
                  <a:close/>
                </a:path>
                <a:path w="10424160" h="5213350">
                  <a:moveTo>
                    <a:pt x="14782" y="422783"/>
                  </a:moveTo>
                  <a:lnTo>
                    <a:pt x="4267" y="422783"/>
                  </a:lnTo>
                  <a:lnTo>
                    <a:pt x="0" y="426974"/>
                  </a:lnTo>
                  <a:lnTo>
                    <a:pt x="0" y="437515"/>
                  </a:lnTo>
                  <a:lnTo>
                    <a:pt x="4267" y="441833"/>
                  </a:lnTo>
                  <a:lnTo>
                    <a:pt x="14782" y="441833"/>
                  </a:lnTo>
                  <a:lnTo>
                    <a:pt x="19050" y="437515"/>
                  </a:lnTo>
                  <a:lnTo>
                    <a:pt x="19050" y="426974"/>
                  </a:lnTo>
                  <a:lnTo>
                    <a:pt x="14782" y="422783"/>
                  </a:lnTo>
                  <a:close/>
                </a:path>
                <a:path w="10424160" h="5213350">
                  <a:moveTo>
                    <a:pt x="14782" y="384683"/>
                  </a:moveTo>
                  <a:lnTo>
                    <a:pt x="4267" y="384683"/>
                  </a:lnTo>
                  <a:lnTo>
                    <a:pt x="0" y="388874"/>
                  </a:lnTo>
                  <a:lnTo>
                    <a:pt x="0" y="399415"/>
                  </a:lnTo>
                  <a:lnTo>
                    <a:pt x="4267" y="403733"/>
                  </a:lnTo>
                  <a:lnTo>
                    <a:pt x="14782" y="403733"/>
                  </a:lnTo>
                  <a:lnTo>
                    <a:pt x="19050" y="399415"/>
                  </a:lnTo>
                  <a:lnTo>
                    <a:pt x="19050" y="388874"/>
                  </a:lnTo>
                  <a:lnTo>
                    <a:pt x="14782" y="384683"/>
                  </a:lnTo>
                  <a:close/>
                </a:path>
                <a:path w="10424160" h="5213350">
                  <a:moveTo>
                    <a:pt x="14782" y="346583"/>
                  </a:moveTo>
                  <a:lnTo>
                    <a:pt x="4267" y="346583"/>
                  </a:lnTo>
                  <a:lnTo>
                    <a:pt x="0" y="350774"/>
                  </a:lnTo>
                  <a:lnTo>
                    <a:pt x="0" y="361315"/>
                  </a:lnTo>
                  <a:lnTo>
                    <a:pt x="4267" y="365633"/>
                  </a:lnTo>
                  <a:lnTo>
                    <a:pt x="14782" y="365633"/>
                  </a:lnTo>
                  <a:lnTo>
                    <a:pt x="19050" y="361315"/>
                  </a:lnTo>
                  <a:lnTo>
                    <a:pt x="19050" y="350774"/>
                  </a:lnTo>
                  <a:lnTo>
                    <a:pt x="14782" y="346583"/>
                  </a:lnTo>
                  <a:close/>
                </a:path>
                <a:path w="10424160" h="5213350">
                  <a:moveTo>
                    <a:pt x="14782" y="308356"/>
                  </a:moveTo>
                  <a:lnTo>
                    <a:pt x="4267" y="308356"/>
                  </a:lnTo>
                  <a:lnTo>
                    <a:pt x="0" y="312674"/>
                  </a:lnTo>
                  <a:lnTo>
                    <a:pt x="0" y="323215"/>
                  </a:lnTo>
                  <a:lnTo>
                    <a:pt x="4267" y="327533"/>
                  </a:lnTo>
                  <a:lnTo>
                    <a:pt x="14782" y="327533"/>
                  </a:lnTo>
                  <a:lnTo>
                    <a:pt x="19050" y="323215"/>
                  </a:lnTo>
                  <a:lnTo>
                    <a:pt x="19050" y="312674"/>
                  </a:lnTo>
                  <a:lnTo>
                    <a:pt x="14782" y="308356"/>
                  </a:lnTo>
                  <a:close/>
                </a:path>
                <a:path w="10424160" h="5213350">
                  <a:moveTo>
                    <a:pt x="14782" y="270256"/>
                  </a:moveTo>
                  <a:lnTo>
                    <a:pt x="4267" y="270256"/>
                  </a:lnTo>
                  <a:lnTo>
                    <a:pt x="0" y="274574"/>
                  </a:lnTo>
                  <a:lnTo>
                    <a:pt x="0" y="285115"/>
                  </a:lnTo>
                  <a:lnTo>
                    <a:pt x="4267" y="289306"/>
                  </a:lnTo>
                  <a:lnTo>
                    <a:pt x="14782" y="289306"/>
                  </a:lnTo>
                  <a:lnTo>
                    <a:pt x="19050" y="285115"/>
                  </a:lnTo>
                  <a:lnTo>
                    <a:pt x="19050" y="274574"/>
                  </a:lnTo>
                  <a:lnTo>
                    <a:pt x="14782" y="270256"/>
                  </a:lnTo>
                  <a:close/>
                </a:path>
                <a:path w="10424160" h="5213350">
                  <a:moveTo>
                    <a:pt x="14782" y="232156"/>
                  </a:moveTo>
                  <a:lnTo>
                    <a:pt x="4267" y="232156"/>
                  </a:lnTo>
                  <a:lnTo>
                    <a:pt x="0" y="236474"/>
                  </a:lnTo>
                  <a:lnTo>
                    <a:pt x="0" y="247015"/>
                  </a:lnTo>
                  <a:lnTo>
                    <a:pt x="4267" y="251206"/>
                  </a:lnTo>
                  <a:lnTo>
                    <a:pt x="14782" y="251206"/>
                  </a:lnTo>
                  <a:lnTo>
                    <a:pt x="19050" y="247015"/>
                  </a:lnTo>
                  <a:lnTo>
                    <a:pt x="19050" y="236474"/>
                  </a:lnTo>
                  <a:lnTo>
                    <a:pt x="14782" y="232156"/>
                  </a:lnTo>
                  <a:close/>
                </a:path>
                <a:path w="10424160" h="5213350">
                  <a:moveTo>
                    <a:pt x="14782" y="194056"/>
                  </a:moveTo>
                  <a:lnTo>
                    <a:pt x="4267" y="194056"/>
                  </a:lnTo>
                  <a:lnTo>
                    <a:pt x="0" y="198374"/>
                  </a:lnTo>
                  <a:lnTo>
                    <a:pt x="0" y="208915"/>
                  </a:lnTo>
                  <a:lnTo>
                    <a:pt x="4267" y="213106"/>
                  </a:lnTo>
                  <a:lnTo>
                    <a:pt x="14782" y="213106"/>
                  </a:lnTo>
                  <a:lnTo>
                    <a:pt x="19050" y="208915"/>
                  </a:lnTo>
                  <a:lnTo>
                    <a:pt x="19050" y="198374"/>
                  </a:lnTo>
                  <a:lnTo>
                    <a:pt x="14782" y="194056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838" y="169291"/>
                  </a:lnTo>
                  <a:lnTo>
                    <a:pt x="4419" y="174244"/>
                  </a:lnTo>
                  <a:lnTo>
                    <a:pt x="14820" y="175768"/>
                  </a:lnTo>
                  <a:lnTo>
                    <a:pt x="19672" y="172212"/>
                  </a:lnTo>
                  <a:lnTo>
                    <a:pt x="20459" y="167005"/>
                  </a:lnTo>
                  <a:lnTo>
                    <a:pt x="8168" y="165100"/>
                  </a:lnTo>
                  <a:lnTo>
                    <a:pt x="7899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7251" y="155321"/>
                  </a:moveTo>
                  <a:lnTo>
                    <a:pt x="2400" y="158876"/>
                  </a:lnTo>
                  <a:lnTo>
                    <a:pt x="1625" y="164084"/>
                  </a:lnTo>
                  <a:lnTo>
                    <a:pt x="20459" y="167005"/>
                  </a:lnTo>
                  <a:lnTo>
                    <a:pt x="14173" y="165988"/>
                  </a:lnTo>
                  <a:lnTo>
                    <a:pt x="20610" y="165988"/>
                  </a:lnTo>
                  <a:lnTo>
                    <a:pt x="21234" y="161798"/>
                  </a:lnTo>
                  <a:lnTo>
                    <a:pt x="17653" y="156845"/>
                  </a:lnTo>
                  <a:lnTo>
                    <a:pt x="7251" y="155321"/>
                  </a:lnTo>
                  <a:close/>
                </a:path>
                <a:path w="10424160" h="5213350">
                  <a:moveTo>
                    <a:pt x="20610" y="165988"/>
                  </a:moveTo>
                  <a:lnTo>
                    <a:pt x="14173" y="165988"/>
                  </a:lnTo>
                  <a:lnTo>
                    <a:pt x="20459" y="167005"/>
                  </a:lnTo>
                  <a:lnTo>
                    <a:pt x="20610" y="165988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7899" y="165100"/>
                  </a:lnTo>
                  <a:lnTo>
                    <a:pt x="8168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10782" y="125222"/>
                  </a:moveTo>
                  <a:lnTo>
                    <a:pt x="8966" y="130175"/>
                  </a:lnTo>
                  <a:lnTo>
                    <a:pt x="11493" y="135636"/>
                  </a:lnTo>
                  <a:lnTo>
                    <a:pt x="16433" y="137413"/>
                  </a:lnTo>
                  <a:lnTo>
                    <a:pt x="21361" y="139319"/>
                  </a:lnTo>
                  <a:lnTo>
                    <a:pt x="26835" y="136779"/>
                  </a:lnTo>
                  <a:lnTo>
                    <a:pt x="28663" y="131825"/>
                  </a:lnTo>
                  <a:lnTo>
                    <a:pt x="24193" y="130175"/>
                  </a:lnTo>
                  <a:lnTo>
                    <a:pt x="22694" y="129667"/>
                  </a:lnTo>
                  <a:lnTo>
                    <a:pt x="10782" y="125222"/>
                  </a:lnTo>
                  <a:close/>
                </a:path>
                <a:path w="10424160" h="5213350">
                  <a:moveTo>
                    <a:pt x="18084" y="117729"/>
                  </a:moveTo>
                  <a:lnTo>
                    <a:pt x="12611" y="120269"/>
                  </a:lnTo>
                  <a:lnTo>
                    <a:pt x="10782" y="125222"/>
                  </a:lnTo>
                  <a:lnTo>
                    <a:pt x="15346" y="126873"/>
                  </a:lnTo>
                  <a:lnTo>
                    <a:pt x="16636" y="127381"/>
                  </a:lnTo>
                  <a:lnTo>
                    <a:pt x="28663" y="131825"/>
                  </a:lnTo>
                  <a:lnTo>
                    <a:pt x="30479" y="126873"/>
                  </a:lnTo>
                  <a:lnTo>
                    <a:pt x="27952" y="121412"/>
                  </a:lnTo>
                  <a:lnTo>
                    <a:pt x="23012" y="119634"/>
                  </a:lnTo>
                  <a:lnTo>
                    <a:pt x="18084" y="117729"/>
                  </a:lnTo>
                  <a:close/>
                </a:path>
                <a:path w="10424160" h="5213350">
                  <a:moveTo>
                    <a:pt x="27939" y="89281"/>
                  </a:moveTo>
                  <a:lnTo>
                    <a:pt x="25196" y="93725"/>
                  </a:lnTo>
                  <a:lnTo>
                    <a:pt x="26526" y="99187"/>
                  </a:lnTo>
                  <a:lnTo>
                    <a:pt x="26619" y="99568"/>
                  </a:lnTo>
                  <a:lnTo>
                    <a:pt x="31102" y="102362"/>
                  </a:lnTo>
                  <a:lnTo>
                    <a:pt x="35598" y="105029"/>
                  </a:lnTo>
                  <a:lnTo>
                    <a:pt x="41465" y="103632"/>
                  </a:lnTo>
                  <a:lnTo>
                    <a:pt x="44195" y="99187"/>
                  </a:lnTo>
                  <a:lnTo>
                    <a:pt x="27939" y="89281"/>
                  </a:lnTo>
                  <a:close/>
                </a:path>
                <a:path w="10424160" h="5213350">
                  <a:moveTo>
                    <a:pt x="36550" y="83312"/>
                  </a:moveTo>
                  <a:lnTo>
                    <a:pt x="30683" y="84709"/>
                  </a:lnTo>
                  <a:lnTo>
                    <a:pt x="27952" y="89281"/>
                  </a:lnTo>
                  <a:lnTo>
                    <a:pt x="44208" y="99187"/>
                  </a:lnTo>
                  <a:lnTo>
                    <a:pt x="46951" y="94615"/>
                  </a:lnTo>
                  <a:lnTo>
                    <a:pt x="45653" y="89281"/>
                  </a:lnTo>
                  <a:lnTo>
                    <a:pt x="45529" y="88773"/>
                  </a:lnTo>
                  <a:lnTo>
                    <a:pt x="41033" y="86106"/>
                  </a:lnTo>
                  <a:lnTo>
                    <a:pt x="36550" y="83312"/>
                  </a:lnTo>
                  <a:close/>
                </a:path>
                <a:path w="10424160" h="5213350">
                  <a:moveTo>
                    <a:pt x="52298" y="57785"/>
                  </a:moveTo>
                  <a:lnTo>
                    <a:pt x="48755" y="61595"/>
                  </a:lnTo>
                  <a:lnTo>
                    <a:pt x="48980" y="66294"/>
                  </a:lnTo>
                  <a:lnTo>
                    <a:pt x="49047" y="67691"/>
                  </a:lnTo>
                  <a:lnTo>
                    <a:pt x="52933" y="71120"/>
                  </a:lnTo>
                  <a:lnTo>
                    <a:pt x="56832" y="74675"/>
                  </a:lnTo>
                  <a:lnTo>
                    <a:pt x="62852" y="74422"/>
                  </a:lnTo>
                  <a:lnTo>
                    <a:pt x="66389" y="70491"/>
                  </a:lnTo>
                  <a:lnTo>
                    <a:pt x="63337" y="67691"/>
                  </a:lnTo>
                  <a:lnTo>
                    <a:pt x="61696" y="66294"/>
                  </a:lnTo>
                  <a:lnTo>
                    <a:pt x="57056" y="61975"/>
                  </a:lnTo>
                  <a:lnTo>
                    <a:pt x="56581" y="61595"/>
                  </a:lnTo>
                  <a:lnTo>
                    <a:pt x="52298" y="57785"/>
                  </a:lnTo>
                  <a:close/>
                </a:path>
                <a:path w="10424160" h="5213350">
                  <a:moveTo>
                    <a:pt x="66596" y="57785"/>
                  </a:moveTo>
                  <a:lnTo>
                    <a:pt x="52450" y="57785"/>
                  </a:lnTo>
                  <a:lnTo>
                    <a:pt x="62221" y="66675"/>
                  </a:lnTo>
                  <a:lnTo>
                    <a:pt x="63267" y="67691"/>
                  </a:lnTo>
                  <a:lnTo>
                    <a:pt x="66415" y="70491"/>
                  </a:lnTo>
                  <a:lnTo>
                    <a:pt x="69938" y="66675"/>
                  </a:lnTo>
                  <a:lnTo>
                    <a:pt x="69723" y="61975"/>
                  </a:lnTo>
                  <a:lnTo>
                    <a:pt x="69659" y="60579"/>
                  </a:lnTo>
                  <a:lnTo>
                    <a:pt x="66596" y="57785"/>
                  </a:lnTo>
                  <a:close/>
                </a:path>
                <a:path w="10424160" h="5213350">
                  <a:moveTo>
                    <a:pt x="61874" y="53594"/>
                  </a:moveTo>
                  <a:lnTo>
                    <a:pt x="55854" y="53848"/>
                  </a:lnTo>
                  <a:lnTo>
                    <a:pt x="52901" y="57023"/>
                  </a:lnTo>
                  <a:lnTo>
                    <a:pt x="52298" y="57785"/>
                  </a:lnTo>
                  <a:lnTo>
                    <a:pt x="55439" y="60579"/>
                  </a:lnTo>
                  <a:lnTo>
                    <a:pt x="52450" y="57785"/>
                  </a:lnTo>
                  <a:lnTo>
                    <a:pt x="66596" y="57785"/>
                  </a:lnTo>
                  <a:lnTo>
                    <a:pt x="65760" y="57023"/>
                  </a:lnTo>
                  <a:lnTo>
                    <a:pt x="61874" y="53594"/>
                  </a:lnTo>
                  <a:close/>
                </a:path>
                <a:path w="10424160" h="5213350">
                  <a:moveTo>
                    <a:pt x="83451" y="31496"/>
                  </a:moveTo>
                  <a:lnTo>
                    <a:pt x="78968" y="34162"/>
                  </a:lnTo>
                  <a:lnTo>
                    <a:pt x="77546" y="40132"/>
                  </a:lnTo>
                  <a:lnTo>
                    <a:pt x="83032" y="49022"/>
                  </a:lnTo>
                  <a:lnTo>
                    <a:pt x="88887" y="50419"/>
                  </a:lnTo>
                  <a:lnTo>
                    <a:pt x="93383" y="47751"/>
                  </a:lnTo>
                  <a:lnTo>
                    <a:pt x="83451" y="31496"/>
                  </a:lnTo>
                  <a:close/>
                </a:path>
                <a:path w="10424160" h="5213350">
                  <a:moveTo>
                    <a:pt x="87960" y="28701"/>
                  </a:moveTo>
                  <a:lnTo>
                    <a:pt x="83451" y="31496"/>
                  </a:lnTo>
                  <a:lnTo>
                    <a:pt x="85432" y="34671"/>
                  </a:lnTo>
                  <a:lnTo>
                    <a:pt x="86731" y="36830"/>
                  </a:lnTo>
                  <a:lnTo>
                    <a:pt x="93395" y="47751"/>
                  </a:lnTo>
                  <a:lnTo>
                    <a:pt x="97891" y="44958"/>
                  </a:lnTo>
                  <a:lnTo>
                    <a:pt x="99301" y="39116"/>
                  </a:lnTo>
                  <a:lnTo>
                    <a:pt x="96558" y="34671"/>
                  </a:lnTo>
                  <a:lnTo>
                    <a:pt x="93827" y="30099"/>
                  </a:lnTo>
                  <a:lnTo>
                    <a:pt x="87960" y="28701"/>
                  </a:lnTo>
                  <a:close/>
                </a:path>
                <a:path w="10424160" h="5213350">
                  <a:moveTo>
                    <a:pt x="118872" y="13081"/>
                  </a:moveTo>
                  <a:lnTo>
                    <a:pt x="113944" y="14986"/>
                  </a:lnTo>
                  <a:lnTo>
                    <a:pt x="111417" y="20447"/>
                  </a:lnTo>
                  <a:lnTo>
                    <a:pt x="115049" y="30353"/>
                  </a:lnTo>
                  <a:lnTo>
                    <a:pt x="120523" y="32766"/>
                  </a:lnTo>
                  <a:lnTo>
                    <a:pt x="125463" y="30987"/>
                  </a:lnTo>
                  <a:lnTo>
                    <a:pt x="118872" y="13081"/>
                  </a:lnTo>
                  <a:close/>
                </a:path>
                <a:path w="10424160" h="5213350">
                  <a:moveTo>
                    <a:pt x="123825" y="11303"/>
                  </a:moveTo>
                  <a:lnTo>
                    <a:pt x="118897" y="13081"/>
                  </a:lnTo>
                  <a:lnTo>
                    <a:pt x="119581" y="14986"/>
                  </a:lnTo>
                  <a:lnTo>
                    <a:pt x="125476" y="30987"/>
                  </a:lnTo>
                  <a:lnTo>
                    <a:pt x="130416" y="29210"/>
                  </a:lnTo>
                  <a:lnTo>
                    <a:pt x="132943" y="23749"/>
                  </a:lnTo>
                  <a:lnTo>
                    <a:pt x="129311" y="13843"/>
                  </a:lnTo>
                  <a:lnTo>
                    <a:pt x="123825" y="11303"/>
                  </a:lnTo>
                  <a:close/>
                </a:path>
                <a:path w="10424160" h="5213350">
                  <a:moveTo>
                    <a:pt x="157429" y="2667"/>
                  </a:moveTo>
                  <a:lnTo>
                    <a:pt x="152222" y="3429"/>
                  </a:lnTo>
                  <a:lnTo>
                    <a:pt x="148640" y="8255"/>
                  </a:lnTo>
                  <a:lnTo>
                    <a:pt x="150202" y="18669"/>
                  </a:lnTo>
                  <a:lnTo>
                    <a:pt x="155054" y="22225"/>
                  </a:lnTo>
                  <a:lnTo>
                    <a:pt x="160261" y="21462"/>
                  </a:lnTo>
                  <a:lnTo>
                    <a:pt x="157544" y="3429"/>
                  </a:lnTo>
                  <a:lnTo>
                    <a:pt x="157429" y="2667"/>
                  </a:lnTo>
                  <a:close/>
                </a:path>
                <a:path w="10424160" h="5213350">
                  <a:moveTo>
                    <a:pt x="162648" y="1778"/>
                  </a:moveTo>
                  <a:lnTo>
                    <a:pt x="157441" y="2667"/>
                  </a:lnTo>
                  <a:lnTo>
                    <a:pt x="160159" y="20700"/>
                  </a:lnTo>
                  <a:lnTo>
                    <a:pt x="160273" y="21462"/>
                  </a:lnTo>
                  <a:lnTo>
                    <a:pt x="165481" y="20700"/>
                  </a:lnTo>
                  <a:lnTo>
                    <a:pt x="169062" y="15875"/>
                  </a:lnTo>
                  <a:lnTo>
                    <a:pt x="167500" y="5461"/>
                  </a:lnTo>
                  <a:lnTo>
                    <a:pt x="162648" y="1778"/>
                  </a:lnTo>
                  <a:close/>
                </a:path>
                <a:path w="10424160" h="5213350">
                  <a:moveTo>
                    <a:pt x="196824" y="0"/>
                  </a:moveTo>
                  <a:lnTo>
                    <a:pt x="191554" y="0"/>
                  </a:lnTo>
                  <a:lnTo>
                    <a:pt x="187299" y="4318"/>
                  </a:lnTo>
                  <a:lnTo>
                    <a:pt x="187299" y="14732"/>
                  </a:lnTo>
                  <a:lnTo>
                    <a:pt x="191554" y="19050"/>
                  </a:lnTo>
                  <a:lnTo>
                    <a:pt x="196824" y="19050"/>
                  </a:lnTo>
                  <a:lnTo>
                    <a:pt x="196824" y="0"/>
                  </a:lnTo>
                  <a:close/>
                </a:path>
                <a:path w="10424160" h="5213350">
                  <a:moveTo>
                    <a:pt x="202095" y="0"/>
                  </a:moveTo>
                  <a:lnTo>
                    <a:pt x="196837" y="0"/>
                  </a:lnTo>
                  <a:lnTo>
                    <a:pt x="196837" y="19050"/>
                  </a:lnTo>
                  <a:lnTo>
                    <a:pt x="202095" y="19050"/>
                  </a:lnTo>
                  <a:lnTo>
                    <a:pt x="206362" y="14732"/>
                  </a:lnTo>
                  <a:lnTo>
                    <a:pt x="206362" y="4318"/>
                  </a:lnTo>
                  <a:lnTo>
                    <a:pt x="202095" y="0"/>
                  </a:lnTo>
                  <a:close/>
                </a:path>
                <a:path w="10424160" h="5213350">
                  <a:moveTo>
                    <a:pt x="234937" y="0"/>
                  </a:moveTo>
                  <a:lnTo>
                    <a:pt x="229679" y="0"/>
                  </a:lnTo>
                  <a:lnTo>
                    <a:pt x="225412" y="4318"/>
                  </a:lnTo>
                  <a:lnTo>
                    <a:pt x="225412" y="14732"/>
                  </a:lnTo>
                  <a:lnTo>
                    <a:pt x="229679" y="19050"/>
                  </a:lnTo>
                  <a:lnTo>
                    <a:pt x="234937" y="19050"/>
                  </a:lnTo>
                  <a:lnTo>
                    <a:pt x="234937" y="0"/>
                  </a:lnTo>
                  <a:close/>
                </a:path>
                <a:path w="10424160" h="5213350">
                  <a:moveTo>
                    <a:pt x="240220" y="0"/>
                  </a:moveTo>
                  <a:lnTo>
                    <a:pt x="234962" y="0"/>
                  </a:lnTo>
                  <a:lnTo>
                    <a:pt x="234962" y="19050"/>
                  </a:lnTo>
                  <a:lnTo>
                    <a:pt x="240220" y="19050"/>
                  </a:lnTo>
                  <a:lnTo>
                    <a:pt x="244487" y="14732"/>
                  </a:lnTo>
                  <a:lnTo>
                    <a:pt x="244487" y="4318"/>
                  </a:lnTo>
                  <a:lnTo>
                    <a:pt x="240220" y="0"/>
                  </a:lnTo>
                  <a:close/>
                </a:path>
                <a:path w="10424160" h="5213350">
                  <a:moveTo>
                    <a:pt x="273062" y="0"/>
                  </a:moveTo>
                  <a:lnTo>
                    <a:pt x="267792" y="0"/>
                  </a:lnTo>
                  <a:lnTo>
                    <a:pt x="263537" y="4318"/>
                  </a:lnTo>
                  <a:lnTo>
                    <a:pt x="263537" y="14732"/>
                  </a:lnTo>
                  <a:lnTo>
                    <a:pt x="267792" y="19050"/>
                  </a:lnTo>
                  <a:lnTo>
                    <a:pt x="273062" y="19050"/>
                  </a:lnTo>
                  <a:lnTo>
                    <a:pt x="273062" y="0"/>
                  </a:lnTo>
                  <a:close/>
                </a:path>
                <a:path w="10424160" h="5213350">
                  <a:moveTo>
                    <a:pt x="278333" y="0"/>
                  </a:moveTo>
                  <a:lnTo>
                    <a:pt x="273075" y="0"/>
                  </a:lnTo>
                  <a:lnTo>
                    <a:pt x="273075" y="19050"/>
                  </a:lnTo>
                  <a:lnTo>
                    <a:pt x="278333" y="19050"/>
                  </a:lnTo>
                  <a:lnTo>
                    <a:pt x="282600" y="14732"/>
                  </a:lnTo>
                  <a:lnTo>
                    <a:pt x="282600" y="4318"/>
                  </a:lnTo>
                  <a:lnTo>
                    <a:pt x="278333" y="0"/>
                  </a:lnTo>
                  <a:close/>
                </a:path>
                <a:path w="10424160" h="5213350">
                  <a:moveTo>
                    <a:pt x="311175" y="0"/>
                  </a:moveTo>
                  <a:lnTo>
                    <a:pt x="305917" y="0"/>
                  </a:lnTo>
                  <a:lnTo>
                    <a:pt x="301650" y="4318"/>
                  </a:lnTo>
                  <a:lnTo>
                    <a:pt x="301650" y="14732"/>
                  </a:lnTo>
                  <a:lnTo>
                    <a:pt x="305917" y="19050"/>
                  </a:lnTo>
                  <a:lnTo>
                    <a:pt x="311175" y="19050"/>
                  </a:lnTo>
                  <a:lnTo>
                    <a:pt x="311175" y="0"/>
                  </a:lnTo>
                  <a:close/>
                </a:path>
                <a:path w="10424160" h="5213350">
                  <a:moveTo>
                    <a:pt x="316458" y="0"/>
                  </a:moveTo>
                  <a:lnTo>
                    <a:pt x="311200" y="0"/>
                  </a:lnTo>
                  <a:lnTo>
                    <a:pt x="311200" y="19050"/>
                  </a:lnTo>
                  <a:lnTo>
                    <a:pt x="316458" y="19050"/>
                  </a:lnTo>
                  <a:lnTo>
                    <a:pt x="320725" y="14732"/>
                  </a:lnTo>
                  <a:lnTo>
                    <a:pt x="320725" y="4318"/>
                  </a:lnTo>
                  <a:lnTo>
                    <a:pt x="316458" y="0"/>
                  </a:lnTo>
                  <a:close/>
                </a:path>
                <a:path w="10424160" h="5213350">
                  <a:moveTo>
                    <a:pt x="349300" y="0"/>
                  </a:moveTo>
                  <a:lnTo>
                    <a:pt x="344030" y="0"/>
                  </a:lnTo>
                  <a:lnTo>
                    <a:pt x="339775" y="4318"/>
                  </a:lnTo>
                  <a:lnTo>
                    <a:pt x="339775" y="14732"/>
                  </a:lnTo>
                  <a:lnTo>
                    <a:pt x="344030" y="19050"/>
                  </a:lnTo>
                  <a:lnTo>
                    <a:pt x="349300" y="19050"/>
                  </a:lnTo>
                  <a:lnTo>
                    <a:pt x="349300" y="0"/>
                  </a:lnTo>
                  <a:close/>
                </a:path>
                <a:path w="10424160" h="5213350">
                  <a:moveTo>
                    <a:pt x="354571" y="0"/>
                  </a:moveTo>
                  <a:lnTo>
                    <a:pt x="349313" y="0"/>
                  </a:lnTo>
                  <a:lnTo>
                    <a:pt x="349313" y="19050"/>
                  </a:lnTo>
                  <a:lnTo>
                    <a:pt x="354571" y="19050"/>
                  </a:lnTo>
                  <a:lnTo>
                    <a:pt x="358838" y="14732"/>
                  </a:lnTo>
                  <a:lnTo>
                    <a:pt x="358838" y="4318"/>
                  </a:lnTo>
                  <a:lnTo>
                    <a:pt x="354571" y="0"/>
                  </a:lnTo>
                  <a:close/>
                </a:path>
                <a:path w="10424160" h="5213350">
                  <a:moveTo>
                    <a:pt x="387413" y="0"/>
                  </a:moveTo>
                  <a:lnTo>
                    <a:pt x="382155" y="0"/>
                  </a:lnTo>
                  <a:lnTo>
                    <a:pt x="377888" y="4318"/>
                  </a:lnTo>
                  <a:lnTo>
                    <a:pt x="377888" y="14732"/>
                  </a:lnTo>
                  <a:lnTo>
                    <a:pt x="382155" y="19050"/>
                  </a:lnTo>
                  <a:lnTo>
                    <a:pt x="387413" y="19050"/>
                  </a:lnTo>
                  <a:lnTo>
                    <a:pt x="387413" y="0"/>
                  </a:lnTo>
                  <a:close/>
                </a:path>
                <a:path w="10424160" h="5213350">
                  <a:moveTo>
                    <a:pt x="392696" y="0"/>
                  </a:moveTo>
                  <a:lnTo>
                    <a:pt x="387438" y="0"/>
                  </a:lnTo>
                  <a:lnTo>
                    <a:pt x="387438" y="19050"/>
                  </a:lnTo>
                  <a:lnTo>
                    <a:pt x="392696" y="19050"/>
                  </a:lnTo>
                  <a:lnTo>
                    <a:pt x="396963" y="14732"/>
                  </a:lnTo>
                  <a:lnTo>
                    <a:pt x="396963" y="4318"/>
                  </a:lnTo>
                  <a:lnTo>
                    <a:pt x="392696" y="0"/>
                  </a:lnTo>
                  <a:close/>
                </a:path>
                <a:path w="10424160" h="5213350">
                  <a:moveTo>
                    <a:pt x="425538" y="0"/>
                  </a:moveTo>
                  <a:lnTo>
                    <a:pt x="420268" y="0"/>
                  </a:lnTo>
                  <a:lnTo>
                    <a:pt x="416013" y="4318"/>
                  </a:lnTo>
                  <a:lnTo>
                    <a:pt x="416013" y="14732"/>
                  </a:lnTo>
                  <a:lnTo>
                    <a:pt x="420268" y="19050"/>
                  </a:lnTo>
                  <a:lnTo>
                    <a:pt x="425538" y="19050"/>
                  </a:lnTo>
                  <a:lnTo>
                    <a:pt x="425538" y="0"/>
                  </a:lnTo>
                  <a:close/>
                </a:path>
                <a:path w="10424160" h="5213350">
                  <a:moveTo>
                    <a:pt x="430809" y="0"/>
                  </a:moveTo>
                  <a:lnTo>
                    <a:pt x="425551" y="0"/>
                  </a:lnTo>
                  <a:lnTo>
                    <a:pt x="425551" y="19050"/>
                  </a:lnTo>
                  <a:lnTo>
                    <a:pt x="430809" y="19050"/>
                  </a:lnTo>
                  <a:lnTo>
                    <a:pt x="435076" y="14732"/>
                  </a:lnTo>
                  <a:lnTo>
                    <a:pt x="435076" y="4318"/>
                  </a:lnTo>
                  <a:lnTo>
                    <a:pt x="430809" y="0"/>
                  </a:lnTo>
                  <a:close/>
                </a:path>
                <a:path w="10424160" h="5213350">
                  <a:moveTo>
                    <a:pt x="463651" y="0"/>
                  </a:moveTo>
                  <a:lnTo>
                    <a:pt x="458393" y="0"/>
                  </a:lnTo>
                  <a:lnTo>
                    <a:pt x="454126" y="4318"/>
                  </a:lnTo>
                  <a:lnTo>
                    <a:pt x="454126" y="14732"/>
                  </a:lnTo>
                  <a:lnTo>
                    <a:pt x="458393" y="19050"/>
                  </a:lnTo>
                  <a:lnTo>
                    <a:pt x="463651" y="19050"/>
                  </a:lnTo>
                  <a:lnTo>
                    <a:pt x="463651" y="0"/>
                  </a:lnTo>
                  <a:close/>
                </a:path>
                <a:path w="10424160" h="5213350">
                  <a:moveTo>
                    <a:pt x="468934" y="0"/>
                  </a:moveTo>
                  <a:lnTo>
                    <a:pt x="463677" y="0"/>
                  </a:lnTo>
                  <a:lnTo>
                    <a:pt x="463677" y="19050"/>
                  </a:lnTo>
                  <a:lnTo>
                    <a:pt x="468934" y="19050"/>
                  </a:lnTo>
                  <a:lnTo>
                    <a:pt x="473202" y="14732"/>
                  </a:lnTo>
                  <a:lnTo>
                    <a:pt x="473202" y="4318"/>
                  </a:lnTo>
                  <a:lnTo>
                    <a:pt x="468934" y="0"/>
                  </a:lnTo>
                  <a:close/>
                </a:path>
                <a:path w="10424160" h="5213350">
                  <a:moveTo>
                    <a:pt x="501777" y="0"/>
                  </a:moveTo>
                  <a:lnTo>
                    <a:pt x="496506" y="0"/>
                  </a:lnTo>
                  <a:lnTo>
                    <a:pt x="492252" y="4318"/>
                  </a:lnTo>
                  <a:lnTo>
                    <a:pt x="492252" y="14732"/>
                  </a:lnTo>
                  <a:lnTo>
                    <a:pt x="496506" y="19050"/>
                  </a:lnTo>
                  <a:lnTo>
                    <a:pt x="501777" y="19050"/>
                  </a:lnTo>
                  <a:lnTo>
                    <a:pt x="501777" y="0"/>
                  </a:lnTo>
                  <a:close/>
                </a:path>
                <a:path w="10424160" h="5213350">
                  <a:moveTo>
                    <a:pt x="507047" y="0"/>
                  </a:moveTo>
                  <a:lnTo>
                    <a:pt x="501789" y="0"/>
                  </a:lnTo>
                  <a:lnTo>
                    <a:pt x="501789" y="19050"/>
                  </a:lnTo>
                  <a:lnTo>
                    <a:pt x="507047" y="19050"/>
                  </a:lnTo>
                  <a:lnTo>
                    <a:pt x="511314" y="14732"/>
                  </a:lnTo>
                  <a:lnTo>
                    <a:pt x="511314" y="4318"/>
                  </a:lnTo>
                  <a:lnTo>
                    <a:pt x="507047" y="0"/>
                  </a:lnTo>
                  <a:close/>
                </a:path>
                <a:path w="10424160" h="5213350">
                  <a:moveTo>
                    <a:pt x="539889" y="0"/>
                  </a:moveTo>
                  <a:lnTo>
                    <a:pt x="534631" y="0"/>
                  </a:lnTo>
                  <a:lnTo>
                    <a:pt x="530364" y="4318"/>
                  </a:lnTo>
                  <a:lnTo>
                    <a:pt x="530364" y="14732"/>
                  </a:lnTo>
                  <a:lnTo>
                    <a:pt x="534631" y="19050"/>
                  </a:lnTo>
                  <a:lnTo>
                    <a:pt x="539889" y="19050"/>
                  </a:lnTo>
                  <a:lnTo>
                    <a:pt x="539889" y="0"/>
                  </a:lnTo>
                  <a:close/>
                </a:path>
                <a:path w="10424160" h="5213350">
                  <a:moveTo>
                    <a:pt x="545172" y="0"/>
                  </a:moveTo>
                  <a:lnTo>
                    <a:pt x="539915" y="0"/>
                  </a:lnTo>
                  <a:lnTo>
                    <a:pt x="539915" y="19050"/>
                  </a:lnTo>
                  <a:lnTo>
                    <a:pt x="545172" y="19050"/>
                  </a:lnTo>
                  <a:lnTo>
                    <a:pt x="549440" y="14732"/>
                  </a:lnTo>
                  <a:lnTo>
                    <a:pt x="549440" y="4318"/>
                  </a:lnTo>
                  <a:lnTo>
                    <a:pt x="545172" y="0"/>
                  </a:lnTo>
                  <a:close/>
                </a:path>
                <a:path w="10424160" h="5213350">
                  <a:moveTo>
                    <a:pt x="578015" y="0"/>
                  </a:moveTo>
                  <a:lnTo>
                    <a:pt x="572744" y="0"/>
                  </a:lnTo>
                  <a:lnTo>
                    <a:pt x="568490" y="4318"/>
                  </a:lnTo>
                  <a:lnTo>
                    <a:pt x="568490" y="14732"/>
                  </a:lnTo>
                  <a:lnTo>
                    <a:pt x="572744" y="19050"/>
                  </a:lnTo>
                  <a:lnTo>
                    <a:pt x="578015" y="19050"/>
                  </a:lnTo>
                  <a:lnTo>
                    <a:pt x="578015" y="0"/>
                  </a:lnTo>
                  <a:close/>
                </a:path>
                <a:path w="10424160" h="5213350">
                  <a:moveTo>
                    <a:pt x="583285" y="0"/>
                  </a:moveTo>
                  <a:lnTo>
                    <a:pt x="578027" y="0"/>
                  </a:lnTo>
                  <a:lnTo>
                    <a:pt x="578027" y="19050"/>
                  </a:lnTo>
                  <a:lnTo>
                    <a:pt x="583285" y="19050"/>
                  </a:lnTo>
                  <a:lnTo>
                    <a:pt x="587552" y="14732"/>
                  </a:lnTo>
                  <a:lnTo>
                    <a:pt x="587552" y="4318"/>
                  </a:lnTo>
                  <a:lnTo>
                    <a:pt x="583285" y="0"/>
                  </a:lnTo>
                  <a:close/>
                </a:path>
                <a:path w="10424160" h="5213350">
                  <a:moveTo>
                    <a:pt x="616127" y="0"/>
                  </a:moveTo>
                  <a:lnTo>
                    <a:pt x="610870" y="0"/>
                  </a:lnTo>
                  <a:lnTo>
                    <a:pt x="606602" y="4318"/>
                  </a:lnTo>
                  <a:lnTo>
                    <a:pt x="606602" y="14732"/>
                  </a:lnTo>
                  <a:lnTo>
                    <a:pt x="610870" y="19050"/>
                  </a:lnTo>
                  <a:lnTo>
                    <a:pt x="616127" y="19050"/>
                  </a:lnTo>
                  <a:lnTo>
                    <a:pt x="616127" y="0"/>
                  </a:lnTo>
                  <a:close/>
                </a:path>
                <a:path w="10424160" h="5213350">
                  <a:moveTo>
                    <a:pt x="621411" y="0"/>
                  </a:moveTo>
                  <a:lnTo>
                    <a:pt x="616153" y="0"/>
                  </a:lnTo>
                  <a:lnTo>
                    <a:pt x="616153" y="19050"/>
                  </a:lnTo>
                  <a:lnTo>
                    <a:pt x="621411" y="19050"/>
                  </a:lnTo>
                  <a:lnTo>
                    <a:pt x="625678" y="14732"/>
                  </a:lnTo>
                  <a:lnTo>
                    <a:pt x="625678" y="4318"/>
                  </a:lnTo>
                  <a:lnTo>
                    <a:pt x="621411" y="0"/>
                  </a:lnTo>
                  <a:close/>
                </a:path>
                <a:path w="10424160" h="5213350">
                  <a:moveTo>
                    <a:pt x="654253" y="0"/>
                  </a:moveTo>
                  <a:lnTo>
                    <a:pt x="648982" y="0"/>
                  </a:lnTo>
                  <a:lnTo>
                    <a:pt x="644728" y="4318"/>
                  </a:lnTo>
                  <a:lnTo>
                    <a:pt x="644728" y="14732"/>
                  </a:lnTo>
                  <a:lnTo>
                    <a:pt x="648982" y="19050"/>
                  </a:lnTo>
                  <a:lnTo>
                    <a:pt x="654253" y="19050"/>
                  </a:lnTo>
                  <a:lnTo>
                    <a:pt x="654253" y="0"/>
                  </a:lnTo>
                  <a:close/>
                </a:path>
                <a:path w="10424160" h="5213350">
                  <a:moveTo>
                    <a:pt x="659523" y="0"/>
                  </a:moveTo>
                  <a:lnTo>
                    <a:pt x="654265" y="0"/>
                  </a:lnTo>
                  <a:lnTo>
                    <a:pt x="654265" y="19050"/>
                  </a:lnTo>
                  <a:lnTo>
                    <a:pt x="659523" y="19050"/>
                  </a:lnTo>
                  <a:lnTo>
                    <a:pt x="663790" y="14732"/>
                  </a:lnTo>
                  <a:lnTo>
                    <a:pt x="663790" y="4318"/>
                  </a:lnTo>
                  <a:lnTo>
                    <a:pt x="659523" y="0"/>
                  </a:lnTo>
                  <a:close/>
                </a:path>
                <a:path w="10424160" h="5213350">
                  <a:moveTo>
                    <a:pt x="692404" y="0"/>
                  </a:moveTo>
                  <a:lnTo>
                    <a:pt x="687070" y="0"/>
                  </a:lnTo>
                  <a:lnTo>
                    <a:pt x="682879" y="4318"/>
                  </a:lnTo>
                  <a:lnTo>
                    <a:pt x="682879" y="14732"/>
                  </a:lnTo>
                  <a:lnTo>
                    <a:pt x="687070" y="19050"/>
                  </a:lnTo>
                  <a:lnTo>
                    <a:pt x="692404" y="19050"/>
                  </a:lnTo>
                  <a:lnTo>
                    <a:pt x="692404" y="0"/>
                  </a:lnTo>
                  <a:close/>
                </a:path>
                <a:path w="10424160" h="5213350">
                  <a:moveTo>
                    <a:pt x="697611" y="0"/>
                  </a:moveTo>
                  <a:lnTo>
                    <a:pt x="692404" y="0"/>
                  </a:lnTo>
                  <a:lnTo>
                    <a:pt x="692404" y="19050"/>
                  </a:lnTo>
                  <a:lnTo>
                    <a:pt x="697611" y="19050"/>
                  </a:lnTo>
                  <a:lnTo>
                    <a:pt x="701929" y="14732"/>
                  </a:lnTo>
                  <a:lnTo>
                    <a:pt x="701929" y="4318"/>
                  </a:lnTo>
                  <a:lnTo>
                    <a:pt x="697611" y="0"/>
                  </a:lnTo>
                  <a:close/>
                </a:path>
                <a:path w="10424160" h="5213350">
                  <a:moveTo>
                    <a:pt x="730504" y="0"/>
                  </a:moveTo>
                  <a:lnTo>
                    <a:pt x="725170" y="0"/>
                  </a:lnTo>
                  <a:lnTo>
                    <a:pt x="720979" y="4318"/>
                  </a:lnTo>
                  <a:lnTo>
                    <a:pt x="720979" y="14732"/>
                  </a:lnTo>
                  <a:lnTo>
                    <a:pt x="725170" y="19050"/>
                  </a:lnTo>
                  <a:lnTo>
                    <a:pt x="730504" y="19050"/>
                  </a:lnTo>
                  <a:lnTo>
                    <a:pt x="730504" y="0"/>
                  </a:lnTo>
                  <a:close/>
                </a:path>
                <a:path w="10424160" h="5213350">
                  <a:moveTo>
                    <a:pt x="735711" y="0"/>
                  </a:moveTo>
                  <a:lnTo>
                    <a:pt x="730504" y="0"/>
                  </a:lnTo>
                  <a:lnTo>
                    <a:pt x="730504" y="19050"/>
                  </a:lnTo>
                  <a:lnTo>
                    <a:pt x="735711" y="19050"/>
                  </a:lnTo>
                  <a:lnTo>
                    <a:pt x="740029" y="14732"/>
                  </a:lnTo>
                  <a:lnTo>
                    <a:pt x="740029" y="4318"/>
                  </a:lnTo>
                  <a:lnTo>
                    <a:pt x="735711" y="0"/>
                  </a:lnTo>
                  <a:close/>
                </a:path>
                <a:path w="10424160" h="5213350">
                  <a:moveTo>
                    <a:pt x="768604" y="0"/>
                  </a:moveTo>
                  <a:lnTo>
                    <a:pt x="763396" y="0"/>
                  </a:lnTo>
                  <a:lnTo>
                    <a:pt x="759079" y="4318"/>
                  </a:lnTo>
                  <a:lnTo>
                    <a:pt x="759079" y="14732"/>
                  </a:lnTo>
                  <a:lnTo>
                    <a:pt x="763396" y="19050"/>
                  </a:lnTo>
                  <a:lnTo>
                    <a:pt x="768604" y="19050"/>
                  </a:lnTo>
                  <a:lnTo>
                    <a:pt x="768604" y="0"/>
                  </a:lnTo>
                  <a:close/>
                </a:path>
                <a:path w="10424160" h="5213350">
                  <a:moveTo>
                    <a:pt x="773938" y="0"/>
                  </a:moveTo>
                  <a:lnTo>
                    <a:pt x="768604" y="0"/>
                  </a:lnTo>
                  <a:lnTo>
                    <a:pt x="768604" y="19050"/>
                  </a:lnTo>
                  <a:lnTo>
                    <a:pt x="773938" y="19050"/>
                  </a:lnTo>
                  <a:lnTo>
                    <a:pt x="778129" y="14732"/>
                  </a:lnTo>
                  <a:lnTo>
                    <a:pt x="778129" y="4318"/>
                  </a:lnTo>
                  <a:lnTo>
                    <a:pt x="773938" y="0"/>
                  </a:lnTo>
                  <a:close/>
                </a:path>
                <a:path w="10424160" h="5213350">
                  <a:moveTo>
                    <a:pt x="806704" y="0"/>
                  </a:moveTo>
                  <a:lnTo>
                    <a:pt x="801496" y="0"/>
                  </a:lnTo>
                  <a:lnTo>
                    <a:pt x="797179" y="4318"/>
                  </a:lnTo>
                  <a:lnTo>
                    <a:pt x="797179" y="14732"/>
                  </a:lnTo>
                  <a:lnTo>
                    <a:pt x="801496" y="19050"/>
                  </a:lnTo>
                  <a:lnTo>
                    <a:pt x="806704" y="19050"/>
                  </a:lnTo>
                  <a:lnTo>
                    <a:pt x="806704" y="0"/>
                  </a:lnTo>
                  <a:close/>
                </a:path>
                <a:path w="10424160" h="5213350">
                  <a:moveTo>
                    <a:pt x="812038" y="0"/>
                  </a:moveTo>
                  <a:lnTo>
                    <a:pt x="806704" y="0"/>
                  </a:lnTo>
                  <a:lnTo>
                    <a:pt x="806704" y="19050"/>
                  </a:lnTo>
                  <a:lnTo>
                    <a:pt x="812038" y="19050"/>
                  </a:lnTo>
                  <a:lnTo>
                    <a:pt x="816229" y="14732"/>
                  </a:lnTo>
                  <a:lnTo>
                    <a:pt x="816229" y="4318"/>
                  </a:lnTo>
                  <a:lnTo>
                    <a:pt x="812038" y="0"/>
                  </a:lnTo>
                  <a:close/>
                </a:path>
                <a:path w="10424160" h="5213350">
                  <a:moveTo>
                    <a:pt x="844804" y="0"/>
                  </a:moveTo>
                  <a:lnTo>
                    <a:pt x="839596" y="0"/>
                  </a:lnTo>
                  <a:lnTo>
                    <a:pt x="835279" y="4318"/>
                  </a:lnTo>
                  <a:lnTo>
                    <a:pt x="835279" y="14732"/>
                  </a:lnTo>
                  <a:lnTo>
                    <a:pt x="839596" y="19050"/>
                  </a:lnTo>
                  <a:lnTo>
                    <a:pt x="844804" y="19050"/>
                  </a:lnTo>
                  <a:lnTo>
                    <a:pt x="844804" y="0"/>
                  </a:lnTo>
                  <a:close/>
                </a:path>
                <a:path w="10424160" h="5213350">
                  <a:moveTo>
                    <a:pt x="850138" y="0"/>
                  </a:moveTo>
                  <a:lnTo>
                    <a:pt x="844804" y="0"/>
                  </a:lnTo>
                  <a:lnTo>
                    <a:pt x="844804" y="19050"/>
                  </a:lnTo>
                  <a:lnTo>
                    <a:pt x="850138" y="19050"/>
                  </a:lnTo>
                  <a:lnTo>
                    <a:pt x="854329" y="14732"/>
                  </a:lnTo>
                  <a:lnTo>
                    <a:pt x="854329" y="4318"/>
                  </a:lnTo>
                  <a:lnTo>
                    <a:pt x="850138" y="0"/>
                  </a:lnTo>
                  <a:close/>
                </a:path>
                <a:path w="10424160" h="5213350">
                  <a:moveTo>
                    <a:pt x="882904" y="0"/>
                  </a:moveTo>
                  <a:lnTo>
                    <a:pt x="877696" y="0"/>
                  </a:lnTo>
                  <a:lnTo>
                    <a:pt x="873379" y="4318"/>
                  </a:lnTo>
                  <a:lnTo>
                    <a:pt x="873379" y="14732"/>
                  </a:lnTo>
                  <a:lnTo>
                    <a:pt x="877696" y="19050"/>
                  </a:lnTo>
                  <a:lnTo>
                    <a:pt x="882904" y="19050"/>
                  </a:lnTo>
                  <a:lnTo>
                    <a:pt x="882904" y="0"/>
                  </a:lnTo>
                  <a:close/>
                </a:path>
                <a:path w="10424160" h="5213350">
                  <a:moveTo>
                    <a:pt x="888238" y="0"/>
                  </a:moveTo>
                  <a:lnTo>
                    <a:pt x="883031" y="0"/>
                  </a:lnTo>
                  <a:lnTo>
                    <a:pt x="883031" y="19050"/>
                  </a:lnTo>
                  <a:lnTo>
                    <a:pt x="888238" y="19050"/>
                  </a:lnTo>
                  <a:lnTo>
                    <a:pt x="892556" y="14732"/>
                  </a:lnTo>
                  <a:lnTo>
                    <a:pt x="892556" y="4318"/>
                  </a:lnTo>
                  <a:lnTo>
                    <a:pt x="888238" y="0"/>
                  </a:lnTo>
                  <a:close/>
                </a:path>
                <a:path w="10424160" h="5213350">
                  <a:moveTo>
                    <a:pt x="921131" y="0"/>
                  </a:moveTo>
                  <a:lnTo>
                    <a:pt x="915796" y="0"/>
                  </a:lnTo>
                  <a:lnTo>
                    <a:pt x="911606" y="4318"/>
                  </a:lnTo>
                  <a:lnTo>
                    <a:pt x="911606" y="14732"/>
                  </a:lnTo>
                  <a:lnTo>
                    <a:pt x="915796" y="19050"/>
                  </a:lnTo>
                  <a:lnTo>
                    <a:pt x="921131" y="19050"/>
                  </a:lnTo>
                  <a:lnTo>
                    <a:pt x="921131" y="0"/>
                  </a:lnTo>
                  <a:close/>
                </a:path>
                <a:path w="10424160" h="5213350">
                  <a:moveTo>
                    <a:pt x="926338" y="0"/>
                  </a:moveTo>
                  <a:lnTo>
                    <a:pt x="921131" y="0"/>
                  </a:lnTo>
                  <a:lnTo>
                    <a:pt x="921131" y="19050"/>
                  </a:lnTo>
                  <a:lnTo>
                    <a:pt x="926338" y="19050"/>
                  </a:lnTo>
                  <a:lnTo>
                    <a:pt x="930656" y="14732"/>
                  </a:lnTo>
                  <a:lnTo>
                    <a:pt x="930656" y="4318"/>
                  </a:lnTo>
                  <a:lnTo>
                    <a:pt x="926338" y="0"/>
                  </a:lnTo>
                  <a:close/>
                </a:path>
                <a:path w="10424160" h="5213350">
                  <a:moveTo>
                    <a:pt x="959231" y="0"/>
                  </a:moveTo>
                  <a:lnTo>
                    <a:pt x="953896" y="0"/>
                  </a:lnTo>
                  <a:lnTo>
                    <a:pt x="949706" y="4318"/>
                  </a:lnTo>
                  <a:lnTo>
                    <a:pt x="949706" y="14732"/>
                  </a:lnTo>
                  <a:lnTo>
                    <a:pt x="953896" y="19050"/>
                  </a:lnTo>
                  <a:lnTo>
                    <a:pt x="959231" y="19050"/>
                  </a:lnTo>
                  <a:lnTo>
                    <a:pt x="959231" y="0"/>
                  </a:lnTo>
                  <a:close/>
                </a:path>
                <a:path w="10424160" h="5213350">
                  <a:moveTo>
                    <a:pt x="964438" y="0"/>
                  </a:moveTo>
                  <a:lnTo>
                    <a:pt x="959231" y="0"/>
                  </a:lnTo>
                  <a:lnTo>
                    <a:pt x="959231" y="19050"/>
                  </a:lnTo>
                  <a:lnTo>
                    <a:pt x="964438" y="19050"/>
                  </a:lnTo>
                  <a:lnTo>
                    <a:pt x="968756" y="14732"/>
                  </a:lnTo>
                  <a:lnTo>
                    <a:pt x="968756" y="4318"/>
                  </a:lnTo>
                  <a:lnTo>
                    <a:pt x="964438" y="0"/>
                  </a:lnTo>
                  <a:close/>
                </a:path>
                <a:path w="10424160" h="5213350">
                  <a:moveTo>
                    <a:pt x="997331" y="0"/>
                  </a:moveTo>
                  <a:lnTo>
                    <a:pt x="991996" y="0"/>
                  </a:lnTo>
                  <a:lnTo>
                    <a:pt x="987806" y="4318"/>
                  </a:lnTo>
                  <a:lnTo>
                    <a:pt x="987806" y="14732"/>
                  </a:lnTo>
                  <a:lnTo>
                    <a:pt x="991996" y="19050"/>
                  </a:lnTo>
                  <a:lnTo>
                    <a:pt x="997331" y="19050"/>
                  </a:lnTo>
                  <a:lnTo>
                    <a:pt x="997331" y="0"/>
                  </a:lnTo>
                  <a:close/>
                </a:path>
                <a:path w="10424160" h="5213350">
                  <a:moveTo>
                    <a:pt x="1002538" y="0"/>
                  </a:moveTo>
                  <a:lnTo>
                    <a:pt x="997331" y="0"/>
                  </a:lnTo>
                  <a:lnTo>
                    <a:pt x="997331" y="19050"/>
                  </a:lnTo>
                  <a:lnTo>
                    <a:pt x="1002538" y="19050"/>
                  </a:lnTo>
                  <a:lnTo>
                    <a:pt x="1006856" y="14732"/>
                  </a:lnTo>
                  <a:lnTo>
                    <a:pt x="1006856" y="4318"/>
                  </a:lnTo>
                  <a:lnTo>
                    <a:pt x="1002538" y="0"/>
                  </a:lnTo>
                  <a:close/>
                </a:path>
                <a:path w="10424160" h="5213350">
                  <a:moveTo>
                    <a:pt x="1035431" y="0"/>
                  </a:moveTo>
                  <a:lnTo>
                    <a:pt x="1030224" y="0"/>
                  </a:lnTo>
                  <a:lnTo>
                    <a:pt x="1025906" y="4318"/>
                  </a:lnTo>
                  <a:lnTo>
                    <a:pt x="1025906" y="14732"/>
                  </a:lnTo>
                  <a:lnTo>
                    <a:pt x="1030224" y="19050"/>
                  </a:lnTo>
                  <a:lnTo>
                    <a:pt x="1035431" y="19050"/>
                  </a:lnTo>
                  <a:lnTo>
                    <a:pt x="1035431" y="0"/>
                  </a:lnTo>
                  <a:close/>
                </a:path>
                <a:path w="10424160" h="5213350">
                  <a:moveTo>
                    <a:pt x="1040764" y="0"/>
                  </a:moveTo>
                  <a:lnTo>
                    <a:pt x="1035431" y="0"/>
                  </a:lnTo>
                  <a:lnTo>
                    <a:pt x="1035431" y="19050"/>
                  </a:lnTo>
                  <a:lnTo>
                    <a:pt x="1040764" y="19050"/>
                  </a:lnTo>
                  <a:lnTo>
                    <a:pt x="1044956" y="14732"/>
                  </a:lnTo>
                  <a:lnTo>
                    <a:pt x="1044956" y="4318"/>
                  </a:lnTo>
                  <a:lnTo>
                    <a:pt x="1040764" y="0"/>
                  </a:lnTo>
                  <a:close/>
                </a:path>
                <a:path w="10424160" h="5213350">
                  <a:moveTo>
                    <a:pt x="1073531" y="0"/>
                  </a:moveTo>
                  <a:lnTo>
                    <a:pt x="1068324" y="0"/>
                  </a:lnTo>
                  <a:lnTo>
                    <a:pt x="1064006" y="4318"/>
                  </a:lnTo>
                  <a:lnTo>
                    <a:pt x="1064006" y="14732"/>
                  </a:lnTo>
                  <a:lnTo>
                    <a:pt x="1068324" y="19050"/>
                  </a:lnTo>
                  <a:lnTo>
                    <a:pt x="1073531" y="19050"/>
                  </a:lnTo>
                  <a:lnTo>
                    <a:pt x="1073531" y="0"/>
                  </a:lnTo>
                  <a:close/>
                </a:path>
                <a:path w="10424160" h="5213350">
                  <a:moveTo>
                    <a:pt x="1078864" y="0"/>
                  </a:moveTo>
                  <a:lnTo>
                    <a:pt x="1073531" y="0"/>
                  </a:lnTo>
                  <a:lnTo>
                    <a:pt x="1073531" y="19050"/>
                  </a:lnTo>
                  <a:lnTo>
                    <a:pt x="1078864" y="19050"/>
                  </a:lnTo>
                  <a:lnTo>
                    <a:pt x="1083056" y="14732"/>
                  </a:lnTo>
                  <a:lnTo>
                    <a:pt x="1083056" y="4318"/>
                  </a:lnTo>
                  <a:lnTo>
                    <a:pt x="1078864" y="0"/>
                  </a:lnTo>
                  <a:close/>
                </a:path>
                <a:path w="10424160" h="5213350">
                  <a:moveTo>
                    <a:pt x="1111631" y="0"/>
                  </a:moveTo>
                  <a:lnTo>
                    <a:pt x="1106424" y="0"/>
                  </a:lnTo>
                  <a:lnTo>
                    <a:pt x="1102106" y="4318"/>
                  </a:lnTo>
                  <a:lnTo>
                    <a:pt x="1102106" y="14732"/>
                  </a:lnTo>
                  <a:lnTo>
                    <a:pt x="1106424" y="19050"/>
                  </a:lnTo>
                  <a:lnTo>
                    <a:pt x="1111631" y="19050"/>
                  </a:lnTo>
                  <a:lnTo>
                    <a:pt x="1111631" y="0"/>
                  </a:lnTo>
                  <a:close/>
                </a:path>
                <a:path w="10424160" h="5213350">
                  <a:moveTo>
                    <a:pt x="1116964" y="0"/>
                  </a:moveTo>
                  <a:lnTo>
                    <a:pt x="1111758" y="0"/>
                  </a:lnTo>
                  <a:lnTo>
                    <a:pt x="1111758" y="19050"/>
                  </a:lnTo>
                  <a:lnTo>
                    <a:pt x="1116964" y="19050"/>
                  </a:lnTo>
                  <a:lnTo>
                    <a:pt x="1121283" y="14732"/>
                  </a:lnTo>
                  <a:lnTo>
                    <a:pt x="1121283" y="4318"/>
                  </a:lnTo>
                  <a:lnTo>
                    <a:pt x="1116964" y="0"/>
                  </a:lnTo>
                  <a:close/>
                </a:path>
                <a:path w="10424160" h="5213350">
                  <a:moveTo>
                    <a:pt x="1149858" y="0"/>
                  </a:moveTo>
                  <a:lnTo>
                    <a:pt x="1144524" y="0"/>
                  </a:lnTo>
                  <a:lnTo>
                    <a:pt x="1140333" y="4318"/>
                  </a:lnTo>
                  <a:lnTo>
                    <a:pt x="1140333" y="14732"/>
                  </a:lnTo>
                  <a:lnTo>
                    <a:pt x="1144524" y="19050"/>
                  </a:lnTo>
                  <a:lnTo>
                    <a:pt x="1149858" y="19050"/>
                  </a:lnTo>
                  <a:lnTo>
                    <a:pt x="1149858" y="0"/>
                  </a:lnTo>
                  <a:close/>
                </a:path>
                <a:path w="10424160" h="5213350">
                  <a:moveTo>
                    <a:pt x="1155064" y="0"/>
                  </a:moveTo>
                  <a:lnTo>
                    <a:pt x="1149858" y="0"/>
                  </a:lnTo>
                  <a:lnTo>
                    <a:pt x="1149858" y="19050"/>
                  </a:lnTo>
                  <a:lnTo>
                    <a:pt x="1155064" y="19050"/>
                  </a:lnTo>
                  <a:lnTo>
                    <a:pt x="1159383" y="14732"/>
                  </a:lnTo>
                  <a:lnTo>
                    <a:pt x="1159383" y="4318"/>
                  </a:lnTo>
                  <a:lnTo>
                    <a:pt x="1155064" y="0"/>
                  </a:lnTo>
                  <a:close/>
                </a:path>
                <a:path w="10424160" h="5213350">
                  <a:moveTo>
                    <a:pt x="1187958" y="0"/>
                  </a:moveTo>
                  <a:lnTo>
                    <a:pt x="1182624" y="0"/>
                  </a:lnTo>
                  <a:lnTo>
                    <a:pt x="1178433" y="4318"/>
                  </a:lnTo>
                  <a:lnTo>
                    <a:pt x="1178433" y="14732"/>
                  </a:lnTo>
                  <a:lnTo>
                    <a:pt x="1182624" y="19050"/>
                  </a:lnTo>
                  <a:lnTo>
                    <a:pt x="1187958" y="19050"/>
                  </a:lnTo>
                  <a:lnTo>
                    <a:pt x="1187958" y="0"/>
                  </a:lnTo>
                  <a:close/>
                </a:path>
                <a:path w="10424160" h="5213350">
                  <a:moveTo>
                    <a:pt x="1193164" y="0"/>
                  </a:moveTo>
                  <a:lnTo>
                    <a:pt x="1187958" y="0"/>
                  </a:lnTo>
                  <a:lnTo>
                    <a:pt x="1187958" y="19050"/>
                  </a:lnTo>
                  <a:lnTo>
                    <a:pt x="1193164" y="19050"/>
                  </a:lnTo>
                  <a:lnTo>
                    <a:pt x="1197483" y="14732"/>
                  </a:lnTo>
                  <a:lnTo>
                    <a:pt x="1197483" y="4318"/>
                  </a:lnTo>
                  <a:lnTo>
                    <a:pt x="1193164" y="0"/>
                  </a:lnTo>
                  <a:close/>
                </a:path>
                <a:path w="10424160" h="5213350">
                  <a:moveTo>
                    <a:pt x="1226058" y="0"/>
                  </a:moveTo>
                  <a:lnTo>
                    <a:pt x="1220724" y="0"/>
                  </a:lnTo>
                  <a:lnTo>
                    <a:pt x="1216533" y="4318"/>
                  </a:lnTo>
                  <a:lnTo>
                    <a:pt x="1216533" y="14732"/>
                  </a:lnTo>
                  <a:lnTo>
                    <a:pt x="1220724" y="19050"/>
                  </a:lnTo>
                  <a:lnTo>
                    <a:pt x="1226058" y="19050"/>
                  </a:lnTo>
                  <a:lnTo>
                    <a:pt x="1226058" y="0"/>
                  </a:lnTo>
                  <a:close/>
                </a:path>
                <a:path w="10424160" h="5213350">
                  <a:moveTo>
                    <a:pt x="1231264" y="0"/>
                  </a:moveTo>
                  <a:lnTo>
                    <a:pt x="1226058" y="0"/>
                  </a:lnTo>
                  <a:lnTo>
                    <a:pt x="1226058" y="19050"/>
                  </a:lnTo>
                  <a:lnTo>
                    <a:pt x="1231264" y="19050"/>
                  </a:lnTo>
                  <a:lnTo>
                    <a:pt x="1235583" y="14732"/>
                  </a:lnTo>
                  <a:lnTo>
                    <a:pt x="1235583" y="4318"/>
                  </a:lnTo>
                  <a:lnTo>
                    <a:pt x="1231264" y="0"/>
                  </a:lnTo>
                  <a:close/>
                </a:path>
                <a:path w="10424160" h="5213350">
                  <a:moveTo>
                    <a:pt x="1264158" y="0"/>
                  </a:moveTo>
                  <a:lnTo>
                    <a:pt x="1258951" y="0"/>
                  </a:lnTo>
                  <a:lnTo>
                    <a:pt x="1254633" y="4318"/>
                  </a:lnTo>
                  <a:lnTo>
                    <a:pt x="1254633" y="14732"/>
                  </a:lnTo>
                  <a:lnTo>
                    <a:pt x="1258951" y="19050"/>
                  </a:lnTo>
                  <a:lnTo>
                    <a:pt x="1264158" y="19050"/>
                  </a:lnTo>
                  <a:lnTo>
                    <a:pt x="1264158" y="0"/>
                  </a:lnTo>
                  <a:close/>
                </a:path>
                <a:path w="10424160" h="5213350">
                  <a:moveTo>
                    <a:pt x="1269491" y="0"/>
                  </a:moveTo>
                  <a:lnTo>
                    <a:pt x="1264158" y="0"/>
                  </a:lnTo>
                  <a:lnTo>
                    <a:pt x="1264158" y="19050"/>
                  </a:lnTo>
                  <a:lnTo>
                    <a:pt x="1269491" y="19050"/>
                  </a:lnTo>
                  <a:lnTo>
                    <a:pt x="1273683" y="14732"/>
                  </a:lnTo>
                  <a:lnTo>
                    <a:pt x="1273683" y="4318"/>
                  </a:lnTo>
                  <a:lnTo>
                    <a:pt x="1269491" y="0"/>
                  </a:lnTo>
                  <a:close/>
                </a:path>
                <a:path w="10424160" h="5213350">
                  <a:moveTo>
                    <a:pt x="1302258" y="0"/>
                  </a:moveTo>
                  <a:lnTo>
                    <a:pt x="1297051" y="0"/>
                  </a:lnTo>
                  <a:lnTo>
                    <a:pt x="1292733" y="4318"/>
                  </a:lnTo>
                  <a:lnTo>
                    <a:pt x="1292733" y="14732"/>
                  </a:lnTo>
                  <a:lnTo>
                    <a:pt x="1297051" y="19050"/>
                  </a:lnTo>
                  <a:lnTo>
                    <a:pt x="1302258" y="19050"/>
                  </a:lnTo>
                  <a:lnTo>
                    <a:pt x="1302258" y="0"/>
                  </a:lnTo>
                  <a:close/>
                </a:path>
                <a:path w="10424160" h="5213350">
                  <a:moveTo>
                    <a:pt x="1307591" y="0"/>
                  </a:moveTo>
                  <a:lnTo>
                    <a:pt x="1302258" y="0"/>
                  </a:lnTo>
                  <a:lnTo>
                    <a:pt x="1302258" y="19050"/>
                  </a:lnTo>
                  <a:lnTo>
                    <a:pt x="1307591" y="19050"/>
                  </a:lnTo>
                  <a:lnTo>
                    <a:pt x="1311783" y="14732"/>
                  </a:lnTo>
                  <a:lnTo>
                    <a:pt x="1311783" y="4318"/>
                  </a:lnTo>
                  <a:lnTo>
                    <a:pt x="1307591" y="0"/>
                  </a:lnTo>
                  <a:close/>
                </a:path>
                <a:path w="10424160" h="5213350">
                  <a:moveTo>
                    <a:pt x="1340358" y="0"/>
                  </a:moveTo>
                  <a:lnTo>
                    <a:pt x="1335151" y="0"/>
                  </a:lnTo>
                  <a:lnTo>
                    <a:pt x="1330833" y="4318"/>
                  </a:lnTo>
                  <a:lnTo>
                    <a:pt x="1330833" y="14732"/>
                  </a:lnTo>
                  <a:lnTo>
                    <a:pt x="1335151" y="19050"/>
                  </a:lnTo>
                  <a:lnTo>
                    <a:pt x="1340358" y="19050"/>
                  </a:lnTo>
                  <a:lnTo>
                    <a:pt x="1340358" y="0"/>
                  </a:lnTo>
                  <a:close/>
                </a:path>
                <a:path w="10424160" h="5213350">
                  <a:moveTo>
                    <a:pt x="1345691" y="0"/>
                  </a:moveTo>
                  <a:lnTo>
                    <a:pt x="1340358" y="0"/>
                  </a:lnTo>
                  <a:lnTo>
                    <a:pt x="1340358" y="19050"/>
                  </a:lnTo>
                  <a:lnTo>
                    <a:pt x="1345691" y="19050"/>
                  </a:lnTo>
                  <a:lnTo>
                    <a:pt x="1349883" y="14732"/>
                  </a:lnTo>
                  <a:lnTo>
                    <a:pt x="1349883" y="4318"/>
                  </a:lnTo>
                  <a:lnTo>
                    <a:pt x="1345691" y="0"/>
                  </a:lnTo>
                  <a:close/>
                </a:path>
                <a:path w="10424160" h="5213350">
                  <a:moveTo>
                    <a:pt x="1378458" y="0"/>
                  </a:moveTo>
                  <a:lnTo>
                    <a:pt x="1373251" y="0"/>
                  </a:lnTo>
                  <a:lnTo>
                    <a:pt x="1368933" y="4318"/>
                  </a:lnTo>
                  <a:lnTo>
                    <a:pt x="1368933" y="14732"/>
                  </a:lnTo>
                  <a:lnTo>
                    <a:pt x="1373251" y="19050"/>
                  </a:lnTo>
                  <a:lnTo>
                    <a:pt x="1378458" y="19050"/>
                  </a:lnTo>
                  <a:lnTo>
                    <a:pt x="1378458" y="0"/>
                  </a:lnTo>
                  <a:close/>
                </a:path>
                <a:path w="10424160" h="5213350">
                  <a:moveTo>
                    <a:pt x="1383791" y="0"/>
                  </a:moveTo>
                  <a:lnTo>
                    <a:pt x="1378584" y="0"/>
                  </a:lnTo>
                  <a:lnTo>
                    <a:pt x="1378584" y="19050"/>
                  </a:lnTo>
                  <a:lnTo>
                    <a:pt x="1383791" y="19050"/>
                  </a:lnTo>
                  <a:lnTo>
                    <a:pt x="1388109" y="14732"/>
                  </a:lnTo>
                  <a:lnTo>
                    <a:pt x="1388109" y="4318"/>
                  </a:lnTo>
                  <a:lnTo>
                    <a:pt x="1383791" y="0"/>
                  </a:lnTo>
                  <a:close/>
                </a:path>
                <a:path w="10424160" h="5213350">
                  <a:moveTo>
                    <a:pt x="1416684" y="0"/>
                  </a:moveTo>
                  <a:lnTo>
                    <a:pt x="1411351" y="0"/>
                  </a:lnTo>
                  <a:lnTo>
                    <a:pt x="1407159" y="4318"/>
                  </a:lnTo>
                  <a:lnTo>
                    <a:pt x="1407159" y="14732"/>
                  </a:lnTo>
                  <a:lnTo>
                    <a:pt x="1411351" y="19050"/>
                  </a:lnTo>
                  <a:lnTo>
                    <a:pt x="1416684" y="19050"/>
                  </a:lnTo>
                  <a:lnTo>
                    <a:pt x="1416684" y="0"/>
                  </a:lnTo>
                  <a:close/>
                </a:path>
                <a:path w="10424160" h="5213350">
                  <a:moveTo>
                    <a:pt x="1421891" y="0"/>
                  </a:moveTo>
                  <a:lnTo>
                    <a:pt x="1416684" y="0"/>
                  </a:lnTo>
                  <a:lnTo>
                    <a:pt x="1416684" y="19050"/>
                  </a:lnTo>
                  <a:lnTo>
                    <a:pt x="1421891" y="19050"/>
                  </a:lnTo>
                  <a:lnTo>
                    <a:pt x="1426209" y="14732"/>
                  </a:lnTo>
                  <a:lnTo>
                    <a:pt x="1426209" y="4318"/>
                  </a:lnTo>
                  <a:lnTo>
                    <a:pt x="1421891" y="0"/>
                  </a:lnTo>
                  <a:close/>
                </a:path>
                <a:path w="10424160" h="5213350">
                  <a:moveTo>
                    <a:pt x="1454784" y="0"/>
                  </a:moveTo>
                  <a:lnTo>
                    <a:pt x="1449451" y="0"/>
                  </a:lnTo>
                  <a:lnTo>
                    <a:pt x="1445259" y="4318"/>
                  </a:lnTo>
                  <a:lnTo>
                    <a:pt x="1445259" y="14732"/>
                  </a:lnTo>
                  <a:lnTo>
                    <a:pt x="1449451" y="19050"/>
                  </a:lnTo>
                  <a:lnTo>
                    <a:pt x="1454784" y="19050"/>
                  </a:lnTo>
                  <a:lnTo>
                    <a:pt x="1454784" y="0"/>
                  </a:lnTo>
                  <a:close/>
                </a:path>
                <a:path w="10424160" h="5213350">
                  <a:moveTo>
                    <a:pt x="1459991" y="0"/>
                  </a:moveTo>
                  <a:lnTo>
                    <a:pt x="1454784" y="0"/>
                  </a:lnTo>
                  <a:lnTo>
                    <a:pt x="1454784" y="19050"/>
                  </a:lnTo>
                  <a:lnTo>
                    <a:pt x="1459991" y="19050"/>
                  </a:lnTo>
                  <a:lnTo>
                    <a:pt x="1464309" y="14732"/>
                  </a:lnTo>
                  <a:lnTo>
                    <a:pt x="1464309" y="4318"/>
                  </a:lnTo>
                  <a:lnTo>
                    <a:pt x="1459991" y="0"/>
                  </a:lnTo>
                  <a:close/>
                </a:path>
                <a:path w="10424160" h="5213350">
                  <a:moveTo>
                    <a:pt x="1492884" y="0"/>
                  </a:moveTo>
                  <a:lnTo>
                    <a:pt x="1487551" y="0"/>
                  </a:lnTo>
                  <a:lnTo>
                    <a:pt x="1483359" y="4318"/>
                  </a:lnTo>
                  <a:lnTo>
                    <a:pt x="1483359" y="14732"/>
                  </a:lnTo>
                  <a:lnTo>
                    <a:pt x="1487551" y="19050"/>
                  </a:lnTo>
                  <a:lnTo>
                    <a:pt x="1492884" y="19050"/>
                  </a:lnTo>
                  <a:lnTo>
                    <a:pt x="1492884" y="0"/>
                  </a:lnTo>
                  <a:close/>
                </a:path>
                <a:path w="10424160" h="5213350">
                  <a:moveTo>
                    <a:pt x="1498091" y="0"/>
                  </a:moveTo>
                  <a:lnTo>
                    <a:pt x="1492884" y="0"/>
                  </a:lnTo>
                  <a:lnTo>
                    <a:pt x="1492884" y="19050"/>
                  </a:lnTo>
                  <a:lnTo>
                    <a:pt x="1498091" y="19050"/>
                  </a:lnTo>
                  <a:lnTo>
                    <a:pt x="1502409" y="14732"/>
                  </a:lnTo>
                  <a:lnTo>
                    <a:pt x="1502409" y="4318"/>
                  </a:lnTo>
                  <a:lnTo>
                    <a:pt x="1498091" y="0"/>
                  </a:lnTo>
                  <a:close/>
                </a:path>
                <a:path w="10424160" h="5213350">
                  <a:moveTo>
                    <a:pt x="1530984" y="0"/>
                  </a:moveTo>
                  <a:lnTo>
                    <a:pt x="1525777" y="0"/>
                  </a:lnTo>
                  <a:lnTo>
                    <a:pt x="1521459" y="4318"/>
                  </a:lnTo>
                  <a:lnTo>
                    <a:pt x="1521459" y="14732"/>
                  </a:lnTo>
                  <a:lnTo>
                    <a:pt x="1525777" y="19050"/>
                  </a:lnTo>
                  <a:lnTo>
                    <a:pt x="1530984" y="19050"/>
                  </a:lnTo>
                  <a:lnTo>
                    <a:pt x="1530984" y="0"/>
                  </a:lnTo>
                  <a:close/>
                </a:path>
                <a:path w="10424160" h="5213350">
                  <a:moveTo>
                    <a:pt x="1536319" y="0"/>
                  </a:moveTo>
                  <a:lnTo>
                    <a:pt x="1530984" y="0"/>
                  </a:lnTo>
                  <a:lnTo>
                    <a:pt x="1530984" y="19050"/>
                  </a:lnTo>
                  <a:lnTo>
                    <a:pt x="1536319" y="19050"/>
                  </a:lnTo>
                  <a:lnTo>
                    <a:pt x="1540509" y="14732"/>
                  </a:lnTo>
                  <a:lnTo>
                    <a:pt x="1540509" y="4318"/>
                  </a:lnTo>
                  <a:lnTo>
                    <a:pt x="1536319" y="0"/>
                  </a:lnTo>
                  <a:close/>
                </a:path>
                <a:path w="10424160" h="5213350">
                  <a:moveTo>
                    <a:pt x="1569084" y="0"/>
                  </a:moveTo>
                  <a:lnTo>
                    <a:pt x="1563877" y="0"/>
                  </a:lnTo>
                  <a:lnTo>
                    <a:pt x="1559559" y="4318"/>
                  </a:lnTo>
                  <a:lnTo>
                    <a:pt x="1559559" y="14732"/>
                  </a:lnTo>
                  <a:lnTo>
                    <a:pt x="1563877" y="19050"/>
                  </a:lnTo>
                  <a:lnTo>
                    <a:pt x="1569084" y="19050"/>
                  </a:lnTo>
                  <a:lnTo>
                    <a:pt x="1569084" y="0"/>
                  </a:lnTo>
                  <a:close/>
                </a:path>
                <a:path w="10424160" h="5213350">
                  <a:moveTo>
                    <a:pt x="1574419" y="0"/>
                  </a:moveTo>
                  <a:lnTo>
                    <a:pt x="1569084" y="0"/>
                  </a:lnTo>
                  <a:lnTo>
                    <a:pt x="1569084" y="19050"/>
                  </a:lnTo>
                  <a:lnTo>
                    <a:pt x="1574419" y="19050"/>
                  </a:lnTo>
                  <a:lnTo>
                    <a:pt x="1578609" y="14732"/>
                  </a:lnTo>
                  <a:lnTo>
                    <a:pt x="1578609" y="4318"/>
                  </a:lnTo>
                  <a:lnTo>
                    <a:pt x="1574419" y="0"/>
                  </a:lnTo>
                  <a:close/>
                </a:path>
                <a:path w="10424160" h="5213350">
                  <a:moveTo>
                    <a:pt x="1607184" y="0"/>
                  </a:moveTo>
                  <a:lnTo>
                    <a:pt x="1601977" y="0"/>
                  </a:lnTo>
                  <a:lnTo>
                    <a:pt x="1597659" y="4318"/>
                  </a:lnTo>
                  <a:lnTo>
                    <a:pt x="1597659" y="14732"/>
                  </a:lnTo>
                  <a:lnTo>
                    <a:pt x="1601977" y="19050"/>
                  </a:lnTo>
                  <a:lnTo>
                    <a:pt x="1607184" y="19050"/>
                  </a:lnTo>
                  <a:lnTo>
                    <a:pt x="1607184" y="0"/>
                  </a:lnTo>
                  <a:close/>
                </a:path>
                <a:path w="10424160" h="5213350">
                  <a:moveTo>
                    <a:pt x="1612519" y="0"/>
                  </a:moveTo>
                  <a:lnTo>
                    <a:pt x="1607184" y="0"/>
                  </a:lnTo>
                  <a:lnTo>
                    <a:pt x="1607184" y="19050"/>
                  </a:lnTo>
                  <a:lnTo>
                    <a:pt x="1612519" y="19050"/>
                  </a:lnTo>
                  <a:lnTo>
                    <a:pt x="1616709" y="14732"/>
                  </a:lnTo>
                  <a:lnTo>
                    <a:pt x="1616709" y="4318"/>
                  </a:lnTo>
                  <a:lnTo>
                    <a:pt x="1612519" y="0"/>
                  </a:lnTo>
                  <a:close/>
                </a:path>
                <a:path w="10424160" h="5213350">
                  <a:moveTo>
                    <a:pt x="1645284" y="0"/>
                  </a:moveTo>
                  <a:lnTo>
                    <a:pt x="1640077" y="0"/>
                  </a:lnTo>
                  <a:lnTo>
                    <a:pt x="1635759" y="4318"/>
                  </a:lnTo>
                  <a:lnTo>
                    <a:pt x="1635759" y="14732"/>
                  </a:lnTo>
                  <a:lnTo>
                    <a:pt x="1640077" y="19050"/>
                  </a:lnTo>
                  <a:lnTo>
                    <a:pt x="1645284" y="19050"/>
                  </a:lnTo>
                  <a:lnTo>
                    <a:pt x="1645284" y="0"/>
                  </a:lnTo>
                  <a:close/>
                </a:path>
                <a:path w="10424160" h="5213350">
                  <a:moveTo>
                    <a:pt x="1645412" y="12700"/>
                  </a:moveTo>
                  <a:lnTo>
                    <a:pt x="1645284" y="12700"/>
                  </a:lnTo>
                  <a:lnTo>
                    <a:pt x="1645284" y="19050"/>
                  </a:lnTo>
                  <a:lnTo>
                    <a:pt x="1645412" y="19050"/>
                  </a:lnTo>
                  <a:lnTo>
                    <a:pt x="1645412" y="12700"/>
                  </a:lnTo>
                  <a:close/>
                </a:path>
                <a:path w="10424160" h="5213350">
                  <a:moveTo>
                    <a:pt x="1650619" y="0"/>
                  </a:moveTo>
                  <a:lnTo>
                    <a:pt x="1645412" y="0"/>
                  </a:lnTo>
                  <a:lnTo>
                    <a:pt x="1645412" y="19050"/>
                  </a:lnTo>
                  <a:lnTo>
                    <a:pt x="1650619" y="19050"/>
                  </a:lnTo>
                  <a:lnTo>
                    <a:pt x="1654937" y="14732"/>
                  </a:lnTo>
                  <a:lnTo>
                    <a:pt x="1654937" y="4318"/>
                  </a:lnTo>
                  <a:lnTo>
                    <a:pt x="1650619" y="0"/>
                  </a:lnTo>
                  <a:close/>
                </a:path>
                <a:path w="10424160" h="5213350">
                  <a:moveTo>
                    <a:pt x="1645412" y="0"/>
                  </a:moveTo>
                  <a:lnTo>
                    <a:pt x="1645284" y="0"/>
                  </a:lnTo>
                  <a:lnTo>
                    <a:pt x="1645284" y="6350"/>
                  </a:lnTo>
                  <a:lnTo>
                    <a:pt x="1645412" y="6350"/>
                  </a:lnTo>
                  <a:lnTo>
                    <a:pt x="1645412" y="0"/>
                  </a:lnTo>
                  <a:close/>
                </a:path>
                <a:path w="10424160" h="5213350">
                  <a:moveTo>
                    <a:pt x="1683512" y="0"/>
                  </a:moveTo>
                  <a:lnTo>
                    <a:pt x="1678177" y="0"/>
                  </a:lnTo>
                  <a:lnTo>
                    <a:pt x="1673987" y="4318"/>
                  </a:lnTo>
                  <a:lnTo>
                    <a:pt x="1673987" y="14732"/>
                  </a:lnTo>
                  <a:lnTo>
                    <a:pt x="1678177" y="19050"/>
                  </a:lnTo>
                  <a:lnTo>
                    <a:pt x="1683512" y="19050"/>
                  </a:lnTo>
                  <a:lnTo>
                    <a:pt x="1683512" y="0"/>
                  </a:lnTo>
                  <a:close/>
                </a:path>
                <a:path w="10424160" h="5213350">
                  <a:moveTo>
                    <a:pt x="1688719" y="0"/>
                  </a:moveTo>
                  <a:lnTo>
                    <a:pt x="1683512" y="0"/>
                  </a:lnTo>
                  <a:lnTo>
                    <a:pt x="1683512" y="19050"/>
                  </a:lnTo>
                  <a:lnTo>
                    <a:pt x="1688719" y="19050"/>
                  </a:lnTo>
                  <a:lnTo>
                    <a:pt x="1693037" y="14732"/>
                  </a:lnTo>
                  <a:lnTo>
                    <a:pt x="1693037" y="4318"/>
                  </a:lnTo>
                  <a:lnTo>
                    <a:pt x="1688719" y="0"/>
                  </a:lnTo>
                  <a:close/>
                </a:path>
                <a:path w="10424160" h="5213350">
                  <a:moveTo>
                    <a:pt x="1721612" y="0"/>
                  </a:moveTo>
                  <a:lnTo>
                    <a:pt x="1716277" y="0"/>
                  </a:lnTo>
                  <a:lnTo>
                    <a:pt x="1712087" y="4318"/>
                  </a:lnTo>
                  <a:lnTo>
                    <a:pt x="1712087" y="14732"/>
                  </a:lnTo>
                  <a:lnTo>
                    <a:pt x="1716277" y="19050"/>
                  </a:lnTo>
                  <a:lnTo>
                    <a:pt x="1721612" y="19050"/>
                  </a:lnTo>
                  <a:lnTo>
                    <a:pt x="1721612" y="0"/>
                  </a:lnTo>
                  <a:close/>
                </a:path>
                <a:path w="10424160" h="5213350">
                  <a:moveTo>
                    <a:pt x="1726819" y="0"/>
                  </a:moveTo>
                  <a:lnTo>
                    <a:pt x="1721612" y="0"/>
                  </a:lnTo>
                  <a:lnTo>
                    <a:pt x="1721612" y="19050"/>
                  </a:lnTo>
                  <a:lnTo>
                    <a:pt x="1726819" y="19050"/>
                  </a:lnTo>
                  <a:lnTo>
                    <a:pt x="1731137" y="14732"/>
                  </a:lnTo>
                  <a:lnTo>
                    <a:pt x="1731137" y="4318"/>
                  </a:lnTo>
                  <a:lnTo>
                    <a:pt x="1726819" y="0"/>
                  </a:lnTo>
                  <a:close/>
                </a:path>
                <a:path w="10424160" h="5213350">
                  <a:moveTo>
                    <a:pt x="1759712" y="0"/>
                  </a:moveTo>
                  <a:lnTo>
                    <a:pt x="1754377" y="0"/>
                  </a:lnTo>
                  <a:lnTo>
                    <a:pt x="1750187" y="4318"/>
                  </a:lnTo>
                  <a:lnTo>
                    <a:pt x="1750187" y="14732"/>
                  </a:lnTo>
                  <a:lnTo>
                    <a:pt x="1754377" y="19050"/>
                  </a:lnTo>
                  <a:lnTo>
                    <a:pt x="1759712" y="19050"/>
                  </a:lnTo>
                  <a:lnTo>
                    <a:pt x="1759712" y="0"/>
                  </a:lnTo>
                  <a:close/>
                </a:path>
                <a:path w="10424160" h="5213350">
                  <a:moveTo>
                    <a:pt x="1764919" y="0"/>
                  </a:moveTo>
                  <a:lnTo>
                    <a:pt x="1759712" y="0"/>
                  </a:lnTo>
                  <a:lnTo>
                    <a:pt x="1759712" y="19050"/>
                  </a:lnTo>
                  <a:lnTo>
                    <a:pt x="1764919" y="19050"/>
                  </a:lnTo>
                  <a:lnTo>
                    <a:pt x="1769237" y="14732"/>
                  </a:lnTo>
                  <a:lnTo>
                    <a:pt x="1769237" y="4318"/>
                  </a:lnTo>
                  <a:lnTo>
                    <a:pt x="1764919" y="0"/>
                  </a:lnTo>
                  <a:close/>
                </a:path>
                <a:path w="10424160" h="5213350">
                  <a:moveTo>
                    <a:pt x="1797812" y="0"/>
                  </a:moveTo>
                  <a:lnTo>
                    <a:pt x="1792605" y="0"/>
                  </a:lnTo>
                  <a:lnTo>
                    <a:pt x="1788287" y="4318"/>
                  </a:lnTo>
                  <a:lnTo>
                    <a:pt x="1788287" y="14732"/>
                  </a:lnTo>
                  <a:lnTo>
                    <a:pt x="1792605" y="19050"/>
                  </a:lnTo>
                  <a:lnTo>
                    <a:pt x="1797812" y="19050"/>
                  </a:lnTo>
                  <a:lnTo>
                    <a:pt x="1797812" y="0"/>
                  </a:lnTo>
                  <a:close/>
                </a:path>
                <a:path w="10424160" h="5213350">
                  <a:moveTo>
                    <a:pt x="1803145" y="0"/>
                  </a:moveTo>
                  <a:lnTo>
                    <a:pt x="1797812" y="0"/>
                  </a:lnTo>
                  <a:lnTo>
                    <a:pt x="1797812" y="19050"/>
                  </a:lnTo>
                  <a:lnTo>
                    <a:pt x="1803145" y="19050"/>
                  </a:lnTo>
                  <a:lnTo>
                    <a:pt x="1807337" y="14732"/>
                  </a:lnTo>
                  <a:lnTo>
                    <a:pt x="1807337" y="4318"/>
                  </a:lnTo>
                  <a:lnTo>
                    <a:pt x="1803145" y="0"/>
                  </a:lnTo>
                  <a:close/>
                </a:path>
                <a:path w="10424160" h="5213350">
                  <a:moveTo>
                    <a:pt x="1835912" y="0"/>
                  </a:moveTo>
                  <a:lnTo>
                    <a:pt x="1830705" y="0"/>
                  </a:lnTo>
                  <a:lnTo>
                    <a:pt x="1826387" y="4318"/>
                  </a:lnTo>
                  <a:lnTo>
                    <a:pt x="1826387" y="14732"/>
                  </a:lnTo>
                  <a:lnTo>
                    <a:pt x="1830705" y="19050"/>
                  </a:lnTo>
                  <a:lnTo>
                    <a:pt x="1835912" y="19050"/>
                  </a:lnTo>
                  <a:lnTo>
                    <a:pt x="1835912" y="0"/>
                  </a:lnTo>
                  <a:close/>
                </a:path>
                <a:path w="10424160" h="5213350">
                  <a:moveTo>
                    <a:pt x="1841245" y="0"/>
                  </a:moveTo>
                  <a:lnTo>
                    <a:pt x="1835912" y="0"/>
                  </a:lnTo>
                  <a:lnTo>
                    <a:pt x="1835912" y="19050"/>
                  </a:lnTo>
                  <a:lnTo>
                    <a:pt x="1841245" y="19050"/>
                  </a:lnTo>
                  <a:lnTo>
                    <a:pt x="1845437" y="14732"/>
                  </a:lnTo>
                  <a:lnTo>
                    <a:pt x="1845437" y="4318"/>
                  </a:lnTo>
                  <a:lnTo>
                    <a:pt x="1841245" y="0"/>
                  </a:lnTo>
                  <a:close/>
                </a:path>
                <a:path w="10424160" h="5213350">
                  <a:moveTo>
                    <a:pt x="1874012" y="0"/>
                  </a:moveTo>
                  <a:lnTo>
                    <a:pt x="1868805" y="0"/>
                  </a:lnTo>
                  <a:lnTo>
                    <a:pt x="1864487" y="4318"/>
                  </a:lnTo>
                  <a:lnTo>
                    <a:pt x="1864487" y="14732"/>
                  </a:lnTo>
                  <a:lnTo>
                    <a:pt x="1868805" y="19050"/>
                  </a:lnTo>
                  <a:lnTo>
                    <a:pt x="1874012" y="19050"/>
                  </a:lnTo>
                  <a:lnTo>
                    <a:pt x="1874012" y="0"/>
                  </a:lnTo>
                  <a:close/>
                </a:path>
                <a:path w="10424160" h="5213350">
                  <a:moveTo>
                    <a:pt x="1879345" y="0"/>
                  </a:moveTo>
                  <a:lnTo>
                    <a:pt x="1874139" y="0"/>
                  </a:lnTo>
                  <a:lnTo>
                    <a:pt x="1874139" y="19050"/>
                  </a:lnTo>
                  <a:lnTo>
                    <a:pt x="1879345" y="19050"/>
                  </a:lnTo>
                  <a:lnTo>
                    <a:pt x="1883664" y="14732"/>
                  </a:lnTo>
                  <a:lnTo>
                    <a:pt x="1883664" y="4318"/>
                  </a:lnTo>
                  <a:lnTo>
                    <a:pt x="1879345" y="0"/>
                  </a:lnTo>
                  <a:close/>
                </a:path>
                <a:path w="10424160" h="5213350">
                  <a:moveTo>
                    <a:pt x="1912239" y="0"/>
                  </a:moveTo>
                  <a:lnTo>
                    <a:pt x="1906905" y="0"/>
                  </a:lnTo>
                  <a:lnTo>
                    <a:pt x="1902714" y="4318"/>
                  </a:lnTo>
                  <a:lnTo>
                    <a:pt x="1902714" y="14732"/>
                  </a:lnTo>
                  <a:lnTo>
                    <a:pt x="1906905" y="19050"/>
                  </a:lnTo>
                  <a:lnTo>
                    <a:pt x="1912239" y="19050"/>
                  </a:lnTo>
                  <a:lnTo>
                    <a:pt x="1912239" y="0"/>
                  </a:lnTo>
                  <a:close/>
                </a:path>
                <a:path w="10424160" h="5213350">
                  <a:moveTo>
                    <a:pt x="1917445" y="0"/>
                  </a:moveTo>
                  <a:lnTo>
                    <a:pt x="1912239" y="0"/>
                  </a:lnTo>
                  <a:lnTo>
                    <a:pt x="1912239" y="19050"/>
                  </a:lnTo>
                  <a:lnTo>
                    <a:pt x="1917445" y="19050"/>
                  </a:lnTo>
                  <a:lnTo>
                    <a:pt x="1921764" y="14732"/>
                  </a:lnTo>
                  <a:lnTo>
                    <a:pt x="1921764" y="4318"/>
                  </a:lnTo>
                  <a:lnTo>
                    <a:pt x="1917445" y="0"/>
                  </a:lnTo>
                  <a:close/>
                </a:path>
                <a:path w="10424160" h="5213350">
                  <a:moveTo>
                    <a:pt x="1950339" y="0"/>
                  </a:moveTo>
                  <a:lnTo>
                    <a:pt x="1945005" y="0"/>
                  </a:lnTo>
                  <a:lnTo>
                    <a:pt x="1940814" y="4318"/>
                  </a:lnTo>
                  <a:lnTo>
                    <a:pt x="1940814" y="14732"/>
                  </a:lnTo>
                  <a:lnTo>
                    <a:pt x="1945005" y="19050"/>
                  </a:lnTo>
                  <a:lnTo>
                    <a:pt x="1950339" y="19050"/>
                  </a:lnTo>
                  <a:lnTo>
                    <a:pt x="1950339" y="0"/>
                  </a:lnTo>
                  <a:close/>
                </a:path>
                <a:path w="10424160" h="5213350">
                  <a:moveTo>
                    <a:pt x="1955545" y="0"/>
                  </a:moveTo>
                  <a:lnTo>
                    <a:pt x="1950339" y="0"/>
                  </a:lnTo>
                  <a:lnTo>
                    <a:pt x="1950339" y="19050"/>
                  </a:lnTo>
                  <a:lnTo>
                    <a:pt x="1955545" y="19050"/>
                  </a:lnTo>
                  <a:lnTo>
                    <a:pt x="1959864" y="14732"/>
                  </a:lnTo>
                  <a:lnTo>
                    <a:pt x="1959864" y="4318"/>
                  </a:lnTo>
                  <a:lnTo>
                    <a:pt x="1955545" y="0"/>
                  </a:lnTo>
                  <a:close/>
                </a:path>
                <a:path w="10424160" h="5213350">
                  <a:moveTo>
                    <a:pt x="1988439" y="0"/>
                  </a:moveTo>
                  <a:lnTo>
                    <a:pt x="1983105" y="0"/>
                  </a:lnTo>
                  <a:lnTo>
                    <a:pt x="1978914" y="4318"/>
                  </a:lnTo>
                  <a:lnTo>
                    <a:pt x="1978914" y="14732"/>
                  </a:lnTo>
                  <a:lnTo>
                    <a:pt x="1983105" y="19050"/>
                  </a:lnTo>
                  <a:lnTo>
                    <a:pt x="1988439" y="19050"/>
                  </a:lnTo>
                  <a:lnTo>
                    <a:pt x="1988439" y="0"/>
                  </a:lnTo>
                  <a:close/>
                </a:path>
                <a:path w="10424160" h="5213350">
                  <a:moveTo>
                    <a:pt x="1993645" y="0"/>
                  </a:moveTo>
                  <a:lnTo>
                    <a:pt x="1988439" y="0"/>
                  </a:lnTo>
                  <a:lnTo>
                    <a:pt x="1988439" y="19050"/>
                  </a:lnTo>
                  <a:lnTo>
                    <a:pt x="1993645" y="19050"/>
                  </a:lnTo>
                  <a:lnTo>
                    <a:pt x="1997964" y="14732"/>
                  </a:lnTo>
                  <a:lnTo>
                    <a:pt x="1997964" y="4318"/>
                  </a:lnTo>
                  <a:lnTo>
                    <a:pt x="1993645" y="0"/>
                  </a:lnTo>
                  <a:close/>
                </a:path>
                <a:path w="10424160" h="5213350">
                  <a:moveTo>
                    <a:pt x="2026539" y="0"/>
                  </a:moveTo>
                  <a:lnTo>
                    <a:pt x="2021332" y="0"/>
                  </a:lnTo>
                  <a:lnTo>
                    <a:pt x="2017014" y="4318"/>
                  </a:lnTo>
                  <a:lnTo>
                    <a:pt x="2017014" y="14732"/>
                  </a:lnTo>
                  <a:lnTo>
                    <a:pt x="2021332" y="19050"/>
                  </a:lnTo>
                  <a:lnTo>
                    <a:pt x="2026539" y="19050"/>
                  </a:lnTo>
                  <a:lnTo>
                    <a:pt x="2026539" y="0"/>
                  </a:lnTo>
                  <a:close/>
                </a:path>
                <a:path w="10424160" h="5213350">
                  <a:moveTo>
                    <a:pt x="2031872" y="0"/>
                  </a:moveTo>
                  <a:lnTo>
                    <a:pt x="2026539" y="0"/>
                  </a:lnTo>
                  <a:lnTo>
                    <a:pt x="2026539" y="19050"/>
                  </a:lnTo>
                  <a:lnTo>
                    <a:pt x="2031872" y="19050"/>
                  </a:lnTo>
                  <a:lnTo>
                    <a:pt x="2036064" y="14732"/>
                  </a:lnTo>
                  <a:lnTo>
                    <a:pt x="2036064" y="4318"/>
                  </a:lnTo>
                  <a:lnTo>
                    <a:pt x="2031872" y="0"/>
                  </a:lnTo>
                  <a:close/>
                </a:path>
                <a:path w="10424160" h="5213350">
                  <a:moveTo>
                    <a:pt x="2064639" y="0"/>
                  </a:moveTo>
                  <a:lnTo>
                    <a:pt x="2059432" y="0"/>
                  </a:lnTo>
                  <a:lnTo>
                    <a:pt x="2055114" y="4318"/>
                  </a:lnTo>
                  <a:lnTo>
                    <a:pt x="2055114" y="14732"/>
                  </a:lnTo>
                  <a:lnTo>
                    <a:pt x="2059432" y="19050"/>
                  </a:lnTo>
                  <a:lnTo>
                    <a:pt x="2064639" y="19050"/>
                  </a:lnTo>
                  <a:lnTo>
                    <a:pt x="2064639" y="0"/>
                  </a:lnTo>
                  <a:close/>
                </a:path>
                <a:path w="10424160" h="5213350">
                  <a:moveTo>
                    <a:pt x="2069972" y="0"/>
                  </a:moveTo>
                  <a:lnTo>
                    <a:pt x="2064639" y="0"/>
                  </a:lnTo>
                  <a:lnTo>
                    <a:pt x="2064639" y="19050"/>
                  </a:lnTo>
                  <a:lnTo>
                    <a:pt x="2069972" y="19050"/>
                  </a:lnTo>
                  <a:lnTo>
                    <a:pt x="2074164" y="14732"/>
                  </a:lnTo>
                  <a:lnTo>
                    <a:pt x="2074164" y="4318"/>
                  </a:lnTo>
                  <a:lnTo>
                    <a:pt x="2069972" y="0"/>
                  </a:lnTo>
                  <a:close/>
                </a:path>
                <a:path w="10424160" h="5213350">
                  <a:moveTo>
                    <a:pt x="2102739" y="0"/>
                  </a:moveTo>
                  <a:lnTo>
                    <a:pt x="2097532" y="0"/>
                  </a:lnTo>
                  <a:lnTo>
                    <a:pt x="2093214" y="4318"/>
                  </a:lnTo>
                  <a:lnTo>
                    <a:pt x="2093214" y="14732"/>
                  </a:lnTo>
                  <a:lnTo>
                    <a:pt x="2097532" y="19050"/>
                  </a:lnTo>
                  <a:lnTo>
                    <a:pt x="2102739" y="19050"/>
                  </a:lnTo>
                  <a:lnTo>
                    <a:pt x="2102739" y="0"/>
                  </a:lnTo>
                  <a:close/>
                </a:path>
                <a:path w="10424160" h="5213350">
                  <a:moveTo>
                    <a:pt x="2108072" y="0"/>
                  </a:moveTo>
                  <a:lnTo>
                    <a:pt x="2102739" y="0"/>
                  </a:lnTo>
                  <a:lnTo>
                    <a:pt x="2102739" y="19050"/>
                  </a:lnTo>
                  <a:lnTo>
                    <a:pt x="2108072" y="19050"/>
                  </a:lnTo>
                  <a:lnTo>
                    <a:pt x="2112264" y="14732"/>
                  </a:lnTo>
                  <a:lnTo>
                    <a:pt x="2112264" y="4318"/>
                  </a:lnTo>
                  <a:lnTo>
                    <a:pt x="2108072" y="0"/>
                  </a:lnTo>
                  <a:close/>
                </a:path>
                <a:path w="10424160" h="5213350">
                  <a:moveTo>
                    <a:pt x="2140839" y="0"/>
                  </a:moveTo>
                  <a:lnTo>
                    <a:pt x="2135632" y="0"/>
                  </a:lnTo>
                  <a:lnTo>
                    <a:pt x="2131314" y="4318"/>
                  </a:lnTo>
                  <a:lnTo>
                    <a:pt x="2131314" y="14732"/>
                  </a:lnTo>
                  <a:lnTo>
                    <a:pt x="2135632" y="19050"/>
                  </a:lnTo>
                  <a:lnTo>
                    <a:pt x="2140839" y="19050"/>
                  </a:lnTo>
                  <a:lnTo>
                    <a:pt x="2140839" y="0"/>
                  </a:lnTo>
                  <a:close/>
                </a:path>
                <a:path w="10424160" h="5213350">
                  <a:moveTo>
                    <a:pt x="2146172" y="0"/>
                  </a:moveTo>
                  <a:lnTo>
                    <a:pt x="2140966" y="0"/>
                  </a:lnTo>
                  <a:lnTo>
                    <a:pt x="2140966" y="19050"/>
                  </a:lnTo>
                  <a:lnTo>
                    <a:pt x="2146172" y="19050"/>
                  </a:lnTo>
                  <a:lnTo>
                    <a:pt x="2150491" y="14732"/>
                  </a:lnTo>
                  <a:lnTo>
                    <a:pt x="2150491" y="4318"/>
                  </a:lnTo>
                  <a:lnTo>
                    <a:pt x="2146172" y="0"/>
                  </a:lnTo>
                  <a:close/>
                </a:path>
                <a:path w="10424160" h="5213350">
                  <a:moveTo>
                    <a:pt x="2179066" y="0"/>
                  </a:moveTo>
                  <a:lnTo>
                    <a:pt x="2173732" y="0"/>
                  </a:lnTo>
                  <a:lnTo>
                    <a:pt x="2169541" y="4318"/>
                  </a:lnTo>
                  <a:lnTo>
                    <a:pt x="2169541" y="14732"/>
                  </a:lnTo>
                  <a:lnTo>
                    <a:pt x="2173732" y="19050"/>
                  </a:lnTo>
                  <a:lnTo>
                    <a:pt x="2179066" y="19050"/>
                  </a:lnTo>
                  <a:lnTo>
                    <a:pt x="2179066" y="0"/>
                  </a:lnTo>
                  <a:close/>
                </a:path>
                <a:path w="10424160" h="5213350">
                  <a:moveTo>
                    <a:pt x="2184272" y="0"/>
                  </a:moveTo>
                  <a:lnTo>
                    <a:pt x="2179066" y="0"/>
                  </a:lnTo>
                  <a:lnTo>
                    <a:pt x="2179066" y="19050"/>
                  </a:lnTo>
                  <a:lnTo>
                    <a:pt x="2184272" y="19050"/>
                  </a:lnTo>
                  <a:lnTo>
                    <a:pt x="2188591" y="14732"/>
                  </a:lnTo>
                  <a:lnTo>
                    <a:pt x="2188591" y="4318"/>
                  </a:lnTo>
                  <a:lnTo>
                    <a:pt x="2184272" y="0"/>
                  </a:lnTo>
                  <a:close/>
                </a:path>
                <a:path w="10424160" h="5213350">
                  <a:moveTo>
                    <a:pt x="2217166" y="0"/>
                  </a:moveTo>
                  <a:lnTo>
                    <a:pt x="2211832" y="0"/>
                  </a:lnTo>
                  <a:lnTo>
                    <a:pt x="2207641" y="4318"/>
                  </a:lnTo>
                  <a:lnTo>
                    <a:pt x="2207641" y="14732"/>
                  </a:lnTo>
                  <a:lnTo>
                    <a:pt x="2211832" y="19050"/>
                  </a:lnTo>
                  <a:lnTo>
                    <a:pt x="2217166" y="19050"/>
                  </a:lnTo>
                  <a:lnTo>
                    <a:pt x="2217166" y="0"/>
                  </a:lnTo>
                  <a:close/>
                </a:path>
                <a:path w="10424160" h="5213350">
                  <a:moveTo>
                    <a:pt x="2222372" y="0"/>
                  </a:moveTo>
                  <a:lnTo>
                    <a:pt x="2217166" y="0"/>
                  </a:lnTo>
                  <a:lnTo>
                    <a:pt x="2217166" y="19050"/>
                  </a:lnTo>
                  <a:lnTo>
                    <a:pt x="2222372" y="19050"/>
                  </a:lnTo>
                  <a:lnTo>
                    <a:pt x="2226691" y="14732"/>
                  </a:lnTo>
                  <a:lnTo>
                    <a:pt x="2226691" y="4318"/>
                  </a:lnTo>
                  <a:lnTo>
                    <a:pt x="2222372" y="0"/>
                  </a:lnTo>
                  <a:close/>
                </a:path>
                <a:path w="10424160" h="5213350">
                  <a:moveTo>
                    <a:pt x="2255266" y="0"/>
                  </a:moveTo>
                  <a:lnTo>
                    <a:pt x="2249932" y="0"/>
                  </a:lnTo>
                  <a:lnTo>
                    <a:pt x="2245741" y="4318"/>
                  </a:lnTo>
                  <a:lnTo>
                    <a:pt x="2245741" y="14732"/>
                  </a:lnTo>
                  <a:lnTo>
                    <a:pt x="2249932" y="19050"/>
                  </a:lnTo>
                  <a:lnTo>
                    <a:pt x="2255266" y="19050"/>
                  </a:lnTo>
                  <a:lnTo>
                    <a:pt x="2255266" y="0"/>
                  </a:lnTo>
                  <a:close/>
                </a:path>
                <a:path w="10424160" h="5213350">
                  <a:moveTo>
                    <a:pt x="2260472" y="0"/>
                  </a:moveTo>
                  <a:lnTo>
                    <a:pt x="2255266" y="0"/>
                  </a:lnTo>
                  <a:lnTo>
                    <a:pt x="2255266" y="19050"/>
                  </a:lnTo>
                  <a:lnTo>
                    <a:pt x="2260472" y="19050"/>
                  </a:lnTo>
                  <a:lnTo>
                    <a:pt x="2264791" y="14732"/>
                  </a:lnTo>
                  <a:lnTo>
                    <a:pt x="2264791" y="4318"/>
                  </a:lnTo>
                  <a:lnTo>
                    <a:pt x="2260472" y="0"/>
                  </a:lnTo>
                  <a:close/>
                </a:path>
                <a:path w="10424160" h="5213350">
                  <a:moveTo>
                    <a:pt x="2293366" y="0"/>
                  </a:moveTo>
                  <a:lnTo>
                    <a:pt x="2288159" y="0"/>
                  </a:lnTo>
                  <a:lnTo>
                    <a:pt x="2283841" y="4318"/>
                  </a:lnTo>
                  <a:lnTo>
                    <a:pt x="2283841" y="14732"/>
                  </a:lnTo>
                  <a:lnTo>
                    <a:pt x="2288159" y="19050"/>
                  </a:lnTo>
                  <a:lnTo>
                    <a:pt x="2293366" y="19050"/>
                  </a:lnTo>
                  <a:lnTo>
                    <a:pt x="2293366" y="0"/>
                  </a:lnTo>
                  <a:close/>
                </a:path>
                <a:path w="10424160" h="5213350">
                  <a:moveTo>
                    <a:pt x="2298700" y="0"/>
                  </a:moveTo>
                  <a:lnTo>
                    <a:pt x="2293366" y="0"/>
                  </a:lnTo>
                  <a:lnTo>
                    <a:pt x="2293366" y="19050"/>
                  </a:lnTo>
                  <a:lnTo>
                    <a:pt x="2298700" y="19050"/>
                  </a:lnTo>
                  <a:lnTo>
                    <a:pt x="2302891" y="14732"/>
                  </a:lnTo>
                  <a:lnTo>
                    <a:pt x="2302891" y="4318"/>
                  </a:lnTo>
                  <a:lnTo>
                    <a:pt x="2298700" y="0"/>
                  </a:lnTo>
                  <a:close/>
                </a:path>
                <a:path w="10424160" h="5213350">
                  <a:moveTo>
                    <a:pt x="2331466" y="0"/>
                  </a:moveTo>
                  <a:lnTo>
                    <a:pt x="2326259" y="0"/>
                  </a:lnTo>
                  <a:lnTo>
                    <a:pt x="2321941" y="4318"/>
                  </a:lnTo>
                  <a:lnTo>
                    <a:pt x="2321941" y="14732"/>
                  </a:lnTo>
                  <a:lnTo>
                    <a:pt x="2326259" y="19050"/>
                  </a:lnTo>
                  <a:lnTo>
                    <a:pt x="2331466" y="19050"/>
                  </a:lnTo>
                  <a:lnTo>
                    <a:pt x="2331466" y="0"/>
                  </a:lnTo>
                  <a:close/>
                </a:path>
                <a:path w="10424160" h="5213350">
                  <a:moveTo>
                    <a:pt x="2336800" y="0"/>
                  </a:moveTo>
                  <a:lnTo>
                    <a:pt x="2331466" y="0"/>
                  </a:lnTo>
                  <a:lnTo>
                    <a:pt x="2331466" y="19050"/>
                  </a:lnTo>
                  <a:lnTo>
                    <a:pt x="2336800" y="19050"/>
                  </a:lnTo>
                  <a:lnTo>
                    <a:pt x="2340991" y="14732"/>
                  </a:lnTo>
                  <a:lnTo>
                    <a:pt x="2340991" y="4318"/>
                  </a:lnTo>
                  <a:lnTo>
                    <a:pt x="2336800" y="0"/>
                  </a:lnTo>
                  <a:close/>
                </a:path>
                <a:path w="10424160" h="5213350">
                  <a:moveTo>
                    <a:pt x="2369566" y="0"/>
                  </a:moveTo>
                  <a:lnTo>
                    <a:pt x="2364359" y="0"/>
                  </a:lnTo>
                  <a:lnTo>
                    <a:pt x="2360041" y="4318"/>
                  </a:lnTo>
                  <a:lnTo>
                    <a:pt x="2360041" y="14732"/>
                  </a:lnTo>
                  <a:lnTo>
                    <a:pt x="2364359" y="19050"/>
                  </a:lnTo>
                  <a:lnTo>
                    <a:pt x="2369566" y="19050"/>
                  </a:lnTo>
                  <a:lnTo>
                    <a:pt x="2369566" y="0"/>
                  </a:lnTo>
                  <a:close/>
                </a:path>
                <a:path w="10424160" h="5213350">
                  <a:moveTo>
                    <a:pt x="2374900" y="0"/>
                  </a:moveTo>
                  <a:lnTo>
                    <a:pt x="2369566" y="0"/>
                  </a:lnTo>
                  <a:lnTo>
                    <a:pt x="2369566" y="19050"/>
                  </a:lnTo>
                  <a:lnTo>
                    <a:pt x="2374900" y="19050"/>
                  </a:lnTo>
                  <a:lnTo>
                    <a:pt x="2379091" y="14732"/>
                  </a:lnTo>
                  <a:lnTo>
                    <a:pt x="2379091" y="4318"/>
                  </a:lnTo>
                  <a:lnTo>
                    <a:pt x="2374900" y="0"/>
                  </a:lnTo>
                  <a:close/>
                </a:path>
                <a:path w="10424160" h="5213350">
                  <a:moveTo>
                    <a:pt x="2407666" y="0"/>
                  </a:moveTo>
                  <a:lnTo>
                    <a:pt x="2402459" y="0"/>
                  </a:lnTo>
                  <a:lnTo>
                    <a:pt x="2398141" y="4318"/>
                  </a:lnTo>
                  <a:lnTo>
                    <a:pt x="2398141" y="14732"/>
                  </a:lnTo>
                  <a:lnTo>
                    <a:pt x="2402459" y="19050"/>
                  </a:lnTo>
                  <a:lnTo>
                    <a:pt x="2407666" y="19050"/>
                  </a:lnTo>
                  <a:lnTo>
                    <a:pt x="2407666" y="0"/>
                  </a:lnTo>
                  <a:close/>
                </a:path>
                <a:path w="10424160" h="5213350">
                  <a:moveTo>
                    <a:pt x="2407793" y="12700"/>
                  </a:moveTo>
                  <a:lnTo>
                    <a:pt x="2407666" y="12700"/>
                  </a:lnTo>
                  <a:lnTo>
                    <a:pt x="2407666" y="19050"/>
                  </a:lnTo>
                  <a:lnTo>
                    <a:pt x="2407793" y="19050"/>
                  </a:lnTo>
                  <a:lnTo>
                    <a:pt x="2407793" y="12700"/>
                  </a:lnTo>
                  <a:close/>
                </a:path>
                <a:path w="10424160" h="5213350">
                  <a:moveTo>
                    <a:pt x="2413000" y="0"/>
                  </a:moveTo>
                  <a:lnTo>
                    <a:pt x="2407793" y="0"/>
                  </a:lnTo>
                  <a:lnTo>
                    <a:pt x="2407793" y="19050"/>
                  </a:lnTo>
                  <a:lnTo>
                    <a:pt x="2413000" y="19050"/>
                  </a:lnTo>
                  <a:lnTo>
                    <a:pt x="2417318" y="14732"/>
                  </a:lnTo>
                  <a:lnTo>
                    <a:pt x="2417318" y="4318"/>
                  </a:lnTo>
                  <a:lnTo>
                    <a:pt x="2413000" y="0"/>
                  </a:lnTo>
                  <a:close/>
                </a:path>
                <a:path w="10424160" h="5213350">
                  <a:moveTo>
                    <a:pt x="2407793" y="0"/>
                  </a:moveTo>
                  <a:lnTo>
                    <a:pt x="2407666" y="0"/>
                  </a:lnTo>
                  <a:lnTo>
                    <a:pt x="2407666" y="6350"/>
                  </a:lnTo>
                  <a:lnTo>
                    <a:pt x="2407793" y="6350"/>
                  </a:lnTo>
                  <a:lnTo>
                    <a:pt x="2407793" y="0"/>
                  </a:lnTo>
                  <a:close/>
                </a:path>
                <a:path w="10424160" h="5213350">
                  <a:moveTo>
                    <a:pt x="2445893" y="0"/>
                  </a:moveTo>
                  <a:lnTo>
                    <a:pt x="2440559" y="0"/>
                  </a:lnTo>
                  <a:lnTo>
                    <a:pt x="2436368" y="4318"/>
                  </a:lnTo>
                  <a:lnTo>
                    <a:pt x="2436368" y="14732"/>
                  </a:lnTo>
                  <a:lnTo>
                    <a:pt x="2440559" y="19050"/>
                  </a:lnTo>
                  <a:lnTo>
                    <a:pt x="2445893" y="19050"/>
                  </a:lnTo>
                  <a:lnTo>
                    <a:pt x="2445893" y="0"/>
                  </a:lnTo>
                  <a:close/>
                </a:path>
                <a:path w="10424160" h="5213350">
                  <a:moveTo>
                    <a:pt x="2451100" y="0"/>
                  </a:moveTo>
                  <a:lnTo>
                    <a:pt x="2445893" y="0"/>
                  </a:lnTo>
                  <a:lnTo>
                    <a:pt x="2445893" y="19050"/>
                  </a:lnTo>
                  <a:lnTo>
                    <a:pt x="2451100" y="19050"/>
                  </a:lnTo>
                  <a:lnTo>
                    <a:pt x="2455418" y="14732"/>
                  </a:lnTo>
                  <a:lnTo>
                    <a:pt x="2455418" y="4318"/>
                  </a:lnTo>
                  <a:lnTo>
                    <a:pt x="2451100" y="0"/>
                  </a:lnTo>
                  <a:close/>
                </a:path>
                <a:path w="10424160" h="5213350">
                  <a:moveTo>
                    <a:pt x="2483993" y="0"/>
                  </a:moveTo>
                  <a:lnTo>
                    <a:pt x="2478659" y="0"/>
                  </a:lnTo>
                  <a:lnTo>
                    <a:pt x="2474468" y="4318"/>
                  </a:lnTo>
                  <a:lnTo>
                    <a:pt x="2474468" y="14732"/>
                  </a:lnTo>
                  <a:lnTo>
                    <a:pt x="2478659" y="19050"/>
                  </a:lnTo>
                  <a:lnTo>
                    <a:pt x="2483993" y="19050"/>
                  </a:lnTo>
                  <a:lnTo>
                    <a:pt x="2483993" y="0"/>
                  </a:lnTo>
                  <a:close/>
                </a:path>
                <a:path w="10424160" h="5213350">
                  <a:moveTo>
                    <a:pt x="2489200" y="0"/>
                  </a:moveTo>
                  <a:lnTo>
                    <a:pt x="2483993" y="0"/>
                  </a:lnTo>
                  <a:lnTo>
                    <a:pt x="2483993" y="19050"/>
                  </a:lnTo>
                  <a:lnTo>
                    <a:pt x="2489200" y="19050"/>
                  </a:lnTo>
                  <a:lnTo>
                    <a:pt x="2493518" y="14732"/>
                  </a:lnTo>
                  <a:lnTo>
                    <a:pt x="2493518" y="4318"/>
                  </a:lnTo>
                  <a:lnTo>
                    <a:pt x="2489200" y="0"/>
                  </a:lnTo>
                  <a:close/>
                </a:path>
                <a:path w="10424160" h="5213350">
                  <a:moveTo>
                    <a:pt x="2522093" y="0"/>
                  </a:moveTo>
                  <a:lnTo>
                    <a:pt x="2516759" y="0"/>
                  </a:lnTo>
                  <a:lnTo>
                    <a:pt x="2512568" y="4318"/>
                  </a:lnTo>
                  <a:lnTo>
                    <a:pt x="2512568" y="14732"/>
                  </a:lnTo>
                  <a:lnTo>
                    <a:pt x="2516759" y="19050"/>
                  </a:lnTo>
                  <a:lnTo>
                    <a:pt x="2522093" y="19050"/>
                  </a:lnTo>
                  <a:lnTo>
                    <a:pt x="2522093" y="0"/>
                  </a:lnTo>
                  <a:close/>
                </a:path>
                <a:path w="10424160" h="5213350">
                  <a:moveTo>
                    <a:pt x="2527300" y="0"/>
                  </a:moveTo>
                  <a:lnTo>
                    <a:pt x="2522093" y="0"/>
                  </a:lnTo>
                  <a:lnTo>
                    <a:pt x="2522093" y="19050"/>
                  </a:lnTo>
                  <a:lnTo>
                    <a:pt x="2527300" y="19050"/>
                  </a:lnTo>
                  <a:lnTo>
                    <a:pt x="2531618" y="14732"/>
                  </a:lnTo>
                  <a:lnTo>
                    <a:pt x="2531618" y="4318"/>
                  </a:lnTo>
                  <a:lnTo>
                    <a:pt x="2527300" y="0"/>
                  </a:lnTo>
                  <a:close/>
                </a:path>
                <a:path w="10424160" h="5213350">
                  <a:moveTo>
                    <a:pt x="2560193" y="0"/>
                  </a:moveTo>
                  <a:lnTo>
                    <a:pt x="2554985" y="0"/>
                  </a:lnTo>
                  <a:lnTo>
                    <a:pt x="2550668" y="4318"/>
                  </a:lnTo>
                  <a:lnTo>
                    <a:pt x="2550668" y="14732"/>
                  </a:lnTo>
                  <a:lnTo>
                    <a:pt x="2554985" y="19050"/>
                  </a:lnTo>
                  <a:lnTo>
                    <a:pt x="2560193" y="19050"/>
                  </a:lnTo>
                  <a:lnTo>
                    <a:pt x="2560193" y="0"/>
                  </a:lnTo>
                  <a:close/>
                </a:path>
                <a:path w="10424160" h="5213350">
                  <a:moveTo>
                    <a:pt x="2565527" y="0"/>
                  </a:moveTo>
                  <a:lnTo>
                    <a:pt x="2560193" y="0"/>
                  </a:lnTo>
                  <a:lnTo>
                    <a:pt x="2560193" y="19050"/>
                  </a:lnTo>
                  <a:lnTo>
                    <a:pt x="2565527" y="19050"/>
                  </a:lnTo>
                  <a:lnTo>
                    <a:pt x="2569718" y="14732"/>
                  </a:lnTo>
                  <a:lnTo>
                    <a:pt x="2569718" y="4318"/>
                  </a:lnTo>
                  <a:lnTo>
                    <a:pt x="2565527" y="0"/>
                  </a:lnTo>
                  <a:close/>
                </a:path>
                <a:path w="10424160" h="5213350">
                  <a:moveTo>
                    <a:pt x="2598293" y="0"/>
                  </a:moveTo>
                  <a:lnTo>
                    <a:pt x="2593085" y="0"/>
                  </a:lnTo>
                  <a:lnTo>
                    <a:pt x="2588768" y="4318"/>
                  </a:lnTo>
                  <a:lnTo>
                    <a:pt x="2588768" y="14732"/>
                  </a:lnTo>
                  <a:lnTo>
                    <a:pt x="2593085" y="19050"/>
                  </a:lnTo>
                  <a:lnTo>
                    <a:pt x="2598293" y="19050"/>
                  </a:lnTo>
                  <a:lnTo>
                    <a:pt x="2598293" y="0"/>
                  </a:lnTo>
                  <a:close/>
                </a:path>
                <a:path w="10424160" h="5213350">
                  <a:moveTo>
                    <a:pt x="2603627" y="0"/>
                  </a:moveTo>
                  <a:lnTo>
                    <a:pt x="2598293" y="0"/>
                  </a:lnTo>
                  <a:lnTo>
                    <a:pt x="2598293" y="19050"/>
                  </a:lnTo>
                  <a:lnTo>
                    <a:pt x="2603627" y="19050"/>
                  </a:lnTo>
                  <a:lnTo>
                    <a:pt x="2607818" y="14732"/>
                  </a:lnTo>
                  <a:lnTo>
                    <a:pt x="2607818" y="4318"/>
                  </a:lnTo>
                  <a:lnTo>
                    <a:pt x="2603627" y="0"/>
                  </a:lnTo>
                  <a:close/>
                </a:path>
                <a:path w="10424160" h="5213350">
                  <a:moveTo>
                    <a:pt x="2636393" y="0"/>
                  </a:moveTo>
                  <a:lnTo>
                    <a:pt x="2631185" y="0"/>
                  </a:lnTo>
                  <a:lnTo>
                    <a:pt x="2626868" y="4318"/>
                  </a:lnTo>
                  <a:lnTo>
                    <a:pt x="2626868" y="14732"/>
                  </a:lnTo>
                  <a:lnTo>
                    <a:pt x="2631185" y="19050"/>
                  </a:lnTo>
                  <a:lnTo>
                    <a:pt x="2636393" y="19050"/>
                  </a:lnTo>
                  <a:lnTo>
                    <a:pt x="2636393" y="0"/>
                  </a:lnTo>
                  <a:close/>
                </a:path>
                <a:path w="10424160" h="5213350">
                  <a:moveTo>
                    <a:pt x="2641727" y="0"/>
                  </a:moveTo>
                  <a:lnTo>
                    <a:pt x="2636520" y="0"/>
                  </a:lnTo>
                  <a:lnTo>
                    <a:pt x="2636520" y="19050"/>
                  </a:lnTo>
                  <a:lnTo>
                    <a:pt x="2641727" y="19050"/>
                  </a:lnTo>
                  <a:lnTo>
                    <a:pt x="2646045" y="14732"/>
                  </a:lnTo>
                  <a:lnTo>
                    <a:pt x="2646045" y="4318"/>
                  </a:lnTo>
                  <a:lnTo>
                    <a:pt x="2641727" y="0"/>
                  </a:lnTo>
                  <a:close/>
                </a:path>
                <a:path w="10424160" h="5213350">
                  <a:moveTo>
                    <a:pt x="2674620" y="0"/>
                  </a:moveTo>
                  <a:lnTo>
                    <a:pt x="2669285" y="0"/>
                  </a:lnTo>
                  <a:lnTo>
                    <a:pt x="2665095" y="4318"/>
                  </a:lnTo>
                  <a:lnTo>
                    <a:pt x="2665095" y="14732"/>
                  </a:lnTo>
                  <a:lnTo>
                    <a:pt x="2669285" y="19050"/>
                  </a:lnTo>
                  <a:lnTo>
                    <a:pt x="2674620" y="19050"/>
                  </a:lnTo>
                  <a:lnTo>
                    <a:pt x="2674620" y="0"/>
                  </a:lnTo>
                  <a:close/>
                </a:path>
                <a:path w="10424160" h="5213350">
                  <a:moveTo>
                    <a:pt x="2679827" y="0"/>
                  </a:moveTo>
                  <a:lnTo>
                    <a:pt x="2674620" y="0"/>
                  </a:lnTo>
                  <a:lnTo>
                    <a:pt x="2674620" y="19050"/>
                  </a:lnTo>
                  <a:lnTo>
                    <a:pt x="2679827" y="19050"/>
                  </a:lnTo>
                  <a:lnTo>
                    <a:pt x="2684145" y="14732"/>
                  </a:lnTo>
                  <a:lnTo>
                    <a:pt x="2684145" y="4318"/>
                  </a:lnTo>
                  <a:lnTo>
                    <a:pt x="2679827" y="0"/>
                  </a:lnTo>
                  <a:close/>
                </a:path>
                <a:path w="10424160" h="5213350">
                  <a:moveTo>
                    <a:pt x="2712720" y="0"/>
                  </a:moveTo>
                  <a:lnTo>
                    <a:pt x="2707385" y="0"/>
                  </a:lnTo>
                  <a:lnTo>
                    <a:pt x="2703195" y="4318"/>
                  </a:lnTo>
                  <a:lnTo>
                    <a:pt x="2703195" y="14732"/>
                  </a:lnTo>
                  <a:lnTo>
                    <a:pt x="2707385" y="19050"/>
                  </a:lnTo>
                  <a:lnTo>
                    <a:pt x="2712720" y="19050"/>
                  </a:lnTo>
                  <a:lnTo>
                    <a:pt x="2712720" y="0"/>
                  </a:lnTo>
                  <a:close/>
                </a:path>
                <a:path w="10424160" h="5213350">
                  <a:moveTo>
                    <a:pt x="2717927" y="0"/>
                  </a:moveTo>
                  <a:lnTo>
                    <a:pt x="2712720" y="0"/>
                  </a:lnTo>
                  <a:lnTo>
                    <a:pt x="2712720" y="19050"/>
                  </a:lnTo>
                  <a:lnTo>
                    <a:pt x="2717927" y="19050"/>
                  </a:lnTo>
                  <a:lnTo>
                    <a:pt x="2722245" y="14732"/>
                  </a:lnTo>
                  <a:lnTo>
                    <a:pt x="2722245" y="4318"/>
                  </a:lnTo>
                  <a:lnTo>
                    <a:pt x="2717927" y="0"/>
                  </a:lnTo>
                  <a:close/>
                </a:path>
                <a:path w="10424160" h="5213350">
                  <a:moveTo>
                    <a:pt x="2750820" y="0"/>
                  </a:moveTo>
                  <a:lnTo>
                    <a:pt x="2745485" y="0"/>
                  </a:lnTo>
                  <a:lnTo>
                    <a:pt x="2741295" y="4318"/>
                  </a:lnTo>
                  <a:lnTo>
                    <a:pt x="2741295" y="14732"/>
                  </a:lnTo>
                  <a:lnTo>
                    <a:pt x="2745485" y="19050"/>
                  </a:lnTo>
                  <a:lnTo>
                    <a:pt x="2750820" y="19050"/>
                  </a:lnTo>
                  <a:lnTo>
                    <a:pt x="2750820" y="0"/>
                  </a:lnTo>
                  <a:close/>
                </a:path>
                <a:path w="10424160" h="5213350">
                  <a:moveTo>
                    <a:pt x="2756027" y="0"/>
                  </a:moveTo>
                  <a:lnTo>
                    <a:pt x="2750820" y="0"/>
                  </a:lnTo>
                  <a:lnTo>
                    <a:pt x="2750820" y="19050"/>
                  </a:lnTo>
                  <a:lnTo>
                    <a:pt x="2756027" y="19050"/>
                  </a:lnTo>
                  <a:lnTo>
                    <a:pt x="2760345" y="14732"/>
                  </a:lnTo>
                  <a:lnTo>
                    <a:pt x="2760345" y="4318"/>
                  </a:lnTo>
                  <a:lnTo>
                    <a:pt x="2756027" y="0"/>
                  </a:lnTo>
                  <a:close/>
                </a:path>
                <a:path w="10424160" h="5213350">
                  <a:moveTo>
                    <a:pt x="2788920" y="0"/>
                  </a:moveTo>
                  <a:lnTo>
                    <a:pt x="2783712" y="0"/>
                  </a:lnTo>
                  <a:lnTo>
                    <a:pt x="2779395" y="4318"/>
                  </a:lnTo>
                  <a:lnTo>
                    <a:pt x="2779395" y="14732"/>
                  </a:lnTo>
                  <a:lnTo>
                    <a:pt x="2783712" y="19050"/>
                  </a:lnTo>
                  <a:lnTo>
                    <a:pt x="2788920" y="19050"/>
                  </a:lnTo>
                  <a:lnTo>
                    <a:pt x="2788920" y="0"/>
                  </a:lnTo>
                  <a:close/>
                </a:path>
                <a:path w="10424160" h="5213350">
                  <a:moveTo>
                    <a:pt x="2794254" y="0"/>
                  </a:moveTo>
                  <a:lnTo>
                    <a:pt x="2788920" y="0"/>
                  </a:lnTo>
                  <a:lnTo>
                    <a:pt x="2788920" y="19050"/>
                  </a:lnTo>
                  <a:lnTo>
                    <a:pt x="2794254" y="19050"/>
                  </a:lnTo>
                  <a:lnTo>
                    <a:pt x="2798445" y="14732"/>
                  </a:lnTo>
                  <a:lnTo>
                    <a:pt x="2798445" y="4318"/>
                  </a:lnTo>
                  <a:lnTo>
                    <a:pt x="2794254" y="0"/>
                  </a:lnTo>
                  <a:close/>
                </a:path>
                <a:path w="10424160" h="5213350">
                  <a:moveTo>
                    <a:pt x="2827020" y="0"/>
                  </a:moveTo>
                  <a:lnTo>
                    <a:pt x="2821812" y="0"/>
                  </a:lnTo>
                  <a:lnTo>
                    <a:pt x="2817495" y="4318"/>
                  </a:lnTo>
                  <a:lnTo>
                    <a:pt x="2817495" y="14732"/>
                  </a:lnTo>
                  <a:lnTo>
                    <a:pt x="2821812" y="19050"/>
                  </a:lnTo>
                  <a:lnTo>
                    <a:pt x="2827020" y="19050"/>
                  </a:lnTo>
                  <a:lnTo>
                    <a:pt x="2827020" y="0"/>
                  </a:lnTo>
                  <a:close/>
                </a:path>
                <a:path w="10424160" h="5213350">
                  <a:moveTo>
                    <a:pt x="2832354" y="0"/>
                  </a:moveTo>
                  <a:lnTo>
                    <a:pt x="2827020" y="0"/>
                  </a:lnTo>
                  <a:lnTo>
                    <a:pt x="2827020" y="19050"/>
                  </a:lnTo>
                  <a:lnTo>
                    <a:pt x="2832354" y="19050"/>
                  </a:lnTo>
                  <a:lnTo>
                    <a:pt x="2836545" y="14732"/>
                  </a:lnTo>
                  <a:lnTo>
                    <a:pt x="2836545" y="4318"/>
                  </a:lnTo>
                  <a:lnTo>
                    <a:pt x="2832354" y="0"/>
                  </a:lnTo>
                  <a:close/>
                </a:path>
                <a:path w="10424160" h="5213350">
                  <a:moveTo>
                    <a:pt x="2865120" y="0"/>
                  </a:moveTo>
                  <a:lnTo>
                    <a:pt x="2859912" y="0"/>
                  </a:lnTo>
                  <a:lnTo>
                    <a:pt x="2855595" y="4318"/>
                  </a:lnTo>
                  <a:lnTo>
                    <a:pt x="2855595" y="14732"/>
                  </a:lnTo>
                  <a:lnTo>
                    <a:pt x="2859912" y="19050"/>
                  </a:lnTo>
                  <a:lnTo>
                    <a:pt x="2865120" y="19050"/>
                  </a:lnTo>
                  <a:lnTo>
                    <a:pt x="2865120" y="0"/>
                  </a:lnTo>
                  <a:close/>
                </a:path>
                <a:path w="10424160" h="5213350">
                  <a:moveTo>
                    <a:pt x="2870454" y="0"/>
                  </a:moveTo>
                  <a:lnTo>
                    <a:pt x="2865120" y="0"/>
                  </a:lnTo>
                  <a:lnTo>
                    <a:pt x="2865120" y="19050"/>
                  </a:lnTo>
                  <a:lnTo>
                    <a:pt x="2870454" y="19050"/>
                  </a:lnTo>
                  <a:lnTo>
                    <a:pt x="2874645" y="14732"/>
                  </a:lnTo>
                  <a:lnTo>
                    <a:pt x="2874645" y="4318"/>
                  </a:lnTo>
                  <a:lnTo>
                    <a:pt x="2870454" y="0"/>
                  </a:lnTo>
                  <a:close/>
                </a:path>
                <a:path w="10424160" h="5213350">
                  <a:moveTo>
                    <a:pt x="2903220" y="0"/>
                  </a:moveTo>
                  <a:lnTo>
                    <a:pt x="2898012" y="0"/>
                  </a:lnTo>
                  <a:lnTo>
                    <a:pt x="2893695" y="4318"/>
                  </a:lnTo>
                  <a:lnTo>
                    <a:pt x="2893695" y="14732"/>
                  </a:lnTo>
                  <a:lnTo>
                    <a:pt x="2898012" y="19050"/>
                  </a:lnTo>
                  <a:lnTo>
                    <a:pt x="2903220" y="19050"/>
                  </a:lnTo>
                  <a:lnTo>
                    <a:pt x="2903220" y="0"/>
                  </a:lnTo>
                  <a:close/>
                </a:path>
                <a:path w="10424160" h="5213350">
                  <a:moveTo>
                    <a:pt x="2908554" y="0"/>
                  </a:moveTo>
                  <a:lnTo>
                    <a:pt x="2903347" y="0"/>
                  </a:lnTo>
                  <a:lnTo>
                    <a:pt x="2903347" y="19050"/>
                  </a:lnTo>
                  <a:lnTo>
                    <a:pt x="2908554" y="19050"/>
                  </a:lnTo>
                  <a:lnTo>
                    <a:pt x="2912872" y="14732"/>
                  </a:lnTo>
                  <a:lnTo>
                    <a:pt x="2912872" y="4318"/>
                  </a:lnTo>
                  <a:lnTo>
                    <a:pt x="2908554" y="0"/>
                  </a:lnTo>
                  <a:close/>
                </a:path>
                <a:path w="10424160" h="5213350">
                  <a:moveTo>
                    <a:pt x="2941447" y="0"/>
                  </a:moveTo>
                  <a:lnTo>
                    <a:pt x="2936112" y="0"/>
                  </a:lnTo>
                  <a:lnTo>
                    <a:pt x="2931922" y="4318"/>
                  </a:lnTo>
                  <a:lnTo>
                    <a:pt x="2931922" y="14732"/>
                  </a:lnTo>
                  <a:lnTo>
                    <a:pt x="2936112" y="19050"/>
                  </a:lnTo>
                  <a:lnTo>
                    <a:pt x="2941447" y="19050"/>
                  </a:lnTo>
                  <a:lnTo>
                    <a:pt x="2941447" y="0"/>
                  </a:lnTo>
                  <a:close/>
                </a:path>
                <a:path w="10424160" h="5213350">
                  <a:moveTo>
                    <a:pt x="2946654" y="0"/>
                  </a:moveTo>
                  <a:lnTo>
                    <a:pt x="2941447" y="0"/>
                  </a:lnTo>
                  <a:lnTo>
                    <a:pt x="2941447" y="19050"/>
                  </a:lnTo>
                  <a:lnTo>
                    <a:pt x="2946654" y="19050"/>
                  </a:lnTo>
                  <a:lnTo>
                    <a:pt x="2950972" y="14732"/>
                  </a:lnTo>
                  <a:lnTo>
                    <a:pt x="2950972" y="4318"/>
                  </a:lnTo>
                  <a:lnTo>
                    <a:pt x="2946654" y="0"/>
                  </a:lnTo>
                  <a:close/>
                </a:path>
                <a:path w="10424160" h="5213350">
                  <a:moveTo>
                    <a:pt x="2979547" y="0"/>
                  </a:moveTo>
                  <a:lnTo>
                    <a:pt x="2974212" y="0"/>
                  </a:lnTo>
                  <a:lnTo>
                    <a:pt x="2970022" y="4318"/>
                  </a:lnTo>
                  <a:lnTo>
                    <a:pt x="2970022" y="14732"/>
                  </a:lnTo>
                  <a:lnTo>
                    <a:pt x="2974212" y="19050"/>
                  </a:lnTo>
                  <a:lnTo>
                    <a:pt x="2979547" y="19050"/>
                  </a:lnTo>
                  <a:lnTo>
                    <a:pt x="2979547" y="0"/>
                  </a:lnTo>
                  <a:close/>
                </a:path>
                <a:path w="10424160" h="5213350">
                  <a:moveTo>
                    <a:pt x="2984754" y="0"/>
                  </a:moveTo>
                  <a:lnTo>
                    <a:pt x="2979547" y="0"/>
                  </a:lnTo>
                  <a:lnTo>
                    <a:pt x="2979547" y="19050"/>
                  </a:lnTo>
                  <a:lnTo>
                    <a:pt x="2984754" y="19050"/>
                  </a:lnTo>
                  <a:lnTo>
                    <a:pt x="2989072" y="14732"/>
                  </a:lnTo>
                  <a:lnTo>
                    <a:pt x="2989072" y="4318"/>
                  </a:lnTo>
                  <a:lnTo>
                    <a:pt x="2984754" y="0"/>
                  </a:lnTo>
                  <a:close/>
                </a:path>
                <a:path w="10424160" h="5213350">
                  <a:moveTo>
                    <a:pt x="3017647" y="0"/>
                  </a:moveTo>
                  <a:lnTo>
                    <a:pt x="3012312" y="0"/>
                  </a:lnTo>
                  <a:lnTo>
                    <a:pt x="3008122" y="4318"/>
                  </a:lnTo>
                  <a:lnTo>
                    <a:pt x="3008122" y="14732"/>
                  </a:lnTo>
                  <a:lnTo>
                    <a:pt x="3012312" y="19050"/>
                  </a:lnTo>
                  <a:lnTo>
                    <a:pt x="3017647" y="19050"/>
                  </a:lnTo>
                  <a:lnTo>
                    <a:pt x="3017647" y="0"/>
                  </a:lnTo>
                  <a:close/>
                </a:path>
                <a:path w="10424160" h="5213350">
                  <a:moveTo>
                    <a:pt x="3022854" y="0"/>
                  </a:moveTo>
                  <a:lnTo>
                    <a:pt x="3017647" y="0"/>
                  </a:lnTo>
                  <a:lnTo>
                    <a:pt x="3017647" y="19050"/>
                  </a:lnTo>
                  <a:lnTo>
                    <a:pt x="3022854" y="19050"/>
                  </a:lnTo>
                  <a:lnTo>
                    <a:pt x="3027172" y="14732"/>
                  </a:lnTo>
                  <a:lnTo>
                    <a:pt x="3027172" y="4318"/>
                  </a:lnTo>
                  <a:lnTo>
                    <a:pt x="3022854" y="0"/>
                  </a:lnTo>
                  <a:close/>
                </a:path>
                <a:path w="10424160" h="5213350">
                  <a:moveTo>
                    <a:pt x="3055747" y="0"/>
                  </a:moveTo>
                  <a:lnTo>
                    <a:pt x="3050540" y="0"/>
                  </a:lnTo>
                  <a:lnTo>
                    <a:pt x="3046222" y="4318"/>
                  </a:lnTo>
                  <a:lnTo>
                    <a:pt x="3046222" y="14732"/>
                  </a:lnTo>
                  <a:lnTo>
                    <a:pt x="3050540" y="19050"/>
                  </a:lnTo>
                  <a:lnTo>
                    <a:pt x="3055747" y="19050"/>
                  </a:lnTo>
                  <a:lnTo>
                    <a:pt x="3055747" y="0"/>
                  </a:lnTo>
                  <a:close/>
                </a:path>
                <a:path w="10424160" h="5213350">
                  <a:moveTo>
                    <a:pt x="3061081" y="0"/>
                  </a:moveTo>
                  <a:lnTo>
                    <a:pt x="3055747" y="0"/>
                  </a:lnTo>
                  <a:lnTo>
                    <a:pt x="3055747" y="19050"/>
                  </a:lnTo>
                  <a:lnTo>
                    <a:pt x="3061081" y="19050"/>
                  </a:lnTo>
                  <a:lnTo>
                    <a:pt x="3065272" y="14732"/>
                  </a:lnTo>
                  <a:lnTo>
                    <a:pt x="3065272" y="4318"/>
                  </a:lnTo>
                  <a:lnTo>
                    <a:pt x="3061081" y="0"/>
                  </a:lnTo>
                  <a:close/>
                </a:path>
                <a:path w="10424160" h="5213350">
                  <a:moveTo>
                    <a:pt x="3093847" y="0"/>
                  </a:moveTo>
                  <a:lnTo>
                    <a:pt x="3088640" y="0"/>
                  </a:lnTo>
                  <a:lnTo>
                    <a:pt x="3084322" y="4318"/>
                  </a:lnTo>
                  <a:lnTo>
                    <a:pt x="3084322" y="14732"/>
                  </a:lnTo>
                  <a:lnTo>
                    <a:pt x="3088640" y="19050"/>
                  </a:lnTo>
                  <a:lnTo>
                    <a:pt x="3093847" y="19050"/>
                  </a:lnTo>
                  <a:lnTo>
                    <a:pt x="3093847" y="0"/>
                  </a:lnTo>
                  <a:close/>
                </a:path>
                <a:path w="10424160" h="5213350">
                  <a:moveTo>
                    <a:pt x="3099181" y="0"/>
                  </a:moveTo>
                  <a:lnTo>
                    <a:pt x="3093847" y="0"/>
                  </a:lnTo>
                  <a:lnTo>
                    <a:pt x="3093847" y="19050"/>
                  </a:lnTo>
                  <a:lnTo>
                    <a:pt x="3099181" y="19050"/>
                  </a:lnTo>
                  <a:lnTo>
                    <a:pt x="3103372" y="14732"/>
                  </a:lnTo>
                  <a:lnTo>
                    <a:pt x="3103372" y="4318"/>
                  </a:lnTo>
                  <a:lnTo>
                    <a:pt x="3099181" y="0"/>
                  </a:lnTo>
                  <a:close/>
                </a:path>
                <a:path w="10424160" h="5213350">
                  <a:moveTo>
                    <a:pt x="3131947" y="0"/>
                  </a:moveTo>
                  <a:lnTo>
                    <a:pt x="3126740" y="0"/>
                  </a:lnTo>
                  <a:lnTo>
                    <a:pt x="3122422" y="4318"/>
                  </a:lnTo>
                  <a:lnTo>
                    <a:pt x="3122422" y="14732"/>
                  </a:lnTo>
                  <a:lnTo>
                    <a:pt x="3126740" y="19050"/>
                  </a:lnTo>
                  <a:lnTo>
                    <a:pt x="3131947" y="19050"/>
                  </a:lnTo>
                  <a:lnTo>
                    <a:pt x="3131947" y="0"/>
                  </a:lnTo>
                  <a:close/>
                </a:path>
                <a:path w="10424160" h="5213350">
                  <a:moveTo>
                    <a:pt x="3137281" y="0"/>
                  </a:moveTo>
                  <a:lnTo>
                    <a:pt x="3131947" y="0"/>
                  </a:lnTo>
                  <a:lnTo>
                    <a:pt x="3131947" y="19050"/>
                  </a:lnTo>
                  <a:lnTo>
                    <a:pt x="3137281" y="19050"/>
                  </a:lnTo>
                  <a:lnTo>
                    <a:pt x="3141472" y="14732"/>
                  </a:lnTo>
                  <a:lnTo>
                    <a:pt x="3141472" y="4318"/>
                  </a:lnTo>
                  <a:lnTo>
                    <a:pt x="3137281" y="0"/>
                  </a:lnTo>
                  <a:close/>
                </a:path>
                <a:path w="10424160" h="5213350">
                  <a:moveTo>
                    <a:pt x="3170047" y="0"/>
                  </a:moveTo>
                  <a:lnTo>
                    <a:pt x="3164840" y="0"/>
                  </a:lnTo>
                  <a:lnTo>
                    <a:pt x="3160522" y="4318"/>
                  </a:lnTo>
                  <a:lnTo>
                    <a:pt x="3160522" y="14732"/>
                  </a:lnTo>
                  <a:lnTo>
                    <a:pt x="3164840" y="19050"/>
                  </a:lnTo>
                  <a:lnTo>
                    <a:pt x="3170047" y="19050"/>
                  </a:lnTo>
                  <a:lnTo>
                    <a:pt x="3170047" y="0"/>
                  </a:lnTo>
                  <a:close/>
                </a:path>
                <a:path w="10424160" h="5213350">
                  <a:moveTo>
                    <a:pt x="3175381" y="0"/>
                  </a:moveTo>
                  <a:lnTo>
                    <a:pt x="3170173" y="0"/>
                  </a:lnTo>
                  <a:lnTo>
                    <a:pt x="3170173" y="19050"/>
                  </a:lnTo>
                  <a:lnTo>
                    <a:pt x="3175381" y="19050"/>
                  </a:lnTo>
                  <a:lnTo>
                    <a:pt x="3179698" y="14732"/>
                  </a:lnTo>
                  <a:lnTo>
                    <a:pt x="3179698" y="4318"/>
                  </a:lnTo>
                  <a:lnTo>
                    <a:pt x="3175381" y="0"/>
                  </a:lnTo>
                  <a:close/>
                </a:path>
                <a:path w="10424160" h="5213350">
                  <a:moveTo>
                    <a:pt x="3208273" y="0"/>
                  </a:moveTo>
                  <a:lnTo>
                    <a:pt x="3202940" y="0"/>
                  </a:lnTo>
                  <a:lnTo>
                    <a:pt x="3198748" y="4318"/>
                  </a:lnTo>
                  <a:lnTo>
                    <a:pt x="3198748" y="14732"/>
                  </a:lnTo>
                  <a:lnTo>
                    <a:pt x="3202940" y="19050"/>
                  </a:lnTo>
                  <a:lnTo>
                    <a:pt x="3208273" y="19050"/>
                  </a:lnTo>
                  <a:lnTo>
                    <a:pt x="3208273" y="0"/>
                  </a:lnTo>
                  <a:close/>
                </a:path>
                <a:path w="10424160" h="5213350">
                  <a:moveTo>
                    <a:pt x="3213481" y="0"/>
                  </a:moveTo>
                  <a:lnTo>
                    <a:pt x="3208273" y="0"/>
                  </a:lnTo>
                  <a:lnTo>
                    <a:pt x="3208273" y="19050"/>
                  </a:lnTo>
                  <a:lnTo>
                    <a:pt x="3213481" y="19050"/>
                  </a:lnTo>
                  <a:lnTo>
                    <a:pt x="3217798" y="14732"/>
                  </a:lnTo>
                  <a:lnTo>
                    <a:pt x="3217798" y="4318"/>
                  </a:lnTo>
                  <a:lnTo>
                    <a:pt x="3213481" y="0"/>
                  </a:lnTo>
                  <a:close/>
                </a:path>
                <a:path w="10424160" h="5213350">
                  <a:moveTo>
                    <a:pt x="3246373" y="0"/>
                  </a:moveTo>
                  <a:lnTo>
                    <a:pt x="3241040" y="0"/>
                  </a:lnTo>
                  <a:lnTo>
                    <a:pt x="3236848" y="4318"/>
                  </a:lnTo>
                  <a:lnTo>
                    <a:pt x="3236848" y="14732"/>
                  </a:lnTo>
                  <a:lnTo>
                    <a:pt x="3241040" y="19050"/>
                  </a:lnTo>
                  <a:lnTo>
                    <a:pt x="3246373" y="19050"/>
                  </a:lnTo>
                  <a:lnTo>
                    <a:pt x="3246373" y="0"/>
                  </a:lnTo>
                  <a:close/>
                </a:path>
                <a:path w="10424160" h="5213350">
                  <a:moveTo>
                    <a:pt x="3251581" y="0"/>
                  </a:moveTo>
                  <a:lnTo>
                    <a:pt x="3246373" y="0"/>
                  </a:lnTo>
                  <a:lnTo>
                    <a:pt x="3246373" y="19050"/>
                  </a:lnTo>
                  <a:lnTo>
                    <a:pt x="3251581" y="19050"/>
                  </a:lnTo>
                  <a:lnTo>
                    <a:pt x="3255899" y="14732"/>
                  </a:lnTo>
                  <a:lnTo>
                    <a:pt x="3255899" y="4318"/>
                  </a:lnTo>
                  <a:lnTo>
                    <a:pt x="3251581" y="0"/>
                  </a:lnTo>
                  <a:close/>
                </a:path>
                <a:path w="10424160" h="5213350">
                  <a:moveTo>
                    <a:pt x="3284474" y="0"/>
                  </a:moveTo>
                  <a:lnTo>
                    <a:pt x="3279267" y="0"/>
                  </a:lnTo>
                  <a:lnTo>
                    <a:pt x="3274949" y="4318"/>
                  </a:lnTo>
                  <a:lnTo>
                    <a:pt x="3274949" y="14732"/>
                  </a:lnTo>
                  <a:lnTo>
                    <a:pt x="3279267" y="19050"/>
                  </a:lnTo>
                  <a:lnTo>
                    <a:pt x="3284474" y="19050"/>
                  </a:lnTo>
                  <a:lnTo>
                    <a:pt x="3284474" y="0"/>
                  </a:lnTo>
                  <a:close/>
                </a:path>
                <a:path w="10424160" h="5213350">
                  <a:moveTo>
                    <a:pt x="3289808" y="0"/>
                  </a:moveTo>
                  <a:lnTo>
                    <a:pt x="3284474" y="0"/>
                  </a:lnTo>
                  <a:lnTo>
                    <a:pt x="3284474" y="19050"/>
                  </a:lnTo>
                  <a:lnTo>
                    <a:pt x="3289808" y="19050"/>
                  </a:lnTo>
                  <a:lnTo>
                    <a:pt x="3293999" y="14732"/>
                  </a:lnTo>
                  <a:lnTo>
                    <a:pt x="3293999" y="4318"/>
                  </a:lnTo>
                  <a:lnTo>
                    <a:pt x="3289808" y="0"/>
                  </a:lnTo>
                  <a:close/>
                </a:path>
                <a:path w="10424160" h="5213350">
                  <a:moveTo>
                    <a:pt x="3322574" y="0"/>
                  </a:moveTo>
                  <a:lnTo>
                    <a:pt x="3317367" y="0"/>
                  </a:lnTo>
                  <a:lnTo>
                    <a:pt x="3313049" y="4318"/>
                  </a:lnTo>
                  <a:lnTo>
                    <a:pt x="3313049" y="14732"/>
                  </a:lnTo>
                  <a:lnTo>
                    <a:pt x="3317367" y="19050"/>
                  </a:lnTo>
                  <a:lnTo>
                    <a:pt x="3322574" y="19050"/>
                  </a:lnTo>
                  <a:lnTo>
                    <a:pt x="3322574" y="0"/>
                  </a:lnTo>
                  <a:close/>
                </a:path>
                <a:path w="10424160" h="5213350">
                  <a:moveTo>
                    <a:pt x="3327908" y="0"/>
                  </a:moveTo>
                  <a:lnTo>
                    <a:pt x="3322574" y="0"/>
                  </a:lnTo>
                  <a:lnTo>
                    <a:pt x="3322574" y="19050"/>
                  </a:lnTo>
                  <a:lnTo>
                    <a:pt x="3327908" y="19050"/>
                  </a:lnTo>
                  <a:lnTo>
                    <a:pt x="3332099" y="14732"/>
                  </a:lnTo>
                  <a:lnTo>
                    <a:pt x="3332099" y="4318"/>
                  </a:lnTo>
                  <a:lnTo>
                    <a:pt x="3327908" y="0"/>
                  </a:lnTo>
                  <a:close/>
                </a:path>
                <a:path w="10424160" h="5213350">
                  <a:moveTo>
                    <a:pt x="3360674" y="0"/>
                  </a:moveTo>
                  <a:lnTo>
                    <a:pt x="3355467" y="0"/>
                  </a:lnTo>
                  <a:lnTo>
                    <a:pt x="3351149" y="4318"/>
                  </a:lnTo>
                  <a:lnTo>
                    <a:pt x="3351149" y="14732"/>
                  </a:lnTo>
                  <a:lnTo>
                    <a:pt x="3355467" y="19050"/>
                  </a:lnTo>
                  <a:lnTo>
                    <a:pt x="3360674" y="19050"/>
                  </a:lnTo>
                  <a:lnTo>
                    <a:pt x="3360674" y="0"/>
                  </a:lnTo>
                  <a:close/>
                </a:path>
                <a:path w="10424160" h="5213350">
                  <a:moveTo>
                    <a:pt x="3366008" y="0"/>
                  </a:moveTo>
                  <a:lnTo>
                    <a:pt x="3360674" y="0"/>
                  </a:lnTo>
                  <a:lnTo>
                    <a:pt x="3360674" y="19050"/>
                  </a:lnTo>
                  <a:lnTo>
                    <a:pt x="3366008" y="19050"/>
                  </a:lnTo>
                  <a:lnTo>
                    <a:pt x="3370199" y="14732"/>
                  </a:lnTo>
                  <a:lnTo>
                    <a:pt x="3370199" y="4318"/>
                  </a:lnTo>
                  <a:lnTo>
                    <a:pt x="3366008" y="0"/>
                  </a:lnTo>
                  <a:close/>
                </a:path>
                <a:path w="10424160" h="5213350">
                  <a:moveTo>
                    <a:pt x="3398774" y="0"/>
                  </a:moveTo>
                  <a:lnTo>
                    <a:pt x="3393567" y="0"/>
                  </a:lnTo>
                  <a:lnTo>
                    <a:pt x="3389249" y="4318"/>
                  </a:lnTo>
                  <a:lnTo>
                    <a:pt x="3389249" y="14732"/>
                  </a:lnTo>
                  <a:lnTo>
                    <a:pt x="3393567" y="19050"/>
                  </a:lnTo>
                  <a:lnTo>
                    <a:pt x="3398774" y="19050"/>
                  </a:lnTo>
                  <a:lnTo>
                    <a:pt x="3398774" y="0"/>
                  </a:lnTo>
                  <a:close/>
                </a:path>
                <a:path w="10424160" h="5213350">
                  <a:moveTo>
                    <a:pt x="3404108" y="0"/>
                  </a:moveTo>
                  <a:lnTo>
                    <a:pt x="3398901" y="0"/>
                  </a:lnTo>
                  <a:lnTo>
                    <a:pt x="3398901" y="19050"/>
                  </a:lnTo>
                  <a:lnTo>
                    <a:pt x="3404108" y="19050"/>
                  </a:lnTo>
                  <a:lnTo>
                    <a:pt x="3408426" y="14732"/>
                  </a:lnTo>
                  <a:lnTo>
                    <a:pt x="3408426" y="4318"/>
                  </a:lnTo>
                  <a:lnTo>
                    <a:pt x="3404108" y="0"/>
                  </a:lnTo>
                  <a:close/>
                </a:path>
                <a:path w="10424160" h="5213350">
                  <a:moveTo>
                    <a:pt x="3437001" y="0"/>
                  </a:moveTo>
                  <a:lnTo>
                    <a:pt x="3431667" y="0"/>
                  </a:lnTo>
                  <a:lnTo>
                    <a:pt x="3427476" y="4318"/>
                  </a:lnTo>
                  <a:lnTo>
                    <a:pt x="3427476" y="14732"/>
                  </a:lnTo>
                  <a:lnTo>
                    <a:pt x="3431667" y="19050"/>
                  </a:lnTo>
                  <a:lnTo>
                    <a:pt x="3437001" y="19050"/>
                  </a:lnTo>
                  <a:lnTo>
                    <a:pt x="3437001" y="0"/>
                  </a:lnTo>
                  <a:close/>
                </a:path>
                <a:path w="10424160" h="5213350">
                  <a:moveTo>
                    <a:pt x="3442208" y="0"/>
                  </a:moveTo>
                  <a:lnTo>
                    <a:pt x="3437001" y="0"/>
                  </a:lnTo>
                  <a:lnTo>
                    <a:pt x="3437001" y="19050"/>
                  </a:lnTo>
                  <a:lnTo>
                    <a:pt x="3442208" y="19050"/>
                  </a:lnTo>
                  <a:lnTo>
                    <a:pt x="3446526" y="14732"/>
                  </a:lnTo>
                  <a:lnTo>
                    <a:pt x="3446526" y="4318"/>
                  </a:lnTo>
                  <a:lnTo>
                    <a:pt x="3442208" y="0"/>
                  </a:lnTo>
                  <a:close/>
                </a:path>
                <a:path w="10424160" h="5213350">
                  <a:moveTo>
                    <a:pt x="3475101" y="0"/>
                  </a:moveTo>
                  <a:lnTo>
                    <a:pt x="3469767" y="0"/>
                  </a:lnTo>
                  <a:lnTo>
                    <a:pt x="3465576" y="4318"/>
                  </a:lnTo>
                  <a:lnTo>
                    <a:pt x="3465576" y="14732"/>
                  </a:lnTo>
                  <a:lnTo>
                    <a:pt x="3469767" y="19050"/>
                  </a:lnTo>
                  <a:lnTo>
                    <a:pt x="3475101" y="19050"/>
                  </a:lnTo>
                  <a:lnTo>
                    <a:pt x="3475101" y="0"/>
                  </a:lnTo>
                  <a:close/>
                </a:path>
                <a:path w="10424160" h="5213350">
                  <a:moveTo>
                    <a:pt x="3480308" y="0"/>
                  </a:moveTo>
                  <a:lnTo>
                    <a:pt x="3475101" y="0"/>
                  </a:lnTo>
                  <a:lnTo>
                    <a:pt x="3475101" y="19050"/>
                  </a:lnTo>
                  <a:lnTo>
                    <a:pt x="3480308" y="19050"/>
                  </a:lnTo>
                  <a:lnTo>
                    <a:pt x="3484626" y="14732"/>
                  </a:lnTo>
                  <a:lnTo>
                    <a:pt x="3484626" y="4318"/>
                  </a:lnTo>
                  <a:lnTo>
                    <a:pt x="3480308" y="0"/>
                  </a:lnTo>
                  <a:close/>
                </a:path>
                <a:path w="10424160" h="5213350">
                  <a:moveTo>
                    <a:pt x="3513201" y="0"/>
                  </a:moveTo>
                  <a:lnTo>
                    <a:pt x="3507867" y="0"/>
                  </a:lnTo>
                  <a:lnTo>
                    <a:pt x="3503676" y="4318"/>
                  </a:lnTo>
                  <a:lnTo>
                    <a:pt x="3503676" y="14732"/>
                  </a:lnTo>
                  <a:lnTo>
                    <a:pt x="3507867" y="19050"/>
                  </a:lnTo>
                  <a:lnTo>
                    <a:pt x="3513201" y="19050"/>
                  </a:lnTo>
                  <a:lnTo>
                    <a:pt x="3513201" y="0"/>
                  </a:lnTo>
                  <a:close/>
                </a:path>
                <a:path w="10424160" h="5213350">
                  <a:moveTo>
                    <a:pt x="3518408" y="0"/>
                  </a:moveTo>
                  <a:lnTo>
                    <a:pt x="3513201" y="0"/>
                  </a:lnTo>
                  <a:lnTo>
                    <a:pt x="3513201" y="19050"/>
                  </a:lnTo>
                  <a:lnTo>
                    <a:pt x="3518408" y="19050"/>
                  </a:lnTo>
                  <a:lnTo>
                    <a:pt x="3522726" y="14732"/>
                  </a:lnTo>
                  <a:lnTo>
                    <a:pt x="3522726" y="4318"/>
                  </a:lnTo>
                  <a:lnTo>
                    <a:pt x="3518408" y="0"/>
                  </a:lnTo>
                  <a:close/>
                </a:path>
                <a:path w="10424160" h="5213350">
                  <a:moveTo>
                    <a:pt x="3551301" y="0"/>
                  </a:moveTo>
                  <a:lnTo>
                    <a:pt x="3546094" y="0"/>
                  </a:lnTo>
                  <a:lnTo>
                    <a:pt x="3541776" y="4318"/>
                  </a:lnTo>
                  <a:lnTo>
                    <a:pt x="3541776" y="14732"/>
                  </a:lnTo>
                  <a:lnTo>
                    <a:pt x="3546094" y="19050"/>
                  </a:lnTo>
                  <a:lnTo>
                    <a:pt x="3551301" y="19050"/>
                  </a:lnTo>
                  <a:lnTo>
                    <a:pt x="3551301" y="0"/>
                  </a:lnTo>
                  <a:close/>
                </a:path>
                <a:path w="10424160" h="5213350">
                  <a:moveTo>
                    <a:pt x="3556635" y="0"/>
                  </a:moveTo>
                  <a:lnTo>
                    <a:pt x="3551301" y="0"/>
                  </a:lnTo>
                  <a:lnTo>
                    <a:pt x="3551301" y="19050"/>
                  </a:lnTo>
                  <a:lnTo>
                    <a:pt x="3556635" y="19050"/>
                  </a:lnTo>
                  <a:lnTo>
                    <a:pt x="3560826" y="14732"/>
                  </a:lnTo>
                  <a:lnTo>
                    <a:pt x="3560826" y="4318"/>
                  </a:lnTo>
                  <a:lnTo>
                    <a:pt x="3556635" y="0"/>
                  </a:lnTo>
                  <a:close/>
                </a:path>
                <a:path w="10424160" h="5213350">
                  <a:moveTo>
                    <a:pt x="3589401" y="0"/>
                  </a:moveTo>
                  <a:lnTo>
                    <a:pt x="3584194" y="0"/>
                  </a:lnTo>
                  <a:lnTo>
                    <a:pt x="3579876" y="4318"/>
                  </a:lnTo>
                  <a:lnTo>
                    <a:pt x="3579876" y="14732"/>
                  </a:lnTo>
                  <a:lnTo>
                    <a:pt x="3584194" y="19050"/>
                  </a:lnTo>
                  <a:lnTo>
                    <a:pt x="3589401" y="19050"/>
                  </a:lnTo>
                  <a:lnTo>
                    <a:pt x="3589401" y="0"/>
                  </a:lnTo>
                  <a:close/>
                </a:path>
                <a:path w="10424160" h="5213350">
                  <a:moveTo>
                    <a:pt x="3594735" y="0"/>
                  </a:moveTo>
                  <a:lnTo>
                    <a:pt x="3589401" y="0"/>
                  </a:lnTo>
                  <a:lnTo>
                    <a:pt x="3589401" y="19050"/>
                  </a:lnTo>
                  <a:lnTo>
                    <a:pt x="3594735" y="19050"/>
                  </a:lnTo>
                  <a:lnTo>
                    <a:pt x="3598926" y="14732"/>
                  </a:lnTo>
                  <a:lnTo>
                    <a:pt x="3598926" y="4318"/>
                  </a:lnTo>
                  <a:lnTo>
                    <a:pt x="3594735" y="0"/>
                  </a:lnTo>
                  <a:close/>
                </a:path>
                <a:path w="10424160" h="5213350">
                  <a:moveTo>
                    <a:pt x="3627501" y="0"/>
                  </a:moveTo>
                  <a:lnTo>
                    <a:pt x="3622294" y="0"/>
                  </a:lnTo>
                  <a:lnTo>
                    <a:pt x="3617976" y="4318"/>
                  </a:lnTo>
                  <a:lnTo>
                    <a:pt x="3617976" y="14732"/>
                  </a:lnTo>
                  <a:lnTo>
                    <a:pt x="3622294" y="19050"/>
                  </a:lnTo>
                  <a:lnTo>
                    <a:pt x="3627501" y="19050"/>
                  </a:lnTo>
                  <a:lnTo>
                    <a:pt x="3627501" y="0"/>
                  </a:lnTo>
                  <a:close/>
                </a:path>
                <a:path w="10424160" h="5213350">
                  <a:moveTo>
                    <a:pt x="3632835" y="0"/>
                  </a:moveTo>
                  <a:lnTo>
                    <a:pt x="3627501" y="0"/>
                  </a:lnTo>
                  <a:lnTo>
                    <a:pt x="3627501" y="19050"/>
                  </a:lnTo>
                  <a:lnTo>
                    <a:pt x="3632835" y="19050"/>
                  </a:lnTo>
                  <a:lnTo>
                    <a:pt x="3637026" y="14732"/>
                  </a:lnTo>
                  <a:lnTo>
                    <a:pt x="3637026" y="4318"/>
                  </a:lnTo>
                  <a:lnTo>
                    <a:pt x="3632835" y="0"/>
                  </a:lnTo>
                  <a:close/>
                </a:path>
                <a:path w="10424160" h="5213350">
                  <a:moveTo>
                    <a:pt x="3665601" y="0"/>
                  </a:moveTo>
                  <a:lnTo>
                    <a:pt x="3660394" y="0"/>
                  </a:lnTo>
                  <a:lnTo>
                    <a:pt x="3656076" y="4318"/>
                  </a:lnTo>
                  <a:lnTo>
                    <a:pt x="3656076" y="14732"/>
                  </a:lnTo>
                  <a:lnTo>
                    <a:pt x="3660394" y="19050"/>
                  </a:lnTo>
                  <a:lnTo>
                    <a:pt x="3665601" y="19050"/>
                  </a:lnTo>
                  <a:lnTo>
                    <a:pt x="3665601" y="0"/>
                  </a:lnTo>
                  <a:close/>
                </a:path>
                <a:path w="10424160" h="5213350">
                  <a:moveTo>
                    <a:pt x="3665728" y="12700"/>
                  </a:moveTo>
                  <a:lnTo>
                    <a:pt x="3665601" y="12700"/>
                  </a:lnTo>
                  <a:lnTo>
                    <a:pt x="3665601" y="19050"/>
                  </a:lnTo>
                  <a:lnTo>
                    <a:pt x="3665728" y="19050"/>
                  </a:lnTo>
                  <a:lnTo>
                    <a:pt x="3665728" y="12700"/>
                  </a:lnTo>
                  <a:close/>
                </a:path>
                <a:path w="10424160" h="5213350">
                  <a:moveTo>
                    <a:pt x="3670935" y="0"/>
                  </a:moveTo>
                  <a:lnTo>
                    <a:pt x="3665728" y="0"/>
                  </a:lnTo>
                  <a:lnTo>
                    <a:pt x="3665728" y="19050"/>
                  </a:lnTo>
                  <a:lnTo>
                    <a:pt x="3670935" y="19050"/>
                  </a:lnTo>
                  <a:lnTo>
                    <a:pt x="3675253" y="14732"/>
                  </a:lnTo>
                  <a:lnTo>
                    <a:pt x="3675253" y="4318"/>
                  </a:lnTo>
                  <a:lnTo>
                    <a:pt x="3670935" y="0"/>
                  </a:lnTo>
                  <a:close/>
                </a:path>
                <a:path w="10424160" h="5213350">
                  <a:moveTo>
                    <a:pt x="3665728" y="0"/>
                  </a:moveTo>
                  <a:lnTo>
                    <a:pt x="3665601" y="0"/>
                  </a:lnTo>
                  <a:lnTo>
                    <a:pt x="3665601" y="6350"/>
                  </a:lnTo>
                  <a:lnTo>
                    <a:pt x="3665728" y="6350"/>
                  </a:lnTo>
                  <a:lnTo>
                    <a:pt x="3665728" y="0"/>
                  </a:lnTo>
                  <a:close/>
                </a:path>
                <a:path w="10424160" h="5213350">
                  <a:moveTo>
                    <a:pt x="3703828" y="0"/>
                  </a:moveTo>
                  <a:lnTo>
                    <a:pt x="3698494" y="0"/>
                  </a:lnTo>
                  <a:lnTo>
                    <a:pt x="3694303" y="4318"/>
                  </a:lnTo>
                  <a:lnTo>
                    <a:pt x="3694303" y="14732"/>
                  </a:lnTo>
                  <a:lnTo>
                    <a:pt x="3698494" y="19050"/>
                  </a:lnTo>
                  <a:lnTo>
                    <a:pt x="3703828" y="19050"/>
                  </a:lnTo>
                  <a:lnTo>
                    <a:pt x="3703828" y="0"/>
                  </a:lnTo>
                  <a:close/>
                </a:path>
                <a:path w="10424160" h="5213350">
                  <a:moveTo>
                    <a:pt x="3709035" y="0"/>
                  </a:moveTo>
                  <a:lnTo>
                    <a:pt x="3703828" y="0"/>
                  </a:lnTo>
                  <a:lnTo>
                    <a:pt x="3703828" y="19050"/>
                  </a:lnTo>
                  <a:lnTo>
                    <a:pt x="3709035" y="19050"/>
                  </a:lnTo>
                  <a:lnTo>
                    <a:pt x="3713353" y="14732"/>
                  </a:lnTo>
                  <a:lnTo>
                    <a:pt x="3713353" y="4318"/>
                  </a:lnTo>
                  <a:lnTo>
                    <a:pt x="3709035" y="0"/>
                  </a:lnTo>
                  <a:close/>
                </a:path>
                <a:path w="10424160" h="5213350">
                  <a:moveTo>
                    <a:pt x="3741928" y="0"/>
                  </a:moveTo>
                  <a:lnTo>
                    <a:pt x="3736594" y="0"/>
                  </a:lnTo>
                  <a:lnTo>
                    <a:pt x="3732403" y="4318"/>
                  </a:lnTo>
                  <a:lnTo>
                    <a:pt x="3732403" y="14732"/>
                  </a:lnTo>
                  <a:lnTo>
                    <a:pt x="3736594" y="19050"/>
                  </a:lnTo>
                  <a:lnTo>
                    <a:pt x="3741928" y="19050"/>
                  </a:lnTo>
                  <a:lnTo>
                    <a:pt x="3741928" y="0"/>
                  </a:lnTo>
                  <a:close/>
                </a:path>
                <a:path w="10424160" h="5213350">
                  <a:moveTo>
                    <a:pt x="3747135" y="0"/>
                  </a:moveTo>
                  <a:lnTo>
                    <a:pt x="3741928" y="0"/>
                  </a:lnTo>
                  <a:lnTo>
                    <a:pt x="3741928" y="19050"/>
                  </a:lnTo>
                  <a:lnTo>
                    <a:pt x="3747135" y="19050"/>
                  </a:lnTo>
                  <a:lnTo>
                    <a:pt x="3751453" y="14732"/>
                  </a:lnTo>
                  <a:lnTo>
                    <a:pt x="3751453" y="4318"/>
                  </a:lnTo>
                  <a:lnTo>
                    <a:pt x="3747135" y="0"/>
                  </a:lnTo>
                  <a:close/>
                </a:path>
                <a:path w="10424160" h="5213350">
                  <a:moveTo>
                    <a:pt x="3780028" y="0"/>
                  </a:moveTo>
                  <a:lnTo>
                    <a:pt x="3774694" y="0"/>
                  </a:lnTo>
                  <a:lnTo>
                    <a:pt x="3770503" y="4318"/>
                  </a:lnTo>
                  <a:lnTo>
                    <a:pt x="3770503" y="14732"/>
                  </a:lnTo>
                  <a:lnTo>
                    <a:pt x="3774694" y="19050"/>
                  </a:lnTo>
                  <a:lnTo>
                    <a:pt x="3780028" y="19050"/>
                  </a:lnTo>
                  <a:lnTo>
                    <a:pt x="3780028" y="0"/>
                  </a:lnTo>
                  <a:close/>
                </a:path>
                <a:path w="10424160" h="5213350">
                  <a:moveTo>
                    <a:pt x="3785235" y="0"/>
                  </a:moveTo>
                  <a:lnTo>
                    <a:pt x="3780028" y="0"/>
                  </a:lnTo>
                  <a:lnTo>
                    <a:pt x="3780028" y="19050"/>
                  </a:lnTo>
                  <a:lnTo>
                    <a:pt x="3785235" y="19050"/>
                  </a:lnTo>
                  <a:lnTo>
                    <a:pt x="3789553" y="14732"/>
                  </a:lnTo>
                  <a:lnTo>
                    <a:pt x="3789553" y="4318"/>
                  </a:lnTo>
                  <a:lnTo>
                    <a:pt x="3785235" y="0"/>
                  </a:lnTo>
                  <a:close/>
                </a:path>
                <a:path w="10424160" h="5213350">
                  <a:moveTo>
                    <a:pt x="3818128" y="0"/>
                  </a:moveTo>
                  <a:lnTo>
                    <a:pt x="3812921" y="0"/>
                  </a:lnTo>
                  <a:lnTo>
                    <a:pt x="3808603" y="4318"/>
                  </a:lnTo>
                  <a:lnTo>
                    <a:pt x="3808603" y="14732"/>
                  </a:lnTo>
                  <a:lnTo>
                    <a:pt x="3812921" y="19050"/>
                  </a:lnTo>
                  <a:lnTo>
                    <a:pt x="3818128" y="19050"/>
                  </a:lnTo>
                  <a:lnTo>
                    <a:pt x="3818128" y="0"/>
                  </a:lnTo>
                  <a:close/>
                </a:path>
                <a:path w="10424160" h="5213350">
                  <a:moveTo>
                    <a:pt x="3823462" y="0"/>
                  </a:moveTo>
                  <a:lnTo>
                    <a:pt x="3818128" y="0"/>
                  </a:lnTo>
                  <a:lnTo>
                    <a:pt x="3818128" y="19050"/>
                  </a:lnTo>
                  <a:lnTo>
                    <a:pt x="3823462" y="19050"/>
                  </a:lnTo>
                  <a:lnTo>
                    <a:pt x="3827653" y="14732"/>
                  </a:lnTo>
                  <a:lnTo>
                    <a:pt x="3827653" y="4318"/>
                  </a:lnTo>
                  <a:lnTo>
                    <a:pt x="3823462" y="0"/>
                  </a:lnTo>
                  <a:close/>
                </a:path>
                <a:path w="10424160" h="5213350">
                  <a:moveTo>
                    <a:pt x="3856228" y="0"/>
                  </a:moveTo>
                  <a:lnTo>
                    <a:pt x="3851021" y="0"/>
                  </a:lnTo>
                  <a:lnTo>
                    <a:pt x="3846703" y="4318"/>
                  </a:lnTo>
                  <a:lnTo>
                    <a:pt x="3846703" y="14732"/>
                  </a:lnTo>
                  <a:lnTo>
                    <a:pt x="3851021" y="19050"/>
                  </a:lnTo>
                  <a:lnTo>
                    <a:pt x="3856228" y="19050"/>
                  </a:lnTo>
                  <a:lnTo>
                    <a:pt x="3856228" y="0"/>
                  </a:lnTo>
                  <a:close/>
                </a:path>
                <a:path w="10424160" h="5213350">
                  <a:moveTo>
                    <a:pt x="3861562" y="0"/>
                  </a:moveTo>
                  <a:lnTo>
                    <a:pt x="3856228" y="0"/>
                  </a:lnTo>
                  <a:lnTo>
                    <a:pt x="3856228" y="19050"/>
                  </a:lnTo>
                  <a:lnTo>
                    <a:pt x="3861562" y="19050"/>
                  </a:lnTo>
                  <a:lnTo>
                    <a:pt x="3865753" y="14732"/>
                  </a:lnTo>
                  <a:lnTo>
                    <a:pt x="3865753" y="4318"/>
                  </a:lnTo>
                  <a:lnTo>
                    <a:pt x="3861562" y="0"/>
                  </a:lnTo>
                  <a:close/>
                </a:path>
                <a:path w="10424160" h="5213350">
                  <a:moveTo>
                    <a:pt x="3894328" y="0"/>
                  </a:moveTo>
                  <a:lnTo>
                    <a:pt x="3889121" y="0"/>
                  </a:lnTo>
                  <a:lnTo>
                    <a:pt x="3884803" y="4318"/>
                  </a:lnTo>
                  <a:lnTo>
                    <a:pt x="3884803" y="14732"/>
                  </a:lnTo>
                  <a:lnTo>
                    <a:pt x="3889121" y="19050"/>
                  </a:lnTo>
                  <a:lnTo>
                    <a:pt x="3894328" y="19050"/>
                  </a:lnTo>
                  <a:lnTo>
                    <a:pt x="3894328" y="0"/>
                  </a:lnTo>
                  <a:close/>
                </a:path>
                <a:path w="10424160" h="5213350">
                  <a:moveTo>
                    <a:pt x="3899662" y="0"/>
                  </a:moveTo>
                  <a:lnTo>
                    <a:pt x="3894455" y="0"/>
                  </a:lnTo>
                  <a:lnTo>
                    <a:pt x="3894455" y="19050"/>
                  </a:lnTo>
                  <a:lnTo>
                    <a:pt x="3899662" y="19050"/>
                  </a:lnTo>
                  <a:lnTo>
                    <a:pt x="3903980" y="14732"/>
                  </a:lnTo>
                  <a:lnTo>
                    <a:pt x="3903980" y="4318"/>
                  </a:lnTo>
                  <a:lnTo>
                    <a:pt x="3899662" y="0"/>
                  </a:lnTo>
                  <a:close/>
                </a:path>
                <a:path w="10424160" h="5213350">
                  <a:moveTo>
                    <a:pt x="3932555" y="0"/>
                  </a:moveTo>
                  <a:lnTo>
                    <a:pt x="3927221" y="0"/>
                  </a:lnTo>
                  <a:lnTo>
                    <a:pt x="3923030" y="4318"/>
                  </a:lnTo>
                  <a:lnTo>
                    <a:pt x="3923030" y="14732"/>
                  </a:lnTo>
                  <a:lnTo>
                    <a:pt x="3927221" y="19050"/>
                  </a:lnTo>
                  <a:lnTo>
                    <a:pt x="3932555" y="19050"/>
                  </a:lnTo>
                  <a:lnTo>
                    <a:pt x="3932555" y="0"/>
                  </a:lnTo>
                  <a:close/>
                </a:path>
                <a:path w="10424160" h="5213350">
                  <a:moveTo>
                    <a:pt x="3937762" y="0"/>
                  </a:moveTo>
                  <a:lnTo>
                    <a:pt x="3932555" y="0"/>
                  </a:lnTo>
                  <a:lnTo>
                    <a:pt x="3932555" y="19050"/>
                  </a:lnTo>
                  <a:lnTo>
                    <a:pt x="3937762" y="19050"/>
                  </a:lnTo>
                  <a:lnTo>
                    <a:pt x="3942080" y="14732"/>
                  </a:lnTo>
                  <a:lnTo>
                    <a:pt x="3942080" y="4318"/>
                  </a:lnTo>
                  <a:lnTo>
                    <a:pt x="3937762" y="0"/>
                  </a:lnTo>
                  <a:close/>
                </a:path>
                <a:path w="10424160" h="5213350">
                  <a:moveTo>
                    <a:pt x="3970655" y="0"/>
                  </a:moveTo>
                  <a:lnTo>
                    <a:pt x="3965321" y="0"/>
                  </a:lnTo>
                  <a:lnTo>
                    <a:pt x="3961130" y="4318"/>
                  </a:lnTo>
                  <a:lnTo>
                    <a:pt x="3961130" y="14732"/>
                  </a:lnTo>
                  <a:lnTo>
                    <a:pt x="3965321" y="19050"/>
                  </a:lnTo>
                  <a:lnTo>
                    <a:pt x="3970655" y="19050"/>
                  </a:lnTo>
                  <a:lnTo>
                    <a:pt x="3970655" y="0"/>
                  </a:lnTo>
                  <a:close/>
                </a:path>
                <a:path w="10424160" h="5213350">
                  <a:moveTo>
                    <a:pt x="3975862" y="0"/>
                  </a:moveTo>
                  <a:lnTo>
                    <a:pt x="3970655" y="0"/>
                  </a:lnTo>
                  <a:lnTo>
                    <a:pt x="3970655" y="19050"/>
                  </a:lnTo>
                  <a:lnTo>
                    <a:pt x="3975862" y="19050"/>
                  </a:lnTo>
                  <a:lnTo>
                    <a:pt x="3980180" y="14732"/>
                  </a:lnTo>
                  <a:lnTo>
                    <a:pt x="3980180" y="4318"/>
                  </a:lnTo>
                  <a:lnTo>
                    <a:pt x="3975862" y="0"/>
                  </a:lnTo>
                  <a:close/>
                </a:path>
                <a:path w="10424160" h="5213350">
                  <a:moveTo>
                    <a:pt x="4008755" y="0"/>
                  </a:moveTo>
                  <a:lnTo>
                    <a:pt x="4003421" y="0"/>
                  </a:lnTo>
                  <a:lnTo>
                    <a:pt x="3999230" y="4318"/>
                  </a:lnTo>
                  <a:lnTo>
                    <a:pt x="3999230" y="14732"/>
                  </a:lnTo>
                  <a:lnTo>
                    <a:pt x="4003421" y="19050"/>
                  </a:lnTo>
                  <a:lnTo>
                    <a:pt x="4008755" y="19050"/>
                  </a:lnTo>
                  <a:lnTo>
                    <a:pt x="4008755" y="0"/>
                  </a:lnTo>
                  <a:close/>
                </a:path>
                <a:path w="10424160" h="5213350">
                  <a:moveTo>
                    <a:pt x="4013962" y="0"/>
                  </a:moveTo>
                  <a:lnTo>
                    <a:pt x="4008755" y="0"/>
                  </a:lnTo>
                  <a:lnTo>
                    <a:pt x="4008755" y="19050"/>
                  </a:lnTo>
                  <a:lnTo>
                    <a:pt x="4013962" y="19050"/>
                  </a:lnTo>
                  <a:lnTo>
                    <a:pt x="4018280" y="14732"/>
                  </a:lnTo>
                  <a:lnTo>
                    <a:pt x="4018280" y="4318"/>
                  </a:lnTo>
                  <a:lnTo>
                    <a:pt x="4013962" y="0"/>
                  </a:lnTo>
                  <a:close/>
                </a:path>
                <a:path w="10424160" h="5213350">
                  <a:moveTo>
                    <a:pt x="4046855" y="0"/>
                  </a:moveTo>
                  <a:lnTo>
                    <a:pt x="4041648" y="0"/>
                  </a:lnTo>
                  <a:lnTo>
                    <a:pt x="4037330" y="4318"/>
                  </a:lnTo>
                  <a:lnTo>
                    <a:pt x="4037330" y="14732"/>
                  </a:lnTo>
                  <a:lnTo>
                    <a:pt x="4041648" y="19050"/>
                  </a:lnTo>
                  <a:lnTo>
                    <a:pt x="4046855" y="19050"/>
                  </a:lnTo>
                  <a:lnTo>
                    <a:pt x="4046855" y="0"/>
                  </a:lnTo>
                  <a:close/>
                </a:path>
                <a:path w="10424160" h="5213350">
                  <a:moveTo>
                    <a:pt x="4052189" y="0"/>
                  </a:moveTo>
                  <a:lnTo>
                    <a:pt x="4046855" y="0"/>
                  </a:lnTo>
                  <a:lnTo>
                    <a:pt x="4046855" y="19050"/>
                  </a:lnTo>
                  <a:lnTo>
                    <a:pt x="4052189" y="19050"/>
                  </a:lnTo>
                  <a:lnTo>
                    <a:pt x="4056380" y="14732"/>
                  </a:lnTo>
                  <a:lnTo>
                    <a:pt x="4056380" y="4318"/>
                  </a:lnTo>
                  <a:lnTo>
                    <a:pt x="4052189" y="0"/>
                  </a:lnTo>
                  <a:close/>
                </a:path>
                <a:path w="10424160" h="5213350">
                  <a:moveTo>
                    <a:pt x="4084955" y="0"/>
                  </a:moveTo>
                  <a:lnTo>
                    <a:pt x="4079748" y="0"/>
                  </a:lnTo>
                  <a:lnTo>
                    <a:pt x="4075430" y="4318"/>
                  </a:lnTo>
                  <a:lnTo>
                    <a:pt x="4075430" y="14732"/>
                  </a:lnTo>
                  <a:lnTo>
                    <a:pt x="4079748" y="19050"/>
                  </a:lnTo>
                  <a:lnTo>
                    <a:pt x="4084955" y="19050"/>
                  </a:lnTo>
                  <a:lnTo>
                    <a:pt x="4084955" y="0"/>
                  </a:lnTo>
                  <a:close/>
                </a:path>
                <a:path w="10424160" h="5213350">
                  <a:moveTo>
                    <a:pt x="4090289" y="0"/>
                  </a:moveTo>
                  <a:lnTo>
                    <a:pt x="4084955" y="0"/>
                  </a:lnTo>
                  <a:lnTo>
                    <a:pt x="4084955" y="19050"/>
                  </a:lnTo>
                  <a:lnTo>
                    <a:pt x="4090289" y="19050"/>
                  </a:lnTo>
                  <a:lnTo>
                    <a:pt x="4094480" y="14732"/>
                  </a:lnTo>
                  <a:lnTo>
                    <a:pt x="4094480" y="4318"/>
                  </a:lnTo>
                  <a:lnTo>
                    <a:pt x="4090289" y="0"/>
                  </a:lnTo>
                  <a:close/>
                </a:path>
                <a:path w="10424160" h="5213350">
                  <a:moveTo>
                    <a:pt x="4123055" y="0"/>
                  </a:moveTo>
                  <a:lnTo>
                    <a:pt x="4117848" y="0"/>
                  </a:lnTo>
                  <a:lnTo>
                    <a:pt x="4113530" y="4318"/>
                  </a:lnTo>
                  <a:lnTo>
                    <a:pt x="4113530" y="14732"/>
                  </a:lnTo>
                  <a:lnTo>
                    <a:pt x="4117848" y="19050"/>
                  </a:lnTo>
                  <a:lnTo>
                    <a:pt x="4123055" y="19050"/>
                  </a:lnTo>
                  <a:lnTo>
                    <a:pt x="4123055" y="0"/>
                  </a:lnTo>
                  <a:close/>
                </a:path>
                <a:path w="10424160" h="5213350">
                  <a:moveTo>
                    <a:pt x="4128389" y="0"/>
                  </a:moveTo>
                  <a:lnTo>
                    <a:pt x="4123055" y="0"/>
                  </a:lnTo>
                  <a:lnTo>
                    <a:pt x="4123055" y="19050"/>
                  </a:lnTo>
                  <a:lnTo>
                    <a:pt x="4128389" y="19050"/>
                  </a:lnTo>
                  <a:lnTo>
                    <a:pt x="4132580" y="14732"/>
                  </a:lnTo>
                  <a:lnTo>
                    <a:pt x="4132580" y="4318"/>
                  </a:lnTo>
                  <a:lnTo>
                    <a:pt x="4128389" y="0"/>
                  </a:lnTo>
                  <a:close/>
                </a:path>
                <a:path w="10424160" h="5213350">
                  <a:moveTo>
                    <a:pt x="4161155" y="0"/>
                  </a:moveTo>
                  <a:lnTo>
                    <a:pt x="4155948" y="0"/>
                  </a:lnTo>
                  <a:lnTo>
                    <a:pt x="4151630" y="4318"/>
                  </a:lnTo>
                  <a:lnTo>
                    <a:pt x="4151630" y="14732"/>
                  </a:lnTo>
                  <a:lnTo>
                    <a:pt x="4155948" y="19050"/>
                  </a:lnTo>
                  <a:lnTo>
                    <a:pt x="4161155" y="19050"/>
                  </a:lnTo>
                  <a:lnTo>
                    <a:pt x="4161155" y="0"/>
                  </a:lnTo>
                  <a:close/>
                </a:path>
                <a:path w="10424160" h="5213350">
                  <a:moveTo>
                    <a:pt x="4166489" y="0"/>
                  </a:moveTo>
                  <a:lnTo>
                    <a:pt x="4161282" y="0"/>
                  </a:lnTo>
                  <a:lnTo>
                    <a:pt x="4161282" y="19050"/>
                  </a:lnTo>
                  <a:lnTo>
                    <a:pt x="4166489" y="19050"/>
                  </a:lnTo>
                  <a:lnTo>
                    <a:pt x="4170807" y="14732"/>
                  </a:lnTo>
                  <a:lnTo>
                    <a:pt x="4170807" y="4318"/>
                  </a:lnTo>
                  <a:lnTo>
                    <a:pt x="4166489" y="0"/>
                  </a:lnTo>
                  <a:close/>
                </a:path>
                <a:path w="10424160" h="5213350">
                  <a:moveTo>
                    <a:pt x="4199382" y="0"/>
                  </a:moveTo>
                  <a:lnTo>
                    <a:pt x="4194048" y="0"/>
                  </a:lnTo>
                  <a:lnTo>
                    <a:pt x="4189857" y="4318"/>
                  </a:lnTo>
                  <a:lnTo>
                    <a:pt x="4189857" y="14732"/>
                  </a:lnTo>
                  <a:lnTo>
                    <a:pt x="4194048" y="19050"/>
                  </a:lnTo>
                  <a:lnTo>
                    <a:pt x="4199382" y="19050"/>
                  </a:lnTo>
                  <a:lnTo>
                    <a:pt x="4199382" y="0"/>
                  </a:lnTo>
                  <a:close/>
                </a:path>
                <a:path w="10424160" h="5213350">
                  <a:moveTo>
                    <a:pt x="4204589" y="0"/>
                  </a:moveTo>
                  <a:lnTo>
                    <a:pt x="4199382" y="0"/>
                  </a:lnTo>
                  <a:lnTo>
                    <a:pt x="4199382" y="19050"/>
                  </a:lnTo>
                  <a:lnTo>
                    <a:pt x="4204589" y="19050"/>
                  </a:lnTo>
                  <a:lnTo>
                    <a:pt x="4208907" y="14732"/>
                  </a:lnTo>
                  <a:lnTo>
                    <a:pt x="4208907" y="4318"/>
                  </a:lnTo>
                  <a:lnTo>
                    <a:pt x="4204589" y="0"/>
                  </a:lnTo>
                  <a:close/>
                </a:path>
                <a:path w="10424160" h="5213350">
                  <a:moveTo>
                    <a:pt x="4237482" y="0"/>
                  </a:moveTo>
                  <a:lnTo>
                    <a:pt x="4232148" y="0"/>
                  </a:lnTo>
                  <a:lnTo>
                    <a:pt x="4227957" y="4318"/>
                  </a:lnTo>
                  <a:lnTo>
                    <a:pt x="4227957" y="14732"/>
                  </a:lnTo>
                  <a:lnTo>
                    <a:pt x="4232148" y="19050"/>
                  </a:lnTo>
                  <a:lnTo>
                    <a:pt x="4237482" y="19050"/>
                  </a:lnTo>
                  <a:lnTo>
                    <a:pt x="4237482" y="0"/>
                  </a:lnTo>
                  <a:close/>
                </a:path>
                <a:path w="10424160" h="5213350">
                  <a:moveTo>
                    <a:pt x="4242689" y="0"/>
                  </a:moveTo>
                  <a:lnTo>
                    <a:pt x="4237482" y="0"/>
                  </a:lnTo>
                  <a:lnTo>
                    <a:pt x="4237482" y="19050"/>
                  </a:lnTo>
                  <a:lnTo>
                    <a:pt x="4242689" y="19050"/>
                  </a:lnTo>
                  <a:lnTo>
                    <a:pt x="4247007" y="14732"/>
                  </a:lnTo>
                  <a:lnTo>
                    <a:pt x="4247007" y="4318"/>
                  </a:lnTo>
                  <a:lnTo>
                    <a:pt x="4242689" y="0"/>
                  </a:lnTo>
                  <a:close/>
                </a:path>
                <a:path w="10424160" h="5213350">
                  <a:moveTo>
                    <a:pt x="4275582" y="0"/>
                  </a:moveTo>
                  <a:lnTo>
                    <a:pt x="4270248" y="0"/>
                  </a:lnTo>
                  <a:lnTo>
                    <a:pt x="4266057" y="4318"/>
                  </a:lnTo>
                  <a:lnTo>
                    <a:pt x="4266057" y="14732"/>
                  </a:lnTo>
                  <a:lnTo>
                    <a:pt x="4270248" y="19050"/>
                  </a:lnTo>
                  <a:lnTo>
                    <a:pt x="4275582" y="19050"/>
                  </a:lnTo>
                  <a:lnTo>
                    <a:pt x="4275582" y="0"/>
                  </a:lnTo>
                  <a:close/>
                </a:path>
                <a:path w="10424160" h="5213350">
                  <a:moveTo>
                    <a:pt x="4280789" y="0"/>
                  </a:moveTo>
                  <a:lnTo>
                    <a:pt x="4275582" y="0"/>
                  </a:lnTo>
                  <a:lnTo>
                    <a:pt x="4275582" y="19050"/>
                  </a:lnTo>
                  <a:lnTo>
                    <a:pt x="4280789" y="19050"/>
                  </a:lnTo>
                  <a:lnTo>
                    <a:pt x="4285107" y="14732"/>
                  </a:lnTo>
                  <a:lnTo>
                    <a:pt x="4285107" y="4318"/>
                  </a:lnTo>
                  <a:lnTo>
                    <a:pt x="4280789" y="0"/>
                  </a:lnTo>
                  <a:close/>
                </a:path>
                <a:path w="10424160" h="5213350">
                  <a:moveTo>
                    <a:pt x="4313682" y="0"/>
                  </a:moveTo>
                  <a:lnTo>
                    <a:pt x="4308475" y="0"/>
                  </a:lnTo>
                  <a:lnTo>
                    <a:pt x="4304157" y="4318"/>
                  </a:lnTo>
                  <a:lnTo>
                    <a:pt x="4304157" y="14732"/>
                  </a:lnTo>
                  <a:lnTo>
                    <a:pt x="4308475" y="19050"/>
                  </a:lnTo>
                  <a:lnTo>
                    <a:pt x="4313682" y="19050"/>
                  </a:lnTo>
                  <a:lnTo>
                    <a:pt x="4313682" y="0"/>
                  </a:lnTo>
                  <a:close/>
                </a:path>
                <a:path w="10424160" h="5213350">
                  <a:moveTo>
                    <a:pt x="4319016" y="0"/>
                  </a:moveTo>
                  <a:lnTo>
                    <a:pt x="4313682" y="0"/>
                  </a:lnTo>
                  <a:lnTo>
                    <a:pt x="4313682" y="19050"/>
                  </a:lnTo>
                  <a:lnTo>
                    <a:pt x="4319016" y="19050"/>
                  </a:lnTo>
                  <a:lnTo>
                    <a:pt x="4323207" y="14732"/>
                  </a:lnTo>
                  <a:lnTo>
                    <a:pt x="4323207" y="4318"/>
                  </a:lnTo>
                  <a:lnTo>
                    <a:pt x="4319016" y="0"/>
                  </a:lnTo>
                  <a:close/>
                </a:path>
                <a:path w="10424160" h="5213350">
                  <a:moveTo>
                    <a:pt x="4351782" y="0"/>
                  </a:moveTo>
                  <a:lnTo>
                    <a:pt x="4346575" y="0"/>
                  </a:lnTo>
                  <a:lnTo>
                    <a:pt x="4342257" y="4318"/>
                  </a:lnTo>
                  <a:lnTo>
                    <a:pt x="4342257" y="14732"/>
                  </a:lnTo>
                  <a:lnTo>
                    <a:pt x="4346575" y="19050"/>
                  </a:lnTo>
                  <a:lnTo>
                    <a:pt x="4351782" y="19050"/>
                  </a:lnTo>
                  <a:lnTo>
                    <a:pt x="4351782" y="0"/>
                  </a:lnTo>
                  <a:close/>
                </a:path>
                <a:path w="10424160" h="5213350">
                  <a:moveTo>
                    <a:pt x="4357116" y="0"/>
                  </a:moveTo>
                  <a:lnTo>
                    <a:pt x="4351782" y="0"/>
                  </a:lnTo>
                  <a:lnTo>
                    <a:pt x="4351782" y="19050"/>
                  </a:lnTo>
                  <a:lnTo>
                    <a:pt x="4357116" y="19050"/>
                  </a:lnTo>
                  <a:lnTo>
                    <a:pt x="4361307" y="14732"/>
                  </a:lnTo>
                  <a:lnTo>
                    <a:pt x="4361307" y="4318"/>
                  </a:lnTo>
                  <a:lnTo>
                    <a:pt x="4357116" y="0"/>
                  </a:lnTo>
                  <a:close/>
                </a:path>
                <a:path w="10424160" h="5213350">
                  <a:moveTo>
                    <a:pt x="4389882" y="0"/>
                  </a:moveTo>
                  <a:lnTo>
                    <a:pt x="4384675" y="0"/>
                  </a:lnTo>
                  <a:lnTo>
                    <a:pt x="4380357" y="4318"/>
                  </a:lnTo>
                  <a:lnTo>
                    <a:pt x="4380357" y="14732"/>
                  </a:lnTo>
                  <a:lnTo>
                    <a:pt x="4384675" y="19050"/>
                  </a:lnTo>
                  <a:lnTo>
                    <a:pt x="4389882" y="19050"/>
                  </a:lnTo>
                  <a:lnTo>
                    <a:pt x="4389882" y="0"/>
                  </a:lnTo>
                  <a:close/>
                </a:path>
                <a:path w="10424160" h="5213350">
                  <a:moveTo>
                    <a:pt x="4395216" y="0"/>
                  </a:moveTo>
                  <a:lnTo>
                    <a:pt x="4389882" y="0"/>
                  </a:lnTo>
                  <a:lnTo>
                    <a:pt x="4389882" y="19050"/>
                  </a:lnTo>
                  <a:lnTo>
                    <a:pt x="4395216" y="19050"/>
                  </a:lnTo>
                  <a:lnTo>
                    <a:pt x="4399407" y="14732"/>
                  </a:lnTo>
                  <a:lnTo>
                    <a:pt x="4399407" y="4318"/>
                  </a:lnTo>
                  <a:lnTo>
                    <a:pt x="4395216" y="0"/>
                  </a:lnTo>
                  <a:close/>
                </a:path>
                <a:path w="10424160" h="5213350">
                  <a:moveTo>
                    <a:pt x="4427982" y="0"/>
                  </a:moveTo>
                  <a:lnTo>
                    <a:pt x="4422775" y="0"/>
                  </a:lnTo>
                  <a:lnTo>
                    <a:pt x="4418457" y="4318"/>
                  </a:lnTo>
                  <a:lnTo>
                    <a:pt x="4418457" y="14732"/>
                  </a:lnTo>
                  <a:lnTo>
                    <a:pt x="4422775" y="19050"/>
                  </a:lnTo>
                  <a:lnTo>
                    <a:pt x="4427982" y="19050"/>
                  </a:lnTo>
                  <a:lnTo>
                    <a:pt x="4427982" y="0"/>
                  </a:lnTo>
                  <a:close/>
                </a:path>
                <a:path w="10424160" h="5213350">
                  <a:moveTo>
                    <a:pt x="4433316" y="0"/>
                  </a:moveTo>
                  <a:lnTo>
                    <a:pt x="4428109" y="0"/>
                  </a:lnTo>
                  <a:lnTo>
                    <a:pt x="4428109" y="19050"/>
                  </a:lnTo>
                  <a:lnTo>
                    <a:pt x="4433316" y="19050"/>
                  </a:lnTo>
                  <a:lnTo>
                    <a:pt x="4437634" y="14732"/>
                  </a:lnTo>
                  <a:lnTo>
                    <a:pt x="4437634" y="4318"/>
                  </a:lnTo>
                  <a:lnTo>
                    <a:pt x="4433316" y="0"/>
                  </a:lnTo>
                  <a:close/>
                </a:path>
                <a:path w="10424160" h="5213350">
                  <a:moveTo>
                    <a:pt x="4466209" y="0"/>
                  </a:moveTo>
                  <a:lnTo>
                    <a:pt x="4460875" y="0"/>
                  </a:lnTo>
                  <a:lnTo>
                    <a:pt x="4456684" y="4318"/>
                  </a:lnTo>
                  <a:lnTo>
                    <a:pt x="4456684" y="14732"/>
                  </a:lnTo>
                  <a:lnTo>
                    <a:pt x="4460875" y="19050"/>
                  </a:lnTo>
                  <a:lnTo>
                    <a:pt x="4466209" y="19050"/>
                  </a:lnTo>
                  <a:lnTo>
                    <a:pt x="4466209" y="0"/>
                  </a:lnTo>
                  <a:close/>
                </a:path>
                <a:path w="10424160" h="5213350">
                  <a:moveTo>
                    <a:pt x="4471416" y="0"/>
                  </a:moveTo>
                  <a:lnTo>
                    <a:pt x="4466209" y="0"/>
                  </a:lnTo>
                  <a:lnTo>
                    <a:pt x="4466209" y="19050"/>
                  </a:lnTo>
                  <a:lnTo>
                    <a:pt x="4471416" y="19050"/>
                  </a:lnTo>
                  <a:lnTo>
                    <a:pt x="4475734" y="14732"/>
                  </a:lnTo>
                  <a:lnTo>
                    <a:pt x="4475734" y="4318"/>
                  </a:lnTo>
                  <a:lnTo>
                    <a:pt x="4471416" y="0"/>
                  </a:lnTo>
                  <a:close/>
                </a:path>
                <a:path w="10424160" h="5213350">
                  <a:moveTo>
                    <a:pt x="4504309" y="0"/>
                  </a:moveTo>
                  <a:lnTo>
                    <a:pt x="4498975" y="0"/>
                  </a:lnTo>
                  <a:lnTo>
                    <a:pt x="4494784" y="4318"/>
                  </a:lnTo>
                  <a:lnTo>
                    <a:pt x="4494784" y="14732"/>
                  </a:lnTo>
                  <a:lnTo>
                    <a:pt x="4498975" y="19050"/>
                  </a:lnTo>
                  <a:lnTo>
                    <a:pt x="4504309" y="19050"/>
                  </a:lnTo>
                  <a:lnTo>
                    <a:pt x="4504309" y="0"/>
                  </a:lnTo>
                  <a:close/>
                </a:path>
                <a:path w="10424160" h="5213350">
                  <a:moveTo>
                    <a:pt x="4509516" y="0"/>
                  </a:moveTo>
                  <a:lnTo>
                    <a:pt x="4504309" y="0"/>
                  </a:lnTo>
                  <a:lnTo>
                    <a:pt x="4504309" y="19050"/>
                  </a:lnTo>
                  <a:lnTo>
                    <a:pt x="4509516" y="19050"/>
                  </a:lnTo>
                  <a:lnTo>
                    <a:pt x="4513834" y="14732"/>
                  </a:lnTo>
                  <a:lnTo>
                    <a:pt x="4513834" y="4318"/>
                  </a:lnTo>
                  <a:lnTo>
                    <a:pt x="4509516" y="0"/>
                  </a:lnTo>
                  <a:close/>
                </a:path>
                <a:path w="10424160" h="5213350">
                  <a:moveTo>
                    <a:pt x="4542409" y="0"/>
                  </a:moveTo>
                  <a:lnTo>
                    <a:pt x="4537075" y="0"/>
                  </a:lnTo>
                  <a:lnTo>
                    <a:pt x="4532884" y="4318"/>
                  </a:lnTo>
                  <a:lnTo>
                    <a:pt x="4532884" y="14732"/>
                  </a:lnTo>
                  <a:lnTo>
                    <a:pt x="4537075" y="19050"/>
                  </a:lnTo>
                  <a:lnTo>
                    <a:pt x="4542409" y="19050"/>
                  </a:lnTo>
                  <a:lnTo>
                    <a:pt x="4542409" y="0"/>
                  </a:lnTo>
                  <a:close/>
                </a:path>
                <a:path w="10424160" h="5213350">
                  <a:moveTo>
                    <a:pt x="4547616" y="0"/>
                  </a:moveTo>
                  <a:lnTo>
                    <a:pt x="4542409" y="0"/>
                  </a:lnTo>
                  <a:lnTo>
                    <a:pt x="4542409" y="19050"/>
                  </a:lnTo>
                  <a:lnTo>
                    <a:pt x="4547616" y="19050"/>
                  </a:lnTo>
                  <a:lnTo>
                    <a:pt x="4551934" y="14732"/>
                  </a:lnTo>
                  <a:lnTo>
                    <a:pt x="4551934" y="4318"/>
                  </a:lnTo>
                  <a:lnTo>
                    <a:pt x="4547616" y="0"/>
                  </a:lnTo>
                  <a:close/>
                </a:path>
                <a:path w="10424160" h="5213350">
                  <a:moveTo>
                    <a:pt x="4580509" y="0"/>
                  </a:moveTo>
                  <a:lnTo>
                    <a:pt x="4575302" y="0"/>
                  </a:lnTo>
                  <a:lnTo>
                    <a:pt x="4570984" y="4318"/>
                  </a:lnTo>
                  <a:lnTo>
                    <a:pt x="4570984" y="14732"/>
                  </a:lnTo>
                  <a:lnTo>
                    <a:pt x="4575302" y="19050"/>
                  </a:lnTo>
                  <a:lnTo>
                    <a:pt x="4580509" y="19050"/>
                  </a:lnTo>
                  <a:lnTo>
                    <a:pt x="4580509" y="0"/>
                  </a:lnTo>
                  <a:close/>
                </a:path>
                <a:path w="10424160" h="5213350">
                  <a:moveTo>
                    <a:pt x="4585843" y="0"/>
                  </a:moveTo>
                  <a:lnTo>
                    <a:pt x="4580509" y="0"/>
                  </a:lnTo>
                  <a:lnTo>
                    <a:pt x="4580509" y="19050"/>
                  </a:lnTo>
                  <a:lnTo>
                    <a:pt x="4585843" y="19050"/>
                  </a:lnTo>
                  <a:lnTo>
                    <a:pt x="4590034" y="14732"/>
                  </a:lnTo>
                  <a:lnTo>
                    <a:pt x="4590034" y="4318"/>
                  </a:lnTo>
                  <a:lnTo>
                    <a:pt x="4585843" y="0"/>
                  </a:lnTo>
                  <a:close/>
                </a:path>
                <a:path w="10424160" h="5213350">
                  <a:moveTo>
                    <a:pt x="4618609" y="0"/>
                  </a:moveTo>
                  <a:lnTo>
                    <a:pt x="4613402" y="0"/>
                  </a:lnTo>
                  <a:lnTo>
                    <a:pt x="4609084" y="4318"/>
                  </a:lnTo>
                  <a:lnTo>
                    <a:pt x="4609084" y="14732"/>
                  </a:lnTo>
                  <a:lnTo>
                    <a:pt x="4613402" y="19050"/>
                  </a:lnTo>
                  <a:lnTo>
                    <a:pt x="4618609" y="19050"/>
                  </a:lnTo>
                  <a:lnTo>
                    <a:pt x="4618609" y="0"/>
                  </a:lnTo>
                  <a:close/>
                </a:path>
                <a:path w="10424160" h="5213350">
                  <a:moveTo>
                    <a:pt x="4623943" y="0"/>
                  </a:moveTo>
                  <a:lnTo>
                    <a:pt x="4618609" y="0"/>
                  </a:lnTo>
                  <a:lnTo>
                    <a:pt x="4618609" y="19050"/>
                  </a:lnTo>
                  <a:lnTo>
                    <a:pt x="4623943" y="19050"/>
                  </a:lnTo>
                  <a:lnTo>
                    <a:pt x="4628134" y="14732"/>
                  </a:lnTo>
                  <a:lnTo>
                    <a:pt x="4628134" y="4318"/>
                  </a:lnTo>
                  <a:lnTo>
                    <a:pt x="4623943" y="0"/>
                  </a:lnTo>
                  <a:close/>
                </a:path>
                <a:path w="10424160" h="5213350">
                  <a:moveTo>
                    <a:pt x="4656709" y="0"/>
                  </a:moveTo>
                  <a:lnTo>
                    <a:pt x="4651502" y="0"/>
                  </a:lnTo>
                  <a:lnTo>
                    <a:pt x="4647184" y="4318"/>
                  </a:lnTo>
                  <a:lnTo>
                    <a:pt x="4647184" y="14732"/>
                  </a:lnTo>
                  <a:lnTo>
                    <a:pt x="4651502" y="19050"/>
                  </a:lnTo>
                  <a:lnTo>
                    <a:pt x="4656709" y="19050"/>
                  </a:lnTo>
                  <a:lnTo>
                    <a:pt x="4656709" y="0"/>
                  </a:lnTo>
                  <a:close/>
                </a:path>
                <a:path w="10424160" h="5213350">
                  <a:moveTo>
                    <a:pt x="4662043" y="0"/>
                  </a:moveTo>
                  <a:lnTo>
                    <a:pt x="4656836" y="0"/>
                  </a:lnTo>
                  <a:lnTo>
                    <a:pt x="4656836" y="19050"/>
                  </a:lnTo>
                  <a:lnTo>
                    <a:pt x="4662043" y="19050"/>
                  </a:lnTo>
                  <a:lnTo>
                    <a:pt x="4666361" y="14732"/>
                  </a:lnTo>
                  <a:lnTo>
                    <a:pt x="4666361" y="4318"/>
                  </a:lnTo>
                  <a:lnTo>
                    <a:pt x="4662043" y="0"/>
                  </a:lnTo>
                  <a:close/>
                </a:path>
                <a:path w="10424160" h="5213350">
                  <a:moveTo>
                    <a:pt x="4694936" y="0"/>
                  </a:moveTo>
                  <a:lnTo>
                    <a:pt x="4689602" y="0"/>
                  </a:lnTo>
                  <a:lnTo>
                    <a:pt x="4685411" y="4318"/>
                  </a:lnTo>
                  <a:lnTo>
                    <a:pt x="4685411" y="14732"/>
                  </a:lnTo>
                  <a:lnTo>
                    <a:pt x="4689602" y="19050"/>
                  </a:lnTo>
                  <a:lnTo>
                    <a:pt x="4694936" y="19050"/>
                  </a:lnTo>
                  <a:lnTo>
                    <a:pt x="4694936" y="0"/>
                  </a:lnTo>
                  <a:close/>
                </a:path>
                <a:path w="10424160" h="5213350">
                  <a:moveTo>
                    <a:pt x="4700143" y="0"/>
                  </a:moveTo>
                  <a:lnTo>
                    <a:pt x="4694936" y="0"/>
                  </a:lnTo>
                  <a:lnTo>
                    <a:pt x="4694936" y="19050"/>
                  </a:lnTo>
                  <a:lnTo>
                    <a:pt x="4700143" y="19050"/>
                  </a:lnTo>
                  <a:lnTo>
                    <a:pt x="4704461" y="14732"/>
                  </a:lnTo>
                  <a:lnTo>
                    <a:pt x="4704461" y="4318"/>
                  </a:lnTo>
                  <a:lnTo>
                    <a:pt x="4700143" y="0"/>
                  </a:lnTo>
                  <a:close/>
                </a:path>
                <a:path w="10424160" h="5213350">
                  <a:moveTo>
                    <a:pt x="4733036" y="0"/>
                  </a:moveTo>
                  <a:lnTo>
                    <a:pt x="4727702" y="0"/>
                  </a:lnTo>
                  <a:lnTo>
                    <a:pt x="4723511" y="4318"/>
                  </a:lnTo>
                  <a:lnTo>
                    <a:pt x="4723511" y="14732"/>
                  </a:lnTo>
                  <a:lnTo>
                    <a:pt x="4727702" y="19050"/>
                  </a:lnTo>
                  <a:lnTo>
                    <a:pt x="4733036" y="19050"/>
                  </a:lnTo>
                  <a:lnTo>
                    <a:pt x="4733036" y="0"/>
                  </a:lnTo>
                  <a:close/>
                </a:path>
                <a:path w="10424160" h="5213350">
                  <a:moveTo>
                    <a:pt x="4738243" y="0"/>
                  </a:moveTo>
                  <a:lnTo>
                    <a:pt x="4733036" y="0"/>
                  </a:lnTo>
                  <a:lnTo>
                    <a:pt x="4733036" y="19050"/>
                  </a:lnTo>
                  <a:lnTo>
                    <a:pt x="4738243" y="19050"/>
                  </a:lnTo>
                  <a:lnTo>
                    <a:pt x="4742561" y="14732"/>
                  </a:lnTo>
                  <a:lnTo>
                    <a:pt x="4742561" y="4318"/>
                  </a:lnTo>
                  <a:lnTo>
                    <a:pt x="4738243" y="0"/>
                  </a:lnTo>
                  <a:close/>
                </a:path>
                <a:path w="10424160" h="5213350">
                  <a:moveTo>
                    <a:pt x="4771136" y="0"/>
                  </a:moveTo>
                  <a:lnTo>
                    <a:pt x="4765802" y="0"/>
                  </a:lnTo>
                  <a:lnTo>
                    <a:pt x="4761611" y="4318"/>
                  </a:lnTo>
                  <a:lnTo>
                    <a:pt x="4761611" y="14732"/>
                  </a:lnTo>
                  <a:lnTo>
                    <a:pt x="4765802" y="19050"/>
                  </a:lnTo>
                  <a:lnTo>
                    <a:pt x="4771136" y="19050"/>
                  </a:lnTo>
                  <a:lnTo>
                    <a:pt x="4771136" y="0"/>
                  </a:lnTo>
                  <a:close/>
                </a:path>
                <a:path w="10424160" h="5213350">
                  <a:moveTo>
                    <a:pt x="4776343" y="0"/>
                  </a:moveTo>
                  <a:lnTo>
                    <a:pt x="4771136" y="0"/>
                  </a:lnTo>
                  <a:lnTo>
                    <a:pt x="4771136" y="19050"/>
                  </a:lnTo>
                  <a:lnTo>
                    <a:pt x="4776343" y="19050"/>
                  </a:lnTo>
                  <a:lnTo>
                    <a:pt x="4780661" y="14732"/>
                  </a:lnTo>
                  <a:lnTo>
                    <a:pt x="4780661" y="4318"/>
                  </a:lnTo>
                  <a:lnTo>
                    <a:pt x="4776343" y="0"/>
                  </a:lnTo>
                  <a:close/>
                </a:path>
                <a:path w="10424160" h="5213350">
                  <a:moveTo>
                    <a:pt x="4809236" y="0"/>
                  </a:moveTo>
                  <a:lnTo>
                    <a:pt x="4804029" y="0"/>
                  </a:lnTo>
                  <a:lnTo>
                    <a:pt x="4799711" y="4318"/>
                  </a:lnTo>
                  <a:lnTo>
                    <a:pt x="4799711" y="14732"/>
                  </a:lnTo>
                  <a:lnTo>
                    <a:pt x="4804029" y="19050"/>
                  </a:lnTo>
                  <a:lnTo>
                    <a:pt x="4809236" y="19050"/>
                  </a:lnTo>
                  <a:lnTo>
                    <a:pt x="4809236" y="0"/>
                  </a:lnTo>
                  <a:close/>
                </a:path>
                <a:path w="10424160" h="5213350">
                  <a:moveTo>
                    <a:pt x="4814570" y="0"/>
                  </a:moveTo>
                  <a:lnTo>
                    <a:pt x="4809236" y="0"/>
                  </a:lnTo>
                  <a:lnTo>
                    <a:pt x="4809236" y="19050"/>
                  </a:lnTo>
                  <a:lnTo>
                    <a:pt x="4814570" y="19050"/>
                  </a:lnTo>
                  <a:lnTo>
                    <a:pt x="4818761" y="14732"/>
                  </a:lnTo>
                  <a:lnTo>
                    <a:pt x="4818761" y="4318"/>
                  </a:lnTo>
                  <a:lnTo>
                    <a:pt x="4814570" y="0"/>
                  </a:lnTo>
                  <a:close/>
                </a:path>
                <a:path w="10424160" h="5213350">
                  <a:moveTo>
                    <a:pt x="4847336" y="0"/>
                  </a:moveTo>
                  <a:lnTo>
                    <a:pt x="4842129" y="0"/>
                  </a:lnTo>
                  <a:lnTo>
                    <a:pt x="4837811" y="4318"/>
                  </a:lnTo>
                  <a:lnTo>
                    <a:pt x="4837811" y="14732"/>
                  </a:lnTo>
                  <a:lnTo>
                    <a:pt x="4842129" y="19050"/>
                  </a:lnTo>
                  <a:lnTo>
                    <a:pt x="4847336" y="19050"/>
                  </a:lnTo>
                  <a:lnTo>
                    <a:pt x="4847336" y="0"/>
                  </a:lnTo>
                  <a:close/>
                </a:path>
                <a:path w="10424160" h="5213350">
                  <a:moveTo>
                    <a:pt x="4852670" y="0"/>
                  </a:moveTo>
                  <a:lnTo>
                    <a:pt x="4847336" y="0"/>
                  </a:lnTo>
                  <a:lnTo>
                    <a:pt x="4847336" y="19050"/>
                  </a:lnTo>
                  <a:lnTo>
                    <a:pt x="4852670" y="19050"/>
                  </a:lnTo>
                  <a:lnTo>
                    <a:pt x="4856861" y="14732"/>
                  </a:lnTo>
                  <a:lnTo>
                    <a:pt x="4856861" y="4318"/>
                  </a:lnTo>
                  <a:lnTo>
                    <a:pt x="4852670" y="0"/>
                  </a:lnTo>
                  <a:close/>
                </a:path>
                <a:path w="10424160" h="5213350">
                  <a:moveTo>
                    <a:pt x="4885436" y="0"/>
                  </a:moveTo>
                  <a:lnTo>
                    <a:pt x="4880229" y="0"/>
                  </a:lnTo>
                  <a:lnTo>
                    <a:pt x="4875911" y="4318"/>
                  </a:lnTo>
                  <a:lnTo>
                    <a:pt x="4875911" y="14732"/>
                  </a:lnTo>
                  <a:lnTo>
                    <a:pt x="4880229" y="19050"/>
                  </a:lnTo>
                  <a:lnTo>
                    <a:pt x="4885436" y="19050"/>
                  </a:lnTo>
                  <a:lnTo>
                    <a:pt x="4885436" y="0"/>
                  </a:lnTo>
                  <a:close/>
                </a:path>
                <a:path w="10424160" h="5213350">
                  <a:moveTo>
                    <a:pt x="4890770" y="0"/>
                  </a:moveTo>
                  <a:lnTo>
                    <a:pt x="4885436" y="0"/>
                  </a:lnTo>
                  <a:lnTo>
                    <a:pt x="4885436" y="19050"/>
                  </a:lnTo>
                  <a:lnTo>
                    <a:pt x="4890770" y="19050"/>
                  </a:lnTo>
                  <a:lnTo>
                    <a:pt x="4894961" y="14732"/>
                  </a:lnTo>
                  <a:lnTo>
                    <a:pt x="4894961" y="4318"/>
                  </a:lnTo>
                  <a:lnTo>
                    <a:pt x="4890770" y="0"/>
                  </a:lnTo>
                  <a:close/>
                </a:path>
                <a:path w="10424160" h="5213350">
                  <a:moveTo>
                    <a:pt x="4923536" y="0"/>
                  </a:moveTo>
                  <a:lnTo>
                    <a:pt x="4918329" y="0"/>
                  </a:lnTo>
                  <a:lnTo>
                    <a:pt x="4914011" y="4318"/>
                  </a:lnTo>
                  <a:lnTo>
                    <a:pt x="4914011" y="14732"/>
                  </a:lnTo>
                  <a:lnTo>
                    <a:pt x="4918329" y="19050"/>
                  </a:lnTo>
                  <a:lnTo>
                    <a:pt x="4923536" y="19050"/>
                  </a:lnTo>
                  <a:lnTo>
                    <a:pt x="4923536" y="0"/>
                  </a:lnTo>
                  <a:close/>
                </a:path>
                <a:path w="10424160" h="5213350">
                  <a:moveTo>
                    <a:pt x="4928870" y="0"/>
                  </a:moveTo>
                  <a:lnTo>
                    <a:pt x="4923663" y="0"/>
                  </a:lnTo>
                  <a:lnTo>
                    <a:pt x="4923663" y="19050"/>
                  </a:lnTo>
                  <a:lnTo>
                    <a:pt x="4928870" y="19050"/>
                  </a:lnTo>
                  <a:lnTo>
                    <a:pt x="4933188" y="14732"/>
                  </a:lnTo>
                  <a:lnTo>
                    <a:pt x="4933188" y="4318"/>
                  </a:lnTo>
                  <a:lnTo>
                    <a:pt x="4928870" y="0"/>
                  </a:lnTo>
                  <a:close/>
                </a:path>
                <a:path w="10424160" h="5213350">
                  <a:moveTo>
                    <a:pt x="4961763" y="0"/>
                  </a:moveTo>
                  <a:lnTo>
                    <a:pt x="4956429" y="0"/>
                  </a:lnTo>
                  <a:lnTo>
                    <a:pt x="4952238" y="4318"/>
                  </a:lnTo>
                  <a:lnTo>
                    <a:pt x="4952238" y="14732"/>
                  </a:lnTo>
                  <a:lnTo>
                    <a:pt x="4956429" y="19050"/>
                  </a:lnTo>
                  <a:lnTo>
                    <a:pt x="4961763" y="19050"/>
                  </a:lnTo>
                  <a:lnTo>
                    <a:pt x="4961763" y="0"/>
                  </a:lnTo>
                  <a:close/>
                </a:path>
                <a:path w="10424160" h="5213350">
                  <a:moveTo>
                    <a:pt x="4966970" y="0"/>
                  </a:moveTo>
                  <a:lnTo>
                    <a:pt x="4961763" y="0"/>
                  </a:lnTo>
                  <a:lnTo>
                    <a:pt x="4961763" y="19050"/>
                  </a:lnTo>
                  <a:lnTo>
                    <a:pt x="4966970" y="19050"/>
                  </a:lnTo>
                  <a:lnTo>
                    <a:pt x="4971288" y="14732"/>
                  </a:lnTo>
                  <a:lnTo>
                    <a:pt x="4971288" y="4318"/>
                  </a:lnTo>
                  <a:lnTo>
                    <a:pt x="4966970" y="0"/>
                  </a:lnTo>
                  <a:close/>
                </a:path>
                <a:path w="10424160" h="5213350">
                  <a:moveTo>
                    <a:pt x="4999863" y="0"/>
                  </a:moveTo>
                  <a:lnTo>
                    <a:pt x="4994529" y="0"/>
                  </a:lnTo>
                  <a:lnTo>
                    <a:pt x="4990338" y="4318"/>
                  </a:lnTo>
                  <a:lnTo>
                    <a:pt x="4990338" y="14732"/>
                  </a:lnTo>
                  <a:lnTo>
                    <a:pt x="4994529" y="19050"/>
                  </a:lnTo>
                  <a:lnTo>
                    <a:pt x="4999863" y="19050"/>
                  </a:lnTo>
                  <a:lnTo>
                    <a:pt x="4999863" y="0"/>
                  </a:lnTo>
                  <a:close/>
                </a:path>
                <a:path w="10424160" h="5213350">
                  <a:moveTo>
                    <a:pt x="5005070" y="0"/>
                  </a:moveTo>
                  <a:lnTo>
                    <a:pt x="4999863" y="0"/>
                  </a:lnTo>
                  <a:lnTo>
                    <a:pt x="4999863" y="19050"/>
                  </a:lnTo>
                  <a:lnTo>
                    <a:pt x="5005070" y="19050"/>
                  </a:lnTo>
                  <a:lnTo>
                    <a:pt x="5009388" y="14732"/>
                  </a:lnTo>
                  <a:lnTo>
                    <a:pt x="5009388" y="4318"/>
                  </a:lnTo>
                  <a:lnTo>
                    <a:pt x="5005070" y="0"/>
                  </a:lnTo>
                  <a:close/>
                </a:path>
                <a:path w="10424160" h="5213350">
                  <a:moveTo>
                    <a:pt x="5037963" y="0"/>
                  </a:moveTo>
                  <a:lnTo>
                    <a:pt x="5032629" y="0"/>
                  </a:lnTo>
                  <a:lnTo>
                    <a:pt x="5028438" y="4318"/>
                  </a:lnTo>
                  <a:lnTo>
                    <a:pt x="5028438" y="14732"/>
                  </a:lnTo>
                  <a:lnTo>
                    <a:pt x="5032629" y="19050"/>
                  </a:lnTo>
                  <a:lnTo>
                    <a:pt x="5037963" y="19050"/>
                  </a:lnTo>
                  <a:lnTo>
                    <a:pt x="5037963" y="0"/>
                  </a:lnTo>
                  <a:close/>
                </a:path>
                <a:path w="10424160" h="5213350">
                  <a:moveTo>
                    <a:pt x="5043170" y="0"/>
                  </a:moveTo>
                  <a:lnTo>
                    <a:pt x="5037963" y="0"/>
                  </a:lnTo>
                  <a:lnTo>
                    <a:pt x="5037963" y="19050"/>
                  </a:lnTo>
                  <a:lnTo>
                    <a:pt x="5043170" y="19050"/>
                  </a:lnTo>
                  <a:lnTo>
                    <a:pt x="5047488" y="14732"/>
                  </a:lnTo>
                  <a:lnTo>
                    <a:pt x="5047488" y="4318"/>
                  </a:lnTo>
                  <a:lnTo>
                    <a:pt x="5043170" y="0"/>
                  </a:lnTo>
                  <a:close/>
                </a:path>
                <a:path w="10424160" h="5213350">
                  <a:moveTo>
                    <a:pt x="5076063" y="0"/>
                  </a:moveTo>
                  <a:lnTo>
                    <a:pt x="5070856" y="0"/>
                  </a:lnTo>
                  <a:lnTo>
                    <a:pt x="5066538" y="4318"/>
                  </a:lnTo>
                  <a:lnTo>
                    <a:pt x="5066538" y="14732"/>
                  </a:lnTo>
                  <a:lnTo>
                    <a:pt x="5070856" y="19050"/>
                  </a:lnTo>
                  <a:lnTo>
                    <a:pt x="5076063" y="19050"/>
                  </a:lnTo>
                  <a:lnTo>
                    <a:pt x="5076063" y="0"/>
                  </a:lnTo>
                  <a:close/>
                </a:path>
                <a:path w="10424160" h="5213350">
                  <a:moveTo>
                    <a:pt x="5081397" y="0"/>
                  </a:moveTo>
                  <a:lnTo>
                    <a:pt x="5076063" y="0"/>
                  </a:lnTo>
                  <a:lnTo>
                    <a:pt x="5076063" y="19050"/>
                  </a:lnTo>
                  <a:lnTo>
                    <a:pt x="5081397" y="19050"/>
                  </a:lnTo>
                  <a:lnTo>
                    <a:pt x="5085588" y="14732"/>
                  </a:lnTo>
                  <a:lnTo>
                    <a:pt x="5085588" y="4318"/>
                  </a:lnTo>
                  <a:lnTo>
                    <a:pt x="5081397" y="0"/>
                  </a:lnTo>
                  <a:close/>
                </a:path>
                <a:path w="10424160" h="5213350">
                  <a:moveTo>
                    <a:pt x="5114163" y="0"/>
                  </a:moveTo>
                  <a:lnTo>
                    <a:pt x="5108956" y="0"/>
                  </a:lnTo>
                  <a:lnTo>
                    <a:pt x="5104638" y="4318"/>
                  </a:lnTo>
                  <a:lnTo>
                    <a:pt x="5104638" y="14732"/>
                  </a:lnTo>
                  <a:lnTo>
                    <a:pt x="5108956" y="19050"/>
                  </a:lnTo>
                  <a:lnTo>
                    <a:pt x="5114163" y="19050"/>
                  </a:lnTo>
                  <a:lnTo>
                    <a:pt x="5114163" y="0"/>
                  </a:lnTo>
                  <a:close/>
                </a:path>
                <a:path w="10424160" h="5213350">
                  <a:moveTo>
                    <a:pt x="5119497" y="0"/>
                  </a:moveTo>
                  <a:lnTo>
                    <a:pt x="5114163" y="0"/>
                  </a:lnTo>
                  <a:lnTo>
                    <a:pt x="5114163" y="19050"/>
                  </a:lnTo>
                  <a:lnTo>
                    <a:pt x="5119497" y="19050"/>
                  </a:lnTo>
                  <a:lnTo>
                    <a:pt x="5123688" y="14732"/>
                  </a:lnTo>
                  <a:lnTo>
                    <a:pt x="5123688" y="4318"/>
                  </a:lnTo>
                  <a:lnTo>
                    <a:pt x="5119497" y="0"/>
                  </a:lnTo>
                  <a:close/>
                </a:path>
                <a:path w="10424160" h="5213350">
                  <a:moveTo>
                    <a:pt x="5152263" y="0"/>
                  </a:moveTo>
                  <a:lnTo>
                    <a:pt x="5147056" y="0"/>
                  </a:lnTo>
                  <a:lnTo>
                    <a:pt x="5142738" y="4318"/>
                  </a:lnTo>
                  <a:lnTo>
                    <a:pt x="5142738" y="14732"/>
                  </a:lnTo>
                  <a:lnTo>
                    <a:pt x="5147056" y="19050"/>
                  </a:lnTo>
                  <a:lnTo>
                    <a:pt x="5152263" y="19050"/>
                  </a:lnTo>
                  <a:lnTo>
                    <a:pt x="5152263" y="0"/>
                  </a:lnTo>
                  <a:close/>
                </a:path>
                <a:path w="10424160" h="5213350">
                  <a:moveTo>
                    <a:pt x="5157597" y="0"/>
                  </a:moveTo>
                  <a:lnTo>
                    <a:pt x="5152263" y="0"/>
                  </a:lnTo>
                  <a:lnTo>
                    <a:pt x="5152263" y="19050"/>
                  </a:lnTo>
                  <a:lnTo>
                    <a:pt x="5157597" y="19050"/>
                  </a:lnTo>
                  <a:lnTo>
                    <a:pt x="5161788" y="14732"/>
                  </a:lnTo>
                  <a:lnTo>
                    <a:pt x="5161788" y="4318"/>
                  </a:lnTo>
                  <a:lnTo>
                    <a:pt x="5157597" y="0"/>
                  </a:lnTo>
                  <a:close/>
                </a:path>
                <a:path w="10424160" h="5213350">
                  <a:moveTo>
                    <a:pt x="5190363" y="0"/>
                  </a:moveTo>
                  <a:lnTo>
                    <a:pt x="5185156" y="0"/>
                  </a:lnTo>
                  <a:lnTo>
                    <a:pt x="5180838" y="4318"/>
                  </a:lnTo>
                  <a:lnTo>
                    <a:pt x="5180838" y="14732"/>
                  </a:lnTo>
                  <a:lnTo>
                    <a:pt x="5185156" y="19050"/>
                  </a:lnTo>
                  <a:lnTo>
                    <a:pt x="5190363" y="19050"/>
                  </a:lnTo>
                  <a:lnTo>
                    <a:pt x="5190363" y="0"/>
                  </a:lnTo>
                  <a:close/>
                </a:path>
                <a:path w="10424160" h="5213350">
                  <a:moveTo>
                    <a:pt x="5190490" y="12700"/>
                  </a:moveTo>
                  <a:lnTo>
                    <a:pt x="5190363" y="12700"/>
                  </a:lnTo>
                  <a:lnTo>
                    <a:pt x="5190363" y="19050"/>
                  </a:lnTo>
                  <a:lnTo>
                    <a:pt x="5190490" y="19050"/>
                  </a:lnTo>
                  <a:lnTo>
                    <a:pt x="5190490" y="12700"/>
                  </a:lnTo>
                  <a:close/>
                </a:path>
                <a:path w="10424160" h="5213350">
                  <a:moveTo>
                    <a:pt x="5195697" y="0"/>
                  </a:moveTo>
                  <a:lnTo>
                    <a:pt x="5190490" y="0"/>
                  </a:lnTo>
                  <a:lnTo>
                    <a:pt x="5190490" y="19050"/>
                  </a:lnTo>
                  <a:lnTo>
                    <a:pt x="5195697" y="19050"/>
                  </a:lnTo>
                  <a:lnTo>
                    <a:pt x="5200015" y="14732"/>
                  </a:lnTo>
                  <a:lnTo>
                    <a:pt x="5200015" y="4318"/>
                  </a:lnTo>
                  <a:lnTo>
                    <a:pt x="5195697" y="0"/>
                  </a:lnTo>
                  <a:close/>
                </a:path>
                <a:path w="10424160" h="5213350">
                  <a:moveTo>
                    <a:pt x="5190490" y="0"/>
                  </a:moveTo>
                  <a:lnTo>
                    <a:pt x="5190363" y="0"/>
                  </a:lnTo>
                  <a:lnTo>
                    <a:pt x="5190363" y="6350"/>
                  </a:lnTo>
                  <a:lnTo>
                    <a:pt x="5190490" y="6350"/>
                  </a:lnTo>
                  <a:lnTo>
                    <a:pt x="5190490" y="0"/>
                  </a:lnTo>
                  <a:close/>
                </a:path>
                <a:path w="10424160" h="5213350">
                  <a:moveTo>
                    <a:pt x="5228590" y="0"/>
                  </a:moveTo>
                  <a:lnTo>
                    <a:pt x="5223256" y="0"/>
                  </a:lnTo>
                  <a:lnTo>
                    <a:pt x="5219065" y="4318"/>
                  </a:lnTo>
                  <a:lnTo>
                    <a:pt x="5219065" y="14732"/>
                  </a:lnTo>
                  <a:lnTo>
                    <a:pt x="5223256" y="19050"/>
                  </a:lnTo>
                  <a:lnTo>
                    <a:pt x="5228590" y="19050"/>
                  </a:lnTo>
                  <a:lnTo>
                    <a:pt x="5228590" y="0"/>
                  </a:lnTo>
                  <a:close/>
                </a:path>
                <a:path w="10424160" h="5213350">
                  <a:moveTo>
                    <a:pt x="5233797" y="0"/>
                  </a:moveTo>
                  <a:lnTo>
                    <a:pt x="5228590" y="0"/>
                  </a:lnTo>
                  <a:lnTo>
                    <a:pt x="5228590" y="19050"/>
                  </a:lnTo>
                  <a:lnTo>
                    <a:pt x="5233797" y="19050"/>
                  </a:lnTo>
                  <a:lnTo>
                    <a:pt x="5238115" y="14732"/>
                  </a:lnTo>
                  <a:lnTo>
                    <a:pt x="5238115" y="4318"/>
                  </a:lnTo>
                  <a:lnTo>
                    <a:pt x="5233797" y="0"/>
                  </a:lnTo>
                  <a:close/>
                </a:path>
                <a:path w="10424160" h="5213350">
                  <a:moveTo>
                    <a:pt x="5266690" y="0"/>
                  </a:moveTo>
                  <a:lnTo>
                    <a:pt x="5261356" y="0"/>
                  </a:lnTo>
                  <a:lnTo>
                    <a:pt x="5257165" y="4318"/>
                  </a:lnTo>
                  <a:lnTo>
                    <a:pt x="5257165" y="14732"/>
                  </a:lnTo>
                  <a:lnTo>
                    <a:pt x="5261356" y="19050"/>
                  </a:lnTo>
                  <a:lnTo>
                    <a:pt x="5266690" y="19050"/>
                  </a:lnTo>
                  <a:lnTo>
                    <a:pt x="5266690" y="0"/>
                  </a:lnTo>
                  <a:close/>
                </a:path>
                <a:path w="10424160" h="5213350">
                  <a:moveTo>
                    <a:pt x="5271897" y="0"/>
                  </a:moveTo>
                  <a:lnTo>
                    <a:pt x="5266690" y="0"/>
                  </a:lnTo>
                  <a:lnTo>
                    <a:pt x="5266690" y="19050"/>
                  </a:lnTo>
                  <a:lnTo>
                    <a:pt x="5271897" y="19050"/>
                  </a:lnTo>
                  <a:lnTo>
                    <a:pt x="5276215" y="14732"/>
                  </a:lnTo>
                  <a:lnTo>
                    <a:pt x="5276215" y="4318"/>
                  </a:lnTo>
                  <a:lnTo>
                    <a:pt x="5271897" y="0"/>
                  </a:lnTo>
                  <a:close/>
                </a:path>
                <a:path w="10424160" h="5213350">
                  <a:moveTo>
                    <a:pt x="5304790" y="0"/>
                  </a:moveTo>
                  <a:lnTo>
                    <a:pt x="5299583" y="0"/>
                  </a:lnTo>
                  <a:lnTo>
                    <a:pt x="5295265" y="4318"/>
                  </a:lnTo>
                  <a:lnTo>
                    <a:pt x="5295265" y="14732"/>
                  </a:lnTo>
                  <a:lnTo>
                    <a:pt x="5299583" y="19050"/>
                  </a:lnTo>
                  <a:lnTo>
                    <a:pt x="5304790" y="19050"/>
                  </a:lnTo>
                  <a:lnTo>
                    <a:pt x="5304790" y="0"/>
                  </a:lnTo>
                  <a:close/>
                </a:path>
                <a:path w="10424160" h="5213350">
                  <a:moveTo>
                    <a:pt x="5310124" y="0"/>
                  </a:moveTo>
                  <a:lnTo>
                    <a:pt x="5304790" y="0"/>
                  </a:lnTo>
                  <a:lnTo>
                    <a:pt x="5304790" y="19050"/>
                  </a:lnTo>
                  <a:lnTo>
                    <a:pt x="5310124" y="19050"/>
                  </a:lnTo>
                  <a:lnTo>
                    <a:pt x="5314315" y="14732"/>
                  </a:lnTo>
                  <a:lnTo>
                    <a:pt x="5314315" y="4318"/>
                  </a:lnTo>
                  <a:lnTo>
                    <a:pt x="5310124" y="0"/>
                  </a:lnTo>
                  <a:close/>
                </a:path>
                <a:path w="10424160" h="5213350">
                  <a:moveTo>
                    <a:pt x="5342890" y="0"/>
                  </a:moveTo>
                  <a:lnTo>
                    <a:pt x="5337683" y="0"/>
                  </a:lnTo>
                  <a:lnTo>
                    <a:pt x="5333365" y="4318"/>
                  </a:lnTo>
                  <a:lnTo>
                    <a:pt x="5333365" y="14732"/>
                  </a:lnTo>
                  <a:lnTo>
                    <a:pt x="5337683" y="19050"/>
                  </a:lnTo>
                  <a:lnTo>
                    <a:pt x="5342890" y="19050"/>
                  </a:lnTo>
                  <a:lnTo>
                    <a:pt x="5342890" y="0"/>
                  </a:lnTo>
                  <a:close/>
                </a:path>
                <a:path w="10424160" h="5213350">
                  <a:moveTo>
                    <a:pt x="5348224" y="0"/>
                  </a:moveTo>
                  <a:lnTo>
                    <a:pt x="5342890" y="0"/>
                  </a:lnTo>
                  <a:lnTo>
                    <a:pt x="5342890" y="19050"/>
                  </a:lnTo>
                  <a:lnTo>
                    <a:pt x="5348224" y="19050"/>
                  </a:lnTo>
                  <a:lnTo>
                    <a:pt x="5352415" y="14732"/>
                  </a:lnTo>
                  <a:lnTo>
                    <a:pt x="5352415" y="4318"/>
                  </a:lnTo>
                  <a:lnTo>
                    <a:pt x="5348224" y="0"/>
                  </a:lnTo>
                  <a:close/>
                </a:path>
                <a:path w="10424160" h="5213350">
                  <a:moveTo>
                    <a:pt x="5380990" y="0"/>
                  </a:moveTo>
                  <a:lnTo>
                    <a:pt x="5375783" y="0"/>
                  </a:lnTo>
                  <a:lnTo>
                    <a:pt x="5371465" y="4318"/>
                  </a:lnTo>
                  <a:lnTo>
                    <a:pt x="5371465" y="14732"/>
                  </a:lnTo>
                  <a:lnTo>
                    <a:pt x="5375783" y="19050"/>
                  </a:lnTo>
                  <a:lnTo>
                    <a:pt x="5380990" y="19050"/>
                  </a:lnTo>
                  <a:lnTo>
                    <a:pt x="5380990" y="0"/>
                  </a:lnTo>
                  <a:close/>
                </a:path>
                <a:path w="10424160" h="5213350">
                  <a:moveTo>
                    <a:pt x="5386324" y="0"/>
                  </a:moveTo>
                  <a:lnTo>
                    <a:pt x="5380990" y="0"/>
                  </a:lnTo>
                  <a:lnTo>
                    <a:pt x="5380990" y="19050"/>
                  </a:lnTo>
                  <a:lnTo>
                    <a:pt x="5386324" y="19050"/>
                  </a:lnTo>
                  <a:lnTo>
                    <a:pt x="5390515" y="14732"/>
                  </a:lnTo>
                  <a:lnTo>
                    <a:pt x="5390515" y="4318"/>
                  </a:lnTo>
                  <a:lnTo>
                    <a:pt x="5386324" y="0"/>
                  </a:lnTo>
                  <a:close/>
                </a:path>
                <a:path w="10424160" h="5213350">
                  <a:moveTo>
                    <a:pt x="5419090" y="0"/>
                  </a:moveTo>
                  <a:lnTo>
                    <a:pt x="5413883" y="0"/>
                  </a:lnTo>
                  <a:lnTo>
                    <a:pt x="5409565" y="4318"/>
                  </a:lnTo>
                  <a:lnTo>
                    <a:pt x="5409565" y="14732"/>
                  </a:lnTo>
                  <a:lnTo>
                    <a:pt x="5413883" y="19050"/>
                  </a:lnTo>
                  <a:lnTo>
                    <a:pt x="5419090" y="19050"/>
                  </a:lnTo>
                  <a:lnTo>
                    <a:pt x="5419090" y="0"/>
                  </a:lnTo>
                  <a:close/>
                </a:path>
                <a:path w="10424160" h="5213350">
                  <a:moveTo>
                    <a:pt x="5424424" y="0"/>
                  </a:moveTo>
                  <a:lnTo>
                    <a:pt x="5419217" y="0"/>
                  </a:lnTo>
                  <a:lnTo>
                    <a:pt x="5419217" y="19050"/>
                  </a:lnTo>
                  <a:lnTo>
                    <a:pt x="5424424" y="19050"/>
                  </a:lnTo>
                  <a:lnTo>
                    <a:pt x="5428742" y="14732"/>
                  </a:lnTo>
                  <a:lnTo>
                    <a:pt x="5428742" y="4318"/>
                  </a:lnTo>
                  <a:lnTo>
                    <a:pt x="5424424" y="0"/>
                  </a:lnTo>
                  <a:close/>
                </a:path>
                <a:path w="10424160" h="5213350">
                  <a:moveTo>
                    <a:pt x="5457317" y="0"/>
                  </a:moveTo>
                  <a:lnTo>
                    <a:pt x="5451983" y="0"/>
                  </a:lnTo>
                  <a:lnTo>
                    <a:pt x="5447792" y="4318"/>
                  </a:lnTo>
                  <a:lnTo>
                    <a:pt x="5447792" y="14732"/>
                  </a:lnTo>
                  <a:lnTo>
                    <a:pt x="5451983" y="19050"/>
                  </a:lnTo>
                  <a:lnTo>
                    <a:pt x="5457317" y="19050"/>
                  </a:lnTo>
                  <a:lnTo>
                    <a:pt x="5457317" y="0"/>
                  </a:lnTo>
                  <a:close/>
                </a:path>
                <a:path w="10424160" h="5213350">
                  <a:moveTo>
                    <a:pt x="5462524" y="0"/>
                  </a:moveTo>
                  <a:lnTo>
                    <a:pt x="5457317" y="0"/>
                  </a:lnTo>
                  <a:lnTo>
                    <a:pt x="5457317" y="19050"/>
                  </a:lnTo>
                  <a:lnTo>
                    <a:pt x="5462524" y="19050"/>
                  </a:lnTo>
                  <a:lnTo>
                    <a:pt x="5466842" y="14732"/>
                  </a:lnTo>
                  <a:lnTo>
                    <a:pt x="5466842" y="4318"/>
                  </a:lnTo>
                  <a:lnTo>
                    <a:pt x="5462524" y="0"/>
                  </a:lnTo>
                  <a:close/>
                </a:path>
                <a:path w="10424160" h="5213350">
                  <a:moveTo>
                    <a:pt x="5495417" y="0"/>
                  </a:moveTo>
                  <a:lnTo>
                    <a:pt x="5490083" y="0"/>
                  </a:lnTo>
                  <a:lnTo>
                    <a:pt x="5485892" y="4318"/>
                  </a:lnTo>
                  <a:lnTo>
                    <a:pt x="5485892" y="14732"/>
                  </a:lnTo>
                  <a:lnTo>
                    <a:pt x="5490083" y="19050"/>
                  </a:lnTo>
                  <a:lnTo>
                    <a:pt x="5495417" y="19050"/>
                  </a:lnTo>
                  <a:lnTo>
                    <a:pt x="5495417" y="0"/>
                  </a:lnTo>
                  <a:close/>
                </a:path>
                <a:path w="10424160" h="5213350">
                  <a:moveTo>
                    <a:pt x="5500624" y="0"/>
                  </a:moveTo>
                  <a:lnTo>
                    <a:pt x="5495417" y="0"/>
                  </a:lnTo>
                  <a:lnTo>
                    <a:pt x="5495417" y="19050"/>
                  </a:lnTo>
                  <a:lnTo>
                    <a:pt x="5500624" y="19050"/>
                  </a:lnTo>
                  <a:lnTo>
                    <a:pt x="5504942" y="14732"/>
                  </a:lnTo>
                  <a:lnTo>
                    <a:pt x="5504942" y="4318"/>
                  </a:lnTo>
                  <a:lnTo>
                    <a:pt x="5500624" y="0"/>
                  </a:lnTo>
                  <a:close/>
                </a:path>
                <a:path w="10424160" h="5213350">
                  <a:moveTo>
                    <a:pt x="5533517" y="0"/>
                  </a:moveTo>
                  <a:lnTo>
                    <a:pt x="5528183" y="0"/>
                  </a:lnTo>
                  <a:lnTo>
                    <a:pt x="5523992" y="4318"/>
                  </a:lnTo>
                  <a:lnTo>
                    <a:pt x="5523992" y="14732"/>
                  </a:lnTo>
                  <a:lnTo>
                    <a:pt x="5528183" y="19050"/>
                  </a:lnTo>
                  <a:lnTo>
                    <a:pt x="5533517" y="19050"/>
                  </a:lnTo>
                  <a:lnTo>
                    <a:pt x="5533517" y="0"/>
                  </a:lnTo>
                  <a:close/>
                </a:path>
                <a:path w="10424160" h="5213350">
                  <a:moveTo>
                    <a:pt x="5538724" y="0"/>
                  </a:moveTo>
                  <a:lnTo>
                    <a:pt x="5533517" y="0"/>
                  </a:lnTo>
                  <a:lnTo>
                    <a:pt x="5533517" y="19050"/>
                  </a:lnTo>
                  <a:lnTo>
                    <a:pt x="5538724" y="19050"/>
                  </a:lnTo>
                  <a:lnTo>
                    <a:pt x="5543042" y="14732"/>
                  </a:lnTo>
                  <a:lnTo>
                    <a:pt x="5543042" y="4318"/>
                  </a:lnTo>
                  <a:lnTo>
                    <a:pt x="5538724" y="0"/>
                  </a:lnTo>
                  <a:close/>
                </a:path>
                <a:path w="10424160" h="5213350">
                  <a:moveTo>
                    <a:pt x="5571617" y="0"/>
                  </a:moveTo>
                  <a:lnTo>
                    <a:pt x="5566410" y="0"/>
                  </a:lnTo>
                  <a:lnTo>
                    <a:pt x="5562092" y="4318"/>
                  </a:lnTo>
                  <a:lnTo>
                    <a:pt x="5562092" y="14732"/>
                  </a:lnTo>
                  <a:lnTo>
                    <a:pt x="5566410" y="19050"/>
                  </a:lnTo>
                  <a:lnTo>
                    <a:pt x="5571617" y="19050"/>
                  </a:lnTo>
                  <a:lnTo>
                    <a:pt x="5571617" y="0"/>
                  </a:lnTo>
                  <a:close/>
                </a:path>
                <a:path w="10424160" h="5213350">
                  <a:moveTo>
                    <a:pt x="5576951" y="0"/>
                  </a:moveTo>
                  <a:lnTo>
                    <a:pt x="5571617" y="0"/>
                  </a:lnTo>
                  <a:lnTo>
                    <a:pt x="5571617" y="19050"/>
                  </a:lnTo>
                  <a:lnTo>
                    <a:pt x="5576951" y="19050"/>
                  </a:lnTo>
                  <a:lnTo>
                    <a:pt x="5581142" y="14732"/>
                  </a:lnTo>
                  <a:lnTo>
                    <a:pt x="5581142" y="4318"/>
                  </a:lnTo>
                  <a:lnTo>
                    <a:pt x="5576951" y="0"/>
                  </a:lnTo>
                  <a:close/>
                </a:path>
                <a:path w="10424160" h="5213350">
                  <a:moveTo>
                    <a:pt x="5609717" y="0"/>
                  </a:moveTo>
                  <a:lnTo>
                    <a:pt x="5604510" y="0"/>
                  </a:lnTo>
                  <a:lnTo>
                    <a:pt x="5600192" y="4318"/>
                  </a:lnTo>
                  <a:lnTo>
                    <a:pt x="5600192" y="14732"/>
                  </a:lnTo>
                  <a:lnTo>
                    <a:pt x="5604510" y="19050"/>
                  </a:lnTo>
                  <a:lnTo>
                    <a:pt x="5609717" y="19050"/>
                  </a:lnTo>
                  <a:lnTo>
                    <a:pt x="5609717" y="0"/>
                  </a:lnTo>
                  <a:close/>
                </a:path>
                <a:path w="10424160" h="5213350">
                  <a:moveTo>
                    <a:pt x="5615051" y="0"/>
                  </a:moveTo>
                  <a:lnTo>
                    <a:pt x="5609717" y="0"/>
                  </a:lnTo>
                  <a:lnTo>
                    <a:pt x="5609717" y="19050"/>
                  </a:lnTo>
                  <a:lnTo>
                    <a:pt x="5615051" y="19050"/>
                  </a:lnTo>
                  <a:lnTo>
                    <a:pt x="5619242" y="14732"/>
                  </a:lnTo>
                  <a:lnTo>
                    <a:pt x="5619242" y="4318"/>
                  </a:lnTo>
                  <a:lnTo>
                    <a:pt x="5615051" y="0"/>
                  </a:lnTo>
                  <a:close/>
                </a:path>
                <a:path w="10424160" h="5213350">
                  <a:moveTo>
                    <a:pt x="5647817" y="0"/>
                  </a:moveTo>
                  <a:lnTo>
                    <a:pt x="5642610" y="0"/>
                  </a:lnTo>
                  <a:lnTo>
                    <a:pt x="5638292" y="4318"/>
                  </a:lnTo>
                  <a:lnTo>
                    <a:pt x="5638292" y="14732"/>
                  </a:lnTo>
                  <a:lnTo>
                    <a:pt x="5642610" y="19050"/>
                  </a:lnTo>
                  <a:lnTo>
                    <a:pt x="5647817" y="19050"/>
                  </a:lnTo>
                  <a:lnTo>
                    <a:pt x="5647817" y="0"/>
                  </a:lnTo>
                  <a:close/>
                </a:path>
                <a:path w="10424160" h="5213350">
                  <a:moveTo>
                    <a:pt x="5653151" y="0"/>
                  </a:moveTo>
                  <a:lnTo>
                    <a:pt x="5647817" y="0"/>
                  </a:lnTo>
                  <a:lnTo>
                    <a:pt x="5647817" y="19050"/>
                  </a:lnTo>
                  <a:lnTo>
                    <a:pt x="5653151" y="19050"/>
                  </a:lnTo>
                  <a:lnTo>
                    <a:pt x="5657342" y="14732"/>
                  </a:lnTo>
                  <a:lnTo>
                    <a:pt x="5657342" y="4318"/>
                  </a:lnTo>
                  <a:lnTo>
                    <a:pt x="5653151" y="0"/>
                  </a:lnTo>
                  <a:close/>
                </a:path>
                <a:path w="10424160" h="5213350">
                  <a:moveTo>
                    <a:pt x="5685917" y="0"/>
                  </a:moveTo>
                  <a:lnTo>
                    <a:pt x="5680710" y="0"/>
                  </a:lnTo>
                  <a:lnTo>
                    <a:pt x="5676392" y="4318"/>
                  </a:lnTo>
                  <a:lnTo>
                    <a:pt x="5676392" y="14732"/>
                  </a:lnTo>
                  <a:lnTo>
                    <a:pt x="5680710" y="19050"/>
                  </a:lnTo>
                  <a:lnTo>
                    <a:pt x="5685917" y="19050"/>
                  </a:lnTo>
                  <a:lnTo>
                    <a:pt x="5685917" y="0"/>
                  </a:lnTo>
                  <a:close/>
                </a:path>
                <a:path w="10424160" h="5213350">
                  <a:moveTo>
                    <a:pt x="5691251" y="0"/>
                  </a:moveTo>
                  <a:lnTo>
                    <a:pt x="5686044" y="0"/>
                  </a:lnTo>
                  <a:lnTo>
                    <a:pt x="5686044" y="19050"/>
                  </a:lnTo>
                  <a:lnTo>
                    <a:pt x="5691251" y="19050"/>
                  </a:lnTo>
                  <a:lnTo>
                    <a:pt x="5695569" y="14732"/>
                  </a:lnTo>
                  <a:lnTo>
                    <a:pt x="5695569" y="4318"/>
                  </a:lnTo>
                  <a:lnTo>
                    <a:pt x="5691251" y="0"/>
                  </a:lnTo>
                  <a:close/>
                </a:path>
                <a:path w="10424160" h="5213350">
                  <a:moveTo>
                    <a:pt x="5724144" y="0"/>
                  </a:moveTo>
                  <a:lnTo>
                    <a:pt x="5718810" y="0"/>
                  </a:lnTo>
                  <a:lnTo>
                    <a:pt x="5714619" y="4318"/>
                  </a:lnTo>
                  <a:lnTo>
                    <a:pt x="5714619" y="14732"/>
                  </a:lnTo>
                  <a:lnTo>
                    <a:pt x="5718810" y="19050"/>
                  </a:lnTo>
                  <a:lnTo>
                    <a:pt x="5724144" y="19050"/>
                  </a:lnTo>
                  <a:lnTo>
                    <a:pt x="5724144" y="0"/>
                  </a:lnTo>
                  <a:close/>
                </a:path>
                <a:path w="10424160" h="5213350">
                  <a:moveTo>
                    <a:pt x="5729351" y="0"/>
                  </a:moveTo>
                  <a:lnTo>
                    <a:pt x="5724144" y="0"/>
                  </a:lnTo>
                  <a:lnTo>
                    <a:pt x="5724144" y="19050"/>
                  </a:lnTo>
                  <a:lnTo>
                    <a:pt x="5729351" y="19050"/>
                  </a:lnTo>
                  <a:lnTo>
                    <a:pt x="5733669" y="14732"/>
                  </a:lnTo>
                  <a:lnTo>
                    <a:pt x="5733669" y="4318"/>
                  </a:lnTo>
                  <a:lnTo>
                    <a:pt x="5729351" y="0"/>
                  </a:lnTo>
                  <a:close/>
                </a:path>
                <a:path w="10424160" h="5213350">
                  <a:moveTo>
                    <a:pt x="5762244" y="0"/>
                  </a:moveTo>
                  <a:lnTo>
                    <a:pt x="5756910" y="0"/>
                  </a:lnTo>
                  <a:lnTo>
                    <a:pt x="5752719" y="4318"/>
                  </a:lnTo>
                  <a:lnTo>
                    <a:pt x="5752719" y="14732"/>
                  </a:lnTo>
                  <a:lnTo>
                    <a:pt x="5756910" y="19050"/>
                  </a:lnTo>
                  <a:lnTo>
                    <a:pt x="5762244" y="19050"/>
                  </a:lnTo>
                  <a:lnTo>
                    <a:pt x="5762244" y="0"/>
                  </a:lnTo>
                  <a:close/>
                </a:path>
                <a:path w="10424160" h="5213350">
                  <a:moveTo>
                    <a:pt x="5767451" y="0"/>
                  </a:moveTo>
                  <a:lnTo>
                    <a:pt x="5762244" y="0"/>
                  </a:lnTo>
                  <a:lnTo>
                    <a:pt x="5762244" y="19050"/>
                  </a:lnTo>
                  <a:lnTo>
                    <a:pt x="5767451" y="19050"/>
                  </a:lnTo>
                  <a:lnTo>
                    <a:pt x="5771769" y="14732"/>
                  </a:lnTo>
                  <a:lnTo>
                    <a:pt x="5771769" y="4318"/>
                  </a:lnTo>
                  <a:lnTo>
                    <a:pt x="5767451" y="0"/>
                  </a:lnTo>
                  <a:close/>
                </a:path>
                <a:path w="10424160" h="5213350">
                  <a:moveTo>
                    <a:pt x="5800344" y="0"/>
                  </a:moveTo>
                  <a:lnTo>
                    <a:pt x="5795137" y="0"/>
                  </a:lnTo>
                  <a:lnTo>
                    <a:pt x="5790819" y="4318"/>
                  </a:lnTo>
                  <a:lnTo>
                    <a:pt x="5790819" y="14732"/>
                  </a:lnTo>
                  <a:lnTo>
                    <a:pt x="5795137" y="19050"/>
                  </a:lnTo>
                  <a:lnTo>
                    <a:pt x="5800344" y="19050"/>
                  </a:lnTo>
                  <a:lnTo>
                    <a:pt x="5800344" y="0"/>
                  </a:lnTo>
                  <a:close/>
                </a:path>
                <a:path w="10424160" h="5213350">
                  <a:moveTo>
                    <a:pt x="5805678" y="0"/>
                  </a:moveTo>
                  <a:lnTo>
                    <a:pt x="5800344" y="0"/>
                  </a:lnTo>
                  <a:lnTo>
                    <a:pt x="5800344" y="19050"/>
                  </a:lnTo>
                  <a:lnTo>
                    <a:pt x="5805678" y="19050"/>
                  </a:lnTo>
                  <a:lnTo>
                    <a:pt x="5809869" y="14732"/>
                  </a:lnTo>
                  <a:lnTo>
                    <a:pt x="5809869" y="4318"/>
                  </a:lnTo>
                  <a:lnTo>
                    <a:pt x="5805678" y="0"/>
                  </a:lnTo>
                  <a:close/>
                </a:path>
                <a:path w="10424160" h="5213350">
                  <a:moveTo>
                    <a:pt x="5838444" y="0"/>
                  </a:moveTo>
                  <a:lnTo>
                    <a:pt x="5833237" y="0"/>
                  </a:lnTo>
                  <a:lnTo>
                    <a:pt x="5828919" y="4318"/>
                  </a:lnTo>
                  <a:lnTo>
                    <a:pt x="5828919" y="14732"/>
                  </a:lnTo>
                  <a:lnTo>
                    <a:pt x="5833237" y="19050"/>
                  </a:lnTo>
                  <a:lnTo>
                    <a:pt x="5838444" y="19050"/>
                  </a:lnTo>
                  <a:lnTo>
                    <a:pt x="5838444" y="0"/>
                  </a:lnTo>
                  <a:close/>
                </a:path>
                <a:path w="10424160" h="5213350">
                  <a:moveTo>
                    <a:pt x="5843778" y="0"/>
                  </a:moveTo>
                  <a:lnTo>
                    <a:pt x="5838444" y="0"/>
                  </a:lnTo>
                  <a:lnTo>
                    <a:pt x="5838444" y="19050"/>
                  </a:lnTo>
                  <a:lnTo>
                    <a:pt x="5843778" y="19050"/>
                  </a:lnTo>
                  <a:lnTo>
                    <a:pt x="5847969" y="14732"/>
                  </a:lnTo>
                  <a:lnTo>
                    <a:pt x="5847969" y="4318"/>
                  </a:lnTo>
                  <a:lnTo>
                    <a:pt x="5843778" y="0"/>
                  </a:lnTo>
                  <a:close/>
                </a:path>
                <a:path w="10424160" h="5213350">
                  <a:moveTo>
                    <a:pt x="5876544" y="0"/>
                  </a:moveTo>
                  <a:lnTo>
                    <a:pt x="5871337" y="0"/>
                  </a:lnTo>
                  <a:lnTo>
                    <a:pt x="5867019" y="4318"/>
                  </a:lnTo>
                  <a:lnTo>
                    <a:pt x="5867019" y="14732"/>
                  </a:lnTo>
                  <a:lnTo>
                    <a:pt x="5871337" y="19050"/>
                  </a:lnTo>
                  <a:lnTo>
                    <a:pt x="5876544" y="19050"/>
                  </a:lnTo>
                  <a:lnTo>
                    <a:pt x="5876544" y="0"/>
                  </a:lnTo>
                  <a:close/>
                </a:path>
                <a:path w="10424160" h="5213350">
                  <a:moveTo>
                    <a:pt x="5881878" y="0"/>
                  </a:moveTo>
                  <a:lnTo>
                    <a:pt x="5876544" y="0"/>
                  </a:lnTo>
                  <a:lnTo>
                    <a:pt x="5876544" y="19050"/>
                  </a:lnTo>
                  <a:lnTo>
                    <a:pt x="5881878" y="19050"/>
                  </a:lnTo>
                  <a:lnTo>
                    <a:pt x="5886069" y="14732"/>
                  </a:lnTo>
                  <a:lnTo>
                    <a:pt x="5886069" y="4318"/>
                  </a:lnTo>
                  <a:lnTo>
                    <a:pt x="5881878" y="0"/>
                  </a:lnTo>
                  <a:close/>
                </a:path>
                <a:path w="10424160" h="5213350">
                  <a:moveTo>
                    <a:pt x="5914644" y="0"/>
                  </a:moveTo>
                  <a:lnTo>
                    <a:pt x="5909437" y="0"/>
                  </a:lnTo>
                  <a:lnTo>
                    <a:pt x="5905119" y="4318"/>
                  </a:lnTo>
                  <a:lnTo>
                    <a:pt x="5905119" y="14732"/>
                  </a:lnTo>
                  <a:lnTo>
                    <a:pt x="5909437" y="19050"/>
                  </a:lnTo>
                  <a:lnTo>
                    <a:pt x="5914644" y="19050"/>
                  </a:lnTo>
                  <a:lnTo>
                    <a:pt x="5914644" y="0"/>
                  </a:lnTo>
                  <a:close/>
                </a:path>
                <a:path w="10424160" h="5213350">
                  <a:moveTo>
                    <a:pt x="5914771" y="12700"/>
                  </a:moveTo>
                  <a:lnTo>
                    <a:pt x="5914644" y="12700"/>
                  </a:lnTo>
                  <a:lnTo>
                    <a:pt x="5914644" y="19050"/>
                  </a:lnTo>
                  <a:lnTo>
                    <a:pt x="5914771" y="19050"/>
                  </a:lnTo>
                  <a:lnTo>
                    <a:pt x="5914771" y="12700"/>
                  </a:lnTo>
                  <a:close/>
                </a:path>
                <a:path w="10424160" h="5213350">
                  <a:moveTo>
                    <a:pt x="5919978" y="0"/>
                  </a:moveTo>
                  <a:lnTo>
                    <a:pt x="5914771" y="0"/>
                  </a:lnTo>
                  <a:lnTo>
                    <a:pt x="5914771" y="19050"/>
                  </a:lnTo>
                  <a:lnTo>
                    <a:pt x="5919978" y="19050"/>
                  </a:lnTo>
                  <a:lnTo>
                    <a:pt x="5924296" y="14732"/>
                  </a:lnTo>
                  <a:lnTo>
                    <a:pt x="5924296" y="4318"/>
                  </a:lnTo>
                  <a:lnTo>
                    <a:pt x="5919978" y="0"/>
                  </a:lnTo>
                  <a:close/>
                </a:path>
                <a:path w="10424160" h="5213350">
                  <a:moveTo>
                    <a:pt x="5914771" y="0"/>
                  </a:moveTo>
                  <a:lnTo>
                    <a:pt x="5914644" y="0"/>
                  </a:lnTo>
                  <a:lnTo>
                    <a:pt x="5914644" y="6350"/>
                  </a:lnTo>
                  <a:lnTo>
                    <a:pt x="5914771" y="6350"/>
                  </a:lnTo>
                  <a:lnTo>
                    <a:pt x="5914771" y="0"/>
                  </a:lnTo>
                  <a:close/>
                </a:path>
                <a:path w="10424160" h="5213350">
                  <a:moveTo>
                    <a:pt x="5952871" y="0"/>
                  </a:moveTo>
                  <a:lnTo>
                    <a:pt x="5947537" y="0"/>
                  </a:lnTo>
                  <a:lnTo>
                    <a:pt x="5943346" y="4318"/>
                  </a:lnTo>
                  <a:lnTo>
                    <a:pt x="5943346" y="14732"/>
                  </a:lnTo>
                  <a:lnTo>
                    <a:pt x="5947537" y="19050"/>
                  </a:lnTo>
                  <a:lnTo>
                    <a:pt x="5952871" y="19050"/>
                  </a:lnTo>
                  <a:lnTo>
                    <a:pt x="5952871" y="0"/>
                  </a:lnTo>
                  <a:close/>
                </a:path>
                <a:path w="10424160" h="5213350">
                  <a:moveTo>
                    <a:pt x="5958078" y="0"/>
                  </a:moveTo>
                  <a:lnTo>
                    <a:pt x="5952871" y="0"/>
                  </a:lnTo>
                  <a:lnTo>
                    <a:pt x="5952871" y="19050"/>
                  </a:lnTo>
                  <a:lnTo>
                    <a:pt x="5958078" y="19050"/>
                  </a:lnTo>
                  <a:lnTo>
                    <a:pt x="5962396" y="14732"/>
                  </a:lnTo>
                  <a:lnTo>
                    <a:pt x="5962396" y="4318"/>
                  </a:lnTo>
                  <a:lnTo>
                    <a:pt x="5958078" y="0"/>
                  </a:lnTo>
                  <a:close/>
                </a:path>
                <a:path w="10424160" h="5213350">
                  <a:moveTo>
                    <a:pt x="5990971" y="0"/>
                  </a:moveTo>
                  <a:lnTo>
                    <a:pt x="5985637" y="0"/>
                  </a:lnTo>
                  <a:lnTo>
                    <a:pt x="5981446" y="4318"/>
                  </a:lnTo>
                  <a:lnTo>
                    <a:pt x="5981446" y="14732"/>
                  </a:lnTo>
                  <a:lnTo>
                    <a:pt x="5985637" y="19050"/>
                  </a:lnTo>
                  <a:lnTo>
                    <a:pt x="5990971" y="19050"/>
                  </a:lnTo>
                  <a:lnTo>
                    <a:pt x="5990971" y="0"/>
                  </a:lnTo>
                  <a:close/>
                </a:path>
                <a:path w="10424160" h="5213350">
                  <a:moveTo>
                    <a:pt x="5996178" y="0"/>
                  </a:moveTo>
                  <a:lnTo>
                    <a:pt x="5990971" y="0"/>
                  </a:lnTo>
                  <a:lnTo>
                    <a:pt x="5990971" y="19050"/>
                  </a:lnTo>
                  <a:lnTo>
                    <a:pt x="5996178" y="19050"/>
                  </a:lnTo>
                  <a:lnTo>
                    <a:pt x="6000496" y="14732"/>
                  </a:lnTo>
                  <a:lnTo>
                    <a:pt x="6000496" y="4318"/>
                  </a:lnTo>
                  <a:lnTo>
                    <a:pt x="5996178" y="0"/>
                  </a:lnTo>
                  <a:close/>
                </a:path>
                <a:path w="10424160" h="5213350">
                  <a:moveTo>
                    <a:pt x="6029071" y="0"/>
                  </a:moveTo>
                  <a:lnTo>
                    <a:pt x="6023737" y="0"/>
                  </a:lnTo>
                  <a:lnTo>
                    <a:pt x="6019546" y="4318"/>
                  </a:lnTo>
                  <a:lnTo>
                    <a:pt x="6019546" y="14732"/>
                  </a:lnTo>
                  <a:lnTo>
                    <a:pt x="6023737" y="19050"/>
                  </a:lnTo>
                  <a:lnTo>
                    <a:pt x="6029071" y="19050"/>
                  </a:lnTo>
                  <a:lnTo>
                    <a:pt x="6029071" y="0"/>
                  </a:lnTo>
                  <a:close/>
                </a:path>
                <a:path w="10424160" h="5213350">
                  <a:moveTo>
                    <a:pt x="6034278" y="0"/>
                  </a:moveTo>
                  <a:lnTo>
                    <a:pt x="6029071" y="0"/>
                  </a:lnTo>
                  <a:lnTo>
                    <a:pt x="6029071" y="19050"/>
                  </a:lnTo>
                  <a:lnTo>
                    <a:pt x="6034278" y="19050"/>
                  </a:lnTo>
                  <a:lnTo>
                    <a:pt x="6038596" y="14732"/>
                  </a:lnTo>
                  <a:lnTo>
                    <a:pt x="6038596" y="4318"/>
                  </a:lnTo>
                  <a:lnTo>
                    <a:pt x="6034278" y="0"/>
                  </a:lnTo>
                  <a:close/>
                </a:path>
                <a:path w="10424160" h="5213350">
                  <a:moveTo>
                    <a:pt x="6067171" y="0"/>
                  </a:moveTo>
                  <a:lnTo>
                    <a:pt x="6061964" y="0"/>
                  </a:lnTo>
                  <a:lnTo>
                    <a:pt x="6057646" y="4318"/>
                  </a:lnTo>
                  <a:lnTo>
                    <a:pt x="6057646" y="14732"/>
                  </a:lnTo>
                  <a:lnTo>
                    <a:pt x="6061964" y="19050"/>
                  </a:lnTo>
                  <a:lnTo>
                    <a:pt x="6067171" y="19050"/>
                  </a:lnTo>
                  <a:lnTo>
                    <a:pt x="6067171" y="0"/>
                  </a:lnTo>
                  <a:close/>
                </a:path>
                <a:path w="10424160" h="5213350">
                  <a:moveTo>
                    <a:pt x="6072505" y="0"/>
                  </a:moveTo>
                  <a:lnTo>
                    <a:pt x="6067171" y="0"/>
                  </a:lnTo>
                  <a:lnTo>
                    <a:pt x="6067171" y="19050"/>
                  </a:lnTo>
                  <a:lnTo>
                    <a:pt x="6072505" y="19050"/>
                  </a:lnTo>
                  <a:lnTo>
                    <a:pt x="6076696" y="14732"/>
                  </a:lnTo>
                  <a:lnTo>
                    <a:pt x="6076696" y="4318"/>
                  </a:lnTo>
                  <a:lnTo>
                    <a:pt x="6072505" y="0"/>
                  </a:lnTo>
                  <a:close/>
                </a:path>
                <a:path w="10424160" h="5213350">
                  <a:moveTo>
                    <a:pt x="6105271" y="0"/>
                  </a:moveTo>
                  <a:lnTo>
                    <a:pt x="6100064" y="0"/>
                  </a:lnTo>
                  <a:lnTo>
                    <a:pt x="6095746" y="4318"/>
                  </a:lnTo>
                  <a:lnTo>
                    <a:pt x="6095746" y="14732"/>
                  </a:lnTo>
                  <a:lnTo>
                    <a:pt x="6100064" y="19050"/>
                  </a:lnTo>
                  <a:lnTo>
                    <a:pt x="6105271" y="19050"/>
                  </a:lnTo>
                  <a:lnTo>
                    <a:pt x="6105271" y="0"/>
                  </a:lnTo>
                  <a:close/>
                </a:path>
                <a:path w="10424160" h="5213350">
                  <a:moveTo>
                    <a:pt x="6110605" y="0"/>
                  </a:moveTo>
                  <a:lnTo>
                    <a:pt x="6105271" y="0"/>
                  </a:lnTo>
                  <a:lnTo>
                    <a:pt x="6105271" y="19050"/>
                  </a:lnTo>
                  <a:lnTo>
                    <a:pt x="6110605" y="19050"/>
                  </a:lnTo>
                  <a:lnTo>
                    <a:pt x="6114796" y="14732"/>
                  </a:lnTo>
                  <a:lnTo>
                    <a:pt x="6114796" y="4318"/>
                  </a:lnTo>
                  <a:lnTo>
                    <a:pt x="6110605" y="0"/>
                  </a:lnTo>
                  <a:close/>
                </a:path>
                <a:path w="10424160" h="5213350">
                  <a:moveTo>
                    <a:pt x="6143371" y="0"/>
                  </a:moveTo>
                  <a:lnTo>
                    <a:pt x="6138164" y="0"/>
                  </a:lnTo>
                  <a:lnTo>
                    <a:pt x="6133846" y="4318"/>
                  </a:lnTo>
                  <a:lnTo>
                    <a:pt x="6133846" y="14732"/>
                  </a:lnTo>
                  <a:lnTo>
                    <a:pt x="6138164" y="19050"/>
                  </a:lnTo>
                  <a:lnTo>
                    <a:pt x="6143371" y="19050"/>
                  </a:lnTo>
                  <a:lnTo>
                    <a:pt x="6143371" y="0"/>
                  </a:lnTo>
                  <a:close/>
                </a:path>
                <a:path w="10424160" h="5213350">
                  <a:moveTo>
                    <a:pt x="6148705" y="0"/>
                  </a:moveTo>
                  <a:lnTo>
                    <a:pt x="6143371" y="0"/>
                  </a:lnTo>
                  <a:lnTo>
                    <a:pt x="6143371" y="19050"/>
                  </a:lnTo>
                  <a:lnTo>
                    <a:pt x="6148705" y="19050"/>
                  </a:lnTo>
                  <a:lnTo>
                    <a:pt x="6152896" y="14732"/>
                  </a:lnTo>
                  <a:lnTo>
                    <a:pt x="6152896" y="4318"/>
                  </a:lnTo>
                  <a:lnTo>
                    <a:pt x="6148705" y="0"/>
                  </a:lnTo>
                  <a:close/>
                </a:path>
                <a:path w="10424160" h="5213350">
                  <a:moveTo>
                    <a:pt x="6181471" y="0"/>
                  </a:moveTo>
                  <a:lnTo>
                    <a:pt x="6176264" y="0"/>
                  </a:lnTo>
                  <a:lnTo>
                    <a:pt x="6171946" y="4318"/>
                  </a:lnTo>
                  <a:lnTo>
                    <a:pt x="6171946" y="14732"/>
                  </a:lnTo>
                  <a:lnTo>
                    <a:pt x="6176264" y="19050"/>
                  </a:lnTo>
                  <a:lnTo>
                    <a:pt x="6181471" y="19050"/>
                  </a:lnTo>
                  <a:lnTo>
                    <a:pt x="6181471" y="0"/>
                  </a:lnTo>
                  <a:close/>
                </a:path>
                <a:path w="10424160" h="5213350">
                  <a:moveTo>
                    <a:pt x="6186805" y="0"/>
                  </a:moveTo>
                  <a:lnTo>
                    <a:pt x="6181598" y="0"/>
                  </a:lnTo>
                  <a:lnTo>
                    <a:pt x="6181598" y="19050"/>
                  </a:lnTo>
                  <a:lnTo>
                    <a:pt x="6186805" y="19050"/>
                  </a:lnTo>
                  <a:lnTo>
                    <a:pt x="6191123" y="14732"/>
                  </a:lnTo>
                  <a:lnTo>
                    <a:pt x="6191123" y="4318"/>
                  </a:lnTo>
                  <a:lnTo>
                    <a:pt x="6186805" y="0"/>
                  </a:lnTo>
                  <a:close/>
                </a:path>
                <a:path w="10424160" h="5213350">
                  <a:moveTo>
                    <a:pt x="6219698" y="0"/>
                  </a:moveTo>
                  <a:lnTo>
                    <a:pt x="6214364" y="0"/>
                  </a:lnTo>
                  <a:lnTo>
                    <a:pt x="6210173" y="4318"/>
                  </a:lnTo>
                  <a:lnTo>
                    <a:pt x="6210173" y="14732"/>
                  </a:lnTo>
                  <a:lnTo>
                    <a:pt x="6214364" y="19050"/>
                  </a:lnTo>
                  <a:lnTo>
                    <a:pt x="6219698" y="19050"/>
                  </a:lnTo>
                  <a:lnTo>
                    <a:pt x="6219698" y="0"/>
                  </a:lnTo>
                  <a:close/>
                </a:path>
                <a:path w="10424160" h="5213350">
                  <a:moveTo>
                    <a:pt x="6224905" y="0"/>
                  </a:moveTo>
                  <a:lnTo>
                    <a:pt x="6219698" y="0"/>
                  </a:lnTo>
                  <a:lnTo>
                    <a:pt x="6219698" y="19050"/>
                  </a:lnTo>
                  <a:lnTo>
                    <a:pt x="6224905" y="19050"/>
                  </a:lnTo>
                  <a:lnTo>
                    <a:pt x="6229223" y="14732"/>
                  </a:lnTo>
                  <a:lnTo>
                    <a:pt x="6229223" y="4318"/>
                  </a:lnTo>
                  <a:lnTo>
                    <a:pt x="6224905" y="0"/>
                  </a:lnTo>
                  <a:close/>
                </a:path>
                <a:path w="10424160" h="5213350">
                  <a:moveTo>
                    <a:pt x="6257798" y="0"/>
                  </a:moveTo>
                  <a:lnTo>
                    <a:pt x="6252464" y="0"/>
                  </a:lnTo>
                  <a:lnTo>
                    <a:pt x="6248273" y="4318"/>
                  </a:lnTo>
                  <a:lnTo>
                    <a:pt x="6248273" y="14732"/>
                  </a:lnTo>
                  <a:lnTo>
                    <a:pt x="6252464" y="19050"/>
                  </a:lnTo>
                  <a:lnTo>
                    <a:pt x="6257798" y="19050"/>
                  </a:lnTo>
                  <a:lnTo>
                    <a:pt x="6257798" y="0"/>
                  </a:lnTo>
                  <a:close/>
                </a:path>
                <a:path w="10424160" h="5213350">
                  <a:moveTo>
                    <a:pt x="6263005" y="0"/>
                  </a:moveTo>
                  <a:lnTo>
                    <a:pt x="6257798" y="0"/>
                  </a:lnTo>
                  <a:lnTo>
                    <a:pt x="6257798" y="19050"/>
                  </a:lnTo>
                  <a:lnTo>
                    <a:pt x="6263005" y="19050"/>
                  </a:lnTo>
                  <a:lnTo>
                    <a:pt x="6267323" y="14732"/>
                  </a:lnTo>
                  <a:lnTo>
                    <a:pt x="6267323" y="4318"/>
                  </a:lnTo>
                  <a:lnTo>
                    <a:pt x="6263005" y="0"/>
                  </a:lnTo>
                  <a:close/>
                </a:path>
                <a:path w="10424160" h="5213350">
                  <a:moveTo>
                    <a:pt x="6295898" y="0"/>
                  </a:moveTo>
                  <a:lnTo>
                    <a:pt x="6290691" y="0"/>
                  </a:lnTo>
                  <a:lnTo>
                    <a:pt x="6286373" y="4318"/>
                  </a:lnTo>
                  <a:lnTo>
                    <a:pt x="6286373" y="14732"/>
                  </a:lnTo>
                  <a:lnTo>
                    <a:pt x="6290691" y="19050"/>
                  </a:lnTo>
                  <a:lnTo>
                    <a:pt x="6295898" y="19050"/>
                  </a:lnTo>
                  <a:lnTo>
                    <a:pt x="6295898" y="0"/>
                  </a:lnTo>
                  <a:close/>
                </a:path>
                <a:path w="10424160" h="5213350">
                  <a:moveTo>
                    <a:pt x="6301232" y="0"/>
                  </a:moveTo>
                  <a:lnTo>
                    <a:pt x="6295898" y="0"/>
                  </a:lnTo>
                  <a:lnTo>
                    <a:pt x="6295898" y="19050"/>
                  </a:lnTo>
                  <a:lnTo>
                    <a:pt x="6301232" y="19050"/>
                  </a:lnTo>
                  <a:lnTo>
                    <a:pt x="6305423" y="14732"/>
                  </a:lnTo>
                  <a:lnTo>
                    <a:pt x="6305423" y="4318"/>
                  </a:lnTo>
                  <a:lnTo>
                    <a:pt x="6301232" y="0"/>
                  </a:lnTo>
                  <a:close/>
                </a:path>
                <a:path w="10424160" h="5213350">
                  <a:moveTo>
                    <a:pt x="6333998" y="0"/>
                  </a:moveTo>
                  <a:lnTo>
                    <a:pt x="6328791" y="0"/>
                  </a:lnTo>
                  <a:lnTo>
                    <a:pt x="6324473" y="4318"/>
                  </a:lnTo>
                  <a:lnTo>
                    <a:pt x="6324473" y="14732"/>
                  </a:lnTo>
                  <a:lnTo>
                    <a:pt x="6328791" y="19050"/>
                  </a:lnTo>
                  <a:lnTo>
                    <a:pt x="6333998" y="19050"/>
                  </a:lnTo>
                  <a:lnTo>
                    <a:pt x="6333998" y="0"/>
                  </a:lnTo>
                  <a:close/>
                </a:path>
                <a:path w="10424160" h="5213350">
                  <a:moveTo>
                    <a:pt x="6339332" y="0"/>
                  </a:moveTo>
                  <a:lnTo>
                    <a:pt x="6333998" y="0"/>
                  </a:lnTo>
                  <a:lnTo>
                    <a:pt x="6333998" y="19050"/>
                  </a:lnTo>
                  <a:lnTo>
                    <a:pt x="6339332" y="19050"/>
                  </a:lnTo>
                  <a:lnTo>
                    <a:pt x="6343523" y="14732"/>
                  </a:lnTo>
                  <a:lnTo>
                    <a:pt x="6343523" y="4318"/>
                  </a:lnTo>
                  <a:lnTo>
                    <a:pt x="6339332" y="0"/>
                  </a:lnTo>
                  <a:close/>
                </a:path>
                <a:path w="10424160" h="5213350">
                  <a:moveTo>
                    <a:pt x="6372098" y="0"/>
                  </a:moveTo>
                  <a:lnTo>
                    <a:pt x="6366891" y="0"/>
                  </a:lnTo>
                  <a:lnTo>
                    <a:pt x="6362573" y="4318"/>
                  </a:lnTo>
                  <a:lnTo>
                    <a:pt x="6362573" y="14732"/>
                  </a:lnTo>
                  <a:lnTo>
                    <a:pt x="6366891" y="19050"/>
                  </a:lnTo>
                  <a:lnTo>
                    <a:pt x="6372098" y="19050"/>
                  </a:lnTo>
                  <a:lnTo>
                    <a:pt x="6372098" y="0"/>
                  </a:lnTo>
                  <a:close/>
                </a:path>
                <a:path w="10424160" h="5213350">
                  <a:moveTo>
                    <a:pt x="6377432" y="0"/>
                  </a:moveTo>
                  <a:lnTo>
                    <a:pt x="6372098" y="0"/>
                  </a:lnTo>
                  <a:lnTo>
                    <a:pt x="6372098" y="19050"/>
                  </a:lnTo>
                  <a:lnTo>
                    <a:pt x="6377432" y="19050"/>
                  </a:lnTo>
                  <a:lnTo>
                    <a:pt x="6381623" y="14732"/>
                  </a:lnTo>
                  <a:lnTo>
                    <a:pt x="6381623" y="4318"/>
                  </a:lnTo>
                  <a:lnTo>
                    <a:pt x="6377432" y="0"/>
                  </a:lnTo>
                  <a:close/>
                </a:path>
                <a:path w="10424160" h="5213350">
                  <a:moveTo>
                    <a:pt x="6410198" y="0"/>
                  </a:moveTo>
                  <a:lnTo>
                    <a:pt x="6404991" y="0"/>
                  </a:lnTo>
                  <a:lnTo>
                    <a:pt x="6400673" y="4318"/>
                  </a:lnTo>
                  <a:lnTo>
                    <a:pt x="6400673" y="14732"/>
                  </a:lnTo>
                  <a:lnTo>
                    <a:pt x="6404991" y="19050"/>
                  </a:lnTo>
                  <a:lnTo>
                    <a:pt x="6410198" y="19050"/>
                  </a:lnTo>
                  <a:lnTo>
                    <a:pt x="6410198" y="0"/>
                  </a:lnTo>
                  <a:close/>
                </a:path>
                <a:path w="10424160" h="5213350">
                  <a:moveTo>
                    <a:pt x="6415532" y="0"/>
                  </a:moveTo>
                  <a:lnTo>
                    <a:pt x="6410325" y="0"/>
                  </a:lnTo>
                  <a:lnTo>
                    <a:pt x="6410325" y="19050"/>
                  </a:lnTo>
                  <a:lnTo>
                    <a:pt x="6415532" y="19050"/>
                  </a:lnTo>
                  <a:lnTo>
                    <a:pt x="6419850" y="14732"/>
                  </a:lnTo>
                  <a:lnTo>
                    <a:pt x="6419850" y="4318"/>
                  </a:lnTo>
                  <a:lnTo>
                    <a:pt x="6415532" y="0"/>
                  </a:lnTo>
                  <a:close/>
                </a:path>
                <a:path w="10424160" h="5213350">
                  <a:moveTo>
                    <a:pt x="6448425" y="0"/>
                  </a:moveTo>
                  <a:lnTo>
                    <a:pt x="6443091" y="0"/>
                  </a:lnTo>
                  <a:lnTo>
                    <a:pt x="6438900" y="4318"/>
                  </a:lnTo>
                  <a:lnTo>
                    <a:pt x="6438900" y="14732"/>
                  </a:lnTo>
                  <a:lnTo>
                    <a:pt x="6443091" y="19050"/>
                  </a:lnTo>
                  <a:lnTo>
                    <a:pt x="6448425" y="19050"/>
                  </a:lnTo>
                  <a:lnTo>
                    <a:pt x="6448425" y="0"/>
                  </a:lnTo>
                  <a:close/>
                </a:path>
                <a:path w="10424160" h="5213350">
                  <a:moveTo>
                    <a:pt x="6453632" y="0"/>
                  </a:moveTo>
                  <a:lnTo>
                    <a:pt x="6448425" y="0"/>
                  </a:lnTo>
                  <a:lnTo>
                    <a:pt x="6448425" y="19050"/>
                  </a:lnTo>
                  <a:lnTo>
                    <a:pt x="6453632" y="19050"/>
                  </a:lnTo>
                  <a:lnTo>
                    <a:pt x="6457950" y="14732"/>
                  </a:lnTo>
                  <a:lnTo>
                    <a:pt x="6457950" y="4318"/>
                  </a:lnTo>
                  <a:lnTo>
                    <a:pt x="6453632" y="0"/>
                  </a:lnTo>
                  <a:close/>
                </a:path>
                <a:path w="10424160" h="5213350">
                  <a:moveTo>
                    <a:pt x="6486525" y="0"/>
                  </a:moveTo>
                  <a:lnTo>
                    <a:pt x="6481191" y="0"/>
                  </a:lnTo>
                  <a:lnTo>
                    <a:pt x="6477000" y="4318"/>
                  </a:lnTo>
                  <a:lnTo>
                    <a:pt x="6477000" y="14732"/>
                  </a:lnTo>
                  <a:lnTo>
                    <a:pt x="6481191" y="19050"/>
                  </a:lnTo>
                  <a:lnTo>
                    <a:pt x="6486525" y="19050"/>
                  </a:lnTo>
                  <a:lnTo>
                    <a:pt x="6486525" y="0"/>
                  </a:lnTo>
                  <a:close/>
                </a:path>
                <a:path w="10424160" h="5213350">
                  <a:moveTo>
                    <a:pt x="6491732" y="0"/>
                  </a:moveTo>
                  <a:lnTo>
                    <a:pt x="6486525" y="0"/>
                  </a:lnTo>
                  <a:lnTo>
                    <a:pt x="6486525" y="19050"/>
                  </a:lnTo>
                  <a:lnTo>
                    <a:pt x="6491732" y="19050"/>
                  </a:lnTo>
                  <a:lnTo>
                    <a:pt x="6496050" y="14732"/>
                  </a:lnTo>
                  <a:lnTo>
                    <a:pt x="6496050" y="4318"/>
                  </a:lnTo>
                  <a:lnTo>
                    <a:pt x="6491732" y="0"/>
                  </a:lnTo>
                  <a:close/>
                </a:path>
                <a:path w="10424160" h="5213350">
                  <a:moveTo>
                    <a:pt x="6524625" y="0"/>
                  </a:moveTo>
                  <a:lnTo>
                    <a:pt x="6519290" y="0"/>
                  </a:lnTo>
                  <a:lnTo>
                    <a:pt x="6515100" y="4318"/>
                  </a:lnTo>
                  <a:lnTo>
                    <a:pt x="6515100" y="14732"/>
                  </a:lnTo>
                  <a:lnTo>
                    <a:pt x="6519290" y="19050"/>
                  </a:lnTo>
                  <a:lnTo>
                    <a:pt x="6524625" y="19050"/>
                  </a:lnTo>
                  <a:lnTo>
                    <a:pt x="6524625" y="0"/>
                  </a:lnTo>
                  <a:close/>
                </a:path>
                <a:path w="10424160" h="5213350">
                  <a:moveTo>
                    <a:pt x="6529832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6529832" y="19050"/>
                  </a:lnTo>
                  <a:lnTo>
                    <a:pt x="6534150" y="14732"/>
                  </a:lnTo>
                  <a:lnTo>
                    <a:pt x="6534150" y="4318"/>
                  </a:lnTo>
                  <a:lnTo>
                    <a:pt x="6529832" y="0"/>
                  </a:lnTo>
                  <a:close/>
                </a:path>
                <a:path w="10424160" h="5213350">
                  <a:moveTo>
                    <a:pt x="6562725" y="0"/>
                  </a:moveTo>
                  <a:lnTo>
                    <a:pt x="6557517" y="0"/>
                  </a:lnTo>
                  <a:lnTo>
                    <a:pt x="6553200" y="4318"/>
                  </a:lnTo>
                  <a:lnTo>
                    <a:pt x="6553200" y="14732"/>
                  </a:lnTo>
                  <a:lnTo>
                    <a:pt x="6557517" y="19050"/>
                  </a:lnTo>
                  <a:lnTo>
                    <a:pt x="6562725" y="19050"/>
                  </a:lnTo>
                  <a:lnTo>
                    <a:pt x="6562725" y="0"/>
                  </a:lnTo>
                  <a:close/>
                </a:path>
                <a:path w="10424160" h="5213350">
                  <a:moveTo>
                    <a:pt x="6568058" y="0"/>
                  </a:moveTo>
                  <a:lnTo>
                    <a:pt x="6562725" y="0"/>
                  </a:lnTo>
                  <a:lnTo>
                    <a:pt x="6562725" y="19050"/>
                  </a:lnTo>
                  <a:lnTo>
                    <a:pt x="6568058" y="19050"/>
                  </a:lnTo>
                  <a:lnTo>
                    <a:pt x="6572250" y="14732"/>
                  </a:lnTo>
                  <a:lnTo>
                    <a:pt x="6572250" y="4318"/>
                  </a:lnTo>
                  <a:lnTo>
                    <a:pt x="6568058" y="0"/>
                  </a:lnTo>
                  <a:close/>
                </a:path>
                <a:path w="10424160" h="5213350">
                  <a:moveTo>
                    <a:pt x="6600825" y="0"/>
                  </a:moveTo>
                  <a:lnTo>
                    <a:pt x="6595617" y="0"/>
                  </a:lnTo>
                  <a:lnTo>
                    <a:pt x="6591300" y="4318"/>
                  </a:lnTo>
                  <a:lnTo>
                    <a:pt x="6591300" y="14732"/>
                  </a:lnTo>
                  <a:lnTo>
                    <a:pt x="6595617" y="19050"/>
                  </a:lnTo>
                  <a:lnTo>
                    <a:pt x="6600825" y="19050"/>
                  </a:lnTo>
                  <a:lnTo>
                    <a:pt x="6600825" y="0"/>
                  </a:lnTo>
                  <a:close/>
                </a:path>
                <a:path w="10424160" h="5213350">
                  <a:moveTo>
                    <a:pt x="6606158" y="0"/>
                  </a:moveTo>
                  <a:lnTo>
                    <a:pt x="6600825" y="0"/>
                  </a:lnTo>
                  <a:lnTo>
                    <a:pt x="6600825" y="19050"/>
                  </a:lnTo>
                  <a:lnTo>
                    <a:pt x="6606158" y="19050"/>
                  </a:lnTo>
                  <a:lnTo>
                    <a:pt x="6610350" y="14732"/>
                  </a:lnTo>
                  <a:lnTo>
                    <a:pt x="6610350" y="4318"/>
                  </a:lnTo>
                  <a:lnTo>
                    <a:pt x="6606158" y="0"/>
                  </a:lnTo>
                  <a:close/>
                </a:path>
                <a:path w="10424160" h="5213350">
                  <a:moveTo>
                    <a:pt x="6638925" y="0"/>
                  </a:moveTo>
                  <a:lnTo>
                    <a:pt x="6633717" y="0"/>
                  </a:lnTo>
                  <a:lnTo>
                    <a:pt x="6629400" y="4318"/>
                  </a:lnTo>
                  <a:lnTo>
                    <a:pt x="6629400" y="14732"/>
                  </a:lnTo>
                  <a:lnTo>
                    <a:pt x="6633717" y="19050"/>
                  </a:lnTo>
                  <a:lnTo>
                    <a:pt x="6638925" y="19050"/>
                  </a:lnTo>
                  <a:lnTo>
                    <a:pt x="6638925" y="0"/>
                  </a:lnTo>
                  <a:close/>
                </a:path>
                <a:path w="10424160" h="5213350">
                  <a:moveTo>
                    <a:pt x="6644258" y="0"/>
                  </a:moveTo>
                  <a:lnTo>
                    <a:pt x="6638925" y="0"/>
                  </a:lnTo>
                  <a:lnTo>
                    <a:pt x="6638925" y="19050"/>
                  </a:lnTo>
                  <a:lnTo>
                    <a:pt x="6644258" y="19050"/>
                  </a:lnTo>
                  <a:lnTo>
                    <a:pt x="6648450" y="14732"/>
                  </a:lnTo>
                  <a:lnTo>
                    <a:pt x="6648450" y="4318"/>
                  </a:lnTo>
                  <a:lnTo>
                    <a:pt x="6644258" y="0"/>
                  </a:lnTo>
                  <a:close/>
                </a:path>
                <a:path w="10424160" h="5213350">
                  <a:moveTo>
                    <a:pt x="6677025" y="0"/>
                  </a:moveTo>
                  <a:lnTo>
                    <a:pt x="6671817" y="0"/>
                  </a:lnTo>
                  <a:lnTo>
                    <a:pt x="6667500" y="4318"/>
                  </a:lnTo>
                  <a:lnTo>
                    <a:pt x="6667500" y="14732"/>
                  </a:lnTo>
                  <a:lnTo>
                    <a:pt x="6671817" y="19050"/>
                  </a:lnTo>
                  <a:lnTo>
                    <a:pt x="6677025" y="19050"/>
                  </a:lnTo>
                  <a:lnTo>
                    <a:pt x="6677025" y="0"/>
                  </a:lnTo>
                  <a:close/>
                </a:path>
                <a:path w="10424160" h="5213350">
                  <a:moveTo>
                    <a:pt x="6682358" y="0"/>
                  </a:moveTo>
                  <a:lnTo>
                    <a:pt x="6677152" y="0"/>
                  </a:lnTo>
                  <a:lnTo>
                    <a:pt x="6677152" y="19050"/>
                  </a:lnTo>
                  <a:lnTo>
                    <a:pt x="6682358" y="19050"/>
                  </a:lnTo>
                  <a:lnTo>
                    <a:pt x="6686677" y="14732"/>
                  </a:lnTo>
                  <a:lnTo>
                    <a:pt x="6686677" y="4318"/>
                  </a:lnTo>
                  <a:lnTo>
                    <a:pt x="6682358" y="0"/>
                  </a:lnTo>
                  <a:close/>
                </a:path>
                <a:path w="10424160" h="5213350">
                  <a:moveTo>
                    <a:pt x="6715252" y="0"/>
                  </a:moveTo>
                  <a:lnTo>
                    <a:pt x="6709917" y="0"/>
                  </a:lnTo>
                  <a:lnTo>
                    <a:pt x="6705727" y="4318"/>
                  </a:lnTo>
                  <a:lnTo>
                    <a:pt x="6705727" y="14732"/>
                  </a:lnTo>
                  <a:lnTo>
                    <a:pt x="6709917" y="19050"/>
                  </a:lnTo>
                  <a:lnTo>
                    <a:pt x="6715252" y="19050"/>
                  </a:lnTo>
                  <a:lnTo>
                    <a:pt x="6715252" y="0"/>
                  </a:lnTo>
                  <a:close/>
                </a:path>
                <a:path w="10424160" h="5213350">
                  <a:moveTo>
                    <a:pt x="6720458" y="0"/>
                  </a:moveTo>
                  <a:lnTo>
                    <a:pt x="6715252" y="0"/>
                  </a:lnTo>
                  <a:lnTo>
                    <a:pt x="6715252" y="19050"/>
                  </a:lnTo>
                  <a:lnTo>
                    <a:pt x="6720458" y="19050"/>
                  </a:lnTo>
                  <a:lnTo>
                    <a:pt x="6724777" y="14732"/>
                  </a:lnTo>
                  <a:lnTo>
                    <a:pt x="6724777" y="4318"/>
                  </a:lnTo>
                  <a:lnTo>
                    <a:pt x="6720458" y="0"/>
                  </a:lnTo>
                  <a:close/>
                </a:path>
                <a:path w="10424160" h="5213350">
                  <a:moveTo>
                    <a:pt x="6753352" y="0"/>
                  </a:moveTo>
                  <a:lnTo>
                    <a:pt x="6748017" y="0"/>
                  </a:lnTo>
                  <a:lnTo>
                    <a:pt x="6743827" y="4318"/>
                  </a:lnTo>
                  <a:lnTo>
                    <a:pt x="6743827" y="14732"/>
                  </a:lnTo>
                  <a:lnTo>
                    <a:pt x="6748017" y="19050"/>
                  </a:lnTo>
                  <a:lnTo>
                    <a:pt x="6753352" y="19050"/>
                  </a:lnTo>
                  <a:lnTo>
                    <a:pt x="6753352" y="0"/>
                  </a:lnTo>
                  <a:close/>
                </a:path>
                <a:path w="10424160" h="5213350">
                  <a:moveTo>
                    <a:pt x="6758558" y="0"/>
                  </a:moveTo>
                  <a:lnTo>
                    <a:pt x="6753352" y="0"/>
                  </a:lnTo>
                  <a:lnTo>
                    <a:pt x="6753352" y="19050"/>
                  </a:lnTo>
                  <a:lnTo>
                    <a:pt x="6758558" y="19050"/>
                  </a:lnTo>
                  <a:lnTo>
                    <a:pt x="6762877" y="14732"/>
                  </a:lnTo>
                  <a:lnTo>
                    <a:pt x="6762877" y="4318"/>
                  </a:lnTo>
                  <a:lnTo>
                    <a:pt x="6758558" y="0"/>
                  </a:lnTo>
                  <a:close/>
                </a:path>
                <a:path w="10424160" h="5213350">
                  <a:moveTo>
                    <a:pt x="6791452" y="0"/>
                  </a:moveTo>
                  <a:lnTo>
                    <a:pt x="6786244" y="0"/>
                  </a:lnTo>
                  <a:lnTo>
                    <a:pt x="6781927" y="4318"/>
                  </a:lnTo>
                  <a:lnTo>
                    <a:pt x="6781927" y="14732"/>
                  </a:lnTo>
                  <a:lnTo>
                    <a:pt x="6786244" y="19050"/>
                  </a:lnTo>
                  <a:lnTo>
                    <a:pt x="6791452" y="19050"/>
                  </a:lnTo>
                  <a:lnTo>
                    <a:pt x="6791452" y="0"/>
                  </a:lnTo>
                  <a:close/>
                </a:path>
                <a:path w="10424160" h="5213350">
                  <a:moveTo>
                    <a:pt x="6796785" y="0"/>
                  </a:moveTo>
                  <a:lnTo>
                    <a:pt x="6791452" y="0"/>
                  </a:lnTo>
                  <a:lnTo>
                    <a:pt x="6791452" y="19050"/>
                  </a:lnTo>
                  <a:lnTo>
                    <a:pt x="6796785" y="19050"/>
                  </a:lnTo>
                  <a:lnTo>
                    <a:pt x="6800977" y="14732"/>
                  </a:lnTo>
                  <a:lnTo>
                    <a:pt x="6800977" y="4318"/>
                  </a:lnTo>
                  <a:lnTo>
                    <a:pt x="6796785" y="0"/>
                  </a:lnTo>
                  <a:close/>
                </a:path>
                <a:path w="10424160" h="5213350">
                  <a:moveTo>
                    <a:pt x="6829552" y="0"/>
                  </a:moveTo>
                  <a:lnTo>
                    <a:pt x="6824344" y="0"/>
                  </a:lnTo>
                  <a:lnTo>
                    <a:pt x="6820027" y="4318"/>
                  </a:lnTo>
                  <a:lnTo>
                    <a:pt x="6820027" y="14732"/>
                  </a:lnTo>
                  <a:lnTo>
                    <a:pt x="6824344" y="19050"/>
                  </a:lnTo>
                  <a:lnTo>
                    <a:pt x="6829552" y="19050"/>
                  </a:lnTo>
                  <a:lnTo>
                    <a:pt x="6829552" y="0"/>
                  </a:lnTo>
                  <a:close/>
                </a:path>
                <a:path w="10424160" h="5213350">
                  <a:moveTo>
                    <a:pt x="6834885" y="0"/>
                  </a:moveTo>
                  <a:lnTo>
                    <a:pt x="6829552" y="0"/>
                  </a:lnTo>
                  <a:lnTo>
                    <a:pt x="6829552" y="19050"/>
                  </a:lnTo>
                  <a:lnTo>
                    <a:pt x="6834885" y="19050"/>
                  </a:lnTo>
                  <a:lnTo>
                    <a:pt x="6839077" y="14732"/>
                  </a:lnTo>
                  <a:lnTo>
                    <a:pt x="6839077" y="4318"/>
                  </a:lnTo>
                  <a:lnTo>
                    <a:pt x="6834885" y="0"/>
                  </a:lnTo>
                  <a:close/>
                </a:path>
                <a:path w="10424160" h="5213350">
                  <a:moveTo>
                    <a:pt x="6867652" y="0"/>
                  </a:moveTo>
                  <a:lnTo>
                    <a:pt x="6862444" y="0"/>
                  </a:lnTo>
                  <a:lnTo>
                    <a:pt x="6858127" y="4318"/>
                  </a:lnTo>
                  <a:lnTo>
                    <a:pt x="6858127" y="14732"/>
                  </a:lnTo>
                  <a:lnTo>
                    <a:pt x="6862444" y="19050"/>
                  </a:lnTo>
                  <a:lnTo>
                    <a:pt x="6867652" y="19050"/>
                  </a:lnTo>
                  <a:lnTo>
                    <a:pt x="6867652" y="0"/>
                  </a:lnTo>
                  <a:close/>
                </a:path>
                <a:path w="10424160" h="5213350">
                  <a:moveTo>
                    <a:pt x="6872985" y="0"/>
                  </a:moveTo>
                  <a:lnTo>
                    <a:pt x="6867652" y="0"/>
                  </a:lnTo>
                  <a:lnTo>
                    <a:pt x="6867652" y="19050"/>
                  </a:lnTo>
                  <a:lnTo>
                    <a:pt x="6872985" y="19050"/>
                  </a:lnTo>
                  <a:lnTo>
                    <a:pt x="6877177" y="14732"/>
                  </a:lnTo>
                  <a:lnTo>
                    <a:pt x="6877177" y="4318"/>
                  </a:lnTo>
                  <a:lnTo>
                    <a:pt x="6872985" y="0"/>
                  </a:lnTo>
                  <a:close/>
                </a:path>
                <a:path w="10424160" h="5213350">
                  <a:moveTo>
                    <a:pt x="6905752" y="0"/>
                  </a:moveTo>
                  <a:lnTo>
                    <a:pt x="6900544" y="0"/>
                  </a:lnTo>
                  <a:lnTo>
                    <a:pt x="6896227" y="4318"/>
                  </a:lnTo>
                  <a:lnTo>
                    <a:pt x="6896227" y="14732"/>
                  </a:lnTo>
                  <a:lnTo>
                    <a:pt x="6900544" y="19050"/>
                  </a:lnTo>
                  <a:lnTo>
                    <a:pt x="6905752" y="19050"/>
                  </a:lnTo>
                  <a:lnTo>
                    <a:pt x="6905752" y="0"/>
                  </a:lnTo>
                  <a:close/>
                </a:path>
                <a:path w="10424160" h="5213350">
                  <a:moveTo>
                    <a:pt x="6911085" y="0"/>
                  </a:moveTo>
                  <a:lnTo>
                    <a:pt x="6905879" y="0"/>
                  </a:lnTo>
                  <a:lnTo>
                    <a:pt x="6905879" y="19050"/>
                  </a:lnTo>
                  <a:lnTo>
                    <a:pt x="6911085" y="19050"/>
                  </a:lnTo>
                  <a:lnTo>
                    <a:pt x="6915404" y="14732"/>
                  </a:lnTo>
                  <a:lnTo>
                    <a:pt x="6915404" y="4318"/>
                  </a:lnTo>
                  <a:lnTo>
                    <a:pt x="6911085" y="0"/>
                  </a:lnTo>
                  <a:close/>
                </a:path>
                <a:path w="10424160" h="5213350">
                  <a:moveTo>
                    <a:pt x="6943979" y="0"/>
                  </a:moveTo>
                  <a:lnTo>
                    <a:pt x="6938644" y="0"/>
                  </a:lnTo>
                  <a:lnTo>
                    <a:pt x="6934454" y="4318"/>
                  </a:lnTo>
                  <a:lnTo>
                    <a:pt x="6934454" y="14732"/>
                  </a:lnTo>
                  <a:lnTo>
                    <a:pt x="6938644" y="19050"/>
                  </a:lnTo>
                  <a:lnTo>
                    <a:pt x="6943979" y="19050"/>
                  </a:lnTo>
                  <a:lnTo>
                    <a:pt x="6943979" y="0"/>
                  </a:lnTo>
                  <a:close/>
                </a:path>
                <a:path w="10424160" h="5213350">
                  <a:moveTo>
                    <a:pt x="6949185" y="0"/>
                  </a:moveTo>
                  <a:lnTo>
                    <a:pt x="6943979" y="0"/>
                  </a:lnTo>
                  <a:lnTo>
                    <a:pt x="6943979" y="19050"/>
                  </a:lnTo>
                  <a:lnTo>
                    <a:pt x="6949185" y="19050"/>
                  </a:lnTo>
                  <a:lnTo>
                    <a:pt x="6953504" y="14732"/>
                  </a:lnTo>
                  <a:lnTo>
                    <a:pt x="6953504" y="4318"/>
                  </a:lnTo>
                  <a:lnTo>
                    <a:pt x="6949185" y="0"/>
                  </a:lnTo>
                  <a:close/>
                </a:path>
                <a:path w="10424160" h="5213350">
                  <a:moveTo>
                    <a:pt x="6982079" y="0"/>
                  </a:moveTo>
                  <a:lnTo>
                    <a:pt x="6976744" y="0"/>
                  </a:lnTo>
                  <a:lnTo>
                    <a:pt x="6972554" y="4318"/>
                  </a:lnTo>
                  <a:lnTo>
                    <a:pt x="6972554" y="14732"/>
                  </a:lnTo>
                  <a:lnTo>
                    <a:pt x="6976744" y="19050"/>
                  </a:lnTo>
                  <a:lnTo>
                    <a:pt x="6982079" y="19050"/>
                  </a:lnTo>
                  <a:lnTo>
                    <a:pt x="6982079" y="0"/>
                  </a:lnTo>
                  <a:close/>
                </a:path>
                <a:path w="10424160" h="5213350">
                  <a:moveTo>
                    <a:pt x="6987285" y="0"/>
                  </a:moveTo>
                  <a:lnTo>
                    <a:pt x="6982079" y="0"/>
                  </a:lnTo>
                  <a:lnTo>
                    <a:pt x="6982079" y="19050"/>
                  </a:lnTo>
                  <a:lnTo>
                    <a:pt x="6987285" y="19050"/>
                  </a:lnTo>
                  <a:lnTo>
                    <a:pt x="6991604" y="14732"/>
                  </a:lnTo>
                  <a:lnTo>
                    <a:pt x="6991604" y="4318"/>
                  </a:lnTo>
                  <a:lnTo>
                    <a:pt x="6987285" y="0"/>
                  </a:lnTo>
                  <a:close/>
                </a:path>
                <a:path w="10424160" h="5213350">
                  <a:moveTo>
                    <a:pt x="7020179" y="0"/>
                  </a:moveTo>
                  <a:lnTo>
                    <a:pt x="7014844" y="0"/>
                  </a:lnTo>
                  <a:lnTo>
                    <a:pt x="7010654" y="4318"/>
                  </a:lnTo>
                  <a:lnTo>
                    <a:pt x="7010654" y="14732"/>
                  </a:lnTo>
                  <a:lnTo>
                    <a:pt x="7014844" y="19050"/>
                  </a:lnTo>
                  <a:lnTo>
                    <a:pt x="7020179" y="19050"/>
                  </a:lnTo>
                  <a:lnTo>
                    <a:pt x="7020179" y="0"/>
                  </a:lnTo>
                  <a:close/>
                </a:path>
                <a:path w="10424160" h="5213350">
                  <a:moveTo>
                    <a:pt x="7025385" y="0"/>
                  </a:moveTo>
                  <a:lnTo>
                    <a:pt x="7020179" y="0"/>
                  </a:lnTo>
                  <a:lnTo>
                    <a:pt x="7020179" y="19050"/>
                  </a:lnTo>
                  <a:lnTo>
                    <a:pt x="7025385" y="19050"/>
                  </a:lnTo>
                  <a:lnTo>
                    <a:pt x="7029704" y="14732"/>
                  </a:lnTo>
                  <a:lnTo>
                    <a:pt x="7029704" y="4318"/>
                  </a:lnTo>
                  <a:lnTo>
                    <a:pt x="7025385" y="0"/>
                  </a:lnTo>
                  <a:close/>
                </a:path>
                <a:path w="10424160" h="5213350">
                  <a:moveTo>
                    <a:pt x="7058279" y="0"/>
                  </a:moveTo>
                  <a:lnTo>
                    <a:pt x="7053072" y="0"/>
                  </a:lnTo>
                  <a:lnTo>
                    <a:pt x="7048754" y="4318"/>
                  </a:lnTo>
                  <a:lnTo>
                    <a:pt x="7048754" y="14732"/>
                  </a:lnTo>
                  <a:lnTo>
                    <a:pt x="7053072" y="19050"/>
                  </a:lnTo>
                  <a:lnTo>
                    <a:pt x="7058279" y="19050"/>
                  </a:lnTo>
                  <a:lnTo>
                    <a:pt x="7058279" y="0"/>
                  </a:lnTo>
                  <a:close/>
                </a:path>
                <a:path w="10424160" h="5213350">
                  <a:moveTo>
                    <a:pt x="7063612" y="0"/>
                  </a:moveTo>
                  <a:lnTo>
                    <a:pt x="7058279" y="0"/>
                  </a:lnTo>
                  <a:lnTo>
                    <a:pt x="7058279" y="19050"/>
                  </a:lnTo>
                  <a:lnTo>
                    <a:pt x="7063612" y="19050"/>
                  </a:lnTo>
                  <a:lnTo>
                    <a:pt x="7067804" y="14732"/>
                  </a:lnTo>
                  <a:lnTo>
                    <a:pt x="7067804" y="4318"/>
                  </a:lnTo>
                  <a:lnTo>
                    <a:pt x="7063612" y="0"/>
                  </a:lnTo>
                  <a:close/>
                </a:path>
                <a:path w="10424160" h="5213350">
                  <a:moveTo>
                    <a:pt x="7096379" y="0"/>
                  </a:moveTo>
                  <a:lnTo>
                    <a:pt x="7091172" y="0"/>
                  </a:lnTo>
                  <a:lnTo>
                    <a:pt x="7086854" y="4318"/>
                  </a:lnTo>
                  <a:lnTo>
                    <a:pt x="7086854" y="14732"/>
                  </a:lnTo>
                  <a:lnTo>
                    <a:pt x="7091172" y="19050"/>
                  </a:lnTo>
                  <a:lnTo>
                    <a:pt x="7096379" y="19050"/>
                  </a:lnTo>
                  <a:lnTo>
                    <a:pt x="7096379" y="0"/>
                  </a:lnTo>
                  <a:close/>
                </a:path>
                <a:path w="10424160" h="5213350">
                  <a:moveTo>
                    <a:pt x="7101712" y="0"/>
                  </a:moveTo>
                  <a:lnTo>
                    <a:pt x="7096379" y="0"/>
                  </a:lnTo>
                  <a:lnTo>
                    <a:pt x="7096379" y="19050"/>
                  </a:lnTo>
                  <a:lnTo>
                    <a:pt x="7101712" y="19050"/>
                  </a:lnTo>
                  <a:lnTo>
                    <a:pt x="7105904" y="14732"/>
                  </a:lnTo>
                  <a:lnTo>
                    <a:pt x="7105904" y="4318"/>
                  </a:lnTo>
                  <a:lnTo>
                    <a:pt x="7101712" y="0"/>
                  </a:lnTo>
                  <a:close/>
                </a:path>
                <a:path w="10424160" h="5213350">
                  <a:moveTo>
                    <a:pt x="7134479" y="0"/>
                  </a:moveTo>
                  <a:lnTo>
                    <a:pt x="7129272" y="0"/>
                  </a:lnTo>
                  <a:lnTo>
                    <a:pt x="7124954" y="4318"/>
                  </a:lnTo>
                  <a:lnTo>
                    <a:pt x="7124954" y="14732"/>
                  </a:lnTo>
                  <a:lnTo>
                    <a:pt x="7129272" y="19050"/>
                  </a:lnTo>
                  <a:lnTo>
                    <a:pt x="7134479" y="19050"/>
                  </a:lnTo>
                  <a:lnTo>
                    <a:pt x="7134479" y="0"/>
                  </a:lnTo>
                  <a:close/>
                </a:path>
                <a:path w="10424160" h="5213350">
                  <a:moveTo>
                    <a:pt x="7139812" y="0"/>
                  </a:moveTo>
                  <a:lnTo>
                    <a:pt x="7134479" y="0"/>
                  </a:lnTo>
                  <a:lnTo>
                    <a:pt x="7134479" y="19050"/>
                  </a:lnTo>
                  <a:lnTo>
                    <a:pt x="7139812" y="19050"/>
                  </a:lnTo>
                  <a:lnTo>
                    <a:pt x="7144004" y="14732"/>
                  </a:lnTo>
                  <a:lnTo>
                    <a:pt x="7144004" y="4318"/>
                  </a:lnTo>
                  <a:lnTo>
                    <a:pt x="7139812" y="0"/>
                  </a:lnTo>
                  <a:close/>
                </a:path>
                <a:path w="10424160" h="5213350">
                  <a:moveTo>
                    <a:pt x="7172579" y="0"/>
                  </a:moveTo>
                  <a:lnTo>
                    <a:pt x="7167372" y="0"/>
                  </a:lnTo>
                  <a:lnTo>
                    <a:pt x="7163054" y="4318"/>
                  </a:lnTo>
                  <a:lnTo>
                    <a:pt x="7163054" y="14732"/>
                  </a:lnTo>
                  <a:lnTo>
                    <a:pt x="7167372" y="19050"/>
                  </a:lnTo>
                  <a:lnTo>
                    <a:pt x="7172579" y="19050"/>
                  </a:lnTo>
                  <a:lnTo>
                    <a:pt x="7172579" y="0"/>
                  </a:lnTo>
                  <a:close/>
                </a:path>
                <a:path w="10424160" h="5213350">
                  <a:moveTo>
                    <a:pt x="7177912" y="0"/>
                  </a:moveTo>
                  <a:lnTo>
                    <a:pt x="7172706" y="0"/>
                  </a:lnTo>
                  <a:lnTo>
                    <a:pt x="7172706" y="19050"/>
                  </a:lnTo>
                  <a:lnTo>
                    <a:pt x="7177912" y="19050"/>
                  </a:lnTo>
                  <a:lnTo>
                    <a:pt x="7182231" y="14732"/>
                  </a:lnTo>
                  <a:lnTo>
                    <a:pt x="7182231" y="4318"/>
                  </a:lnTo>
                  <a:lnTo>
                    <a:pt x="7177912" y="0"/>
                  </a:lnTo>
                  <a:close/>
                </a:path>
                <a:path w="10424160" h="5213350">
                  <a:moveTo>
                    <a:pt x="7210806" y="0"/>
                  </a:moveTo>
                  <a:lnTo>
                    <a:pt x="7205472" y="0"/>
                  </a:lnTo>
                  <a:lnTo>
                    <a:pt x="7201281" y="4318"/>
                  </a:lnTo>
                  <a:lnTo>
                    <a:pt x="7201281" y="14732"/>
                  </a:lnTo>
                  <a:lnTo>
                    <a:pt x="7205472" y="19050"/>
                  </a:lnTo>
                  <a:lnTo>
                    <a:pt x="7210806" y="19050"/>
                  </a:lnTo>
                  <a:lnTo>
                    <a:pt x="7210806" y="0"/>
                  </a:lnTo>
                  <a:close/>
                </a:path>
                <a:path w="10424160" h="5213350">
                  <a:moveTo>
                    <a:pt x="7216012" y="0"/>
                  </a:moveTo>
                  <a:lnTo>
                    <a:pt x="7210806" y="0"/>
                  </a:lnTo>
                  <a:lnTo>
                    <a:pt x="7210806" y="19050"/>
                  </a:lnTo>
                  <a:lnTo>
                    <a:pt x="7216012" y="19050"/>
                  </a:lnTo>
                  <a:lnTo>
                    <a:pt x="7220331" y="14732"/>
                  </a:lnTo>
                  <a:lnTo>
                    <a:pt x="7220331" y="4318"/>
                  </a:lnTo>
                  <a:lnTo>
                    <a:pt x="7216012" y="0"/>
                  </a:lnTo>
                  <a:close/>
                </a:path>
                <a:path w="10424160" h="5213350">
                  <a:moveTo>
                    <a:pt x="7248906" y="0"/>
                  </a:moveTo>
                  <a:lnTo>
                    <a:pt x="7243572" y="0"/>
                  </a:lnTo>
                  <a:lnTo>
                    <a:pt x="7239381" y="4318"/>
                  </a:lnTo>
                  <a:lnTo>
                    <a:pt x="7239381" y="14732"/>
                  </a:lnTo>
                  <a:lnTo>
                    <a:pt x="7243572" y="19050"/>
                  </a:lnTo>
                  <a:lnTo>
                    <a:pt x="7248906" y="19050"/>
                  </a:lnTo>
                  <a:lnTo>
                    <a:pt x="7248906" y="0"/>
                  </a:lnTo>
                  <a:close/>
                </a:path>
                <a:path w="10424160" h="5213350">
                  <a:moveTo>
                    <a:pt x="7254112" y="0"/>
                  </a:moveTo>
                  <a:lnTo>
                    <a:pt x="7248906" y="0"/>
                  </a:lnTo>
                  <a:lnTo>
                    <a:pt x="7248906" y="19050"/>
                  </a:lnTo>
                  <a:lnTo>
                    <a:pt x="7254112" y="19050"/>
                  </a:lnTo>
                  <a:lnTo>
                    <a:pt x="7258431" y="14732"/>
                  </a:lnTo>
                  <a:lnTo>
                    <a:pt x="7258431" y="4318"/>
                  </a:lnTo>
                  <a:lnTo>
                    <a:pt x="7254112" y="0"/>
                  </a:lnTo>
                  <a:close/>
                </a:path>
                <a:path w="10424160" h="5213350">
                  <a:moveTo>
                    <a:pt x="7287006" y="0"/>
                  </a:moveTo>
                  <a:lnTo>
                    <a:pt x="7281799" y="0"/>
                  </a:lnTo>
                  <a:lnTo>
                    <a:pt x="7277481" y="4318"/>
                  </a:lnTo>
                  <a:lnTo>
                    <a:pt x="7277481" y="14732"/>
                  </a:lnTo>
                  <a:lnTo>
                    <a:pt x="7281799" y="19050"/>
                  </a:lnTo>
                  <a:lnTo>
                    <a:pt x="7287006" y="19050"/>
                  </a:lnTo>
                  <a:lnTo>
                    <a:pt x="7287006" y="0"/>
                  </a:lnTo>
                  <a:close/>
                </a:path>
                <a:path w="10424160" h="5213350">
                  <a:moveTo>
                    <a:pt x="7292339" y="0"/>
                  </a:moveTo>
                  <a:lnTo>
                    <a:pt x="7287006" y="0"/>
                  </a:lnTo>
                  <a:lnTo>
                    <a:pt x="7287006" y="19050"/>
                  </a:lnTo>
                  <a:lnTo>
                    <a:pt x="7292339" y="19050"/>
                  </a:lnTo>
                  <a:lnTo>
                    <a:pt x="7296531" y="14732"/>
                  </a:lnTo>
                  <a:lnTo>
                    <a:pt x="7296531" y="4318"/>
                  </a:lnTo>
                  <a:lnTo>
                    <a:pt x="7292339" y="0"/>
                  </a:lnTo>
                  <a:close/>
                </a:path>
                <a:path w="10424160" h="5213350">
                  <a:moveTo>
                    <a:pt x="7325106" y="0"/>
                  </a:moveTo>
                  <a:lnTo>
                    <a:pt x="7319899" y="0"/>
                  </a:lnTo>
                  <a:lnTo>
                    <a:pt x="7315581" y="4318"/>
                  </a:lnTo>
                  <a:lnTo>
                    <a:pt x="7315581" y="14732"/>
                  </a:lnTo>
                  <a:lnTo>
                    <a:pt x="7319899" y="19050"/>
                  </a:lnTo>
                  <a:lnTo>
                    <a:pt x="7325106" y="19050"/>
                  </a:lnTo>
                  <a:lnTo>
                    <a:pt x="7325106" y="0"/>
                  </a:lnTo>
                  <a:close/>
                </a:path>
                <a:path w="10424160" h="5213350">
                  <a:moveTo>
                    <a:pt x="7330439" y="0"/>
                  </a:moveTo>
                  <a:lnTo>
                    <a:pt x="7325106" y="0"/>
                  </a:lnTo>
                  <a:lnTo>
                    <a:pt x="7325106" y="19050"/>
                  </a:lnTo>
                  <a:lnTo>
                    <a:pt x="7330439" y="19050"/>
                  </a:lnTo>
                  <a:lnTo>
                    <a:pt x="7334631" y="14732"/>
                  </a:lnTo>
                  <a:lnTo>
                    <a:pt x="7334631" y="4318"/>
                  </a:lnTo>
                  <a:lnTo>
                    <a:pt x="7330439" y="0"/>
                  </a:lnTo>
                  <a:close/>
                </a:path>
                <a:path w="10424160" h="5213350">
                  <a:moveTo>
                    <a:pt x="7363206" y="0"/>
                  </a:moveTo>
                  <a:lnTo>
                    <a:pt x="7357999" y="0"/>
                  </a:lnTo>
                  <a:lnTo>
                    <a:pt x="7353681" y="4318"/>
                  </a:lnTo>
                  <a:lnTo>
                    <a:pt x="7353681" y="14732"/>
                  </a:lnTo>
                  <a:lnTo>
                    <a:pt x="7357999" y="19050"/>
                  </a:lnTo>
                  <a:lnTo>
                    <a:pt x="7363206" y="19050"/>
                  </a:lnTo>
                  <a:lnTo>
                    <a:pt x="7363206" y="0"/>
                  </a:lnTo>
                  <a:close/>
                </a:path>
                <a:path w="10424160" h="5213350">
                  <a:moveTo>
                    <a:pt x="7368539" y="0"/>
                  </a:moveTo>
                  <a:lnTo>
                    <a:pt x="7363206" y="0"/>
                  </a:lnTo>
                  <a:lnTo>
                    <a:pt x="7363206" y="19050"/>
                  </a:lnTo>
                  <a:lnTo>
                    <a:pt x="7368539" y="19050"/>
                  </a:lnTo>
                  <a:lnTo>
                    <a:pt x="7372731" y="14732"/>
                  </a:lnTo>
                  <a:lnTo>
                    <a:pt x="7372731" y="4318"/>
                  </a:lnTo>
                  <a:lnTo>
                    <a:pt x="7368539" y="0"/>
                  </a:lnTo>
                  <a:close/>
                </a:path>
                <a:path w="10424160" h="5213350">
                  <a:moveTo>
                    <a:pt x="7401306" y="0"/>
                  </a:moveTo>
                  <a:lnTo>
                    <a:pt x="7396099" y="0"/>
                  </a:lnTo>
                  <a:lnTo>
                    <a:pt x="7391781" y="4318"/>
                  </a:lnTo>
                  <a:lnTo>
                    <a:pt x="7391781" y="14732"/>
                  </a:lnTo>
                  <a:lnTo>
                    <a:pt x="7396099" y="19050"/>
                  </a:lnTo>
                  <a:lnTo>
                    <a:pt x="7401306" y="19050"/>
                  </a:lnTo>
                  <a:lnTo>
                    <a:pt x="7401306" y="0"/>
                  </a:lnTo>
                  <a:close/>
                </a:path>
                <a:path w="10424160" h="5213350">
                  <a:moveTo>
                    <a:pt x="7406639" y="0"/>
                  </a:moveTo>
                  <a:lnTo>
                    <a:pt x="7401433" y="0"/>
                  </a:lnTo>
                  <a:lnTo>
                    <a:pt x="7401433" y="19050"/>
                  </a:lnTo>
                  <a:lnTo>
                    <a:pt x="7406639" y="19050"/>
                  </a:lnTo>
                  <a:lnTo>
                    <a:pt x="7410958" y="14732"/>
                  </a:lnTo>
                  <a:lnTo>
                    <a:pt x="7410958" y="4318"/>
                  </a:lnTo>
                  <a:lnTo>
                    <a:pt x="7406639" y="0"/>
                  </a:lnTo>
                  <a:close/>
                </a:path>
                <a:path w="10424160" h="5213350">
                  <a:moveTo>
                    <a:pt x="7439533" y="0"/>
                  </a:moveTo>
                  <a:lnTo>
                    <a:pt x="7434199" y="0"/>
                  </a:lnTo>
                  <a:lnTo>
                    <a:pt x="7430008" y="4318"/>
                  </a:lnTo>
                  <a:lnTo>
                    <a:pt x="7430008" y="14732"/>
                  </a:lnTo>
                  <a:lnTo>
                    <a:pt x="7434199" y="19050"/>
                  </a:lnTo>
                  <a:lnTo>
                    <a:pt x="7439533" y="19050"/>
                  </a:lnTo>
                  <a:lnTo>
                    <a:pt x="7439533" y="0"/>
                  </a:lnTo>
                  <a:close/>
                </a:path>
                <a:path w="10424160" h="5213350">
                  <a:moveTo>
                    <a:pt x="7444739" y="0"/>
                  </a:moveTo>
                  <a:lnTo>
                    <a:pt x="7439533" y="0"/>
                  </a:lnTo>
                  <a:lnTo>
                    <a:pt x="7439533" y="19050"/>
                  </a:lnTo>
                  <a:lnTo>
                    <a:pt x="7444739" y="19050"/>
                  </a:lnTo>
                  <a:lnTo>
                    <a:pt x="7449058" y="14732"/>
                  </a:lnTo>
                  <a:lnTo>
                    <a:pt x="7449058" y="4318"/>
                  </a:lnTo>
                  <a:lnTo>
                    <a:pt x="7444739" y="0"/>
                  </a:lnTo>
                  <a:close/>
                </a:path>
                <a:path w="10424160" h="5213350">
                  <a:moveTo>
                    <a:pt x="7477633" y="0"/>
                  </a:moveTo>
                  <a:lnTo>
                    <a:pt x="7472299" y="0"/>
                  </a:lnTo>
                  <a:lnTo>
                    <a:pt x="7468108" y="4318"/>
                  </a:lnTo>
                  <a:lnTo>
                    <a:pt x="7468108" y="14732"/>
                  </a:lnTo>
                  <a:lnTo>
                    <a:pt x="7472299" y="19050"/>
                  </a:lnTo>
                  <a:lnTo>
                    <a:pt x="7477633" y="19050"/>
                  </a:lnTo>
                  <a:lnTo>
                    <a:pt x="7477633" y="0"/>
                  </a:lnTo>
                  <a:close/>
                </a:path>
                <a:path w="10424160" h="5213350">
                  <a:moveTo>
                    <a:pt x="7482839" y="0"/>
                  </a:moveTo>
                  <a:lnTo>
                    <a:pt x="7477633" y="0"/>
                  </a:lnTo>
                  <a:lnTo>
                    <a:pt x="7477633" y="19050"/>
                  </a:lnTo>
                  <a:lnTo>
                    <a:pt x="7482839" y="19050"/>
                  </a:lnTo>
                  <a:lnTo>
                    <a:pt x="7487158" y="14732"/>
                  </a:lnTo>
                  <a:lnTo>
                    <a:pt x="7487158" y="4318"/>
                  </a:lnTo>
                  <a:lnTo>
                    <a:pt x="7482839" y="0"/>
                  </a:lnTo>
                  <a:close/>
                </a:path>
                <a:path w="10424160" h="5213350">
                  <a:moveTo>
                    <a:pt x="7515733" y="0"/>
                  </a:moveTo>
                  <a:lnTo>
                    <a:pt x="7510399" y="0"/>
                  </a:lnTo>
                  <a:lnTo>
                    <a:pt x="7506208" y="4318"/>
                  </a:lnTo>
                  <a:lnTo>
                    <a:pt x="7506208" y="14732"/>
                  </a:lnTo>
                  <a:lnTo>
                    <a:pt x="7510399" y="19050"/>
                  </a:lnTo>
                  <a:lnTo>
                    <a:pt x="7515733" y="19050"/>
                  </a:lnTo>
                  <a:lnTo>
                    <a:pt x="7515733" y="0"/>
                  </a:lnTo>
                  <a:close/>
                </a:path>
                <a:path w="10424160" h="5213350">
                  <a:moveTo>
                    <a:pt x="7520939" y="0"/>
                  </a:moveTo>
                  <a:lnTo>
                    <a:pt x="7515733" y="0"/>
                  </a:lnTo>
                  <a:lnTo>
                    <a:pt x="7515733" y="19050"/>
                  </a:lnTo>
                  <a:lnTo>
                    <a:pt x="7520939" y="19050"/>
                  </a:lnTo>
                  <a:lnTo>
                    <a:pt x="7525258" y="14732"/>
                  </a:lnTo>
                  <a:lnTo>
                    <a:pt x="7525258" y="4318"/>
                  </a:lnTo>
                  <a:lnTo>
                    <a:pt x="7520939" y="0"/>
                  </a:lnTo>
                  <a:close/>
                </a:path>
                <a:path w="10424160" h="5213350">
                  <a:moveTo>
                    <a:pt x="7553833" y="0"/>
                  </a:moveTo>
                  <a:lnTo>
                    <a:pt x="7548626" y="0"/>
                  </a:lnTo>
                  <a:lnTo>
                    <a:pt x="7544308" y="4318"/>
                  </a:lnTo>
                  <a:lnTo>
                    <a:pt x="7544308" y="14732"/>
                  </a:lnTo>
                  <a:lnTo>
                    <a:pt x="7548626" y="19050"/>
                  </a:lnTo>
                  <a:lnTo>
                    <a:pt x="7553833" y="19050"/>
                  </a:lnTo>
                  <a:lnTo>
                    <a:pt x="7553833" y="0"/>
                  </a:lnTo>
                  <a:close/>
                </a:path>
                <a:path w="10424160" h="5213350">
                  <a:moveTo>
                    <a:pt x="7559166" y="0"/>
                  </a:moveTo>
                  <a:lnTo>
                    <a:pt x="7553833" y="0"/>
                  </a:lnTo>
                  <a:lnTo>
                    <a:pt x="7553833" y="19050"/>
                  </a:lnTo>
                  <a:lnTo>
                    <a:pt x="7559166" y="19050"/>
                  </a:lnTo>
                  <a:lnTo>
                    <a:pt x="7563358" y="14732"/>
                  </a:lnTo>
                  <a:lnTo>
                    <a:pt x="7563358" y="4318"/>
                  </a:lnTo>
                  <a:lnTo>
                    <a:pt x="7559166" y="0"/>
                  </a:lnTo>
                  <a:close/>
                </a:path>
                <a:path w="10424160" h="5213350">
                  <a:moveTo>
                    <a:pt x="7591933" y="0"/>
                  </a:moveTo>
                  <a:lnTo>
                    <a:pt x="7586726" y="0"/>
                  </a:lnTo>
                  <a:lnTo>
                    <a:pt x="7582408" y="4318"/>
                  </a:lnTo>
                  <a:lnTo>
                    <a:pt x="7582408" y="14732"/>
                  </a:lnTo>
                  <a:lnTo>
                    <a:pt x="7586726" y="19050"/>
                  </a:lnTo>
                  <a:lnTo>
                    <a:pt x="7591933" y="19050"/>
                  </a:lnTo>
                  <a:lnTo>
                    <a:pt x="7591933" y="0"/>
                  </a:lnTo>
                  <a:close/>
                </a:path>
                <a:path w="10424160" h="5213350">
                  <a:moveTo>
                    <a:pt x="7597266" y="0"/>
                  </a:moveTo>
                  <a:lnTo>
                    <a:pt x="7591933" y="0"/>
                  </a:lnTo>
                  <a:lnTo>
                    <a:pt x="7591933" y="19050"/>
                  </a:lnTo>
                  <a:lnTo>
                    <a:pt x="7597266" y="19050"/>
                  </a:lnTo>
                  <a:lnTo>
                    <a:pt x="7601458" y="14732"/>
                  </a:lnTo>
                  <a:lnTo>
                    <a:pt x="7601458" y="4318"/>
                  </a:lnTo>
                  <a:lnTo>
                    <a:pt x="7597266" y="0"/>
                  </a:lnTo>
                  <a:close/>
                </a:path>
                <a:path w="10424160" h="5213350">
                  <a:moveTo>
                    <a:pt x="7630033" y="0"/>
                  </a:moveTo>
                  <a:lnTo>
                    <a:pt x="7624826" y="0"/>
                  </a:lnTo>
                  <a:lnTo>
                    <a:pt x="7620508" y="4318"/>
                  </a:lnTo>
                  <a:lnTo>
                    <a:pt x="7620508" y="14732"/>
                  </a:lnTo>
                  <a:lnTo>
                    <a:pt x="7624826" y="19050"/>
                  </a:lnTo>
                  <a:lnTo>
                    <a:pt x="7630033" y="19050"/>
                  </a:lnTo>
                  <a:lnTo>
                    <a:pt x="7630033" y="0"/>
                  </a:lnTo>
                  <a:close/>
                </a:path>
                <a:path w="10424160" h="5213350">
                  <a:moveTo>
                    <a:pt x="7635366" y="0"/>
                  </a:moveTo>
                  <a:lnTo>
                    <a:pt x="7630033" y="0"/>
                  </a:lnTo>
                  <a:lnTo>
                    <a:pt x="7630033" y="19050"/>
                  </a:lnTo>
                  <a:lnTo>
                    <a:pt x="7635366" y="19050"/>
                  </a:lnTo>
                  <a:lnTo>
                    <a:pt x="7639558" y="14732"/>
                  </a:lnTo>
                  <a:lnTo>
                    <a:pt x="7639558" y="4318"/>
                  </a:lnTo>
                  <a:lnTo>
                    <a:pt x="7635366" y="0"/>
                  </a:lnTo>
                  <a:close/>
                </a:path>
                <a:path w="10424160" h="5213350">
                  <a:moveTo>
                    <a:pt x="7668133" y="0"/>
                  </a:moveTo>
                  <a:lnTo>
                    <a:pt x="7662926" y="0"/>
                  </a:lnTo>
                  <a:lnTo>
                    <a:pt x="7658608" y="4318"/>
                  </a:lnTo>
                  <a:lnTo>
                    <a:pt x="7658608" y="14732"/>
                  </a:lnTo>
                  <a:lnTo>
                    <a:pt x="7662926" y="19050"/>
                  </a:lnTo>
                  <a:lnTo>
                    <a:pt x="7668133" y="19050"/>
                  </a:lnTo>
                  <a:lnTo>
                    <a:pt x="7668133" y="0"/>
                  </a:lnTo>
                  <a:close/>
                </a:path>
                <a:path w="10424160" h="5213350">
                  <a:moveTo>
                    <a:pt x="7673466" y="0"/>
                  </a:moveTo>
                  <a:lnTo>
                    <a:pt x="7668259" y="0"/>
                  </a:lnTo>
                  <a:lnTo>
                    <a:pt x="7668259" y="19050"/>
                  </a:lnTo>
                  <a:lnTo>
                    <a:pt x="7673466" y="19050"/>
                  </a:lnTo>
                  <a:lnTo>
                    <a:pt x="7677784" y="14732"/>
                  </a:lnTo>
                  <a:lnTo>
                    <a:pt x="7677784" y="4318"/>
                  </a:lnTo>
                  <a:lnTo>
                    <a:pt x="7673466" y="0"/>
                  </a:lnTo>
                  <a:close/>
                </a:path>
                <a:path w="10424160" h="5213350">
                  <a:moveTo>
                    <a:pt x="7706359" y="0"/>
                  </a:moveTo>
                  <a:lnTo>
                    <a:pt x="7701026" y="0"/>
                  </a:lnTo>
                  <a:lnTo>
                    <a:pt x="7696834" y="4318"/>
                  </a:lnTo>
                  <a:lnTo>
                    <a:pt x="7696834" y="14732"/>
                  </a:lnTo>
                  <a:lnTo>
                    <a:pt x="7701026" y="19050"/>
                  </a:lnTo>
                  <a:lnTo>
                    <a:pt x="7706359" y="19050"/>
                  </a:lnTo>
                  <a:lnTo>
                    <a:pt x="7706359" y="0"/>
                  </a:lnTo>
                  <a:close/>
                </a:path>
                <a:path w="10424160" h="5213350">
                  <a:moveTo>
                    <a:pt x="7711566" y="0"/>
                  </a:moveTo>
                  <a:lnTo>
                    <a:pt x="7706359" y="0"/>
                  </a:lnTo>
                  <a:lnTo>
                    <a:pt x="7706359" y="19050"/>
                  </a:lnTo>
                  <a:lnTo>
                    <a:pt x="7711566" y="19050"/>
                  </a:lnTo>
                  <a:lnTo>
                    <a:pt x="7715884" y="14732"/>
                  </a:lnTo>
                  <a:lnTo>
                    <a:pt x="7715884" y="4318"/>
                  </a:lnTo>
                  <a:lnTo>
                    <a:pt x="7711566" y="0"/>
                  </a:lnTo>
                  <a:close/>
                </a:path>
                <a:path w="10424160" h="5213350">
                  <a:moveTo>
                    <a:pt x="7744459" y="0"/>
                  </a:moveTo>
                  <a:lnTo>
                    <a:pt x="7739126" y="0"/>
                  </a:lnTo>
                  <a:lnTo>
                    <a:pt x="7734934" y="4318"/>
                  </a:lnTo>
                  <a:lnTo>
                    <a:pt x="7734934" y="14732"/>
                  </a:lnTo>
                  <a:lnTo>
                    <a:pt x="7739126" y="19050"/>
                  </a:lnTo>
                  <a:lnTo>
                    <a:pt x="7744459" y="19050"/>
                  </a:lnTo>
                  <a:lnTo>
                    <a:pt x="7744459" y="0"/>
                  </a:lnTo>
                  <a:close/>
                </a:path>
                <a:path w="10424160" h="5213350">
                  <a:moveTo>
                    <a:pt x="7749666" y="0"/>
                  </a:moveTo>
                  <a:lnTo>
                    <a:pt x="7744459" y="0"/>
                  </a:lnTo>
                  <a:lnTo>
                    <a:pt x="7744459" y="19050"/>
                  </a:lnTo>
                  <a:lnTo>
                    <a:pt x="7749666" y="19050"/>
                  </a:lnTo>
                  <a:lnTo>
                    <a:pt x="7753984" y="14732"/>
                  </a:lnTo>
                  <a:lnTo>
                    <a:pt x="7753984" y="4318"/>
                  </a:lnTo>
                  <a:lnTo>
                    <a:pt x="7749666" y="0"/>
                  </a:lnTo>
                  <a:close/>
                </a:path>
                <a:path w="10424160" h="5213350">
                  <a:moveTo>
                    <a:pt x="7782559" y="0"/>
                  </a:moveTo>
                  <a:lnTo>
                    <a:pt x="7777353" y="0"/>
                  </a:lnTo>
                  <a:lnTo>
                    <a:pt x="7773034" y="4318"/>
                  </a:lnTo>
                  <a:lnTo>
                    <a:pt x="7773034" y="14732"/>
                  </a:lnTo>
                  <a:lnTo>
                    <a:pt x="7777353" y="19050"/>
                  </a:lnTo>
                  <a:lnTo>
                    <a:pt x="7782559" y="19050"/>
                  </a:lnTo>
                  <a:lnTo>
                    <a:pt x="7782559" y="0"/>
                  </a:lnTo>
                  <a:close/>
                </a:path>
                <a:path w="10424160" h="5213350">
                  <a:moveTo>
                    <a:pt x="7787766" y="0"/>
                  </a:moveTo>
                  <a:lnTo>
                    <a:pt x="7782559" y="0"/>
                  </a:lnTo>
                  <a:lnTo>
                    <a:pt x="7782559" y="19050"/>
                  </a:lnTo>
                  <a:lnTo>
                    <a:pt x="7787766" y="19050"/>
                  </a:lnTo>
                  <a:lnTo>
                    <a:pt x="7792084" y="14732"/>
                  </a:lnTo>
                  <a:lnTo>
                    <a:pt x="7792084" y="4318"/>
                  </a:lnTo>
                  <a:lnTo>
                    <a:pt x="7787766" y="0"/>
                  </a:lnTo>
                  <a:close/>
                </a:path>
                <a:path w="10424160" h="5213350">
                  <a:moveTo>
                    <a:pt x="7820659" y="0"/>
                  </a:moveTo>
                  <a:lnTo>
                    <a:pt x="7815453" y="0"/>
                  </a:lnTo>
                  <a:lnTo>
                    <a:pt x="7811134" y="4318"/>
                  </a:lnTo>
                  <a:lnTo>
                    <a:pt x="7811134" y="14732"/>
                  </a:lnTo>
                  <a:lnTo>
                    <a:pt x="7815453" y="19050"/>
                  </a:lnTo>
                  <a:lnTo>
                    <a:pt x="7820659" y="19050"/>
                  </a:lnTo>
                  <a:lnTo>
                    <a:pt x="7820659" y="0"/>
                  </a:lnTo>
                  <a:close/>
                </a:path>
                <a:path w="10424160" h="5213350">
                  <a:moveTo>
                    <a:pt x="7825993" y="0"/>
                  </a:moveTo>
                  <a:lnTo>
                    <a:pt x="7820659" y="0"/>
                  </a:lnTo>
                  <a:lnTo>
                    <a:pt x="7820659" y="19050"/>
                  </a:lnTo>
                  <a:lnTo>
                    <a:pt x="7825993" y="19050"/>
                  </a:lnTo>
                  <a:lnTo>
                    <a:pt x="7830184" y="14732"/>
                  </a:lnTo>
                  <a:lnTo>
                    <a:pt x="7830184" y="4318"/>
                  </a:lnTo>
                  <a:lnTo>
                    <a:pt x="7825993" y="0"/>
                  </a:lnTo>
                  <a:close/>
                </a:path>
                <a:path w="10424160" h="5213350">
                  <a:moveTo>
                    <a:pt x="7858759" y="0"/>
                  </a:moveTo>
                  <a:lnTo>
                    <a:pt x="7853553" y="0"/>
                  </a:lnTo>
                  <a:lnTo>
                    <a:pt x="7849234" y="4318"/>
                  </a:lnTo>
                  <a:lnTo>
                    <a:pt x="7849234" y="14732"/>
                  </a:lnTo>
                  <a:lnTo>
                    <a:pt x="7853553" y="19050"/>
                  </a:lnTo>
                  <a:lnTo>
                    <a:pt x="7858759" y="19050"/>
                  </a:lnTo>
                  <a:lnTo>
                    <a:pt x="7858759" y="0"/>
                  </a:lnTo>
                  <a:close/>
                </a:path>
                <a:path w="10424160" h="5213350">
                  <a:moveTo>
                    <a:pt x="7864093" y="0"/>
                  </a:moveTo>
                  <a:lnTo>
                    <a:pt x="7858759" y="0"/>
                  </a:lnTo>
                  <a:lnTo>
                    <a:pt x="7858759" y="19050"/>
                  </a:lnTo>
                  <a:lnTo>
                    <a:pt x="7864093" y="19050"/>
                  </a:lnTo>
                  <a:lnTo>
                    <a:pt x="7868284" y="14732"/>
                  </a:lnTo>
                  <a:lnTo>
                    <a:pt x="7868284" y="4318"/>
                  </a:lnTo>
                  <a:lnTo>
                    <a:pt x="7864093" y="0"/>
                  </a:lnTo>
                  <a:close/>
                </a:path>
                <a:path w="10424160" h="5213350">
                  <a:moveTo>
                    <a:pt x="7896859" y="0"/>
                  </a:moveTo>
                  <a:lnTo>
                    <a:pt x="7891653" y="0"/>
                  </a:lnTo>
                  <a:lnTo>
                    <a:pt x="7887334" y="4318"/>
                  </a:lnTo>
                  <a:lnTo>
                    <a:pt x="7887334" y="14732"/>
                  </a:lnTo>
                  <a:lnTo>
                    <a:pt x="7891653" y="19050"/>
                  </a:lnTo>
                  <a:lnTo>
                    <a:pt x="7896859" y="19050"/>
                  </a:lnTo>
                  <a:lnTo>
                    <a:pt x="7896859" y="0"/>
                  </a:lnTo>
                  <a:close/>
                </a:path>
                <a:path w="10424160" h="5213350">
                  <a:moveTo>
                    <a:pt x="7902193" y="0"/>
                  </a:moveTo>
                  <a:lnTo>
                    <a:pt x="7896986" y="0"/>
                  </a:lnTo>
                  <a:lnTo>
                    <a:pt x="7896986" y="19050"/>
                  </a:lnTo>
                  <a:lnTo>
                    <a:pt x="7902193" y="19050"/>
                  </a:lnTo>
                  <a:lnTo>
                    <a:pt x="7906511" y="14732"/>
                  </a:lnTo>
                  <a:lnTo>
                    <a:pt x="7906511" y="4318"/>
                  </a:lnTo>
                  <a:lnTo>
                    <a:pt x="7902193" y="0"/>
                  </a:lnTo>
                  <a:close/>
                </a:path>
                <a:path w="10424160" h="5213350">
                  <a:moveTo>
                    <a:pt x="7935086" y="0"/>
                  </a:moveTo>
                  <a:lnTo>
                    <a:pt x="7929753" y="0"/>
                  </a:lnTo>
                  <a:lnTo>
                    <a:pt x="7925561" y="4318"/>
                  </a:lnTo>
                  <a:lnTo>
                    <a:pt x="7925561" y="14732"/>
                  </a:lnTo>
                  <a:lnTo>
                    <a:pt x="7929753" y="19050"/>
                  </a:lnTo>
                  <a:lnTo>
                    <a:pt x="7935086" y="19050"/>
                  </a:lnTo>
                  <a:lnTo>
                    <a:pt x="7935086" y="0"/>
                  </a:lnTo>
                  <a:close/>
                </a:path>
                <a:path w="10424160" h="5213350">
                  <a:moveTo>
                    <a:pt x="7940293" y="0"/>
                  </a:moveTo>
                  <a:lnTo>
                    <a:pt x="7935086" y="0"/>
                  </a:lnTo>
                  <a:lnTo>
                    <a:pt x="7935086" y="19050"/>
                  </a:lnTo>
                  <a:lnTo>
                    <a:pt x="7940293" y="19050"/>
                  </a:lnTo>
                  <a:lnTo>
                    <a:pt x="7944611" y="14732"/>
                  </a:lnTo>
                  <a:lnTo>
                    <a:pt x="7944611" y="4318"/>
                  </a:lnTo>
                  <a:lnTo>
                    <a:pt x="7940293" y="0"/>
                  </a:lnTo>
                  <a:close/>
                </a:path>
                <a:path w="10424160" h="5213350">
                  <a:moveTo>
                    <a:pt x="7973186" y="0"/>
                  </a:moveTo>
                  <a:lnTo>
                    <a:pt x="7967853" y="0"/>
                  </a:lnTo>
                  <a:lnTo>
                    <a:pt x="7963661" y="4318"/>
                  </a:lnTo>
                  <a:lnTo>
                    <a:pt x="7963661" y="14732"/>
                  </a:lnTo>
                  <a:lnTo>
                    <a:pt x="7967853" y="19050"/>
                  </a:lnTo>
                  <a:lnTo>
                    <a:pt x="7973186" y="19050"/>
                  </a:lnTo>
                  <a:lnTo>
                    <a:pt x="7973186" y="0"/>
                  </a:lnTo>
                  <a:close/>
                </a:path>
                <a:path w="10424160" h="5213350">
                  <a:moveTo>
                    <a:pt x="7978393" y="0"/>
                  </a:moveTo>
                  <a:lnTo>
                    <a:pt x="7973186" y="0"/>
                  </a:lnTo>
                  <a:lnTo>
                    <a:pt x="7973186" y="19050"/>
                  </a:lnTo>
                  <a:lnTo>
                    <a:pt x="7978393" y="19050"/>
                  </a:lnTo>
                  <a:lnTo>
                    <a:pt x="7982711" y="14732"/>
                  </a:lnTo>
                  <a:lnTo>
                    <a:pt x="7982711" y="4318"/>
                  </a:lnTo>
                  <a:lnTo>
                    <a:pt x="7978393" y="0"/>
                  </a:lnTo>
                  <a:close/>
                </a:path>
                <a:path w="10424160" h="5213350">
                  <a:moveTo>
                    <a:pt x="8011286" y="0"/>
                  </a:moveTo>
                  <a:lnTo>
                    <a:pt x="8005953" y="0"/>
                  </a:lnTo>
                  <a:lnTo>
                    <a:pt x="8001761" y="4318"/>
                  </a:lnTo>
                  <a:lnTo>
                    <a:pt x="8001761" y="14732"/>
                  </a:lnTo>
                  <a:lnTo>
                    <a:pt x="8005953" y="19050"/>
                  </a:lnTo>
                  <a:lnTo>
                    <a:pt x="8011286" y="19050"/>
                  </a:lnTo>
                  <a:lnTo>
                    <a:pt x="8011286" y="0"/>
                  </a:lnTo>
                  <a:close/>
                </a:path>
                <a:path w="10424160" h="5213350">
                  <a:moveTo>
                    <a:pt x="8016493" y="0"/>
                  </a:moveTo>
                  <a:lnTo>
                    <a:pt x="8011286" y="0"/>
                  </a:lnTo>
                  <a:lnTo>
                    <a:pt x="8011286" y="19050"/>
                  </a:lnTo>
                  <a:lnTo>
                    <a:pt x="8016493" y="19050"/>
                  </a:lnTo>
                  <a:lnTo>
                    <a:pt x="8020811" y="14732"/>
                  </a:lnTo>
                  <a:lnTo>
                    <a:pt x="8020811" y="4318"/>
                  </a:lnTo>
                  <a:lnTo>
                    <a:pt x="8016493" y="0"/>
                  </a:lnTo>
                  <a:close/>
                </a:path>
                <a:path w="10424160" h="5213350">
                  <a:moveTo>
                    <a:pt x="8049386" y="0"/>
                  </a:moveTo>
                  <a:lnTo>
                    <a:pt x="8044180" y="0"/>
                  </a:lnTo>
                  <a:lnTo>
                    <a:pt x="8039861" y="4318"/>
                  </a:lnTo>
                  <a:lnTo>
                    <a:pt x="8039861" y="14732"/>
                  </a:lnTo>
                  <a:lnTo>
                    <a:pt x="8044180" y="19050"/>
                  </a:lnTo>
                  <a:lnTo>
                    <a:pt x="8049386" y="19050"/>
                  </a:lnTo>
                  <a:lnTo>
                    <a:pt x="8049386" y="0"/>
                  </a:lnTo>
                  <a:close/>
                </a:path>
                <a:path w="10424160" h="5213350">
                  <a:moveTo>
                    <a:pt x="8054721" y="0"/>
                  </a:moveTo>
                  <a:lnTo>
                    <a:pt x="8049386" y="0"/>
                  </a:lnTo>
                  <a:lnTo>
                    <a:pt x="8049386" y="19050"/>
                  </a:lnTo>
                  <a:lnTo>
                    <a:pt x="8054721" y="19050"/>
                  </a:lnTo>
                  <a:lnTo>
                    <a:pt x="8058911" y="14732"/>
                  </a:lnTo>
                  <a:lnTo>
                    <a:pt x="8058911" y="4318"/>
                  </a:lnTo>
                  <a:lnTo>
                    <a:pt x="8054721" y="0"/>
                  </a:lnTo>
                  <a:close/>
                </a:path>
                <a:path w="10424160" h="5213350">
                  <a:moveTo>
                    <a:pt x="8087486" y="0"/>
                  </a:moveTo>
                  <a:lnTo>
                    <a:pt x="8082280" y="0"/>
                  </a:lnTo>
                  <a:lnTo>
                    <a:pt x="8077961" y="4318"/>
                  </a:lnTo>
                  <a:lnTo>
                    <a:pt x="8077961" y="14732"/>
                  </a:lnTo>
                  <a:lnTo>
                    <a:pt x="8082280" y="19050"/>
                  </a:lnTo>
                  <a:lnTo>
                    <a:pt x="8087486" y="19050"/>
                  </a:lnTo>
                  <a:lnTo>
                    <a:pt x="8087486" y="0"/>
                  </a:lnTo>
                  <a:close/>
                </a:path>
                <a:path w="10424160" h="5213350">
                  <a:moveTo>
                    <a:pt x="8092821" y="0"/>
                  </a:moveTo>
                  <a:lnTo>
                    <a:pt x="8087486" y="0"/>
                  </a:lnTo>
                  <a:lnTo>
                    <a:pt x="8087486" y="19050"/>
                  </a:lnTo>
                  <a:lnTo>
                    <a:pt x="8092821" y="19050"/>
                  </a:lnTo>
                  <a:lnTo>
                    <a:pt x="8097011" y="14732"/>
                  </a:lnTo>
                  <a:lnTo>
                    <a:pt x="8097011" y="4318"/>
                  </a:lnTo>
                  <a:lnTo>
                    <a:pt x="8092821" y="0"/>
                  </a:lnTo>
                  <a:close/>
                </a:path>
                <a:path w="10424160" h="5213350">
                  <a:moveTo>
                    <a:pt x="8125586" y="0"/>
                  </a:moveTo>
                  <a:lnTo>
                    <a:pt x="8120380" y="0"/>
                  </a:lnTo>
                  <a:lnTo>
                    <a:pt x="8116061" y="4318"/>
                  </a:lnTo>
                  <a:lnTo>
                    <a:pt x="8116061" y="14732"/>
                  </a:lnTo>
                  <a:lnTo>
                    <a:pt x="8120380" y="19050"/>
                  </a:lnTo>
                  <a:lnTo>
                    <a:pt x="8125586" y="19050"/>
                  </a:lnTo>
                  <a:lnTo>
                    <a:pt x="8125586" y="0"/>
                  </a:lnTo>
                  <a:close/>
                </a:path>
                <a:path w="10424160" h="5213350">
                  <a:moveTo>
                    <a:pt x="8130921" y="0"/>
                  </a:moveTo>
                  <a:lnTo>
                    <a:pt x="8125586" y="0"/>
                  </a:lnTo>
                  <a:lnTo>
                    <a:pt x="8125586" y="19050"/>
                  </a:lnTo>
                  <a:lnTo>
                    <a:pt x="8130921" y="19050"/>
                  </a:lnTo>
                  <a:lnTo>
                    <a:pt x="8135111" y="14732"/>
                  </a:lnTo>
                  <a:lnTo>
                    <a:pt x="8135111" y="4318"/>
                  </a:lnTo>
                  <a:lnTo>
                    <a:pt x="8130921" y="0"/>
                  </a:lnTo>
                  <a:close/>
                </a:path>
                <a:path w="10424160" h="5213350">
                  <a:moveTo>
                    <a:pt x="8163686" y="0"/>
                  </a:moveTo>
                  <a:lnTo>
                    <a:pt x="8158480" y="0"/>
                  </a:lnTo>
                  <a:lnTo>
                    <a:pt x="8154161" y="4318"/>
                  </a:lnTo>
                  <a:lnTo>
                    <a:pt x="8154161" y="14732"/>
                  </a:lnTo>
                  <a:lnTo>
                    <a:pt x="8158480" y="19050"/>
                  </a:lnTo>
                  <a:lnTo>
                    <a:pt x="8163686" y="19050"/>
                  </a:lnTo>
                  <a:lnTo>
                    <a:pt x="8163686" y="0"/>
                  </a:lnTo>
                  <a:close/>
                </a:path>
                <a:path w="10424160" h="5213350">
                  <a:moveTo>
                    <a:pt x="8169021" y="0"/>
                  </a:moveTo>
                  <a:lnTo>
                    <a:pt x="8163813" y="0"/>
                  </a:lnTo>
                  <a:lnTo>
                    <a:pt x="8163813" y="19050"/>
                  </a:lnTo>
                  <a:lnTo>
                    <a:pt x="8169021" y="19050"/>
                  </a:lnTo>
                  <a:lnTo>
                    <a:pt x="8173338" y="14732"/>
                  </a:lnTo>
                  <a:lnTo>
                    <a:pt x="8173338" y="4318"/>
                  </a:lnTo>
                  <a:lnTo>
                    <a:pt x="8169021" y="0"/>
                  </a:lnTo>
                  <a:close/>
                </a:path>
                <a:path w="10424160" h="5213350">
                  <a:moveTo>
                    <a:pt x="8201913" y="0"/>
                  </a:moveTo>
                  <a:lnTo>
                    <a:pt x="8196580" y="0"/>
                  </a:lnTo>
                  <a:lnTo>
                    <a:pt x="8192388" y="4318"/>
                  </a:lnTo>
                  <a:lnTo>
                    <a:pt x="8192388" y="14732"/>
                  </a:lnTo>
                  <a:lnTo>
                    <a:pt x="8196580" y="19050"/>
                  </a:lnTo>
                  <a:lnTo>
                    <a:pt x="8201913" y="19050"/>
                  </a:lnTo>
                  <a:lnTo>
                    <a:pt x="8201913" y="0"/>
                  </a:lnTo>
                  <a:close/>
                </a:path>
                <a:path w="10424160" h="5213350">
                  <a:moveTo>
                    <a:pt x="8207121" y="0"/>
                  </a:moveTo>
                  <a:lnTo>
                    <a:pt x="8201913" y="0"/>
                  </a:lnTo>
                  <a:lnTo>
                    <a:pt x="8201913" y="19050"/>
                  </a:lnTo>
                  <a:lnTo>
                    <a:pt x="8207121" y="19050"/>
                  </a:lnTo>
                  <a:lnTo>
                    <a:pt x="8211438" y="14732"/>
                  </a:lnTo>
                  <a:lnTo>
                    <a:pt x="8211438" y="4318"/>
                  </a:lnTo>
                  <a:lnTo>
                    <a:pt x="8207121" y="0"/>
                  </a:lnTo>
                  <a:close/>
                </a:path>
                <a:path w="10424160" h="5213350">
                  <a:moveTo>
                    <a:pt x="8240013" y="0"/>
                  </a:moveTo>
                  <a:lnTo>
                    <a:pt x="8234680" y="0"/>
                  </a:lnTo>
                  <a:lnTo>
                    <a:pt x="8230488" y="4318"/>
                  </a:lnTo>
                  <a:lnTo>
                    <a:pt x="8230488" y="14732"/>
                  </a:lnTo>
                  <a:lnTo>
                    <a:pt x="8234680" y="19050"/>
                  </a:lnTo>
                  <a:lnTo>
                    <a:pt x="8240013" y="19050"/>
                  </a:lnTo>
                  <a:lnTo>
                    <a:pt x="8240013" y="0"/>
                  </a:lnTo>
                  <a:close/>
                </a:path>
                <a:path w="10424160" h="5213350">
                  <a:moveTo>
                    <a:pt x="8245221" y="0"/>
                  </a:moveTo>
                  <a:lnTo>
                    <a:pt x="8240013" y="0"/>
                  </a:lnTo>
                  <a:lnTo>
                    <a:pt x="8240013" y="19050"/>
                  </a:lnTo>
                  <a:lnTo>
                    <a:pt x="8245221" y="19050"/>
                  </a:lnTo>
                  <a:lnTo>
                    <a:pt x="8249538" y="14732"/>
                  </a:lnTo>
                  <a:lnTo>
                    <a:pt x="8249538" y="4318"/>
                  </a:lnTo>
                  <a:lnTo>
                    <a:pt x="8245221" y="0"/>
                  </a:lnTo>
                  <a:close/>
                </a:path>
                <a:path w="10424160" h="5213350">
                  <a:moveTo>
                    <a:pt x="8278113" y="0"/>
                  </a:moveTo>
                  <a:lnTo>
                    <a:pt x="8272907" y="0"/>
                  </a:lnTo>
                  <a:lnTo>
                    <a:pt x="8268588" y="4318"/>
                  </a:lnTo>
                  <a:lnTo>
                    <a:pt x="8268588" y="14732"/>
                  </a:lnTo>
                  <a:lnTo>
                    <a:pt x="8272907" y="19050"/>
                  </a:lnTo>
                  <a:lnTo>
                    <a:pt x="8278113" y="19050"/>
                  </a:lnTo>
                  <a:lnTo>
                    <a:pt x="8278113" y="0"/>
                  </a:lnTo>
                  <a:close/>
                </a:path>
                <a:path w="10424160" h="5213350">
                  <a:moveTo>
                    <a:pt x="8283448" y="0"/>
                  </a:moveTo>
                  <a:lnTo>
                    <a:pt x="8278113" y="0"/>
                  </a:lnTo>
                  <a:lnTo>
                    <a:pt x="8278113" y="19050"/>
                  </a:lnTo>
                  <a:lnTo>
                    <a:pt x="8283448" y="19050"/>
                  </a:lnTo>
                  <a:lnTo>
                    <a:pt x="8287638" y="14732"/>
                  </a:lnTo>
                  <a:lnTo>
                    <a:pt x="8287638" y="4318"/>
                  </a:lnTo>
                  <a:lnTo>
                    <a:pt x="8283448" y="0"/>
                  </a:lnTo>
                  <a:close/>
                </a:path>
                <a:path w="10424160" h="5213350">
                  <a:moveTo>
                    <a:pt x="8316213" y="0"/>
                  </a:moveTo>
                  <a:lnTo>
                    <a:pt x="8311007" y="0"/>
                  </a:lnTo>
                  <a:lnTo>
                    <a:pt x="8306688" y="4318"/>
                  </a:lnTo>
                  <a:lnTo>
                    <a:pt x="8306688" y="14732"/>
                  </a:lnTo>
                  <a:lnTo>
                    <a:pt x="8311007" y="19050"/>
                  </a:lnTo>
                  <a:lnTo>
                    <a:pt x="8316213" y="19050"/>
                  </a:lnTo>
                  <a:lnTo>
                    <a:pt x="8316213" y="0"/>
                  </a:lnTo>
                  <a:close/>
                </a:path>
                <a:path w="10424160" h="5213350">
                  <a:moveTo>
                    <a:pt x="8321548" y="0"/>
                  </a:moveTo>
                  <a:lnTo>
                    <a:pt x="8316213" y="0"/>
                  </a:lnTo>
                  <a:lnTo>
                    <a:pt x="8316213" y="19050"/>
                  </a:lnTo>
                  <a:lnTo>
                    <a:pt x="8321548" y="19050"/>
                  </a:lnTo>
                  <a:lnTo>
                    <a:pt x="8325738" y="14732"/>
                  </a:lnTo>
                  <a:lnTo>
                    <a:pt x="8325738" y="4318"/>
                  </a:lnTo>
                  <a:lnTo>
                    <a:pt x="8321548" y="0"/>
                  </a:lnTo>
                  <a:close/>
                </a:path>
                <a:path w="10424160" h="5213350">
                  <a:moveTo>
                    <a:pt x="8354313" y="0"/>
                  </a:moveTo>
                  <a:lnTo>
                    <a:pt x="8349107" y="0"/>
                  </a:lnTo>
                  <a:lnTo>
                    <a:pt x="8344788" y="4318"/>
                  </a:lnTo>
                  <a:lnTo>
                    <a:pt x="8344788" y="14732"/>
                  </a:lnTo>
                  <a:lnTo>
                    <a:pt x="8349107" y="19050"/>
                  </a:lnTo>
                  <a:lnTo>
                    <a:pt x="8354313" y="19050"/>
                  </a:lnTo>
                  <a:lnTo>
                    <a:pt x="8354313" y="0"/>
                  </a:lnTo>
                  <a:close/>
                </a:path>
                <a:path w="10424160" h="5213350">
                  <a:moveTo>
                    <a:pt x="8359648" y="0"/>
                  </a:moveTo>
                  <a:lnTo>
                    <a:pt x="8354313" y="0"/>
                  </a:lnTo>
                  <a:lnTo>
                    <a:pt x="8354313" y="19050"/>
                  </a:lnTo>
                  <a:lnTo>
                    <a:pt x="8359648" y="19050"/>
                  </a:lnTo>
                  <a:lnTo>
                    <a:pt x="8363838" y="14732"/>
                  </a:lnTo>
                  <a:lnTo>
                    <a:pt x="8363838" y="4318"/>
                  </a:lnTo>
                  <a:lnTo>
                    <a:pt x="8359648" y="0"/>
                  </a:lnTo>
                  <a:close/>
                </a:path>
                <a:path w="10424160" h="5213350">
                  <a:moveTo>
                    <a:pt x="8392414" y="0"/>
                  </a:moveTo>
                  <a:lnTo>
                    <a:pt x="8387207" y="0"/>
                  </a:lnTo>
                  <a:lnTo>
                    <a:pt x="8382888" y="4318"/>
                  </a:lnTo>
                  <a:lnTo>
                    <a:pt x="8382888" y="14732"/>
                  </a:lnTo>
                  <a:lnTo>
                    <a:pt x="8387207" y="19050"/>
                  </a:lnTo>
                  <a:lnTo>
                    <a:pt x="8392414" y="19050"/>
                  </a:lnTo>
                  <a:lnTo>
                    <a:pt x="8392414" y="0"/>
                  </a:lnTo>
                  <a:close/>
                </a:path>
                <a:path w="10424160" h="5213350">
                  <a:moveTo>
                    <a:pt x="8397748" y="0"/>
                  </a:moveTo>
                  <a:lnTo>
                    <a:pt x="8392541" y="0"/>
                  </a:lnTo>
                  <a:lnTo>
                    <a:pt x="8392541" y="19050"/>
                  </a:lnTo>
                  <a:lnTo>
                    <a:pt x="8397748" y="19050"/>
                  </a:lnTo>
                  <a:lnTo>
                    <a:pt x="8402066" y="14732"/>
                  </a:lnTo>
                  <a:lnTo>
                    <a:pt x="8402066" y="4318"/>
                  </a:lnTo>
                  <a:lnTo>
                    <a:pt x="8397748" y="0"/>
                  </a:lnTo>
                  <a:close/>
                </a:path>
                <a:path w="10424160" h="5213350">
                  <a:moveTo>
                    <a:pt x="8430641" y="0"/>
                  </a:moveTo>
                  <a:lnTo>
                    <a:pt x="8425307" y="0"/>
                  </a:lnTo>
                  <a:lnTo>
                    <a:pt x="8421116" y="4318"/>
                  </a:lnTo>
                  <a:lnTo>
                    <a:pt x="8421116" y="14732"/>
                  </a:lnTo>
                  <a:lnTo>
                    <a:pt x="8425307" y="19050"/>
                  </a:lnTo>
                  <a:lnTo>
                    <a:pt x="8430641" y="19050"/>
                  </a:lnTo>
                  <a:lnTo>
                    <a:pt x="8430641" y="0"/>
                  </a:lnTo>
                  <a:close/>
                </a:path>
                <a:path w="10424160" h="5213350">
                  <a:moveTo>
                    <a:pt x="8435848" y="0"/>
                  </a:moveTo>
                  <a:lnTo>
                    <a:pt x="8430641" y="0"/>
                  </a:lnTo>
                  <a:lnTo>
                    <a:pt x="8430641" y="19050"/>
                  </a:lnTo>
                  <a:lnTo>
                    <a:pt x="8435848" y="19050"/>
                  </a:lnTo>
                  <a:lnTo>
                    <a:pt x="8440166" y="14732"/>
                  </a:lnTo>
                  <a:lnTo>
                    <a:pt x="8440166" y="4318"/>
                  </a:lnTo>
                  <a:lnTo>
                    <a:pt x="8435848" y="0"/>
                  </a:lnTo>
                  <a:close/>
                </a:path>
                <a:path w="10424160" h="5213350">
                  <a:moveTo>
                    <a:pt x="8468741" y="0"/>
                  </a:moveTo>
                  <a:lnTo>
                    <a:pt x="8463407" y="0"/>
                  </a:lnTo>
                  <a:lnTo>
                    <a:pt x="8459216" y="4318"/>
                  </a:lnTo>
                  <a:lnTo>
                    <a:pt x="8459216" y="14732"/>
                  </a:lnTo>
                  <a:lnTo>
                    <a:pt x="8463407" y="19050"/>
                  </a:lnTo>
                  <a:lnTo>
                    <a:pt x="8468741" y="19050"/>
                  </a:lnTo>
                  <a:lnTo>
                    <a:pt x="8468741" y="0"/>
                  </a:lnTo>
                  <a:close/>
                </a:path>
                <a:path w="10424160" h="5213350">
                  <a:moveTo>
                    <a:pt x="8473948" y="0"/>
                  </a:moveTo>
                  <a:lnTo>
                    <a:pt x="8468741" y="0"/>
                  </a:lnTo>
                  <a:lnTo>
                    <a:pt x="8468741" y="19050"/>
                  </a:lnTo>
                  <a:lnTo>
                    <a:pt x="8473948" y="19050"/>
                  </a:lnTo>
                  <a:lnTo>
                    <a:pt x="8478266" y="14732"/>
                  </a:lnTo>
                  <a:lnTo>
                    <a:pt x="8478266" y="4318"/>
                  </a:lnTo>
                  <a:lnTo>
                    <a:pt x="8473948" y="0"/>
                  </a:lnTo>
                  <a:close/>
                </a:path>
                <a:path w="10424160" h="5213350">
                  <a:moveTo>
                    <a:pt x="8506841" y="0"/>
                  </a:moveTo>
                  <a:lnTo>
                    <a:pt x="8501507" y="0"/>
                  </a:lnTo>
                  <a:lnTo>
                    <a:pt x="8497316" y="4318"/>
                  </a:lnTo>
                  <a:lnTo>
                    <a:pt x="8497316" y="14732"/>
                  </a:lnTo>
                  <a:lnTo>
                    <a:pt x="8501507" y="19050"/>
                  </a:lnTo>
                  <a:lnTo>
                    <a:pt x="8506841" y="19050"/>
                  </a:lnTo>
                  <a:lnTo>
                    <a:pt x="8506841" y="0"/>
                  </a:lnTo>
                  <a:close/>
                </a:path>
                <a:path w="10424160" h="5213350">
                  <a:moveTo>
                    <a:pt x="8512048" y="0"/>
                  </a:moveTo>
                  <a:lnTo>
                    <a:pt x="8506841" y="0"/>
                  </a:lnTo>
                  <a:lnTo>
                    <a:pt x="8506841" y="19050"/>
                  </a:lnTo>
                  <a:lnTo>
                    <a:pt x="8512048" y="19050"/>
                  </a:lnTo>
                  <a:lnTo>
                    <a:pt x="8516366" y="14732"/>
                  </a:lnTo>
                  <a:lnTo>
                    <a:pt x="8516366" y="4318"/>
                  </a:lnTo>
                  <a:lnTo>
                    <a:pt x="8512048" y="0"/>
                  </a:lnTo>
                  <a:close/>
                </a:path>
                <a:path w="10424160" h="5213350">
                  <a:moveTo>
                    <a:pt x="8544941" y="0"/>
                  </a:moveTo>
                  <a:lnTo>
                    <a:pt x="8539734" y="0"/>
                  </a:lnTo>
                  <a:lnTo>
                    <a:pt x="8535416" y="4318"/>
                  </a:lnTo>
                  <a:lnTo>
                    <a:pt x="8535416" y="14732"/>
                  </a:lnTo>
                  <a:lnTo>
                    <a:pt x="8539734" y="19050"/>
                  </a:lnTo>
                  <a:lnTo>
                    <a:pt x="8544941" y="19050"/>
                  </a:lnTo>
                  <a:lnTo>
                    <a:pt x="8544941" y="0"/>
                  </a:lnTo>
                  <a:close/>
                </a:path>
                <a:path w="10424160" h="5213350">
                  <a:moveTo>
                    <a:pt x="8550275" y="0"/>
                  </a:moveTo>
                  <a:lnTo>
                    <a:pt x="8544941" y="0"/>
                  </a:lnTo>
                  <a:lnTo>
                    <a:pt x="8544941" y="19050"/>
                  </a:lnTo>
                  <a:lnTo>
                    <a:pt x="8550275" y="19050"/>
                  </a:lnTo>
                  <a:lnTo>
                    <a:pt x="8554466" y="14732"/>
                  </a:lnTo>
                  <a:lnTo>
                    <a:pt x="8554466" y="4318"/>
                  </a:lnTo>
                  <a:lnTo>
                    <a:pt x="8550275" y="0"/>
                  </a:lnTo>
                  <a:close/>
                </a:path>
                <a:path w="10424160" h="5213350">
                  <a:moveTo>
                    <a:pt x="8583041" y="0"/>
                  </a:moveTo>
                  <a:lnTo>
                    <a:pt x="8577834" y="0"/>
                  </a:lnTo>
                  <a:lnTo>
                    <a:pt x="8573516" y="4318"/>
                  </a:lnTo>
                  <a:lnTo>
                    <a:pt x="8573516" y="14732"/>
                  </a:lnTo>
                  <a:lnTo>
                    <a:pt x="8577834" y="19050"/>
                  </a:lnTo>
                  <a:lnTo>
                    <a:pt x="8583041" y="19050"/>
                  </a:lnTo>
                  <a:lnTo>
                    <a:pt x="8583041" y="0"/>
                  </a:lnTo>
                  <a:close/>
                </a:path>
                <a:path w="10424160" h="5213350">
                  <a:moveTo>
                    <a:pt x="8588375" y="0"/>
                  </a:moveTo>
                  <a:lnTo>
                    <a:pt x="8583041" y="0"/>
                  </a:lnTo>
                  <a:lnTo>
                    <a:pt x="8583041" y="19050"/>
                  </a:lnTo>
                  <a:lnTo>
                    <a:pt x="8588375" y="19050"/>
                  </a:lnTo>
                  <a:lnTo>
                    <a:pt x="8592566" y="14732"/>
                  </a:lnTo>
                  <a:lnTo>
                    <a:pt x="8592566" y="4318"/>
                  </a:lnTo>
                  <a:lnTo>
                    <a:pt x="8588375" y="0"/>
                  </a:lnTo>
                  <a:close/>
                </a:path>
                <a:path w="10424160" h="5213350">
                  <a:moveTo>
                    <a:pt x="8621141" y="0"/>
                  </a:moveTo>
                  <a:lnTo>
                    <a:pt x="8615934" y="0"/>
                  </a:lnTo>
                  <a:lnTo>
                    <a:pt x="8611616" y="4318"/>
                  </a:lnTo>
                  <a:lnTo>
                    <a:pt x="8611616" y="14732"/>
                  </a:lnTo>
                  <a:lnTo>
                    <a:pt x="8615934" y="19050"/>
                  </a:lnTo>
                  <a:lnTo>
                    <a:pt x="8621141" y="19050"/>
                  </a:lnTo>
                  <a:lnTo>
                    <a:pt x="8621141" y="0"/>
                  </a:lnTo>
                  <a:close/>
                </a:path>
                <a:path w="10424160" h="5213350">
                  <a:moveTo>
                    <a:pt x="8626475" y="0"/>
                  </a:moveTo>
                  <a:lnTo>
                    <a:pt x="8621267" y="0"/>
                  </a:lnTo>
                  <a:lnTo>
                    <a:pt x="8621267" y="19050"/>
                  </a:lnTo>
                  <a:lnTo>
                    <a:pt x="8626475" y="19050"/>
                  </a:lnTo>
                  <a:lnTo>
                    <a:pt x="8630792" y="14732"/>
                  </a:lnTo>
                  <a:lnTo>
                    <a:pt x="8630792" y="4318"/>
                  </a:lnTo>
                  <a:lnTo>
                    <a:pt x="8626475" y="0"/>
                  </a:lnTo>
                  <a:close/>
                </a:path>
                <a:path w="10424160" h="5213350">
                  <a:moveTo>
                    <a:pt x="8659367" y="0"/>
                  </a:moveTo>
                  <a:lnTo>
                    <a:pt x="8654034" y="0"/>
                  </a:lnTo>
                  <a:lnTo>
                    <a:pt x="8649842" y="4318"/>
                  </a:lnTo>
                  <a:lnTo>
                    <a:pt x="8649842" y="14732"/>
                  </a:lnTo>
                  <a:lnTo>
                    <a:pt x="8654034" y="19050"/>
                  </a:lnTo>
                  <a:lnTo>
                    <a:pt x="8659367" y="19050"/>
                  </a:lnTo>
                  <a:lnTo>
                    <a:pt x="8659367" y="0"/>
                  </a:lnTo>
                  <a:close/>
                </a:path>
                <a:path w="10424160" h="5213350">
                  <a:moveTo>
                    <a:pt x="8664575" y="0"/>
                  </a:moveTo>
                  <a:lnTo>
                    <a:pt x="8659367" y="0"/>
                  </a:lnTo>
                  <a:lnTo>
                    <a:pt x="8659367" y="19050"/>
                  </a:lnTo>
                  <a:lnTo>
                    <a:pt x="8664575" y="19050"/>
                  </a:lnTo>
                  <a:lnTo>
                    <a:pt x="8668892" y="14732"/>
                  </a:lnTo>
                  <a:lnTo>
                    <a:pt x="8668892" y="4318"/>
                  </a:lnTo>
                  <a:lnTo>
                    <a:pt x="8664575" y="0"/>
                  </a:lnTo>
                  <a:close/>
                </a:path>
                <a:path w="10424160" h="5213350">
                  <a:moveTo>
                    <a:pt x="8697467" y="0"/>
                  </a:moveTo>
                  <a:lnTo>
                    <a:pt x="8692134" y="0"/>
                  </a:lnTo>
                  <a:lnTo>
                    <a:pt x="8687942" y="4318"/>
                  </a:lnTo>
                  <a:lnTo>
                    <a:pt x="8687942" y="14732"/>
                  </a:lnTo>
                  <a:lnTo>
                    <a:pt x="8692134" y="19050"/>
                  </a:lnTo>
                  <a:lnTo>
                    <a:pt x="8697467" y="19050"/>
                  </a:lnTo>
                  <a:lnTo>
                    <a:pt x="8697467" y="0"/>
                  </a:lnTo>
                  <a:close/>
                </a:path>
                <a:path w="10424160" h="5213350">
                  <a:moveTo>
                    <a:pt x="8702675" y="0"/>
                  </a:moveTo>
                  <a:lnTo>
                    <a:pt x="8697467" y="0"/>
                  </a:lnTo>
                  <a:lnTo>
                    <a:pt x="8697467" y="19050"/>
                  </a:lnTo>
                  <a:lnTo>
                    <a:pt x="8702675" y="19050"/>
                  </a:lnTo>
                  <a:lnTo>
                    <a:pt x="8706992" y="14732"/>
                  </a:lnTo>
                  <a:lnTo>
                    <a:pt x="8706992" y="4318"/>
                  </a:lnTo>
                  <a:lnTo>
                    <a:pt x="8702675" y="0"/>
                  </a:lnTo>
                  <a:close/>
                </a:path>
                <a:path w="10424160" h="5213350">
                  <a:moveTo>
                    <a:pt x="8735567" y="0"/>
                  </a:moveTo>
                  <a:lnTo>
                    <a:pt x="8730234" y="0"/>
                  </a:lnTo>
                  <a:lnTo>
                    <a:pt x="8726042" y="4318"/>
                  </a:lnTo>
                  <a:lnTo>
                    <a:pt x="8726042" y="14732"/>
                  </a:lnTo>
                  <a:lnTo>
                    <a:pt x="8730234" y="19050"/>
                  </a:lnTo>
                  <a:lnTo>
                    <a:pt x="8735567" y="19050"/>
                  </a:lnTo>
                  <a:lnTo>
                    <a:pt x="8735567" y="0"/>
                  </a:lnTo>
                  <a:close/>
                </a:path>
                <a:path w="10424160" h="5213350">
                  <a:moveTo>
                    <a:pt x="8740775" y="0"/>
                  </a:moveTo>
                  <a:lnTo>
                    <a:pt x="8735567" y="0"/>
                  </a:lnTo>
                  <a:lnTo>
                    <a:pt x="8735567" y="19050"/>
                  </a:lnTo>
                  <a:lnTo>
                    <a:pt x="8740775" y="19050"/>
                  </a:lnTo>
                  <a:lnTo>
                    <a:pt x="8745092" y="14732"/>
                  </a:lnTo>
                  <a:lnTo>
                    <a:pt x="8745092" y="4318"/>
                  </a:lnTo>
                  <a:lnTo>
                    <a:pt x="8740775" y="0"/>
                  </a:lnTo>
                  <a:close/>
                </a:path>
                <a:path w="10424160" h="5213350">
                  <a:moveTo>
                    <a:pt x="8773667" y="0"/>
                  </a:moveTo>
                  <a:lnTo>
                    <a:pt x="8768461" y="0"/>
                  </a:lnTo>
                  <a:lnTo>
                    <a:pt x="8764142" y="4318"/>
                  </a:lnTo>
                  <a:lnTo>
                    <a:pt x="8764142" y="14732"/>
                  </a:lnTo>
                  <a:lnTo>
                    <a:pt x="8768461" y="19050"/>
                  </a:lnTo>
                  <a:lnTo>
                    <a:pt x="8773667" y="19050"/>
                  </a:lnTo>
                  <a:lnTo>
                    <a:pt x="8773667" y="0"/>
                  </a:lnTo>
                  <a:close/>
                </a:path>
                <a:path w="10424160" h="5213350">
                  <a:moveTo>
                    <a:pt x="8779002" y="0"/>
                  </a:moveTo>
                  <a:lnTo>
                    <a:pt x="8773667" y="0"/>
                  </a:lnTo>
                  <a:lnTo>
                    <a:pt x="8773667" y="19050"/>
                  </a:lnTo>
                  <a:lnTo>
                    <a:pt x="8779002" y="19050"/>
                  </a:lnTo>
                  <a:lnTo>
                    <a:pt x="8783192" y="14732"/>
                  </a:lnTo>
                  <a:lnTo>
                    <a:pt x="8783192" y="4318"/>
                  </a:lnTo>
                  <a:lnTo>
                    <a:pt x="8779002" y="0"/>
                  </a:lnTo>
                  <a:close/>
                </a:path>
                <a:path w="10424160" h="5213350">
                  <a:moveTo>
                    <a:pt x="8811767" y="0"/>
                  </a:moveTo>
                  <a:lnTo>
                    <a:pt x="8806561" y="0"/>
                  </a:lnTo>
                  <a:lnTo>
                    <a:pt x="8802242" y="4318"/>
                  </a:lnTo>
                  <a:lnTo>
                    <a:pt x="8802242" y="14732"/>
                  </a:lnTo>
                  <a:lnTo>
                    <a:pt x="8806561" y="19050"/>
                  </a:lnTo>
                  <a:lnTo>
                    <a:pt x="8811767" y="19050"/>
                  </a:lnTo>
                  <a:lnTo>
                    <a:pt x="8811767" y="0"/>
                  </a:lnTo>
                  <a:close/>
                </a:path>
                <a:path w="10424160" h="5213350">
                  <a:moveTo>
                    <a:pt x="8817102" y="0"/>
                  </a:moveTo>
                  <a:lnTo>
                    <a:pt x="8811767" y="0"/>
                  </a:lnTo>
                  <a:lnTo>
                    <a:pt x="8811767" y="19050"/>
                  </a:lnTo>
                  <a:lnTo>
                    <a:pt x="8817102" y="19050"/>
                  </a:lnTo>
                  <a:lnTo>
                    <a:pt x="8821292" y="14732"/>
                  </a:lnTo>
                  <a:lnTo>
                    <a:pt x="8821292" y="4318"/>
                  </a:lnTo>
                  <a:lnTo>
                    <a:pt x="8817102" y="0"/>
                  </a:lnTo>
                  <a:close/>
                </a:path>
                <a:path w="10424160" h="5213350">
                  <a:moveTo>
                    <a:pt x="8849867" y="0"/>
                  </a:moveTo>
                  <a:lnTo>
                    <a:pt x="8844661" y="0"/>
                  </a:lnTo>
                  <a:lnTo>
                    <a:pt x="8840342" y="4318"/>
                  </a:lnTo>
                  <a:lnTo>
                    <a:pt x="8840342" y="14732"/>
                  </a:lnTo>
                  <a:lnTo>
                    <a:pt x="8844661" y="19050"/>
                  </a:lnTo>
                  <a:lnTo>
                    <a:pt x="8849867" y="19050"/>
                  </a:lnTo>
                  <a:lnTo>
                    <a:pt x="8849867" y="0"/>
                  </a:lnTo>
                  <a:close/>
                </a:path>
                <a:path w="10424160" h="5213350">
                  <a:moveTo>
                    <a:pt x="8855202" y="0"/>
                  </a:moveTo>
                  <a:lnTo>
                    <a:pt x="8849867" y="0"/>
                  </a:lnTo>
                  <a:lnTo>
                    <a:pt x="8849867" y="19050"/>
                  </a:lnTo>
                  <a:lnTo>
                    <a:pt x="8855202" y="19050"/>
                  </a:lnTo>
                  <a:lnTo>
                    <a:pt x="8859392" y="14732"/>
                  </a:lnTo>
                  <a:lnTo>
                    <a:pt x="8859392" y="4318"/>
                  </a:lnTo>
                  <a:lnTo>
                    <a:pt x="8855202" y="0"/>
                  </a:lnTo>
                  <a:close/>
                </a:path>
                <a:path w="10424160" h="5213350">
                  <a:moveTo>
                    <a:pt x="8887967" y="0"/>
                  </a:moveTo>
                  <a:lnTo>
                    <a:pt x="8882761" y="0"/>
                  </a:lnTo>
                  <a:lnTo>
                    <a:pt x="8878442" y="4318"/>
                  </a:lnTo>
                  <a:lnTo>
                    <a:pt x="8878442" y="14732"/>
                  </a:lnTo>
                  <a:lnTo>
                    <a:pt x="8882761" y="19050"/>
                  </a:lnTo>
                  <a:lnTo>
                    <a:pt x="8887967" y="19050"/>
                  </a:lnTo>
                  <a:lnTo>
                    <a:pt x="8887967" y="0"/>
                  </a:lnTo>
                  <a:close/>
                </a:path>
                <a:path w="10424160" h="5213350">
                  <a:moveTo>
                    <a:pt x="8893302" y="0"/>
                  </a:moveTo>
                  <a:lnTo>
                    <a:pt x="8888094" y="0"/>
                  </a:lnTo>
                  <a:lnTo>
                    <a:pt x="8888094" y="19050"/>
                  </a:lnTo>
                  <a:lnTo>
                    <a:pt x="8893302" y="19050"/>
                  </a:lnTo>
                  <a:lnTo>
                    <a:pt x="8897619" y="14732"/>
                  </a:lnTo>
                  <a:lnTo>
                    <a:pt x="8897619" y="4318"/>
                  </a:lnTo>
                  <a:lnTo>
                    <a:pt x="8893302" y="0"/>
                  </a:lnTo>
                  <a:close/>
                </a:path>
                <a:path w="10424160" h="5213350">
                  <a:moveTo>
                    <a:pt x="8926194" y="0"/>
                  </a:moveTo>
                  <a:lnTo>
                    <a:pt x="8920861" y="0"/>
                  </a:lnTo>
                  <a:lnTo>
                    <a:pt x="8916669" y="4318"/>
                  </a:lnTo>
                  <a:lnTo>
                    <a:pt x="8916669" y="14732"/>
                  </a:lnTo>
                  <a:lnTo>
                    <a:pt x="8920861" y="19050"/>
                  </a:lnTo>
                  <a:lnTo>
                    <a:pt x="8926194" y="19050"/>
                  </a:lnTo>
                  <a:lnTo>
                    <a:pt x="8926194" y="0"/>
                  </a:lnTo>
                  <a:close/>
                </a:path>
                <a:path w="10424160" h="5213350">
                  <a:moveTo>
                    <a:pt x="8931402" y="0"/>
                  </a:moveTo>
                  <a:lnTo>
                    <a:pt x="8926194" y="0"/>
                  </a:lnTo>
                  <a:lnTo>
                    <a:pt x="8926194" y="19050"/>
                  </a:lnTo>
                  <a:lnTo>
                    <a:pt x="8931402" y="19050"/>
                  </a:lnTo>
                  <a:lnTo>
                    <a:pt x="8935719" y="14732"/>
                  </a:lnTo>
                  <a:lnTo>
                    <a:pt x="8935719" y="4318"/>
                  </a:lnTo>
                  <a:lnTo>
                    <a:pt x="8931402" y="0"/>
                  </a:lnTo>
                  <a:close/>
                </a:path>
                <a:path w="10424160" h="5213350">
                  <a:moveTo>
                    <a:pt x="8964294" y="0"/>
                  </a:moveTo>
                  <a:lnTo>
                    <a:pt x="8958961" y="0"/>
                  </a:lnTo>
                  <a:lnTo>
                    <a:pt x="8954769" y="4318"/>
                  </a:lnTo>
                  <a:lnTo>
                    <a:pt x="8954769" y="14732"/>
                  </a:lnTo>
                  <a:lnTo>
                    <a:pt x="8958961" y="19050"/>
                  </a:lnTo>
                  <a:lnTo>
                    <a:pt x="8964294" y="19050"/>
                  </a:lnTo>
                  <a:lnTo>
                    <a:pt x="8964294" y="0"/>
                  </a:lnTo>
                  <a:close/>
                </a:path>
                <a:path w="10424160" h="5213350">
                  <a:moveTo>
                    <a:pt x="8969502" y="0"/>
                  </a:moveTo>
                  <a:lnTo>
                    <a:pt x="8964294" y="0"/>
                  </a:lnTo>
                  <a:lnTo>
                    <a:pt x="8964294" y="19050"/>
                  </a:lnTo>
                  <a:lnTo>
                    <a:pt x="8969502" y="19050"/>
                  </a:lnTo>
                  <a:lnTo>
                    <a:pt x="8973819" y="14732"/>
                  </a:lnTo>
                  <a:lnTo>
                    <a:pt x="8973819" y="4318"/>
                  </a:lnTo>
                  <a:lnTo>
                    <a:pt x="8969502" y="0"/>
                  </a:lnTo>
                  <a:close/>
                </a:path>
                <a:path w="10424160" h="5213350">
                  <a:moveTo>
                    <a:pt x="9002394" y="0"/>
                  </a:moveTo>
                  <a:lnTo>
                    <a:pt x="8997188" y="0"/>
                  </a:lnTo>
                  <a:lnTo>
                    <a:pt x="8992869" y="4318"/>
                  </a:lnTo>
                  <a:lnTo>
                    <a:pt x="8992869" y="14732"/>
                  </a:lnTo>
                  <a:lnTo>
                    <a:pt x="8997188" y="19050"/>
                  </a:lnTo>
                  <a:lnTo>
                    <a:pt x="9002394" y="19050"/>
                  </a:lnTo>
                  <a:lnTo>
                    <a:pt x="9002394" y="0"/>
                  </a:lnTo>
                  <a:close/>
                </a:path>
                <a:path w="10424160" h="5213350">
                  <a:moveTo>
                    <a:pt x="9007729" y="0"/>
                  </a:moveTo>
                  <a:lnTo>
                    <a:pt x="9002394" y="0"/>
                  </a:lnTo>
                  <a:lnTo>
                    <a:pt x="9002394" y="19050"/>
                  </a:lnTo>
                  <a:lnTo>
                    <a:pt x="9007729" y="19050"/>
                  </a:lnTo>
                  <a:lnTo>
                    <a:pt x="9011919" y="14732"/>
                  </a:lnTo>
                  <a:lnTo>
                    <a:pt x="9011919" y="4318"/>
                  </a:lnTo>
                  <a:lnTo>
                    <a:pt x="9007729" y="0"/>
                  </a:lnTo>
                  <a:close/>
                </a:path>
                <a:path w="10424160" h="5213350">
                  <a:moveTo>
                    <a:pt x="9040494" y="0"/>
                  </a:moveTo>
                  <a:lnTo>
                    <a:pt x="9035288" y="0"/>
                  </a:lnTo>
                  <a:lnTo>
                    <a:pt x="9030969" y="4318"/>
                  </a:lnTo>
                  <a:lnTo>
                    <a:pt x="9030969" y="14732"/>
                  </a:lnTo>
                  <a:lnTo>
                    <a:pt x="9035288" y="19050"/>
                  </a:lnTo>
                  <a:lnTo>
                    <a:pt x="9040494" y="19050"/>
                  </a:lnTo>
                  <a:lnTo>
                    <a:pt x="9040494" y="0"/>
                  </a:lnTo>
                  <a:close/>
                </a:path>
                <a:path w="10424160" h="5213350">
                  <a:moveTo>
                    <a:pt x="9045829" y="0"/>
                  </a:moveTo>
                  <a:lnTo>
                    <a:pt x="9040494" y="0"/>
                  </a:lnTo>
                  <a:lnTo>
                    <a:pt x="9040494" y="19050"/>
                  </a:lnTo>
                  <a:lnTo>
                    <a:pt x="9045829" y="19050"/>
                  </a:lnTo>
                  <a:lnTo>
                    <a:pt x="9050019" y="14732"/>
                  </a:lnTo>
                  <a:lnTo>
                    <a:pt x="9050019" y="4318"/>
                  </a:lnTo>
                  <a:lnTo>
                    <a:pt x="9045829" y="0"/>
                  </a:lnTo>
                  <a:close/>
                </a:path>
                <a:path w="10424160" h="5213350">
                  <a:moveTo>
                    <a:pt x="9078594" y="0"/>
                  </a:moveTo>
                  <a:lnTo>
                    <a:pt x="9073388" y="0"/>
                  </a:lnTo>
                  <a:lnTo>
                    <a:pt x="9069069" y="4318"/>
                  </a:lnTo>
                  <a:lnTo>
                    <a:pt x="9069069" y="14732"/>
                  </a:lnTo>
                  <a:lnTo>
                    <a:pt x="9073388" y="19050"/>
                  </a:lnTo>
                  <a:lnTo>
                    <a:pt x="9078594" y="19050"/>
                  </a:lnTo>
                  <a:lnTo>
                    <a:pt x="9078594" y="0"/>
                  </a:lnTo>
                  <a:close/>
                </a:path>
                <a:path w="10424160" h="5213350">
                  <a:moveTo>
                    <a:pt x="9083929" y="0"/>
                  </a:moveTo>
                  <a:lnTo>
                    <a:pt x="9078594" y="0"/>
                  </a:lnTo>
                  <a:lnTo>
                    <a:pt x="9078594" y="19050"/>
                  </a:lnTo>
                  <a:lnTo>
                    <a:pt x="9083929" y="19050"/>
                  </a:lnTo>
                  <a:lnTo>
                    <a:pt x="9088119" y="14732"/>
                  </a:lnTo>
                  <a:lnTo>
                    <a:pt x="9088119" y="4318"/>
                  </a:lnTo>
                  <a:lnTo>
                    <a:pt x="9083929" y="0"/>
                  </a:lnTo>
                  <a:close/>
                </a:path>
                <a:path w="10424160" h="5213350">
                  <a:moveTo>
                    <a:pt x="9116694" y="0"/>
                  </a:moveTo>
                  <a:lnTo>
                    <a:pt x="9111488" y="0"/>
                  </a:lnTo>
                  <a:lnTo>
                    <a:pt x="9107169" y="4318"/>
                  </a:lnTo>
                  <a:lnTo>
                    <a:pt x="9107169" y="14732"/>
                  </a:lnTo>
                  <a:lnTo>
                    <a:pt x="9111488" y="19050"/>
                  </a:lnTo>
                  <a:lnTo>
                    <a:pt x="9116694" y="19050"/>
                  </a:lnTo>
                  <a:lnTo>
                    <a:pt x="9116694" y="0"/>
                  </a:lnTo>
                  <a:close/>
                </a:path>
                <a:path w="10424160" h="5213350">
                  <a:moveTo>
                    <a:pt x="9116822" y="12700"/>
                  </a:moveTo>
                  <a:lnTo>
                    <a:pt x="9116694" y="12700"/>
                  </a:lnTo>
                  <a:lnTo>
                    <a:pt x="9116694" y="19050"/>
                  </a:lnTo>
                  <a:lnTo>
                    <a:pt x="9116822" y="19050"/>
                  </a:lnTo>
                  <a:lnTo>
                    <a:pt x="9116822" y="12700"/>
                  </a:lnTo>
                  <a:close/>
                </a:path>
                <a:path w="10424160" h="5213350">
                  <a:moveTo>
                    <a:pt x="9122029" y="0"/>
                  </a:moveTo>
                  <a:lnTo>
                    <a:pt x="9116822" y="0"/>
                  </a:lnTo>
                  <a:lnTo>
                    <a:pt x="9116822" y="19050"/>
                  </a:lnTo>
                  <a:lnTo>
                    <a:pt x="9122029" y="19050"/>
                  </a:lnTo>
                  <a:lnTo>
                    <a:pt x="9126347" y="14732"/>
                  </a:lnTo>
                  <a:lnTo>
                    <a:pt x="9126347" y="4318"/>
                  </a:lnTo>
                  <a:lnTo>
                    <a:pt x="9122029" y="0"/>
                  </a:lnTo>
                  <a:close/>
                </a:path>
                <a:path w="10424160" h="5213350">
                  <a:moveTo>
                    <a:pt x="9116822" y="0"/>
                  </a:moveTo>
                  <a:lnTo>
                    <a:pt x="9116694" y="0"/>
                  </a:lnTo>
                  <a:lnTo>
                    <a:pt x="9116694" y="6350"/>
                  </a:lnTo>
                  <a:lnTo>
                    <a:pt x="9116822" y="6350"/>
                  </a:lnTo>
                  <a:lnTo>
                    <a:pt x="9116822" y="0"/>
                  </a:lnTo>
                  <a:close/>
                </a:path>
                <a:path w="10424160" h="5213350">
                  <a:moveTo>
                    <a:pt x="9154922" y="0"/>
                  </a:moveTo>
                  <a:lnTo>
                    <a:pt x="9149588" y="0"/>
                  </a:lnTo>
                  <a:lnTo>
                    <a:pt x="9145397" y="4318"/>
                  </a:lnTo>
                  <a:lnTo>
                    <a:pt x="9145397" y="14732"/>
                  </a:lnTo>
                  <a:lnTo>
                    <a:pt x="9149588" y="19050"/>
                  </a:lnTo>
                  <a:lnTo>
                    <a:pt x="9154922" y="19050"/>
                  </a:lnTo>
                  <a:lnTo>
                    <a:pt x="9154922" y="0"/>
                  </a:lnTo>
                  <a:close/>
                </a:path>
                <a:path w="10424160" h="5213350">
                  <a:moveTo>
                    <a:pt x="9160129" y="0"/>
                  </a:moveTo>
                  <a:lnTo>
                    <a:pt x="9154922" y="0"/>
                  </a:lnTo>
                  <a:lnTo>
                    <a:pt x="9154922" y="19050"/>
                  </a:lnTo>
                  <a:lnTo>
                    <a:pt x="9160129" y="19050"/>
                  </a:lnTo>
                  <a:lnTo>
                    <a:pt x="9164447" y="14732"/>
                  </a:lnTo>
                  <a:lnTo>
                    <a:pt x="9164447" y="4318"/>
                  </a:lnTo>
                  <a:lnTo>
                    <a:pt x="9160129" y="0"/>
                  </a:lnTo>
                  <a:close/>
                </a:path>
                <a:path w="10424160" h="5213350">
                  <a:moveTo>
                    <a:pt x="9193022" y="0"/>
                  </a:moveTo>
                  <a:lnTo>
                    <a:pt x="9187688" y="0"/>
                  </a:lnTo>
                  <a:lnTo>
                    <a:pt x="9183497" y="4318"/>
                  </a:lnTo>
                  <a:lnTo>
                    <a:pt x="9183497" y="14732"/>
                  </a:lnTo>
                  <a:lnTo>
                    <a:pt x="9187688" y="19050"/>
                  </a:lnTo>
                  <a:lnTo>
                    <a:pt x="9193022" y="19050"/>
                  </a:lnTo>
                  <a:lnTo>
                    <a:pt x="9193022" y="0"/>
                  </a:lnTo>
                  <a:close/>
                </a:path>
                <a:path w="10424160" h="5213350">
                  <a:moveTo>
                    <a:pt x="9198229" y="0"/>
                  </a:moveTo>
                  <a:lnTo>
                    <a:pt x="9193022" y="0"/>
                  </a:lnTo>
                  <a:lnTo>
                    <a:pt x="9193022" y="19050"/>
                  </a:lnTo>
                  <a:lnTo>
                    <a:pt x="9198229" y="19050"/>
                  </a:lnTo>
                  <a:lnTo>
                    <a:pt x="9202547" y="14732"/>
                  </a:lnTo>
                  <a:lnTo>
                    <a:pt x="9202547" y="4318"/>
                  </a:lnTo>
                  <a:lnTo>
                    <a:pt x="9198229" y="0"/>
                  </a:lnTo>
                  <a:close/>
                </a:path>
                <a:path w="10424160" h="5213350">
                  <a:moveTo>
                    <a:pt x="9231122" y="0"/>
                  </a:moveTo>
                  <a:lnTo>
                    <a:pt x="9225788" y="0"/>
                  </a:lnTo>
                  <a:lnTo>
                    <a:pt x="9221597" y="4318"/>
                  </a:lnTo>
                  <a:lnTo>
                    <a:pt x="9221597" y="14732"/>
                  </a:lnTo>
                  <a:lnTo>
                    <a:pt x="9225788" y="19050"/>
                  </a:lnTo>
                  <a:lnTo>
                    <a:pt x="9231122" y="19050"/>
                  </a:lnTo>
                  <a:lnTo>
                    <a:pt x="9231122" y="0"/>
                  </a:lnTo>
                  <a:close/>
                </a:path>
                <a:path w="10424160" h="5213350">
                  <a:moveTo>
                    <a:pt x="9236329" y="0"/>
                  </a:moveTo>
                  <a:lnTo>
                    <a:pt x="9231122" y="0"/>
                  </a:lnTo>
                  <a:lnTo>
                    <a:pt x="9231122" y="19050"/>
                  </a:lnTo>
                  <a:lnTo>
                    <a:pt x="9236329" y="19050"/>
                  </a:lnTo>
                  <a:lnTo>
                    <a:pt x="9240647" y="14732"/>
                  </a:lnTo>
                  <a:lnTo>
                    <a:pt x="9240647" y="4318"/>
                  </a:lnTo>
                  <a:lnTo>
                    <a:pt x="9236329" y="0"/>
                  </a:lnTo>
                  <a:close/>
                </a:path>
                <a:path w="10424160" h="5213350">
                  <a:moveTo>
                    <a:pt x="9269222" y="0"/>
                  </a:moveTo>
                  <a:lnTo>
                    <a:pt x="9264015" y="0"/>
                  </a:lnTo>
                  <a:lnTo>
                    <a:pt x="9259697" y="4318"/>
                  </a:lnTo>
                  <a:lnTo>
                    <a:pt x="9259697" y="14732"/>
                  </a:lnTo>
                  <a:lnTo>
                    <a:pt x="9264015" y="19050"/>
                  </a:lnTo>
                  <a:lnTo>
                    <a:pt x="9269222" y="19050"/>
                  </a:lnTo>
                  <a:lnTo>
                    <a:pt x="9269222" y="0"/>
                  </a:lnTo>
                  <a:close/>
                </a:path>
                <a:path w="10424160" h="5213350">
                  <a:moveTo>
                    <a:pt x="9274556" y="0"/>
                  </a:moveTo>
                  <a:lnTo>
                    <a:pt x="9269222" y="0"/>
                  </a:lnTo>
                  <a:lnTo>
                    <a:pt x="9269222" y="19050"/>
                  </a:lnTo>
                  <a:lnTo>
                    <a:pt x="9274556" y="19050"/>
                  </a:lnTo>
                  <a:lnTo>
                    <a:pt x="9278747" y="14732"/>
                  </a:lnTo>
                  <a:lnTo>
                    <a:pt x="9278747" y="4318"/>
                  </a:lnTo>
                  <a:lnTo>
                    <a:pt x="9274556" y="0"/>
                  </a:lnTo>
                  <a:close/>
                </a:path>
                <a:path w="10424160" h="5213350">
                  <a:moveTo>
                    <a:pt x="9307322" y="0"/>
                  </a:moveTo>
                  <a:lnTo>
                    <a:pt x="9302115" y="0"/>
                  </a:lnTo>
                  <a:lnTo>
                    <a:pt x="9297797" y="4318"/>
                  </a:lnTo>
                  <a:lnTo>
                    <a:pt x="9297797" y="14732"/>
                  </a:lnTo>
                  <a:lnTo>
                    <a:pt x="9302115" y="19050"/>
                  </a:lnTo>
                  <a:lnTo>
                    <a:pt x="9307322" y="19050"/>
                  </a:lnTo>
                  <a:lnTo>
                    <a:pt x="9307322" y="0"/>
                  </a:lnTo>
                  <a:close/>
                </a:path>
                <a:path w="10424160" h="5213350">
                  <a:moveTo>
                    <a:pt x="9312656" y="0"/>
                  </a:moveTo>
                  <a:lnTo>
                    <a:pt x="9307322" y="0"/>
                  </a:lnTo>
                  <a:lnTo>
                    <a:pt x="9307322" y="19050"/>
                  </a:lnTo>
                  <a:lnTo>
                    <a:pt x="9312656" y="19050"/>
                  </a:lnTo>
                  <a:lnTo>
                    <a:pt x="9316847" y="14732"/>
                  </a:lnTo>
                  <a:lnTo>
                    <a:pt x="9316847" y="4318"/>
                  </a:lnTo>
                  <a:lnTo>
                    <a:pt x="9312656" y="0"/>
                  </a:lnTo>
                  <a:close/>
                </a:path>
                <a:path w="10424160" h="5213350">
                  <a:moveTo>
                    <a:pt x="9345422" y="0"/>
                  </a:moveTo>
                  <a:lnTo>
                    <a:pt x="9340215" y="0"/>
                  </a:lnTo>
                  <a:lnTo>
                    <a:pt x="9335897" y="4318"/>
                  </a:lnTo>
                  <a:lnTo>
                    <a:pt x="9335897" y="14732"/>
                  </a:lnTo>
                  <a:lnTo>
                    <a:pt x="9340215" y="19050"/>
                  </a:lnTo>
                  <a:lnTo>
                    <a:pt x="9345422" y="19050"/>
                  </a:lnTo>
                  <a:lnTo>
                    <a:pt x="9345422" y="0"/>
                  </a:lnTo>
                  <a:close/>
                </a:path>
                <a:path w="10424160" h="5213350">
                  <a:moveTo>
                    <a:pt x="9350756" y="0"/>
                  </a:moveTo>
                  <a:lnTo>
                    <a:pt x="9345549" y="0"/>
                  </a:lnTo>
                  <a:lnTo>
                    <a:pt x="9345549" y="19050"/>
                  </a:lnTo>
                  <a:lnTo>
                    <a:pt x="9350756" y="19050"/>
                  </a:lnTo>
                  <a:lnTo>
                    <a:pt x="9355074" y="14732"/>
                  </a:lnTo>
                  <a:lnTo>
                    <a:pt x="9355074" y="4318"/>
                  </a:lnTo>
                  <a:lnTo>
                    <a:pt x="9350756" y="0"/>
                  </a:lnTo>
                  <a:close/>
                </a:path>
                <a:path w="10424160" h="5213350">
                  <a:moveTo>
                    <a:pt x="9383649" y="0"/>
                  </a:moveTo>
                  <a:lnTo>
                    <a:pt x="9378315" y="0"/>
                  </a:lnTo>
                  <a:lnTo>
                    <a:pt x="9374124" y="4318"/>
                  </a:lnTo>
                  <a:lnTo>
                    <a:pt x="9374124" y="14732"/>
                  </a:lnTo>
                  <a:lnTo>
                    <a:pt x="9378315" y="19050"/>
                  </a:lnTo>
                  <a:lnTo>
                    <a:pt x="9383649" y="19050"/>
                  </a:lnTo>
                  <a:lnTo>
                    <a:pt x="9383649" y="0"/>
                  </a:lnTo>
                  <a:close/>
                </a:path>
                <a:path w="10424160" h="5213350">
                  <a:moveTo>
                    <a:pt x="9388856" y="0"/>
                  </a:moveTo>
                  <a:lnTo>
                    <a:pt x="9383649" y="0"/>
                  </a:lnTo>
                  <a:lnTo>
                    <a:pt x="9383649" y="19050"/>
                  </a:lnTo>
                  <a:lnTo>
                    <a:pt x="9388856" y="19050"/>
                  </a:lnTo>
                  <a:lnTo>
                    <a:pt x="9393174" y="14732"/>
                  </a:lnTo>
                  <a:lnTo>
                    <a:pt x="9393174" y="4318"/>
                  </a:lnTo>
                  <a:lnTo>
                    <a:pt x="9388856" y="0"/>
                  </a:lnTo>
                  <a:close/>
                </a:path>
                <a:path w="10424160" h="5213350">
                  <a:moveTo>
                    <a:pt x="9421749" y="0"/>
                  </a:moveTo>
                  <a:lnTo>
                    <a:pt x="9416415" y="0"/>
                  </a:lnTo>
                  <a:lnTo>
                    <a:pt x="9412224" y="4318"/>
                  </a:lnTo>
                  <a:lnTo>
                    <a:pt x="9412224" y="14732"/>
                  </a:lnTo>
                  <a:lnTo>
                    <a:pt x="9416415" y="19050"/>
                  </a:lnTo>
                  <a:lnTo>
                    <a:pt x="9421749" y="19050"/>
                  </a:lnTo>
                  <a:lnTo>
                    <a:pt x="9421749" y="0"/>
                  </a:lnTo>
                  <a:close/>
                </a:path>
                <a:path w="10424160" h="5213350">
                  <a:moveTo>
                    <a:pt x="9426956" y="0"/>
                  </a:moveTo>
                  <a:lnTo>
                    <a:pt x="9421749" y="0"/>
                  </a:lnTo>
                  <a:lnTo>
                    <a:pt x="9421749" y="19050"/>
                  </a:lnTo>
                  <a:lnTo>
                    <a:pt x="9426956" y="19050"/>
                  </a:lnTo>
                  <a:lnTo>
                    <a:pt x="9431274" y="14732"/>
                  </a:lnTo>
                  <a:lnTo>
                    <a:pt x="9431274" y="4318"/>
                  </a:lnTo>
                  <a:lnTo>
                    <a:pt x="9426956" y="0"/>
                  </a:lnTo>
                  <a:close/>
                </a:path>
                <a:path w="10424160" h="5213350">
                  <a:moveTo>
                    <a:pt x="9459849" y="0"/>
                  </a:moveTo>
                  <a:lnTo>
                    <a:pt x="9454515" y="0"/>
                  </a:lnTo>
                  <a:lnTo>
                    <a:pt x="9450324" y="4318"/>
                  </a:lnTo>
                  <a:lnTo>
                    <a:pt x="9450324" y="14732"/>
                  </a:lnTo>
                  <a:lnTo>
                    <a:pt x="9454515" y="19050"/>
                  </a:lnTo>
                  <a:lnTo>
                    <a:pt x="9459849" y="19050"/>
                  </a:lnTo>
                  <a:lnTo>
                    <a:pt x="9459849" y="0"/>
                  </a:lnTo>
                  <a:close/>
                </a:path>
                <a:path w="10424160" h="5213350">
                  <a:moveTo>
                    <a:pt x="9465056" y="0"/>
                  </a:moveTo>
                  <a:lnTo>
                    <a:pt x="9459849" y="0"/>
                  </a:lnTo>
                  <a:lnTo>
                    <a:pt x="9459849" y="19050"/>
                  </a:lnTo>
                  <a:lnTo>
                    <a:pt x="9465056" y="19050"/>
                  </a:lnTo>
                  <a:lnTo>
                    <a:pt x="9469374" y="14732"/>
                  </a:lnTo>
                  <a:lnTo>
                    <a:pt x="9469374" y="4318"/>
                  </a:lnTo>
                  <a:lnTo>
                    <a:pt x="9465056" y="0"/>
                  </a:lnTo>
                  <a:close/>
                </a:path>
                <a:path w="10424160" h="5213350">
                  <a:moveTo>
                    <a:pt x="9497949" y="0"/>
                  </a:moveTo>
                  <a:lnTo>
                    <a:pt x="9492741" y="0"/>
                  </a:lnTo>
                  <a:lnTo>
                    <a:pt x="9488424" y="4318"/>
                  </a:lnTo>
                  <a:lnTo>
                    <a:pt x="9488424" y="14732"/>
                  </a:lnTo>
                  <a:lnTo>
                    <a:pt x="9492741" y="19050"/>
                  </a:lnTo>
                  <a:lnTo>
                    <a:pt x="9497949" y="19050"/>
                  </a:lnTo>
                  <a:lnTo>
                    <a:pt x="9497949" y="0"/>
                  </a:lnTo>
                  <a:close/>
                </a:path>
                <a:path w="10424160" h="5213350">
                  <a:moveTo>
                    <a:pt x="9503283" y="0"/>
                  </a:moveTo>
                  <a:lnTo>
                    <a:pt x="9497949" y="0"/>
                  </a:lnTo>
                  <a:lnTo>
                    <a:pt x="9497949" y="19050"/>
                  </a:lnTo>
                  <a:lnTo>
                    <a:pt x="9503283" y="19050"/>
                  </a:lnTo>
                  <a:lnTo>
                    <a:pt x="9507474" y="14732"/>
                  </a:lnTo>
                  <a:lnTo>
                    <a:pt x="9507474" y="4318"/>
                  </a:lnTo>
                  <a:lnTo>
                    <a:pt x="9503283" y="0"/>
                  </a:lnTo>
                  <a:close/>
                </a:path>
                <a:path w="10424160" h="5213350">
                  <a:moveTo>
                    <a:pt x="9536049" y="0"/>
                  </a:moveTo>
                  <a:lnTo>
                    <a:pt x="9530841" y="0"/>
                  </a:lnTo>
                  <a:lnTo>
                    <a:pt x="9526524" y="4318"/>
                  </a:lnTo>
                  <a:lnTo>
                    <a:pt x="9526524" y="14732"/>
                  </a:lnTo>
                  <a:lnTo>
                    <a:pt x="9530841" y="19050"/>
                  </a:lnTo>
                  <a:lnTo>
                    <a:pt x="9536049" y="19050"/>
                  </a:lnTo>
                  <a:lnTo>
                    <a:pt x="9536049" y="0"/>
                  </a:lnTo>
                  <a:close/>
                </a:path>
                <a:path w="10424160" h="5213350">
                  <a:moveTo>
                    <a:pt x="9541383" y="0"/>
                  </a:moveTo>
                  <a:lnTo>
                    <a:pt x="9536049" y="0"/>
                  </a:lnTo>
                  <a:lnTo>
                    <a:pt x="9536049" y="19050"/>
                  </a:lnTo>
                  <a:lnTo>
                    <a:pt x="9541383" y="19050"/>
                  </a:lnTo>
                  <a:lnTo>
                    <a:pt x="9545574" y="14732"/>
                  </a:lnTo>
                  <a:lnTo>
                    <a:pt x="9545574" y="4318"/>
                  </a:lnTo>
                  <a:lnTo>
                    <a:pt x="9541383" y="0"/>
                  </a:lnTo>
                  <a:close/>
                </a:path>
                <a:path w="10424160" h="5213350">
                  <a:moveTo>
                    <a:pt x="9574149" y="0"/>
                  </a:moveTo>
                  <a:lnTo>
                    <a:pt x="9568941" y="0"/>
                  </a:lnTo>
                  <a:lnTo>
                    <a:pt x="9564624" y="4318"/>
                  </a:lnTo>
                  <a:lnTo>
                    <a:pt x="9564624" y="14732"/>
                  </a:lnTo>
                  <a:lnTo>
                    <a:pt x="9568941" y="19050"/>
                  </a:lnTo>
                  <a:lnTo>
                    <a:pt x="9574149" y="19050"/>
                  </a:lnTo>
                  <a:lnTo>
                    <a:pt x="9574149" y="0"/>
                  </a:lnTo>
                  <a:close/>
                </a:path>
                <a:path w="10424160" h="5213350">
                  <a:moveTo>
                    <a:pt x="9579483" y="0"/>
                  </a:moveTo>
                  <a:lnTo>
                    <a:pt x="9574149" y="0"/>
                  </a:lnTo>
                  <a:lnTo>
                    <a:pt x="9574149" y="19050"/>
                  </a:lnTo>
                  <a:lnTo>
                    <a:pt x="9579483" y="19050"/>
                  </a:lnTo>
                  <a:lnTo>
                    <a:pt x="9583674" y="14732"/>
                  </a:lnTo>
                  <a:lnTo>
                    <a:pt x="9583674" y="4318"/>
                  </a:lnTo>
                  <a:lnTo>
                    <a:pt x="9579483" y="0"/>
                  </a:lnTo>
                  <a:close/>
                </a:path>
                <a:path w="10424160" h="5213350">
                  <a:moveTo>
                    <a:pt x="9612249" y="0"/>
                  </a:moveTo>
                  <a:lnTo>
                    <a:pt x="9607041" y="0"/>
                  </a:lnTo>
                  <a:lnTo>
                    <a:pt x="9602724" y="4318"/>
                  </a:lnTo>
                  <a:lnTo>
                    <a:pt x="9602724" y="14732"/>
                  </a:lnTo>
                  <a:lnTo>
                    <a:pt x="9607041" y="19050"/>
                  </a:lnTo>
                  <a:lnTo>
                    <a:pt x="9612249" y="19050"/>
                  </a:lnTo>
                  <a:lnTo>
                    <a:pt x="9612249" y="0"/>
                  </a:lnTo>
                  <a:close/>
                </a:path>
                <a:path w="10424160" h="5213350">
                  <a:moveTo>
                    <a:pt x="9617583" y="0"/>
                  </a:moveTo>
                  <a:lnTo>
                    <a:pt x="9612376" y="0"/>
                  </a:lnTo>
                  <a:lnTo>
                    <a:pt x="9612376" y="19050"/>
                  </a:lnTo>
                  <a:lnTo>
                    <a:pt x="9617583" y="19050"/>
                  </a:lnTo>
                  <a:lnTo>
                    <a:pt x="9621901" y="14732"/>
                  </a:lnTo>
                  <a:lnTo>
                    <a:pt x="9621901" y="4318"/>
                  </a:lnTo>
                  <a:lnTo>
                    <a:pt x="9617583" y="0"/>
                  </a:lnTo>
                  <a:close/>
                </a:path>
                <a:path w="10424160" h="5213350">
                  <a:moveTo>
                    <a:pt x="9650476" y="0"/>
                  </a:moveTo>
                  <a:lnTo>
                    <a:pt x="9645141" y="0"/>
                  </a:lnTo>
                  <a:lnTo>
                    <a:pt x="9640951" y="4318"/>
                  </a:lnTo>
                  <a:lnTo>
                    <a:pt x="9640951" y="14732"/>
                  </a:lnTo>
                  <a:lnTo>
                    <a:pt x="9645141" y="19050"/>
                  </a:lnTo>
                  <a:lnTo>
                    <a:pt x="9650476" y="19050"/>
                  </a:lnTo>
                  <a:lnTo>
                    <a:pt x="9650476" y="0"/>
                  </a:lnTo>
                  <a:close/>
                </a:path>
                <a:path w="10424160" h="5213350">
                  <a:moveTo>
                    <a:pt x="9655683" y="0"/>
                  </a:moveTo>
                  <a:lnTo>
                    <a:pt x="9650476" y="0"/>
                  </a:lnTo>
                  <a:lnTo>
                    <a:pt x="9650476" y="19050"/>
                  </a:lnTo>
                  <a:lnTo>
                    <a:pt x="9655683" y="19050"/>
                  </a:lnTo>
                  <a:lnTo>
                    <a:pt x="9660001" y="14732"/>
                  </a:lnTo>
                  <a:lnTo>
                    <a:pt x="9660001" y="4318"/>
                  </a:lnTo>
                  <a:lnTo>
                    <a:pt x="9655683" y="0"/>
                  </a:lnTo>
                  <a:close/>
                </a:path>
                <a:path w="10424160" h="5213350">
                  <a:moveTo>
                    <a:pt x="9688576" y="0"/>
                  </a:moveTo>
                  <a:lnTo>
                    <a:pt x="9683241" y="0"/>
                  </a:lnTo>
                  <a:lnTo>
                    <a:pt x="9679051" y="4318"/>
                  </a:lnTo>
                  <a:lnTo>
                    <a:pt x="9679051" y="14732"/>
                  </a:lnTo>
                  <a:lnTo>
                    <a:pt x="9683241" y="19050"/>
                  </a:lnTo>
                  <a:lnTo>
                    <a:pt x="9688576" y="19050"/>
                  </a:lnTo>
                  <a:lnTo>
                    <a:pt x="9688576" y="0"/>
                  </a:lnTo>
                  <a:close/>
                </a:path>
                <a:path w="10424160" h="5213350">
                  <a:moveTo>
                    <a:pt x="9693783" y="0"/>
                  </a:moveTo>
                  <a:lnTo>
                    <a:pt x="9688576" y="0"/>
                  </a:lnTo>
                  <a:lnTo>
                    <a:pt x="9688576" y="19050"/>
                  </a:lnTo>
                  <a:lnTo>
                    <a:pt x="9693783" y="19050"/>
                  </a:lnTo>
                  <a:lnTo>
                    <a:pt x="9698101" y="14732"/>
                  </a:lnTo>
                  <a:lnTo>
                    <a:pt x="9698101" y="4318"/>
                  </a:lnTo>
                  <a:lnTo>
                    <a:pt x="9693783" y="0"/>
                  </a:lnTo>
                  <a:close/>
                </a:path>
                <a:path w="10424160" h="5213350">
                  <a:moveTo>
                    <a:pt x="9726676" y="0"/>
                  </a:moveTo>
                  <a:lnTo>
                    <a:pt x="9721341" y="0"/>
                  </a:lnTo>
                  <a:lnTo>
                    <a:pt x="9717151" y="4318"/>
                  </a:lnTo>
                  <a:lnTo>
                    <a:pt x="9717151" y="14732"/>
                  </a:lnTo>
                  <a:lnTo>
                    <a:pt x="9721341" y="19050"/>
                  </a:lnTo>
                  <a:lnTo>
                    <a:pt x="9726676" y="19050"/>
                  </a:lnTo>
                  <a:lnTo>
                    <a:pt x="9726676" y="0"/>
                  </a:lnTo>
                  <a:close/>
                </a:path>
                <a:path w="10424160" h="5213350">
                  <a:moveTo>
                    <a:pt x="9731883" y="0"/>
                  </a:moveTo>
                  <a:lnTo>
                    <a:pt x="9726676" y="0"/>
                  </a:lnTo>
                  <a:lnTo>
                    <a:pt x="9726676" y="19050"/>
                  </a:lnTo>
                  <a:lnTo>
                    <a:pt x="9731883" y="19050"/>
                  </a:lnTo>
                  <a:lnTo>
                    <a:pt x="9736201" y="14732"/>
                  </a:lnTo>
                  <a:lnTo>
                    <a:pt x="9736201" y="4318"/>
                  </a:lnTo>
                  <a:lnTo>
                    <a:pt x="9731883" y="0"/>
                  </a:lnTo>
                  <a:close/>
                </a:path>
                <a:path w="10424160" h="5213350">
                  <a:moveTo>
                    <a:pt x="9764776" y="0"/>
                  </a:moveTo>
                  <a:lnTo>
                    <a:pt x="9759568" y="0"/>
                  </a:lnTo>
                  <a:lnTo>
                    <a:pt x="9755251" y="4318"/>
                  </a:lnTo>
                  <a:lnTo>
                    <a:pt x="9755251" y="14732"/>
                  </a:lnTo>
                  <a:lnTo>
                    <a:pt x="9759568" y="19050"/>
                  </a:lnTo>
                  <a:lnTo>
                    <a:pt x="9764776" y="19050"/>
                  </a:lnTo>
                  <a:lnTo>
                    <a:pt x="9764776" y="0"/>
                  </a:lnTo>
                  <a:close/>
                </a:path>
                <a:path w="10424160" h="5213350">
                  <a:moveTo>
                    <a:pt x="9770110" y="0"/>
                  </a:moveTo>
                  <a:lnTo>
                    <a:pt x="9764776" y="0"/>
                  </a:lnTo>
                  <a:lnTo>
                    <a:pt x="9764776" y="19050"/>
                  </a:lnTo>
                  <a:lnTo>
                    <a:pt x="9770110" y="19050"/>
                  </a:lnTo>
                  <a:lnTo>
                    <a:pt x="9774301" y="14732"/>
                  </a:lnTo>
                  <a:lnTo>
                    <a:pt x="9774301" y="4318"/>
                  </a:lnTo>
                  <a:lnTo>
                    <a:pt x="9770110" y="0"/>
                  </a:lnTo>
                  <a:close/>
                </a:path>
                <a:path w="10424160" h="5213350">
                  <a:moveTo>
                    <a:pt x="9802876" y="0"/>
                  </a:moveTo>
                  <a:lnTo>
                    <a:pt x="9797668" y="0"/>
                  </a:lnTo>
                  <a:lnTo>
                    <a:pt x="9793351" y="4318"/>
                  </a:lnTo>
                  <a:lnTo>
                    <a:pt x="9793351" y="14732"/>
                  </a:lnTo>
                  <a:lnTo>
                    <a:pt x="9797668" y="19050"/>
                  </a:lnTo>
                  <a:lnTo>
                    <a:pt x="9802876" y="19050"/>
                  </a:lnTo>
                  <a:lnTo>
                    <a:pt x="9802876" y="0"/>
                  </a:lnTo>
                  <a:close/>
                </a:path>
                <a:path w="10424160" h="5213350">
                  <a:moveTo>
                    <a:pt x="9808210" y="0"/>
                  </a:moveTo>
                  <a:lnTo>
                    <a:pt x="9802876" y="0"/>
                  </a:lnTo>
                  <a:lnTo>
                    <a:pt x="9802876" y="19050"/>
                  </a:lnTo>
                  <a:lnTo>
                    <a:pt x="9808210" y="19050"/>
                  </a:lnTo>
                  <a:lnTo>
                    <a:pt x="9812401" y="14732"/>
                  </a:lnTo>
                  <a:lnTo>
                    <a:pt x="9812401" y="4318"/>
                  </a:lnTo>
                  <a:lnTo>
                    <a:pt x="9808210" y="0"/>
                  </a:lnTo>
                  <a:close/>
                </a:path>
                <a:path w="10424160" h="5213350">
                  <a:moveTo>
                    <a:pt x="9840976" y="0"/>
                  </a:moveTo>
                  <a:lnTo>
                    <a:pt x="9835768" y="0"/>
                  </a:lnTo>
                  <a:lnTo>
                    <a:pt x="9831451" y="4318"/>
                  </a:lnTo>
                  <a:lnTo>
                    <a:pt x="9831451" y="14732"/>
                  </a:lnTo>
                  <a:lnTo>
                    <a:pt x="9835768" y="19050"/>
                  </a:lnTo>
                  <a:lnTo>
                    <a:pt x="9840976" y="19050"/>
                  </a:lnTo>
                  <a:lnTo>
                    <a:pt x="9840976" y="0"/>
                  </a:lnTo>
                  <a:close/>
                </a:path>
                <a:path w="10424160" h="5213350">
                  <a:moveTo>
                    <a:pt x="9846310" y="0"/>
                  </a:moveTo>
                  <a:lnTo>
                    <a:pt x="9841103" y="0"/>
                  </a:lnTo>
                  <a:lnTo>
                    <a:pt x="9841103" y="19050"/>
                  </a:lnTo>
                  <a:lnTo>
                    <a:pt x="9846310" y="19050"/>
                  </a:lnTo>
                  <a:lnTo>
                    <a:pt x="9850628" y="14732"/>
                  </a:lnTo>
                  <a:lnTo>
                    <a:pt x="9850628" y="4318"/>
                  </a:lnTo>
                  <a:lnTo>
                    <a:pt x="9846310" y="0"/>
                  </a:lnTo>
                  <a:close/>
                </a:path>
                <a:path w="10424160" h="5213350">
                  <a:moveTo>
                    <a:pt x="9879203" y="0"/>
                  </a:moveTo>
                  <a:lnTo>
                    <a:pt x="9873868" y="0"/>
                  </a:lnTo>
                  <a:lnTo>
                    <a:pt x="9869678" y="4318"/>
                  </a:lnTo>
                  <a:lnTo>
                    <a:pt x="9869678" y="14732"/>
                  </a:lnTo>
                  <a:lnTo>
                    <a:pt x="9873868" y="19050"/>
                  </a:lnTo>
                  <a:lnTo>
                    <a:pt x="9879203" y="19050"/>
                  </a:lnTo>
                  <a:lnTo>
                    <a:pt x="9879203" y="0"/>
                  </a:lnTo>
                  <a:close/>
                </a:path>
                <a:path w="10424160" h="5213350">
                  <a:moveTo>
                    <a:pt x="9884410" y="0"/>
                  </a:moveTo>
                  <a:lnTo>
                    <a:pt x="9879203" y="0"/>
                  </a:lnTo>
                  <a:lnTo>
                    <a:pt x="9879203" y="19050"/>
                  </a:lnTo>
                  <a:lnTo>
                    <a:pt x="9884410" y="19050"/>
                  </a:lnTo>
                  <a:lnTo>
                    <a:pt x="9888728" y="14732"/>
                  </a:lnTo>
                  <a:lnTo>
                    <a:pt x="9888728" y="4318"/>
                  </a:lnTo>
                  <a:lnTo>
                    <a:pt x="9884410" y="0"/>
                  </a:lnTo>
                  <a:close/>
                </a:path>
                <a:path w="10424160" h="5213350">
                  <a:moveTo>
                    <a:pt x="9917303" y="0"/>
                  </a:moveTo>
                  <a:lnTo>
                    <a:pt x="9911968" y="0"/>
                  </a:lnTo>
                  <a:lnTo>
                    <a:pt x="9907778" y="4318"/>
                  </a:lnTo>
                  <a:lnTo>
                    <a:pt x="9907778" y="14732"/>
                  </a:lnTo>
                  <a:lnTo>
                    <a:pt x="9911968" y="19050"/>
                  </a:lnTo>
                  <a:lnTo>
                    <a:pt x="9917303" y="19050"/>
                  </a:lnTo>
                  <a:lnTo>
                    <a:pt x="9917303" y="0"/>
                  </a:lnTo>
                  <a:close/>
                </a:path>
                <a:path w="10424160" h="5213350">
                  <a:moveTo>
                    <a:pt x="9922510" y="0"/>
                  </a:moveTo>
                  <a:lnTo>
                    <a:pt x="9917303" y="0"/>
                  </a:lnTo>
                  <a:lnTo>
                    <a:pt x="9917303" y="19050"/>
                  </a:lnTo>
                  <a:lnTo>
                    <a:pt x="9922510" y="19050"/>
                  </a:lnTo>
                  <a:lnTo>
                    <a:pt x="9926828" y="14732"/>
                  </a:lnTo>
                  <a:lnTo>
                    <a:pt x="9926828" y="4318"/>
                  </a:lnTo>
                  <a:lnTo>
                    <a:pt x="9922510" y="0"/>
                  </a:lnTo>
                  <a:close/>
                </a:path>
                <a:path w="10424160" h="5213350">
                  <a:moveTo>
                    <a:pt x="9955403" y="0"/>
                  </a:moveTo>
                  <a:lnTo>
                    <a:pt x="9950068" y="0"/>
                  </a:lnTo>
                  <a:lnTo>
                    <a:pt x="9945878" y="4318"/>
                  </a:lnTo>
                  <a:lnTo>
                    <a:pt x="9945878" y="14732"/>
                  </a:lnTo>
                  <a:lnTo>
                    <a:pt x="9950068" y="19050"/>
                  </a:lnTo>
                  <a:lnTo>
                    <a:pt x="9955403" y="19050"/>
                  </a:lnTo>
                  <a:lnTo>
                    <a:pt x="9955403" y="0"/>
                  </a:lnTo>
                  <a:close/>
                </a:path>
                <a:path w="10424160" h="5213350">
                  <a:moveTo>
                    <a:pt x="9960610" y="0"/>
                  </a:moveTo>
                  <a:lnTo>
                    <a:pt x="9955403" y="0"/>
                  </a:lnTo>
                  <a:lnTo>
                    <a:pt x="9955403" y="19050"/>
                  </a:lnTo>
                  <a:lnTo>
                    <a:pt x="9960610" y="19050"/>
                  </a:lnTo>
                  <a:lnTo>
                    <a:pt x="9964928" y="14732"/>
                  </a:lnTo>
                  <a:lnTo>
                    <a:pt x="9964928" y="4318"/>
                  </a:lnTo>
                  <a:lnTo>
                    <a:pt x="9960610" y="0"/>
                  </a:lnTo>
                  <a:close/>
                </a:path>
                <a:path w="10424160" h="5213350">
                  <a:moveTo>
                    <a:pt x="9993503" y="0"/>
                  </a:moveTo>
                  <a:lnTo>
                    <a:pt x="9988296" y="0"/>
                  </a:lnTo>
                  <a:lnTo>
                    <a:pt x="9983978" y="4318"/>
                  </a:lnTo>
                  <a:lnTo>
                    <a:pt x="9983978" y="14732"/>
                  </a:lnTo>
                  <a:lnTo>
                    <a:pt x="9988296" y="19050"/>
                  </a:lnTo>
                  <a:lnTo>
                    <a:pt x="9993503" y="19050"/>
                  </a:lnTo>
                  <a:lnTo>
                    <a:pt x="9993503" y="0"/>
                  </a:lnTo>
                  <a:close/>
                </a:path>
                <a:path w="10424160" h="5213350">
                  <a:moveTo>
                    <a:pt x="9998837" y="0"/>
                  </a:moveTo>
                  <a:lnTo>
                    <a:pt x="9993503" y="0"/>
                  </a:lnTo>
                  <a:lnTo>
                    <a:pt x="9993503" y="19050"/>
                  </a:lnTo>
                  <a:lnTo>
                    <a:pt x="9998837" y="19050"/>
                  </a:lnTo>
                  <a:lnTo>
                    <a:pt x="10003028" y="14732"/>
                  </a:lnTo>
                  <a:lnTo>
                    <a:pt x="10003028" y="4318"/>
                  </a:lnTo>
                  <a:lnTo>
                    <a:pt x="9998837" y="0"/>
                  </a:lnTo>
                  <a:close/>
                </a:path>
                <a:path w="10424160" h="5213350">
                  <a:moveTo>
                    <a:pt x="10031603" y="0"/>
                  </a:moveTo>
                  <a:lnTo>
                    <a:pt x="10026396" y="0"/>
                  </a:lnTo>
                  <a:lnTo>
                    <a:pt x="10022078" y="4318"/>
                  </a:lnTo>
                  <a:lnTo>
                    <a:pt x="10022078" y="14732"/>
                  </a:lnTo>
                  <a:lnTo>
                    <a:pt x="10026396" y="19050"/>
                  </a:lnTo>
                  <a:lnTo>
                    <a:pt x="10031603" y="19050"/>
                  </a:lnTo>
                  <a:lnTo>
                    <a:pt x="10031603" y="0"/>
                  </a:lnTo>
                  <a:close/>
                </a:path>
                <a:path w="10424160" h="5213350">
                  <a:moveTo>
                    <a:pt x="10036937" y="0"/>
                  </a:moveTo>
                  <a:lnTo>
                    <a:pt x="10031603" y="0"/>
                  </a:lnTo>
                  <a:lnTo>
                    <a:pt x="10031603" y="19050"/>
                  </a:lnTo>
                  <a:lnTo>
                    <a:pt x="10036937" y="19050"/>
                  </a:lnTo>
                  <a:lnTo>
                    <a:pt x="10041128" y="14732"/>
                  </a:lnTo>
                  <a:lnTo>
                    <a:pt x="10041128" y="4318"/>
                  </a:lnTo>
                  <a:lnTo>
                    <a:pt x="10036937" y="0"/>
                  </a:lnTo>
                  <a:close/>
                </a:path>
                <a:path w="10424160" h="5213350">
                  <a:moveTo>
                    <a:pt x="10069703" y="0"/>
                  </a:moveTo>
                  <a:lnTo>
                    <a:pt x="10064496" y="0"/>
                  </a:lnTo>
                  <a:lnTo>
                    <a:pt x="10060178" y="4318"/>
                  </a:lnTo>
                  <a:lnTo>
                    <a:pt x="10060178" y="14732"/>
                  </a:lnTo>
                  <a:lnTo>
                    <a:pt x="10064496" y="19050"/>
                  </a:lnTo>
                  <a:lnTo>
                    <a:pt x="10069703" y="19050"/>
                  </a:lnTo>
                  <a:lnTo>
                    <a:pt x="10069703" y="0"/>
                  </a:lnTo>
                  <a:close/>
                </a:path>
                <a:path w="10424160" h="5213350">
                  <a:moveTo>
                    <a:pt x="10075037" y="0"/>
                  </a:moveTo>
                  <a:lnTo>
                    <a:pt x="10069703" y="0"/>
                  </a:lnTo>
                  <a:lnTo>
                    <a:pt x="10069703" y="19050"/>
                  </a:lnTo>
                  <a:lnTo>
                    <a:pt x="10075037" y="19050"/>
                  </a:lnTo>
                  <a:lnTo>
                    <a:pt x="10079228" y="14732"/>
                  </a:lnTo>
                  <a:lnTo>
                    <a:pt x="10079228" y="4318"/>
                  </a:lnTo>
                  <a:lnTo>
                    <a:pt x="10075037" y="0"/>
                  </a:lnTo>
                  <a:close/>
                </a:path>
                <a:path w="10424160" h="5213350">
                  <a:moveTo>
                    <a:pt x="10107930" y="0"/>
                  </a:moveTo>
                  <a:lnTo>
                    <a:pt x="10102596" y="0"/>
                  </a:lnTo>
                  <a:lnTo>
                    <a:pt x="10098405" y="4318"/>
                  </a:lnTo>
                  <a:lnTo>
                    <a:pt x="10098405" y="14732"/>
                  </a:lnTo>
                  <a:lnTo>
                    <a:pt x="10102596" y="19050"/>
                  </a:lnTo>
                  <a:lnTo>
                    <a:pt x="10107930" y="19050"/>
                  </a:lnTo>
                  <a:lnTo>
                    <a:pt x="10107930" y="0"/>
                  </a:lnTo>
                  <a:close/>
                </a:path>
                <a:path w="10424160" h="5213350">
                  <a:moveTo>
                    <a:pt x="10113137" y="0"/>
                  </a:moveTo>
                  <a:lnTo>
                    <a:pt x="10107930" y="0"/>
                  </a:lnTo>
                  <a:lnTo>
                    <a:pt x="10107930" y="19050"/>
                  </a:lnTo>
                  <a:lnTo>
                    <a:pt x="10113137" y="19050"/>
                  </a:lnTo>
                  <a:lnTo>
                    <a:pt x="10117455" y="14732"/>
                  </a:lnTo>
                  <a:lnTo>
                    <a:pt x="10117455" y="4318"/>
                  </a:lnTo>
                  <a:lnTo>
                    <a:pt x="10113137" y="0"/>
                  </a:lnTo>
                  <a:close/>
                </a:path>
                <a:path w="10424160" h="5213350">
                  <a:moveTo>
                    <a:pt x="10146030" y="0"/>
                  </a:moveTo>
                  <a:lnTo>
                    <a:pt x="10140696" y="0"/>
                  </a:lnTo>
                  <a:lnTo>
                    <a:pt x="10136505" y="4318"/>
                  </a:lnTo>
                  <a:lnTo>
                    <a:pt x="10136505" y="14732"/>
                  </a:lnTo>
                  <a:lnTo>
                    <a:pt x="10140696" y="19050"/>
                  </a:lnTo>
                  <a:lnTo>
                    <a:pt x="10146030" y="19050"/>
                  </a:lnTo>
                  <a:lnTo>
                    <a:pt x="10146030" y="0"/>
                  </a:lnTo>
                  <a:close/>
                </a:path>
                <a:path w="10424160" h="5213350">
                  <a:moveTo>
                    <a:pt x="10151237" y="0"/>
                  </a:moveTo>
                  <a:lnTo>
                    <a:pt x="10146030" y="0"/>
                  </a:lnTo>
                  <a:lnTo>
                    <a:pt x="10146030" y="19050"/>
                  </a:lnTo>
                  <a:lnTo>
                    <a:pt x="10151237" y="19050"/>
                  </a:lnTo>
                  <a:lnTo>
                    <a:pt x="10155555" y="14732"/>
                  </a:lnTo>
                  <a:lnTo>
                    <a:pt x="10155555" y="4318"/>
                  </a:lnTo>
                  <a:lnTo>
                    <a:pt x="10151237" y="0"/>
                  </a:lnTo>
                  <a:close/>
                </a:path>
                <a:path w="10424160" h="5213350">
                  <a:moveTo>
                    <a:pt x="10184130" y="0"/>
                  </a:moveTo>
                  <a:lnTo>
                    <a:pt x="10178796" y="0"/>
                  </a:lnTo>
                  <a:lnTo>
                    <a:pt x="10174605" y="4318"/>
                  </a:lnTo>
                  <a:lnTo>
                    <a:pt x="10174605" y="14732"/>
                  </a:lnTo>
                  <a:lnTo>
                    <a:pt x="10178796" y="19050"/>
                  </a:lnTo>
                  <a:lnTo>
                    <a:pt x="10184130" y="19050"/>
                  </a:lnTo>
                  <a:lnTo>
                    <a:pt x="10184130" y="0"/>
                  </a:lnTo>
                  <a:close/>
                </a:path>
                <a:path w="10424160" h="5213350">
                  <a:moveTo>
                    <a:pt x="10189337" y="0"/>
                  </a:moveTo>
                  <a:lnTo>
                    <a:pt x="10184130" y="0"/>
                  </a:lnTo>
                  <a:lnTo>
                    <a:pt x="10184130" y="19050"/>
                  </a:lnTo>
                  <a:lnTo>
                    <a:pt x="10189337" y="19050"/>
                  </a:lnTo>
                  <a:lnTo>
                    <a:pt x="10193655" y="14732"/>
                  </a:lnTo>
                  <a:lnTo>
                    <a:pt x="10193655" y="4318"/>
                  </a:lnTo>
                  <a:lnTo>
                    <a:pt x="10189337" y="0"/>
                  </a:lnTo>
                  <a:close/>
                </a:path>
                <a:path w="10424160" h="5213350">
                  <a:moveTo>
                    <a:pt x="10222230" y="0"/>
                  </a:moveTo>
                  <a:lnTo>
                    <a:pt x="10217023" y="0"/>
                  </a:lnTo>
                  <a:lnTo>
                    <a:pt x="10212705" y="4318"/>
                  </a:lnTo>
                  <a:lnTo>
                    <a:pt x="10212705" y="14732"/>
                  </a:lnTo>
                  <a:lnTo>
                    <a:pt x="10217023" y="19050"/>
                  </a:lnTo>
                  <a:lnTo>
                    <a:pt x="10222230" y="19050"/>
                  </a:lnTo>
                  <a:lnTo>
                    <a:pt x="10222230" y="0"/>
                  </a:lnTo>
                  <a:close/>
                </a:path>
                <a:path w="10424160" h="5213350">
                  <a:moveTo>
                    <a:pt x="10227564" y="0"/>
                  </a:moveTo>
                  <a:lnTo>
                    <a:pt x="10222230" y="0"/>
                  </a:lnTo>
                  <a:lnTo>
                    <a:pt x="10222230" y="19050"/>
                  </a:lnTo>
                  <a:lnTo>
                    <a:pt x="10227564" y="19050"/>
                  </a:lnTo>
                  <a:lnTo>
                    <a:pt x="10231755" y="14732"/>
                  </a:lnTo>
                  <a:lnTo>
                    <a:pt x="10231755" y="4318"/>
                  </a:lnTo>
                  <a:lnTo>
                    <a:pt x="10227564" y="0"/>
                  </a:lnTo>
                  <a:close/>
                </a:path>
                <a:path w="10424160" h="5213350">
                  <a:moveTo>
                    <a:pt x="10261727" y="1905"/>
                  </a:moveTo>
                  <a:lnTo>
                    <a:pt x="10260910" y="7620"/>
                  </a:lnTo>
                  <a:lnTo>
                    <a:pt x="10260759" y="8128"/>
                  </a:lnTo>
                  <a:lnTo>
                    <a:pt x="10260029" y="12826"/>
                  </a:lnTo>
                  <a:lnTo>
                    <a:pt x="10259822" y="14350"/>
                  </a:lnTo>
                  <a:lnTo>
                    <a:pt x="10259739" y="14986"/>
                  </a:lnTo>
                  <a:lnTo>
                    <a:pt x="10258806" y="20700"/>
                  </a:lnTo>
                  <a:lnTo>
                    <a:pt x="10270490" y="7620"/>
                  </a:lnTo>
                  <a:lnTo>
                    <a:pt x="10266934" y="2667"/>
                  </a:lnTo>
                  <a:lnTo>
                    <a:pt x="10261727" y="1905"/>
                  </a:lnTo>
                  <a:close/>
                </a:path>
                <a:path w="10424160" h="5213350">
                  <a:moveTo>
                    <a:pt x="10256519" y="1016"/>
                  </a:moveTo>
                  <a:lnTo>
                    <a:pt x="10251693" y="4572"/>
                  </a:lnTo>
                  <a:lnTo>
                    <a:pt x="10250805" y="9779"/>
                  </a:lnTo>
                  <a:lnTo>
                    <a:pt x="10250135" y="14350"/>
                  </a:lnTo>
                  <a:lnTo>
                    <a:pt x="10250042" y="14986"/>
                  </a:lnTo>
                  <a:lnTo>
                    <a:pt x="10253599" y="19812"/>
                  </a:lnTo>
                  <a:lnTo>
                    <a:pt x="10258806" y="20700"/>
                  </a:lnTo>
                  <a:lnTo>
                    <a:pt x="10261608" y="2667"/>
                  </a:lnTo>
                  <a:lnTo>
                    <a:pt x="10261727" y="1905"/>
                  </a:lnTo>
                  <a:lnTo>
                    <a:pt x="10256519" y="1016"/>
                  </a:lnTo>
                  <a:close/>
                </a:path>
                <a:path w="10424160" h="5213350">
                  <a:moveTo>
                    <a:pt x="10300589" y="11430"/>
                  </a:moveTo>
                  <a:lnTo>
                    <a:pt x="10293731" y="29210"/>
                  </a:lnTo>
                  <a:lnTo>
                    <a:pt x="10298684" y="31115"/>
                  </a:lnTo>
                  <a:lnTo>
                    <a:pt x="10304272" y="28575"/>
                  </a:lnTo>
                  <a:lnTo>
                    <a:pt x="10306050" y="23749"/>
                  </a:lnTo>
                  <a:lnTo>
                    <a:pt x="10307955" y="18796"/>
                  </a:lnTo>
                  <a:lnTo>
                    <a:pt x="10305541" y="13335"/>
                  </a:lnTo>
                  <a:lnTo>
                    <a:pt x="10300589" y="11430"/>
                  </a:lnTo>
                  <a:close/>
                </a:path>
                <a:path w="10424160" h="5213350">
                  <a:moveTo>
                    <a:pt x="10295763" y="9525"/>
                  </a:moveTo>
                  <a:lnTo>
                    <a:pt x="10290175" y="11937"/>
                  </a:lnTo>
                  <a:lnTo>
                    <a:pt x="10288269" y="16891"/>
                  </a:lnTo>
                  <a:lnTo>
                    <a:pt x="10286365" y="21717"/>
                  </a:lnTo>
                  <a:lnTo>
                    <a:pt x="10288905" y="27305"/>
                  </a:lnTo>
                  <a:lnTo>
                    <a:pt x="10293731" y="29210"/>
                  </a:lnTo>
                  <a:lnTo>
                    <a:pt x="10296016" y="23241"/>
                  </a:lnTo>
                  <a:lnTo>
                    <a:pt x="10298335" y="17272"/>
                  </a:lnTo>
                  <a:lnTo>
                    <a:pt x="10298452" y="16891"/>
                  </a:lnTo>
                  <a:lnTo>
                    <a:pt x="10300589" y="11430"/>
                  </a:lnTo>
                  <a:lnTo>
                    <a:pt x="10295763" y="9525"/>
                  </a:lnTo>
                  <a:close/>
                </a:path>
                <a:path w="10424160" h="5213350">
                  <a:moveTo>
                    <a:pt x="10336403" y="28829"/>
                  </a:moveTo>
                  <a:lnTo>
                    <a:pt x="10334560" y="31876"/>
                  </a:lnTo>
                  <a:lnTo>
                    <a:pt x="10333032" y="34290"/>
                  </a:lnTo>
                  <a:lnTo>
                    <a:pt x="10326369" y="45085"/>
                  </a:lnTo>
                  <a:lnTo>
                    <a:pt x="10330815" y="47879"/>
                  </a:lnTo>
                  <a:lnTo>
                    <a:pt x="10336657" y="46482"/>
                  </a:lnTo>
                  <a:lnTo>
                    <a:pt x="10339451" y="41910"/>
                  </a:lnTo>
                  <a:lnTo>
                    <a:pt x="10342244" y="37465"/>
                  </a:lnTo>
                  <a:lnTo>
                    <a:pt x="10340908" y="31876"/>
                  </a:lnTo>
                  <a:lnTo>
                    <a:pt x="10340848" y="31623"/>
                  </a:lnTo>
                  <a:lnTo>
                    <a:pt x="10336403" y="28829"/>
                  </a:lnTo>
                  <a:close/>
                </a:path>
                <a:path w="10424160" h="5213350">
                  <a:moveTo>
                    <a:pt x="10331958" y="26035"/>
                  </a:moveTo>
                  <a:lnTo>
                    <a:pt x="10326116" y="27432"/>
                  </a:lnTo>
                  <a:lnTo>
                    <a:pt x="10323322" y="31876"/>
                  </a:lnTo>
                  <a:lnTo>
                    <a:pt x="10320528" y="36449"/>
                  </a:lnTo>
                  <a:lnTo>
                    <a:pt x="10321833" y="41910"/>
                  </a:lnTo>
                  <a:lnTo>
                    <a:pt x="10321925" y="42291"/>
                  </a:lnTo>
                  <a:lnTo>
                    <a:pt x="10326369" y="45085"/>
                  </a:lnTo>
                  <a:lnTo>
                    <a:pt x="10328094" y="42291"/>
                  </a:lnTo>
                  <a:lnTo>
                    <a:pt x="10328289" y="41910"/>
                  </a:lnTo>
                  <a:lnTo>
                    <a:pt x="10329672" y="39624"/>
                  </a:lnTo>
                  <a:lnTo>
                    <a:pt x="10331072" y="37465"/>
                  </a:lnTo>
                  <a:lnTo>
                    <a:pt x="10336403" y="28829"/>
                  </a:lnTo>
                  <a:lnTo>
                    <a:pt x="10331958" y="26035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3680" y="57912"/>
                  </a:lnTo>
                  <a:lnTo>
                    <a:pt x="10363414" y="58166"/>
                  </a:lnTo>
                  <a:lnTo>
                    <a:pt x="10359016" y="62992"/>
                  </a:lnTo>
                  <a:lnTo>
                    <a:pt x="10354817" y="67437"/>
                  </a:lnTo>
                  <a:lnTo>
                    <a:pt x="10358755" y="70993"/>
                  </a:lnTo>
                  <a:lnTo>
                    <a:pt x="10364724" y="70738"/>
                  </a:lnTo>
                  <a:lnTo>
                    <a:pt x="10368280" y="66929"/>
                  </a:lnTo>
                  <a:lnTo>
                    <a:pt x="10371836" y="62992"/>
                  </a:lnTo>
                  <a:lnTo>
                    <a:pt x="10371630" y="58166"/>
                  </a:lnTo>
                  <a:lnTo>
                    <a:pt x="1037158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63835" y="49911"/>
                  </a:moveTo>
                  <a:lnTo>
                    <a:pt x="10357866" y="50165"/>
                  </a:lnTo>
                  <a:lnTo>
                    <a:pt x="10350627" y="57912"/>
                  </a:lnTo>
                  <a:lnTo>
                    <a:pt x="10350843" y="62992"/>
                  </a:lnTo>
                  <a:lnTo>
                    <a:pt x="10350881" y="63881"/>
                  </a:lnTo>
                  <a:lnTo>
                    <a:pt x="10354817" y="67437"/>
                  </a:lnTo>
                  <a:lnTo>
                    <a:pt x="10367644" y="53467"/>
                  </a:lnTo>
                  <a:lnTo>
                    <a:pt x="10363835" y="49911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7644" y="53467"/>
                  </a:lnTo>
                  <a:lnTo>
                    <a:pt x="1036444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93807" y="85217"/>
                  </a:moveTo>
                  <a:lnTo>
                    <a:pt x="10377042" y="94487"/>
                  </a:lnTo>
                  <a:lnTo>
                    <a:pt x="10379583" y="99060"/>
                  </a:lnTo>
                  <a:lnTo>
                    <a:pt x="10385425" y="100711"/>
                  </a:lnTo>
                  <a:lnTo>
                    <a:pt x="10389997" y="98171"/>
                  </a:lnTo>
                  <a:lnTo>
                    <a:pt x="10394696" y="95631"/>
                  </a:lnTo>
                  <a:lnTo>
                    <a:pt x="10396311" y="89916"/>
                  </a:lnTo>
                  <a:lnTo>
                    <a:pt x="10396347" y="89788"/>
                  </a:lnTo>
                  <a:lnTo>
                    <a:pt x="10393807" y="85217"/>
                  </a:lnTo>
                  <a:close/>
                </a:path>
                <a:path w="10424160" h="5213350">
                  <a:moveTo>
                    <a:pt x="10385425" y="78994"/>
                  </a:moveTo>
                  <a:lnTo>
                    <a:pt x="10380853" y="81534"/>
                  </a:lnTo>
                  <a:lnTo>
                    <a:pt x="10376154" y="84074"/>
                  </a:lnTo>
                  <a:lnTo>
                    <a:pt x="10374538" y="89788"/>
                  </a:lnTo>
                  <a:lnTo>
                    <a:pt x="10374503" y="89916"/>
                  </a:lnTo>
                  <a:lnTo>
                    <a:pt x="10377042" y="94487"/>
                  </a:lnTo>
                  <a:lnTo>
                    <a:pt x="10393807" y="85217"/>
                  </a:lnTo>
                  <a:lnTo>
                    <a:pt x="10391266" y="80645"/>
                  </a:lnTo>
                  <a:lnTo>
                    <a:pt x="10385425" y="78994"/>
                  </a:lnTo>
                  <a:close/>
                </a:path>
                <a:path w="10424160" h="5213350">
                  <a:moveTo>
                    <a:pt x="10411714" y="120776"/>
                  </a:moveTo>
                  <a:lnTo>
                    <a:pt x="10393680" y="126746"/>
                  </a:lnTo>
                  <a:lnTo>
                    <a:pt x="10395331" y="131825"/>
                  </a:lnTo>
                  <a:lnTo>
                    <a:pt x="10400665" y="134493"/>
                  </a:lnTo>
                  <a:lnTo>
                    <a:pt x="10405744" y="132842"/>
                  </a:lnTo>
                  <a:lnTo>
                    <a:pt x="10410698" y="131063"/>
                  </a:lnTo>
                  <a:lnTo>
                    <a:pt x="10413365" y="125730"/>
                  </a:lnTo>
                  <a:lnTo>
                    <a:pt x="10411714" y="120776"/>
                  </a:lnTo>
                  <a:close/>
                </a:path>
                <a:path w="10424160" h="5213350">
                  <a:moveTo>
                    <a:pt x="10404602" y="113030"/>
                  </a:moveTo>
                  <a:lnTo>
                    <a:pt x="10394696" y="116332"/>
                  </a:lnTo>
                  <a:lnTo>
                    <a:pt x="10391902" y="121793"/>
                  </a:lnTo>
                  <a:lnTo>
                    <a:pt x="10393680" y="126746"/>
                  </a:lnTo>
                  <a:lnTo>
                    <a:pt x="10411333" y="120776"/>
                  </a:lnTo>
                  <a:lnTo>
                    <a:pt x="10411756" y="120776"/>
                  </a:lnTo>
                  <a:lnTo>
                    <a:pt x="10410063" y="115697"/>
                  </a:lnTo>
                  <a:lnTo>
                    <a:pt x="10404602" y="113030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02951" y="161544"/>
                  </a:lnTo>
                  <a:lnTo>
                    <a:pt x="10403459" y="166750"/>
                  </a:lnTo>
                  <a:lnTo>
                    <a:pt x="10408158" y="170561"/>
                  </a:lnTo>
                  <a:lnTo>
                    <a:pt x="10413365" y="169925"/>
                  </a:lnTo>
                  <a:lnTo>
                    <a:pt x="10418572" y="169418"/>
                  </a:lnTo>
                  <a:lnTo>
                    <a:pt x="10422382" y="164719"/>
                  </a:lnTo>
                  <a:lnTo>
                    <a:pt x="10422072" y="161544"/>
                  </a:lnTo>
                  <a:lnTo>
                    <a:pt x="10421997" y="160782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6540" y="150495"/>
                  </a:moveTo>
                  <a:lnTo>
                    <a:pt x="10411333" y="151003"/>
                  </a:lnTo>
                  <a:lnTo>
                    <a:pt x="10406126" y="151637"/>
                  </a:lnTo>
                  <a:lnTo>
                    <a:pt x="10402316" y="156210"/>
                  </a:lnTo>
                  <a:lnTo>
                    <a:pt x="10402630" y="159512"/>
                  </a:lnTo>
                  <a:lnTo>
                    <a:pt x="10402751" y="160782"/>
                  </a:lnTo>
                  <a:lnTo>
                    <a:pt x="10402824" y="161544"/>
                  </a:lnTo>
                  <a:lnTo>
                    <a:pt x="10409174" y="160782"/>
                  </a:lnTo>
                  <a:lnTo>
                    <a:pt x="10409967" y="160782"/>
                  </a:lnTo>
                  <a:lnTo>
                    <a:pt x="10415920" y="160147"/>
                  </a:lnTo>
                  <a:lnTo>
                    <a:pt x="10415524" y="160147"/>
                  </a:lnTo>
                  <a:lnTo>
                    <a:pt x="10421874" y="159512"/>
                  </a:lnTo>
                  <a:lnTo>
                    <a:pt x="10421239" y="154305"/>
                  </a:lnTo>
                  <a:lnTo>
                    <a:pt x="10416540" y="150495"/>
                  </a:lnTo>
                  <a:close/>
                </a:path>
                <a:path w="10424160" h="5213350">
                  <a:moveTo>
                    <a:pt x="10409967" y="160782"/>
                  </a:moveTo>
                  <a:lnTo>
                    <a:pt x="10409174" y="160782"/>
                  </a:lnTo>
                  <a:lnTo>
                    <a:pt x="10402951" y="161544"/>
                  </a:lnTo>
                  <a:lnTo>
                    <a:pt x="10409967" y="160782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15524" y="160147"/>
                  </a:lnTo>
                  <a:lnTo>
                    <a:pt x="10415920" y="160147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9841" y="188975"/>
                  </a:moveTo>
                  <a:lnTo>
                    <a:pt x="10409428" y="188975"/>
                  </a:lnTo>
                  <a:lnTo>
                    <a:pt x="10405110" y="193167"/>
                  </a:lnTo>
                  <a:lnTo>
                    <a:pt x="10405110" y="203708"/>
                  </a:lnTo>
                  <a:lnTo>
                    <a:pt x="10409428" y="208025"/>
                  </a:lnTo>
                  <a:lnTo>
                    <a:pt x="10419841" y="208025"/>
                  </a:lnTo>
                  <a:lnTo>
                    <a:pt x="10424160" y="203708"/>
                  </a:lnTo>
                  <a:lnTo>
                    <a:pt x="10424160" y="193167"/>
                  </a:lnTo>
                  <a:lnTo>
                    <a:pt x="10419841" y="188975"/>
                  </a:lnTo>
                  <a:close/>
                </a:path>
                <a:path w="10424160" h="5213350">
                  <a:moveTo>
                    <a:pt x="10419841" y="227075"/>
                  </a:moveTo>
                  <a:lnTo>
                    <a:pt x="10409428" y="227075"/>
                  </a:lnTo>
                  <a:lnTo>
                    <a:pt x="10405110" y="231394"/>
                  </a:lnTo>
                  <a:lnTo>
                    <a:pt x="10405110" y="241935"/>
                  </a:lnTo>
                  <a:lnTo>
                    <a:pt x="10409428" y="246125"/>
                  </a:lnTo>
                  <a:lnTo>
                    <a:pt x="10419841" y="246125"/>
                  </a:lnTo>
                  <a:lnTo>
                    <a:pt x="10424160" y="241935"/>
                  </a:lnTo>
                  <a:lnTo>
                    <a:pt x="10424160" y="231394"/>
                  </a:lnTo>
                  <a:lnTo>
                    <a:pt x="10419841" y="227075"/>
                  </a:lnTo>
                  <a:close/>
                </a:path>
                <a:path w="10424160" h="5213350">
                  <a:moveTo>
                    <a:pt x="10419841" y="265175"/>
                  </a:moveTo>
                  <a:lnTo>
                    <a:pt x="10409428" y="265175"/>
                  </a:lnTo>
                  <a:lnTo>
                    <a:pt x="10405110" y="269494"/>
                  </a:lnTo>
                  <a:lnTo>
                    <a:pt x="10405110" y="280035"/>
                  </a:lnTo>
                  <a:lnTo>
                    <a:pt x="10409428" y="284225"/>
                  </a:lnTo>
                  <a:lnTo>
                    <a:pt x="10419841" y="284225"/>
                  </a:lnTo>
                  <a:lnTo>
                    <a:pt x="10424160" y="280035"/>
                  </a:lnTo>
                  <a:lnTo>
                    <a:pt x="10424160" y="269494"/>
                  </a:lnTo>
                  <a:lnTo>
                    <a:pt x="10419841" y="265175"/>
                  </a:lnTo>
                  <a:close/>
                </a:path>
                <a:path w="10424160" h="5213350">
                  <a:moveTo>
                    <a:pt x="10419841" y="303275"/>
                  </a:moveTo>
                  <a:lnTo>
                    <a:pt x="10409428" y="303275"/>
                  </a:lnTo>
                  <a:lnTo>
                    <a:pt x="10405110" y="307594"/>
                  </a:lnTo>
                  <a:lnTo>
                    <a:pt x="10405110" y="318135"/>
                  </a:lnTo>
                  <a:lnTo>
                    <a:pt x="10409428" y="322453"/>
                  </a:lnTo>
                  <a:lnTo>
                    <a:pt x="10419841" y="322453"/>
                  </a:lnTo>
                  <a:lnTo>
                    <a:pt x="10424160" y="318135"/>
                  </a:lnTo>
                  <a:lnTo>
                    <a:pt x="10424160" y="312928"/>
                  </a:lnTo>
                  <a:lnTo>
                    <a:pt x="10411460" y="312928"/>
                  </a:lnTo>
                  <a:lnTo>
                    <a:pt x="10411460" y="312800"/>
                  </a:lnTo>
                  <a:lnTo>
                    <a:pt x="10424160" y="312800"/>
                  </a:lnTo>
                  <a:lnTo>
                    <a:pt x="10424160" y="307594"/>
                  </a:lnTo>
                  <a:lnTo>
                    <a:pt x="10419841" y="303275"/>
                  </a:lnTo>
                  <a:close/>
                </a:path>
                <a:path w="10424160" h="5213350">
                  <a:moveTo>
                    <a:pt x="10424160" y="312800"/>
                  </a:moveTo>
                  <a:lnTo>
                    <a:pt x="10417810" y="312800"/>
                  </a:lnTo>
                  <a:lnTo>
                    <a:pt x="10417810" y="312928"/>
                  </a:lnTo>
                  <a:lnTo>
                    <a:pt x="10424160" y="312928"/>
                  </a:lnTo>
                  <a:lnTo>
                    <a:pt x="10424160" y="312800"/>
                  </a:lnTo>
                  <a:close/>
                </a:path>
                <a:path w="10424160" h="5213350">
                  <a:moveTo>
                    <a:pt x="10419841" y="341503"/>
                  </a:moveTo>
                  <a:lnTo>
                    <a:pt x="10409428" y="341503"/>
                  </a:lnTo>
                  <a:lnTo>
                    <a:pt x="10405110" y="345694"/>
                  </a:lnTo>
                  <a:lnTo>
                    <a:pt x="10405110" y="356235"/>
                  </a:lnTo>
                  <a:lnTo>
                    <a:pt x="10409428" y="360553"/>
                  </a:lnTo>
                  <a:lnTo>
                    <a:pt x="10419841" y="360553"/>
                  </a:lnTo>
                  <a:lnTo>
                    <a:pt x="10424160" y="356235"/>
                  </a:lnTo>
                  <a:lnTo>
                    <a:pt x="10424160" y="345694"/>
                  </a:lnTo>
                  <a:lnTo>
                    <a:pt x="10419841" y="341503"/>
                  </a:lnTo>
                  <a:close/>
                </a:path>
                <a:path w="10424160" h="5213350">
                  <a:moveTo>
                    <a:pt x="10419841" y="379603"/>
                  </a:moveTo>
                  <a:lnTo>
                    <a:pt x="10409428" y="379603"/>
                  </a:lnTo>
                  <a:lnTo>
                    <a:pt x="10405110" y="383794"/>
                  </a:lnTo>
                  <a:lnTo>
                    <a:pt x="10405110" y="394335"/>
                  </a:lnTo>
                  <a:lnTo>
                    <a:pt x="10409428" y="398653"/>
                  </a:lnTo>
                  <a:lnTo>
                    <a:pt x="10419841" y="398653"/>
                  </a:lnTo>
                  <a:lnTo>
                    <a:pt x="10424160" y="394335"/>
                  </a:lnTo>
                  <a:lnTo>
                    <a:pt x="10424160" y="383794"/>
                  </a:lnTo>
                  <a:lnTo>
                    <a:pt x="10419841" y="379603"/>
                  </a:lnTo>
                  <a:close/>
                </a:path>
                <a:path w="10424160" h="5213350">
                  <a:moveTo>
                    <a:pt x="10419841" y="417703"/>
                  </a:moveTo>
                  <a:lnTo>
                    <a:pt x="10409428" y="417703"/>
                  </a:lnTo>
                  <a:lnTo>
                    <a:pt x="10405110" y="421894"/>
                  </a:lnTo>
                  <a:lnTo>
                    <a:pt x="10405110" y="432435"/>
                  </a:lnTo>
                  <a:lnTo>
                    <a:pt x="10409428" y="436753"/>
                  </a:lnTo>
                  <a:lnTo>
                    <a:pt x="10419841" y="436753"/>
                  </a:lnTo>
                  <a:lnTo>
                    <a:pt x="10424160" y="432435"/>
                  </a:lnTo>
                  <a:lnTo>
                    <a:pt x="10424160" y="421894"/>
                  </a:lnTo>
                  <a:lnTo>
                    <a:pt x="10419841" y="417703"/>
                  </a:lnTo>
                  <a:close/>
                </a:path>
                <a:path w="10424160" h="5213350">
                  <a:moveTo>
                    <a:pt x="10419841" y="455803"/>
                  </a:moveTo>
                  <a:lnTo>
                    <a:pt x="10409428" y="455803"/>
                  </a:lnTo>
                  <a:lnTo>
                    <a:pt x="10405110" y="460121"/>
                  </a:lnTo>
                  <a:lnTo>
                    <a:pt x="10405110" y="470662"/>
                  </a:lnTo>
                  <a:lnTo>
                    <a:pt x="10409428" y="474853"/>
                  </a:lnTo>
                  <a:lnTo>
                    <a:pt x="10419841" y="474853"/>
                  </a:lnTo>
                  <a:lnTo>
                    <a:pt x="10424160" y="470662"/>
                  </a:lnTo>
                  <a:lnTo>
                    <a:pt x="10424160" y="460121"/>
                  </a:lnTo>
                  <a:lnTo>
                    <a:pt x="10419841" y="455803"/>
                  </a:lnTo>
                  <a:close/>
                </a:path>
                <a:path w="10424160" h="5213350">
                  <a:moveTo>
                    <a:pt x="10419841" y="493903"/>
                  </a:moveTo>
                  <a:lnTo>
                    <a:pt x="10409428" y="493903"/>
                  </a:lnTo>
                  <a:lnTo>
                    <a:pt x="10405110" y="498221"/>
                  </a:lnTo>
                  <a:lnTo>
                    <a:pt x="10405110" y="508762"/>
                  </a:lnTo>
                  <a:lnTo>
                    <a:pt x="10409428" y="512953"/>
                  </a:lnTo>
                  <a:lnTo>
                    <a:pt x="10419841" y="512953"/>
                  </a:lnTo>
                  <a:lnTo>
                    <a:pt x="10424160" y="508762"/>
                  </a:lnTo>
                  <a:lnTo>
                    <a:pt x="10424160" y="498221"/>
                  </a:lnTo>
                  <a:lnTo>
                    <a:pt x="10419841" y="493903"/>
                  </a:lnTo>
                  <a:close/>
                </a:path>
                <a:path w="10424160" h="5213350">
                  <a:moveTo>
                    <a:pt x="10419841" y="532003"/>
                  </a:moveTo>
                  <a:lnTo>
                    <a:pt x="10409428" y="532003"/>
                  </a:lnTo>
                  <a:lnTo>
                    <a:pt x="10405110" y="536321"/>
                  </a:lnTo>
                  <a:lnTo>
                    <a:pt x="10405110" y="546862"/>
                  </a:lnTo>
                  <a:lnTo>
                    <a:pt x="10409428" y="551053"/>
                  </a:lnTo>
                  <a:lnTo>
                    <a:pt x="10419841" y="551053"/>
                  </a:lnTo>
                  <a:lnTo>
                    <a:pt x="10424160" y="546862"/>
                  </a:lnTo>
                  <a:lnTo>
                    <a:pt x="10424160" y="536321"/>
                  </a:lnTo>
                  <a:lnTo>
                    <a:pt x="10419841" y="532003"/>
                  </a:lnTo>
                  <a:close/>
                </a:path>
                <a:path w="10424160" h="5213350">
                  <a:moveTo>
                    <a:pt x="10419841" y="570103"/>
                  </a:moveTo>
                  <a:lnTo>
                    <a:pt x="10409428" y="570103"/>
                  </a:lnTo>
                  <a:lnTo>
                    <a:pt x="10405110" y="574421"/>
                  </a:lnTo>
                  <a:lnTo>
                    <a:pt x="10405110" y="584962"/>
                  </a:lnTo>
                  <a:lnTo>
                    <a:pt x="10409428" y="589280"/>
                  </a:lnTo>
                  <a:lnTo>
                    <a:pt x="10419841" y="589280"/>
                  </a:lnTo>
                  <a:lnTo>
                    <a:pt x="10424160" y="584962"/>
                  </a:lnTo>
                  <a:lnTo>
                    <a:pt x="10424160" y="574421"/>
                  </a:lnTo>
                  <a:lnTo>
                    <a:pt x="10419841" y="570103"/>
                  </a:lnTo>
                  <a:close/>
                </a:path>
                <a:path w="10424160" h="5213350">
                  <a:moveTo>
                    <a:pt x="10419841" y="608330"/>
                  </a:moveTo>
                  <a:lnTo>
                    <a:pt x="10409428" y="608330"/>
                  </a:lnTo>
                  <a:lnTo>
                    <a:pt x="10405110" y="612521"/>
                  </a:lnTo>
                  <a:lnTo>
                    <a:pt x="10405110" y="623062"/>
                  </a:lnTo>
                  <a:lnTo>
                    <a:pt x="10409428" y="627380"/>
                  </a:lnTo>
                  <a:lnTo>
                    <a:pt x="10419841" y="627380"/>
                  </a:lnTo>
                  <a:lnTo>
                    <a:pt x="10424160" y="623062"/>
                  </a:lnTo>
                  <a:lnTo>
                    <a:pt x="10424160" y="612521"/>
                  </a:lnTo>
                  <a:lnTo>
                    <a:pt x="10419841" y="608330"/>
                  </a:lnTo>
                  <a:close/>
                </a:path>
                <a:path w="10424160" h="5213350">
                  <a:moveTo>
                    <a:pt x="10419841" y="646430"/>
                  </a:moveTo>
                  <a:lnTo>
                    <a:pt x="10409428" y="646430"/>
                  </a:lnTo>
                  <a:lnTo>
                    <a:pt x="10405110" y="650621"/>
                  </a:lnTo>
                  <a:lnTo>
                    <a:pt x="10405110" y="661162"/>
                  </a:lnTo>
                  <a:lnTo>
                    <a:pt x="10409428" y="665480"/>
                  </a:lnTo>
                  <a:lnTo>
                    <a:pt x="10419841" y="665480"/>
                  </a:lnTo>
                  <a:lnTo>
                    <a:pt x="10424160" y="661162"/>
                  </a:lnTo>
                  <a:lnTo>
                    <a:pt x="10424160" y="650621"/>
                  </a:lnTo>
                  <a:lnTo>
                    <a:pt x="10419841" y="646430"/>
                  </a:lnTo>
                  <a:close/>
                </a:path>
                <a:path w="10424160" h="5213350">
                  <a:moveTo>
                    <a:pt x="10419841" y="684530"/>
                  </a:moveTo>
                  <a:lnTo>
                    <a:pt x="10409428" y="684530"/>
                  </a:lnTo>
                  <a:lnTo>
                    <a:pt x="10405110" y="688721"/>
                  </a:lnTo>
                  <a:lnTo>
                    <a:pt x="10405110" y="699262"/>
                  </a:lnTo>
                  <a:lnTo>
                    <a:pt x="10409428" y="703580"/>
                  </a:lnTo>
                  <a:lnTo>
                    <a:pt x="10419841" y="703580"/>
                  </a:lnTo>
                  <a:lnTo>
                    <a:pt x="10424160" y="699262"/>
                  </a:lnTo>
                  <a:lnTo>
                    <a:pt x="10424160" y="688721"/>
                  </a:lnTo>
                  <a:lnTo>
                    <a:pt x="10419841" y="684530"/>
                  </a:lnTo>
                  <a:close/>
                </a:path>
                <a:path w="10424160" h="5213350">
                  <a:moveTo>
                    <a:pt x="10419841" y="722630"/>
                  </a:moveTo>
                  <a:lnTo>
                    <a:pt x="10409428" y="722630"/>
                  </a:lnTo>
                  <a:lnTo>
                    <a:pt x="10405110" y="726948"/>
                  </a:lnTo>
                  <a:lnTo>
                    <a:pt x="10405110" y="737488"/>
                  </a:lnTo>
                  <a:lnTo>
                    <a:pt x="10409428" y="741680"/>
                  </a:lnTo>
                  <a:lnTo>
                    <a:pt x="10419841" y="741680"/>
                  </a:lnTo>
                  <a:lnTo>
                    <a:pt x="10424160" y="737488"/>
                  </a:lnTo>
                  <a:lnTo>
                    <a:pt x="10424160" y="726948"/>
                  </a:lnTo>
                  <a:lnTo>
                    <a:pt x="10419841" y="722630"/>
                  </a:lnTo>
                  <a:close/>
                </a:path>
                <a:path w="10424160" h="5213350">
                  <a:moveTo>
                    <a:pt x="10419841" y="760730"/>
                  </a:moveTo>
                  <a:lnTo>
                    <a:pt x="10409428" y="760730"/>
                  </a:lnTo>
                  <a:lnTo>
                    <a:pt x="10405110" y="765048"/>
                  </a:lnTo>
                  <a:lnTo>
                    <a:pt x="10405110" y="775588"/>
                  </a:lnTo>
                  <a:lnTo>
                    <a:pt x="10409428" y="779780"/>
                  </a:lnTo>
                  <a:lnTo>
                    <a:pt x="10419841" y="779780"/>
                  </a:lnTo>
                  <a:lnTo>
                    <a:pt x="10424160" y="775588"/>
                  </a:lnTo>
                  <a:lnTo>
                    <a:pt x="10424160" y="765048"/>
                  </a:lnTo>
                  <a:lnTo>
                    <a:pt x="10419841" y="760730"/>
                  </a:lnTo>
                  <a:close/>
                </a:path>
                <a:path w="10424160" h="5213350">
                  <a:moveTo>
                    <a:pt x="10419841" y="798830"/>
                  </a:moveTo>
                  <a:lnTo>
                    <a:pt x="10409428" y="798830"/>
                  </a:lnTo>
                  <a:lnTo>
                    <a:pt x="10405110" y="803148"/>
                  </a:lnTo>
                  <a:lnTo>
                    <a:pt x="10405110" y="813688"/>
                  </a:lnTo>
                  <a:lnTo>
                    <a:pt x="10409428" y="817880"/>
                  </a:lnTo>
                  <a:lnTo>
                    <a:pt x="10419841" y="817880"/>
                  </a:lnTo>
                  <a:lnTo>
                    <a:pt x="10424160" y="813688"/>
                  </a:lnTo>
                  <a:lnTo>
                    <a:pt x="10424160" y="803148"/>
                  </a:lnTo>
                  <a:lnTo>
                    <a:pt x="10419841" y="798830"/>
                  </a:lnTo>
                  <a:close/>
                </a:path>
                <a:path w="10424160" h="5213350">
                  <a:moveTo>
                    <a:pt x="10419841" y="836930"/>
                  </a:moveTo>
                  <a:lnTo>
                    <a:pt x="10409428" y="836930"/>
                  </a:lnTo>
                  <a:lnTo>
                    <a:pt x="10405110" y="841248"/>
                  </a:lnTo>
                  <a:lnTo>
                    <a:pt x="10405110" y="851788"/>
                  </a:lnTo>
                  <a:lnTo>
                    <a:pt x="10409428" y="856107"/>
                  </a:lnTo>
                  <a:lnTo>
                    <a:pt x="10419841" y="856107"/>
                  </a:lnTo>
                  <a:lnTo>
                    <a:pt x="10424160" y="851788"/>
                  </a:lnTo>
                  <a:lnTo>
                    <a:pt x="10424160" y="841248"/>
                  </a:lnTo>
                  <a:lnTo>
                    <a:pt x="10419841" y="836930"/>
                  </a:lnTo>
                  <a:close/>
                </a:path>
                <a:path w="10424160" h="5213350">
                  <a:moveTo>
                    <a:pt x="10419841" y="875157"/>
                  </a:moveTo>
                  <a:lnTo>
                    <a:pt x="10409428" y="875157"/>
                  </a:lnTo>
                  <a:lnTo>
                    <a:pt x="10405110" y="879348"/>
                  </a:lnTo>
                  <a:lnTo>
                    <a:pt x="10405110" y="889888"/>
                  </a:lnTo>
                  <a:lnTo>
                    <a:pt x="10409428" y="894207"/>
                  </a:lnTo>
                  <a:lnTo>
                    <a:pt x="10419841" y="894207"/>
                  </a:lnTo>
                  <a:lnTo>
                    <a:pt x="10424160" y="889888"/>
                  </a:lnTo>
                  <a:lnTo>
                    <a:pt x="10424160" y="879348"/>
                  </a:lnTo>
                  <a:lnTo>
                    <a:pt x="10419841" y="875157"/>
                  </a:lnTo>
                  <a:close/>
                </a:path>
                <a:path w="10424160" h="5213350">
                  <a:moveTo>
                    <a:pt x="10419841" y="913257"/>
                  </a:moveTo>
                  <a:lnTo>
                    <a:pt x="10409428" y="913257"/>
                  </a:lnTo>
                  <a:lnTo>
                    <a:pt x="10405110" y="917448"/>
                  </a:lnTo>
                  <a:lnTo>
                    <a:pt x="10405110" y="927988"/>
                  </a:lnTo>
                  <a:lnTo>
                    <a:pt x="10409428" y="932307"/>
                  </a:lnTo>
                  <a:lnTo>
                    <a:pt x="10419841" y="932307"/>
                  </a:lnTo>
                  <a:lnTo>
                    <a:pt x="10424160" y="927988"/>
                  </a:lnTo>
                  <a:lnTo>
                    <a:pt x="10424160" y="917448"/>
                  </a:lnTo>
                  <a:lnTo>
                    <a:pt x="10419841" y="913257"/>
                  </a:lnTo>
                  <a:close/>
                </a:path>
                <a:path w="10424160" h="5213350">
                  <a:moveTo>
                    <a:pt x="10419841" y="951357"/>
                  </a:moveTo>
                  <a:lnTo>
                    <a:pt x="10409428" y="951357"/>
                  </a:lnTo>
                  <a:lnTo>
                    <a:pt x="10405110" y="955548"/>
                  </a:lnTo>
                  <a:lnTo>
                    <a:pt x="10405110" y="966088"/>
                  </a:lnTo>
                  <a:lnTo>
                    <a:pt x="10409428" y="970407"/>
                  </a:lnTo>
                  <a:lnTo>
                    <a:pt x="10419841" y="970407"/>
                  </a:lnTo>
                  <a:lnTo>
                    <a:pt x="10424160" y="966088"/>
                  </a:lnTo>
                  <a:lnTo>
                    <a:pt x="10424160" y="955548"/>
                  </a:lnTo>
                  <a:lnTo>
                    <a:pt x="10419841" y="951357"/>
                  </a:lnTo>
                  <a:close/>
                </a:path>
                <a:path w="10424160" h="5213350">
                  <a:moveTo>
                    <a:pt x="10419841" y="989457"/>
                  </a:moveTo>
                  <a:lnTo>
                    <a:pt x="10409428" y="989457"/>
                  </a:lnTo>
                  <a:lnTo>
                    <a:pt x="10405110" y="993775"/>
                  </a:lnTo>
                  <a:lnTo>
                    <a:pt x="10405110" y="1004316"/>
                  </a:lnTo>
                  <a:lnTo>
                    <a:pt x="10409428" y="1008507"/>
                  </a:lnTo>
                  <a:lnTo>
                    <a:pt x="10419841" y="1008507"/>
                  </a:lnTo>
                  <a:lnTo>
                    <a:pt x="10424160" y="1004316"/>
                  </a:lnTo>
                  <a:lnTo>
                    <a:pt x="10424160" y="993775"/>
                  </a:lnTo>
                  <a:lnTo>
                    <a:pt x="10419841" y="989457"/>
                  </a:lnTo>
                  <a:close/>
                </a:path>
                <a:path w="10424160" h="5213350">
                  <a:moveTo>
                    <a:pt x="10419841" y="1027557"/>
                  </a:moveTo>
                  <a:lnTo>
                    <a:pt x="10409428" y="1027557"/>
                  </a:lnTo>
                  <a:lnTo>
                    <a:pt x="10405110" y="1031875"/>
                  </a:lnTo>
                  <a:lnTo>
                    <a:pt x="10405110" y="1042416"/>
                  </a:lnTo>
                  <a:lnTo>
                    <a:pt x="10409428" y="1046607"/>
                  </a:lnTo>
                  <a:lnTo>
                    <a:pt x="10419841" y="1046607"/>
                  </a:lnTo>
                  <a:lnTo>
                    <a:pt x="10424160" y="1042416"/>
                  </a:lnTo>
                  <a:lnTo>
                    <a:pt x="10424160" y="1031875"/>
                  </a:lnTo>
                  <a:lnTo>
                    <a:pt x="10419841" y="1027557"/>
                  </a:lnTo>
                  <a:close/>
                </a:path>
                <a:path w="10424160" h="5213350">
                  <a:moveTo>
                    <a:pt x="10419841" y="1065657"/>
                  </a:moveTo>
                  <a:lnTo>
                    <a:pt x="10409428" y="1065657"/>
                  </a:lnTo>
                  <a:lnTo>
                    <a:pt x="10405110" y="1069975"/>
                  </a:lnTo>
                  <a:lnTo>
                    <a:pt x="10405110" y="1080516"/>
                  </a:lnTo>
                  <a:lnTo>
                    <a:pt x="10409428" y="1084834"/>
                  </a:lnTo>
                  <a:lnTo>
                    <a:pt x="10419841" y="1084834"/>
                  </a:lnTo>
                  <a:lnTo>
                    <a:pt x="10424160" y="1080516"/>
                  </a:lnTo>
                  <a:lnTo>
                    <a:pt x="10424160" y="1069975"/>
                  </a:lnTo>
                  <a:lnTo>
                    <a:pt x="10419841" y="1065657"/>
                  </a:lnTo>
                  <a:close/>
                </a:path>
                <a:path w="10424160" h="5213350">
                  <a:moveTo>
                    <a:pt x="10419841" y="1103884"/>
                  </a:moveTo>
                  <a:lnTo>
                    <a:pt x="10409428" y="1103884"/>
                  </a:lnTo>
                  <a:lnTo>
                    <a:pt x="10405110" y="1108075"/>
                  </a:lnTo>
                  <a:lnTo>
                    <a:pt x="10405110" y="1118616"/>
                  </a:lnTo>
                  <a:lnTo>
                    <a:pt x="10409428" y="1122934"/>
                  </a:lnTo>
                  <a:lnTo>
                    <a:pt x="10419841" y="1122934"/>
                  </a:lnTo>
                  <a:lnTo>
                    <a:pt x="10424160" y="1118616"/>
                  </a:lnTo>
                  <a:lnTo>
                    <a:pt x="10424160" y="1108075"/>
                  </a:lnTo>
                  <a:lnTo>
                    <a:pt x="10419841" y="1103884"/>
                  </a:lnTo>
                  <a:close/>
                </a:path>
                <a:path w="10424160" h="5213350">
                  <a:moveTo>
                    <a:pt x="10419841" y="1141984"/>
                  </a:moveTo>
                  <a:lnTo>
                    <a:pt x="10409428" y="1141984"/>
                  </a:lnTo>
                  <a:lnTo>
                    <a:pt x="10405110" y="1146175"/>
                  </a:lnTo>
                  <a:lnTo>
                    <a:pt x="10405110" y="1156716"/>
                  </a:lnTo>
                  <a:lnTo>
                    <a:pt x="10409428" y="1161034"/>
                  </a:lnTo>
                  <a:lnTo>
                    <a:pt x="10419841" y="1161034"/>
                  </a:lnTo>
                  <a:lnTo>
                    <a:pt x="10424160" y="1156716"/>
                  </a:lnTo>
                  <a:lnTo>
                    <a:pt x="10424160" y="1146175"/>
                  </a:lnTo>
                  <a:lnTo>
                    <a:pt x="10419841" y="1141984"/>
                  </a:lnTo>
                  <a:close/>
                </a:path>
                <a:path w="10424160" h="5213350">
                  <a:moveTo>
                    <a:pt x="10419841" y="1180084"/>
                  </a:moveTo>
                  <a:lnTo>
                    <a:pt x="10409428" y="1180084"/>
                  </a:lnTo>
                  <a:lnTo>
                    <a:pt x="10405110" y="1184275"/>
                  </a:lnTo>
                  <a:lnTo>
                    <a:pt x="10405110" y="1194816"/>
                  </a:lnTo>
                  <a:lnTo>
                    <a:pt x="10409428" y="1199134"/>
                  </a:lnTo>
                  <a:lnTo>
                    <a:pt x="10419841" y="1199134"/>
                  </a:lnTo>
                  <a:lnTo>
                    <a:pt x="10424160" y="1194816"/>
                  </a:lnTo>
                  <a:lnTo>
                    <a:pt x="10424160" y="1184275"/>
                  </a:lnTo>
                  <a:lnTo>
                    <a:pt x="10419841" y="1180084"/>
                  </a:lnTo>
                  <a:close/>
                </a:path>
                <a:path w="10424160" h="5213350">
                  <a:moveTo>
                    <a:pt x="10419841" y="1218184"/>
                  </a:moveTo>
                  <a:lnTo>
                    <a:pt x="10409428" y="1218184"/>
                  </a:lnTo>
                  <a:lnTo>
                    <a:pt x="10405110" y="1222502"/>
                  </a:lnTo>
                  <a:lnTo>
                    <a:pt x="10405110" y="1233043"/>
                  </a:lnTo>
                  <a:lnTo>
                    <a:pt x="10409428" y="1237234"/>
                  </a:lnTo>
                  <a:lnTo>
                    <a:pt x="10419841" y="1237234"/>
                  </a:lnTo>
                  <a:lnTo>
                    <a:pt x="10424160" y="1233043"/>
                  </a:lnTo>
                  <a:lnTo>
                    <a:pt x="10424160" y="1222502"/>
                  </a:lnTo>
                  <a:lnTo>
                    <a:pt x="10419841" y="1218184"/>
                  </a:lnTo>
                  <a:close/>
                </a:path>
                <a:path w="10424160" h="5213350">
                  <a:moveTo>
                    <a:pt x="10419841" y="1256284"/>
                  </a:moveTo>
                  <a:lnTo>
                    <a:pt x="10409428" y="1256284"/>
                  </a:lnTo>
                  <a:lnTo>
                    <a:pt x="10405110" y="1260602"/>
                  </a:lnTo>
                  <a:lnTo>
                    <a:pt x="10405110" y="1271143"/>
                  </a:lnTo>
                  <a:lnTo>
                    <a:pt x="10409428" y="1275334"/>
                  </a:lnTo>
                  <a:lnTo>
                    <a:pt x="10419841" y="1275334"/>
                  </a:lnTo>
                  <a:lnTo>
                    <a:pt x="10424160" y="1271143"/>
                  </a:lnTo>
                  <a:lnTo>
                    <a:pt x="10424160" y="1260602"/>
                  </a:lnTo>
                  <a:lnTo>
                    <a:pt x="10419841" y="1256284"/>
                  </a:lnTo>
                  <a:close/>
                </a:path>
                <a:path w="10424160" h="5213350">
                  <a:moveTo>
                    <a:pt x="10419841" y="1294384"/>
                  </a:moveTo>
                  <a:lnTo>
                    <a:pt x="10409428" y="1294384"/>
                  </a:lnTo>
                  <a:lnTo>
                    <a:pt x="10405110" y="1298702"/>
                  </a:lnTo>
                  <a:lnTo>
                    <a:pt x="10405110" y="1309243"/>
                  </a:lnTo>
                  <a:lnTo>
                    <a:pt x="10409428" y="1313434"/>
                  </a:lnTo>
                  <a:lnTo>
                    <a:pt x="10419841" y="1313434"/>
                  </a:lnTo>
                  <a:lnTo>
                    <a:pt x="10424160" y="1309243"/>
                  </a:lnTo>
                  <a:lnTo>
                    <a:pt x="10424160" y="1298702"/>
                  </a:lnTo>
                  <a:lnTo>
                    <a:pt x="10419841" y="1294384"/>
                  </a:lnTo>
                  <a:close/>
                </a:path>
                <a:path w="10424160" h="5213350">
                  <a:moveTo>
                    <a:pt x="10419841" y="1332484"/>
                  </a:moveTo>
                  <a:lnTo>
                    <a:pt x="10409428" y="1332484"/>
                  </a:lnTo>
                  <a:lnTo>
                    <a:pt x="10405110" y="1336802"/>
                  </a:lnTo>
                  <a:lnTo>
                    <a:pt x="10405110" y="1347343"/>
                  </a:lnTo>
                  <a:lnTo>
                    <a:pt x="10409428" y="1351661"/>
                  </a:lnTo>
                  <a:lnTo>
                    <a:pt x="10419841" y="1351661"/>
                  </a:lnTo>
                  <a:lnTo>
                    <a:pt x="10424160" y="1347343"/>
                  </a:lnTo>
                  <a:lnTo>
                    <a:pt x="10424160" y="1336802"/>
                  </a:lnTo>
                  <a:lnTo>
                    <a:pt x="10419841" y="1332484"/>
                  </a:lnTo>
                  <a:close/>
                </a:path>
                <a:path w="10424160" h="5213350">
                  <a:moveTo>
                    <a:pt x="10419841" y="1370711"/>
                  </a:moveTo>
                  <a:lnTo>
                    <a:pt x="10409428" y="1370711"/>
                  </a:lnTo>
                  <a:lnTo>
                    <a:pt x="10405110" y="1374902"/>
                  </a:lnTo>
                  <a:lnTo>
                    <a:pt x="10405110" y="1385443"/>
                  </a:lnTo>
                  <a:lnTo>
                    <a:pt x="10409428" y="1389761"/>
                  </a:lnTo>
                  <a:lnTo>
                    <a:pt x="10419841" y="1389761"/>
                  </a:lnTo>
                  <a:lnTo>
                    <a:pt x="10424160" y="1385443"/>
                  </a:lnTo>
                  <a:lnTo>
                    <a:pt x="10424160" y="1374902"/>
                  </a:lnTo>
                  <a:lnTo>
                    <a:pt x="10419841" y="1370711"/>
                  </a:lnTo>
                  <a:close/>
                </a:path>
                <a:path w="10424160" h="5213350">
                  <a:moveTo>
                    <a:pt x="10419841" y="1408811"/>
                  </a:moveTo>
                  <a:lnTo>
                    <a:pt x="10409428" y="1408811"/>
                  </a:lnTo>
                  <a:lnTo>
                    <a:pt x="10405110" y="1413002"/>
                  </a:lnTo>
                  <a:lnTo>
                    <a:pt x="10405110" y="1423543"/>
                  </a:lnTo>
                  <a:lnTo>
                    <a:pt x="10409428" y="1427861"/>
                  </a:lnTo>
                  <a:lnTo>
                    <a:pt x="10419841" y="1427861"/>
                  </a:lnTo>
                  <a:lnTo>
                    <a:pt x="10424160" y="1423543"/>
                  </a:lnTo>
                  <a:lnTo>
                    <a:pt x="10424160" y="1413002"/>
                  </a:lnTo>
                  <a:lnTo>
                    <a:pt x="10419841" y="1408811"/>
                  </a:lnTo>
                  <a:close/>
                </a:path>
                <a:path w="10424160" h="5213350">
                  <a:moveTo>
                    <a:pt x="10419841" y="1446911"/>
                  </a:moveTo>
                  <a:lnTo>
                    <a:pt x="10409428" y="1446911"/>
                  </a:lnTo>
                  <a:lnTo>
                    <a:pt x="10405110" y="1451102"/>
                  </a:lnTo>
                  <a:lnTo>
                    <a:pt x="10405110" y="1461643"/>
                  </a:lnTo>
                  <a:lnTo>
                    <a:pt x="10409428" y="1465961"/>
                  </a:lnTo>
                  <a:lnTo>
                    <a:pt x="10419841" y="1465961"/>
                  </a:lnTo>
                  <a:lnTo>
                    <a:pt x="10424160" y="1461643"/>
                  </a:lnTo>
                  <a:lnTo>
                    <a:pt x="10424160" y="1451102"/>
                  </a:lnTo>
                  <a:lnTo>
                    <a:pt x="10419841" y="1446911"/>
                  </a:lnTo>
                  <a:close/>
                </a:path>
                <a:path w="10424160" h="5213350">
                  <a:moveTo>
                    <a:pt x="10419841" y="1485011"/>
                  </a:moveTo>
                  <a:lnTo>
                    <a:pt x="10409428" y="1485011"/>
                  </a:lnTo>
                  <a:lnTo>
                    <a:pt x="10405110" y="1489329"/>
                  </a:lnTo>
                  <a:lnTo>
                    <a:pt x="10405110" y="1499870"/>
                  </a:lnTo>
                  <a:lnTo>
                    <a:pt x="10409428" y="1504061"/>
                  </a:lnTo>
                  <a:lnTo>
                    <a:pt x="10419841" y="1504061"/>
                  </a:lnTo>
                  <a:lnTo>
                    <a:pt x="10424160" y="1499870"/>
                  </a:lnTo>
                  <a:lnTo>
                    <a:pt x="10424160" y="1489329"/>
                  </a:lnTo>
                  <a:lnTo>
                    <a:pt x="10419841" y="1485011"/>
                  </a:lnTo>
                  <a:close/>
                </a:path>
                <a:path w="10424160" h="5213350">
                  <a:moveTo>
                    <a:pt x="10419841" y="1523111"/>
                  </a:moveTo>
                  <a:lnTo>
                    <a:pt x="10409428" y="1523111"/>
                  </a:lnTo>
                  <a:lnTo>
                    <a:pt x="10405110" y="1527429"/>
                  </a:lnTo>
                  <a:lnTo>
                    <a:pt x="10405110" y="1537970"/>
                  </a:lnTo>
                  <a:lnTo>
                    <a:pt x="10409428" y="1542161"/>
                  </a:lnTo>
                  <a:lnTo>
                    <a:pt x="10419841" y="1542161"/>
                  </a:lnTo>
                  <a:lnTo>
                    <a:pt x="10424160" y="1537970"/>
                  </a:lnTo>
                  <a:lnTo>
                    <a:pt x="10424160" y="1527429"/>
                  </a:lnTo>
                  <a:lnTo>
                    <a:pt x="10419841" y="1523111"/>
                  </a:lnTo>
                  <a:close/>
                </a:path>
                <a:path w="10424160" h="5213350">
                  <a:moveTo>
                    <a:pt x="10419841" y="1561211"/>
                  </a:moveTo>
                  <a:lnTo>
                    <a:pt x="10409428" y="1561211"/>
                  </a:lnTo>
                  <a:lnTo>
                    <a:pt x="10405110" y="1565529"/>
                  </a:lnTo>
                  <a:lnTo>
                    <a:pt x="10405110" y="1576070"/>
                  </a:lnTo>
                  <a:lnTo>
                    <a:pt x="10409428" y="1580261"/>
                  </a:lnTo>
                  <a:lnTo>
                    <a:pt x="10419841" y="1580261"/>
                  </a:lnTo>
                  <a:lnTo>
                    <a:pt x="10424160" y="1576070"/>
                  </a:lnTo>
                  <a:lnTo>
                    <a:pt x="10424160" y="1565529"/>
                  </a:lnTo>
                  <a:lnTo>
                    <a:pt x="10419841" y="1561211"/>
                  </a:lnTo>
                  <a:close/>
                </a:path>
                <a:path w="10424160" h="5213350">
                  <a:moveTo>
                    <a:pt x="10419841" y="1599311"/>
                  </a:moveTo>
                  <a:lnTo>
                    <a:pt x="10409428" y="1599311"/>
                  </a:lnTo>
                  <a:lnTo>
                    <a:pt x="10405110" y="1603629"/>
                  </a:lnTo>
                  <a:lnTo>
                    <a:pt x="10405110" y="1614170"/>
                  </a:lnTo>
                  <a:lnTo>
                    <a:pt x="10409428" y="1618488"/>
                  </a:lnTo>
                  <a:lnTo>
                    <a:pt x="10419841" y="1618488"/>
                  </a:lnTo>
                  <a:lnTo>
                    <a:pt x="10424160" y="1614170"/>
                  </a:lnTo>
                  <a:lnTo>
                    <a:pt x="10424160" y="1603629"/>
                  </a:lnTo>
                  <a:lnTo>
                    <a:pt x="10419841" y="1599311"/>
                  </a:lnTo>
                  <a:close/>
                </a:path>
                <a:path w="10424160" h="5213350">
                  <a:moveTo>
                    <a:pt x="10419841" y="1637538"/>
                  </a:moveTo>
                  <a:lnTo>
                    <a:pt x="10409428" y="1637538"/>
                  </a:lnTo>
                  <a:lnTo>
                    <a:pt x="10405110" y="1641729"/>
                  </a:lnTo>
                  <a:lnTo>
                    <a:pt x="10405110" y="1652270"/>
                  </a:lnTo>
                  <a:lnTo>
                    <a:pt x="10409428" y="1656588"/>
                  </a:lnTo>
                  <a:lnTo>
                    <a:pt x="10419841" y="1656588"/>
                  </a:lnTo>
                  <a:lnTo>
                    <a:pt x="10424160" y="1652270"/>
                  </a:lnTo>
                  <a:lnTo>
                    <a:pt x="10424160" y="1641729"/>
                  </a:lnTo>
                  <a:lnTo>
                    <a:pt x="10419841" y="1637538"/>
                  </a:lnTo>
                  <a:close/>
                </a:path>
                <a:path w="10424160" h="5213350">
                  <a:moveTo>
                    <a:pt x="10419841" y="1675638"/>
                  </a:moveTo>
                  <a:lnTo>
                    <a:pt x="10409428" y="1675638"/>
                  </a:lnTo>
                  <a:lnTo>
                    <a:pt x="10405110" y="1679829"/>
                  </a:lnTo>
                  <a:lnTo>
                    <a:pt x="10405110" y="1690370"/>
                  </a:lnTo>
                  <a:lnTo>
                    <a:pt x="10409428" y="1694688"/>
                  </a:lnTo>
                  <a:lnTo>
                    <a:pt x="10419841" y="1694688"/>
                  </a:lnTo>
                  <a:lnTo>
                    <a:pt x="10424160" y="1690370"/>
                  </a:lnTo>
                  <a:lnTo>
                    <a:pt x="10424160" y="1679829"/>
                  </a:lnTo>
                  <a:lnTo>
                    <a:pt x="10419841" y="1675638"/>
                  </a:lnTo>
                  <a:close/>
                </a:path>
                <a:path w="10424160" h="5213350">
                  <a:moveTo>
                    <a:pt x="10419841" y="1713738"/>
                  </a:moveTo>
                  <a:lnTo>
                    <a:pt x="10409428" y="1713738"/>
                  </a:lnTo>
                  <a:lnTo>
                    <a:pt x="10405110" y="1717929"/>
                  </a:lnTo>
                  <a:lnTo>
                    <a:pt x="10405110" y="1728470"/>
                  </a:lnTo>
                  <a:lnTo>
                    <a:pt x="10409428" y="1732788"/>
                  </a:lnTo>
                  <a:lnTo>
                    <a:pt x="10419841" y="1732788"/>
                  </a:lnTo>
                  <a:lnTo>
                    <a:pt x="10424160" y="1728470"/>
                  </a:lnTo>
                  <a:lnTo>
                    <a:pt x="10424160" y="1717929"/>
                  </a:lnTo>
                  <a:lnTo>
                    <a:pt x="10419841" y="1713738"/>
                  </a:lnTo>
                  <a:close/>
                </a:path>
                <a:path w="10424160" h="5213350">
                  <a:moveTo>
                    <a:pt x="10419841" y="1751838"/>
                  </a:moveTo>
                  <a:lnTo>
                    <a:pt x="10409428" y="1751838"/>
                  </a:lnTo>
                  <a:lnTo>
                    <a:pt x="10405110" y="1756156"/>
                  </a:lnTo>
                  <a:lnTo>
                    <a:pt x="10405110" y="1766697"/>
                  </a:lnTo>
                  <a:lnTo>
                    <a:pt x="10409428" y="1770888"/>
                  </a:lnTo>
                  <a:lnTo>
                    <a:pt x="10419841" y="1770888"/>
                  </a:lnTo>
                  <a:lnTo>
                    <a:pt x="10424160" y="1766697"/>
                  </a:lnTo>
                  <a:lnTo>
                    <a:pt x="10424160" y="1756156"/>
                  </a:lnTo>
                  <a:lnTo>
                    <a:pt x="10419841" y="1751838"/>
                  </a:lnTo>
                  <a:close/>
                </a:path>
                <a:path w="10424160" h="5213350">
                  <a:moveTo>
                    <a:pt x="10419841" y="1789938"/>
                  </a:moveTo>
                  <a:lnTo>
                    <a:pt x="10409428" y="1789938"/>
                  </a:lnTo>
                  <a:lnTo>
                    <a:pt x="10405110" y="1794256"/>
                  </a:lnTo>
                  <a:lnTo>
                    <a:pt x="10405110" y="1804797"/>
                  </a:lnTo>
                  <a:lnTo>
                    <a:pt x="10409428" y="1808988"/>
                  </a:lnTo>
                  <a:lnTo>
                    <a:pt x="10419841" y="1808988"/>
                  </a:lnTo>
                  <a:lnTo>
                    <a:pt x="10424160" y="1804797"/>
                  </a:lnTo>
                  <a:lnTo>
                    <a:pt x="10424160" y="1794256"/>
                  </a:lnTo>
                  <a:lnTo>
                    <a:pt x="10419841" y="1789938"/>
                  </a:lnTo>
                  <a:close/>
                </a:path>
                <a:path w="10424160" h="5213350">
                  <a:moveTo>
                    <a:pt x="10419841" y="1828038"/>
                  </a:moveTo>
                  <a:lnTo>
                    <a:pt x="10409428" y="1828038"/>
                  </a:lnTo>
                  <a:lnTo>
                    <a:pt x="10405110" y="1832356"/>
                  </a:lnTo>
                  <a:lnTo>
                    <a:pt x="10405110" y="1842897"/>
                  </a:lnTo>
                  <a:lnTo>
                    <a:pt x="10409428" y="1847215"/>
                  </a:lnTo>
                  <a:lnTo>
                    <a:pt x="10419841" y="1847215"/>
                  </a:lnTo>
                  <a:lnTo>
                    <a:pt x="10424160" y="1842897"/>
                  </a:lnTo>
                  <a:lnTo>
                    <a:pt x="10424160" y="1837690"/>
                  </a:lnTo>
                  <a:lnTo>
                    <a:pt x="10411460" y="1837690"/>
                  </a:lnTo>
                  <a:lnTo>
                    <a:pt x="10411460" y="1837563"/>
                  </a:lnTo>
                  <a:lnTo>
                    <a:pt x="10424160" y="1837563"/>
                  </a:lnTo>
                  <a:lnTo>
                    <a:pt x="10424160" y="1832356"/>
                  </a:lnTo>
                  <a:lnTo>
                    <a:pt x="10419841" y="1828038"/>
                  </a:lnTo>
                  <a:close/>
                </a:path>
                <a:path w="10424160" h="5213350">
                  <a:moveTo>
                    <a:pt x="10424160" y="1837563"/>
                  </a:moveTo>
                  <a:lnTo>
                    <a:pt x="10417810" y="1837563"/>
                  </a:lnTo>
                  <a:lnTo>
                    <a:pt x="10417810" y="1837690"/>
                  </a:lnTo>
                  <a:lnTo>
                    <a:pt x="10424160" y="1837690"/>
                  </a:lnTo>
                  <a:lnTo>
                    <a:pt x="10424160" y="1837563"/>
                  </a:lnTo>
                  <a:close/>
                </a:path>
                <a:path w="10424160" h="5213350">
                  <a:moveTo>
                    <a:pt x="10419841" y="1866265"/>
                  </a:moveTo>
                  <a:lnTo>
                    <a:pt x="10409428" y="1866265"/>
                  </a:lnTo>
                  <a:lnTo>
                    <a:pt x="10405110" y="1870456"/>
                  </a:lnTo>
                  <a:lnTo>
                    <a:pt x="10405110" y="1880997"/>
                  </a:lnTo>
                  <a:lnTo>
                    <a:pt x="10409428" y="1885315"/>
                  </a:lnTo>
                  <a:lnTo>
                    <a:pt x="10419841" y="1885315"/>
                  </a:lnTo>
                  <a:lnTo>
                    <a:pt x="10424160" y="1880997"/>
                  </a:lnTo>
                  <a:lnTo>
                    <a:pt x="10424160" y="1870456"/>
                  </a:lnTo>
                  <a:lnTo>
                    <a:pt x="10419841" y="1866265"/>
                  </a:lnTo>
                  <a:close/>
                </a:path>
                <a:path w="10424160" h="5213350">
                  <a:moveTo>
                    <a:pt x="10419841" y="1904365"/>
                  </a:moveTo>
                  <a:lnTo>
                    <a:pt x="10409428" y="1904365"/>
                  </a:lnTo>
                  <a:lnTo>
                    <a:pt x="10405110" y="1908556"/>
                  </a:lnTo>
                  <a:lnTo>
                    <a:pt x="10405110" y="1919097"/>
                  </a:lnTo>
                  <a:lnTo>
                    <a:pt x="10409428" y="1923415"/>
                  </a:lnTo>
                  <a:lnTo>
                    <a:pt x="10419841" y="1923415"/>
                  </a:lnTo>
                  <a:lnTo>
                    <a:pt x="10424160" y="1919097"/>
                  </a:lnTo>
                  <a:lnTo>
                    <a:pt x="10424160" y="1908556"/>
                  </a:lnTo>
                  <a:lnTo>
                    <a:pt x="10419841" y="1904365"/>
                  </a:lnTo>
                  <a:close/>
                </a:path>
                <a:path w="10424160" h="5213350">
                  <a:moveTo>
                    <a:pt x="10419841" y="1942465"/>
                  </a:moveTo>
                  <a:lnTo>
                    <a:pt x="10409428" y="1942465"/>
                  </a:lnTo>
                  <a:lnTo>
                    <a:pt x="10405110" y="1946656"/>
                  </a:lnTo>
                  <a:lnTo>
                    <a:pt x="10405110" y="1957197"/>
                  </a:lnTo>
                  <a:lnTo>
                    <a:pt x="10409428" y="1961515"/>
                  </a:lnTo>
                  <a:lnTo>
                    <a:pt x="10419841" y="1961515"/>
                  </a:lnTo>
                  <a:lnTo>
                    <a:pt x="10424160" y="1957197"/>
                  </a:lnTo>
                  <a:lnTo>
                    <a:pt x="10424160" y="1946656"/>
                  </a:lnTo>
                  <a:lnTo>
                    <a:pt x="10419841" y="1942465"/>
                  </a:lnTo>
                  <a:close/>
                </a:path>
                <a:path w="10424160" h="5213350">
                  <a:moveTo>
                    <a:pt x="10419841" y="1980565"/>
                  </a:moveTo>
                  <a:lnTo>
                    <a:pt x="10409428" y="1980565"/>
                  </a:lnTo>
                  <a:lnTo>
                    <a:pt x="10405110" y="1984883"/>
                  </a:lnTo>
                  <a:lnTo>
                    <a:pt x="10405110" y="1995424"/>
                  </a:lnTo>
                  <a:lnTo>
                    <a:pt x="10409428" y="1999615"/>
                  </a:lnTo>
                  <a:lnTo>
                    <a:pt x="10419841" y="1999615"/>
                  </a:lnTo>
                  <a:lnTo>
                    <a:pt x="10424160" y="1995424"/>
                  </a:lnTo>
                  <a:lnTo>
                    <a:pt x="10424160" y="1984883"/>
                  </a:lnTo>
                  <a:lnTo>
                    <a:pt x="10419841" y="1980565"/>
                  </a:lnTo>
                  <a:close/>
                </a:path>
                <a:path w="10424160" h="5213350">
                  <a:moveTo>
                    <a:pt x="10419841" y="2018665"/>
                  </a:moveTo>
                  <a:lnTo>
                    <a:pt x="10409428" y="2018665"/>
                  </a:lnTo>
                  <a:lnTo>
                    <a:pt x="10405110" y="2022983"/>
                  </a:lnTo>
                  <a:lnTo>
                    <a:pt x="10405110" y="2033524"/>
                  </a:lnTo>
                  <a:lnTo>
                    <a:pt x="10409428" y="2037715"/>
                  </a:lnTo>
                  <a:lnTo>
                    <a:pt x="10419841" y="2037715"/>
                  </a:lnTo>
                  <a:lnTo>
                    <a:pt x="10424160" y="2033524"/>
                  </a:lnTo>
                  <a:lnTo>
                    <a:pt x="10424160" y="2022983"/>
                  </a:lnTo>
                  <a:lnTo>
                    <a:pt x="10419841" y="2018665"/>
                  </a:lnTo>
                  <a:close/>
                </a:path>
                <a:path w="10424160" h="5213350">
                  <a:moveTo>
                    <a:pt x="10419841" y="2056765"/>
                  </a:moveTo>
                  <a:lnTo>
                    <a:pt x="10409428" y="2056765"/>
                  </a:lnTo>
                  <a:lnTo>
                    <a:pt x="10405110" y="2061083"/>
                  </a:lnTo>
                  <a:lnTo>
                    <a:pt x="10405110" y="2071624"/>
                  </a:lnTo>
                  <a:lnTo>
                    <a:pt x="10409428" y="2075815"/>
                  </a:lnTo>
                  <a:lnTo>
                    <a:pt x="10419841" y="2075815"/>
                  </a:lnTo>
                  <a:lnTo>
                    <a:pt x="10424160" y="2071624"/>
                  </a:lnTo>
                  <a:lnTo>
                    <a:pt x="10424160" y="2061083"/>
                  </a:lnTo>
                  <a:lnTo>
                    <a:pt x="10419841" y="2056765"/>
                  </a:lnTo>
                  <a:close/>
                </a:path>
                <a:path w="10424160" h="5213350">
                  <a:moveTo>
                    <a:pt x="10419841" y="2094865"/>
                  </a:moveTo>
                  <a:lnTo>
                    <a:pt x="10409428" y="2094865"/>
                  </a:lnTo>
                  <a:lnTo>
                    <a:pt x="10405110" y="2099183"/>
                  </a:lnTo>
                  <a:lnTo>
                    <a:pt x="10405110" y="2109724"/>
                  </a:lnTo>
                  <a:lnTo>
                    <a:pt x="10409428" y="2114042"/>
                  </a:lnTo>
                  <a:lnTo>
                    <a:pt x="10419841" y="2114042"/>
                  </a:lnTo>
                  <a:lnTo>
                    <a:pt x="10424160" y="2109724"/>
                  </a:lnTo>
                  <a:lnTo>
                    <a:pt x="10424160" y="2099183"/>
                  </a:lnTo>
                  <a:lnTo>
                    <a:pt x="10419841" y="2094865"/>
                  </a:lnTo>
                  <a:close/>
                </a:path>
                <a:path w="10424160" h="5213350">
                  <a:moveTo>
                    <a:pt x="10419841" y="2133092"/>
                  </a:moveTo>
                  <a:lnTo>
                    <a:pt x="10409428" y="2133092"/>
                  </a:lnTo>
                  <a:lnTo>
                    <a:pt x="10405110" y="2137283"/>
                  </a:lnTo>
                  <a:lnTo>
                    <a:pt x="10405110" y="2147824"/>
                  </a:lnTo>
                  <a:lnTo>
                    <a:pt x="10409428" y="2152142"/>
                  </a:lnTo>
                  <a:lnTo>
                    <a:pt x="10419841" y="2152142"/>
                  </a:lnTo>
                  <a:lnTo>
                    <a:pt x="10424160" y="2147824"/>
                  </a:lnTo>
                  <a:lnTo>
                    <a:pt x="10424160" y="2137283"/>
                  </a:lnTo>
                  <a:lnTo>
                    <a:pt x="10419841" y="2133092"/>
                  </a:lnTo>
                  <a:close/>
                </a:path>
                <a:path w="10424160" h="5213350">
                  <a:moveTo>
                    <a:pt x="10419841" y="2171192"/>
                  </a:moveTo>
                  <a:lnTo>
                    <a:pt x="10409428" y="2171192"/>
                  </a:lnTo>
                  <a:lnTo>
                    <a:pt x="10405110" y="2175383"/>
                  </a:lnTo>
                  <a:lnTo>
                    <a:pt x="10405110" y="2185924"/>
                  </a:lnTo>
                  <a:lnTo>
                    <a:pt x="10409428" y="2190242"/>
                  </a:lnTo>
                  <a:lnTo>
                    <a:pt x="10419841" y="2190242"/>
                  </a:lnTo>
                  <a:lnTo>
                    <a:pt x="10424160" y="2185924"/>
                  </a:lnTo>
                  <a:lnTo>
                    <a:pt x="10424160" y="2175383"/>
                  </a:lnTo>
                  <a:lnTo>
                    <a:pt x="10419841" y="2171192"/>
                  </a:lnTo>
                  <a:close/>
                </a:path>
                <a:path w="10424160" h="5213350">
                  <a:moveTo>
                    <a:pt x="10419841" y="2209292"/>
                  </a:moveTo>
                  <a:lnTo>
                    <a:pt x="10409428" y="2209292"/>
                  </a:lnTo>
                  <a:lnTo>
                    <a:pt x="10405110" y="2213483"/>
                  </a:lnTo>
                  <a:lnTo>
                    <a:pt x="10405110" y="2224024"/>
                  </a:lnTo>
                  <a:lnTo>
                    <a:pt x="10409428" y="2228342"/>
                  </a:lnTo>
                  <a:lnTo>
                    <a:pt x="10419841" y="2228342"/>
                  </a:lnTo>
                  <a:lnTo>
                    <a:pt x="10424160" y="2224024"/>
                  </a:lnTo>
                  <a:lnTo>
                    <a:pt x="10424160" y="2213483"/>
                  </a:lnTo>
                  <a:lnTo>
                    <a:pt x="10419841" y="2209292"/>
                  </a:lnTo>
                  <a:close/>
                </a:path>
                <a:path w="10424160" h="5213350">
                  <a:moveTo>
                    <a:pt x="10419841" y="2247392"/>
                  </a:moveTo>
                  <a:lnTo>
                    <a:pt x="10409428" y="2247392"/>
                  </a:lnTo>
                  <a:lnTo>
                    <a:pt x="10405110" y="2251710"/>
                  </a:lnTo>
                  <a:lnTo>
                    <a:pt x="10405110" y="2262251"/>
                  </a:lnTo>
                  <a:lnTo>
                    <a:pt x="10409428" y="2266442"/>
                  </a:lnTo>
                  <a:lnTo>
                    <a:pt x="10419841" y="2266442"/>
                  </a:lnTo>
                  <a:lnTo>
                    <a:pt x="10424160" y="2262251"/>
                  </a:lnTo>
                  <a:lnTo>
                    <a:pt x="10424160" y="2251710"/>
                  </a:lnTo>
                  <a:lnTo>
                    <a:pt x="10419841" y="2247392"/>
                  </a:lnTo>
                  <a:close/>
                </a:path>
                <a:path w="10424160" h="5213350">
                  <a:moveTo>
                    <a:pt x="10419841" y="2285492"/>
                  </a:moveTo>
                  <a:lnTo>
                    <a:pt x="10409428" y="2285492"/>
                  </a:lnTo>
                  <a:lnTo>
                    <a:pt x="10405110" y="2289810"/>
                  </a:lnTo>
                  <a:lnTo>
                    <a:pt x="10405110" y="2300351"/>
                  </a:lnTo>
                  <a:lnTo>
                    <a:pt x="10409428" y="2304542"/>
                  </a:lnTo>
                  <a:lnTo>
                    <a:pt x="10419841" y="2304542"/>
                  </a:lnTo>
                  <a:lnTo>
                    <a:pt x="10424160" y="2300351"/>
                  </a:lnTo>
                  <a:lnTo>
                    <a:pt x="10424160" y="2289810"/>
                  </a:lnTo>
                  <a:lnTo>
                    <a:pt x="10419841" y="2285492"/>
                  </a:lnTo>
                  <a:close/>
                </a:path>
                <a:path w="10424160" h="5213350">
                  <a:moveTo>
                    <a:pt x="10419841" y="2323592"/>
                  </a:moveTo>
                  <a:lnTo>
                    <a:pt x="10409428" y="2323592"/>
                  </a:lnTo>
                  <a:lnTo>
                    <a:pt x="10405110" y="2327910"/>
                  </a:lnTo>
                  <a:lnTo>
                    <a:pt x="10405110" y="2338451"/>
                  </a:lnTo>
                  <a:lnTo>
                    <a:pt x="10409428" y="2342642"/>
                  </a:lnTo>
                  <a:lnTo>
                    <a:pt x="10419841" y="2342642"/>
                  </a:lnTo>
                  <a:lnTo>
                    <a:pt x="10424160" y="2338451"/>
                  </a:lnTo>
                  <a:lnTo>
                    <a:pt x="10424160" y="2327910"/>
                  </a:lnTo>
                  <a:lnTo>
                    <a:pt x="10419841" y="2323592"/>
                  </a:lnTo>
                  <a:close/>
                </a:path>
                <a:path w="10424160" h="5213350">
                  <a:moveTo>
                    <a:pt x="10419841" y="2361692"/>
                  </a:moveTo>
                  <a:lnTo>
                    <a:pt x="10409428" y="2361692"/>
                  </a:lnTo>
                  <a:lnTo>
                    <a:pt x="10405110" y="2366010"/>
                  </a:lnTo>
                  <a:lnTo>
                    <a:pt x="10405110" y="2376551"/>
                  </a:lnTo>
                  <a:lnTo>
                    <a:pt x="10409428" y="2380869"/>
                  </a:lnTo>
                  <a:lnTo>
                    <a:pt x="10419841" y="2380869"/>
                  </a:lnTo>
                  <a:lnTo>
                    <a:pt x="10424160" y="2376551"/>
                  </a:lnTo>
                  <a:lnTo>
                    <a:pt x="10424160" y="2371344"/>
                  </a:lnTo>
                  <a:lnTo>
                    <a:pt x="10411460" y="2371344"/>
                  </a:lnTo>
                  <a:lnTo>
                    <a:pt x="10411460" y="2371217"/>
                  </a:lnTo>
                  <a:lnTo>
                    <a:pt x="10424160" y="2371217"/>
                  </a:lnTo>
                  <a:lnTo>
                    <a:pt x="10424160" y="2366010"/>
                  </a:lnTo>
                  <a:lnTo>
                    <a:pt x="10419841" y="2361692"/>
                  </a:lnTo>
                  <a:close/>
                </a:path>
                <a:path w="10424160" h="5213350">
                  <a:moveTo>
                    <a:pt x="10424160" y="2371217"/>
                  </a:moveTo>
                  <a:lnTo>
                    <a:pt x="10417810" y="2371217"/>
                  </a:lnTo>
                  <a:lnTo>
                    <a:pt x="10417810" y="2371344"/>
                  </a:lnTo>
                  <a:lnTo>
                    <a:pt x="10424160" y="2371344"/>
                  </a:lnTo>
                  <a:lnTo>
                    <a:pt x="10424160" y="2371217"/>
                  </a:lnTo>
                  <a:close/>
                </a:path>
                <a:path w="10424160" h="5213350">
                  <a:moveTo>
                    <a:pt x="10419841" y="2399919"/>
                  </a:moveTo>
                  <a:lnTo>
                    <a:pt x="10409428" y="2399919"/>
                  </a:lnTo>
                  <a:lnTo>
                    <a:pt x="10405110" y="2404110"/>
                  </a:lnTo>
                  <a:lnTo>
                    <a:pt x="10405110" y="2414651"/>
                  </a:lnTo>
                  <a:lnTo>
                    <a:pt x="10409428" y="2418969"/>
                  </a:lnTo>
                  <a:lnTo>
                    <a:pt x="10419841" y="2418969"/>
                  </a:lnTo>
                  <a:lnTo>
                    <a:pt x="10424160" y="2414651"/>
                  </a:lnTo>
                  <a:lnTo>
                    <a:pt x="10424160" y="2404110"/>
                  </a:lnTo>
                  <a:lnTo>
                    <a:pt x="10419841" y="2399919"/>
                  </a:lnTo>
                  <a:close/>
                </a:path>
                <a:path w="10424160" h="5213350">
                  <a:moveTo>
                    <a:pt x="10419841" y="2438019"/>
                  </a:moveTo>
                  <a:lnTo>
                    <a:pt x="10409428" y="2438019"/>
                  </a:lnTo>
                  <a:lnTo>
                    <a:pt x="10405110" y="2442210"/>
                  </a:lnTo>
                  <a:lnTo>
                    <a:pt x="10405110" y="2452751"/>
                  </a:lnTo>
                  <a:lnTo>
                    <a:pt x="10409428" y="2457069"/>
                  </a:lnTo>
                  <a:lnTo>
                    <a:pt x="10419841" y="2457069"/>
                  </a:lnTo>
                  <a:lnTo>
                    <a:pt x="10424160" y="2452751"/>
                  </a:lnTo>
                  <a:lnTo>
                    <a:pt x="10424160" y="2442210"/>
                  </a:lnTo>
                  <a:lnTo>
                    <a:pt x="10419841" y="2438019"/>
                  </a:lnTo>
                  <a:close/>
                </a:path>
                <a:path w="10424160" h="5213350">
                  <a:moveTo>
                    <a:pt x="10419841" y="2476119"/>
                  </a:moveTo>
                  <a:lnTo>
                    <a:pt x="10409428" y="2476119"/>
                  </a:lnTo>
                  <a:lnTo>
                    <a:pt x="10405110" y="2480310"/>
                  </a:lnTo>
                  <a:lnTo>
                    <a:pt x="10405110" y="2490851"/>
                  </a:lnTo>
                  <a:lnTo>
                    <a:pt x="10409428" y="2495169"/>
                  </a:lnTo>
                  <a:lnTo>
                    <a:pt x="10419841" y="2495169"/>
                  </a:lnTo>
                  <a:lnTo>
                    <a:pt x="10424160" y="2490851"/>
                  </a:lnTo>
                  <a:lnTo>
                    <a:pt x="10424160" y="2480310"/>
                  </a:lnTo>
                  <a:lnTo>
                    <a:pt x="10419841" y="2476119"/>
                  </a:lnTo>
                  <a:close/>
                </a:path>
                <a:path w="10424160" h="5213350">
                  <a:moveTo>
                    <a:pt x="10419841" y="2514219"/>
                  </a:moveTo>
                  <a:lnTo>
                    <a:pt x="10409428" y="2514219"/>
                  </a:lnTo>
                  <a:lnTo>
                    <a:pt x="10405110" y="2518537"/>
                  </a:lnTo>
                  <a:lnTo>
                    <a:pt x="10405110" y="2529078"/>
                  </a:lnTo>
                  <a:lnTo>
                    <a:pt x="10409428" y="2533269"/>
                  </a:lnTo>
                  <a:lnTo>
                    <a:pt x="10419841" y="2533269"/>
                  </a:lnTo>
                  <a:lnTo>
                    <a:pt x="10424160" y="2529078"/>
                  </a:lnTo>
                  <a:lnTo>
                    <a:pt x="10424160" y="2518537"/>
                  </a:lnTo>
                  <a:lnTo>
                    <a:pt x="10419841" y="2514219"/>
                  </a:lnTo>
                  <a:close/>
                </a:path>
                <a:path w="10424160" h="5213350">
                  <a:moveTo>
                    <a:pt x="10419841" y="2552319"/>
                  </a:moveTo>
                  <a:lnTo>
                    <a:pt x="10409428" y="2552319"/>
                  </a:lnTo>
                  <a:lnTo>
                    <a:pt x="10405110" y="2556637"/>
                  </a:lnTo>
                  <a:lnTo>
                    <a:pt x="10405110" y="2567178"/>
                  </a:lnTo>
                  <a:lnTo>
                    <a:pt x="10409428" y="2571369"/>
                  </a:lnTo>
                  <a:lnTo>
                    <a:pt x="10419841" y="2571369"/>
                  </a:lnTo>
                  <a:lnTo>
                    <a:pt x="10424160" y="2567178"/>
                  </a:lnTo>
                  <a:lnTo>
                    <a:pt x="10424160" y="2556637"/>
                  </a:lnTo>
                  <a:lnTo>
                    <a:pt x="10419841" y="2552319"/>
                  </a:lnTo>
                  <a:close/>
                </a:path>
                <a:path w="10424160" h="5213350">
                  <a:moveTo>
                    <a:pt x="10419841" y="2590419"/>
                  </a:moveTo>
                  <a:lnTo>
                    <a:pt x="10409428" y="2590419"/>
                  </a:lnTo>
                  <a:lnTo>
                    <a:pt x="10405110" y="2594737"/>
                  </a:lnTo>
                  <a:lnTo>
                    <a:pt x="10405110" y="2605278"/>
                  </a:lnTo>
                  <a:lnTo>
                    <a:pt x="10409428" y="2609596"/>
                  </a:lnTo>
                  <a:lnTo>
                    <a:pt x="10419841" y="2609596"/>
                  </a:lnTo>
                  <a:lnTo>
                    <a:pt x="10424160" y="2605278"/>
                  </a:lnTo>
                  <a:lnTo>
                    <a:pt x="10424160" y="2594737"/>
                  </a:lnTo>
                  <a:lnTo>
                    <a:pt x="10419841" y="2590419"/>
                  </a:lnTo>
                  <a:close/>
                </a:path>
                <a:path w="10424160" h="5213350">
                  <a:moveTo>
                    <a:pt x="10419841" y="2628646"/>
                  </a:moveTo>
                  <a:lnTo>
                    <a:pt x="10409428" y="2628646"/>
                  </a:lnTo>
                  <a:lnTo>
                    <a:pt x="10405110" y="2632837"/>
                  </a:lnTo>
                  <a:lnTo>
                    <a:pt x="10405110" y="2643378"/>
                  </a:lnTo>
                  <a:lnTo>
                    <a:pt x="10409428" y="2647696"/>
                  </a:lnTo>
                  <a:lnTo>
                    <a:pt x="10419841" y="2647696"/>
                  </a:lnTo>
                  <a:lnTo>
                    <a:pt x="10424160" y="2643378"/>
                  </a:lnTo>
                  <a:lnTo>
                    <a:pt x="10424160" y="2632837"/>
                  </a:lnTo>
                  <a:lnTo>
                    <a:pt x="10419841" y="2628646"/>
                  </a:lnTo>
                  <a:close/>
                </a:path>
                <a:path w="10424160" h="5213350">
                  <a:moveTo>
                    <a:pt x="10419841" y="2666746"/>
                  </a:moveTo>
                  <a:lnTo>
                    <a:pt x="10409428" y="2666746"/>
                  </a:lnTo>
                  <a:lnTo>
                    <a:pt x="10405110" y="2670937"/>
                  </a:lnTo>
                  <a:lnTo>
                    <a:pt x="10405110" y="2681478"/>
                  </a:lnTo>
                  <a:lnTo>
                    <a:pt x="10409428" y="2685796"/>
                  </a:lnTo>
                  <a:lnTo>
                    <a:pt x="10419841" y="2685796"/>
                  </a:lnTo>
                  <a:lnTo>
                    <a:pt x="10424160" y="2681478"/>
                  </a:lnTo>
                  <a:lnTo>
                    <a:pt x="10424160" y="2670937"/>
                  </a:lnTo>
                  <a:lnTo>
                    <a:pt x="10419841" y="2666746"/>
                  </a:lnTo>
                  <a:close/>
                </a:path>
                <a:path w="10424160" h="5213350">
                  <a:moveTo>
                    <a:pt x="10419841" y="2704846"/>
                  </a:moveTo>
                  <a:lnTo>
                    <a:pt x="10409428" y="2704846"/>
                  </a:lnTo>
                  <a:lnTo>
                    <a:pt x="10405110" y="2709037"/>
                  </a:lnTo>
                  <a:lnTo>
                    <a:pt x="10405110" y="2719578"/>
                  </a:lnTo>
                  <a:lnTo>
                    <a:pt x="10409428" y="2723896"/>
                  </a:lnTo>
                  <a:lnTo>
                    <a:pt x="10419841" y="2723896"/>
                  </a:lnTo>
                  <a:lnTo>
                    <a:pt x="10424160" y="2719578"/>
                  </a:lnTo>
                  <a:lnTo>
                    <a:pt x="10424160" y="2709037"/>
                  </a:lnTo>
                  <a:lnTo>
                    <a:pt x="10419841" y="2704846"/>
                  </a:lnTo>
                  <a:close/>
                </a:path>
                <a:path w="10424160" h="5213350">
                  <a:moveTo>
                    <a:pt x="10419841" y="2742946"/>
                  </a:moveTo>
                  <a:lnTo>
                    <a:pt x="10409428" y="2742946"/>
                  </a:lnTo>
                  <a:lnTo>
                    <a:pt x="10405110" y="2747264"/>
                  </a:lnTo>
                  <a:lnTo>
                    <a:pt x="10405110" y="2757805"/>
                  </a:lnTo>
                  <a:lnTo>
                    <a:pt x="10409428" y="2761996"/>
                  </a:lnTo>
                  <a:lnTo>
                    <a:pt x="10419841" y="2761996"/>
                  </a:lnTo>
                  <a:lnTo>
                    <a:pt x="10424160" y="2757805"/>
                  </a:lnTo>
                  <a:lnTo>
                    <a:pt x="10424160" y="2747264"/>
                  </a:lnTo>
                  <a:lnTo>
                    <a:pt x="10419841" y="2742946"/>
                  </a:lnTo>
                  <a:close/>
                </a:path>
                <a:path w="10424160" h="5213350">
                  <a:moveTo>
                    <a:pt x="10419841" y="2781046"/>
                  </a:moveTo>
                  <a:lnTo>
                    <a:pt x="10409428" y="2781046"/>
                  </a:lnTo>
                  <a:lnTo>
                    <a:pt x="10405110" y="2785364"/>
                  </a:lnTo>
                  <a:lnTo>
                    <a:pt x="10405110" y="2795905"/>
                  </a:lnTo>
                  <a:lnTo>
                    <a:pt x="10409428" y="2800096"/>
                  </a:lnTo>
                  <a:lnTo>
                    <a:pt x="10419841" y="2800096"/>
                  </a:lnTo>
                  <a:lnTo>
                    <a:pt x="10424160" y="2795905"/>
                  </a:lnTo>
                  <a:lnTo>
                    <a:pt x="10424160" y="2785364"/>
                  </a:lnTo>
                  <a:lnTo>
                    <a:pt x="10419841" y="2781046"/>
                  </a:lnTo>
                  <a:close/>
                </a:path>
                <a:path w="10424160" h="5213350">
                  <a:moveTo>
                    <a:pt x="10419841" y="2819146"/>
                  </a:moveTo>
                  <a:lnTo>
                    <a:pt x="10409428" y="2819146"/>
                  </a:lnTo>
                  <a:lnTo>
                    <a:pt x="10405110" y="2823464"/>
                  </a:lnTo>
                  <a:lnTo>
                    <a:pt x="10405110" y="2834005"/>
                  </a:lnTo>
                  <a:lnTo>
                    <a:pt x="10409428" y="2838196"/>
                  </a:lnTo>
                  <a:lnTo>
                    <a:pt x="10419841" y="2838196"/>
                  </a:lnTo>
                  <a:lnTo>
                    <a:pt x="10424160" y="2834005"/>
                  </a:lnTo>
                  <a:lnTo>
                    <a:pt x="10424160" y="2823464"/>
                  </a:lnTo>
                  <a:lnTo>
                    <a:pt x="10419841" y="2819146"/>
                  </a:lnTo>
                  <a:close/>
                </a:path>
                <a:path w="10424160" h="5213350">
                  <a:moveTo>
                    <a:pt x="10419841" y="2857246"/>
                  </a:moveTo>
                  <a:lnTo>
                    <a:pt x="10409428" y="2857246"/>
                  </a:lnTo>
                  <a:lnTo>
                    <a:pt x="10405110" y="2861564"/>
                  </a:lnTo>
                  <a:lnTo>
                    <a:pt x="10405110" y="2872105"/>
                  </a:lnTo>
                  <a:lnTo>
                    <a:pt x="10409428" y="2876423"/>
                  </a:lnTo>
                  <a:lnTo>
                    <a:pt x="10419841" y="2876423"/>
                  </a:lnTo>
                  <a:lnTo>
                    <a:pt x="10424160" y="2872105"/>
                  </a:lnTo>
                  <a:lnTo>
                    <a:pt x="10424160" y="2861564"/>
                  </a:lnTo>
                  <a:lnTo>
                    <a:pt x="10419841" y="2857246"/>
                  </a:lnTo>
                  <a:close/>
                </a:path>
                <a:path w="10424160" h="5213350">
                  <a:moveTo>
                    <a:pt x="10419841" y="2895473"/>
                  </a:moveTo>
                  <a:lnTo>
                    <a:pt x="10409428" y="2895473"/>
                  </a:lnTo>
                  <a:lnTo>
                    <a:pt x="10405110" y="2899664"/>
                  </a:lnTo>
                  <a:lnTo>
                    <a:pt x="10405110" y="2910205"/>
                  </a:lnTo>
                  <a:lnTo>
                    <a:pt x="10409428" y="2914523"/>
                  </a:lnTo>
                  <a:lnTo>
                    <a:pt x="10419841" y="2914523"/>
                  </a:lnTo>
                  <a:lnTo>
                    <a:pt x="10424160" y="2910205"/>
                  </a:lnTo>
                  <a:lnTo>
                    <a:pt x="10424160" y="2899664"/>
                  </a:lnTo>
                  <a:lnTo>
                    <a:pt x="10419841" y="2895473"/>
                  </a:lnTo>
                  <a:close/>
                </a:path>
                <a:path w="10424160" h="5213350">
                  <a:moveTo>
                    <a:pt x="10419841" y="2933573"/>
                  </a:moveTo>
                  <a:lnTo>
                    <a:pt x="10409428" y="2933573"/>
                  </a:lnTo>
                  <a:lnTo>
                    <a:pt x="10405110" y="2937764"/>
                  </a:lnTo>
                  <a:lnTo>
                    <a:pt x="10405110" y="2948305"/>
                  </a:lnTo>
                  <a:lnTo>
                    <a:pt x="10409428" y="2952623"/>
                  </a:lnTo>
                  <a:lnTo>
                    <a:pt x="10419841" y="2952623"/>
                  </a:lnTo>
                  <a:lnTo>
                    <a:pt x="10424160" y="2948305"/>
                  </a:lnTo>
                  <a:lnTo>
                    <a:pt x="10424160" y="2937764"/>
                  </a:lnTo>
                  <a:lnTo>
                    <a:pt x="10419841" y="2933573"/>
                  </a:lnTo>
                  <a:close/>
                </a:path>
                <a:path w="10424160" h="5213350">
                  <a:moveTo>
                    <a:pt x="10419841" y="2971673"/>
                  </a:moveTo>
                  <a:lnTo>
                    <a:pt x="10409428" y="2971673"/>
                  </a:lnTo>
                  <a:lnTo>
                    <a:pt x="10405110" y="2975864"/>
                  </a:lnTo>
                  <a:lnTo>
                    <a:pt x="10405110" y="2986405"/>
                  </a:lnTo>
                  <a:lnTo>
                    <a:pt x="10409428" y="2990723"/>
                  </a:lnTo>
                  <a:lnTo>
                    <a:pt x="10419841" y="2990723"/>
                  </a:lnTo>
                  <a:lnTo>
                    <a:pt x="10424160" y="2986405"/>
                  </a:lnTo>
                  <a:lnTo>
                    <a:pt x="10424160" y="2975864"/>
                  </a:lnTo>
                  <a:lnTo>
                    <a:pt x="10419841" y="2971673"/>
                  </a:lnTo>
                  <a:close/>
                </a:path>
                <a:path w="10424160" h="5213350">
                  <a:moveTo>
                    <a:pt x="10419841" y="3009773"/>
                  </a:moveTo>
                  <a:lnTo>
                    <a:pt x="10409428" y="3009773"/>
                  </a:lnTo>
                  <a:lnTo>
                    <a:pt x="10405110" y="3014091"/>
                  </a:lnTo>
                  <a:lnTo>
                    <a:pt x="10405110" y="3024632"/>
                  </a:lnTo>
                  <a:lnTo>
                    <a:pt x="10409428" y="3028823"/>
                  </a:lnTo>
                  <a:lnTo>
                    <a:pt x="10419841" y="3028823"/>
                  </a:lnTo>
                  <a:lnTo>
                    <a:pt x="10424160" y="3024632"/>
                  </a:lnTo>
                  <a:lnTo>
                    <a:pt x="10424160" y="3014091"/>
                  </a:lnTo>
                  <a:lnTo>
                    <a:pt x="10419841" y="3009773"/>
                  </a:lnTo>
                  <a:close/>
                </a:path>
                <a:path w="10424160" h="5213350">
                  <a:moveTo>
                    <a:pt x="10419841" y="3047873"/>
                  </a:moveTo>
                  <a:lnTo>
                    <a:pt x="10409428" y="3047873"/>
                  </a:lnTo>
                  <a:lnTo>
                    <a:pt x="10405110" y="3052191"/>
                  </a:lnTo>
                  <a:lnTo>
                    <a:pt x="10405110" y="3062732"/>
                  </a:lnTo>
                  <a:lnTo>
                    <a:pt x="10409428" y="3066923"/>
                  </a:lnTo>
                  <a:lnTo>
                    <a:pt x="10419841" y="3066923"/>
                  </a:lnTo>
                  <a:lnTo>
                    <a:pt x="10424160" y="3062732"/>
                  </a:lnTo>
                  <a:lnTo>
                    <a:pt x="10424160" y="3052191"/>
                  </a:lnTo>
                  <a:lnTo>
                    <a:pt x="10419841" y="3047873"/>
                  </a:lnTo>
                  <a:close/>
                </a:path>
                <a:path w="10424160" h="5213350">
                  <a:moveTo>
                    <a:pt x="10419841" y="3085973"/>
                  </a:moveTo>
                  <a:lnTo>
                    <a:pt x="10409428" y="3085973"/>
                  </a:lnTo>
                  <a:lnTo>
                    <a:pt x="10405110" y="3090291"/>
                  </a:lnTo>
                  <a:lnTo>
                    <a:pt x="10405110" y="3100832"/>
                  </a:lnTo>
                  <a:lnTo>
                    <a:pt x="10409428" y="3105023"/>
                  </a:lnTo>
                  <a:lnTo>
                    <a:pt x="10419841" y="3105023"/>
                  </a:lnTo>
                  <a:lnTo>
                    <a:pt x="10424160" y="3100832"/>
                  </a:lnTo>
                  <a:lnTo>
                    <a:pt x="10424160" y="3090291"/>
                  </a:lnTo>
                  <a:lnTo>
                    <a:pt x="10419841" y="3085973"/>
                  </a:lnTo>
                  <a:close/>
                </a:path>
                <a:path w="10424160" h="5213350">
                  <a:moveTo>
                    <a:pt x="10419841" y="3124073"/>
                  </a:moveTo>
                  <a:lnTo>
                    <a:pt x="10409428" y="3124073"/>
                  </a:lnTo>
                  <a:lnTo>
                    <a:pt x="10405110" y="3128391"/>
                  </a:lnTo>
                  <a:lnTo>
                    <a:pt x="10405110" y="3138932"/>
                  </a:lnTo>
                  <a:lnTo>
                    <a:pt x="10409428" y="3143250"/>
                  </a:lnTo>
                  <a:lnTo>
                    <a:pt x="10419841" y="3143250"/>
                  </a:lnTo>
                  <a:lnTo>
                    <a:pt x="10424160" y="3138932"/>
                  </a:lnTo>
                  <a:lnTo>
                    <a:pt x="10424160" y="3133725"/>
                  </a:lnTo>
                  <a:lnTo>
                    <a:pt x="10411460" y="3133725"/>
                  </a:lnTo>
                  <a:lnTo>
                    <a:pt x="10411460" y="3133598"/>
                  </a:lnTo>
                  <a:lnTo>
                    <a:pt x="10424160" y="3133598"/>
                  </a:lnTo>
                  <a:lnTo>
                    <a:pt x="10424160" y="3128391"/>
                  </a:lnTo>
                  <a:lnTo>
                    <a:pt x="10419841" y="3124073"/>
                  </a:lnTo>
                  <a:close/>
                </a:path>
                <a:path w="10424160" h="5213350">
                  <a:moveTo>
                    <a:pt x="10424160" y="3133598"/>
                  </a:moveTo>
                  <a:lnTo>
                    <a:pt x="10417810" y="3133598"/>
                  </a:lnTo>
                  <a:lnTo>
                    <a:pt x="10417810" y="3133725"/>
                  </a:lnTo>
                  <a:lnTo>
                    <a:pt x="10424160" y="3133725"/>
                  </a:lnTo>
                  <a:lnTo>
                    <a:pt x="10424160" y="3133598"/>
                  </a:lnTo>
                  <a:close/>
                </a:path>
                <a:path w="10424160" h="5213350">
                  <a:moveTo>
                    <a:pt x="10419841" y="3162300"/>
                  </a:moveTo>
                  <a:lnTo>
                    <a:pt x="10409428" y="3162300"/>
                  </a:lnTo>
                  <a:lnTo>
                    <a:pt x="10405110" y="3166491"/>
                  </a:lnTo>
                  <a:lnTo>
                    <a:pt x="10405110" y="3177032"/>
                  </a:lnTo>
                  <a:lnTo>
                    <a:pt x="10409428" y="3181350"/>
                  </a:lnTo>
                  <a:lnTo>
                    <a:pt x="10419841" y="3181350"/>
                  </a:lnTo>
                  <a:lnTo>
                    <a:pt x="10424160" y="3177032"/>
                  </a:lnTo>
                  <a:lnTo>
                    <a:pt x="10424160" y="3166491"/>
                  </a:lnTo>
                  <a:lnTo>
                    <a:pt x="10419841" y="3162300"/>
                  </a:lnTo>
                  <a:close/>
                </a:path>
                <a:path w="10424160" h="5213350">
                  <a:moveTo>
                    <a:pt x="10419841" y="3200400"/>
                  </a:moveTo>
                  <a:lnTo>
                    <a:pt x="10409428" y="3200400"/>
                  </a:lnTo>
                  <a:lnTo>
                    <a:pt x="10405110" y="3204591"/>
                  </a:lnTo>
                  <a:lnTo>
                    <a:pt x="10405110" y="3215132"/>
                  </a:lnTo>
                  <a:lnTo>
                    <a:pt x="10409428" y="3219450"/>
                  </a:lnTo>
                  <a:lnTo>
                    <a:pt x="10419841" y="3219450"/>
                  </a:lnTo>
                  <a:lnTo>
                    <a:pt x="10424160" y="3215132"/>
                  </a:lnTo>
                  <a:lnTo>
                    <a:pt x="10424160" y="3204591"/>
                  </a:lnTo>
                  <a:lnTo>
                    <a:pt x="10419841" y="3200400"/>
                  </a:lnTo>
                  <a:close/>
                </a:path>
                <a:path w="10424160" h="5213350">
                  <a:moveTo>
                    <a:pt x="10419841" y="3238500"/>
                  </a:moveTo>
                  <a:lnTo>
                    <a:pt x="10409428" y="3238500"/>
                  </a:lnTo>
                  <a:lnTo>
                    <a:pt x="10405110" y="3242818"/>
                  </a:lnTo>
                  <a:lnTo>
                    <a:pt x="10405110" y="3253359"/>
                  </a:lnTo>
                  <a:lnTo>
                    <a:pt x="10409428" y="3257550"/>
                  </a:lnTo>
                  <a:lnTo>
                    <a:pt x="10419841" y="3257550"/>
                  </a:lnTo>
                  <a:lnTo>
                    <a:pt x="10424160" y="3253359"/>
                  </a:lnTo>
                  <a:lnTo>
                    <a:pt x="10424160" y="3242818"/>
                  </a:lnTo>
                  <a:lnTo>
                    <a:pt x="10419841" y="3238500"/>
                  </a:lnTo>
                  <a:close/>
                </a:path>
                <a:path w="10424160" h="5213350">
                  <a:moveTo>
                    <a:pt x="10419841" y="3276600"/>
                  </a:moveTo>
                  <a:lnTo>
                    <a:pt x="10409428" y="3276600"/>
                  </a:lnTo>
                  <a:lnTo>
                    <a:pt x="10405110" y="3280918"/>
                  </a:lnTo>
                  <a:lnTo>
                    <a:pt x="10405110" y="3291459"/>
                  </a:lnTo>
                  <a:lnTo>
                    <a:pt x="10409428" y="3295650"/>
                  </a:lnTo>
                  <a:lnTo>
                    <a:pt x="10419841" y="3295650"/>
                  </a:lnTo>
                  <a:lnTo>
                    <a:pt x="10424160" y="3291459"/>
                  </a:lnTo>
                  <a:lnTo>
                    <a:pt x="10424160" y="3280918"/>
                  </a:lnTo>
                  <a:lnTo>
                    <a:pt x="10419841" y="3276600"/>
                  </a:lnTo>
                  <a:close/>
                </a:path>
                <a:path w="10424160" h="5213350">
                  <a:moveTo>
                    <a:pt x="10419841" y="3314700"/>
                  </a:moveTo>
                  <a:lnTo>
                    <a:pt x="10409428" y="3314700"/>
                  </a:lnTo>
                  <a:lnTo>
                    <a:pt x="10405110" y="3319018"/>
                  </a:lnTo>
                  <a:lnTo>
                    <a:pt x="10405110" y="3329559"/>
                  </a:lnTo>
                  <a:lnTo>
                    <a:pt x="10409428" y="3333750"/>
                  </a:lnTo>
                  <a:lnTo>
                    <a:pt x="10419841" y="3333750"/>
                  </a:lnTo>
                  <a:lnTo>
                    <a:pt x="10424160" y="3329559"/>
                  </a:lnTo>
                  <a:lnTo>
                    <a:pt x="10424160" y="3319018"/>
                  </a:lnTo>
                  <a:lnTo>
                    <a:pt x="10419841" y="3314700"/>
                  </a:lnTo>
                  <a:close/>
                </a:path>
                <a:path w="10424160" h="5213350">
                  <a:moveTo>
                    <a:pt x="10419841" y="3352800"/>
                  </a:moveTo>
                  <a:lnTo>
                    <a:pt x="10409428" y="3352800"/>
                  </a:lnTo>
                  <a:lnTo>
                    <a:pt x="10405110" y="3357118"/>
                  </a:lnTo>
                  <a:lnTo>
                    <a:pt x="10405110" y="3367659"/>
                  </a:lnTo>
                  <a:lnTo>
                    <a:pt x="10409428" y="3371977"/>
                  </a:lnTo>
                  <a:lnTo>
                    <a:pt x="10419841" y="3371977"/>
                  </a:lnTo>
                  <a:lnTo>
                    <a:pt x="10424160" y="3367659"/>
                  </a:lnTo>
                  <a:lnTo>
                    <a:pt x="10424160" y="3357118"/>
                  </a:lnTo>
                  <a:lnTo>
                    <a:pt x="10419841" y="3352800"/>
                  </a:lnTo>
                  <a:close/>
                </a:path>
                <a:path w="10424160" h="5213350">
                  <a:moveTo>
                    <a:pt x="10419841" y="3391027"/>
                  </a:moveTo>
                  <a:lnTo>
                    <a:pt x="10409428" y="3391027"/>
                  </a:lnTo>
                  <a:lnTo>
                    <a:pt x="10405110" y="3395218"/>
                  </a:lnTo>
                  <a:lnTo>
                    <a:pt x="10405110" y="3405759"/>
                  </a:lnTo>
                  <a:lnTo>
                    <a:pt x="10409428" y="3410077"/>
                  </a:lnTo>
                  <a:lnTo>
                    <a:pt x="10419841" y="3410077"/>
                  </a:lnTo>
                  <a:lnTo>
                    <a:pt x="10424160" y="3405759"/>
                  </a:lnTo>
                  <a:lnTo>
                    <a:pt x="10424160" y="3395218"/>
                  </a:lnTo>
                  <a:lnTo>
                    <a:pt x="10419841" y="3391027"/>
                  </a:lnTo>
                  <a:close/>
                </a:path>
                <a:path w="10424160" h="5213350">
                  <a:moveTo>
                    <a:pt x="10419841" y="3429127"/>
                  </a:moveTo>
                  <a:lnTo>
                    <a:pt x="10409428" y="3429127"/>
                  </a:lnTo>
                  <a:lnTo>
                    <a:pt x="10405110" y="3433318"/>
                  </a:lnTo>
                  <a:lnTo>
                    <a:pt x="10405110" y="3443859"/>
                  </a:lnTo>
                  <a:lnTo>
                    <a:pt x="10409428" y="3448177"/>
                  </a:lnTo>
                  <a:lnTo>
                    <a:pt x="10419841" y="3448177"/>
                  </a:lnTo>
                  <a:lnTo>
                    <a:pt x="10424160" y="3443859"/>
                  </a:lnTo>
                  <a:lnTo>
                    <a:pt x="10424160" y="3433318"/>
                  </a:lnTo>
                  <a:lnTo>
                    <a:pt x="10419841" y="3429127"/>
                  </a:lnTo>
                  <a:close/>
                </a:path>
                <a:path w="10424160" h="5213350">
                  <a:moveTo>
                    <a:pt x="10419841" y="3467227"/>
                  </a:moveTo>
                  <a:lnTo>
                    <a:pt x="10409428" y="3467227"/>
                  </a:lnTo>
                  <a:lnTo>
                    <a:pt x="10405110" y="3471418"/>
                  </a:lnTo>
                  <a:lnTo>
                    <a:pt x="10405110" y="3481959"/>
                  </a:lnTo>
                  <a:lnTo>
                    <a:pt x="10409428" y="3486277"/>
                  </a:lnTo>
                  <a:lnTo>
                    <a:pt x="10419841" y="3486277"/>
                  </a:lnTo>
                  <a:lnTo>
                    <a:pt x="10424160" y="3481959"/>
                  </a:lnTo>
                  <a:lnTo>
                    <a:pt x="10424160" y="3471418"/>
                  </a:lnTo>
                  <a:lnTo>
                    <a:pt x="10419841" y="3467227"/>
                  </a:lnTo>
                  <a:close/>
                </a:path>
                <a:path w="10424160" h="5213350">
                  <a:moveTo>
                    <a:pt x="10419841" y="3505327"/>
                  </a:moveTo>
                  <a:lnTo>
                    <a:pt x="10409428" y="3505327"/>
                  </a:lnTo>
                  <a:lnTo>
                    <a:pt x="10405110" y="3509645"/>
                  </a:lnTo>
                  <a:lnTo>
                    <a:pt x="10405110" y="3520186"/>
                  </a:lnTo>
                  <a:lnTo>
                    <a:pt x="10409428" y="3524377"/>
                  </a:lnTo>
                  <a:lnTo>
                    <a:pt x="10419841" y="3524377"/>
                  </a:lnTo>
                  <a:lnTo>
                    <a:pt x="10424160" y="3520186"/>
                  </a:lnTo>
                  <a:lnTo>
                    <a:pt x="10424160" y="3509645"/>
                  </a:lnTo>
                  <a:lnTo>
                    <a:pt x="10419841" y="3505327"/>
                  </a:lnTo>
                  <a:close/>
                </a:path>
                <a:path w="10424160" h="5213350">
                  <a:moveTo>
                    <a:pt x="10419841" y="3543427"/>
                  </a:moveTo>
                  <a:lnTo>
                    <a:pt x="10409428" y="3543427"/>
                  </a:lnTo>
                  <a:lnTo>
                    <a:pt x="10405110" y="3547745"/>
                  </a:lnTo>
                  <a:lnTo>
                    <a:pt x="10405110" y="3558286"/>
                  </a:lnTo>
                  <a:lnTo>
                    <a:pt x="10409428" y="3562477"/>
                  </a:lnTo>
                  <a:lnTo>
                    <a:pt x="10419841" y="3562477"/>
                  </a:lnTo>
                  <a:lnTo>
                    <a:pt x="10424160" y="3558286"/>
                  </a:lnTo>
                  <a:lnTo>
                    <a:pt x="10424160" y="3547745"/>
                  </a:lnTo>
                  <a:lnTo>
                    <a:pt x="10419841" y="3543427"/>
                  </a:lnTo>
                  <a:close/>
                </a:path>
                <a:path w="10424160" h="5213350">
                  <a:moveTo>
                    <a:pt x="10419841" y="3581527"/>
                  </a:moveTo>
                  <a:lnTo>
                    <a:pt x="10409428" y="3581527"/>
                  </a:lnTo>
                  <a:lnTo>
                    <a:pt x="10405110" y="3585845"/>
                  </a:lnTo>
                  <a:lnTo>
                    <a:pt x="10405110" y="3596386"/>
                  </a:lnTo>
                  <a:lnTo>
                    <a:pt x="10409428" y="3600577"/>
                  </a:lnTo>
                  <a:lnTo>
                    <a:pt x="10419841" y="3600577"/>
                  </a:lnTo>
                  <a:lnTo>
                    <a:pt x="10424160" y="3596386"/>
                  </a:lnTo>
                  <a:lnTo>
                    <a:pt x="10424160" y="3585845"/>
                  </a:lnTo>
                  <a:lnTo>
                    <a:pt x="10419841" y="3581527"/>
                  </a:lnTo>
                  <a:close/>
                </a:path>
                <a:path w="10424160" h="5213350">
                  <a:moveTo>
                    <a:pt x="10419841" y="3619627"/>
                  </a:moveTo>
                  <a:lnTo>
                    <a:pt x="10409428" y="3619627"/>
                  </a:lnTo>
                  <a:lnTo>
                    <a:pt x="10405110" y="3623945"/>
                  </a:lnTo>
                  <a:lnTo>
                    <a:pt x="10405110" y="3634486"/>
                  </a:lnTo>
                  <a:lnTo>
                    <a:pt x="10409428" y="3638804"/>
                  </a:lnTo>
                  <a:lnTo>
                    <a:pt x="10419841" y="3638804"/>
                  </a:lnTo>
                  <a:lnTo>
                    <a:pt x="10424160" y="3634486"/>
                  </a:lnTo>
                  <a:lnTo>
                    <a:pt x="10424160" y="3623945"/>
                  </a:lnTo>
                  <a:lnTo>
                    <a:pt x="10419841" y="3619627"/>
                  </a:lnTo>
                  <a:close/>
                </a:path>
                <a:path w="10424160" h="5213350">
                  <a:moveTo>
                    <a:pt x="10419841" y="3657854"/>
                  </a:moveTo>
                  <a:lnTo>
                    <a:pt x="10409428" y="3657854"/>
                  </a:lnTo>
                  <a:lnTo>
                    <a:pt x="10405110" y="3662045"/>
                  </a:lnTo>
                  <a:lnTo>
                    <a:pt x="10405110" y="3672586"/>
                  </a:lnTo>
                  <a:lnTo>
                    <a:pt x="10409428" y="3676904"/>
                  </a:lnTo>
                  <a:lnTo>
                    <a:pt x="10419841" y="3676904"/>
                  </a:lnTo>
                  <a:lnTo>
                    <a:pt x="10424160" y="3672586"/>
                  </a:lnTo>
                  <a:lnTo>
                    <a:pt x="10424160" y="3662045"/>
                  </a:lnTo>
                  <a:lnTo>
                    <a:pt x="10419841" y="3657854"/>
                  </a:lnTo>
                  <a:close/>
                </a:path>
                <a:path w="10424160" h="5213350">
                  <a:moveTo>
                    <a:pt x="10419841" y="3695954"/>
                  </a:moveTo>
                  <a:lnTo>
                    <a:pt x="10409428" y="3695954"/>
                  </a:lnTo>
                  <a:lnTo>
                    <a:pt x="10405110" y="3700145"/>
                  </a:lnTo>
                  <a:lnTo>
                    <a:pt x="10405110" y="3710686"/>
                  </a:lnTo>
                  <a:lnTo>
                    <a:pt x="10409428" y="3715004"/>
                  </a:lnTo>
                  <a:lnTo>
                    <a:pt x="10419841" y="3715004"/>
                  </a:lnTo>
                  <a:lnTo>
                    <a:pt x="10424160" y="3710686"/>
                  </a:lnTo>
                  <a:lnTo>
                    <a:pt x="10424160" y="3700145"/>
                  </a:lnTo>
                  <a:lnTo>
                    <a:pt x="10419841" y="3695954"/>
                  </a:lnTo>
                  <a:close/>
                </a:path>
                <a:path w="10424160" h="5213350">
                  <a:moveTo>
                    <a:pt x="10419841" y="3734054"/>
                  </a:moveTo>
                  <a:lnTo>
                    <a:pt x="10409428" y="3734054"/>
                  </a:lnTo>
                  <a:lnTo>
                    <a:pt x="10405110" y="3738245"/>
                  </a:lnTo>
                  <a:lnTo>
                    <a:pt x="10405110" y="3748786"/>
                  </a:lnTo>
                  <a:lnTo>
                    <a:pt x="10409428" y="3753104"/>
                  </a:lnTo>
                  <a:lnTo>
                    <a:pt x="10419841" y="3753104"/>
                  </a:lnTo>
                  <a:lnTo>
                    <a:pt x="10424160" y="3748786"/>
                  </a:lnTo>
                  <a:lnTo>
                    <a:pt x="10424160" y="3738245"/>
                  </a:lnTo>
                  <a:lnTo>
                    <a:pt x="10419841" y="3734054"/>
                  </a:lnTo>
                  <a:close/>
                </a:path>
                <a:path w="10424160" h="5213350">
                  <a:moveTo>
                    <a:pt x="10419841" y="3772154"/>
                  </a:moveTo>
                  <a:lnTo>
                    <a:pt x="10409428" y="3772154"/>
                  </a:lnTo>
                  <a:lnTo>
                    <a:pt x="10405110" y="3776472"/>
                  </a:lnTo>
                  <a:lnTo>
                    <a:pt x="10405110" y="3787013"/>
                  </a:lnTo>
                  <a:lnTo>
                    <a:pt x="10409428" y="3791204"/>
                  </a:lnTo>
                  <a:lnTo>
                    <a:pt x="10419841" y="3791204"/>
                  </a:lnTo>
                  <a:lnTo>
                    <a:pt x="10424160" y="3787013"/>
                  </a:lnTo>
                  <a:lnTo>
                    <a:pt x="10424160" y="3776472"/>
                  </a:lnTo>
                  <a:lnTo>
                    <a:pt x="10419841" y="3772154"/>
                  </a:lnTo>
                  <a:close/>
                </a:path>
                <a:path w="10424160" h="5213350">
                  <a:moveTo>
                    <a:pt x="10419841" y="3810254"/>
                  </a:moveTo>
                  <a:lnTo>
                    <a:pt x="10409428" y="3810254"/>
                  </a:lnTo>
                  <a:lnTo>
                    <a:pt x="10405110" y="3814572"/>
                  </a:lnTo>
                  <a:lnTo>
                    <a:pt x="10405110" y="3825113"/>
                  </a:lnTo>
                  <a:lnTo>
                    <a:pt x="10409428" y="3829304"/>
                  </a:lnTo>
                  <a:lnTo>
                    <a:pt x="10419841" y="3829304"/>
                  </a:lnTo>
                  <a:lnTo>
                    <a:pt x="10424160" y="3825113"/>
                  </a:lnTo>
                  <a:lnTo>
                    <a:pt x="10424160" y="3814572"/>
                  </a:lnTo>
                  <a:lnTo>
                    <a:pt x="10419841" y="3810254"/>
                  </a:lnTo>
                  <a:close/>
                </a:path>
                <a:path w="10424160" h="5213350">
                  <a:moveTo>
                    <a:pt x="10419841" y="3848354"/>
                  </a:moveTo>
                  <a:lnTo>
                    <a:pt x="10409428" y="3848354"/>
                  </a:lnTo>
                  <a:lnTo>
                    <a:pt x="10405110" y="3852672"/>
                  </a:lnTo>
                  <a:lnTo>
                    <a:pt x="10405110" y="3863213"/>
                  </a:lnTo>
                  <a:lnTo>
                    <a:pt x="10409428" y="3867531"/>
                  </a:lnTo>
                  <a:lnTo>
                    <a:pt x="10419841" y="3867531"/>
                  </a:lnTo>
                  <a:lnTo>
                    <a:pt x="10424160" y="3863213"/>
                  </a:lnTo>
                  <a:lnTo>
                    <a:pt x="10424160" y="3852672"/>
                  </a:lnTo>
                  <a:lnTo>
                    <a:pt x="10419841" y="3848354"/>
                  </a:lnTo>
                  <a:close/>
                </a:path>
                <a:path w="10424160" h="5213350">
                  <a:moveTo>
                    <a:pt x="10419841" y="3886581"/>
                  </a:moveTo>
                  <a:lnTo>
                    <a:pt x="10409428" y="3886581"/>
                  </a:lnTo>
                  <a:lnTo>
                    <a:pt x="10405110" y="3890772"/>
                  </a:lnTo>
                  <a:lnTo>
                    <a:pt x="10405110" y="3901313"/>
                  </a:lnTo>
                  <a:lnTo>
                    <a:pt x="10409428" y="3905631"/>
                  </a:lnTo>
                  <a:lnTo>
                    <a:pt x="10419841" y="3905631"/>
                  </a:lnTo>
                  <a:lnTo>
                    <a:pt x="10424160" y="3901313"/>
                  </a:lnTo>
                  <a:lnTo>
                    <a:pt x="10424160" y="3890772"/>
                  </a:lnTo>
                  <a:lnTo>
                    <a:pt x="10419841" y="3886581"/>
                  </a:lnTo>
                  <a:close/>
                </a:path>
                <a:path w="10424160" h="5213350">
                  <a:moveTo>
                    <a:pt x="10419841" y="3924681"/>
                  </a:moveTo>
                  <a:lnTo>
                    <a:pt x="10409428" y="3924681"/>
                  </a:lnTo>
                  <a:lnTo>
                    <a:pt x="10405110" y="3928872"/>
                  </a:lnTo>
                  <a:lnTo>
                    <a:pt x="10405110" y="3939413"/>
                  </a:lnTo>
                  <a:lnTo>
                    <a:pt x="10409428" y="3943731"/>
                  </a:lnTo>
                  <a:lnTo>
                    <a:pt x="10419841" y="3943731"/>
                  </a:lnTo>
                  <a:lnTo>
                    <a:pt x="10424160" y="3939413"/>
                  </a:lnTo>
                  <a:lnTo>
                    <a:pt x="10424160" y="3928872"/>
                  </a:lnTo>
                  <a:lnTo>
                    <a:pt x="10419841" y="3924681"/>
                  </a:lnTo>
                  <a:close/>
                </a:path>
                <a:path w="10424160" h="5213350">
                  <a:moveTo>
                    <a:pt x="10419841" y="3962781"/>
                  </a:moveTo>
                  <a:lnTo>
                    <a:pt x="10409428" y="3962781"/>
                  </a:lnTo>
                  <a:lnTo>
                    <a:pt x="10405110" y="3966972"/>
                  </a:lnTo>
                  <a:lnTo>
                    <a:pt x="10405110" y="3977513"/>
                  </a:lnTo>
                  <a:lnTo>
                    <a:pt x="10409428" y="3981831"/>
                  </a:lnTo>
                  <a:lnTo>
                    <a:pt x="10419841" y="3981831"/>
                  </a:lnTo>
                  <a:lnTo>
                    <a:pt x="10424160" y="3977513"/>
                  </a:lnTo>
                  <a:lnTo>
                    <a:pt x="10424160" y="3966972"/>
                  </a:lnTo>
                  <a:lnTo>
                    <a:pt x="10419841" y="3962781"/>
                  </a:lnTo>
                  <a:close/>
                </a:path>
                <a:path w="10424160" h="5213350">
                  <a:moveTo>
                    <a:pt x="10419841" y="4000881"/>
                  </a:moveTo>
                  <a:lnTo>
                    <a:pt x="10409428" y="4000881"/>
                  </a:lnTo>
                  <a:lnTo>
                    <a:pt x="10405110" y="4005199"/>
                  </a:lnTo>
                  <a:lnTo>
                    <a:pt x="10405110" y="4015740"/>
                  </a:lnTo>
                  <a:lnTo>
                    <a:pt x="10409428" y="4019931"/>
                  </a:lnTo>
                  <a:lnTo>
                    <a:pt x="10419841" y="4019931"/>
                  </a:lnTo>
                  <a:lnTo>
                    <a:pt x="10424160" y="4015740"/>
                  </a:lnTo>
                  <a:lnTo>
                    <a:pt x="10424160" y="4005199"/>
                  </a:lnTo>
                  <a:lnTo>
                    <a:pt x="10419841" y="4000881"/>
                  </a:lnTo>
                  <a:close/>
                </a:path>
                <a:path w="10424160" h="5213350">
                  <a:moveTo>
                    <a:pt x="10419841" y="4038981"/>
                  </a:moveTo>
                  <a:lnTo>
                    <a:pt x="10409428" y="4038981"/>
                  </a:lnTo>
                  <a:lnTo>
                    <a:pt x="10405110" y="4043299"/>
                  </a:lnTo>
                  <a:lnTo>
                    <a:pt x="10405110" y="4053840"/>
                  </a:lnTo>
                  <a:lnTo>
                    <a:pt x="10409428" y="4058031"/>
                  </a:lnTo>
                  <a:lnTo>
                    <a:pt x="10419841" y="4058031"/>
                  </a:lnTo>
                  <a:lnTo>
                    <a:pt x="10424160" y="4053840"/>
                  </a:lnTo>
                  <a:lnTo>
                    <a:pt x="10424160" y="4043299"/>
                  </a:lnTo>
                  <a:lnTo>
                    <a:pt x="10419841" y="4038981"/>
                  </a:lnTo>
                  <a:close/>
                </a:path>
                <a:path w="10424160" h="5213350">
                  <a:moveTo>
                    <a:pt x="10419841" y="4077081"/>
                  </a:moveTo>
                  <a:lnTo>
                    <a:pt x="10409428" y="4077081"/>
                  </a:lnTo>
                  <a:lnTo>
                    <a:pt x="10405110" y="4081399"/>
                  </a:lnTo>
                  <a:lnTo>
                    <a:pt x="10405110" y="4091940"/>
                  </a:lnTo>
                  <a:lnTo>
                    <a:pt x="10409428" y="4096131"/>
                  </a:lnTo>
                  <a:lnTo>
                    <a:pt x="10419841" y="4096131"/>
                  </a:lnTo>
                  <a:lnTo>
                    <a:pt x="10424160" y="4091940"/>
                  </a:lnTo>
                  <a:lnTo>
                    <a:pt x="10424160" y="4081399"/>
                  </a:lnTo>
                  <a:lnTo>
                    <a:pt x="10419841" y="4077081"/>
                  </a:lnTo>
                  <a:close/>
                </a:path>
                <a:path w="10424160" h="5213350">
                  <a:moveTo>
                    <a:pt x="10419841" y="4115181"/>
                  </a:moveTo>
                  <a:lnTo>
                    <a:pt x="10409428" y="4115181"/>
                  </a:lnTo>
                  <a:lnTo>
                    <a:pt x="10405110" y="4119499"/>
                  </a:lnTo>
                  <a:lnTo>
                    <a:pt x="10405110" y="4130040"/>
                  </a:lnTo>
                  <a:lnTo>
                    <a:pt x="10409428" y="4134358"/>
                  </a:lnTo>
                  <a:lnTo>
                    <a:pt x="10419841" y="4134358"/>
                  </a:lnTo>
                  <a:lnTo>
                    <a:pt x="10424160" y="4130040"/>
                  </a:lnTo>
                  <a:lnTo>
                    <a:pt x="10424160" y="4124833"/>
                  </a:lnTo>
                  <a:lnTo>
                    <a:pt x="10411460" y="4124833"/>
                  </a:lnTo>
                  <a:lnTo>
                    <a:pt x="10424160" y="4124706"/>
                  </a:lnTo>
                  <a:lnTo>
                    <a:pt x="10424160" y="4119499"/>
                  </a:lnTo>
                  <a:lnTo>
                    <a:pt x="10419841" y="4115181"/>
                  </a:lnTo>
                  <a:close/>
                </a:path>
                <a:path w="10424160" h="5213350">
                  <a:moveTo>
                    <a:pt x="10424160" y="4124706"/>
                  </a:moveTo>
                  <a:lnTo>
                    <a:pt x="10417810" y="4124706"/>
                  </a:lnTo>
                  <a:lnTo>
                    <a:pt x="10424160" y="4124833"/>
                  </a:lnTo>
                  <a:close/>
                </a:path>
                <a:path w="10424160" h="5213350">
                  <a:moveTo>
                    <a:pt x="10419841" y="4153408"/>
                  </a:moveTo>
                  <a:lnTo>
                    <a:pt x="10409428" y="4153408"/>
                  </a:lnTo>
                  <a:lnTo>
                    <a:pt x="10405110" y="4157599"/>
                  </a:lnTo>
                  <a:lnTo>
                    <a:pt x="10405110" y="4168140"/>
                  </a:lnTo>
                  <a:lnTo>
                    <a:pt x="10409428" y="4172458"/>
                  </a:lnTo>
                  <a:lnTo>
                    <a:pt x="10419841" y="4172458"/>
                  </a:lnTo>
                  <a:lnTo>
                    <a:pt x="10424160" y="4168140"/>
                  </a:lnTo>
                  <a:lnTo>
                    <a:pt x="10424160" y="4157599"/>
                  </a:lnTo>
                  <a:lnTo>
                    <a:pt x="10419841" y="4153408"/>
                  </a:lnTo>
                  <a:close/>
                </a:path>
                <a:path w="10424160" h="5213350">
                  <a:moveTo>
                    <a:pt x="10419841" y="4191469"/>
                  </a:moveTo>
                  <a:lnTo>
                    <a:pt x="10409428" y="4191469"/>
                  </a:lnTo>
                  <a:lnTo>
                    <a:pt x="10405110" y="4195737"/>
                  </a:lnTo>
                  <a:lnTo>
                    <a:pt x="10405110" y="4206278"/>
                  </a:lnTo>
                  <a:lnTo>
                    <a:pt x="10409428" y="4210545"/>
                  </a:lnTo>
                  <a:lnTo>
                    <a:pt x="10419841" y="4210545"/>
                  </a:lnTo>
                  <a:lnTo>
                    <a:pt x="10424160" y="4206278"/>
                  </a:lnTo>
                  <a:lnTo>
                    <a:pt x="10424160" y="4195737"/>
                  </a:lnTo>
                  <a:lnTo>
                    <a:pt x="10419841" y="4191469"/>
                  </a:lnTo>
                  <a:close/>
                </a:path>
                <a:path w="10424160" h="5213350">
                  <a:moveTo>
                    <a:pt x="10419841" y="4229595"/>
                  </a:moveTo>
                  <a:lnTo>
                    <a:pt x="10409428" y="4229595"/>
                  </a:lnTo>
                  <a:lnTo>
                    <a:pt x="10405110" y="4233862"/>
                  </a:lnTo>
                  <a:lnTo>
                    <a:pt x="10405110" y="4244403"/>
                  </a:lnTo>
                  <a:lnTo>
                    <a:pt x="10409428" y="4248658"/>
                  </a:lnTo>
                  <a:lnTo>
                    <a:pt x="10419841" y="4248658"/>
                  </a:lnTo>
                  <a:lnTo>
                    <a:pt x="10424160" y="4244403"/>
                  </a:lnTo>
                  <a:lnTo>
                    <a:pt x="10424160" y="4233862"/>
                  </a:lnTo>
                  <a:lnTo>
                    <a:pt x="10419841" y="4229595"/>
                  </a:lnTo>
                  <a:close/>
                </a:path>
                <a:path w="10424160" h="5213350">
                  <a:moveTo>
                    <a:pt x="10419841" y="4267708"/>
                  </a:moveTo>
                  <a:lnTo>
                    <a:pt x="10409428" y="4267708"/>
                  </a:lnTo>
                  <a:lnTo>
                    <a:pt x="10405110" y="4271975"/>
                  </a:lnTo>
                  <a:lnTo>
                    <a:pt x="10405110" y="4282516"/>
                  </a:lnTo>
                  <a:lnTo>
                    <a:pt x="10409428" y="4286783"/>
                  </a:lnTo>
                  <a:lnTo>
                    <a:pt x="10419841" y="4286783"/>
                  </a:lnTo>
                  <a:lnTo>
                    <a:pt x="10424160" y="4282516"/>
                  </a:lnTo>
                  <a:lnTo>
                    <a:pt x="10424160" y="4271975"/>
                  </a:lnTo>
                  <a:lnTo>
                    <a:pt x="10419841" y="4267708"/>
                  </a:lnTo>
                  <a:close/>
                </a:path>
                <a:path w="10424160" h="5213350">
                  <a:moveTo>
                    <a:pt x="10419841" y="4305833"/>
                  </a:moveTo>
                  <a:lnTo>
                    <a:pt x="10409428" y="4305833"/>
                  </a:lnTo>
                  <a:lnTo>
                    <a:pt x="10405110" y="4310100"/>
                  </a:lnTo>
                  <a:lnTo>
                    <a:pt x="10405110" y="4320641"/>
                  </a:lnTo>
                  <a:lnTo>
                    <a:pt x="10409428" y="4324908"/>
                  </a:lnTo>
                  <a:lnTo>
                    <a:pt x="10419841" y="4324908"/>
                  </a:lnTo>
                  <a:lnTo>
                    <a:pt x="10424160" y="4320641"/>
                  </a:lnTo>
                  <a:lnTo>
                    <a:pt x="10424160" y="4310100"/>
                  </a:lnTo>
                  <a:lnTo>
                    <a:pt x="10419841" y="4305833"/>
                  </a:lnTo>
                  <a:close/>
                </a:path>
                <a:path w="10424160" h="5213350">
                  <a:moveTo>
                    <a:pt x="10419841" y="4343958"/>
                  </a:moveTo>
                  <a:lnTo>
                    <a:pt x="10409428" y="4343958"/>
                  </a:lnTo>
                  <a:lnTo>
                    <a:pt x="10405110" y="4348213"/>
                  </a:lnTo>
                  <a:lnTo>
                    <a:pt x="10405110" y="4358754"/>
                  </a:lnTo>
                  <a:lnTo>
                    <a:pt x="10409428" y="4363021"/>
                  </a:lnTo>
                  <a:lnTo>
                    <a:pt x="10419841" y="4363021"/>
                  </a:lnTo>
                  <a:lnTo>
                    <a:pt x="10424160" y="4358754"/>
                  </a:lnTo>
                  <a:lnTo>
                    <a:pt x="10424160" y="4348213"/>
                  </a:lnTo>
                  <a:lnTo>
                    <a:pt x="10419841" y="4343958"/>
                  </a:lnTo>
                  <a:close/>
                </a:path>
                <a:path w="10424160" h="5213350">
                  <a:moveTo>
                    <a:pt x="10419841" y="4382071"/>
                  </a:moveTo>
                  <a:lnTo>
                    <a:pt x="10409428" y="4382071"/>
                  </a:lnTo>
                  <a:lnTo>
                    <a:pt x="10405110" y="4386338"/>
                  </a:lnTo>
                  <a:lnTo>
                    <a:pt x="10405110" y="4396879"/>
                  </a:lnTo>
                  <a:lnTo>
                    <a:pt x="10409428" y="4401146"/>
                  </a:lnTo>
                  <a:lnTo>
                    <a:pt x="10419841" y="4401146"/>
                  </a:lnTo>
                  <a:lnTo>
                    <a:pt x="10424160" y="4396879"/>
                  </a:lnTo>
                  <a:lnTo>
                    <a:pt x="10424160" y="4386338"/>
                  </a:lnTo>
                  <a:lnTo>
                    <a:pt x="10419841" y="4382071"/>
                  </a:lnTo>
                  <a:close/>
                </a:path>
                <a:path w="10424160" h="5213350">
                  <a:moveTo>
                    <a:pt x="10419841" y="4420196"/>
                  </a:moveTo>
                  <a:lnTo>
                    <a:pt x="10409428" y="4420196"/>
                  </a:lnTo>
                  <a:lnTo>
                    <a:pt x="10405110" y="4424451"/>
                  </a:lnTo>
                  <a:lnTo>
                    <a:pt x="10405110" y="4434992"/>
                  </a:lnTo>
                  <a:lnTo>
                    <a:pt x="10409428" y="4439259"/>
                  </a:lnTo>
                  <a:lnTo>
                    <a:pt x="10419841" y="4439259"/>
                  </a:lnTo>
                  <a:lnTo>
                    <a:pt x="10424160" y="4434992"/>
                  </a:lnTo>
                  <a:lnTo>
                    <a:pt x="10424160" y="4424451"/>
                  </a:lnTo>
                  <a:lnTo>
                    <a:pt x="10419841" y="4420196"/>
                  </a:lnTo>
                  <a:close/>
                </a:path>
                <a:path w="10424160" h="5213350">
                  <a:moveTo>
                    <a:pt x="10419841" y="4458309"/>
                  </a:moveTo>
                  <a:lnTo>
                    <a:pt x="10409428" y="4458309"/>
                  </a:lnTo>
                  <a:lnTo>
                    <a:pt x="10405110" y="4462576"/>
                  </a:lnTo>
                  <a:lnTo>
                    <a:pt x="10405110" y="4473117"/>
                  </a:lnTo>
                  <a:lnTo>
                    <a:pt x="10409428" y="4477385"/>
                  </a:lnTo>
                  <a:lnTo>
                    <a:pt x="10419841" y="4477385"/>
                  </a:lnTo>
                  <a:lnTo>
                    <a:pt x="10424160" y="4473117"/>
                  </a:lnTo>
                  <a:lnTo>
                    <a:pt x="10424160" y="4462576"/>
                  </a:lnTo>
                  <a:lnTo>
                    <a:pt x="10419841" y="4458309"/>
                  </a:lnTo>
                  <a:close/>
                </a:path>
                <a:path w="10424160" h="5213350">
                  <a:moveTo>
                    <a:pt x="10419841" y="4496435"/>
                  </a:moveTo>
                  <a:lnTo>
                    <a:pt x="10409428" y="4496435"/>
                  </a:lnTo>
                  <a:lnTo>
                    <a:pt x="10405110" y="4500689"/>
                  </a:lnTo>
                  <a:lnTo>
                    <a:pt x="10405110" y="4511230"/>
                  </a:lnTo>
                  <a:lnTo>
                    <a:pt x="10409428" y="4515497"/>
                  </a:lnTo>
                  <a:lnTo>
                    <a:pt x="10419841" y="4515497"/>
                  </a:lnTo>
                  <a:lnTo>
                    <a:pt x="10424160" y="4511230"/>
                  </a:lnTo>
                  <a:lnTo>
                    <a:pt x="10424160" y="4500689"/>
                  </a:lnTo>
                  <a:lnTo>
                    <a:pt x="10419841" y="4496435"/>
                  </a:lnTo>
                  <a:close/>
                </a:path>
                <a:path w="10424160" h="5213350">
                  <a:moveTo>
                    <a:pt x="10419841" y="4534547"/>
                  </a:moveTo>
                  <a:lnTo>
                    <a:pt x="10409428" y="4534547"/>
                  </a:lnTo>
                  <a:lnTo>
                    <a:pt x="10405110" y="4538814"/>
                  </a:lnTo>
                  <a:lnTo>
                    <a:pt x="10405110" y="4549355"/>
                  </a:lnTo>
                  <a:lnTo>
                    <a:pt x="10409428" y="4553623"/>
                  </a:lnTo>
                  <a:lnTo>
                    <a:pt x="10419841" y="4553623"/>
                  </a:lnTo>
                  <a:lnTo>
                    <a:pt x="10424160" y="4549355"/>
                  </a:lnTo>
                  <a:lnTo>
                    <a:pt x="10424160" y="4538814"/>
                  </a:lnTo>
                  <a:lnTo>
                    <a:pt x="10419841" y="4534547"/>
                  </a:lnTo>
                  <a:close/>
                </a:path>
                <a:path w="10424160" h="5213350">
                  <a:moveTo>
                    <a:pt x="10419841" y="4572673"/>
                  </a:moveTo>
                  <a:lnTo>
                    <a:pt x="10409428" y="4572673"/>
                  </a:lnTo>
                  <a:lnTo>
                    <a:pt x="10405110" y="4576940"/>
                  </a:lnTo>
                  <a:lnTo>
                    <a:pt x="10405110" y="4587468"/>
                  </a:lnTo>
                  <a:lnTo>
                    <a:pt x="10409428" y="4591735"/>
                  </a:lnTo>
                  <a:lnTo>
                    <a:pt x="10419841" y="4591735"/>
                  </a:lnTo>
                  <a:lnTo>
                    <a:pt x="10424160" y="4587468"/>
                  </a:lnTo>
                  <a:lnTo>
                    <a:pt x="10424160" y="4576940"/>
                  </a:lnTo>
                  <a:lnTo>
                    <a:pt x="10419841" y="4572673"/>
                  </a:lnTo>
                  <a:close/>
                </a:path>
                <a:path w="10424160" h="5213350">
                  <a:moveTo>
                    <a:pt x="10419841" y="4610785"/>
                  </a:moveTo>
                  <a:lnTo>
                    <a:pt x="10409428" y="4610785"/>
                  </a:lnTo>
                  <a:lnTo>
                    <a:pt x="10405110" y="4615053"/>
                  </a:lnTo>
                  <a:lnTo>
                    <a:pt x="10405110" y="4625594"/>
                  </a:lnTo>
                  <a:lnTo>
                    <a:pt x="10409428" y="4629861"/>
                  </a:lnTo>
                  <a:lnTo>
                    <a:pt x="10419841" y="4629861"/>
                  </a:lnTo>
                  <a:lnTo>
                    <a:pt x="10424160" y="4625594"/>
                  </a:lnTo>
                  <a:lnTo>
                    <a:pt x="10424160" y="4615053"/>
                  </a:lnTo>
                  <a:lnTo>
                    <a:pt x="10419841" y="4610785"/>
                  </a:lnTo>
                  <a:close/>
                </a:path>
                <a:path w="10424160" h="5213350">
                  <a:moveTo>
                    <a:pt x="10419841" y="4648911"/>
                  </a:moveTo>
                  <a:lnTo>
                    <a:pt x="10409428" y="4648911"/>
                  </a:lnTo>
                  <a:lnTo>
                    <a:pt x="10405110" y="4653178"/>
                  </a:lnTo>
                  <a:lnTo>
                    <a:pt x="10405110" y="4663719"/>
                  </a:lnTo>
                  <a:lnTo>
                    <a:pt x="10409428" y="4667973"/>
                  </a:lnTo>
                  <a:lnTo>
                    <a:pt x="10419841" y="4667973"/>
                  </a:lnTo>
                  <a:lnTo>
                    <a:pt x="10424160" y="4663719"/>
                  </a:lnTo>
                  <a:lnTo>
                    <a:pt x="10424160" y="4653178"/>
                  </a:lnTo>
                  <a:lnTo>
                    <a:pt x="10419841" y="4648911"/>
                  </a:lnTo>
                  <a:close/>
                </a:path>
                <a:path w="10424160" h="5213350">
                  <a:moveTo>
                    <a:pt x="10419841" y="4687023"/>
                  </a:moveTo>
                  <a:lnTo>
                    <a:pt x="10409428" y="4687023"/>
                  </a:lnTo>
                  <a:lnTo>
                    <a:pt x="10405110" y="4691291"/>
                  </a:lnTo>
                  <a:lnTo>
                    <a:pt x="10405110" y="4701832"/>
                  </a:lnTo>
                  <a:lnTo>
                    <a:pt x="10409428" y="4706099"/>
                  </a:lnTo>
                  <a:lnTo>
                    <a:pt x="10419841" y="4706099"/>
                  </a:lnTo>
                  <a:lnTo>
                    <a:pt x="10424160" y="4701832"/>
                  </a:lnTo>
                  <a:lnTo>
                    <a:pt x="10424160" y="4691291"/>
                  </a:lnTo>
                  <a:lnTo>
                    <a:pt x="10419841" y="4687023"/>
                  </a:lnTo>
                  <a:close/>
                </a:path>
                <a:path w="10424160" h="5213350">
                  <a:moveTo>
                    <a:pt x="10419841" y="4725149"/>
                  </a:moveTo>
                  <a:lnTo>
                    <a:pt x="10409428" y="4725149"/>
                  </a:lnTo>
                  <a:lnTo>
                    <a:pt x="10405110" y="4729416"/>
                  </a:lnTo>
                  <a:lnTo>
                    <a:pt x="10405110" y="4739957"/>
                  </a:lnTo>
                  <a:lnTo>
                    <a:pt x="10409428" y="4744212"/>
                  </a:lnTo>
                  <a:lnTo>
                    <a:pt x="10419841" y="4744212"/>
                  </a:lnTo>
                  <a:lnTo>
                    <a:pt x="10424160" y="4739957"/>
                  </a:lnTo>
                  <a:lnTo>
                    <a:pt x="10424160" y="4729416"/>
                  </a:lnTo>
                  <a:lnTo>
                    <a:pt x="10419841" y="4725149"/>
                  </a:lnTo>
                  <a:close/>
                </a:path>
                <a:path w="10424160" h="5213350">
                  <a:moveTo>
                    <a:pt x="10419841" y="4763262"/>
                  </a:moveTo>
                  <a:lnTo>
                    <a:pt x="10409428" y="4763262"/>
                  </a:lnTo>
                  <a:lnTo>
                    <a:pt x="10405110" y="4767529"/>
                  </a:lnTo>
                  <a:lnTo>
                    <a:pt x="10405110" y="4778070"/>
                  </a:lnTo>
                  <a:lnTo>
                    <a:pt x="10409428" y="4782337"/>
                  </a:lnTo>
                  <a:lnTo>
                    <a:pt x="10419841" y="4782337"/>
                  </a:lnTo>
                  <a:lnTo>
                    <a:pt x="10424160" y="4778070"/>
                  </a:lnTo>
                  <a:lnTo>
                    <a:pt x="10424160" y="4767529"/>
                  </a:lnTo>
                  <a:lnTo>
                    <a:pt x="10419841" y="4763262"/>
                  </a:lnTo>
                  <a:close/>
                </a:path>
                <a:path w="10424160" h="5213350">
                  <a:moveTo>
                    <a:pt x="10419841" y="4801387"/>
                  </a:moveTo>
                  <a:lnTo>
                    <a:pt x="10409428" y="4801387"/>
                  </a:lnTo>
                  <a:lnTo>
                    <a:pt x="10405110" y="4805654"/>
                  </a:lnTo>
                  <a:lnTo>
                    <a:pt x="10405110" y="4816195"/>
                  </a:lnTo>
                  <a:lnTo>
                    <a:pt x="10409428" y="4820450"/>
                  </a:lnTo>
                  <a:lnTo>
                    <a:pt x="10419841" y="4820450"/>
                  </a:lnTo>
                  <a:lnTo>
                    <a:pt x="10424160" y="4816195"/>
                  </a:lnTo>
                  <a:lnTo>
                    <a:pt x="10424160" y="4805654"/>
                  </a:lnTo>
                  <a:lnTo>
                    <a:pt x="10419841" y="4801387"/>
                  </a:lnTo>
                  <a:close/>
                </a:path>
                <a:path w="10424160" h="5213350">
                  <a:moveTo>
                    <a:pt x="10419841" y="4839500"/>
                  </a:moveTo>
                  <a:lnTo>
                    <a:pt x="10409428" y="4839500"/>
                  </a:lnTo>
                  <a:lnTo>
                    <a:pt x="10405110" y="4843767"/>
                  </a:lnTo>
                  <a:lnTo>
                    <a:pt x="10405110" y="4854308"/>
                  </a:lnTo>
                  <a:lnTo>
                    <a:pt x="10409428" y="4858575"/>
                  </a:lnTo>
                  <a:lnTo>
                    <a:pt x="10419841" y="4858575"/>
                  </a:lnTo>
                  <a:lnTo>
                    <a:pt x="10424160" y="4854308"/>
                  </a:lnTo>
                  <a:lnTo>
                    <a:pt x="10424160" y="4843767"/>
                  </a:lnTo>
                  <a:lnTo>
                    <a:pt x="10419841" y="4839500"/>
                  </a:lnTo>
                  <a:close/>
                </a:path>
                <a:path w="10424160" h="5213350">
                  <a:moveTo>
                    <a:pt x="10419841" y="4877625"/>
                  </a:moveTo>
                  <a:lnTo>
                    <a:pt x="10409428" y="4877625"/>
                  </a:lnTo>
                  <a:lnTo>
                    <a:pt x="10405110" y="4881892"/>
                  </a:lnTo>
                  <a:lnTo>
                    <a:pt x="10405110" y="4892433"/>
                  </a:lnTo>
                  <a:lnTo>
                    <a:pt x="10409428" y="4896700"/>
                  </a:lnTo>
                  <a:lnTo>
                    <a:pt x="10419841" y="4896700"/>
                  </a:lnTo>
                  <a:lnTo>
                    <a:pt x="10424160" y="4892433"/>
                  </a:lnTo>
                  <a:lnTo>
                    <a:pt x="10424160" y="4881892"/>
                  </a:lnTo>
                  <a:lnTo>
                    <a:pt x="10419841" y="4877625"/>
                  </a:lnTo>
                  <a:close/>
                </a:path>
                <a:path w="10424160" h="5213350">
                  <a:moveTo>
                    <a:pt x="10419841" y="4915750"/>
                  </a:moveTo>
                  <a:lnTo>
                    <a:pt x="10409428" y="4915750"/>
                  </a:lnTo>
                  <a:lnTo>
                    <a:pt x="10405110" y="4920005"/>
                  </a:lnTo>
                  <a:lnTo>
                    <a:pt x="10405110" y="4930546"/>
                  </a:lnTo>
                  <a:lnTo>
                    <a:pt x="10409428" y="4934813"/>
                  </a:lnTo>
                  <a:lnTo>
                    <a:pt x="10419841" y="4934813"/>
                  </a:lnTo>
                  <a:lnTo>
                    <a:pt x="10424160" y="4930546"/>
                  </a:lnTo>
                  <a:lnTo>
                    <a:pt x="10424160" y="4920005"/>
                  </a:lnTo>
                  <a:lnTo>
                    <a:pt x="10419841" y="4915750"/>
                  </a:lnTo>
                  <a:close/>
                </a:path>
                <a:path w="10424160" h="5213350">
                  <a:moveTo>
                    <a:pt x="10419841" y="4953863"/>
                  </a:moveTo>
                  <a:lnTo>
                    <a:pt x="10409428" y="4953863"/>
                  </a:lnTo>
                  <a:lnTo>
                    <a:pt x="10405110" y="4958130"/>
                  </a:lnTo>
                  <a:lnTo>
                    <a:pt x="10405110" y="4968671"/>
                  </a:lnTo>
                  <a:lnTo>
                    <a:pt x="10409428" y="4972939"/>
                  </a:lnTo>
                  <a:lnTo>
                    <a:pt x="10419841" y="4972939"/>
                  </a:lnTo>
                  <a:lnTo>
                    <a:pt x="10424160" y="4968671"/>
                  </a:lnTo>
                  <a:lnTo>
                    <a:pt x="10424160" y="4958130"/>
                  </a:lnTo>
                  <a:lnTo>
                    <a:pt x="10419841" y="4953863"/>
                  </a:lnTo>
                  <a:close/>
                </a:path>
                <a:path w="10424160" h="5213350">
                  <a:moveTo>
                    <a:pt x="10419841" y="4991989"/>
                  </a:moveTo>
                  <a:lnTo>
                    <a:pt x="10409428" y="4991989"/>
                  </a:lnTo>
                  <a:lnTo>
                    <a:pt x="10405110" y="4996256"/>
                  </a:lnTo>
                  <a:lnTo>
                    <a:pt x="10405110" y="5006784"/>
                  </a:lnTo>
                  <a:lnTo>
                    <a:pt x="10409428" y="5011051"/>
                  </a:lnTo>
                  <a:lnTo>
                    <a:pt x="10419841" y="5011051"/>
                  </a:lnTo>
                  <a:lnTo>
                    <a:pt x="10424160" y="5006784"/>
                  </a:lnTo>
                  <a:lnTo>
                    <a:pt x="10424160" y="4996256"/>
                  </a:lnTo>
                  <a:lnTo>
                    <a:pt x="10419841" y="4991989"/>
                  </a:lnTo>
                  <a:close/>
                </a:path>
                <a:path w="10424160" h="5213350">
                  <a:moveTo>
                    <a:pt x="10404348" y="5039131"/>
                  </a:moveTo>
                  <a:lnTo>
                    <a:pt x="10404093" y="5044389"/>
                  </a:lnTo>
                  <a:lnTo>
                    <a:pt x="10408158" y="5048859"/>
                  </a:lnTo>
                  <a:lnTo>
                    <a:pt x="10418699" y="5049418"/>
                  </a:lnTo>
                  <a:lnTo>
                    <a:pt x="10423143" y="5045379"/>
                  </a:lnTo>
                  <a:lnTo>
                    <a:pt x="10423398" y="5040134"/>
                  </a:lnTo>
                  <a:lnTo>
                    <a:pt x="10404348" y="5039131"/>
                  </a:lnTo>
                  <a:close/>
                </a:path>
                <a:path w="10424160" h="5213350">
                  <a:moveTo>
                    <a:pt x="10409174" y="5029822"/>
                  </a:moveTo>
                  <a:lnTo>
                    <a:pt x="10404602" y="5033860"/>
                  </a:lnTo>
                  <a:lnTo>
                    <a:pt x="10404346" y="5039131"/>
                  </a:lnTo>
                  <a:lnTo>
                    <a:pt x="10404830" y="5039131"/>
                  </a:lnTo>
                  <a:lnTo>
                    <a:pt x="10423880" y="5040134"/>
                  </a:lnTo>
                  <a:lnTo>
                    <a:pt x="10423396" y="5040134"/>
                  </a:lnTo>
                  <a:lnTo>
                    <a:pt x="10423652" y="5034864"/>
                  </a:lnTo>
                  <a:lnTo>
                    <a:pt x="10419715" y="5030381"/>
                  </a:lnTo>
                  <a:lnTo>
                    <a:pt x="10409174" y="5029822"/>
                  </a:lnTo>
                  <a:close/>
                </a:path>
                <a:path w="10424160" h="5213350">
                  <a:moveTo>
                    <a:pt x="10397916" y="5074500"/>
                  </a:moveTo>
                  <a:lnTo>
                    <a:pt x="10397408" y="5076164"/>
                  </a:lnTo>
                  <a:lnTo>
                    <a:pt x="10396488" y="5079580"/>
                  </a:lnTo>
                  <a:lnTo>
                    <a:pt x="10399317" y="5084660"/>
                  </a:lnTo>
                  <a:lnTo>
                    <a:pt x="10399394" y="5084800"/>
                  </a:lnTo>
                  <a:lnTo>
                    <a:pt x="10409555" y="5087620"/>
                  </a:lnTo>
                  <a:lnTo>
                    <a:pt x="10414762" y="5084660"/>
                  </a:lnTo>
                  <a:lnTo>
                    <a:pt x="10416159" y="5079580"/>
                  </a:lnTo>
                  <a:lnTo>
                    <a:pt x="10397916" y="5074500"/>
                  </a:lnTo>
                  <a:close/>
                </a:path>
                <a:path w="10424160" h="5213350">
                  <a:moveTo>
                    <a:pt x="10404475" y="5066436"/>
                  </a:moveTo>
                  <a:lnTo>
                    <a:pt x="10399267" y="5069395"/>
                  </a:lnTo>
                  <a:lnTo>
                    <a:pt x="10397917" y="5074500"/>
                  </a:lnTo>
                  <a:lnTo>
                    <a:pt x="10416205" y="5079580"/>
                  </a:lnTo>
                  <a:lnTo>
                    <a:pt x="10416621" y="5077891"/>
                  </a:lnTo>
                  <a:lnTo>
                    <a:pt x="10417556" y="5074500"/>
                  </a:lnTo>
                  <a:lnTo>
                    <a:pt x="10414719" y="5069395"/>
                  </a:lnTo>
                  <a:lnTo>
                    <a:pt x="10414635" y="5069243"/>
                  </a:lnTo>
                  <a:lnTo>
                    <a:pt x="10404475" y="5066436"/>
                  </a:lnTo>
                  <a:close/>
                </a:path>
                <a:path w="10424160" h="5213350">
                  <a:moveTo>
                    <a:pt x="10384155" y="5107025"/>
                  </a:moveTo>
                  <a:lnTo>
                    <a:pt x="10381361" y="5111496"/>
                  </a:lnTo>
                  <a:lnTo>
                    <a:pt x="10382578" y="5117122"/>
                  </a:lnTo>
                  <a:lnTo>
                    <a:pt x="10382631" y="5117363"/>
                  </a:lnTo>
                  <a:lnTo>
                    <a:pt x="10387203" y="5120157"/>
                  </a:lnTo>
                  <a:lnTo>
                    <a:pt x="10391648" y="5122938"/>
                  </a:lnTo>
                  <a:lnTo>
                    <a:pt x="10397490" y="5121592"/>
                  </a:lnTo>
                  <a:lnTo>
                    <a:pt x="10400284" y="5117122"/>
                  </a:lnTo>
                  <a:lnTo>
                    <a:pt x="10384155" y="5107025"/>
                  </a:lnTo>
                  <a:close/>
                </a:path>
                <a:path w="10424160" h="5213350">
                  <a:moveTo>
                    <a:pt x="10392791" y="5101196"/>
                  </a:moveTo>
                  <a:lnTo>
                    <a:pt x="10386949" y="5102555"/>
                  </a:lnTo>
                  <a:lnTo>
                    <a:pt x="10384306" y="5106771"/>
                  </a:lnTo>
                  <a:lnTo>
                    <a:pt x="10384175" y="5107025"/>
                  </a:lnTo>
                  <a:lnTo>
                    <a:pt x="10400304" y="5117122"/>
                  </a:lnTo>
                  <a:lnTo>
                    <a:pt x="10403078" y="5112651"/>
                  </a:lnTo>
                  <a:lnTo>
                    <a:pt x="10401741" y="5107025"/>
                  </a:lnTo>
                  <a:lnTo>
                    <a:pt x="10401681" y="5106771"/>
                  </a:lnTo>
                  <a:lnTo>
                    <a:pt x="10392791" y="5101196"/>
                  </a:lnTo>
                  <a:close/>
                </a:path>
                <a:path w="10424160" h="5213350">
                  <a:moveTo>
                    <a:pt x="10363200" y="5136591"/>
                  </a:moveTo>
                  <a:lnTo>
                    <a:pt x="10359643" y="5140452"/>
                  </a:lnTo>
                  <a:lnTo>
                    <a:pt x="10359653" y="5140896"/>
                  </a:lnTo>
                  <a:lnTo>
                    <a:pt x="10359771" y="5146471"/>
                  </a:lnTo>
                  <a:lnTo>
                    <a:pt x="10363708" y="5150053"/>
                  </a:lnTo>
                  <a:lnTo>
                    <a:pt x="10367517" y="5153634"/>
                  </a:lnTo>
                  <a:lnTo>
                    <a:pt x="10373614" y="5153406"/>
                  </a:lnTo>
                  <a:lnTo>
                    <a:pt x="10377169" y="5149557"/>
                  </a:lnTo>
                  <a:lnTo>
                    <a:pt x="10373845" y="5146471"/>
                  </a:lnTo>
                  <a:lnTo>
                    <a:pt x="10372471" y="5145239"/>
                  </a:lnTo>
                  <a:lnTo>
                    <a:pt x="10363200" y="5136591"/>
                  </a:lnTo>
                  <a:close/>
                </a:path>
                <a:path w="10424160" h="5213350">
                  <a:moveTo>
                    <a:pt x="10372852" y="5132501"/>
                  </a:moveTo>
                  <a:lnTo>
                    <a:pt x="10366756" y="5132730"/>
                  </a:lnTo>
                  <a:lnTo>
                    <a:pt x="10363200" y="5136591"/>
                  </a:lnTo>
                  <a:lnTo>
                    <a:pt x="10367413" y="5140452"/>
                  </a:lnTo>
                  <a:lnTo>
                    <a:pt x="10367852" y="5140896"/>
                  </a:lnTo>
                  <a:lnTo>
                    <a:pt x="10373010" y="5145684"/>
                  </a:lnTo>
                  <a:lnTo>
                    <a:pt x="10373815" y="5146471"/>
                  </a:lnTo>
                  <a:lnTo>
                    <a:pt x="10377183" y="5149557"/>
                  </a:lnTo>
                  <a:lnTo>
                    <a:pt x="10380726" y="5145684"/>
                  </a:lnTo>
                  <a:lnTo>
                    <a:pt x="10380523" y="5140896"/>
                  </a:lnTo>
                  <a:lnTo>
                    <a:pt x="10380472" y="5139664"/>
                  </a:lnTo>
                  <a:lnTo>
                    <a:pt x="10372852" y="5132501"/>
                  </a:lnTo>
                  <a:close/>
                </a:path>
                <a:path w="10424160" h="5213350">
                  <a:moveTo>
                    <a:pt x="10336657" y="5160899"/>
                  </a:moveTo>
                  <a:lnTo>
                    <a:pt x="10332339" y="5163883"/>
                  </a:lnTo>
                  <a:lnTo>
                    <a:pt x="10331323" y="5169814"/>
                  </a:lnTo>
                  <a:lnTo>
                    <a:pt x="10334243" y="5174145"/>
                  </a:lnTo>
                  <a:lnTo>
                    <a:pt x="10337291" y="5178488"/>
                  </a:lnTo>
                  <a:lnTo>
                    <a:pt x="10343134" y="5179580"/>
                  </a:lnTo>
                  <a:lnTo>
                    <a:pt x="10347452" y="5176596"/>
                  </a:lnTo>
                  <a:lnTo>
                    <a:pt x="10336657" y="5160899"/>
                  </a:lnTo>
                  <a:close/>
                </a:path>
                <a:path w="10424160" h="5213350">
                  <a:moveTo>
                    <a:pt x="10341102" y="5157914"/>
                  </a:moveTo>
                  <a:lnTo>
                    <a:pt x="10336792" y="5160899"/>
                  </a:lnTo>
                  <a:lnTo>
                    <a:pt x="10345535" y="5173611"/>
                  </a:lnTo>
                  <a:lnTo>
                    <a:pt x="10345858" y="5174145"/>
                  </a:lnTo>
                  <a:lnTo>
                    <a:pt x="10347587" y="5176596"/>
                  </a:lnTo>
                  <a:lnTo>
                    <a:pt x="10351897" y="5173611"/>
                  </a:lnTo>
                  <a:lnTo>
                    <a:pt x="10352913" y="5167680"/>
                  </a:lnTo>
                  <a:lnTo>
                    <a:pt x="10349991" y="5163350"/>
                  </a:lnTo>
                  <a:lnTo>
                    <a:pt x="10346943" y="5159006"/>
                  </a:lnTo>
                  <a:lnTo>
                    <a:pt x="10341102" y="5157914"/>
                  </a:lnTo>
                  <a:close/>
                </a:path>
                <a:path w="10424160" h="5213350">
                  <a:moveTo>
                    <a:pt x="10305420" y="5179263"/>
                  </a:moveTo>
                  <a:lnTo>
                    <a:pt x="10300589" y="5181384"/>
                  </a:lnTo>
                  <a:lnTo>
                    <a:pt x="10298430" y="5187010"/>
                  </a:lnTo>
                  <a:lnTo>
                    <a:pt x="10301795" y="5194503"/>
                  </a:lnTo>
                  <a:lnTo>
                    <a:pt x="10302813" y="5196649"/>
                  </a:lnTo>
                  <a:lnTo>
                    <a:pt x="10308336" y="5198783"/>
                  </a:lnTo>
                  <a:lnTo>
                    <a:pt x="10313162" y="5196649"/>
                  </a:lnTo>
                  <a:lnTo>
                    <a:pt x="10312222" y="5194503"/>
                  </a:lnTo>
                  <a:lnTo>
                    <a:pt x="10305420" y="5179263"/>
                  </a:lnTo>
                  <a:close/>
                </a:path>
                <a:path w="10424160" h="5213350">
                  <a:moveTo>
                    <a:pt x="10310241" y="5177104"/>
                  </a:moveTo>
                  <a:lnTo>
                    <a:pt x="10305420" y="5179263"/>
                  </a:lnTo>
                  <a:lnTo>
                    <a:pt x="10306397" y="5181384"/>
                  </a:lnTo>
                  <a:lnTo>
                    <a:pt x="10307997" y="5185041"/>
                  </a:lnTo>
                  <a:lnTo>
                    <a:pt x="10309703" y="5188877"/>
                  </a:lnTo>
                  <a:lnTo>
                    <a:pt x="10310622" y="5190845"/>
                  </a:lnTo>
                  <a:lnTo>
                    <a:pt x="10312206" y="5194503"/>
                  </a:lnTo>
                  <a:lnTo>
                    <a:pt x="10313162" y="5196649"/>
                  </a:lnTo>
                  <a:lnTo>
                    <a:pt x="10317988" y="5194503"/>
                  </a:lnTo>
                  <a:lnTo>
                    <a:pt x="10320147" y="5188877"/>
                  </a:lnTo>
                  <a:lnTo>
                    <a:pt x="10315829" y="5179263"/>
                  </a:lnTo>
                  <a:lnTo>
                    <a:pt x="10310241" y="5177104"/>
                  </a:lnTo>
                  <a:close/>
                </a:path>
                <a:path w="10424160" h="5213350">
                  <a:moveTo>
                    <a:pt x="10270871" y="5190477"/>
                  </a:moveTo>
                  <a:lnTo>
                    <a:pt x="10265791" y="5191696"/>
                  </a:lnTo>
                  <a:lnTo>
                    <a:pt x="10262718" y="5196662"/>
                  </a:lnTo>
                  <a:lnTo>
                    <a:pt x="10262616" y="5196827"/>
                  </a:lnTo>
                  <a:lnTo>
                    <a:pt x="10263886" y="5201945"/>
                  </a:lnTo>
                  <a:lnTo>
                    <a:pt x="10265029" y="5207063"/>
                  </a:lnTo>
                  <a:lnTo>
                    <a:pt x="10270236" y="5210238"/>
                  </a:lnTo>
                  <a:lnTo>
                    <a:pt x="10275316" y="5209019"/>
                  </a:lnTo>
                  <a:lnTo>
                    <a:pt x="10275040" y="5207800"/>
                  </a:lnTo>
                  <a:lnTo>
                    <a:pt x="10274847" y="5207063"/>
                  </a:lnTo>
                  <a:lnTo>
                    <a:pt x="10270871" y="5190477"/>
                  </a:lnTo>
                  <a:close/>
                </a:path>
                <a:path w="10424160" h="5213350">
                  <a:moveTo>
                    <a:pt x="10276078" y="5189270"/>
                  </a:moveTo>
                  <a:lnTo>
                    <a:pt x="10270998" y="5190477"/>
                  </a:lnTo>
                  <a:lnTo>
                    <a:pt x="10273837" y="5202669"/>
                  </a:lnTo>
                  <a:lnTo>
                    <a:pt x="10273918" y="5202847"/>
                  </a:lnTo>
                  <a:lnTo>
                    <a:pt x="10274873" y="5207063"/>
                  </a:lnTo>
                  <a:lnTo>
                    <a:pt x="10275023" y="5207800"/>
                  </a:lnTo>
                  <a:lnTo>
                    <a:pt x="10275316" y="5209019"/>
                  </a:lnTo>
                  <a:lnTo>
                    <a:pt x="10280523" y="5207800"/>
                  </a:lnTo>
                  <a:lnTo>
                    <a:pt x="10283465" y="5202847"/>
                  </a:lnTo>
                  <a:lnTo>
                    <a:pt x="10283571" y="5202669"/>
                  </a:lnTo>
                  <a:lnTo>
                    <a:pt x="10282428" y="5197551"/>
                  </a:lnTo>
                  <a:lnTo>
                    <a:pt x="10281158" y="5192433"/>
                  </a:lnTo>
                  <a:lnTo>
                    <a:pt x="10276078" y="5189270"/>
                  </a:lnTo>
                  <a:close/>
                </a:path>
                <a:path w="10424160" h="5213350">
                  <a:moveTo>
                    <a:pt x="10235311" y="5193982"/>
                  </a:moveTo>
                  <a:lnTo>
                    <a:pt x="10229977" y="5193982"/>
                  </a:lnTo>
                  <a:lnTo>
                    <a:pt x="10225786" y="5198249"/>
                  </a:lnTo>
                  <a:lnTo>
                    <a:pt x="10225786" y="5208765"/>
                  </a:lnTo>
                  <a:lnTo>
                    <a:pt x="10229977" y="5213032"/>
                  </a:lnTo>
                  <a:lnTo>
                    <a:pt x="10235311" y="5213032"/>
                  </a:lnTo>
                  <a:lnTo>
                    <a:pt x="10235311" y="5193982"/>
                  </a:lnTo>
                  <a:close/>
                </a:path>
                <a:path w="10424160" h="5213350">
                  <a:moveTo>
                    <a:pt x="10240517" y="5193982"/>
                  </a:moveTo>
                  <a:lnTo>
                    <a:pt x="10235311" y="5193982"/>
                  </a:lnTo>
                  <a:lnTo>
                    <a:pt x="10235311" y="5213032"/>
                  </a:lnTo>
                  <a:lnTo>
                    <a:pt x="10240517" y="5213032"/>
                  </a:lnTo>
                  <a:lnTo>
                    <a:pt x="10244836" y="5208765"/>
                  </a:lnTo>
                  <a:lnTo>
                    <a:pt x="10244836" y="5198249"/>
                  </a:lnTo>
                  <a:lnTo>
                    <a:pt x="10240517" y="5193982"/>
                  </a:lnTo>
                  <a:close/>
                </a:path>
                <a:path w="10424160" h="5213350">
                  <a:moveTo>
                    <a:pt x="10197084" y="5193982"/>
                  </a:moveTo>
                  <a:lnTo>
                    <a:pt x="10191877" y="5193982"/>
                  </a:lnTo>
                  <a:lnTo>
                    <a:pt x="10187559" y="5198249"/>
                  </a:lnTo>
                  <a:lnTo>
                    <a:pt x="10187559" y="5208765"/>
                  </a:lnTo>
                  <a:lnTo>
                    <a:pt x="10191877" y="5213032"/>
                  </a:lnTo>
                  <a:lnTo>
                    <a:pt x="10197084" y="5213032"/>
                  </a:lnTo>
                  <a:lnTo>
                    <a:pt x="10197084" y="5193982"/>
                  </a:lnTo>
                  <a:close/>
                </a:path>
                <a:path w="10424160" h="5213350">
                  <a:moveTo>
                    <a:pt x="10202417" y="5193982"/>
                  </a:moveTo>
                  <a:lnTo>
                    <a:pt x="10197211" y="5193982"/>
                  </a:lnTo>
                  <a:lnTo>
                    <a:pt x="10197211" y="5213032"/>
                  </a:lnTo>
                  <a:lnTo>
                    <a:pt x="10202417" y="5213032"/>
                  </a:lnTo>
                  <a:lnTo>
                    <a:pt x="10206736" y="5208765"/>
                  </a:lnTo>
                  <a:lnTo>
                    <a:pt x="10206736" y="5198249"/>
                  </a:lnTo>
                  <a:lnTo>
                    <a:pt x="10202417" y="5193982"/>
                  </a:lnTo>
                  <a:close/>
                </a:path>
                <a:path w="10424160" h="5213350">
                  <a:moveTo>
                    <a:pt x="10158984" y="5193982"/>
                  </a:moveTo>
                  <a:lnTo>
                    <a:pt x="10153777" y="5193982"/>
                  </a:lnTo>
                  <a:lnTo>
                    <a:pt x="10149459" y="5198249"/>
                  </a:lnTo>
                  <a:lnTo>
                    <a:pt x="10149459" y="5208765"/>
                  </a:lnTo>
                  <a:lnTo>
                    <a:pt x="10153777" y="5213032"/>
                  </a:lnTo>
                  <a:lnTo>
                    <a:pt x="10158984" y="5213032"/>
                  </a:lnTo>
                  <a:lnTo>
                    <a:pt x="10158984" y="5193982"/>
                  </a:lnTo>
                  <a:close/>
                </a:path>
                <a:path w="10424160" h="5213350">
                  <a:moveTo>
                    <a:pt x="10164317" y="5193982"/>
                  </a:moveTo>
                  <a:lnTo>
                    <a:pt x="10158984" y="5193982"/>
                  </a:lnTo>
                  <a:lnTo>
                    <a:pt x="10158984" y="5213032"/>
                  </a:lnTo>
                  <a:lnTo>
                    <a:pt x="10164317" y="5213032"/>
                  </a:lnTo>
                  <a:lnTo>
                    <a:pt x="10168509" y="5208765"/>
                  </a:lnTo>
                  <a:lnTo>
                    <a:pt x="10168509" y="5198249"/>
                  </a:lnTo>
                  <a:lnTo>
                    <a:pt x="10164317" y="5193982"/>
                  </a:lnTo>
                  <a:close/>
                </a:path>
                <a:path w="10424160" h="5213350">
                  <a:moveTo>
                    <a:pt x="10120884" y="5193982"/>
                  </a:moveTo>
                  <a:lnTo>
                    <a:pt x="10115677" y="5193982"/>
                  </a:lnTo>
                  <a:lnTo>
                    <a:pt x="10111359" y="5198249"/>
                  </a:lnTo>
                  <a:lnTo>
                    <a:pt x="10111359" y="5208765"/>
                  </a:lnTo>
                  <a:lnTo>
                    <a:pt x="10115677" y="5213032"/>
                  </a:lnTo>
                  <a:lnTo>
                    <a:pt x="10120884" y="5213032"/>
                  </a:lnTo>
                  <a:lnTo>
                    <a:pt x="10120884" y="5193982"/>
                  </a:lnTo>
                  <a:close/>
                </a:path>
                <a:path w="10424160" h="5213350">
                  <a:moveTo>
                    <a:pt x="10126217" y="5193982"/>
                  </a:moveTo>
                  <a:lnTo>
                    <a:pt x="10120884" y="5193982"/>
                  </a:lnTo>
                  <a:lnTo>
                    <a:pt x="10120884" y="5213032"/>
                  </a:lnTo>
                  <a:lnTo>
                    <a:pt x="10126217" y="5213032"/>
                  </a:lnTo>
                  <a:lnTo>
                    <a:pt x="10130409" y="5208765"/>
                  </a:lnTo>
                  <a:lnTo>
                    <a:pt x="10130409" y="5198249"/>
                  </a:lnTo>
                  <a:lnTo>
                    <a:pt x="10126217" y="5193982"/>
                  </a:lnTo>
                  <a:close/>
                </a:path>
                <a:path w="10424160" h="5213350">
                  <a:moveTo>
                    <a:pt x="10082784" y="5193982"/>
                  </a:moveTo>
                  <a:lnTo>
                    <a:pt x="10077450" y="5193982"/>
                  </a:lnTo>
                  <a:lnTo>
                    <a:pt x="10073259" y="5198249"/>
                  </a:lnTo>
                  <a:lnTo>
                    <a:pt x="10073259" y="5208765"/>
                  </a:lnTo>
                  <a:lnTo>
                    <a:pt x="10077450" y="5213032"/>
                  </a:lnTo>
                  <a:lnTo>
                    <a:pt x="10082784" y="5213032"/>
                  </a:lnTo>
                  <a:lnTo>
                    <a:pt x="10082784" y="5193982"/>
                  </a:lnTo>
                  <a:close/>
                </a:path>
                <a:path w="10424160" h="5213350">
                  <a:moveTo>
                    <a:pt x="10087991" y="5193982"/>
                  </a:moveTo>
                  <a:lnTo>
                    <a:pt x="10082784" y="5193982"/>
                  </a:lnTo>
                  <a:lnTo>
                    <a:pt x="10082784" y="5213032"/>
                  </a:lnTo>
                  <a:lnTo>
                    <a:pt x="10087991" y="5213032"/>
                  </a:lnTo>
                  <a:lnTo>
                    <a:pt x="10092309" y="5208765"/>
                  </a:lnTo>
                  <a:lnTo>
                    <a:pt x="10092309" y="5198249"/>
                  </a:lnTo>
                  <a:lnTo>
                    <a:pt x="10087991" y="5193982"/>
                  </a:lnTo>
                  <a:close/>
                </a:path>
                <a:path w="10424160" h="5213350">
                  <a:moveTo>
                    <a:pt x="10044684" y="5193982"/>
                  </a:moveTo>
                  <a:lnTo>
                    <a:pt x="10039350" y="5193982"/>
                  </a:lnTo>
                  <a:lnTo>
                    <a:pt x="10035159" y="5198249"/>
                  </a:lnTo>
                  <a:lnTo>
                    <a:pt x="10035159" y="5208765"/>
                  </a:lnTo>
                  <a:lnTo>
                    <a:pt x="10039350" y="5213032"/>
                  </a:lnTo>
                  <a:lnTo>
                    <a:pt x="10044684" y="5213032"/>
                  </a:lnTo>
                  <a:lnTo>
                    <a:pt x="10044684" y="5193982"/>
                  </a:lnTo>
                  <a:close/>
                </a:path>
                <a:path w="10424160" h="5213350">
                  <a:moveTo>
                    <a:pt x="10049891" y="5193982"/>
                  </a:moveTo>
                  <a:lnTo>
                    <a:pt x="10044684" y="5193982"/>
                  </a:lnTo>
                  <a:lnTo>
                    <a:pt x="10044684" y="5213032"/>
                  </a:lnTo>
                  <a:lnTo>
                    <a:pt x="10049891" y="5213032"/>
                  </a:lnTo>
                  <a:lnTo>
                    <a:pt x="10054209" y="5208765"/>
                  </a:lnTo>
                  <a:lnTo>
                    <a:pt x="10054209" y="5198249"/>
                  </a:lnTo>
                  <a:lnTo>
                    <a:pt x="10049891" y="5193982"/>
                  </a:lnTo>
                  <a:close/>
                </a:path>
                <a:path w="10424160" h="5213350">
                  <a:moveTo>
                    <a:pt x="10006584" y="5193982"/>
                  </a:moveTo>
                  <a:lnTo>
                    <a:pt x="10001250" y="5193982"/>
                  </a:lnTo>
                  <a:lnTo>
                    <a:pt x="9997059" y="5198249"/>
                  </a:lnTo>
                  <a:lnTo>
                    <a:pt x="9997059" y="5208765"/>
                  </a:lnTo>
                  <a:lnTo>
                    <a:pt x="10001250" y="5213032"/>
                  </a:lnTo>
                  <a:lnTo>
                    <a:pt x="10006584" y="5213032"/>
                  </a:lnTo>
                  <a:lnTo>
                    <a:pt x="10006584" y="5193982"/>
                  </a:lnTo>
                  <a:close/>
                </a:path>
                <a:path w="10424160" h="5213350">
                  <a:moveTo>
                    <a:pt x="10011791" y="5193982"/>
                  </a:moveTo>
                  <a:lnTo>
                    <a:pt x="10006584" y="5193982"/>
                  </a:lnTo>
                  <a:lnTo>
                    <a:pt x="10006584" y="5213032"/>
                  </a:lnTo>
                  <a:lnTo>
                    <a:pt x="10011791" y="5213032"/>
                  </a:lnTo>
                  <a:lnTo>
                    <a:pt x="10016109" y="5208765"/>
                  </a:lnTo>
                  <a:lnTo>
                    <a:pt x="10016109" y="5198249"/>
                  </a:lnTo>
                  <a:lnTo>
                    <a:pt x="10011791" y="5193982"/>
                  </a:lnTo>
                  <a:close/>
                </a:path>
                <a:path w="10424160" h="5213350">
                  <a:moveTo>
                    <a:pt x="9968357" y="5193982"/>
                  </a:moveTo>
                  <a:lnTo>
                    <a:pt x="9963150" y="5193982"/>
                  </a:lnTo>
                  <a:lnTo>
                    <a:pt x="9958832" y="5198249"/>
                  </a:lnTo>
                  <a:lnTo>
                    <a:pt x="9958832" y="5208765"/>
                  </a:lnTo>
                  <a:lnTo>
                    <a:pt x="9963150" y="5213032"/>
                  </a:lnTo>
                  <a:lnTo>
                    <a:pt x="9968357" y="5213032"/>
                  </a:lnTo>
                  <a:lnTo>
                    <a:pt x="9968357" y="5193982"/>
                  </a:lnTo>
                  <a:close/>
                </a:path>
                <a:path w="10424160" h="5213350">
                  <a:moveTo>
                    <a:pt x="9973691" y="5193982"/>
                  </a:moveTo>
                  <a:lnTo>
                    <a:pt x="9968484" y="5193982"/>
                  </a:lnTo>
                  <a:lnTo>
                    <a:pt x="9968484" y="5213032"/>
                  </a:lnTo>
                  <a:lnTo>
                    <a:pt x="9973691" y="5213032"/>
                  </a:lnTo>
                  <a:lnTo>
                    <a:pt x="9978009" y="5208765"/>
                  </a:lnTo>
                  <a:lnTo>
                    <a:pt x="9978009" y="5198249"/>
                  </a:lnTo>
                  <a:lnTo>
                    <a:pt x="9973691" y="5193982"/>
                  </a:lnTo>
                  <a:close/>
                </a:path>
                <a:path w="10424160" h="5213350">
                  <a:moveTo>
                    <a:pt x="9930257" y="5193982"/>
                  </a:moveTo>
                  <a:lnTo>
                    <a:pt x="9925050" y="5193982"/>
                  </a:lnTo>
                  <a:lnTo>
                    <a:pt x="9920732" y="5198249"/>
                  </a:lnTo>
                  <a:lnTo>
                    <a:pt x="9920732" y="5208765"/>
                  </a:lnTo>
                  <a:lnTo>
                    <a:pt x="9925050" y="5213032"/>
                  </a:lnTo>
                  <a:lnTo>
                    <a:pt x="9930257" y="5213032"/>
                  </a:lnTo>
                  <a:lnTo>
                    <a:pt x="9930257" y="5193982"/>
                  </a:lnTo>
                  <a:close/>
                </a:path>
                <a:path w="10424160" h="5213350">
                  <a:moveTo>
                    <a:pt x="9935591" y="5193982"/>
                  </a:moveTo>
                  <a:lnTo>
                    <a:pt x="9930257" y="5193982"/>
                  </a:lnTo>
                  <a:lnTo>
                    <a:pt x="9930257" y="5213032"/>
                  </a:lnTo>
                  <a:lnTo>
                    <a:pt x="9935591" y="5213032"/>
                  </a:lnTo>
                  <a:lnTo>
                    <a:pt x="9939782" y="5208765"/>
                  </a:lnTo>
                  <a:lnTo>
                    <a:pt x="9939782" y="5198249"/>
                  </a:lnTo>
                  <a:lnTo>
                    <a:pt x="9935591" y="5193982"/>
                  </a:lnTo>
                  <a:close/>
                </a:path>
                <a:path w="10424160" h="5213350">
                  <a:moveTo>
                    <a:pt x="9892157" y="5193982"/>
                  </a:moveTo>
                  <a:lnTo>
                    <a:pt x="9886950" y="5193982"/>
                  </a:lnTo>
                  <a:lnTo>
                    <a:pt x="9882632" y="5198249"/>
                  </a:lnTo>
                  <a:lnTo>
                    <a:pt x="9882632" y="5208765"/>
                  </a:lnTo>
                  <a:lnTo>
                    <a:pt x="9886950" y="5213032"/>
                  </a:lnTo>
                  <a:lnTo>
                    <a:pt x="9892157" y="5213032"/>
                  </a:lnTo>
                  <a:lnTo>
                    <a:pt x="9892157" y="5193982"/>
                  </a:lnTo>
                  <a:close/>
                </a:path>
                <a:path w="10424160" h="5213350">
                  <a:moveTo>
                    <a:pt x="9897491" y="5193982"/>
                  </a:moveTo>
                  <a:lnTo>
                    <a:pt x="9892157" y="5193982"/>
                  </a:lnTo>
                  <a:lnTo>
                    <a:pt x="9892157" y="5213032"/>
                  </a:lnTo>
                  <a:lnTo>
                    <a:pt x="9897491" y="5213032"/>
                  </a:lnTo>
                  <a:lnTo>
                    <a:pt x="9901682" y="5208765"/>
                  </a:lnTo>
                  <a:lnTo>
                    <a:pt x="9901682" y="5198249"/>
                  </a:lnTo>
                  <a:lnTo>
                    <a:pt x="9897491" y="5193982"/>
                  </a:lnTo>
                  <a:close/>
                </a:path>
                <a:path w="10424160" h="5213350">
                  <a:moveTo>
                    <a:pt x="9854057" y="5193982"/>
                  </a:moveTo>
                  <a:lnTo>
                    <a:pt x="9848850" y="5193982"/>
                  </a:lnTo>
                  <a:lnTo>
                    <a:pt x="9844532" y="5198249"/>
                  </a:lnTo>
                  <a:lnTo>
                    <a:pt x="9844532" y="5208765"/>
                  </a:lnTo>
                  <a:lnTo>
                    <a:pt x="9848850" y="5213032"/>
                  </a:lnTo>
                  <a:lnTo>
                    <a:pt x="9854057" y="5213032"/>
                  </a:lnTo>
                  <a:lnTo>
                    <a:pt x="9854057" y="5193982"/>
                  </a:lnTo>
                  <a:close/>
                </a:path>
                <a:path w="10424160" h="5213350">
                  <a:moveTo>
                    <a:pt x="9859391" y="5193982"/>
                  </a:moveTo>
                  <a:lnTo>
                    <a:pt x="9854057" y="5193982"/>
                  </a:lnTo>
                  <a:lnTo>
                    <a:pt x="9854057" y="5213032"/>
                  </a:lnTo>
                  <a:lnTo>
                    <a:pt x="9859391" y="5213032"/>
                  </a:lnTo>
                  <a:lnTo>
                    <a:pt x="9863582" y="5208765"/>
                  </a:lnTo>
                  <a:lnTo>
                    <a:pt x="9863582" y="5198249"/>
                  </a:lnTo>
                  <a:lnTo>
                    <a:pt x="9859391" y="5193982"/>
                  </a:lnTo>
                  <a:close/>
                </a:path>
                <a:path w="10424160" h="5213350">
                  <a:moveTo>
                    <a:pt x="9815957" y="5193982"/>
                  </a:moveTo>
                  <a:lnTo>
                    <a:pt x="9810623" y="5193982"/>
                  </a:lnTo>
                  <a:lnTo>
                    <a:pt x="9806432" y="5198249"/>
                  </a:lnTo>
                  <a:lnTo>
                    <a:pt x="9806432" y="5208765"/>
                  </a:lnTo>
                  <a:lnTo>
                    <a:pt x="9810623" y="5213032"/>
                  </a:lnTo>
                  <a:lnTo>
                    <a:pt x="9815957" y="5213032"/>
                  </a:lnTo>
                  <a:lnTo>
                    <a:pt x="9815957" y="5193982"/>
                  </a:lnTo>
                  <a:close/>
                </a:path>
                <a:path w="10424160" h="5213350">
                  <a:moveTo>
                    <a:pt x="9821164" y="5193982"/>
                  </a:moveTo>
                  <a:lnTo>
                    <a:pt x="9815957" y="5193982"/>
                  </a:lnTo>
                  <a:lnTo>
                    <a:pt x="9815957" y="5213032"/>
                  </a:lnTo>
                  <a:lnTo>
                    <a:pt x="9821164" y="5213032"/>
                  </a:lnTo>
                  <a:lnTo>
                    <a:pt x="9825482" y="5208765"/>
                  </a:lnTo>
                  <a:lnTo>
                    <a:pt x="9825482" y="5198249"/>
                  </a:lnTo>
                  <a:lnTo>
                    <a:pt x="9821164" y="5193982"/>
                  </a:lnTo>
                  <a:close/>
                </a:path>
                <a:path w="10424160" h="5213350">
                  <a:moveTo>
                    <a:pt x="9777857" y="5193982"/>
                  </a:moveTo>
                  <a:lnTo>
                    <a:pt x="9772523" y="5193982"/>
                  </a:lnTo>
                  <a:lnTo>
                    <a:pt x="9768332" y="5198249"/>
                  </a:lnTo>
                  <a:lnTo>
                    <a:pt x="9768332" y="5208765"/>
                  </a:lnTo>
                  <a:lnTo>
                    <a:pt x="9772523" y="5213032"/>
                  </a:lnTo>
                  <a:lnTo>
                    <a:pt x="9777857" y="5213032"/>
                  </a:lnTo>
                  <a:lnTo>
                    <a:pt x="9777857" y="5193982"/>
                  </a:lnTo>
                  <a:close/>
                </a:path>
                <a:path w="10424160" h="5213350">
                  <a:moveTo>
                    <a:pt x="9783064" y="5193982"/>
                  </a:moveTo>
                  <a:lnTo>
                    <a:pt x="9777857" y="5193982"/>
                  </a:lnTo>
                  <a:lnTo>
                    <a:pt x="9777857" y="5213032"/>
                  </a:lnTo>
                  <a:lnTo>
                    <a:pt x="9783064" y="5213032"/>
                  </a:lnTo>
                  <a:lnTo>
                    <a:pt x="9787382" y="5208765"/>
                  </a:lnTo>
                  <a:lnTo>
                    <a:pt x="9787382" y="5198249"/>
                  </a:lnTo>
                  <a:lnTo>
                    <a:pt x="9783064" y="5193982"/>
                  </a:lnTo>
                  <a:close/>
                </a:path>
                <a:path w="10424160" h="5213350">
                  <a:moveTo>
                    <a:pt x="9739630" y="5193982"/>
                  </a:moveTo>
                  <a:lnTo>
                    <a:pt x="9734423" y="5193982"/>
                  </a:lnTo>
                  <a:lnTo>
                    <a:pt x="9730105" y="5198249"/>
                  </a:lnTo>
                  <a:lnTo>
                    <a:pt x="9730105" y="5208765"/>
                  </a:lnTo>
                  <a:lnTo>
                    <a:pt x="9734423" y="5213032"/>
                  </a:lnTo>
                  <a:lnTo>
                    <a:pt x="9739630" y="5213032"/>
                  </a:lnTo>
                  <a:lnTo>
                    <a:pt x="9739630" y="5193982"/>
                  </a:lnTo>
                  <a:close/>
                </a:path>
                <a:path w="10424160" h="5213350">
                  <a:moveTo>
                    <a:pt x="9744964" y="5193982"/>
                  </a:moveTo>
                  <a:lnTo>
                    <a:pt x="9739757" y="5193982"/>
                  </a:lnTo>
                  <a:lnTo>
                    <a:pt x="9739757" y="5213032"/>
                  </a:lnTo>
                  <a:lnTo>
                    <a:pt x="9744964" y="5213032"/>
                  </a:lnTo>
                  <a:lnTo>
                    <a:pt x="9749282" y="5208765"/>
                  </a:lnTo>
                  <a:lnTo>
                    <a:pt x="9749282" y="5198249"/>
                  </a:lnTo>
                  <a:lnTo>
                    <a:pt x="9744964" y="5193982"/>
                  </a:lnTo>
                  <a:close/>
                </a:path>
                <a:path w="10424160" h="5213350">
                  <a:moveTo>
                    <a:pt x="9701530" y="5193982"/>
                  </a:moveTo>
                  <a:lnTo>
                    <a:pt x="9696323" y="5193982"/>
                  </a:lnTo>
                  <a:lnTo>
                    <a:pt x="9692005" y="5198249"/>
                  </a:lnTo>
                  <a:lnTo>
                    <a:pt x="9692005" y="5208765"/>
                  </a:lnTo>
                  <a:lnTo>
                    <a:pt x="9696323" y="5213032"/>
                  </a:lnTo>
                  <a:lnTo>
                    <a:pt x="9701530" y="5213032"/>
                  </a:lnTo>
                  <a:lnTo>
                    <a:pt x="9701530" y="5193982"/>
                  </a:lnTo>
                  <a:close/>
                </a:path>
                <a:path w="10424160" h="5213350">
                  <a:moveTo>
                    <a:pt x="9706864" y="5193982"/>
                  </a:moveTo>
                  <a:lnTo>
                    <a:pt x="9701530" y="5193982"/>
                  </a:lnTo>
                  <a:lnTo>
                    <a:pt x="9701530" y="5213032"/>
                  </a:lnTo>
                  <a:lnTo>
                    <a:pt x="9706864" y="5213032"/>
                  </a:lnTo>
                  <a:lnTo>
                    <a:pt x="9711055" y="5208765"/>
                  </a:lnTo>
                  <a:lnTo>
                    <a:pt x="9711055" y="5198249"/>
                  </a:lnTo>
                  <a:lnTo>
                    <a:pt x="9706864" y="5193982"/>
                  </a:lnTo>
                  <a:close/>
                </a:path>
                <a:path w="10424160" h="5213350">
                  <a:moveTo>
                    <a:pt x="9663430" y="5193982"/>
                  </a:moveTo>
                  <a:lnTo>
                    <a:pt x="9658223" y="5193982"/>
                  </a:lnTo>
                  <a:lnTo>
                    <a:pt x="9653905" y="5198249"/>
                  </a:lnTo>
                  <a:lnTo>
                    <a:pt x="9653905" y="5208765"/>
                  </a:lnTo>
                  <a:lnTo>
                    <a:pt x="9658223" y="5213032"/>
                  </a:lnTo>
                  <a:lnTo>
                    <a:pt x="9663430" y="5213032"/>
                  </a:lnTo>
                  <a:lnTo>
                    <a:pt x="9663430" y="5193982"/>
                  </a:lnTo>
                  <a:close/>
                </a:path>
                <a:path w="10424160" h="5213350">
                  <a:moveTo>
                    <a:pt x="9668764" y="5193982"/>
                  </a:moveTo>
                  <a:lnTo>
                    <a:pt x="9663430" y="5193982"/>
                  </a:lnTo>
                  <a:lnTo>
                    <a:pt x="9663430" y="5213032"/>
                  </a:lnTo>
                  <a:lnTo>
                    <a:pt x="9668764" y="5213032"/>
                  </a:lnTo>
                  <a:lnTo>
                    <a:pt x="9672955" y="5208765"/>
                  </a:lnTo>
                  <a:lnTo>
                    <a:pt x="9672955" y="5198249"/>
                  </a:lnTo>
                  <a:lnTo>
                    <a:pt x="9668764" y="5193982"/>
                  </a:lnTo>
                  <a:close/>
                </a:path>
                <a:path w="10424160" h="5213350">
                  <a:moveTo>
                    <a:pt x="9625330" y="5193982"/>
                  </a:moveTo>
                  <a:lnTo>
                    <a:pt x="9620123" y="5193982"/>
                  </a:lnTo>
                  <a:lnTo>
                    <a:pt x="9615805" y="5198249"/>
                  </a:lnTo>
                  <a:lnTo>
                    <a:pt x="9615805" y="5208765"/>
                  </a:lnTo>
                  <a:lnTo>
                    <a:pt x="9620123" y="5213032"/>
                  </a:lnTo>
                  <a:lnTo>
                    <a:pt x="9625330" y="5213032"/>
                  </a:lnTo>
                  <a:lnTo>
                    <a:pt x="9625330" y="5193982"/>
                  </a:lnTo>
                  <a:close/>
                </a:path>
                <a:path w="10424160" h="5213350">
                  <a:moveTo>
                    <a:pt x="9630664" y="5193982"/>
                  </a:moveTo>
                  <a:lnTo>
                    <a:pt x="9625330" y="5193982"/>
                  </a:lnTo>
                  <a:lnTo>
                    <a:pt x="9625330" y="5213032"/>
                  </a:lnTo>
                  <a:lnTo>
                    <a:pt x="9630664" y="5213032"/>
                  </a:lnTo>
                  <a:lnTo>
                    <a:pt x="9634855" y="5208765"/>
                  </a:lnTo>
                  <a:lnTo>
                    <a:pt x="9634855" y="5198249"/>
                  </a:lnTo>
                  <a:lnTo>
                    <a:pt x="9630664" y="5193982"/>
                  </a:lnTo>
                  <a:close/>
                </a:path>
                <a:path w="10424160" h="5213350">
                  <a:moveTo>
                    <a:pt x="9587230" y="5193982"/>
                  </a:moveTo>
                  <a:lnTo>
                    <a:pt x="9581896" y="5193982"/>
                  </a:lnTo>
                  <a:lnTo>
                    <a:pt x="9577705" y="5198249"/>
                  </a:lnTo>
                  <a:lnTo>
                    <a:pt x="9577705" y="5208765"/>
                  </a:lnTo>
                  <a:lnTo>
                    <a:pt x="9581896" y="5213032"/>
                  </a:lnTo>
                  <a:lnTo>
                    <a:pt x="9587230" y="5213032"/>
                  </a:lnTo>
                  <a:lnTo>
                    <a:pt x="9587230" y="5193982"/>
                  </a:lnTo>
                  <a:close/>
                </a:path>
                <a:path w="10424160" h="5213350">
                  <a:moveTo>
                    <a:pt x="9592437" y="5193982"/>
                  </a:moveTo>
                  <a:lnTo>
                    <a:pt x="9587230" y="5193982"/>
                  </a:lnTo>
                  <a:lnTo>
                    <a:pt x="9587230" y="5213032"/>
                  </a:lnTo>
                  <a:lnTo>
                    <a:pt x="9592437" y="5213032"/>
                  </a:lnTo>
                  <a:lnTo>
                    <a:pt x="9596755" y="5208765"/>
                  </a:lnTo>
                  <a:lnTo>
                    <a:pt x="9596755" y="5198249"/>
                  </a:lnTo>
                  <a:lnTo>
                    <a:pt x="9592437" y="5193982"/>
                  </a:lnTo>
                  <a:close/>
                </a:path>
                <a:path w="10424160" h="5213350">
                  <a:moveTo>
                    <a:pt x="9549130" y="5193982"/>
                  </a:moveTo>
                  <a:lnTo>
                    <a:pt x="9543796" y="5193982"/>
                  </a:lnTo>
                  <a:lnTo>
                    <a:pt x="9539605" y="5198249"/>
                  </a:lnTo>
                  <a:lnTo>
                    <a:pt x="9539605" y="5208765"/>
                  </a:lnTo>
                  <a:lnTo>
                    <a:pt x="9543796" y="5213032"/>
                  </a:lnTo>
                  <a:lnTo>
                    <a:pt x="9549130" y="5213032"/>
                  </a:lnTo>
                  <a:lnTo>
                    <a:pt x="9549130" y="5193982"/>
                  </a:lnTo>
                  <a:close/>
                </a:path>
                <a:path w="10424160" h="5213350">
                  <a:moveTo>
                    <a:pt x="9554337" y="5193982"/>
                  </a:moveTo>
                  <a:lnTo>
                    <a:pt x="9549130" y="5193982"/>
                  </a:lnTo>
                  <a:lnTo>
                    <a:pt x="9549130" y="5213032"/>
                  </a:lnTo>
                  <a:lnTo>
                    <a:pt x="9554337" y="5213032"/>
                  </a:lnTo>
                  <a:lnTo>
                    <a:pt x="9558655" y="5208765"/>
                  </a:lnTo>
                  <a:lnTo>
                    <a:pt x="9558655" y="5198249"/>
                  </a:lnTo>
                  <a:lnTo>
                    <a:pt x="9554337" y="5193982"/>
                  </a:lnTo>
                  <a:close/>
                </a:path>
                <a:path w="10424160" h="5213350">
                  <a:moveTo>
                    <a:pt x="9511030" y="5193982"/>
                  </a:moveTo>
                  <a:lnTo>
                    <a:pt x="9505696" y="5193982"/>
                  </a:lnTo>
                  <a:lnTo>
                    <a:pt x="9501505" y="5198249"/>
                  </a:lnTo>
                  <a:lnTo>
                    <a:pt x="9501505" y="5208765"/>
                  </a:lnTo>
                  <a:lnTo>
                    <a:pt x="9505696" y="5213032"/>
                  </a:lnTo>
                  <a:lnTo>
                    <a:pt x="9511030" y="5213032"/>
                  </a:lnTo>
                  <a:lnTo>
                    <a:pt x="9511030" y="5193982"/>
                  </a:lnTo>
                  <a:close/>
                </a:path>
                <a:path w="10424160" h="5213350">
                  <a:moveTo>
                    <a:pt x="9516237" y="5193982"/>
                  </a:moveTo>
                  <a:lnTo>
                    <a:pt x="9511030" y="5193982"/>
                  </a:lnTo>
                  <a:lnTo>
                    <a:pt x="9511030" y="5213032"/>
                  </a:lnTo>
                  <a:lnTo>
                    <a:pt x="9516237" y="5213032"/>
                  </a:lnTo>
                  <a:lnTo>
                    <a:pt x="9520555" y="5208765"/>
                  </a:lnTo>
                  <a:lnTo>
                    <a:pt x="9520555" y="5198249"/>
                  </a:lnTo>
                  <a:lnTo>
                    <a:pt x="9516237" y="5193982"/>
                  </a:lnTo>
                  <a:close/>
                </a:path>
                <a:path w="10424160" h="5213350">
                  <a:moveTo>
                    <a:pt x="9472803" y="5193982"/>
                  </a:moveTo>
                  <a:lnTo>
                    <a:pt x="9467596" y="5193982"/>
                  </a:lnTo>
                  <a:lnTo>
                    <a:pt x="9463278" y="5198249"/>
                  </a:lnTo>
                  <a:lnTo>
                    <a:pt x="9463278" y="5208765"/>
                  </a:lnTo>
                  <a:lnTo>
                    <a:pt x="9467596" y="5213032"/>
                  </a:lnTo>
                  <a:lnTo>
                    <a:pt x="9472803" y="5213032"/>
                  </a:lnTo>
                  <a:lnTo>
                    <a:pt x="9472803" y="5193982"/>
                  </a:lnTo>
                  <a:close/>
                </a:path>
                <a:path w="10424160" h="5213350">
                  <a:moveTo>
                    <a:pt x="9478137" y="5193982"/>
                  </a:moveTo>
                  <a:lnTo>
                    <a:pt x="9472930" y="5193982"/>
                  </a:lnTo>
                  <a:lnTo>
                    <a:pt x="9472930" y="5213032"/>
                  </a:lnTo>
                  <a:lnTo>
                    <a:pt x="9478137" y="5213032"/>
                  </a:lnTo>
                  <a:lnTo>
                    <a:pt x="9482455" y="5208765"/>
                  </a:lnTo>
                  <a:lnTo>
                    <a:pt x="9482455" y="5198249"/>
                  </a:lnTo>
                  <a:lnTo>
                    <a:pt x="9478137" y="5193982"/>
                  </a:lnTo>
                  <a:close/>
                </a:path>
                <a:path w="10424160" h="5213350">
                  <a:moveTo>
                    <a:pt x="9434703" y="5193982"/>
                  </a:moveTo>
                  <a:lnTo>
                    <a:pt x="9429496" y="5193982"/>
                  </a:lnTo>
                  <a:lnTo>
                    <a:pt x="9425178" y="5198249"/>
                  </a:lnTo>
                  <a:lnTo>
                    <a:pt x="9425178" y="5208765"/>
                  </a:lnTo>
                  <a:lnTo>
                    <a:pt x="9429496" y="5213032"/>
                  </a:lnTo>
                  <a:lnTo>
                    <a:pt x="9434703" y="5213032"/>
                  </a:lnTo>
                  <a:lnTo>
                    <a:pt x="9434703" y="5193982"/>
                  </a:lnTo>
                  <a:close/>
                </a:path>
                <a:path w="10424160" h="5213350">
                  <a:moveTo>
                    <a:pt x="9440037" y="5193982"/>
                  </a:moveTo>
                  <a:lnTo>
                    <a:pt x="9434703" y="5193982"/>
                  </a:lnTo>
                  <a:lnTo>
                    <a:pt x="9434703" y="5213032"/>
                  </a:lnTo>
                  <a:lnTo>
                    <a:pt x="9440037" y="5213032"/>
                  </a:lnTo>
                  <a:lnTo>
                    <a:pt x="9444228" y="5208765"/>
                  </a:lnTo>
                  <a:lnTo>
                    <a:pt x="9444228" y="5198249"/>
                  </a:lnTo>
                  <a:lnTo>
                    <a:pt x="9440037" y="5193982"/>
                  </a:lnTo>
                  <a:close/>
                </a:path>
                <a:path w="10424160" h="5213350">
                  <a:moveTo>
                    <a:pt x="9396603" y="5193982"/>
                  </a:moveTo>
                  <a:lnTo>
                    <a:pt x="9391396" y="5193982"/>
                  </a:lnTo>
                  <a:lnTo>
                    <a:pt x="9387078" y="5198249"/>
                  </a:lnTo>
                  <a:lnTo>
                    <a:pt x="9387078" y="5208765"/>
                  </a:lnTo>
                  <a:lnTo>
                    <a:pt x="9391396" y="5213032"/>
                  </a:lnTo>
                  <a:lnTo>
                    <a:pt x="9396603" y="5213032"/>
                  </a:lnTo>
                  <a:lnTo>
                    <a:pt x="9396603" y="5193982"/>
                  </a:lnTo>
                  <a:close/>
                </a:path>
                <a:path w="10424160" h="5213350">
                  <a:moveTo>
                    <a:pt x="9401937" y="5193982"/>
                  </a:moveTo>
                  <a:lnTo>
                    <a:pt x="9396603" y="5193982"/>
                  </a:lnTo>
                  <a:lnTo>
                    <a:pt x="9396603" y="5213032"/>
                  </a:lnTo>
                  <a:lnTo>
                    <a:pt x="9401937" y="5213032"/>
                  </a:lnTo>
                  <a:lnTo>
                    <a:pt x="9406128" y="5208765"/>
                  </a:lnTo>
                  <a:lnTo>
                    <a:pt x="9406128" y="5198249"/>
                  </a:lnTo>
                  <a:lnTo>
                    <a:pt x="9401937" y="5193982"/>
                  </a:lnTo>
                  <a:close/>
                </a:path>
                <a:path w="10424160" h="5213350">
                  <a:moveTo>
                    <a:pt x="9358503" y="5193982"/>
                  </a:moveTo>
                  <a:lnTo>
                    <a:pt x="9353168" y="5193982"/>
                  </a:lnTo>
                  <a:lnTo>
                    <a:pt x="9348978" y="5198249"/>
                  </a:lnTo>
                  <a:lnTo>
                    <a:pt x="9348978" y="5208765"/>
                  </a:lnTo>
                  <a:lnTo>
                    <a:pt x="9353168" y="5213032"/>
                  </a:lnTo>
                  <a:lnTo>
                    <a:pt x="9358503" y="5213032"/>
                  </a:lnTo>
                  <a:lnTo>
                    <a:pt x="9358503" y="5193982"/>
                  </a:lnTo>
                  <a:close/>
                </a:path>
                <a:path w="10424160" h="5213350">
                  <a:moveTo>
                    <a:pt x="9363710" y="5193982"/>
                  </a:moveTo>
                  <a:lnTo>
                    <a:pt x="9358503" y="5193982"/>
                  </a:lnTo>
                  <a:lnTo>
                    <a:pt x="9358503" y="5213032"/>
                  </a:lnTo>
                  <a:lnTo>
                    <a:pt x="9363710" y="5213032"/>
                  </a:lnTo>
                  <a:lnTo>
                    <a:pt x="9368028" y="5208765"/>
                  </a:lnTo>
                  <a:lnTo>
                    <a:pt x="9368028" y="5198249"/>
                  </a:lnTo>
                  <a:lnTo>
                    <a:pt x="9363710" y="5193982"/>
                  </a:lnTo>
                  <a:close/>
                </a:path>
                <a:path w="10424160" h="5213350">
                  <a:moveTo>
                    <a:pt x="9320403" y="5193982"/>
                  </a:moveTo>
                  <a:lnTo>
                    <a:pt x="9315068" y="5193982"/>
                  </a:lnTo>
                  <a:lnTo>
                    <a:pt x="9310878" y="5198249"/>
                  </a:lnTo>
                  <a:lnTo>
                    <a:pt x="9310878" y="5208765"/>
                  </a:lnTo>
                  <a:lnTo>
                    <a:pt x="9315068" y="5213032"/>
                  </a:lnTo>
                  <a:lnTo>
                    <a:pt x="9320403" y="5213032"/>
                  </a:lnTo>
                  <a:lnTo>
                    <a:pt x="9320403" y="5193982"/>
                  </a:lnTo>
                  <a:close/>
                </a:path>
                <a:path w="10424160" h="5213350">
                  <a:moveTo>
                    <a:pt x="9325610" y="5193982"/>
                  </a:moveTo>
                  <a:lnTo>
                    <a:pt x="9320403" y="5193982"/>
                  </a:lnTo>
                  <a:lnTo>
                    <a:pt x="9320403" y="5213032"/>
                  </a:lnTo>
                  <a:lnTo>
                    <a:pt x="9325610" y="5213032"/>
                  </a:lnTo>
                  <a:lnTo>
                    <a:pt x="9329928" y="5208765"/>
                  </a:lnTo>
                  <a:lnTo>
                    <a:pt x="9329928" y="5198249"/>
                  </a:lnTo>
                  <a:lnTo>
                    <a:pt x="9325610" y="5193982"/>
                  </a:lnTo>
                  <a:close/>
                </a:path>
                <a:path w="10424160" h="5213350">
                  <a:moveTo>
                    <a:pt x="9282303" y="5193982"/>
                  </a:moveTo>
                  <a:lnTo>
                    <a:pt x="9276968" y="5193982"/>
                  </a:lnTo>
                  <a:lnTo>
                    <a:pt x="9272778" y="5198249"/>
                  </a:lnTo>
                  <a:lnTo>
                    <a:pt x="9272778" y="5208765"/>
                  </a:lnTo>
                  <a:lnTo>
                    <a:pt x="9276968" y="5213032"/>
                  </a:lnTo>
                  <a:lnTo>
                    <a:pt x="9282303" y="5213032"/>
                  </a:lnTo>
                  <a:lnTo>
                    <a:pt x="9282303" y="5193982"/>
                  </a:lnTo>
                  <a:close/>
                </a:path>
                <a:path w="10424160" h="5213350">
                  <a:moveTo>
                    <a:pt x="9287510" y="5193982"/>
                  </a:moveTo>
                  <a:lnTo>
                    <a:pt x="9282303" y="5193982"/>
                  </a:lnTo>
                  <a:lnTo>
                    <a:pt x="9282303" y="5213032"/>
                  </a:lnTo>
                  <a:lnTo>
                    <a:pt x="9287510" y="5213032"/>
                  </a:lnTo>
                  <a:lnTo>
                    <a:pt x="9291828" y="5208765"/>
                  </a:lnTo>
                  <a:lnTo>
                    <a:pt x="9291828" y="5198249"/>
                  </a:lnTo>
                  <a:lnTo>
                    <a:pt x="9287510" y="5193982"/>
                  </a:lnTo>
                  <a:close/>
                </a:path>
                <a:path w="10424160" h="5213350">
                  <a:moveTo>
                    <a:pt x="9244076" y="5193982"/>
                  </a:moveTo>
                  <a:lnTo>
                    <a:pt x="9238868" y="5193982"/>
                  </a:lnTo>
                  <a:lnTo>
                    <a:pt x="9234551" y="5198249"/>
                  </a:lnTo>
                  <a:lnTo>
                    <a:pt x="9234551" y="5208765"/>
                  </a:lnTo>
                  <a:lnTo>
                    <a:pt x="9238868" y="5213032"/>
                  </a:lnTo>
                  <a:lnTo>
                    <a:pt x="9244076" y="5213032"/>
                  </a:lnTo>
                  <a:lnTo>
                    <a:pt x="9244076" y="5193982"/>
                  </a:lnTo>
                  <a:close/>
                </a:path>
                <a:path w="10424160" h="5213350">
                  <a:moveTo>
                    <a:pt x="9249410" y="5193982"/>
                  </a:moveTo>
                  <a:lnTo>
                    <a:pt x="9244203" y="5193982"/>
                  </a:lnTo>
                  <a:lnTo>
                    <a:pt x="9244203" y="5213032"/>
                  </a:lnTo>
                  <a:lnTo>
                    <a:pt x="9249410" y="5213032"/>
                  </a:lnTo>
                  <a:lnTo>
                    <a:pt x="9253728" y="5208765"/>
                  </a:lnTo>
                  <a:lnTo>
                    <a:pt x="9253728" y="5198249"/>
                  </a:lnTo>
                  <a:lnTo>
                    <a:pt x="9249410" y="5193982"/>
                  </a:lnTo>
                  <a:close/>
                </a:path>
                <a:path w="10424160" h="5213350">
                  <a:moveTo>
                    <a:pt x="9205976" y="5193982"/>
                  </a:moveTo>
                  <a:lnTo>
                    <a:pt x="9200768" y="5193982"/>
                  </a:lnTo>
                  <a:lnTo>
                    <a:pt x="9196451" y="5198249"/>
                  </a:lnTo>
                  <a:lnTo>
                    <a:pt x="9196451" y="5208765"/>
                  </a:lnTo>
                  <a:lnTo>
                    <a:pt x="9200768" y="5213032"/>
                  </a:lnTo>
                  <a:lnTo>
                    <a:pt x="9205976" y="5213032"/>
                  </a:lnTo>
                  <a:lnTo>
                    <a:pt x="9205976" y="5193982"/>
                  </a:lnTo>
                  <a:close/>
                </a:path>
                <a:path w="10424160" h="5213350">
                  <a:moveTo>
                    <a:pt x="9211310" y="5193982"/>
                  </a:moveTo>
                  <a:lnTo>
                    <a:pt x="9205976" y="5193982"/>
                  </a:lnTo>
                  <a:lnTo>
                    <a:pt x="9205976" y="5213032"/>
                  </a:lnTo>
                  <a:lnTo>
                    <a:pt x="9211310" y="5213032"/>
                  </a:lnTo>
                  <a:lnTo>
                    <a:pt x="9215501" y="5208765"/>
                  </a:lnTo>
                  <a:lnTo>
                    <a:pt x="9215501" y="5198249"/>
                  </a:lnTo>
                  <a:lnTo>
                    <a:pt x="9211310" y="5193982"/>
                  </a:lnTo>
                  <a:close/>
                </a:path>
                <a:path w="10424160" h="5213350">
                  <a:moveTo>
                    <a:pt x="9167876" y="5193982"/>
                  </a:moveTo>
                  <a:lnTo>
                    <a:pt x="9162668" y="5193982"/>
                  </a:lnTo>
                  <a:lnTo>
                    <a:pt x="9158351" y="5198249"/>
                  </a:lnTo>
                  <a:lnTo>
                    <a:pt x="9158351" y="5208765"/>
                  </a:lnTo>
                  <a:lnTo>
                    <a:pt x="9162668" y="5213032"/>
                  </a:lnTo>
                  <a:lnTo>
                    <a:pt x="9167876" y="5213032"/>
                  </a:lnTo>
                  <a:lnTo>
                    <a:pt x="9167876" y="5193982"/>
                  </a:lnTo>
                  <a:close/>
                </a:path>
                <a:path w="10424160" h="5213350">
                  <a:moveTo>
                    <a:pt x="9173210" y="5193982"/>
                  </a:moveTo>
                  <a:lnTo>
                    <a:pt x="9167876" y="5193982"/>
                  </a:lnTo>
                  <a:lnTo>
                    <a:pt x="9167876" y="5213032"/>
                  </a:lnTo>
                  <a:lnTo>
                    <a:pt x="9173210" y="5213032"/>
                  </a:lnTo>
                  <a:lnTo>
                    <a:pt x="9177401" y="5208765"/>
                  </a:lnTo>
                  <a:lnTo>
                    <a:pt x="9177401" y="5198249"/>
                  </a:lnTo>
                  <a:lnTo>
                    <a:pt x="9173210" y="5193982"/>
                  </a:lnTo>
                  <a:close/>
                </a:path>
                <a:path w="10424160" h="5213350">
                  <a:moveTo>
                    <a:pt x="9129776" y="5193982"/>
                  </a:moveTo>
                  <a:lnTo>
                    <a:pt x="9124568" y="5193982"/>
                  </a:lnTo>
                  <a:lnTo>
                    <a:pt x="9120251" y="5198249"/>
                  </a:lnTo>
                  <a:lnTo>
                    <a:pt x="9120251" y="5208765"/>
                  </a:lnTo>
                  <a:lnTo>
                    <a:pt x="9124568" y="5213032"/>
                  </a:lnTo>
                  <a:lnTo>
                    <a:pt x="9129776" y="5213032"/>
                  </a:lnTo>
                  <a:lnTo>
                    <a:pt x="9129776" y="5193982"/>
                  </a:lnTo>
                  <a:close/>
                </a:path>
                <a:path w="10424160" h="5213350">
                  <a:moveTo>
                    <a:pt x="9135110" y="5193982"/>
                  </a:moveTo>
                  <a:lnTo>
                    <a:pt x="9129776" y="5193982"/>
                  </a:lnTo>
                  <a:lnTo>
                    <a:pt x="9129776" y="5213032"/>
                  </a:lnTo>
                  <a:lnTo>
                    <a:pt x="9135110" y="5213032"/>
                  </a:lnTo>
                  <a:lnTo>
                    <a:pt x="9139301" y="5208765"/>
                  </a:lnTo>
                  <a:lnTo>
                    <a:pt x="9139301" y="5198249"/>
                  </a:lnTo>
                  <a:lnTo>
                    <a:pt x="9135110" y="5193982"/>
                  </a:lnTo>
                  <a:close/>
                </a:path>
                <a:path w="10424160" h="5213350">
                  <a:moveTo>
                    <a:pt x="9091676" y="5193982"/>
                  </a:moveTo>
                  <a:lnTo>
                    <a:pt x="9086341" y="5193982"/>
                  </a:lnTo>
                  <a:lnTo>
                    <a:pt x="9082151" y="5198249"/>
                  </a:lnTo>
                  <a:lnTo>
                    <a:pt x="9082151" y="5208765"/>
                  </a:lnTo>
                  <a:lnTo>
                    <a:pt x="9086341" y="5213032"/>
                  </a:lnTo>
                  <a:lnTo>
                    <a:pt x="9091676" y="5213032"/>
                  </a:lnTo>
                  <a:lnTo>
                    <a:pt x="9091676" y="5193982"/>
                  </a:lnTo>
                  <a:close/>
                </a:path>
                <a:path w="10424160" h="5213350">
                  <a:moveTo>
                    <a:pt x="9096883" y="5193982"/>
                  </a:moveTo>
                  <a:lnTo>
                    <a:pt x="9091676" y="5193982"/>
                  </a:lnTo>
                  <a:lnTo>
                    <a:pt x="9091676" y="5213032"/>
                  </a:lnTo>
                  <a:lnTo>
                    <a:pt x="9096883" y="5213032"/>
                  </a:lnTo>
                  <a:lnTo>
                    <a:pt x="9101201" y="5208765"/>
                  </a:lnTo>
                  <a:lnTo>
                    <a:pt x="9101201" y="5198249"/>
                  </a:lnTo>
                  <a:lnTo>
                    <a:pt x="9096883" y="5193982"/>
                  </a:lnTo>
                  <a:close/>
                </a:path>
                <a:path w="10424160" h="5213350">
                  <a:moveTo>
                    <a:pt x="9053576" y="5193982"/>
                  </a:moveTo>
                  <a:lnTo>
                    <a:pt x="9048241" y="5193982"/>
                  </a:lnTo>
                  <a:lnTo>
                    <a:pt x="9044051" y="5198249"/>
                  </a:lnTo>
                  <a:lnTo>
                    <a:pt x="9044051" y="5208765"/>
                  </a:lnTo>
                  <a:lnTo>
                    <a:pt x="9048241" y="5213032"/>
                  </a:lnTo>
                  <a:lnTo>
                    <a:pt x="9053576" y="5213032"/>
                  </a:lnTo>
                  <a:lnTo>
                    <a:pt x="9053576" y="5193982"/>
                  </a:lnTo>
                  <a:close/>
                </a:path>
                <a:path w="10424160" h="5213350">
                  <a:moveTo>
                    <a:pt x="9058783" y="5193982"/>
                  </a:moveTo>
                  <a:lnTo>
                    <a:pt x="9053576" y="5193982"/>
                  </a:lnTo>
                  <a:lnTo>
                    <a:pt x="9053576" y="5213032"/>
                  </a:lnTo>
                  <a:lnTo>
                    <a:pt x="9058783" y="5213032"/>
                  </a:lnTo>
                  <a:lnTo>
                    <a:pt x="9063101" y="5208765"/>
                  </a:lnTo>
                  <a:lnTo>
                    <a:pt x="9063101" y="5198249"/>
                  </a:lnTo>
                  <a:lnTo>
                    <a:pt x="9058783" y="5193982"/>
                  </a:lnTo>
                  <a:close/>
                </a:path>
                <a:path w="10424160" h="5213350">
                  <a:moveTo>
                    <a:pt x="9015349" y="5193982"/>
                  </a:moveTo>
                  <a:lnTo>
                    <a:pt x="9010141" y="5193982"/>
                  </a:lnTo>
                  <a:lnTo>
                    <a:pt x="9005824" y="5198249"/>
                  </a:lnTo>
                  <a:lnTo>
                    <a:pt x="9005824" y="5208765"/>
                  </a:lnTo>
                  <a:lnTo>
                    <a:pt x="9010141" y="5213032"/>
                  </a:lnTo>
                  <a:lnTo>
                    <a:pt x="9015349" y="5213032"/>
                  </a:lnTo>
                  <a:lnTo>
                    <a:pt x="9015349" y="5193982"/>
                  </a:lnTo>
                  <a:close/>
                </a:path>
                <a:path w="10424160" h="5213350">
                  <a:moveTo>
                    <a:pt x="9020683" y="5193982"/>
                  </a:moveTo>
                  <a:lnTo>
                    <a:pt x="9015476" y="5193982"/>
                  </a:lnTo>
                  <a:lnTo>
                    <a:pt x="9015476" y="5213032"/>
                  </a:lnTo>
                  <a:lnTo>
                    <a:pt x="9020683" y="5213032"/>
                  </a:lnTo>
                  <a:lnTo>
                    <a:pt x="9025001" y="5208765"/>
                  </a:lnTo>
                  <a:lnTo>
                    <a:pt x="9025001" y="5198249"/>
                  </a:lnTo>
                  <a:lnTo>
                    <a:pt x="9020683" y="5193982"/>
                  </a:lnTo>
                  <a:close/>
                </a:path>
                <a:path w="10424160" h="5213350">
                  <a:moveTo>
                    <a:pt x="8977249" y="5193982"/>
                  </a:moveTo>
                  <a:lnTo>
                    <a:pt x="8972041" y="5193982"/>
                  </a:lnTo>
                  <a:lnTo>
                    <a:pt x="8967724" y="5198249"/>
                  </a:lnTo>
                  <a:lnTo>
                    <a:pt x="8967724" y="5208765"/>
                  </a:lnTo>
                  <a:lnTo>
                    <a:pt x="8972041" y="5213032"/>
                  </a:lnTo>
                  <a:lnTo>
                    <a:pt x="8977249" y="5213032"/>
                  </a:lnTo>
                  <a:lnTo>
                    <a:pt x="8977249" y="5193982"/>
                  </a:lnTo>
                  <a:close/>
                </a:path>
                <a:path w="10424160" h="5213350">
                  <a:moveTo>
                    <a:pt x="8982583" y="5193982"/>
                  </a:moveTo>
                  <a:lnTo>
                    <a:pt x="8977249" y="5193982"/>
                  </a:lnTo>
                  <a:lnTo>
                    <a:pt x="8977249" y="5213032"/>
                  </a:lnTo>
                  <a:lnTo>
                    <a:pt x="8982583" y="5213032"/>
                  </a:lnTo>
                  <a:lnTo>
                    <a:pt x="8986774" y="5208765"/>
                  </a:lnTo>
                  <a:lnTo>
                    <a:pt x="8986774" y="5198249"/>
                  </a:lnTo>
                  <a:lnTo>
                    <a:pt x="8982583" y="5193982"/>
                  </a:lnTo>
                  <a:close/>
                </a:path>
                <a:path w="10424160" h="5213350">
                  <a:moveTo>
                    <a:pt x="8939149" y="5193982"/>
                  </a:moveTo>
                  <a:lnTo>
                    <a:pt x="8933941" y="5193982"/>
                  </a:lnTo>
                  <a:lnTo>
                    <a:pt x="8929624" y="5198249"/>
                  </a:lnTo>
                  <a:lnTo>
                    <a:pt x="8929624" y="5208765"/>
                  </a:lnTo>
                  <a:lnTo>
                    <a:pt x="8933941" y="5213032"/>
                  </a:lnTo>
                  <a:lnTo>
                    <a:pt x="8939149" y="5213032"/>
                  </a:lnTo>
                  <a:lnTo>
                    <a:pt x="8939149" y="5193982"/>
                  </a:lnTo>
                  <a:close/>
                </a:path>
                <a:path w="10424160" h="5213350">
                  <a:moveTo>
                    <a:pt x="8944483" y="5193982"/>
                  </a:moveTo>
                  <a:lnTo>
                    <a:pt x="8939149" y="5193982"/>
                  </a:lnTo>
                  <a:lnTo>
                    <a:pt x="8939149" y="5213032"/>
                  </a:lnTo>
                  <a:lnTo>
                    <a:pt x="8944483" y="5213032"/>
                  </a:lnTo>
                  <a:lnTo>
                    <a:pt x="8948674" y="5208765"/>
                  </a:lnTo>
                  <a:lnTo>
                    <a:pt x="8948674" y="5198249"/>
                  </a:lnTo>
                  <a:lnTo>
                    <a:pt x="8944483" y="5193982"/>
                  </a:lnTo>
                  <a:close/>
                </a:path>
                <a:path w="10424160" h="5213350">
                  <a:moveTo>
                    <a:pt x="8901049" y="5193982"/>
                  </a:moveTo>
                  <a:lnTo>
                    <a:pt x="8895841" y="5193982"/>
                  </a:lnTo>
                  <a:lnTo>
                    <a:pt x="8891524" y="5198249"/>
                  </a:lnTo>
                  <a:lnTo>
                    <a:pt x="8891524" y="5208765"/>
                  </a:lnTo>
                  <a:lnTo>
                    <a:pt x="8895841" y="5213032"/>
                  </a:lnTo>
                  <a:lnTo>
                    <a:pt x="8901049" y="5213032"/>
                  </a:lnTo>
                  <a:lnTo>
                    <a:pt x="8901049" y="5193982"/>
                  </a:lnTo>
                  <a:close/>
                </a:path>
                <a:path w="10424160" h="5213350">
                  <a:moveTo>
                    <a:pt x="8906383" y="5193982"/>
                  </a:moveTo>
                  <a:lnTo>
                    <a:pt x="8901049" y="5193982"/>
                  </a:lnTo>
                  <a:lnTo>
                    <a:pt x="8901049" y="5213032"/>
                  </a:lnTo>
                  <a:lnTo>
                    <a:pt x="8906383" y="5213032"/>
                  </a:lnTo>
                  <a:lnTo>
                    <a:pt x="8910574" y="5208765"/>
                  </a:lnTo>
                  <a:lnTo>
                    <a:pt x="8910574" y="5198249"/>
                  </a:lnTo>
                  <a:lnTo>
                    <a:pt x="8906383" y="5193982"/>
                  </a:lnTo>
                  <a:close/>
                </a:path>
                <a:path w="10424160" h="5213350">
                  <a:moveTo>
                    <a:pt x="8862949" y="5193982"/>
                  </a:moveTo>
                  <a:lnTo>
                    <a:pt x="8857615" y="5193982"/>
                  </a:lnTo>
                  <a:lnTo>
                    <a:pt x="8853424" y="5198249"/>
                  </a:lnTo>
                  <a:lnTo>
                    <a:pt x="8853424" y="5208765"/>
                  </a:lnTo>
                  <a:lnTo>
                    <a:pt x="8857615" y="5213032"/>
                  </a:lnTo>
                  <a:lnTo>
                    <a:pt x="8862949" y="5213032"/>
                  </a:lnTo>
                  <a:lnTo>
                    <a:pt x="8862949" y="5193982"/>
                  </a:lnTo>
                  <a:close/>
                </a:path>
                <a:path w="10424160" h="5213350">
                  <a:moveTo>
                    <a:pt x="8868156" y="5193982"/>
                  </a:moveTo>
                  <a:lnTo>
                    <a:pt x="8862949" y="5193982"/>
                  </a:lnTo>
                  <a:lnTo>
                    <a:pt x="8862949" y="5213032"/>
                  </a:lnTo>
                  <a:lnTo>
                    <a:pt x="8868156" y="5213032"/>
                  </a:lnTo>
                  <a:lnTo>
                    <a:pt x="8872474" y="5208765"/>
                  </a:lnTo>
                  <a:lnTo>
                    <a:pt x="8872474" y="5198249"/>
                  </a:lnTo>
                  <a:lnTo>
                    <a:pt x="8868156" y="5193982"/>
                  </a:lnTo>
                  <a:close/>
                </a:path>
                <a:path w="10424160" h="5213350">
                  <a:moveTo>
                    <a:pt x="8824849" y="5193982"/>
                  </a:moveTo>
                  <a:lnTo>
                    <a:pt x="8819515" y="5193982"/>
                  </a:lnTo>
                  <a:lnTo>
                    <a:pt x="8815324" y="5198249"/>
                  </a:lnTo>
                  <a:lnTo>
                    <a:pt x="8815324" y="5208765"/>
                  </a:lnTo>
                  <a:lnTo>
                    <a:pt x="8819515" y="5213032"/>
                  </a:lnTo>
                  <a:lnTo>
                    <a:pt x="8824849" y="5213032"/>
                  </a:lnTo>
                  <a:lnTo>
                    <a:pt x="8824849" y="5193982"/>
                  </a:lnTo>
                  <a:close/>
                </a:path>
                <a:path w="10424160" h="5213350">
                  <a:moveTo>
                    <a:pt x="8830056" y="5193982"/>
                  </a:moveTo>
                  <a:lnTo>
                    <a:pt x="8824849" y="5193982"/>
                  </a:lnTo>
                  <a:lnTo>
                    <a:pt x="8824849" y="5213032"/>
                  </a:lnTo>
                  <a:lnTo>
                    <a:pt x="8830056" y="5213032"/>
                  </a:lnTo>
                  <a:lnTo>
                    <a:pt x="8834374" y="5208765"/>
                  </a:lnTo>
                  <a:lnTo>
                    <a:pt x="8834374" y="5198249"/>
                  </a:lnTo>
                  <a:lnTo>
                    <a:pt x="8830056" y="5193982"/>
                  </a:lnTo>
                  <a:close/>
                </a:path>
                <a:path w="10424160" h="5213350">
                  <a:moveTo>
                    <a:pt x="8786749" y="5193982"/>
                  </a:moveTo>
                  <a:lnTo>
                    <a:pt x="8781415" y="5193982"/>
                  </a:lnTo>
                  <a:lnTo>
                    <a:pt x="8777224" y="5198249"/>
                  </a:lnTo>
                  <a:lnTo>
                    <a:pt x="8777224" y="5208765"/>
                  </a:lnTo>
                  <a:lnTo>
                    <a:pt x="8781415" y="5213032"/>
                  </a:lnTo>
                  <a:lnTo>
                    <a:pt x="8786749" y="5213032"/>
                  </a:lnTo>
                  <a:lnTo>
                    <a:pt x="8786749" y="5193982"/>
                  </a:lnTo>
                  <a:close/>
                </a:path>
                <a:path w="10424160" h="5213350">
                  <a:moveTo>
                    <a:pt x="8791956" y="5193982"/>
                  </a:moveTo>
                  <a:lnTo>
                    <a:pt x="8786749" y="5193982"/>
                  </a:lnTo>
                  <a:lnTo>
                    <a:pt x="8786749" y="5213032"/>
                  </a:lnTo>
                  <a:lnTo>
                    <a:pt x="8791956" y="5213032"/>
                  </a:lnTo>
                  <a:lnTo>
                    <a:pt x="8796274" y="5208765"/>
                  </a:lnTo>
                  <a:lnTo>
                    <a:pt x="8796274" y="5198249"/>
                  </a:lnTo>
                  <a:lnTo>
                    <a:pt x="8791956" y="5193982"/>
                  </a:lnTo>
                  <a:close/>
                </a:path>
                <a:path w="10424160" h="5213350">
                  <a:moveTo>
                    <a:pt x="8748522" y="5193982"/>
                  </a:moveTo>
                  <a:lnTo>
                    <a:pt x="8743315" y="5193982"/>
                  </a:lnTo>
                  <a:lnTo>
                    <a:pt x="8738997" y="5198249"/>
                  </a:lnTo>
                  <a:lnTo>
                    <a:pt x="8738997" y="5208765"/>
                  </a:lnTo>
                  <a:lnTo>
                    <a:pt x="8743315" y="5213032"/>
                  </a:lnTo>
                  <a:lnTo>
                    <a:pt x="8748522" y="5213032"/>
                  </a:lnTo>
                  <a:lnTo>
                    <a:pt x="8748522" y="5193982"/>
                  </a:lnTo>
                  <a:close/>
                </a:path>
                <a:path w="10424160" h="5213350">
                  <a:moveTo>
                    <a:pt x="8753856" y="5193982"/>
                  </a:moveTo>
                  <a:lnTo>
                    <a:pt x="8748649" y="5193982"/>
                  </a:lnTo>
                  <a:lnTo>
                    <a:pt x="8748649" y="5213032"/>
                  </a:lnTo>
                  <a:lnTo>
                    <a:pt x="8753856" y="5213032"/>
                  </a:lnTo>
                  <a:lnTo>
                    <a:pt x="8758174" y="5208765"/>
                  </a:lnTo>
                  <a:lnTo>
                    <a:pt x="8758174" y="5198249"/>
                  </a:lnTo>
                  <a:lnTo>
                    <a:pt x="8753856" y="5193982"/>
                  </a:lnTo>
                  <a:close/>
                </a:path>
                <a:path w="10424160" h="5213350">
                  <a:moveTo>
                    <a:pt x="8710422" y="5193982"/>
                  </a:moveTo>
                  <a:lnTo>
                    <a:pt x="8705215" y="5193982"/>
                  </a:lnTo>
                  <a:lnTo>
                    <a:pt x="8700897" y="5198249"/>
                  </a:lnTo>
                  <a:lnTo>
                    <a:pt x="8700897" y="5208765"/>
                  </a:lnTo>
                  <a:lnTo>
                    <a:pt x="8705215" y="5213032"/>
                  </a:lnTo>
                  <a:lnTo>
                    <a:pt x="8710422" y="5213032"/>
                  </a:lnTo>
                  <a:lnTo>
                    <a:pt x="8710422" y="5193982"/>
                  </a:lnTo>
                  <a:close/>
                </a:path>
                <a:path w="10424160" h="5213350">
                  <a:moveTo>
                    <a:pt x="8715756" y="5193982"/>
                  </a:moveTo>
                  <a:lnTo>
                    <a:pt x="8710422" y="5193982"/>
                  </a:lnTo>
                  <a:lnTo>
                    <a:pt x="8710422" y="5213032"/>
                  </a:lnTo>
                  <a:lnTo>
                    <a:pt x="8715756" y="5213032"/>
                  </a:lnTo>
                  <a:lnTo>
                    <a:pt x="8719947" y="5208765"/>
                  </a:lnTo>
                  <a:lnTo>
                    <a:pt x="8719947" y="5198249"/>
                  </a:lnTo>
                  <a:lnTo>
                    <a:pt x="8715756" y="5193982"/>
                  </a:lnTo>
                  <a:close/>
                </a:path>
                <a:path w="10424160" h="5213350">
                  <a:moveTo>
                    <a:pt x="8672322" y="5193982"/>
                  </a:moveTo>
                  <a:lnTo>
                    <a:pt x="8667115" y="5193982"/>
                  </a:lnTo>
                  <a:lnTo>
                    <a:pt x="8662797" y="5198249"/>
                  </a:lnTo>
                  <a:lnTo>
                    <a:pt x="8662797" y="5208765"/>
                  </a:lnTo>
                  <a:lnTo>
                    <a:pt x="8667115" y="5213032"/>
                  </a:lnTo>
                  <a:lnTo>
                    <a:pt x="8672322" y="5213032"/>
                  </a:lnTo>
                  <a:lnTo>
                    <a:pt x="8672322" y="5193982"/>
                  </a:lnTo>
                  <a:close/>
                </a:path>
                <a:path w="10424160" h="5213350">
                  <a:moveTo>
                    <a:pt x="8677656" y="5193982"/>
                  </a:moveTo>
                  <a:lnTo>
                    <a:pt x="8672322" y="5193982"/>
                  </a:lnTo>
                  <a:lnTo>
                    <a:pt x="8672322" y="5213032"/>
                  </a:lnTo>
                  <a:lnTo>
                    <a:pt x="8677656" y="5213032"/>
                  </a:lnTo>
                  <a:lnTo>
                    <a:pt x="8681847" y="5208765"/>
                  </a:lnTo>
                  <a:lnTo>
                    <a:pt x="8681847" y="5198249"/>
                  </a:lnTo>
                  <a:lnTo>
                    <a:pt x="8677656" y="5193982"/>
                  </a:lnTo>
                  <a:close/>
                </a:path>
                <a:path w="10424160" h="5213350">
                  <a:moveTo>
                    <a:pt x="8634222" y="5193982"/>
                  </a:moveTo>
                  <a:lnTo>
                    <a:pt x="8628888" y="5193982"/>
                  </a:lnTo>
                  <a:lnTo>
                    <a:pt x="8624697" y="5198249"/>
                  </a:lnTo>
                  <a:lnTo>
                    <a:pt x="8624697" y="5208765"/>
                  </a:lnTo>
                  <a:lnTo>
                    <a:pt x="8628888" y="5213032"/>
                  </a:lnTo>
                  <a:lnTo>
                    <a:pt x="8634222" y="5213032"/>
                  </a:lnTo>
                  <a:lnTo>
                    <a:pt x="8634222" y="5193982"/>
                  </a:lnTo>
                  <a:close/>
                </a:path>
                <a:path w="10424160" h="5213350">
                  <a:moveTo>
                    <a:pt x="8639429" y="5193982"/>
                  </a:moveTo>
                  <a:lnTo>
                    <a:pt x="8634222" y="5193982"/>
                  </a:lnTo>
                  <a:lnTo>
                    <a:pt x="8634222" y="5213032"/>
                  </a:lnTo>
                  <a:lnTo>
                    <a:pt x="8639429" y="5213032"/>
                  </a:lnTo>
                  <a:lnTo>
                    <a:pt x="8643747" y="5208765"/>
                  </a:lnTo>
                  <a:lnTo>
                    <a:pt x="8643747" y="5198249"/>
                  </a:lnTo>
                  <a:lnTo>
                    <a:pt x="8639429" y="5193982"/>
                  </a:lnTo>
                  <a:close/>
                </a:path>
                <a:path w="10424160" h="5213350">
                  <a:moveTo>
                    <a:pt x="8596122" y="5193982"/>
                  </a:moveTo>
                  <a:lnTo>
                    <a:pt x="8590788" y="5193982"/>
                  </a:lnTo>
                  <a:lnTo>
                    <a:pt x="8586597" y="5198249"/>
                  </a:lnTo>
                  <a:lnTo>
                    <a:pt x="8586597" y="5208765"/>
                  </a:lnTo>
                  <a:lnTo>
                    <a:pt x="8590788" y="5213032"/>
                  </a:lnTo>
                  <a:lnTo>
                    <a:pt x="8596122" y="5213032"/>
                  </a:lnTo>
                  <a:lnTo>
                    <a:pt x="8596122" y="5193982"/>
                  </a:lnTo>
                  <a:close/>
                </a:path>
                <a:path w="10424160" h="5213350">
                  <a:moveTo>
                    <a:pt x="8601329" y="5193982"/>
                  </a:moveTo>
                  <a:lnTo>
                    <a:pt x="8596122" y="5193982"/>
                  </a:lnTo>
                  <a:lnTo>
                    <a:pt x="8596122" y="5213032"/>
                  </a:lnTo>
                  <a:lnTo>
                    <a:pt x="8601329" y="5213032"/>
                  </a:lnTo>
                  <a:lnTo>
                    <a:pt x="8605647" y="5208765"/>
                  </a:lnTo>
                  <a:lnTo>
                    <a:pt x="8605647" y="5198249"/>
                  </a:lnTo>
                  <a:lnTo>
                    <a:pt x="8601329" y="5193982"/>
                  </a:lnTo>
                  <a:close/>
                </a:path>
                <a:path w="10424160" h="5213350">
                  <a:moveTo>
                    <a:pt x="8558022" y="5193982"/>
                  </a:moveTo>
                  <a:lnTo>
                    <a:pt x="8552688" y="5193982"/>
                  </a:lnTo>
                  <a:lnTo>
                    <a:pt x="8548497" y="5198249"/>
                  </a:lnTo>
                  <a:lnTo>
                    <a:pt x="8548497" y="5208765"/>
                  </a:lnTo>
                  <a:lnTo>
                    <a:pt x="8552688" y="5213032"/>
                  </a:lnTo>
                  <a:lnTo>
                    <a:pt x="8558022" y="5213032"/>
                  </a:lnTo>
                  <a:lnTo>
                    <a:pt x="8558022" y="5193982"/>
                  </a:lnTo>
                  <a:close/>
                </a:path>
                <a:path w="10424160" h="5213350">
                  <a:moveTo>
                    <a:pt x="8563229" y="5193982"/>
                  </a:moveTo>
                  <a:lnTo>
                    <a:pt x="8558022" y="5193982"/>
                  </a:lnTo>
                  <a:lnTo>
                    <a:pt x="8558022" y="5213032"/>
                  </a:lnTo>
                  <a:lnTo>
                    <a:pt x="8563229" y="5213032"/>
                  </a:lnTo>
                  <a:lnTo>
                    <a:pt x="8567547" y="5208765"/>
                  </a:lnTo>
                  <a:lnTo>
                    <a:pt x="8567547" y="5198249"/>
                  </a:lnTo>
                  <a:lnTo>
                    <a:pt x="8563229" y="5193982"/>
                  </a:lnTo>
                  <a:close/>
                </a:path>
                <a:path w="10424160" h="5213350">
                  <a:moveTo>
                    <a:pt x="8519794" y="5193982"/>
                  </a:moveTo>
                  <a:lnTo>
                    <a:pt x="8514588" y="5193982"/>
                  </a:lnTo>
                  <a:lnTo>
                    <a:pt x="8510269" y="5198249"/>
                  </a:lnTo>
                  <a:lnTo>
                    <a:pt x="8510269" y="5208765"/>
                  </a:lnTo>
                  <a:lnTo>
                    <a:pt x="8514588" y="5213032"/>
                  </a:lnTo>
                  <a:lnTo>
                    <a:pt x="8519794" y="5213032"/>
                  </a:lnTo>
                  <a:lnTo>
                    <a:pt x="8519794" y="5193982"/>
                  </a:lnTo>
                  <a:close/>
                </a:path>
                <a:path w="10424160" h="5213350">
                  <a:moveTo>
                    <a:pt x="8519922" y="5206682"/>
                  </a:moveTo>
                  <a:lnTo>
                    <a:pt x="8519794" y="5206682"/>
                  </a:lnTo>
                  <a:lnTo>
                    <a:pt x="8519794" y="5213032"/>
                  </a:lnTo>
                  <a:lnTo>
                    <a:pt x="8519922" y="5213032"/>
                  </a:lnTo>
                  <a:lnTo>
                    <a:pt x="8519922" y="5206682"/>
                  </a:lnTo>
                  <a:close/>
                </a:path>
                <a:path w="10424160" h="5213350">
                  <a:moveTo>
                    <a:pt x="8525129" y="5193982"/>
                  </a:moveTo>
                  <a:lnTo>
                    <a:pt x="8519922" y="5193982"/>
                  </a:lnTo>
                  <a:lnTo>
                    <a:pt x="8519922" y="5213032"/>
                  </a:lnTo>
                  <a:lnTo>
                    <a:pt x="8525129" y="5213032"/>
                  </a:lnTo>
                  <a:lnTo>
                    <a:pt x="8529447" y="5208765"/>
                  </a:lnTo>
                  <a:lnTo>
                    <a:pt x="8529447" y="5198249"/>
                  </a:lnTo>
                  <a:lnTo>
                    <a:pt x="8525129" y="5193982"/>
                  </a:lnTo>
                  <a:close/>
                </a:path>
                <a:path w="10424160" h="5213350">
                  <a:moveTo>
                    <a:pt x="8519922" y="5193982"/>
                  </a:moveTo>
                  <a:lnTo>
                    <a:pt x="8519794" y="5193982"/>
                  </a:lnTo>
                  <a:lnTo>
                    <a:pt x="8519794" y="5200332"/>
                  </a:lnTo>
                  <a:lnTo>
                    <a:pt x="8519922" y="5200332"/>
                  </a:lnTo>
                  <a:lnTo>
                    <a:pt x="8519922" y="5193982"/>
                  </a:lnTo>
                  <a:close/>
                </a:path>
                <a:path w="10424160" h="5213350">
                  <a:moveTo>
                    <a:pt x="8481694" y="5193982"/>
                  </a:moveTo>
                  <a:lnTo>
                    <a:pt x="8476488" y="5193982"/>
                  </a:lnTo>
                  <a:lnTo>
                    <a:pt x="8472169" y="5198249"/>
                  </a:lnTo>
                  <a:lnTo>
                    <a:pt x="8472169" y="5208765"/>
                  </a:lnTo>
                  <a:lnTo>
                    <a:pt x="8476488" y="5213032"/>
                  </a:lnTo>
                  <a:lnTo>
                    <a:pt x="8481694" y="5213032"/>
                  </a:lnTo>
                  <a:lnTo>
                    <a:pt x="8481694" y="5193982"/>
                  </a:lnTo>
                  <a:close/>
                </a:path>
                <a:path w="10424160" h="5213350">
                  <a:moveTo>
                    <a:pt x="8487029" y="5193982"/>
                  </a:moveTo>
                  <a:lnTo>
                    <a:pt x="8481694" y="5193982"/>
                  </a:lnTo>
                  <a:lnTo>
                    <a:pt x="8481694" y="5213032"/>
                  </a:lnTo>
                  <a:lnTo>
                    <a:pt x="8487029" y="5213032"/>
                  </a:lnTo>
                  <a:lnTo>
                    <a:pt x="8491219" y="5208765"/>
                  </a:lnTo>
                  <a:lnTo>
                    <a:pt x="8491219" y="5198249"/>
                  </a:lnTo>
                  <a:lnTo>
                    <a:pt x="8487029" y="5193982"/>
                  </a:lnTo>
                  <a:close/>
                </a:path>
                <a:path w="10424160" h="5213350">
                  <a:moveTo>
                    <a:pt x="8443594" y="5193982"/>
                  </a:moveTo>
                  <a:lnTo>
                    <a:pt x="8438388" y="5193982"/>
                  </a:lnTo>
                  <a:lnTo>
                    <a:pt x="8434069" y="5198249"/>
                  </a:lnTo>
                  <a:lnTo>
                    <a:pt x="8434069" y="5208765"/>
                  </a:lnTo>
                  <a:lnTo>
                    <a:pt x="8438388" y="5213032"/>
                  </a:lnTo>
                  <a:lnTo>
                    <a:pt x="8443594" y="5213032"/>
                  </a:lnTo>
                  <a:lnTo>
                    <a:pt x="8443594" y="5193982"/>
                  </a:lnTo>
                  <a:close/>
                </a:path>
                <a:path w="10424160" h="5213350">
                  <a:moveTo>
                    <a:pt x="8448929" y="5193982"/>
                  </a:moveTo>
                  <a:lnTo>
                    <a:pt x="8443594" y="5193982"/>
                  </a:lnTo>
                  <a:lnTo>
                    <a:pt x="8443594" y="5213032"/>
                  </a:lnTo>
                  <a:lnTo>
                    <a:pt x="8448929" y="5213032"/>
                  </a:lnTo>
                  <a:lnTo>
                    <a:pt x="8453119" y="5208765"/>
                  </a:lnTo>
                  <a:lnTo>
                    <a:pt x="8453119" y="5198249"/>
                  </a:lnTo>
                  <a:lnTo>
                    <a:pt x="8448929" y="5193982"/>
                  </a:lnTo>
                  <a:close/>
                </a:path>
                <a:path w="10424160" h="5213350">
                  <a:moveTo>
                    <a:pt x="8405494" y="5193982"/>
                  </a:moveTo>
                  <a:lnTo>
                    <a:pt x="8400288" y="5193982"/>
                  </a:lnTo>
                  <a:lnTo>
                    <a:pt x="8395969" y="5198249"/>
                  </a:lnTo>
                  <a:lnTo>
                    <a:pt x="8395969" y="5208765"/>
                  </a:lnTo>
                  <a:lnTo>
                    <a:pt x="8400288" y="5213032"/>
                  </a:lnTo>
                  <a:lnTo>
                    <a:pt x="8405494" y="5213032"/>
                  </a:lnTo>
                  <a:lnTo>
                    <a:pt x="8405494" y="5193982"/>
                  </a:lnTo>
                  <a:close/>
                </a:path>
                <a:path w="10424160" h="5213350">
                  <a:moveTo>
                    <a:pt x="8410829" y="5193982"/>
                  </a:moveTo>
                  <a:lnTo>
                    <a:pt x="8405494" y="5193982"/>
                  </a:lnTo>
                  <a:lnTo>
                    <a:pt x="8405494" y="5213032"/>
                  </a:lnTo>
                  <a:lnTo>
                    <a:pt x="8410829" y="5213032"/>
                  </a:lnTo>
                  <a:lnTo>
                    <a:pt x="8415019" y="5208765"/>
                  </a:lnTo>
                  <a:lnTo>
                    <a:pt x="8415019" y="5198249"/>
                  </a:lnTo>
                  <a:lnTo>
                    <a:pt x="8410829" y="5193982"/>
                  </a:lnTo>
                  <a:close/>
                </a:path>
                <a:path w="10424160" h="5213350">
                  <a:moveTo>
                    <a:pt x="8367394" y="5193982"/>
                  </a:moveTo>
                  <a:lnTo>
                    <a:pt x="8362060" y="5193982"/>
                  </a:lnTo>
                  <a:lnTo>
                    <a:pt x="8357869" y="5198249"/>
                  </a:lnTo>
                  <a:lnTo>
                    <a:pt x="8357869" y="5208765"/>
                  </a:lnTo>
                  <a:lnTo>
                    <a:pt x="8362060" y="5213032"/>
                  </a:lnTo>
                  <a:lnTo>
                    <a:pt x="8367394" y="5213032"/>
                  </a:lnTo>
                  <a:lnTo>
                    <a:pt x="8367394" y="5193982"/>
                  </a:lnTo>
                  <a:close/>
                </a:path>
                <a:path w="10424160" h="5213350">
                  <a:moveTo>
                    <a:pt x="8372602" y="5193982"/>
                  </a:moveTo>
                  <a:lnTo>
                    <a:pt x="8367394" y="5193982"/>
                  </a:lnTo>
                  <a:lnTo>
                    <a:pt x="8367394" y="5213032"/>
                  </a:lnTo>
                  <a:lnTo>
                    <a:pt x="8372602" y="5213032"/>
                  </a:lnTo>
                  <a:lnTo>
                    <a:pt x="8376919" y="5208765"/>
                  </a:lnTo>
                  <a:lnTo>
                    <a:pt x="8376919" y="5198249"/>
                  </a:lnTo>
                  <a:lnTo>
                    <a:pt x="8372602" y="5193982"/>
                  </a:lnTo>
                  <a:close/>
                </a:path>
                <a:path w="10424160" h="5213350">
                  <a:moveTo>
                    <a:pt x="8329294" y="5193982"/>
                  </a:moveTo>
                  <a:lnTo>
                    <a:pt x="8323960" y="5193982"/>
                  </a:lnTo>
                  <a:lnTo>
                    <a:pt x="8319769" y="5198249"/>
                  </a:lnTo>
                  <a:lnTo>
                    <a:pt x="8319769" y="5208765"/>
                  </a:lnTo>
                  <a:lnTo>
                    <a:pt x="8323960" y="5213032"/>
                  </a:lnTo>
                  <a:lnTo>
                    <a:pt x="8329294" y="5213032"/>
                  </a:lnTo>
                  <a:lnTo>
                    <a:pt x="8329294" y="5193982"/>
                  </a:lnTo>
                  <a:close/>
                </a:path>
                <a:path w="10424160" h="5213350">
                  <a:moveTo>
                    <a:pt x="8334502" y="5193982"/>
                  </a:moveTo>
                  <a:lnTo>
                    <a:pt x="8329294" y="5193982"/>
                  </a:lnTo>
                  <a:lnTo>
                    <a:pt x="8329294" y="5213032"/>
                  </a:lnTo>
                  <a:lnTo>
                    <a:pt x="8334502" y="5213032"/>
                  </a:lnTo>
                  <a:lnTo>
                    <a:pt x="8338819" y="5208765"/>
                  </a:lnTo>
                  <a:lnTo>
                    <a:pt x="8338819" y="5198249"/>
                  </a:lnTo>
                  <a:lnTo>
                    <a:pt x="8334502" y="5193982"/>
                  </a:lnTo>
                  <a:close/>
                </a:path>
                <a:path w="10424160" h="5213350">
                  <a:moveTo>
                    <a:pt x="8291194" y="5193982"/>
                  </a:moveTo>
                  <a:lnTo>
                    <a:pt x="8285860" y="5193982"/>
                  </a:lnTo>
                  <a:lnTo>
                    <a:pt x="8281669" y="5198249"/>
                  </a:lnTo>
                  <a:lnTo>
                    <a:pt x="8281669" y="5208765"/>
                  </a:lnTo>
                  <a:lnTo>
                    <a:pt x="8285860" y="5213032"/>
                  </a:lnTo>
                  <a:lnTo>
                    <a:pt x="8291194" y="5213032"/>
                  </a:lnTo>
                  <a:lnTo>
                    <a:pt x="8291194" y="5193982"/>
                  </a:lnTo>
                  <a:close/>
                </a:path>
                <a:path w="10424160" h="5213350">
                  <a:moveTo>
                    <a:pt x="8296402" y="5193982"/>
                  </a:moveTo>
                  <a:lnTo>
                    <a:pt x="8291194" y="5193982"/>
                  </a:lnTo>
                  <a:lnTo>
                    <a:pt x="8291194" y="5213032"/>
                  </a:lnTo>
                  <a:lnTo>
                    <a:pt x="8296402" y="5213032"/>
                  </a:lnTo>
                  <a:lnTo>
                    <a:pt x="8300719" y="5208765"/>
                  </a:lnTo>
                  <a:lnTo>
                    <a:pt x="8300719" y="5198249"/>
                  </a:lnTo>
                  <a:lnTo>
                    <a:pt x="8296402" y="5193982"/>
                  </a:lnTo>
                  <a:close/>
                </a:path>
                <a:path w="10424160" h="5213350">
                  <a:moveTo>
                    <a:pt x="8252967" y="5193982"/>
                  </a:moveTo>
                  <a:lnTo>
                    <a:pt x="8247760" y="5193982"/>
                  </a:lnTo>
                  <a:lnTo>
                    <a:pt x="8243442" y="5198249"/>
                  </a:lnTo>
                  <a:lnTo>
                    <a:pt x="8243442" y="5208765"/>
                  </a:lnTo>
                  <a:lnTo>
                    <a:pt x="8247760" y="5213032"/>
                  </a:lnTo>
                  <a:lnTo>
                    <a:pt x="8252967" y="5213032"/>
                  </a:lnTo>
                  <a:lnTo>
                    <a:pt x="8252967" y="5193982"/>
                  </a:lnTo>
                  <a:close/>
                </a:path>
                <a:path w="10424160" h="5213350">
                  <a:moveTo>
                    <a:pt x="8258302" y="5193982"/>
                  </a:moveTo>
                  <a:lnTo>
                    <a:pt x="8253094" y="5193982"/>
                  </a:lnTo>
                  <a:lnTo>
                    <a:pt x="8253094" y="5213032"/>
                  </a:lnTo>
                  <a:lnTo>
                    <a:pt x="8258302" y="5213032"/>
                  </a:lnTo>
                  <a:lnTo>
                    <a:pt x="8262619" y="5208765"/>
                  </a:lnTo>
                  <a:lnTo>
                    <a:pt x="8262619" y="5198249"/>
                  </a:lnTo>
                  <a:lnTo>
                    <a:pt x="8258302" y="5193982"/>
                  </a:lnTo>
                  <a:close/>
                </a:path>
                <a:path w="10424160" h="5213350">
                  <a:moveTo>
                    <a:pt x="8214867" y="5193982"/>
                  </a:moveTo>
                  <a:lnTo>
                    <a:pt x="8209660" y="5193982"/>
                  </a:lnTo>
                  <a:lnTo>
                    <a:pt x="8205342" y="5198249"/>
                  </a:lnTo>
                  <a:lnTo>
                    <a:pt x="8205342" y="5208765"/>
                  </a:lnTo>
                  <a:lnTo>
                    <a:pt x="8209660" y="5213032"/>
                  </a:lnTo>
                  <a:lnTo>
                    <a:pt x="8214867" y="5213032"/>
                  </a:lnTo>
                  <a:lnTo>
                    <a:pt x="8214867" y="5193982"/>
                  </a:lnTo>
                  <a:close/>
                </a:path>
                <a:path w="10424160" h="5213350">
                  <a:moveTo>
                    <a:pt x="8220202" y="5193982"/>
                  </a:moveTo>
                  <a:lnTo>
                    <a:pt x="8214867" y="5193982"/>
                  </a:lnTo>
                  <a:lnTo>
                    <a:pt x="8214867" y="5213032"/>
                  </a:lnTo>
                  <a:lnTo>
                    <a:pt x="8220202" y="5213032"/>
                  </a:lnTo>
                  <a:lnTo>
                    <a:pt x="8224392" y="5208765"/>
                  </a:lnTo>
                  <a:lnTo>
                    <a:pt x="8224392" y="5198249"/>
                  </a:lnTo>
                  <a:lnTo>
                    <a:pt x="8220202" y="5193982"/>
                  </a:lnTo>
                  <a:close/>
                </a:path>
                <a:path w="10424160" h="5213350">
                  <a:moveTo>
                    <a:pt x="8176767" y="5193982"/>
                  </a:moveTo>
                  <a:lnTo>
                    <a:pt x="8171560" y="5193982"/>
                  </a:lnTo>
                  <a:lnTo>
                    <a:pt x="8167242" y="5198249"/>
                  </a:lnTo>
                  <a:lnTo>
                    <a:pt x="8167242" y="5208765"/>
                  </a:lnTo>
                  <a:lnTo>
                    <a:pt x="8171560" y="5213032"/>
                  </a:lnTo>
                  <a:lnTo>
                    <a:pt x="8176767" y="5213032"/>
                  </a:lnTo>
                  <a:lnTo>
                    <a:pt x="8176767" y="5193982"/>
                  </a:lnTo>
                  <a:close/>
                </a:path>
                <a:path w="10424160" h="5213350">
                  <a:moveTo>
                    <a:pt x="8182102" y="5193982"/>
                  </a:moveTo>
                  <a:lnTo>
                    <a:pt x="8176767" y="5193982"/>
                  </a:lnTo>
                  <a:lnTo>
                    <a:pt x="8176767" y="5213032"/>
                  </a:lnTo>
                  <a:lnTo>
                    <a:pt x="8182102" y="5213032"/>
                  </a:lnTo>
                  <a:lnTo>
                    <a:pt x="8186292" y="5208765"/>
                  </a:lnTo>
                  <a:lnTo>
                    <a:pt x="8186292" y="5198249"/>
                  </a:lnTo>
                  <a:lnTo>
                    <a:pt x="8182102" y="5193982"/>
                  </a:lnTo>
                  <a:close/>
                </a:path>
                <a:path w="10424160" h="5213350">
                  <a:moveTo>
                    <a:pt x="8138667" y="5193982"/>
                  </a:moveTo>
                  <a:lnTo>
                    <a:pt x="8133333" y="5193982"/>
                  </a:lnTo>
                  <a:lnTo>
                    <a:pt x="8129142" y="5198249"/>
                  </a:lnTo>
                  <a:lnTo>
                    <a:pt x="8129142" y="5208765"/>
                  </a:lnTo>
                  <a:lnTo>
                    <a:pt x="8133333" y="5213032"/>
                  </a:lnTo>
                  <a:lnTo>
                    <a:pt x="8138667" y="5213032"/>
                  </a:lnTo>
                  <a:lnTo>
                    <a:pt x="8138667" y="5193982"/>
                  </a:lnTo>
                  <a:close/>
                </a:path>
                <a:path w="10424160" h="5213350">
                  <a:moveTo>
                    <a:pt x="8143875" y="5193982"/>
                  </a:moveTo>
                  <a:lnTo>
                    <a:pt x="8138667" y="5193982"/>
                  </a:lnTo>
                  <a:lnTo>
                    <a:pt x="8138667" y="5213032"/>
                  </a:lnTo>
                  <a:lnTo>
                    <a:pt x="8143875" y="5213032"/>
                  </a:lnTo>
                  <a:lnTo>
                    <a:pt x="8148192" y="5208765"/>
                  </a:lnTo>
                  <a:lnTo>
                    <a:pt x="8148192" y="5198249"/>
                  </a:lnTo>
                  <a:lnTo>
                    <a:pt x="8143875" y="5193982"/>
                  </a:lnTo>
                  <a:close/>
                </a:path>
                <a:path w="10424160" h="5213350">
                  <a:moveTo>
                    <a:pt x="8100567" y="5193982"/>
                  </a:moveTo>
                  <a:lnTo>
                    <a:pt x="8095233" y="5193982"/>
                  </a:lnTo>
                  <a:lnTo>
                    <a:pt x="8091042" y="5198249"/>
                  </a:lnTo>
                  <a:lnTo>
                    <a:pt x="8091042" y="5208765"/>
                  </a:lnTo>
                  <a:lnTo>
                    <a:pt x="8095233" y="5213032"/>
                  </a:lnTo>
                  <a:lnTo>
                    <a:pt x="8100567" y="5213032"/>
                  </a:lnTo>
                  <a:lnTo>
                    <a:pt x="8100567" y="5193982"/>
                  </a:lnTo>
                  <a:close/>
                </a:path>
                <a:path w="10424160" h="5213350">
                  <a:moveTo>
                    <a:pt x="8105775" y="5193982"/>
                  </a:moveTo>
                  <a:lnTo>
                    <a:pt x="8100567" y="5193982"/>
                  </a:lnTo>
                  <a:lnTo>
                    <a:pt x="8100567" y="5213032"/>
                  </a:lnTo>
                  <a:lnTo>
                    <a:pt x="8105775" y="5213032"/>
                  </a:lnTo>
                  <a:lnTo>
                    <a:pt x="8110092" y="5208765"/>
                  </a:lnTo>
                  <a:lnTo>
                    <a:pt x="8110092" y="5198249"/>
                  </a:lnTo>
                  <a:lnTo>
                    <a:pt x="8105775" y="5193982"/>
                  </a:lnTo>
                  <a:close/>
                </a:path>
                <a:path w="10424160" h="5213350">
                  <a:moveTo>
                    <a:pt x="8062467" y="5193982"/>
                  </a:moveTo>
                  <a:lnTo>
                    <a:pt x="8057133" y="5193982"/>
                  </a:lnTo>
                  <a:lnTo>
                    <a:pt x="8052942" y="5198249"/>
                  </a:lnTo>
                  <a:lnTo>
                    <a:pt x="8052942" y="5208765"/>
                  </a:lnTo>
                  <a:lnTo>
                    <a:pt x="8057133" y="5213032"/>
                  </a:lnTo>
                  <a:lnTo>
                    <a:pt x="8062467" y="5213032"/>
                  </a:lnTo>
                  <a:lnTo>
                    <a:pt x="8062467" y="5193982"/>
                  </a:lnTo>
                  <a:close/>
                </a:path>
                <a:path w="10424160" h="5213350">
                  <a:moveTo>
                    <a:pt x="8067675" y="5193982"/>
                  </a:moveTo>
                  <a:lnTo>
                    <a:pt x="8062467" y="5193982"/>
                  </a:lnTo>
                  <a:lnTo>
                    <a:pt x="8062467" y="5213032"/>
                  </a:lnTo>
                  <a:lnTo>
                    <a:pt x="8067675" y="5213032"/>
                  </a:lnTo>
                  <a:lnTo>
                    <a:pt x="8071992" y="5208765"/>
                  </a:lnTo>
                  <a:lnTo>
                    <a:pt x="8071992" y="5198249"/>
                  </a:lnTo>
                  <a:lnTo>
                    <a:pt x="8067675" y="5193982"/>
                  </a:lnTo>
                  <a:close/>
                </a:path>
                <a:path w="10424160" h="5213350">
                  <a:moveTo>
                    <a:pt x="8024240" y="5193982"/>
                  </a:moveTo>
                  <a:lnTo>
                    <a:pt x="8019033" y="5193982"/>
                  </a:lnTo>
                  <a:lnTo>
                    <a:pt x="8014715" y="5198249"/>
                  </a:lnTo>
                  <a:lnTo>
                    <a:pt x="8014715" y="5208765"/>
                  </a:lnTo>
                  <a:lnTo>
                    <a:pt x="8019033" y="5213032"/>
                  </a:lnTo>
                  <a:lnTo>
                    <a:pt x="8024240" y="5213032"/>
                  </a:lnTo>
                  <a:lnTo>
                    <a:pt x="8024240" y="5193982"/>
                  </a:lnTo>
                  <a:close/>
                </a:path>
                <a:path w="10424160" h="5213350">
                  <a:moveTo>
                    <a:pt x="8029575" y="5193982"/>
                  </a:moveTo>
                  <a:lnTo>
                    <a:pt x="8024367" y="5193982"/>
                  </a:lnTo>
                  <a:lnTo>
                    <a:pt x="8024367" y="5213032"/>
                  </a:lnTo>
                  <a:lnTo>
                    <a:pt x="8029575" y="5213032"/>
                  </a:lnTo>
                  <a:lnTo>
                    <a:pt x="8033892" y="5208765"/>
                  </a:lnTo>
                  <a:lnTo>
                    <a:pt x="8033892" y="5198249"/>
                  </a:lnTo>
                  <a:lnTo>
                    <a:pt x="8029575" y="5193982"/>
                  </a:lnTo>
                  <a:close/>
                </a:path>
                <a:path w="10424160" h="5213350">
                  <a:moveTo>
                    <a:pt x="7986140" y="5193982"/>
                  </a:moveTo>
                  <a:lnTo>
                    <a:pt x="7980933" y="5193982"/>
                  </a:lnTo>
                  <a:lnTo>
                    <a:pt x="7976615" y="5198249"/>
                  </a:lnTo>
                  <a:lnTo>
                    <a:pt x="7976615" y="5208765"/>
                  </a:lnTo>
                  <a:lnTo>
                    <a:pt x="7980933" y="5213032"/>
                  </a:lnTo>
                  <a:lnTo>
                    <a:pt x="7986140" y="5213032"/>
                  </a:lnTo>
                  <a:lnTo>
                    <a:pt x="7986140" y="5193982"/>
                  </a:lnTo>
                  <a:close/>
                </a:path>
                <a:path w="10424160" h="5213350">
                  <a:moveTo>
                    <a:pt x="7991475" y="5193982"/>
                  </a:moveTo>
                  <a:lnTo>
                    <a:pt x="7986140" y="5193982"/>
                  </a:lnTo>
                  <a:lnTo>
                    <a:pt x="7986140" y="5213032"/>
                  </a:lnTo>
                  <a:lnTo>
                    <a:pt x="7991475" y="5213032"/>
                  </a:lnTo>
                  <a:lnTo>
                    <a:pt x="7995665" y="5208765"/>
                  </a:lnTo>
                  <a:lnTo>
                    <a:pt x="7995665" y="5198249"/>
                  </a:lnTo>
                  <a:lnTo>
                    <a:pt x="7991475" y="5193982"/>
                  </a:lnTo>
                  <a:close/>
                </a:path>
                <a:path w="10424160" h="5213350">
                  <a:moveTo>
                    <a:pt x="7948040" y="5193982"/>
                  </a:moveTo>
                  <a:lnTo>
                    <a:pt x="7942833" y="5193982"/>
                  </a:lnTo>
                  <a:lnTo>
                    <a:pt x="7938515" y="5198249"/>
                  </a:lnTo>
                  <a:lnTo>
                    <a:pt x="7938515" y="5208765"/>
                  </a:lnTo>
                  <a:lnTo>
                    <a:pt x="7942833" y="5213032"/>
                  </a:lnTo>
                  <a:lnTo>
                    <a:pt x="7948040" y="5213032"/>
                  </a:lnTo>
                  <a:lnTo>
                    <a:pt x="7948040" y="5193982"/>
                  </a:lnTo>
                  <a:close/>
                </a:path>
                <a:path w="10424160" h="5213350">
                  <a:moveTo>
                    <a:pt x="7953375" y="5193982"/>
                  </a:moveTo>
                  <a:lnTo>
                    <a:pt x="7948040" y="5193982"/>
                  </a:lnTo>
                  <a:lnTo>
                    <a:pt x="7948040" y="5213032"/>
                  </a:lnTo>
                  <a:lnTo>
                    <a:pt x="7953375" y="5213032"/>
                  </a:lnTo>
                  <a:lnTo>
                    <a:pt x="7957565" y="5208765"/>
                  </a:lnTo>
                  <a:lnTo>
                    <a:pt x="7957565" y="5198249"/>
                  </a:lnTo>
                  <a:lnTo>
                    <a:pt x="7953375" y="5193982"/>
                  </a:lnTo>
                  <a:close/>
                </a:path>
                <a:path w="10424160" h="5213350">
                  <a:moveTo>
                    <a:pt x="7909940" y="5193982"/>
                  </a:moveTo>
                  <a:lnTo>
                    <a:pt x="7904733" y="5193982"/>
                  </a:lnTo>
                  <a:lnTo>
                    <a:pt x="7900415" y="5198249"/>
                  </a:lnTo>
                  <a:lnTo>
                    <a:pt x="7900415" y="5208765"/>
                  </a:lnTo>
                  <a:lnTo>
                    <a:pt x="7904733" y="5213032"/>
                  </a:lnTo>
                  <a:lnTo>
                    <a:pt x="7909940" y="5213032"/>
                  </a:lnTo>
                  <a:lnTo>
                    <a:pt x="7909940" y="5193982"/>
                  </a:lnTo>
                  <a:close/>
                </a:path>
                <a:path w="10424160" h="5213350">
                  <a:moveTo>
                    <a:pt x="7915275" y="5193982"/>
                  </a:moveTo>
                  <a:lnTo>
                    <a:pt x="7909940" y="5193982"/>
                  </a:lnTo>
                  <a:lnTo>
                    <a:pt x="7909940" y="5213032"/>
                  </a:lnTo>
                  <a:lnTo>
                    <a:pt x="7915275" y="5213032"/>
                  </a:lnTo>
                  <a:lnTo>
                    <a:pt x="7919465" y="5208765"/>
                  </a:lnTo>
                  <a:lnTo>
                    <a:pt x="7919465" y="5198249"/>
                  </a:lnTo>
                  <a:lnTo>
                    <a:pt x="7915275" y="5193982"/>
                  </a:lnTo>
                  <a:close/>
                </a:path>
                <a:path w="10424160" h="5213350">
                  <a:moveTo>
                    <a:pt x="7871840" y="5193982"/>
                  </a:moveTo>
                  <a:lnTo>
                    <a:pt x="7866507" y="5193982"/>
                  </a:lnTo>
                  <a:lnTo>
                    <a:pt x="7862315" y="5198249"/>
                  </a:lnTo>
                  <a:lnTo>
                    <a:pt x="7862315" y="5208765"/>
                  </a:lnTo>
                  <a:lnTo>
                    <a:pt x="7866507" y="5213032"/>
                  </a:lnTo>
                  <a:lnTo>
                    <a:pt x="7871840" y="5213032"/>
                  </a:lnTo>
                  <a:lnTo>
                    <a:pt x="7871840" y="5193982"/>
                  </a:lnTo>
                  <a:close/>
                </a:path>
                <a:path w="10424160" h="5213350">
                  <a:moveTo>
                    <a:pt x="7877048" y="5193982"/>
                  </a:moveTo>
                  <a:lnTo>
                    <a:pt x="7871840" y="5193982"/>
                  </a:lnTo>
                  <a:lnTo>
                    <a:pt x="7871840" y="5213032"/>
                  </a:lnTo>
                  <a:lnTo>
                    <a:pt x="7877048" y="5213032"/>
                  </a:lnTo>
                  <a:lnTo>
                    <a:pt x="7881365" y="5208765"/>
                  </a:lnTo>
                  <a:lnTo>
                    <a:pt x="7881365" y="5198249"/>
                  </a:lnTo>
                  <a:lnTo>
                    <a:pt x="7877048" y="5193982"/>
                  </a:lnTo>
                  <a:close/>
                </a:path>
                <a:path w="10424160" h="5213350">
                  <a:moveTo>
                    <a:pt x="7833740" y="5193982"/>
                  </a:moveTo>
                  <a:lnTo>
                    <a:pt x="7828407" y="5193982"/>
                  </a:lnTo>
                  <a:lnTo>
                    <a:pt x="7824215" y="5198249"/>
                  </a:lnTo>
                  <a:lnTo>
                    <a:pt x="7824215" y="5208765"/>
                  </a:lnTo>
                  <a:lnTo>
                    <a:pt x="7828407" y="5213032"/>
                  </a:lnTo>
                  <a:lnTo>
                    <a:pt x="7833740" y="5213032"/>
                  </a:lnTo>
                  <a:lnTo>
                    <a:pt x="7833740" y="5193982"/>
                  </a:lnTo>
                  <a:close/>
                </a:path>
                <a:path w="10424160" h="5213350">
                  <a:moveTo>
                    <a:pt x="7838948" y="5193982"/>
                  </a:moveTo>
                  <a:lnTo>
                    <a:pt x="7833740" y="5193982"/>
                  </a:lnTo>
                  <a:lnTo>
                    <a:pt x="7833740" y="5213032"/>
                  </a:lnTo>
                  <a:lnTo>
                    <a:pt x="7838948" y="5213032"/>
                  </a:lnTo>
                  <a:lnTo>
                    <a:pt x="7843265" y="5208765"/>
                  </a:lnTo>
                  <a:lnTo>
                    <a:pt x="7843265" y="5198249"/>
                  </a:lnTo>
                  <a:lnTo>
                    <a:pt x="7838948" y="5193982"/>
                  </a:lnTo>
                  <a:close/>
                </a:path>
                <a:path w="10424160" h="5213350">
                  <a:moveTo>
                    <a:pt x="7795640" y="5193982"/>
                  </a:moveTo>
                  <a:lnTo>
                    <a:pt x="7790307" y="5193982"/>
                  </a:lnTo>
                  <a:lnTo>
                    <a:pt x="7786115" y="5198249"/>
                  </a:lnTo>
                  <a:lnTo>
                    <a:pt x="7786115" y="5208765"/>
                  </a:lnTo>
                  <a:lnTo>
                    <a:pt x="7790307" y="5213032"/>
                  </a:lnTo>
                  <a:lnTo>
                    <a:pt x="7795640" y="5213032"/>
                  </a:lnTo>
                  <a:lnTo>
                    <a:pt x="7795640" y="5193982"/>
                  </a:lnTo>
                  <a:close/>
                </a:path>
                <a:path w="10424160" h="5213350">
                  <a:moveTo>
                    <a:pt x="7800848" y="5193982"/>
                  </a:moveTo>
                  <a:lnTo>
                    <a:pt x="7795640" y="5193982"/>
                  </a:lnTo>
                  <a:lnTo>
                    <a:pt x="7795640" y="5213032"/>
                  </a:lnTo>
                  <a:lnTo>
                    <a:pt x="7800848" y="5213032"/>
                  </a:lnTo>
                  <a:lnTo>
                    <a:pt x="7805165" y="5208765"/>
                  </a:lnTo>
                  <a:lnTo>
                    <a:pt x="7805165" y="5198249"/>
                  </a:lnTo>
                  <a:lnTo>
                    <a:pt x="7800848" y="5193982"/>
                  </a:lnTo>
                  <a:close/>
                </a:path>
                <a:path w="10424160" h="5213350">
                  <a:moveTo>
                    <a:pt x="7757413" y="5193982"/>
                  </a:moveTo>
                  <a:lnTo>
                    <a:pt x="7752207" y="5193982"/>
                  </a:lnTo>
                  <a:lnTo>
                    <a:pt x="7747888" y="5198249"/>
                  </a:lnTo>
                  <a:lnTo>
                    <a:pt x="7747888" y="5208765"/>
                  </a:lnTo>
                  <a:lnTo>
                    <a:pt x="7752207" y="5213032"/>
                  </a:lnTo>
                  <a:lnTo>
                    <a:pt x="7757413" y="5213032"/>
                  </a:lnTo>
                  <a:lnTo>
                    <a:pt x="7757413" y="5193982"/>
                  </a:lnTo>
                  <a:close/>
                </a:path>
                <a:path w="10424160" h="5213350">
                  <a:moveTo>
                    <a:pt x="7762748" y="5193982"/>
                  </a:moveTo>
                  <a:lnTo>
                    <a:pt x="7757540" y="5193982"/>
                  </a:lnTo>
                  <a:lnTo>
                    <a:pt x="7757540" y="5213032"/>
                  </a:lnTo>
                  <a:lnTo>
                    <a:pt x="7762748" y="5213032"/>
                  </a:lnTo>
                  <a:lnTo>
                    <a:pt x="7767065" y="5208765"/>
                  </a:lnTo>
                  <a:lnTo>
                    <a:pt x="7767065" y="5198249"/>
                  </a:lnTo>
                  <a:lnTo>
                    <a:pt x="7762748" y="5193982"/>
                  </a:lnTo>
                  <a:close/>
                </a:path>
                <a:path w="10424160" h="5213350">
                  <a:moveTo>
                    <a:pt x="7719313" y="5193982"/>
                  </a:moveTo>
                  <a:lnTo>
                    <a:pt x="7714107" y="5193982"/>
                  </a:lnTo>
                  <a:lnTo>
                    <a:pt x="7709788" y="5198249"/>
                  </a:lnTo>
                  <a:lnTo>
                    <a:pt x="7709788" y="5208765"/>
                  </a:lnTo>
                  <a:lnTo>
                    <a:pt x="7714107" y="5213032"/>
                  </a:lnTo>
                  <a:lnTo>
                    <a:pt x="7719313" y="5213032"/>
                  </a:lnTo>
                  <a:lnTo>
                    <a:pt x="7719313" y="5193982"/>
                  </a:lnTo>
                  <a:close/>
                </a:path>
                <a:path w="10424160" h="5213350">
                  <a:moveTo>
                    <a:pt x="7724648" y="5193982"/>
                  </a:moveTo>
                  <a:lnTo>
                    <a:pt x="7719313" y="5193982"/>
                  </a:lnTo>
                  <a:lnTo>
                    <a:pt x="7719313" y="5213032"/>
                  </a:lnTo>
                  <a:lnTo>
                    <a:pt x="7724648" y="5213032"/>
                  </a:lnTo>
                  <a:lnTo>
                    <a:pt x="7728838" y="5208765"/>
                  </a:lnTo>
                  <a:lnTo>
                    <a:pt x="7728838" y="5198249"/>
                  </a:lnTo>
                  <a:lnTo>
                    <a:pt x="7724648" y="5193982"/>
                  </a:lnTo>
                  <a:close/>
                </a:path>
                <a:path w="10424160" h="5213350">
                  <a:moveTo>
                    <a:pt x="7681213" y="5193982"/>
                  </a:moveTo>
                  <a:lnTo>
                    <a:pt x="7676007" y="5193982"/>
                  </a:lnTo>
                  <a:lnTo>
                    <a:pt x="7671688" y="5198249"/>
                  </a:lnTo>
                  <a:lnTo>
                    <a:pt x="7671688" y="5208765"/>
                  </a:lnTo>
                  <a:lnTo>
                    <a:pt x="7676007" y="5213032"/>
                  </a:lnTo>
                  <a:lnTo>
                    <a:pt x="7681213" y="5213032"/>
                  </a:lnTo>
                  <a:lnTo>
                    <a:pt x="7681213" y="5193982"/>
                  </a:lnTo>
                  <a:close/>
                </a:path>
                <a:path w="10424160" h="5213350">
                  <a:moveTo>
                    <a:pt x="7686548" y="5193982"/>
                  </a:moveTo>
                  <a:lnTo>
                    <a:pt x="7681213" y="5193982"/>
                  </a:lnTo>
                  <a:lnTo>
                    <a:pt x="7681213" y="5213032"/>
                  </a:lnTo>
                  <a:lnTo>
                    <a:pt x="7686548" y="5213032"/>
                  </a:lnTo>
                  <a:lnTo>
                    <a:pt x="7690738" y="5208765"/>
                  </a:lnTo>
                  <a:lnTo>
                    <a:pt x="7690738" y="5198249"/>
                  </a:lnTo>
                  <a:lnTo>
                    <a:pt x="7686548" y="5193982"/>
                  </a:lnTo>
                  <a:close/>
                </a:path>
                <a:path w="10424160" h="5213350">
                  <a:moveTo>
                    <a:pt x="7643113" y="5193982"/>
                  </a:moveTo>
                  <a:lnTo>
                    <a:pt x="7637780" y="5193982"/>
                  </a:lnTo>
                  <a:lnTo>
                    <a:pt x="7633588" y="5198249"/>
                  </a:lnTo>
                  <a:lnTo>
                    <a:pt x="7633588" y="5208765"/>
                  </a:lnTo>
                  <a:lnTo>
                    <a:pt x="7637780" y="5213032"/>
                  </a:lnTo>
                  <a:lnTo>
                    <a:pt x="7643113" y="5213032"/>
                  </a:lnTo>
                  <a:lnTo>
                    <a:pt x="7643113" y="5193982"/>
                  </a:lnTo>
                  <a:close/>
                </a:path>
                <a:path w="10424160" h="5213350">
                  <a:moveTo>
                    <a:pt x="7648321" y="5193982"/>
                  </a:moveTo>
                  <a:lnTo>
                    <a:pt x="7643113" y="5193982"/>
                  </a:lnTo>
                  <a:lnTo>
                    <a:pt x="7643113" y="5213032"/>
                  </a:lnTo>
                  <a:lnTo>
                    <a:pt x="7648321" y="5213032"/>
                  </a:lnTo>
                  <a:lnTo>
                    <a:pt x="7652638" y="5208765"/>
                  </a:lnTo>
                  <a:lnTo>
                    <a:pt x="7652638" y="5198249"/>
                  </a:lnTo>
                  <a:lnTo>
                    <a:pt x="7648321" y="5193982"/>
                  </a:lnTo>
                  <a:close/>
                </a:path>
                <a:path w="10424160" h="5213350">
                  <a:moveTo>
                    <a:pt x="7605013" y="5193982"/>
                  </a:moveTo>
                  <a:lnTo>
                    <a:pt x="7599680" y="5193982"/>
                  </a:lnTo>
                  <a:lnTo>
                    <a:pt x="7595488" y="5198249"/>
                  </a:lnTo>
                  <a:lnTo>
                    <a:pt x="7595488" y="5208765"/>
                  </a:lnTo>
                  <a:lnTo>
                    <a:pt x="7599680" y="5213032"/>
                  </a:lnTo>
                  <a:lnTo>
                    <a:pt x="7605013" y="5213032"/>
                  </a:lnTo>
                  <a:lnTo>
                    <a:pt x="7605013" y="5193982"/>
                  </a:lnTo>
                  <a:close/>
                </a:path>
                <a:path w="10424160" h="5213350">
                  <a:moveTo>
                    <a:pt x="7610221" y="5193982"/>
                  </a:moveTo>
                  <a:lnTo>
                    <a:pt x="7605013" y="5193982"/>
                  </a:lnTo>
                  <a:lnTo>
                    <a:pt x="7605013" y="5213032"/>
                  </a:lnTo>
                  <a:lnTo>
                    <a:pt x="7610221" y="5213032"/>
                  </a:lnTo>
                  <a:lnTo>
                    <a:pt x="7614538" y="5208765"/>
                  </a:lnTo>
                  <a:lnTo>
                    <a:pt x="7614538" y="5198249"/>
                  </a:lnTo>
                  <a:lnTo>
                    <a:pt x="7610221" y="5193982"/>
                  </a:lnTo>
                  <a:close/>
                </a:path>
                <a:path w="10424160" h="5213350">
                  <a:moveTo>
                    <a:pt x="7566913" y="5193982"/>
                  </a:moveTo>
                  <a:lnTo>
                    <a:pt x="7561580" y="5193982"/>
                  </a:lnTo>
                  <a:lnTo>
                    <a:pt x="7557388" y="5198249"/>
                  </a:lnTo>
                  <a:lnTo>
                    <a:pt x="7557388" y="5208765"/>
                  </a:lnTo>
                  <a:lnTo>
                    <a:pt x="7561580" y="5213032"/>
                  </a:lnTo>
                  <a:lnTo>
                    <a:pt x="7566913" y="5213032"/>
                  </a:lnTo>
                  <a:lnTo>
                    <a:pt x="7566913" y="5193982"/>
                  </a:lnTo>
                  <a:close/>
                </a:path>
                <a:path w="10424160" h="5213350">
                  <a:moveTo>
                    <a:pt x="7572121" y="5193982"/>
                  </a:moveTo>
                  <a:lnTo>
                    <a:pt x="7566913" y="5193982"/>
                  </a:lnTo>
                  <a:lnTo>
                    <a:pt x="7566913" y="5213032"/>
                  </a:lnTo>
                  <a:lnTo>
                    <a:pt x="7572121" y="5213032"/>
                  </a:lnTo>
                  <a:lnTo>
                    <a:pt x="7576438" y="5208765"/>
                  </a:lnTo>
                  <a:lnTo>
                    <a:pt x="7576438" y="5198249"/>
                  </a:lnTo>
                  <a:lnTo>
                    <a:pt x="7572121" y="5193982"/>
                  </a:lnTo>
                  <a:close/>
                </a:path>
                <a:path w="10424160" h="5213350">
                  <a:moveTo>
                    <a:pt x="7528686" y="5193982"/>
                  </a:moveTo>
                  <a:lnTo>
                    <a:pt x="7523480" y="5193982"/>
                  </a:lnTo>
                  <a:lnTo>
                    <a:pt x="7519161" y="5198249"/>
                  </a:lnTo>
                  <a:lnTo>
                    <a:pt x="7519161" y="5208765"/>
                  </a:lnTo>
                  <a:lnTo>
                    <a:pt x="7523480" y="5213032"/>
                  </a:lnTo>
                  <a:lnTo>
                    <a:pt x="7528686" y="5213032"/>
                  </a:lnTo>
                  <a:lnTo>
                    <a:pt x="7528686" y="5193982"/>
                  </a:lnTo>
                  <a:close/>
                </a:path>
                <a:path w="10424160" h="5213350">
                  <a:moveTo>
                    <a:pt x="7534021" y="5193982"/>
                  </a:moveTo>
                  <a:lnTo>
                    <a:pt x="7528813" y="5193982"/>
                  </a:lnTo>
                  <a:lnTo>
                    <a:pt x="7528813" y="5213032"/>
                  </a:lnTo>
                  <a:lnTo>
                    <a:pt x="7534021" y="5213032"/>
                  </a:lnTo>
                  <a:lnTo>
                    <a:pt x="7538338" y="5208765"/>
                  </a:lnTo>
                  <a:lnTo>
                    <a:pt x="7538338" y="5198249"/>
                  </a:lnTo>
                  <a:lnTo>
                    <a:pt x="7534021" y="5193982"/>
                  </a:lnTo>
                  <a:close/>
                </a:path>
                <a:path w="10424160" h="5213350">
                  <a:moveTo>
                    <a:pt x="7490586" y="5193982"/>
                  </a:moveTo>
                  <a:lnTo>
                    <a:pt x="7485380" y="5193982"/>
                  </a:lnTo>
                  <a:lnTo>
                    <a:pt x="7481061" y="5198249"/>
                  </a:lnTo>
                  <a:lnTo>
                    <a:pt x="7481061" y="5208765"/>
                  </a:lnTo>
                  <a:lnTo>
                    <a:pt x="7485380" y="5213032"/>
                  </a:lnTo>
                  <a:lnTo>
                    <a:pt x="7490586" y="5213032"/>
                  </a:lnTo>
                  <a:lnTo>
                    <a:pt x="7490586" y="5193982"/>
                  </a:lnTo>
                  <a:close/>
                </a:path>
                <a:path w="10424160" h="5213350">
                  <a:moveTo>
                    <a:pt x="7495921" y="5193982"/>
                  </a:moveTo>
                  <a:lnTo>
                    <a:pt x="7490586" y="5193982"/>
                  </a:lnTo>
                  <a:lnTo>
                    <a:pt x="7490586" y="5213032"/>
                  </a:lnTo>
                  <a:lnTo>
                    <a:pt x="7495921" y="5213032"/>
                  </a:lnTo>
                  <a:lnTo>
                    <a:pt x="7500111" y="5208765"/>
                  </a:lnTo>
                  <a:lnTo>
                    <a:pt x="7500111" y="5198249"/>
                  </a:lnTo>
                  <a:lnTo>
                    <a:pt x="7495921" y="5193982"/>
                  </a:lnTo>
                  <a:close/>
                </a:path>
                <a:path w="10424160" h="5213350">
                  <a:moveTo>
                    <a:pt x="7452486" y="5193982"/>
                  </a:moveTo>
                  <a:lnTo>
                    <a:pt x="7447280" y="5193982"/>
                  </a:lnTo>
                  <a:lnTo>
                    <a:pt x="7442961" y="5198249"/>
                  </a:lnTo>
                  <a:lnTo>
                    <a:pt x="7442961" y="5208765"/>
                  </a:lnTo>
                  <a:lnTo>
                    <a:pt x="7447280" y="5213032"/>
                  </a:lnTo>
                  <a:lnTo>
                    <a:pt x="7452486" y="5213032"/>
                  </a:lnTo>
                  <a:lnTo>
                    <a:pt x="7452486" y="5193982"/>
                  </a:lnTo>
                  <a:close/>
                </a:path>
                <a:path w="10424160" h="5213350">
                  <a:moveTo>
                    <a:pt x="7457821" y="5193982"/>
                  </a:moveTo>
                  <a:lnTo>
                    <a:pt x="7452486" y="5193982"/>
                  </a:lnTo>
                  <a:lnTo>
                    <a:pt x="7452486" y="5213032"/>
                  </a:lnTo>
                  <a:lnTo>
                    <a:pt x="7457821" y="5213032"/>
                  </a:lnTo>
                  <a:lnTo>
                    <a:pt x="7462011" y="5208765"/>
                  </a:lnTo>
                  <a:lnTo>
                    <a:pt x="7462011" y="5198249"/>
                  </a:lnTo>
                  <a:lnTo>
                    <a:pt x="7457821" y="5193982"/>
                  </a:lnTo>
                  <a:close/>
                </a:path>
                <a:path w="10424160" h="5213350">
                  <a:moveTo>
                    <a:pt x="7414386" y="5193982"/>
                  </a:moveTo>
                  <a:lnTo>
                    <a:pt x="7409180" y="5193982"/>
                  </a:lnTo>
                  <a:lnTo>
                    <a:pt x="7404861" y="5198249"/>
                  </a:lnTo>
                  <a:lnTo>
                    <a:pt x="7404861" y="5208765"/>
                  </a:lnTo>
                  <a:lnTo>
                    <a:pt x="7409180" y="5213032"/>
                  </a:lnTo>
                  <a:lnTo>
                    <a:pt x="7414386" y="5213032"/>
                  </a:lnTo>
                  <a:lnTo>
                    <a:pt x="7414386" y="5193982"/>
                  </a:lnTo>
                  <a:close/>
                </a:path>
                <a:path w="10424160" h="5213350">
                  <a:moveTo>
                    <a:pt x="7419721" y="5193982"/>
                  </a:moveTo>
                  <a:lnTo>
                    <a:pt x="7414386" y="5193982"/>
                  </a:lnTo>
                  <a:lnTo>
                    <a:pt x="7414386" y="5213032"/>
                  </a:lnTo>
                  <a:lnTo>
                    <a:pt x="7419721" y="5213032"/>
                  </a:lnTo>
                  <a:lnTo>
                    <a:pt x="7423911" y="5208765"/>
                  </a:lnTo>
                  <a:lnTo>
                    <a:pt x="7423911" y="5198249"/>
                  </a:lnTo>
                  <a:lnTo>
                    <a:pt x="7419721" y="5193982"/>
                  </a:lnTo>
                  <a:close/>
                </a:path>
                <a:path w="10424160" h="5213350">
                  <a:moveTo>
                    <a:pt x="7376286" y="5193982"/>
                  </a:moveTo>
                  <a:lnTo>
                    <a:pt x="7370953" y="5193982"/>
                  </a:lnTo>
                  <a:lnTo>
                    <a:pt x="7366761" y="5198249"/>
                  </a:lnTo>
                  <a:lnTo>
                    <a:pt x="7366761" y="5208765"/>
                  </a:lnTo>
                  <a:lnTo>
                    <a:pt x="7370953" y="5213032"/>
                  </a:lnTo>
                  <a:lnTo>
                    <a:pt x="7376286" y="5213032"/>
                  </a:lnTo>
                  <a:lnTo>
                    <a:pt x="7376286" y="5193982"/>
                  </a:lnTo>
                  <a:close/>
                </a:path>
                <a:path w="10424160" h="5213350">
                  <a:moveTo>
                    <a:pt x="7381493" y="5193982"/>
                  </a:moveTo>
                  <a:lnTo>
                    <a:pt x="7376286" y="5193982"/>
                  </a:lnTo>
                  <a:lnTo>
                    <a:pt x="7376286" y="5213032"/>
                  </a:lnTo>
                  <a:lnTo>
                    <a:pt x="7381493" y="5213032"/>
                  </a:lnTo>
                  <a:lnTo>
                    <a:pt x="7385811" y="5208765"/>
                  </a:lnTo>
                  <a:lnTo>
                    <a:pt x="7385811" y="5198249"/>
                  </a:lnTo>
                  <a:lnTo>
                    <a:pt x="7381493" y="5193982"/>
                  </a:lnTo>
                  <a:close/>
                </a:path>
                <a:path w="10424160" h="5213350">
                  <a:moveTo>
                    <a:pt x="7338186" y="5193982"/>
                  </a:moveTo>
                  <a:lnTo>
                    <a:pt x="7332853" y="5193982"/>
                  </a:lnTo>
                  <a:lnTo>
                    <a:pt x="7328661" y="5198249"/>
                  </a:lnTo>
                  <a:lnTo>
                    <a:pt x="7328661" y="5208765"/>
                  </a:lnTo>
                  <a:lnTo>
                    <a:pt x="7332853" y="5213032"/>
                  </a:lnTo>
                  <a:lnTo>
                    <a:pt x="7338186" y="5213032"/>
                  </a:lnTo>
                  <a:lnTo>
                    <a:pt x="7338186" y="5193982"/>
                  </a:lnTo>
                  <a:close/>
                </a:path>
                <a:path w="10424160" h="5213350">
                  <a:moveTo>
                    <a:pt x="7343393" y="5193982"/>
                  </a:moveTo>
                  <a:lnTo>
                    <a:pt x="7338186" y="5193982"/>
                  </a:lnTo>
                  <a:lnTo>
                    <a:pt x="7338186" y="5213032"/>
                  </a:lnTo>
                  <a:lnTo>
                    <a:pt x="7343393" y="5213032"/>
                  </a:lnTo>
                  <a:lnTo>
                    <a:pt x="7347711" y="5208765"/>
                  </a:lnTo>
                  <a:lnTo>
                    <a:pt x="7347711" y="5198249"/>
                  </a:lnTo>
                  <a:lnTo>
                    <a:pt x="7343393" y="5193982"/>
                  </a:lnTo>
                  <a:close/>
                </a:path>
                <a:path w="10424160" h="5213350">
                  <a:moveTo>
                    <a:pt x="7300086" y="5193982"/>
                  </a:moveTo>
                  <a:lnTo>
                    <a:pt x="7294753" y="5193982"/>
                  </a:lnTo>
                  <a:lnTo>
                    <a:pt x="7290561" y="5198249"/>
                  </a:lnTo>
                  <a:lnTo>
                    <a:pt x="7290561" y="5208765"/>
                  </a:lnTo>
                  <a:lnTo>
                    <a:pt x="7294753" y="5213032"/>
                  </a:lnTo>
                  <a:lnTo>
                    <a:pt x="7300086" y="5213032"/>
                  </a:lnTo>
                  <a:lnTo>
                    <a:pt x="7300086" y="5193982"/>
                  </a:lnTo>
                  <a:close/>
                </a:path>
                <a:path w="10424160" h="5213350">
                  <a:moveTo>
                    <a:pt x="7305293" y="5193982"/>
                  </a:moveTo>
                  <a:lnTo>
                    <a:pt x="7300086" y="5193982"/>
                  </a:lnTo>
                  <a:lnTo>
                    <a:pt x="7300086" y="5213032"/>
                  </a:lnTo>
                  <a:lnTo>
                    <a:pt x="7305293" y="5213032"/>
                  </a:lnTo>
                  <a:lnTo>
                    <a:pt x="7309611" y="5208765"/>
                  </a:lnTo>
                  <a:lnTo>
                    <a:pt x="7309611" y="5198249"/>
                  </a:lnTo>
                  <a:lnTo>
                    <a:pt x="7305293" y="5193982"/>
                  </a:lnTo>
                  <a:close/>
                </a:path>
                <a:path w="10424160" h="5213350">
                  <a:moveTo>
                    <a:pt x="7261859" y="5193982"/>
                  </a:moveTo>
                  <a:lnTo>
                    <a:pt x="7256653" y="5193982"/>
                  </a:lnTo>
                  <a:lnTo>
                    <a:pt x="7252334" y="5198249"/>
                  </a:lnTo>
                  <a:lnTo>
                    <a:pt x="7252334" y="5208765"/>
                  </a:lnTo>
                  <a:lnTo>
                    <a:pt x="7256653" y="5213032"/>
                  </a:lnTo>
                  <a:lnTo>
                    <a:pt x="7261859" y="5213032"/>
                  </a:lnTo>
                  <a:lnTo>
                    <a:pt x="7261859" y="5193982"/>
                  </a:lnTo>
                  <a:close/>
                </a:path>
                <a:path w="10424160" h="5213350">
                  <a:moveTo>
                    <a:pt x="7267193" y="5193982"/>
                  </a:moveTo>
                  <a:lnTo>
                    <a:pt x="7261986" y="5193982"/>
                  </a:lnTo>
                  <a:lnTo>
                    <a:pt x="7261986" y="5213032"/>
                  </a:lnTo>
                  <a:lnTo>
                    <a:pt x="7267193" y="5213032"/>
                  </a:lnTo>
                  <a:lnTo>
                    <a:pt x="7271511" y="5208765"/>
                  </a:lnTo>
                  <a:lnTo>
                    <a:pt x="7271511" y="5198249"/>
                  </a:lnTo>
                  <a:lnTo>
                    <a:pt x="7267193" y="5193982"/>
                  </a:lnTo>
                  <a:close/>
                </a:path>
                <a:path w="10424160" h="5213350">
                  <a:moveTo>
                    <a:pt x="7223759" y="5193982"/>
                  </a:moveTo>
                  <a:lnTo>
                    <a:pt x="7218553" y="5193982"/>
                  </a:lnTo>
                  <a:lnTo>
                    <a:pt x="7214234" y="5198249"/>
                  </a:lnTo>
                  <a:lnTo>
                    <a:pt x="7214234" y="5208765"/>
                  </a:lnTo>
                  <a:lnTo>
                    <a:pt x="7218553" y="5213032"/>
                  </a:lnTo>
                  <a:lnTo>
                    <a:pt x="7223759" y="5213032"/>
                  </a:lnTo>
                  <a:lnTo>
                    <a:pt x="7223759" y="5193982"/>
                  </a:lnTo>
                  <a:close/>
                </a:path>
                <a:path w="10424160" h="5213350">
                  <a:moveTo>
                    <a:pt x="7229093" y="5193982"/>
                  </a:moveTo>
                  <a:lnTo>
                    <a:pt x="7223759" y="5193982"/>
                  </a:lnTo>
                  <a:lnTo>
                    <a:pt x="7223759" y="5213032"/>
                  </a:lnTo>
                  <a:lnTo>
                    <a:pt x="7229093" y="5213032"/>
                  </a:lnTo>
                  <a:lnTo>
                    <a:pt x="7233284" y="5208765"/>
                  </a:lnTo>
                  <a:lnTo>
                    <a:pt x="7233284" y="5198249"/>
                  </a:lnTo>
                  <a:lnTo>
                    <a:pt x="7229093" y="5193982"/>
                  </a:lnTo>
                  <a:close/>
                </a:path>
                <a:path w="10424160" h="5213350">
                  <a:moveTo>
                    <a:pt x="7185659" y="5193982"/>
                  </a:moveTo>
                  <a:lnTo>
                    <a:pt x="7180453" y="5193982"/>
                  </a:lnTo>
                  <a:lnTo>
                    <a:pt x="7176134" y="5198249"/>
                  </a:lnTo>
                  <a:lnTo>
                    <a:pt x="7176134" y="5208765"/>
                  </a:lnTo>
                  <a:lnTo>
                    <a:pt x="7180453" y="5213032"/>
                  </a:lnTo>
                  <a:lnTo>
                    <a:pt x="7185659" y="5213032"/>
                  </a:lnTo>
                  <a:lnTo>
                    <a:pt x="7185659" y="5193982"/>
                  </a:lnTo>
                  <a:close/>
                </a:path>
                <a:path w="10424160" h="5213350">
                  <a:moveTo>
                    <a:pt x="7190993" y="5193982"/>
                  </a:moveTo>
                  <a:lnTo>
                    <a:pt x="7185659" y="5193982"/>
                  </a:lnTo>
                  <a:lnTo>
                    <a:pt x="7185659" y="5213032"/>
                  </a:lnTo>
                  <a:lnTo>
                    <a:pt x="7190993" y="5213032"/>
                  </a:lnTo>
                  <a:lnTo>
                    <a:pt x="7195184" y="5208765"/>
                  </a:lnTo>
                  <a:lnTo>
                    <a:pt x="7195184" y="5198249"/>
                  </a:lnTo>
                  <a:lnTo>
                    <a:pt x="7190993" y="5193982"/>
                  </a:lnTo>
                  <a:close/>
                </a:path>
                <a:path w="10424160" h="5213350">
                  <a:moveTo>
                    <a:pt x="7147559" y="5193982"/>
                  </a:moveTo>
                  <a:lnTo>
                    <a:pt x="7142226" y="5193982"/>
                  </a:lnTo>
                  <a:lnTo>
                    <a:pt x="7138034" y="5198249"/>
                  </a:lnTo>
                  <a:lnTo>
                    <a:pt x="7138034" y="5208765"/>
                  </a:lnTo>
                  <a:lnTo>
                    <a:pt x="7142226" y="5213032"/>
                  </a:lnTo>
                  <a:lnTo>
                    <a:pt x="7147559" y="5213032"/>
                  </a:lnTo>
                  <a:lnTo>
                    <a:pt x="7147559" y="5193982"/>
                  </a:lnTo>
                  <a:close/>
                </a:path>
                <a:path w="10424160" h="5213350">
                  <a:moveTo>
                    <a:pt x="7152766" y="5193982"/>
                  </a:moveTo>
                  <a:lnTo>
                    <a:pt x="7147559" y="5193982"/>
                  </a:lnTo>
                  <a:lnTo>
                    <a:pt x="7147559" y="5213032"/>
                  </a:lnTo>
                  <a:lnTo>
                    <a:pt x="7152766" y="5213032"/>
                  </a:lnTo>
                  <a:lnTo>
                    <a:pt x="7157084" y="5208765"/>
                  </a:lnTo>
                  <a:lnTo>
                    <a:pt x="7157084" y="5198249"/>
                  </a:lnTo>
                  <a:lnTo>
                    <a:pt x="7152766" y="5193982"/>
                  </a:lnTo>
                  <a:close/>
                </a:path>
                <a:path w="10424160" h="5213350">
                  <a:moveTo>
                    <a:pt x="7109459" y="5193982"/>
                  </a:moveTo>
                  <a:lnTo>
                    <a:pt x="7104126" y="5193982"/>
                  </a:lnTo>
                  <a:lnTo>
                    <a:pt x="7099934" y="5198249"/>
                  </a:lnTo>
                  <a:lnTo>
                    <a:pt x="7099934" y="5208765"/>
                  </a:lnTo>
                  <a:lnTo>
                    <a:pt x="7104126" y="5213032"/>
                  </a:lnTo>
                  <a:lnTo>
                    <a:pt x="7109459" y="5213032"/>
                  </a:lnTo>
                  <a:lnTo>
                    <a:pt x="7109459" y="5193982"/>
                  </a:lnTo>
                  <a:close/>
                </a:path>
                <a:path w="10424160" h="5213350">
                  <a:moveTo>
                    <a:pt x="7114666" y="5193982"/>
                  </a:moveTo>
                  <a:lnTo>
                    <a:pt x="7109459" y="5193982"/>
                  </a:lnTo>
                  <a:lnTo>
                    <a:pt x="7109459" y="5213032"/>
                  </a:lnTo>
                  <a:lnTo>
                    <a:pt x="7114666" y="5213032"/>
                  </a:lnTo>
                  <a:lnTo>
                    <a:pt x="7118984" y="5208765"/>
                  </a:lnTo>
                  <a:lnTo>
                    <a:pt x="7118984" y="5198249"/>
                  </a:lnTo>
                  <a:lnTo>
                    <a:pt x="7114666" y="5193982"/>
                  </a:lnTo>
                  <a:close/>
                </a:path>
                <a:path w="10424160" h="5213350">
                  <a:moveTo>
                    <a:pt x="7071359" y="5193982"/>
                  </a:moveTo>
                  <a:lnTo>
                    <a:pt x="7066026" y="5193982"/>
                  </a:lnTo>
                  <a:lnTo>
                    <a:pt x="7061834" y="5198249"/>
                  </a:lnTo>
                  <a:lnTo>
                    <a:pt x="7061834" y="5208765"/>
                  </a:lnTo>
                  <a:lnTo>
                    <a:pt x="7066026" y="5213032"/>
                  </a:lnTo>
                  <a:lnTo>
                    <a:pt x="7071359" y="5213032"/>
                  </a:lnTo>
                  <a:lnTo>
                    <a:pt x="7071359" y="5193982"/>
                  </a:lnTo>
                  <a:close/>
                </a:path>
                <a:path w="10424160" h="5213350">
                  <a:moveTo>
                    <a:pt x="7076566" y="5193982"/>
                  </a:moveTo>
                  <a:lnTo>
                    <a:pt x="7071359" y="5193982"/>
                  </a:lnTo>
                  <a:lnTo>
                    <a:pt x="7071359" y="5213032"/>
                  </a:lnTo>
                  <a:lnTo>
                    <a:pt x="7076566" y="5213032"/>
                  </a:lnTo>
                  <a:lnTo>
                    <a:pt x="7080884" y="5208765"/>
                  </a:lnTo>
                  <a:lnTo>
                    <a:pt x="7080884" y="5198249"/>
                  </a:lnTo>
                  <a:lnTo>
                    <a:pt x="7076566" y="5193982"/>
                  </a:lnTo>
                  <a:close/>
                </a:path>
                <a:path w="10424160" h="5213350">
                  <a:moveTo>
                    <a:pt x="7033133" y="5193982"/>
                  </a:moveTo>
                  <a:lnTo>
                    <a:pt x="7027926" y="5193982"/>
                  </a:lnTo>
                  <a:lnTo>
                    <a:pt x="7023608" y="5198249"/>
                  </a:lnTo>
                  <a:lnTo>
                    <a:pt x="7023608" y="5208765"/>
                  </a:lnTo>
                  <a:lnTo>
                    <a:pt x="7027926" y="5213032"/>
                  </a:lnTo>
                  <a:lnTo>
                    <a:pt x="7033133" y="5213032"/>
                  </a:lnTo>
                  <a:lnTo>
                    <a:pt x="7033133" y="5193982"/>
                  </a:lnTo>
                  <a:close/>
                </a:path>
                <a:path w="10424160" h="5213350">
                  <a:moveTo>
                    <a:pt x="7038466" y="5193982"/>
                  </a:moveTo>
                  <a:lnTo>
                    <a:pt x="7033259" y="5193982"/>
                  </a:lnTo>
                  <a:lnTo>
                    <a:pt x="7033259" y="5213032"/>
                  </a:lnTo>
                  <a:lnTo>
                    <a:pt x="7038466" y="5213032"/>
                  </a:lnTo>
                  <a:lnTo>
                    <a:pt x="7042784" y="5208765"/>
                  </a:lnTo>
                  <a:lnTo>
                    <a:pt x="7042784" y="5198249"/>
                  </a:lnTo>
                  <a:lnTo>
                    <a:pt x="7038466" y="5193982"/>
                  </a:lnTo>
                  <a:close/>
                </a:path>
                <a:path w="10424160" h="5213350">
                  <a:moveTo>
                    <a:pt x="6995033" y="5193982"/>
                  </a:moveTo>
                  <a:lnTo>
                    <a:pt x="6989826" y="5193982"/>
                  </a:lnTo>
                  <a:lnTo>
                    <a:pt x="6985508" y="5198249"/>
                  </a:lnTo>
                  <a:lnTo>
                    <a:pt x="6985508" y="5208765"/>
                  </a:lnTo>
                  <a:lnTo>
                    <a:pt x="6989826" y="5213032"/>
                  </a:lnTo>
                  <a:lnTo>
                    <a:pt x="6995033" y="5213032"/>
                  </a:lnTo>
                  <a:lnTo>
                    <a:pt x="6995033" y="5193982"/>
                  </a:lnTo>
                  <a:close/>
                </a:path>
                <a:path w="10424160" h="5213350">
                  <a:moveTo>
                    <a:pt x="7000366" y="5193982"/>
                  </a:moveTo>
                  <a:lnTo>
                    <a:pt x="6995033" y="5193982"/>
                  </a:lnTo>
                  <a:lnTo>
                    <a:pt x="6995033" y="5213032"/>
                  </a:lnTo>
                  <a:lnTo>
                    <a:pt x="7000366" y="5213032"/>
                  </a:lnTo>
                  <a:lnTo>
                    <a:pt x="7004558" y="5208765"/>
                  </a:lnTo>
                  <a:lnTo>
                    <a:pt x="7004558" y="5198249"/>
                  </a:lnTo>
                  <a:lnTo>
                    <a:pt x="7000366" y="5193982"/>
                  </a:lnTo>
                  <a:close/>
                </a:path>
                <a:path w="10424160" h="5213350">
                  <a:moveTo>
                    <a:pt x="6956933" y="5193982"/>
                  </a:moveTo>
                  <a:lnTo>
                    <a:pt x="6951726" y="5193982"/>
                  </a:lnTo>
                  <a:lnTo>
                    <a:pt x="6947408" y="5198249"/>
                  </a:lnTo>
                  <a:lnTo>
                    <a:pt x="6947408" y="5208765"/>
                  </a:lnTo>
                  <a:lnTo>
                    <a:pt x="6951726" y="5213032"/>
                  </a:lnTo>
                  <a:lnTo>
                    <a:pt x="6956933" y="5213032"/>
                  </a:lnTo>
                  <a:lnTo>
                    <a:pt x="6956933" y="5193982"/>
                  </a:lnTo>
                  <a:close/>
                </a:path>
                <a:path w="10424160" h="5213350">
                  <a:moveTo>
                    <a:pt x="6962266" y="5193982"/>
                  </a:moveTo>
                  <a:lnTo>
                    <a:pt x="6956933" y="5193982"/>
                  </a:lnTo>
                  <a:lnTo>
                    <a:pt x="6956933" y="5213032"/>
                  </a:lnTo>
                  <a:lnTo>
                    <a:pt x="6962266" y="5213032"/>
                  </a:lnTo>
                  <a:lnTo>
                    <a:pt x="6966458" y="5208765"/>
                  </a:lnTo>
                  <a:lnTo>
                    <a:pt x="6966458" y="5198249"/>
                  </a:lnTo>
                  <a:lnTo>
                    <a:pt x="6962266" y="5193982"/>
                  </a:lnTo>
                  <a:close/>
                </a:path>
                <a:path w="10424160" h="5213350">
                  <a:moveTo>
                    <a:pt x="6918833" y="5193982"/>
                  </a:moveTo>
                  <a:lnTo>
                    <a:pt x="6913626" y="5193982"/>
                  </a:lnTo>
                  <a:lnTo>
                    <a:pt x="6909308" y="5198249"/>
                  </a:lnTo>
                  <a:lnTo>
                    <a:pt x="6909308" y="5208765"/>
                  </a:lnTo>
                  <a:lnTo>
                    <a:pt x="6913626" y="5213032"/>
                  </a:lnTo>
                  <a:lnTo>
                    <a:pt x="6918833" y="5213032"/>
                  </a:lnTo>
                  <a:lnTo>
                    <a:pt x="6918833" y="5193982"/>
                  </a:lnTo>
                  <a:close/>
                </a:path>
                <a:path w="10424160" h="5213350">
                  <a:moveTo>
                    <a:pt x="6924166" y="5193982"/>
                  </a:moveTo>
                  <a:lnTo>
                    <a:pt x="6918833" y="5193982"/>
                  </a:lnTo>
                  <a:lnTo>
                    <a:pt x="6918833" y="5213032"/>
                  </a:lnTo>
                  <a:lnTo>
                    <a:pt x="6924166" y="5213032"/>
                  </a:lnTo>
                  <a:lnTo>
                    <a:pt x="6928358" y="5208765"/>
                  </a:lnTo>
                  <a:lnTo>
                    <a:pt x="6928358" y="5198249"/>
                  </a:lnTo>
                  <a:lnTo>
                    <a:pt x="6924166" y="5193982"/>
                  </a:lnTo>
                  <a:close/>
                </a:path>
                <a:path w="10424160" h="5213350">
                  <a:moveTo>
                    <a:pt x="6880733" y="5193982"/>
                  </a:moveTo>
                  <a:lnTo>
                    <a:pt x="6875399" y="5193982"/>
                  </a:lnTo>
                  <a:lnTo>
                    <a:pt x="6871208" y="5198249"/>
                  </a:lnTo>
                  <a:lnTo>
                    <a:pt x="6871208" y="5208765"/>
                  </a:lnTo>
                  <a:lnTo>
                    <a:pt x="6875399" y="5213032"/>
                  </a:lnTo>
                  <a:lnTo>
                    <a:pt x="6880733" y="5213032"/>
                  </a:lnTo>
                  <a:lnTo>
                    <a:pt x="6880733" y="5193982"/>
                  </a:lnTo>
                  <a:close/>
                </a:path>
                <a:path w="10424160" h="5213350">
                  <a:moveTo>
                    <a:pt x="6885939" y="5193982"/>
                  </a:moveTo>
                  <a:lnTo>
                    <a:pt x="6880733" y="5193982"/>
                  </a:lnTo>
                  <a:lnTo>
                    <a:pt x="6880733" y="5213032"/>
                  </a:lnTo>
                  <a:lnTo>
                    <a:pt x="6885939" y="5213032"/>
                  </a:lnTo>
                  <a:lnTo>
                    <a:pt x="6890258" y="5208765"/>
                  </a:lnTo>
                  <a:lnTo>
                    <a:pt x="6890258" y="5198249"/>
                  </a:lnTo>
                  <a:lnTo>
                    <a:pt x="6885939" y="5193982"/>
                  </a:lnTo>
                  <a:close/>
                </a:path>
                <a:path w="10424160" h="5213350">
                  <a:moveTo>
                    <a:pt x="6842633" y="5193982"/>
                  </a:moveTo>
                  <a:lnTo>
                    <a:pt x="6837299" y="5193982"/>
                  </a:lnTo>
                  <a:lnTo>
                    <a:pt x="6833108" y="5198249"/>
                  </a:lnTo>
                  <a:lnTo>
                    <a:pt x="6833108" y="5208765"/>
                  </a:lnTo>
                  <a:lnTo>
                    <a:pt x="6837299" y="5213032"/>
                  </a:lnTo>
                  <a:lnTo>
                    <a:pt x="6842633" y="5213032"/>
                  </a:lnTo>
                  <a:lnTo>
                    <a:pt x="6842633" y="5193982"/>
                  </a:lnTo>
                  <a:close/>
                </a:path>
                <a:path w="10424160" h="5213350">
                  <a:moveTo>
                    <a:pt x="6847839" y="5193982"/>
                  </a:moveTo>
                  <a:lnTo>
                    <a:pt x="6842633" y="5193982"/>
                  </a:lnTo>
                  <a:lnTo>
                    <a:pt x="6842633" y="5213032"/>
                  </a:lnTo>
                  <a:lnTo>
                    <a:pt x="6847839" y="5213032"/>
                  </a:lnTo>
                  <a:lnTo>
                    <a:pt x="6852158" y="5208765"/>
                  </a:lnTo>
                  <a:lnTo>
                    <a:pt x="6852158" y="5198249"/>
                  </a:lnTo>
                  <a:lnTo>
                    <a:pt x="6847839" y="5193982"/>
                  </a:lnTo>
                  <a:close/>
                </a:path>
                <a:path w="10424160" h="5213350">
                  <a:moveTo>
                    <a:pt x="6804533" y="5193982"/>
                  </a:moveTo>
                  <a:lnTo>
                    <a:pt x="6799199" y="5193982"/>
                  </a:lnTo>
                  <a:lnTo>
                    <a:pt x="6795008" y="5198249"/>
                  </a:lnTo>
                  <a:lnTo>
                    <a:pt x="6795008" y="5208765"/>
                  </a:lnTo>
                  <a:lnTo>
                    <a:pt x="6799199" y="5213032"/>
                  </a:lnTo>
                  <a:lnTo>
                    <a:pt x="6804533" y="5213032"/>
                  </a:lnTo>
                  <a:lnTo>
                    <a:pt x="6804533" y="5193982"/>
                  </a:lnTo>
                  <a:close/>
                </a:path>
                <a:path w="10424160" h="5213350">
                  <a:moveTo>
                    <a:pt x="6809739" y="5193982"/>
                  </a:moveTo>
                  <a:lnTo>
                    <a:pt x="6804533" y="5193982"/>
                  </a:lnTo>
                  <a:lnTo>
                    <a:pt x="6804533" y="5213032"/>
                  </a:lnTo>
                  <a:lnTo>
                    <a:pt x="6809739" y="5213032"/>
                  </a:lnTo>
                  <a:lnTo>
                    <a:pt x="6814058" y="5208765"/>
                  </a:lnTo>
                  <a:lnTo>
                    <a:pt x="6814058" y="5198249"/>
                  </a:lnTo>
                  <a:lnTo>
                    <a:pt x="6809739" y="5193982"/>
                  </a:lnTo>
                  <a:close/>
                </a:path>
                <a:path w="10424160" h="5213350">
                  <a:moveTo>
                    <a:pt x="6766306" y="5193982"/>
                  </a:moveTo>
                  <a:lnTo>
                    <a:pt x="6761099" y="5193982"/>
                  </a:lnTo>
                  <a:lnTo>
                    <a:pt x="6756781" y="5198249"/>
                  </a:lnTo>
                  <a:lnTo>
                    <a:pt x="6756781" y="5208765"/>
                  </a:lnTo>
                  <a:lnTo>
                    <a:pt x="6761099" y="5213032"/>
                  </a:lnTo>
                  <a:lnTo>
                    <a:pt x="6766306" y="5213032"/>
                  </a:lnTo>
                  <a:lnTo>
                    <a:pt x="6766306" y="5193982"/>
                  </a:lnTo>
                  <a:close/>
                </a:path>
                <a:path w="10424160" h="5213350">
                  <a:moveTo>
                    <a:pt x="6771639" y="5193982"/>
                  </a:moveTo>
                  <a:lnTo>
                    <a:pt x="6766433" y="5193982"/>
                  </a:lnTo>
                  <a:lnTo>
                    <a:pt x="6766433" y="5213032"/>
                  </a:lnTo>
                  <a:lnTo>
                    <a:pt x="6771639" y="5213032"/>
                  </a:lnTo>
                  <a:lnTo>
                    <a:pt x="6775958" y="5208765"/>
                  </a:lnTo>
                  <a:lnTo>
                    <a:pt x="6775958" y="5198249"/>
                  </a:lnTo>
                  <a:lnTo>
                    <a:pt x="6771639" y="5193982"/>
                  </a:lnTo>
                  <a:close/>
                </a:path>
                <a:path w="10424160" h="5213350">
                  <a:moveTo>
                    <a:pt x="6728206" y="5193982"/>
                  </a:moveTo>
                  <a:lnTo>
                    <a:pt x="6722999" y="5193982"/>
                  </a:lnTo>
                  <a:lnTo>
                    <a:pt x="6718681" y="5198249"/>
                  </a:lnTo>
                  <a:lnTo>
                    <a:pt x="6718681" y="5208765"/>
                  </a:lnTo>
                  <a:lnTo>
                    <a:pt x="6722999" y="5213032"/>
                  </a:lnTo>
                  <a:lnTo>
                    <a:pt x="6728206" y="5213032"/>
                  </a:lnTo>
                  <a:lnTo>
                    <a:pt x="6728206" y="5193982"/>
                  </a:lnTo>
                  <a:close/>
                </a:path>
                <a:path w="10424160" h="5213350">
                  <a:moveTo>
                    <a:pt x="6733539" y="5193982"/>
                  </a:moveTo>
                  <a:lnTo>
                    <a:pt x="6728206" y="5193982"/>
                  </a:lnTo>
                  <a:lnTo>
                    <a:pt x="6728206" y="5213032"/>
                  </a:lnTo>
                  <a:lnTo>
                    <a:pt x="6733539" y="5213032"/>
                  </a:lnTo>
                  <a:lnTo>
                    <a:pt x="6737731" y="5208765"/>
                  </a:lnTo>
                  <a:lnTo>
                    <a:pt x="6737731" y="5198249"/>
                  </a:lnTo>
                  <a:lnTo>
                    <a:pt x="6733539" y="5193982"/>
                  </a:lnTo>
                  <a:close/>
                </a:path>
                <a:path w="10424160" h="5213350">
                  <a:moveTo>
                    <a:pt x="6690106" y="5193982"/>
                  </a:moveTo>
                  <a:lnTo>
                    <a:pt x="6684899" y="5193982"/>
                  </a:lnTo>
                  <a:lnTo>
                    <a:pt x="6680581" y="5198249"/>
                  </a:lnTo>
                  <a:lnTo>
                    <a:pt x="6680581" y="5208765"/>
                  </a:lnTo>
                  <a:lnTo>
                    <a:pt x="6684899" y="5213032"/>
                  </a:lnTo>
                  <a:lnTo>
                    <a:pt x="6690106" y="5213032"/>
                  </a:lnTo>
                  <a:lnTo>
                    <a:pt x="6690106" y="5193982"/>
                  </a:lnTo>
                  <a:close/>
                </a:path>
                <a:path w="10424160" h="5213350">
                  <a:moveTo>
                    <a:pt x="6695439" y="5193982"/>
                  </a:moveTo>
                  <a:lnTo>
                    <a:pt x="6690106" y="5193982"/>
                  </a:lnTo>
                  <a:lnTo>
                    <a:pt x="6690106" y="5213032"/>
                  </a:lnTo>
                  <a:lnTo>
                    <a:pt x="6695439" y="5213032"/>
                  </a:lnTo>
                  <a:lnTo>
                    <a:pt x="6699631" y="5208765"/>
                  </a:lnTo>
                  <a:lnTo>
                    <a:pt x="6699631" y="5198249"/>
                  </a:lnTo>
                  <a:lnTo>
                    <a:pt x="6695439" y="5193982"/>
                  </a:lnTo>
                  <a:close/>
                </a:path>
                <a:path w="10424160" h="5213350">
                  <a:moveTo>
                    <a:pt x="6652006" y="5193982"/>
                  </a:moveTo>
                  <a:lnTo>
                    <a:pt x="6646672" y="5193982"/>
                  </a:lnTo>
                  <a:lnTo>
                    <a:pt x="6642481" y="5198249"/>
                  </a:lnTo>
                  <a:lnTo>
                    <a:pt x="6642481" y="5208765"/>
                  </a:lnTo>
                  <a:lnTo>
                    <a:pt x="6646672" y="5213032"/>
                  </a:lnTo>
                  <a:lnTo>
                    <a:pt x="6652006" y="5213032"/>
                  </a:lnTo>
                  <a:lnTo>
                    <a:pt x="6652006" y="5193982"/>
                  </a:lnTo>
                  <a:close/>
                </a:path>
                <a:path w="10424160" h="5213350">
                  <a:moveTo>
                    <a:pt x="6657212" y="5193982"/>
                  </a:moveTo>
                  <a:lnTo>
                    <a:pt x="6652006" y="5193982"/>
                  </a:lnTo>
                  <a:lnTo>
                    <a:pt x="6652006" y="5213032"/>
                  </a:lnTo>
                  <a:lnTo>
                    <a:pt x="6657212" y="5213032"/>
                  </a:lnTo>
                  <a:lnTo>
                    <a:pt x="6661531" y="5208765"/>
                  </a:lnTo>
                  <a:lnTo>
                    <a:pt x="6661531" y="5198249"/>
                  </a:lnTo>
                  <a:lnTo>
                    <a:pt x="6657212" y="5193982"/>
                  </a:lnTo>
                  <a:close/>
                </a:path>
                <a:path w="10424160" h="5213350">
                  <a:moveTo>
                    <a:pt x="6613906" y="5193982"/>
                  </a:moveTo>
                  <a:lnTo>
                    <a:pt x="6608572" y="5193982"/>
                  </a:lnTo>
                  <a:lnTo>
                    <a:pt x="6604381" y="5198249"/>
                  </a:lnTo>
                  <a:lnTo>
                    <a:pt x="6604381" y="5208765"/>
                  </a:lnTo>
                  <a:lnTo>
                    <a:pt x="6608572" y="5213032"/>
                  </a:lnTo>
                  <a:lnTo>
                    <a:pt x="6613906" y="5213032"/>
                  </a:lnTo>
                  <a:lnTo>
                    <a:pt x="6613906" y="5193982"/>
                  </a:lnTo>
                  <a:close/>
                </a:path>
                <a:path w="10424160" h="5213350">
                  <a:moveTo>
                    <a:pt x="6619112" y="5193982"/>
                  </a:moveTo>
                  <a:lnTo>
                    <a:pt x="6613906" y="5193982"/>
                  </a:lnTo>
                  <a:lnTo>
                    <a:pt x="6613906" y="5213032"/>
                  </a:lnTo>
                  <a:lnTo>
                    <a:pt x="6619112" y="5213032"/>
                  </a:lnTo>
                  <a:lnTo>
                    <a:pt x="6623431" y="5208765"/>
                  </a:lnTo>
                  <a:lnTo>
                    <a:pt x="6623431" y="5198249"/>
                  </a:lnTo>
                  <a:lnTo>
                    <a:pt x="6619112" y="5193982"/>
                  </a:lnTo>
                  <a:close/>
                </a:path>
                <a:path w="10424160" h="5213350">
                  <a:moveTo>
                    <a:pt x="6575806" y="5193982"/>
                  </a:moveTo>
                  <a:lnTo>
                    <a:pt x="6570472" y="5193982"/>
                  </a:lnTo>
                  <a:lnTo>
                    <a:pt x="6566281" y="5198249"/>
                  </a:lnTo>
                  <a:lnTo>
                    <a:pt x="6566281" y="5208765"/>
                  </a:lnTo>
                  <a:lnTo>
                    <a:pt x="6570472" y="5213032"/>
                  </a:lnTo>
                  <a:lnTo>
                    <a:pt x="6575806" y="5213032"/>
                  </a:lnTo>
                  <a:lnTo>
                    <a:pt x="6575806" y="5193982"/>
                  </a:lnTo>
                  <a:close/>
                </a:path>
                <a:path w="10424160" h="5213350">
                  <a:moveTo>
                    <a:pt x="6581012" y="5193982"/>
                  </a:moveTo>
                  <a:lnTo>
                    <a:pt x="6575806" y="5193982"/>
                  </a:lnTo>
                  <a:lnTo>
                    <a:pt x="6575806" y="5213032"/>
                  </a:lnTo>
                  <a:lnTo>
                    <a:pt x="6581012" y="5213032"/>
                  </a:lnTo>
                  <a:lnTo>
                    <a:pt x="6585331" y="5208765"/>
                  </a:lnTo>
                  <a:lnTo>
                    <a:pt x="6585331" y="5198249"/>
                  </a:lnTo>
                  <a:lnTo>
                    <a:pt x="6581012" y="5193982"/>
                  </a:lnTo>
                  <a:close/>
                </a:path>
                <a:path w="10424160" h="5213350">
                  <a:moveTo>
                    <a:pt x="6537579" y="5193982"/>
                  </a:moveTo>
                  <a:lnTo>
                    <a:pt x="6532372" y="5193982"/>
                  </a:lnTo>
                  <a:lnTo>
                    <a:pt x="6528054" y="5198249"/>
                  </a:lnTo>
                  <a:lnTo>
                    <a:pt x="6528054" y="5208765"/>
                  </a:lnTo>
                  <a:lnTo>
                    <a:pt x="6532372" y="5213032"/>
                  </a:lnTo>
                  <a:lnTo>
                    <a:pt x="6537579" y="5213032"/>
                  </a:lnTo>
                  <a:lnTo>
                    <a:pt x="6537579" y="5193982"/>
                  </a:lnTo>
                  <a:close/>
                </a:path>
                <a:path w="10424160" h="5213350">
                  <a:moveTo>
                    <a:pt x="6542912" y="5193982"/>
                  </a:moveTo>
                  <a:lnTo>
                    <a:pt x="6537706" y="5193982"/>
                  </a:lnTo>
                  <a:lnTo>
                    <a:pt x="6537706" y="5213032"/>
                  </a:lnTo>
                  <a:lnTo>
                    <a:pt x="6542912" y="5213032"/>
                  </a:lnTo>
                  <a:lnTo>
                    <a:pt x="6547231" y="5208765"/>
                  </a:lnTo>
                  <a:lnTo>
                    <a:pt x="6547231" y="5198249"/>
                  </a:lnTo>
                  <a:lnTo>
                    <a:pt x="6542912" y="5193982"/>
                  </a:lnTo>
                  <a:close/>
                </a:path>
                <a:path w="10424160" h="5213350">
                  <a:moveTo>
                    <a:pt x="6499479" y="5193982"/>
                  </a:moveTo>
                  <a:lnTo>
                    <a:pt x="6494272" y="5193982"/>
                  </a:lnTo>
                  <a:lnTo>
                    <a:pt x="6489954" y="5198249"/>
                  </a:lnTo>
                  <a:lnTo>
                    <a:pt x="6489954" y="5208765"/>
                  </a:lnTo>
                  <a:lnTo>
                    <a:pt x="6494272" y="5213032"/>
                  </a:lnTo>
                  <a:lnTo>
                    <a:pt x="6499479" y="5213032"/>
                  </a:lnTo>
                  <a:lnTo>
                    <a:pt x="6499479" y="5193982"/>
                  </a:lnTo>
                  <a:close/>
                </a:path>
                <a:path w="10424160" h="5213350">
                  <a:moveTo>
                    <a:pt x="6504812" y="5193982"/>
                  </a:moveTo>
                  <a:lnTo>
                    <a:pt x="6499479" y="5193982"/>
                  </a:lnTo>
                  <a:lnTo>
                    <a:pt x="6499479" y="5213032"/>
                  </a:lnTo>
                  <a:lnTo>
                    <a:pt x="6504812" y="5213032"/>
                  </a:lnTo>
                  <a:lnTo>
                    <a:pt x="6509004" y="5208765"/>
                  </a:lnTo>
                  <a:lnTo>
                    <a:pt x="6509004" y="5198249"/>
                  </a:lnTo>
                  <a:lnTo>
                    <a:pt x="6504812" y="5193982"/>
                  </a:lnTo>
                  <a:close/>
                </a:path>
                <a:path w="10424160" h="5213350">
                  <a:moveTo>
                    <a:pt x="6461379" y="5193982"/>
                  </a:moveTo>
                  <a:lnTo>
                    <a:pt x="6456172" y="5193982"/>
                  </a:lnTo>
                  <a:lnTo>
                    <a:pt x="6451854" y="5198249"/>
                  </a:lnTo>
                  <a:lnTo>
                    <a:pt x="6451854" y="5208765"/>
                  </a:lnTo>
                  <a:lnTo>
                    <a:pt x="6456172" y="5213032"/>
                  </a:lnTo>
                  <a:lnTo>
                    <a:pt x="6461379" y="5213032"/>
                  </a:lnTo>
                  <a:lnTo>
                    <a:pt x="6461379" y="5193982"/>
                  </a:lnTo>
                  <a:close/>
                </a:path>
                <a:path w="10424160" h="5213350">
                  <a:moveTo>
                    <a:pt x="6466713" y="5193982"/>
                  </a:moveTo>
                  <a:lnTo>
                    <a:pt x="6461379" y="5193982"/>
                  </a:lnTo>
                  <a:lnTo>
                    <a:pt x="6461379" y="5213032"/>
                  </a:lnTo>
                  <a:lnTo>
                    <a:pt x="6466713" y="5213032"/>
                  </a:lnTo>
                  <a:lnTo>
                    <a:pt x="6470904" y="5208765"/>
                  </a:lnTo>
                  <a:lnTo>
                    <a:pt x="6470904" y="5198249"/>
                  </a:lnTo>
                  <a:lnTo>
                    <a:pt x="6466713" y="5193982"/>
                  </a:lnTo>
                  <a:close/>
                </a:path>
                <a:path w="10424160" h="5213350">
                  <a:moveTo>
                    <a:pt x="6423279" y="5193982"/>
                  </a:moveTo>
                  <a:lnTo>
                    <a:pt x="6418072" y="5193982"/>
                  </a:lnTo>
                  <a:lnTo>
                    <a:pt x="6413754" y="5198249"/>
                  </a:lnTo>
                  <a:lnTo>
                    <a:pt x="6413754" y="5208765"/>
                  </a:lnTo>
                  <a:lnTo>
                    <a:pt x="6418072" y="5213032"/>
                  </a:lnTo>
                  <a:lnTo>
                    <a:pt x="6423279" y="5213032"/>
                  </a:lnTo>
                  <a:lnTo>
                    <a:pt x="6423279" y="5193982"/>
                  </a:lnTo>
                  <a:close/>
                </a:path>
                <a:path w="10424160" h="5213350">
                  <a:moveTo>
                    <a:pt x="6428613" y="5193982"/>
                  </a:moveTo>
                  <a:lnTo>
                    <a:pt x="6423279" y="5193982"/>
                  </a:lnTo>
                  <a:lnTo>
                    <a:pt x="6423279" y="5213032"/>
                  </a:lnTo>
                  <a:lnTo>
                    <a:pt x="6428613" y="5213032"/>
                  </a:lnTo>
                  <a:lnTo>
                    <a:pt x="6432804" y="5208765"/>
                  </a:lnTo>
                  <a:lnTo>
                    <a:pt x="6432804" y="5198249"/>
                  </a:lnTo>
                  <a:lnTo>
                    <a:pt x="6428613" y="5193982"/>
                  </a:lnTo>
                  <a:close/>
                </a:path>
                <a:path w="10424160" h="5213350">
                  <a:moveTo>
                    <a:pt x="6385179" y="5193982"/>
                  </a:moveTo>
                  <a:lnTo>
                    <a:pt x="6379845" y="5193982"/>
                  </a:lnTo>
                  <a:lnTo>
                    <a:pt x="6375654" y="5198249"/>
                  </a:lnTo>
                  <a:lnTo>
                    <a:pt x="6375654" y="5208765"/>
                  </a:lnTo>
                  <a:lnTo>
                    <a:pt x="6379845" y="5213032"/>
                  </a:lnTo>
                  <a:lnTo>
                    <a:pt x="6385179" y="5213032"/>
                  </a:lnTo>
                  <a:lnTo>
                    <a:pt x="6385179" y="5193982"/>
                  </a:lnTo>
                  <a:close/>
                </a:path>
                <a:path w="10424160" h="5213350">
                  <a:moveTo>
                    <a:pt x="6390386" y="5193982"/>
                  </a:moveTo>
                  <a:lnTo>
                    <a:pt x="6385179" y="5193982"/>
                  </a:lnTo>
                  <a:lnTo>
                    <a:pt x="6385179" y="5213032"/>
                  </a:lnTo>
                  <a:lnTo>
                    <a:pt x="6390386" y="5213032"/>
                  </a:lnTo>
                  <a:lnTo>
                    <a:pt x="6394704" y="5208765"/>
                  </a:lnTo>
                  <a:lnTo>
                    <a:pt x="6394704" y="5198249"/>
                  </a:lnTo>
                  <a:lnTo>
                    <a:pt x="6390386" y="5193982"/>
                  </a:lnTo>
                  <a:close/>
                </a:path>
                <a:path w="10424160" h="5213350">
                  <a:moveTo>
                    <a:pt x="6347079" y="5193982"/>
                  </a:moveTo>
                  <a:lnTo>
                    <a:pt x="6341745" y="5193982"/>
                  </a:lnTo>
                  <a:lnTo>
                    <a:pt x="6337554" y="5198249"/>
                  </a:lnTo>
                  <a:lnTo>
                    <a:pt x="6337554" y="5208765"/>
                  </a:lnTo>
                  <a:lnTo>
                    <a:pt x="6341745" y="5213032"/>
                  </a:lnTo>
                  <a:lnTo>
                    <a:pt x="6347079" y="5213032"/>
                  </a:lnTo>
                  <a:lnTo>
                    <a:pt x="6347079" y="5193982"/>
                  </a:lnTo>
                  <a:close/>
                </a:path>
                <a:path w="10424160" h="5213350">
                  <a:moveTo>
                    <a:pt x="6352286" y="5193982"/>
                  </a:moveTo>
                  <a:lnTo>
                    <a:pt x="6347079" y="5193982"/>
                  </a:lnTo>
                  <a:lnTo>
                    <a:pt x="6347079" y="5213032"/>
                  </a:lnTo>
                  <a:lnTo>
                    <a:pt x="6352286" y="5213032"/>
                  </a:lnTo>
                  <a:lnTo>
                    <a:pt x="6356604" y="5208765"/>
                  </a:lnTo>
                  <a:lnTo>
                    <a:pt x="6356604" y="5198249"/>
                  </a:lnTo>
                  <a:lnTo>
                    <a:pt x="6352286" y="5193982"/>
                  </a:lnTo>
                  <a:close/>
                </a:path>
                <a:path w="10424160" h="5213350">
                  <a:moveTo>
                    <a:pt x="6308979" y="5193982"/>
                  </a:moveTo>
                  <a:lnTo>
                    <a:pt x="6303645" y="5193982"/>
                  </a:lnTo>
                  <a:lnTo>
                    <a:pt x="6299454" y="5198249"/>
                  </a:lnTo>
                  <a:lnTo>
                    <a:pt x="6299454" y="5208765"/>
                  </a:lnTo>
                  <a:lnTo>
                    <a:pt x="6303645" y="5213032"/>
                  </a:lnTo>
                  <a:lnTo>
                    <a:pt x="6308979" y="5213032"/>
                  </a:lnTo>
                  <a:lnTo>
                    <a:pt x="6308979" y="5193982"/>
                  </a:lnTo>
                  <a:close/>
                </a:path>
                <a:path w="10424160" h="5213350">
                  <a:moveTo>
                    <a:pt x="6314186" y="5193982"/>
                  </a:moveTo>
                  <a:lnTo>
                    <a:pt x="6308979" y="5193982"/>
                  </a:lnTo>
                  <a:lnTo>
                    <a:pt x="6308979" y="5213032"/>
                  </a:lnTo>
                  <a:lnTo>
                    <a:pt x="6314186" y="5213032"/>
                  </a:lnTo>
                  <a:lnTo>
                    <a:pt x="6318504" y="5208765"/>
                  </a:lnTo>
                  <a:lnTo>
                    <a:pt x="6318504" y="5198249"/>
                  </a:lnTo>
                  <a:lnTo>
                    <a:pt x="6314186" y="5193982"/>
                  </a:lnTo>
                  <a:close/>
                </a:path>
                <a:path w="10424160" h="5213350">
                  <a:moveTo>
                    <a:pt x="6270752" y="5193982"/>
                  </a:moveTo>
                  <a:lnTo>
                    <a:pt x="6265545" y="5193982"/>
                  </a:lnTo>
                  <a:lnTo>
                    <a:pt x="6261227" y="5198249"/>
                  </a:lnTo>
                  <a:lnTo>
                    <a:pt x="6261227" y="5208765"/>
                  </a:lnTo>
                  <a:lnTo>
                    <a:pt x="6265545" y="5213032"/>
                  </a:lnTo>
                  <a:lnTo>
                    <a:pt x="6270752" y="5213032"/>
                  </a:lnTo>
                  <a:lnTo>
                    <a:pt x="6270752" y="5193982"/>
                  </a:lnTo>
                  <a:close/>
                </a:path>
                <a:path w="10424160" h="5213350">
                  <a:moveTo>
                    <a:pt x="6276086" y="5193982"/>
                  </a:moveTo>
                  <a:lnTo>
                    <a:pt x="6270879" y="5193982"/>
                  </a:lnTo>
                  <a:lnTo>
                    <a:pt x="6270879" y="5213032"/>
                  </a:lnTo>
                  <a:lnTo>
                    <a:pt x="6276086" y="5213032"/>
                  </a:lnTo>
                  <a:lnTo>
                    <a:pt x="6280404" y="5208765"/>
                  </a:lnTo>
                  <a:lnTo>
                    <a:pt x="6280404" y="5198249"/>
                  </a:lnTo>
                  <a:lnTo>
                    <a:pt x="6276086" y="5193982"/>
                  </a:lnTo>
                  <a:close/>
                </a:path>
                <a:path w="10424160" h="5213350">
                  <a:moveTo>
                    <a:pt x="6232652" y="5193982"/>
                  </a:moveTo>
                  <a:lnTo>
                    <a:pt x="6227445" y="5193982"/>
                  </a:lnTo>
                  <a:lnTo>
                    <a:pt x="6223127" y="5198249"/>
                  </a:lnTo>
                  <a:lnTo>
                    <a:pt x="6223127" y="5208765"/>
                  </a:lnTo>
                  <a:lnTo>
                    <a:pt x="6227445" y="5213032"/>
                  </a:lnTo>
                  <a:lnTo>
                    <a:pt x="6232652" y="5213032"/>
                  </a:lnTo>
                  <a:lnTo>
                    <a:pt x="6232652" y="5193982"/>
                  </a:lnTo>
                  <a:close/>
                </a:path>
                <a:path w="10424160" h="5213350">
                  <a:moveTo>
                    <a:pt x="6237986" y="5193982"/>
                  </a:moveTo>
                  <a:lnTo>
                    <a:pt x="6232652" y="5193982"/>
                  </a:lnTo>
                  <a:lnTo>
                    <a:pt x="6232652" y="5213032"/>
                  </a:lnTo>
                  <a:lnTo>
                    <a:pt x="6237986" y="5213032"/>
                  </a:lnTo>
                  <a:lnTo>
                    <a:pt x="6242177" y="5208765"/>
                  </a:lnTo>
                  <a:lnTo>
                    <a:pt x="6242177" y="5198249"/>
                  </a:lnTo>
                  <a:lnTo>
                    <a:pt x="6237986" y="5193982"/>
                  </a:lnTo>
                  <a:close/>
                </a:path>
                <a:path w="10424160" h="5213350">
                  <a:moveTo>
                    <a:pt x="6194552" y="5193982"/>
                  </a:moveTo>
                  <a:lnTo>
                    <a:pt x="6189345" y="5193982"/>
                  </a:lnTo>
                  <a:lnTo>
                    <a:pt x="6185027" y="5198249"/>
                  </a:lnTo>
                  <a:lnTo>
                    <a:pt x="6185027" y="5208765"/>
                  </a:lnTo>
                  <a:lnTo>
                    <a:pt x="6189345" y="5213032"/>
                  </a:lnTo>
                  <a:lnTo>
                    <a:pt x="6194552" y="5213032"/>
                  </a:lnTo>
                  <a:lnTo>
                    <a:pt x="6194552" y="5193982"/>
                  </a:lnTo>
                  <a:close/>
                </a:path>
                <a:path w="10424160" h="5213350">
                  <a:moveTo>
                    <a:pt x="6199886" y="5193982"/>
                  </a:moveTo>
                  <a:lnTo>
                    <a:pt x="6194552" y="5193982"/>
                  </a:lnTo>
                  <a:lnTo>
                    <a:pt x="6194552" y="5213032"/>
                  </a:lnTo>
                  <a:lnTo>
                    <a:pt x="6199886" y="5213032"/>
                  </a:lnTo>
                  <a:lnTo>
                    <a:pt x="6204077" y="5208765"/>
                  </a:lnTo>
                  <a:lnTo>
                    <a:pt x="6204077" y="5198249"/>
                  </a:lnTo>
                  <a:lnTo>
                    <a:pt x="6199886" y="5193982"/>
                  </a:lnTo>
                  <a:close/>
                </a:path>
                <a:path w="10424160" h="5213350">
                  <a:moveTo>
                    <a:pt x="6156452" y="5193982"/>
                  </a:moveTo>
                  <a:lnTo>
                    <a:pt x="6151118" y="5193982"/>
                  </a:lnTo>
                  <a:lnTo>
                    <a:pt x="6146927" y="5198249"/>
                  </a:lnTo>
                  <a:lnTo>
                    <a:pt x="6146927" y="5208765"/>
                  </a:lnTo>
                  <a:lnTo>
                    <a:pt x="6151118" y="5213032"/>
                  </a:lnTo>
                  <a:lnTo>
                    <a:pt x="6156452" y="5213032"/>
                  </a:lnTo>
                  <a:lnTo>
                    <a:pt x="6156452" y="5193982"/>
                  </a:lnTo>
                  <a:close/>
                </a:path>
                <a:path w="10424160" h="5213350">
                  <a:moveTo>
                    <a:pt x="6161659" y="5193982"/>
                  </a:moveTo>
                  <a:lnTo>
                    <a:pt x="6156452" y="5193982"/>
                  </a:lnTo>
                  <a:lnTo>
                    <a:pt x="6156452" y="5213032"/>
                  </a:lnTo>
                  <a:lnTo>
                    <a:pt x="6161659" y="5213032"/>
                  </a:lnTo>
                  <a:lnTo>
                    <a:pt x="6165977" y="5208765"/>
                  </a:lnTo>
                  <a:lnTo>
                    <a:pt x="6165977" y="5198249"/>
                  </a:lnTo>
                  <a:lnTo>
                    <a:pt x="6161659" y="5193982"/>
                  </a:lnTo>
                  <a:close/>
                </a:path>
                <a:path w="10424160" h="5213350">
                  <a:moveTo>
                    <a:pt x="6118352" y="5193982"/>
                  </a:moveTo>
                  <a:lnTo>
                    <a:pt x="6113018" y="5193982"/>
                  </a:lnTo>
                  <a:lnTo>
                    <a:pt x="6108827" y="5198249"/>
                  </a:lnTo>
                  <a:lnTo>
                    <a:pt x="6108827" y="5208765"/>
                  </a:lnTo>
                  <a:lnTo>
                    <a:pt x="6113018" y="5213032"/>
                  </a:lnTo>
                  <a:lnTo>
                    <a:pt x="6118352" y="5213032"/>
                  </a:lnTo>
                  <a:lnTo>
                    <a:pt x="6118352" y="5193982"/>
                  </a:lnTo>
                  <a:close/>
                </a:path>
                <a:path w="10424160" h="5213350">
                  <a:moveTo>
                    <a:pt x="6123559" y="5193982"/>
                  </a:moveTo>
                  <a:lnTo>
                    <a:pt x="6118352" y="5193982"/>
                  </a:lnTo>
                  <a:lnTo>
                    <a:pt x="6118352" y="5213032"/>
                  </a:lnTo>
                  <a:lnTo>
                    <a:pt x="6123559" y="5213032"/>
                  </a:lnTo>
                  <a:lnTo>
                    <a:pt x="6127877" y="5208765"/>
                  </a:lnTo>
                  <a:lnTo>
                    <a:pt x="6127877" y="5198249"/>
                  </a:lnTo>
                  <a:lnTo>
                    <a:pt x="6123559" y="5193982"/>
                  </a:lnTo>
                  <a:close/>
                </a:path>
                <a:path w="10424160" h="5213350">
                  <a:moveTo>
                    <a:pt x="6080252" y="5193982"/>
                  </a:moveTo>
                  <a:lnTo>
                    <a:pt x="6074918" y="5193982"/>
                  </a:lnTo>
                  <a:lnTo>
                    <a:pt x="6070727" y="5198249"/>
                  </a:lnTo>
                  <a:lnTo>
                    <a:pt x="6070727" y="5208765"/>
                  </a:lnTo>
                  <a:lnTo>
                    <a:pt x="6074918" y="5213032"/>
                  </a:lnTo>
                  <a:lnTo>
                    <a:pt x="6080252" y="5213032"/>
                  </a:lnTo>
                  <a:lnTo>
                    <a:pt x="6080252" y="5193982"/>
                  </a:lnTo>
                  <a:close/>
                </a:path>
                <a:path w="10424160" h="5213350">
                  <a:moveTo>
                    <a:pt x="6085459" y="5193982"/>
                  </a:moveTo>
                  <a:lnTo>
                    <a:pt x="6080252" y="5193982"/>
                  </a:lnTo>
                  <a:lnTo>
                    <a:pt x="6080252" y="5213032"/>
                  </a:lnTo>
                  <a:lnTo>
                    <a:pt x="6085459" y="5213032"/>
                  </a:lnTo>
                  <a:lnTo>
                    <a:pt x="6089777" y="5208765"/>
                  </a:lnTo>
                  <a:lnTo>
                    <a:pt x="6089777" y="5198249"/>
                  </a:lnTo>
                  <a:lnTo>
                    <a:pt x="6085459" y="5193982"/>
                  </a:lnTo>
                  <a:close/>
                </a:path>
                <a:path w="10424160" h="5213350">
                  <a:moveTo>
                    <a:pt x="6042025" y="5193982"/>
                  </a:moveTo>
                  <a:lnTo>
                    <a:pt x="6036818" y="5193982"/>
                  </a:lnTo>
                  <a:lnTo>
                    <a:pt x="6032500" y="5198249"/>
                  </a:lnTo>
                  <a:lnTo>
                    <a:pt x="6032500" y="5208765"/>
                  </a:lnTo>
                  <a:lnTo>
                    <a:pt x="6036818" y="5213032"/>
                  </a:lnTo>
                  <a:lnTo>
                    <a:pt x="6042025" y="5213032"/>
                  </a:lnTo>
                  <a:lnTo>
                    <a:pt x="6042025" y="5193982"/>
                  </a:lnTo>
                  <a:close/>
                </a:path>
                <a:path w="10424160" h="5213350">
                  <a:moveTo>
                    <a:pt x="6047359" y="5193982"/>
                  </a:moveTo>
                  <a:lnTo>
                    <a:pt x="6042152" y="5193982"/>
                  </a:lnTo>
                  <a:lnTo>
                    <a:pt x="6042152" y="5213032"/>
                  </a:lnTo>
                  <a:lnTo>
                    <a:pt x="6047359" y="5213032"/>
                  </a:lnTo>
                  <a:lnTo>
                    <a:pt x="6051677" y="5208765"/>
                  </a:lnTo>
                  <a:lnTo>
                    <a:pt x="6051677" y="5198249"/>
                  </a:lnTo>
                  <a:lnTo>
                    <a:pt x="6047359" y="5193982"/>
                  </a:lnTo>
                  <a:close/>
                </a:path>
                <a:path w="10424160" h="5213350">
                  <a:moveTo>
                    <a:pt x="6003925" y="5193982"/>
                  </a:moveTo>
                  <a:lnTo>
                    <a:pt x="5998718" y="5193982"/>
                  </a:lnTo>
                  <a:lnTo>
                    <a:pt x="5994400" y="5198249"/>
                  </a:lnTo>
                  <a:lnTo>
                    <a:pt x="5994400" y="5208765"/>
                  </a:lnTo>
                  <a:lnTo>
                    <a:pt x="5998718" y="5213032"/>
                  </a:lnTo>
                  <a:lnTo>
                    <a:pt x="6003925" y="5213032"/>
                  </a:lnTo>
                  <a:lnTo>
                    <a:pt x="6003925" y="5193982"/>
                  </a:lnTo>
                  <a:close/>
                </a:path>
                <a:path w="10424160" h="5213350">
                  <a:moveTo>
                    <a:pt x="6009259" y="5193982"/>
                  </a:moveTo>
                  <a:lnTo>
                    <a:pt x="6003925" y="5193982"/>
                  </a:lnTo>
                  <a:lnTo>
                    <a:pt x="6003925" y="5213032"/>
                  </a:lnTo>
                  <a:lnTo>
                    <a:pt x="6009259" y="5213032"/>
                  </a:lnTo>
                  <a:lnTo>
                    <a:pt x="6013450" y="5208765"/>
                  </a:lnTo>
                  <a:lnTo>
                    <a:pt x="6013450" y="5198249"/>
                  </a:lnTo>
                  <a:lnTo>
                    <a:pt x="6009259" y="5193982"/>
                  </a:lnTo>
                  <a:close/>
                </a:path>
                <a:path w="10424160" h="5213350">
                  <a:moveTo>
                    <a:pt x="5965825" y="5193982"/>
                  </a:moveTo>
                  <a:lnTo>
                    <a:pt x="5960618" y="5193982"/>
                  </a:lnTo>
                  <a:lnTo>
                    <a:pt x="5956300" y="5198249"/>
                  </a:lnTo>
                  <a:lnTo>
                    <a:pt x="5956300" y="5208765"/>
                  </a:lnTo>
                  <a:lnTo>
                    <a:pt x="5960618" y="5213032"/>
                  </a:lnTo>
                  <a:lnTo>
                    <a:pt x="5965825" y="5213032"/>
                  </a:lnTo>
                  <a:lnTo>
                    <a:pt x="5965825" y="5193982"/>
                  </a:lnTo>
                  <a:close/>
                </a:path>
                <a:path w="10424160" h="5213350">
                  <a:moveTo>
                    <a:pt x="5971159" y="5193982"/>
                  </a:moveTo>
                  <a:lnTo>
                    <a:pt x="5965825" y="5193982"/>
                  </a:lnTo>
                  <a:lnTo>
                    <a:pt x="5965825" y="5213032"/>
                  </a:lnTo>
                  <a:lnTo>
                    <a:pt x="5971159" y="5213032"/>
                  </a:lnTo>
                  <a:lnTo>
                    <a:pt x="5975350" y="5208765"/>
                  </a:lnTo>
                  <a:lnTo>
                    <a:pt x="5975350" y="5198249"/>
                  </a:lnTo>
                  <a:lnTo>
                    <a:pt x="5971159" y="5193982"/>
                  </a:lnTo>
                  <a:close/>
                </a:path>
                <a:path w="10424160" h="5213350">
                  <a:moveTo>
                    <a:pt x="5927725" y="5193982"/>
                  </a:moveTo>
                  <a:lnTo>
                    <a:pt x="5922518" y="5193982"/>
                  </a:lnTo>
                  <a:lnTo>
                    <a:pt x="5918200" y="5198249"/>
                  </a:lnTo>
                  <a:lnTo>
                    <a:pt x="5918200" y="5208765"/>
                  </a:lnTo>
                  <a:lnTo>
                    <a:pt x="5922518" y="5213032"/>
                  </a:lnTo>
                  <a:lnTo>
                    <a:pt x="5927725" y="5213032"/>
                  </a:lnTo>
                  <a:lnTo>
                    <a:pt x="5927725" y="5193982"/>
                  </a:lnTo>
                  <a:close/>
                </a:path>
                <a:path w="10424160" h="5213350">
                  <a:moveTo>
                    <a:pt x="5933059" y="5193982"/>
                  </a:moveTo>
                  <a:lnTo>
                    <a:pt x="5927725" y="5193982"/>
                  </a:lnTo>
                  <a:lnTo>
                    <a:pt x="5927725" y="5213032"/>
                  </a:lnTo>
                  <a:lnTo>
                    <a:pt x="5933059" y="5213032"/>
                  </a:lnTo>
                  <a:lnTo>
                    <a:pt x="5937250" y="5208765"/>
                  </a:lnTo>
                  <a:lnTo>
                    <a:pt x="5937250" y="5198249"/>
                  </a:lnTo>
                  <a:lnTo>
                    <a:pt x="5933059" y="5193982"/>
                  </a:lnTo>
                  <a:close/>
                </a:path>
                <a:path w="10424160" h="5213350">
                  <a:moveTo>
                    <a:pt x="5889625" y="5193982"/>
                  </a:moveTo>
                  <a:lnTo>
                    <a:pt x="5884291" y="5193982"/>
                  </a:lnTo>
                  <a:lnTo>
                    <a:pt x="5880100" y="5198249"/>
                  </a:lnTo>
                  <a:lnTo>
                    <a:pt x="5880100" y="5208765"/>
                  </a:lnTo>
                  <a:lnTo>
                    <a:pt x="5884291" y="5213032"/>
                  </a:lnTo>
                  <a:lnTo>
                    <a:pt x="5889625" y="5213032"/>
                  </a:lnTo>
                  <a:lnTo>
                    <a:pt x="5889625" y="5193982"/>
                  </a:lnTo>
                  <a:close/>
                </a:path>
                <a:path w="10424160" h="5213350">
                  <a:moveTo>
                    <a:pt x="5894832" y="5193982"/>
                  </a:moveTo>
                  <a:lnTo>
                    <a:pt x="5889625" y="5193982"/>
                  </a:lnTo>
                  <a:lnTo>
                    <a:pt x="5889625" y="5213032"/>
                  </a:lnTo>
                  <a:lnTo>
                    <a:pt x="5894832" y="5213032"/>
                  </a:lnTo>
                  <a:lnTo>
                    <a:pt x="5899150" y="5208765"/>
                  </a:lnTo>
                  <a:lnTo>
                    <a:pt x="5899150" y="5198249"/>
                  </a:lnTo>
                  <a:lnTo>
                    <a:pt x="5894832" y="5193982"/>
                  </a:lnTo>
                  <a:close/>
                </a:path>
                <a:path w="10424160" h="5213350">
                  <a:moveTo>
                    <a:pt x="5851525" y="5193982"/>
                  </a:moveTo>
                  <a:lnTo>
                    <a:pt x="5846191" y="5193982"/>
                  </a:lnTo>
                  <a:lnTo>
                    <a:pt x="5842000" y="5198249"/>
                  </a:lnTo>
                  <a:lnTo>
                    <a:pt x="5842000" y="5208765"/>
                  </a:lnTo>
                  <a:lnTo>
                    <a:pt x="5846191" y="5213032"/>
                  </a:lnTo>
                  <a:lnTo>
                    <a:pt x="5851525" y="5213032"/>
                  </a:lnTo>
                  <a:lnTo>
                    <a:pt x="5851525" y="5193982"/>
                  </a:lnTo>
                  <a:close/>
                </a:path>
                <a:path w="10424160" h="5213350">
                  <a:moveTo>
                    <a:pt x="5856732" y="5193982"/>
                  </a:moveTo>
                  <a:lnTo>
                    <a:pt x="5851525" y="5193982"/>
                  </a:lnTo>
                  <a:lnTo>
                    <a:pt x="5851525" y="5213032"/>
                  </a:lnTo>
                  <a:lnTo>
                    <a:pt x="5856732" y="5213032"/>
                  </a:lnTo>
                  <a:lnTo>
                    <a:pt x="5861050" y="5208765"/>
                  </a:lnTo>
                  <a:lnTo>
                    <a:pt x="5861050" y="5198249"/>
                  </a:lnTo>
                  <a:lnTo>
                    <a:pt x="5856732" y="5193982"/>
                  </a:lnTo>
                  <a:close/>
                </a:path>
                <a:path w="10424160" h="5213350">
                  <a:moveTo>
                    <a:pt x="5813425" y="5193982"/>
                  </a:moveTo>
                  <a:lnTo>
                    <a:pt x="5808091" y="5193982"/>
                  </a:lnTo>
                  <a:lnTo>
                    <a:pt x="5803900" y="5198249"/>
                  </a:lnTo>
                  <a:lnTo>
                    <a:pt x="5803900" y="5208765"/>
                  </a:lnTo>
                  <a:lnTo>
                    <a:pt x="5808091" y="5213032"/>
                  </a:lnTo>
                  <a:lnTo>
                    <a:pt x="5813425" y="5213032"/>
                  </a:lnTo>
                  <a:lnTo>
                    <a:pt x="5813425" y="5193982"/>
                  </a:lnTo>
                  <a:close/>
                </a:path>
                <a:path w="10424160" h="5213350">
                  <a:moveTo>
                    <a:pt x="5818632" y="5193982"/>
                  </a:moveTo>
                  <a:lnTo>
                    <a:pt x="5813425" y="5193982"/>
                  </a:lnTo>
                  <a:lnTo>
                    <a:pt x="5813425" y="5213032"/>
                  </a:lnTo>
                  <a:lnTo>
                    <a:pt x="5818632" y="5213032"/>
                  </a:lnTo>
                  <a:lnTo>
                    <a:pt x="5822950" y="5208765"/>
                  </a:lnTo>
                  <a:lnTo>
                    <a:pt x="5822950" y="5198249"/>
                  </a:lnTo>
                  <a:lnTo>
                    <a:pt x="5818632" y="5193982"/>
                  </a:lnTo>
                  <a:close/>
                </a:path>
                <a:path w="10424160" h="5213350">
                  <a:moveTo>
                    <a:pt x="5775198" y="5193982"/>
                  </a:moveTo>
                  <a:lnTo>
                    <a:pt x="5769991" y="5193982"/>
                  </a:lnTo>
                  <a:lnTo>
                    <a:pt x="5765673" y="5198249"/>
                  </a:lnTo>
                  <a:lnTo>
                    <a:pt x="5765673" y="5208765"/>
                  </a:lnTo>
                  <a:lnTo>
                    <a:pt x="5769991" y="5213032"/>
                  </a:lnTo>
                  <a:lnTo>
                    <a:pt x="5775198" y="5213032"/>
                  </a:lnTo>
                  <a:lnTo>
                    <a:pt x="5775198" y="5193982"/>
                  </a:lnTo>
                  <a:close/>
                </a:path>
                <a:path w="10424160" h="5213350">
                  <a:moveTo>
                    <a:pt x="5780532" y="5193982"/>
                  </a:moveTo>
                  <a:lnTo>
                    <a:pt x="5775325" y="5193982"/>
                  </a:lnTo>
                  <a:lnTo>
                    <a:pt x="5775325" y="5213032"/>
                  </a:lnTo>
                  <a:lnTo>
                    <a:pt x="5780532" y="5213032"/>
                  </a:lnTo>
                  <a:lnTo>
                    <a:pt x="5784850" y="5208765"/>
                  </a:lnTo>
                  <a:lnTo>
                    <a:pt x="5784850" y="5198249"/>
                  </a:lnTo>
                  <a:lnTo>
                    <a:pt x="5780532" y="5193982"/>
                  </a:lnTo>
                  <a:close/>
                </a:path>
                <a:path w="10424160" h="5213350">
                  <a:moveTo>
                    <a:pt x="5737098" y="5193982"/>
                  </a:moveTo>
                  <a:lnTo>
                    <a:pt x="5731891" y="5193982"/>
                  </a:lnTo>
                  <a:lnTo>
                    <a:pt x="5727573" y="5198249"/>
                  </a:lnTo>
                  <a:lnTo>
                    <a:pt x="5727573" y="5208765"/>
                  </a:lnTo>
                  <a:lnTo>
                    <a:pt x="5731891" y="5213032"/>
                  </a:lnTo>
                  <a:lnTo>
                    <a:pt x="5737098" y="5213032"/>
                  </a:lnTo>
                  <a:lnTo>
                    <a:pt x="5737098" y="5193982"/>
                  </a:lnTo>
                  <a:close/>
                </a:path>
                <a:path w="10424160" h="5213350">
                  <a:moveTo>
                    <a:pt x="5742432" y="5193982"/>
                  </a:moveTo>
                  <a:lnTo>
                    <a:pt x="5737098" y="5193982"/>
                  </a:lnTo>
                  <a:lnTo>
                    <a:pt x="5737098" y="5213032"/>
                  </a:lnTo>
                  <a:lnTo>
                    <a:pt x="5742432" y="5213032"/>
                  </a:lnTo>
                  <a:lnTo>
                    <a:pt x="5746623" y="5208765"/>
                  </a:lnTo>
                  <a:lnTo>
                    <a:pt x="5746623" y="5198249"/>
                  </a:lnTo>
                  <a:lnTo>
                    <a:pt x="5742432" y="5193982"/>
                  </a:lnTo>
                  <a:close/>
                </a:path>
                <a:path w="10424160" h="5213350">
                  <a:moveTo>
                    <a:pt x="5698998" y="5193982"/>
                  </a:moveTo>
                  <a:lnTo>
                    <a:pt x="5693791" y="5193982"/>
                  </a:lnTo>
                  <a:lnTo>
                    <a:pt x="5689473" y="5198249"/>
                  </a:lnTo>
                  <a:lnTo>
                    <a:pt x="5689473" y="5208765"/>
                  </a:lnTo>
                  <a:lnTo>
                    <a:pt x="5693791" y="5213032"/>
                  </a:lnTo>
                  <a:lnTo>
                    <a:pt x="5698998" y="5213032"/>
                  </a:lnTo>
                  <a:lnTo>
                    <a:pt x="5698998" y="5193982"/>
                  </a:lnTo>
                  <a:close/>
                </a:path>
                <a:path w="10424160" h="5213350">
                  <a:moveTo>
                    <a:pt x="5704332" y="5193982"/>
                  </a:moveTo>
                  <a:lnTo>
                    <a:pt x="5698998" y="5193982"/>
                  </a:lnTo>
                  <a:lnTo>
                    <a:pt x="5698998" y="5213032"/>
                  </a:lnTo>
                  <a:lnTo>
                    <a:pt x="5704332" y="5213032"/>
                  </a:lnTo>
                  <a:lnTo>
                    <a:pt x="5708523" y="5208765"/>
                  </a:lnTo>
                  <a:lnTo>
                    <a:pt x="5708523" y="5198249"/>
                  </a:lnTo>
                  <a:lnTo>
                    <a:pt x="5704332" y="5193982"/>
                  </a:lnTo>
                  <a:close/>
                </a:path>
                <a:path w="10424160" h="5213350">
                  <a:moveTo>
                    <a:pt x="5660898" y="5193982"/>
                  </a:moveTo>
                  <a:lnTo>
                    <a:pt x="5655564" y="5193982"/>
                  </a:lnTo>
                  <a:lnTo>
                    <a:pt x="5651373" y="5198249"/>
                  </a:lnTo>
                  <a:lnTo>
                    <a:pt x="5651373" y="5208765"/>
                  </a:lnTo>
                  <a:lnTo>
                    <a:pt x="5655564" y="5213032"/>
                  </a:lnTo>
                  <a:lnTo>
                    <a:pt x="5660898" y="5213032"/>
                  </a:lnTo>
                  <a:lnTo>
                    <a:pt x="5660898" y="5193982"/>
                  </a:lnTo>
                  <a:close/>
                </a:path>
                <a:path w="10424160" h="5213350">
                  <a:moveTo>
                    <a:pt x="5666105" y="5193982"/>
                  </a:moveTo>
                  <a:lnTo>
                    <a:pt x="5660898" y="5193982"/>
                  </a:lnTo>
                  <a:lnTo>
                    <a:pt x="5660898" y="5213032"/>
                  </a:lnTo>
                  <a:lnTo>
                    <a:pt x="5666105" y="5213032"/>
                  </a:lnTo>
                  <a:lnTo>
                    <a:pt x="5670423" y="5208765"/>
                  </a:lnTo>
                  <a:lnTo>
                    <a:pt x="5670423" y="5198249"/>
                  </a:lnTo>
                  <a:lnTo>
                    <a:pt x="5666105" y="5193982"/>
                  </a:lnTo>
                  <a:close/>
                </a:path>
                <a:path w="10424160" h="5213350">
                  <a:moveTo>
                    <a:pt x="5622798" y="5193982"/>
                  </a:moveTo>
                  <a:lnTo>
                    <a:pt x="5617464" y="5193982"/>
                  </a:lnTo>
                  <a:lnTo>
                    <a:pt x="5613273" y="5198249"/>
                  </a:lnTo>
                  <a:lnTo>
                    <a:pt x="5613273" y="5208765"/>
                  </a:lnTo>
                  <a:lnTo>
                    <a:pt x="5617464" y="5213032"/>
                  </a:lnTo>
                  <a:lnTo>
                    <a:pt x="5622798" y="5213032"/>
                  </a:lnTo>
                  <a:lnTo>
                    <a:pt x="5622798" y="5193982"/>
                  </a:lnTo>
                  <a:close/>
                </a:path>
                <a:path w="10424160" h="5213350">
                  <a:moveTo>
                    <a:pt x="5628005" y="5193982"/>
                  </a:moveTo>
                  <a:lnTo>
                    <a:pt x="5622798" y="5193982"/>
                  </a:lnTo>
                  <a:lnTo>
                    <a:pt x="5622798" y="5213032"/>
                  </a:lnTo>
                  <a:lnTo>
                    <a:pt x="5628005" y="5213032"/>
                  </a:lnTo>
                  <a:lnTo>
                    <a:pt x="5632323" y="5208765"/>
                  </a:lnTo>
                  <a:lnTo>
                    <a:pt x="5632323" y="5198249"/>
                  </a:lnTo>
                  <a:lnTo>
                    <a:pt x="5628005" y="5193982"/>
                  </a:lnTo>
                  <a:close/>
                </a:path>
                <a:path w="10424160" h="5213350">
                  <a:moveTo>
                    <a:pt x="5584698" y="5193982"/>
                  </a:moveTo>
                  <a:lnTo>
                    <a:pt x="5579364" y="5193982"/>
                  </a:lnTo>
                  <a:lnTo>
                    <a:pt x="5575173" y="5198249"/>
                  </a:lnTo>
                  <a:lnTo>
                    <a:pt x="5575173" y="5208765"/>
                  </a:lnTo>
                  <a:lnTo>
                    <a:pt x="5579364" y="5213032"/>
                  </a:lnTo>
                  <a:lnTo>
                    <a:pt x="5584698" y="5213032"/>
                  </a:lnTo>
                  <a:lnTo>
                    <a:pt x="5584698" y="5193982"/>
                  </a:lnTo>
                  <a:close/>
                </a:path>
                <a:path w="10424160" h="5213350">
                  <a:moveTo>
                    <a:pt x="5589905" y="5193982"/>
                  </a:moveTo>
                  <a:lnTo>
                    <a:pt x="5584698" y="5193982"/>
                  </a:lnTo>
                  <a:lnTo>
                    <a:pt x="5584698" y="5213032"/>
                  </a:lnTo>
                  <a:lnTo>
                    <a:pt x="5589905" y="5213032"/>
                  </a:lnTo>
                  <a:lnTo>
                    <a:pt x="5594223" y="5208765"/>
                  </a:lnTo>
                  <a:lnTo>
                    <a:pt x="5594223" y="5198249"/>
                  </a:lnTo>
                  <a:lnTo>
                    <a:pt x="5589905" y="5193982"/>
                  </a:lnTo>
                  <a:close/>
                </a:path>
                <a:path w="10424160" h="5213350">
                  <a:moveTo>
                    <a:pt x="5546471" y="5193982"/>
                  </a:moveTo>
                  <a:lnTo>
                    <a:pt x="5541264" y="5193982"/>
                  </a:lnTo>
                  <a:lnTo>
                    <a:pt x="5536946" y="5198249"/>
                  </a:lnTo>
                  <a:lnTo>
                    <a:pt x="5536946" y="5208765"/>
                  </a:lnTo>
                  <a:lnTo>
                    <a:pt x="5541264" y="5213032"/>
                  </a:lnTo>
                  <a:lnTo>
                    <a:pt x="5546471" y="5213032"/>
                  </a:lnTo>
                  <a:lnTo>
                    <a:pt x="5546471" y="5193982"/>
                  </a:lnTo>
                  <a:close/>
                </a:path>
                <a:path w="10424160" h="5213350">
                  <a:moveTo>
                    <a:pt x="5551805" y="5193982"/>
                  </a:moveTo>
                  <a:lnTo>
                    <a:pt x="5546598" y="5193982"/>
                  </a:lnTo>
                  <a:lnTo>
                    <a:pt x="5546598" y="5213032"/>
                  </a:lnTo>
                  <a:lnTo>
                    <a:pt x="5551805" y="5213032"/>
                  </a:lnTo>
                  <a:lnTo>
                    <a:pt x="5556123" y="5208765"/>
                  </a:lnTo>
                  <a:lnTo>
                    <a:pt x="5556123" y="5198249"/>
                  </a:lnTo>
                  <a:lnTo>
                    <a:pt x="5551805" y="5193982"/>
                  </a:lnTo>
                  <a:close/>
                </a:path>
                <a:path w="10424160" h="5213350">
                  <a:moveTo>
                    <a:pt x="5508371" y="5193982"/>
                  </a:moveTo>
                  <a:lnTo>
                    <a:pt x="5503164" y="5193982"/>
                  </a:lnTo>
                  <a:lnTo>
                    <a:pt x="5498846" y="5198249"/>
                  </a:lnTo>
                  <a:lnTo>
                    <a:pt x="5498846" y="5208765"/>
                  </a:lnTo>
                  <a:lnTo>
                    <a:pt x="5503164" y="5213032"/>
                  </a:lnTo>
                  <a:lnTo>
                    <a:pt x="5508371" y="5213032"/>
                  </a:lnTo>
                  <a:lnTo>
                    <a:pt x="5508371" y="5193982"/>
                  </a:lnTo>
                  <a:close/>
                </a:path>
                <a:path w="10424160" h="5213350">
                  <a:moveTo>
                    <a:pt x="5513705" y="5193982"/>
                  </a:moveTo>
                  <a:lnTo>
                    <a:pt x="5508371" y="5193982"/>
                  </a:lnTo>
                  <a:lnTo>
                    <a:pt x="5508371" y="5213032"/>
                  </a:lnTo>
                  <a:lnTo>
                    <a:pt x="5513705" y="5213032"/>
                  </a:lnTo>
                  <a:lnTo>
                    <a:pt x="5517896" y="5208765"/>
                  </a:lnTo>
                  <a:lnTo>
                    <a:pt x="5517896" y="5198249"/>
                  </a:lnTo>
                  <a:lnTo>
                    <a:pt x="5513705" y="5193982"/>
                  </a:lnTo>
                  <a:close/>
                </a:path>
                <a:path w="10424160" h="5213350">
                  <a:moveTo>
                    <a:pt x="5470271" y="5193982"/>
                  </a:moveTo>
                  <a:lnTo>
                    <a:pt x="5465064" y="5193982"/>
                  </a:lnTo>
                  <a:lnTo>
                    <a:pt x="5460746" y="5198249"/>
                  </a:lnTo>
                  <a:lnTo>
                    <a:pt x="5460746" y="5208765"/>
                  </a:lnTo>
                  <a:lnTo>
                    <a:pt x="5465064" y="5213032"/>
                  </a:lnTo>
                  <a:lnTo>
                    <a:pt x="5470271" y="5213032"/>
                  </a:lnTo>
                  <a:lnTo>
                    <a:pt x="5470271" y="5193982"/>
                  </a:lnTo>
                  <a:close/>
                </a:path>
                <a:path w="10424160" h="5213350">
                  <a:moveTo>
                    <a:pt x="5475605" y="5193982"/>
                  </a:moveTo>
                  <a:lnTo>
                    <a:pt x="5470271" y="5193982"/>
                  </a:lnTo>
                  <a:lnTo>
                    <a:pt x="5470271" y="5213032"/>
                  </a:lnTo>
                  <a:lnTo>
                    <a:pt x="5475605" y="5213032"/>
                  </a:lnTo>
                  <a:lnTo>
                    <a:pt x="5479796" y="5208765"/>
                  </a:lnTo>
                  <a:lnTo>
                    <a:pt x="5479796" y="5198249"/>
                  </a:lnTo>
                  <a:lnTo>
                    <a:pt x="5475605" y="5193982"/>
                  </a:lnTo>
                  <a:close/>
                </a:path>
                <a:path w="10424160" h="5213350">
                  <a:moveTo>
                    <a:pt x="5432171" y="5193982"/>
                  </a:moveTo>
                  <a:lnTo>
                    <a:pt x="5426964" y="5193982"/>
                  </a:lnTo>
                  <a:lnTo>
                    <a:pt x="5422646" y="5198249"/>
                  </a:lnTo>
                  <a:lnTo>
                    <a:pt x="5422646" y="5208765"/>
                  </a:lnTo>
                  <a:lnTo>
                    <a:pt x="5426964" y="5213032"/>
                  </a:lnTo>
                  <a:lnTo>
                    <a:pt x="5432171" y="5213032"/>
                  </a:lnTo>
                  <a:lnTo>
                    <a:pt x="5432171" y="5193982"/>
                  </a:lnTo>
                  <a:close/>
                </a:path>
                <a:path w="10424160" h="5213350">
                  <a:moveTo>
                    <a:pt x="5437505" y="5193982"/>
                  </a:moveTo>
                  <a:lnTo>
                    <a:pt x="5432171" y="5193982"/>
                  </a:lnTo>
                  <a:lnTo>
                    <a:pt x="5432171" y="5213032"/>
                  </a:lnTo>
                  <a:lnTo>
                    <a:pt x="5437505" y="5213032"/>
                  </a:lnTo>
                  <a:lnTo>
                    <a:pt x="5441696" y="5208765"/>
                  </a:lnTo>
                  <a:lnTo>
                    <a:pt x="5441696" y="5198249"/>
                  </a:lnTo>
                  <a:lnTo>
                    <a:pt x="5437505" y="5193982"/>
                  </a:lnTo>
                  <a:close/>
                </a:path>
                <a:path w="10424160" h="5213350">
                  <a:moveTo>
                    <a:pt x="5394071" y="5193982"/>
                  </a:moveTo>
                  <a:lnTo>
                    <a:pt x="5388737" y="5193982"/>
                  </a:lnTo>
                  <a:lnTo>
                    <a:pt x="5384546" y="5198249"/>
                  </a:lnTo>
                  <a:lnTo>
                    <a:pt x="5384546" y="5208765"/>
                  </a:lnTo>
                  <a:lnTo>
                    <a:pt x="5388737" y="5213032"/>
                  </a:lnTo>
                  <a:lnTo>
                    <a:pt x="5394071" y="5213032"/>
                  </a:lnTo>
                  <a:lnTo>
                    <a:pt x="5394071" y="5193982"/>
                  </a:lnTo>
                  <a:close/>
                </a:path>
                <a:path w="10424160" h="5213350">
                  <a:moveTo>
                    <a:pt x="5399278" y="5193982"/>
                  </a:moveTo>
                  <a:lnTo>
                    <a:pt x="5394071" y="5193982"/>
                  </a:lnTo>
                  <a:lnTo>
                    <a:pt x="5394071" y="5213032"/>
                  </a:lnTo>
                  <a:lnTo>
                    <a:pt x="5399278" y="5213032"/>
                  </a:lnTo>
                  <a:lnTo>
                    <a:pt x="5403596" y="5208765"/>
                  </a:lnTo>
                  <a:lnTo>
                    <a:pt x="5403596" y="5198249"/>
                  </a:lnTo>
                  <a:lnTo>
                    <a:pt x="5399278" y="5193982"/>
                  </a:lnTo>
                  <a:close/>
                </a:path>
                <a:path w="10424160" h="5213350">
                  <a:moveTo>
                    <a:pt x="5355971" y="5193982"/>
                  </a:moveTo>
                  <a:lnTo>
                    <a:pt x="5350637" y="5193982"/>
                  </a:lnTo>
                  <a:lnTo>
                    <a:pt x="5346446" y="5198249"/>
                  </a:lnTo>
                  <a:lnTo>
                    <a:pt x="5346446" y="5208765"/>
                  </a:lnTo>
                  <a:lnTo>
                    <a:pt x="5350637" y="5213032"/>
                  </a:lnTo>
                  <a:lnTo>
                    <a:pt x="5355971" y="5213032"/>
                  </a:lnTo>
                  <a:lnTo>
                    <a:pt x="5355971" y="5193982"/>
                  </a:lnTo>
                  <a:close/>
                </a:path>
                <a:path w="10424160" h="5213350">
                  <a:moveTo>
                    <a:pt x="5361178" y="5193982"/>
                  </a:moveTo>
                  <a:lnTo>
                    <a:pt x="5355971" y="5193982"/>
                  </a:lnTo>
                  <a:lnTo>
                    <a:pt x="5355971" y="5213032"/>
                  </a:lnTo>
                  <a:lnTo>
                    <a:pt x="5361178" y="5213032"/>
                  </a:lnTo>
                  <a:lnTo>
                    <a:pt x="5365496" y="5208765"/>
                  </a:lnTo>
                  <a:lnTo>
                    <a:pt x="5365496" y="5198249"/>
                  </a:lnTo>
                  <a:lnTo>
                    <a:pt x="5361178" y="5193982"/>
                  </a:lnTo>
                  <a:close/>
                </a:path>
                <a:path w="10424160" h="5213350">
                  <a:moveTo>
                    <a:pt x="5317871" y="5193982"/>
                  </a:moveTo>
                  <a:lnTo>
                    <a:pt x="5312537" y="5193982"/>
                  </a:lnTo>
                  <a:lnTo>
                    <a:pt x="5308346" y="5198249"/>
                  </a:lnTo>
                  <a:lnTo>
                    <a:pt x="5308346" y="5208765"/>
                  </a:lnTo>
                  <a:lnTo>
                    <a:pt x="5312537" y="5213032"/>
                  </a:lnTo>
                  <a:lnTo>
                    <a:pt x="5317871" y="5213032"/>
                  </a:lnTo>
                  <a:lnTo>
                    <a:pt x="5317871" y="5193982"/>
                  </a:lnTo>
                  <a:close/>
                </a:path>
                <a:path w="10424160" h="5213350">
                  <a:moveTo>
                    <a:pt x="5323078" y="5193982"/>
                  </a:moveTo>
                  <a:lnTo>
                    <a:pt x="5317871" y="5193982"/>
                  </a:lnTo>
                  <a:lnTo>
                    <a:pt x="5317871" y="5213032"/>
                  </a:lnTo>
                  <a:lnTo>
                    <a:pt x="5323078" y="5213032"/>
                  </a:lnTo>
                  <a:lnTo>
                    <a:pt x="5327396" y="5208765"/>
                  </a:lnTo>
                  <a:lnTo>
                    <a:pt x="5327396" y="5198249"/>
                  </a:lnTo>
                  <a:lnTo>
                    <a:pt x="5323078" y="5193982"/>
                  </a:lnTo>
                  <a:close/>
                </a:path>
                <a:path w="10424160" h="5213350">
                  <a:moveTo>
                    <a:pt x="5279644" y="5193982"/>
                  </a:moveTo>
                  <a:lnTo>
                    <a:pt x="5274437" y="5193982"/>
                  </a:lnTo>
                  <a:lnTo>
                    <a:pt x="5270119" y="5198249"/>
                  </a:lnTo>
                  <a:lnTo>
                    <a:pt x="5270119" y="5208765"/>
                  </a:lnTo>
                  <a:lnTo>
                    <a:pt x="5274437" y="5213032"/>
                  </a:lnTo>
                  <a:lnTo>
                    <a:pt x="5279644" y="5213032"/>
                  </a:lnTo>
                  <a:lnTo>
                    <a:pt x="5279644" y="5193982"/>
                  </a:lnTo>
                  <a:close/>
                </a:path>
                <a:path w="10424160" h="5213350">
                  <a:moveTo>
                    <a:pt x="5284978" y="5193982"/>
                  </a:moveTo>
                  <a:lnTo>
                    <a:pt x="5279771" y="5193982"/>
                  </a:lnTo>
                  <a:lnTo>
                    <a:pt x="5279771" y="5213032"/>
                  </a:lnTo>
                  <a:lnTo>
                    <a:pt x="5284978" y="5213032"/>
                  </a:lnTo>
                  <a:lnTo>
                    <a:pt x="5289296" y="5208765"/>
                  </a:lnTo>
                  <a:lnTo>
                    <a:pt x="5289296" y="5198249"/>
                  </a:lnTo>
                  <a:lnTo>
                    <a:pt x="5284978" y="5193982"/>
                  </a:lnTo>
                  <a:close/>
                </a:path>
                <a:path w="10424160" h="5213350">
                  <a:moveTo>
                    <a:pt x="5241544" y="5193982"/>
                  </a:moveTo>
                  <a:lnTo>
                    <a:pt x="5236337" y="5193982"/>
                  </a:lnTo>
                  <a:lnTo>
                    <a:pt x="5232019" y="5198249"/>
                  </a:lnTo>
                  <a:lnTo>
                    <a:pt x="5232019" y="5208765"/>
                  </a:lnTo>
                  <a:lnTo>
                    <a:pt x="5236337" y="5213032"/>
                  </a:lnTo>
                  <a:lnTo>
                    <a:pt x="5241544" y="5213032"/>
                  </a:lnTo>
                  <a:lnTo>
                    <a:pt x="5241544" y="5193982"/>
                  </a:lnTo>
                  <a:close/>
                </a:path>
                <a:path w="10424160" h="5213350">
                  <a:moveTo>
                    <a:pt x="5246878" y="5193982"/>
                  </a:moveTo>
                  <a:lnTo>
                    <a:pt x="5241544" y="5193982"/>
                  </a:lnTo>
                  <a:lnTo>
                    <a:pt x="5241544" y="5213032"/>
                  </a:lnTo>
                  <a:lnTo>
                    <a:pt x="5246878" y="5213032"/>
                  </a:lnTo>
                  <a:lnTo>
                    <a:pt x="5251069" y="5208765"/>
                  </a:lnTo>
                  <a:lnTo>
                    <a:pt x="5251069" y="5198249"/>
                  </a:lnTo>
                  <a:lnTo>
                    <a:pt x="5246878" y="5193982"/>
                  </a:lnTo>
                  <a:close/>
                </a:path>
                <a:path w="10424160" h="5213350">
                  <a:moveTo>
                    <a:pt x="5203444" y="5193982"/>
                  </a:moveTo>
                  <a:lnTo>
                    <a:pt x="5198237" y="5193982"/>
                  </a:lnTo>
                  <a:lnTo>
                    <a:pt x="5193919" y="5198249"/>
                  </a:lnTo>
                  <a:lnTo>
                    <a:pt x="5193919" y="5208765"/>
                  </a:lnTo>
                  <a:lnTo>
                    <a:pt x="5198237" y="5213032"/>
                  </a:lnTo>
                  <a:lnTo>
                    <a:pt x="5203444" y="5213032"/>
                  </a:lnTo>
                  <a:lnTo>
                    <a:pt x="5203444" y="5193982"/>
                  </a:lnTo>
                  <a:close/>
                </a:path>
                <a:path w="10424160" h="5213350">
                  <a:moveTo>
                    <a:pt x="5208778" y="5193982"/>
                  </a:moveTo>
                  <a:lnTo>
                    <a:pt x="5203444" y="5193982"/>
                  </a:lnTo>
                  <a:lnTo>
                    <a:pt x="5203444" y="5213032"/>
                  </a:lnTo>
                  <a:lnTo>
                    <a:pt x="5208778" y="5213032"/>
                  </a:lnTo>
                  <a:lnTo>
                    <a:pt x="5212969" y="5208765"/>
                  </a:lnTo>
                  <a:lnTo>
                    <a:pt x="5212969" y="5198249"/>
                  </a:lnTo>
                  <a:lnTo>
                    <a:pt x="5208778" y="5193982"/>
                  </a:lnTo>
                  <a:close/>
                </a:path>
                <a:path w="10424160" h="5213350">
                  <a:moveTo>
                    <a:pt x="5165344" y="5193982"/>
                  </a:moveTo>
                  <a:lnTo>
                    <a:pt x="5160010" y="5193982"/>
                  </a:lnTo>
                  <a:lnTo>
                    <a:pt x="5155819" y="5198249"/>
                  </a:lnTo>
                  <a:lnTo>
                    <a:pt x="5155819" y="5208765"/>
                  </a:lnTo>
                  <a:lnTo>
                    <a:pt x="5160010" y="5213032"/>
                  </a:lnTo>
                  <a:lnTo>
                    <a:pt x="5165344" y="5213032"/>
                  </a:lnTo>
                  <a:lnTo>
                    <a:pt x="5165344" y="5193982"/>
                  </a:lnTo>
                  <a:close/>
                </a:path>
                <a:path w="10424160" h="5213350">
                  <a:moveTo>
                    <a:pt x="5170551" y="5193982"/>
                  </a:moveTo>
                  <a:lnTo>
                    <a:pt x="5165344" y="5193982"/>
                  </a:lnTo>
                  <a:lnTo>
                    <a:pt x="5165344" y="5213032"/>
                  </a:lnTo>
                  <a:lnTo>
                    <a:pt x="5170551" y="5213032"/>
                  </a:lnTo>
                  <a:lnTo>
                    <a:pt x="5174869" y="5208765"/>
                  </a:lnTo>
                  <a:lnTo>
                    <a:pt x="5174869" y="5198249"/>
                  </a:lnTo>
                  <a:lnTo>
                    <a:pt x="5170551" y="5193982"/>
                  </a:lnTo>
                  <a:close/>
                </a:path>
                <a:path w="10424160" h="5213350">
                  <a:moveTo>
                    <a:pt x="5127244" y="5193982"/>
                  </a:moveTo>
                  <a:lnTo>
                    <a:pt x="5121910" y="5193982"/>
                  </a:lnTo>
                  <a:lnTo>
                    <a:pt x="5117719" y="5198249"/>
                  </a:lnTo>
                  <a:lnTo>
                    <a:pt x="5117719" y="5208765"/>
                  </a:lnTo>
                  <a:lnTo>
                    <a:pt x="5121910" y="5213032"/>
                  </a:lnTo>
                  <a:lnTo>
                    <a:pt x="5127244" y="5213032"/>
                  </a:lnTo>
                  <a:lnTo>
                    <a:pt x="5127244" y="5193982"/>
                  </a:lnTo>
                  <a:close/>
                </a:path>
                <a:path w="10424160" h="5213350">
                  <a:moveTo>
                    <a:pt x="5132451" y="5193982"/>
                  </a:moveTo>
                  <a:lnTo>
                    <a:pt x="5127244" y="5193982"/>
                  </a:lnTo>
                  <a:lnTo>
                    <a:pt x="5127244" y="5213032"/>
                  </a:lnTo>
                  <a:lnTo>
                    <a:pt x="5132451" y="5213032"/>
                  </a:lnTo>
                  <a:lnTo>
                    <a:pt x="5136769" y="5208765"/>
                  </a:lnTo>
                  <a:lnTo>
                    <a:pt x="5136769" y="5198249"/>
                  </a:lnTo>
                  <a:lnTo>
                    <a:pt x="5132451" y="5193982"/>
                  </a:lnTo>
                  <a:close/>
                </a:path>
                <a:path w="10424160" h="5213350">
                  <a:moveTo>
                    <a:pt x="5089144" y="5193982"/>
                  </a:moveTo>
                  <a:lnTo>
                    <a:pt x="5083810" y="5193982"/>
                  </a:lnTo>
                  <a:lnTo>
                    <a:pt x="5079619" y="5198249"/>
                  </a:lnTo>
                  <a:lnTo>
                    <a:pt x="5079619" y="5208765"/>
                  </a:lnTo>
                  <a:lnTo>
                    <a:pt x="5083810" y="5213032"/>
                  </a:lnTo>
                  <a:lnTo>
                    <a:pt x="5089144" y="5213032"/>
                  </a:lnTo>
                  <a:lnTo>
                    <a:pt x="5089144" y="5193982"/>
                  </a:lnTo>
                  <a:close/>
                </a:path>
                <a:path w="10424160" h="5213350">
                  <a:moveTo>
                    <a:pt x="5094351" y="5193982"/>
                  </a:moveTo>
                  <a:lnTo>
                    <a:pt x="5089144" y="5193982"/>
                  </a:lnTo>
                  <a:lnTo>
                    <a:pt x="5089144" y="5213032"/>
                  </a:lnTo>
                  <a:lnTo>
                    <a:pt x="5094351" y="5213032"/>
                  </a:lnTo>
                  <a:lnTo>
                    <a:pt x="5098669" y="5208765"/>
                  </a:lnTo>
                  <a:lnTo>
                    <a:pt x="5098669" y="5198249"/>
                  </a:lnTo>
                  <a:lnTo>
                    <a:pt x="5094351" y="5193982"/>
                  </a:lnTo>
                  <a:close/>
                </a:path>
                <a:path w="10424160" h="5213350">
                  <a:moveTo>
                    <a:pt x="5050917" y="5193982"/>
                  </a:moveTo>
                  <a:lnTo>
                    <a:pt x="5045710" y="5193982"/>
                  </a:lnTo>
                  <a:lnTo>
                    <a:pt x="5041392" y="5198249"/>
                  </a:lnTo>
                  <a:lnTo>
                    <a:pt x="5041392" y="5208765"/>
                  </a:lnTo>
                  <a:lnTo>
                    <a:pt x="5045710" y="5213032"/>
                  </a:lnTo>
                  <a:lnTo>
                    <a:pt x="5050917" y="5213032"/>
                  </a:lnTo>
                  <a:lnTo>
                    <a:pt x="5050917" y="5193982"/>
                  </a:lnTo>
                  <a:close/>
                </a:path>
                <a:path w="10424160" h="5213350">
                  <a:moveTo>
                    <a:pt x="5056251" y="5193982"/>
                  </a:moveTo>
                  <a:lnTo>
                    <a:pt x="5051044" y="5193982"/>
                  </a:lnTo>
                  <a:lnTo>
                    <a:pt x="5051044" y="5213032"/>
                  </a:lnTo>
                  <a:lnTo>
                    <a:pt x="5056251" y="5213032"/>
                  </a:lnTo>
                  <a:lnTo>
                    <a:pt x="5060569" y="5208765"/>
                  </a:lnTo>
                  <a:lnTo>
                    <a:pt x="5060569" y="5198249"/>
                  </a:lnTo>
                  <a:lnTo>
                    <a:pt x="5056251" y="5193982"/>
                  </a:lnTo>
                  <a:close/>
                </a:path>
                <a:path w="10424160" h="5213350">
                  <a:moveTo>
                    <a:pt x="5012817" y="5193982"/>
                  </a:moveTo>
                  <a:lnTo>
                    <a:pt x="5007610" y="5193982"/>
                  </a:lnTo>
                  <a:lnTo>
                    <a:pt x="5003292" y="5198249"/>
                  </a:lnTo>
                  <a:lnTo>
                    <a:pt x="5003292" y="5208765"/>
                  </a:lnTo>
                  <a:lnTo>
                    <a:pt x="5007610" y="5213032"/>
                  </a:lnTo>
                  <a:lnTo>
                    <a:pt x="5012817" y="5213032"/>
                  </a:lnTo>
                  <a:lnTo>
                    <a:pt x="5012817" y="5193982"/>
                  </a:lnTo>
                  <a:close/>
                </a:path>
                <a:path w="10424160" h="5213350">
                  <a:moveTo>
                    <a:pt x="5018151" y="5193982"/>
                  </a:moveTo>
                  <a:lnTo>
                    <a:pt x="5012817" y="5193982"/>
                  </a:lnTo>
                  <a:lnTo>
                    <a:pt x="5012817" y="5213032"/>
                  </a:lnTo>
                  <a:lnTo>
                    <a:pt x="5018151" y="5213032"/>
                  </a:lnTo>
                  <a:lnTo>
                    <a:pt x="5022342" y="5208765"/>
                  </a:lnTo>
                  <a:lnTo>
                    <a:pt x="5022342" y="5198249"/>
                  </a:lnTo>
                  <a:lnTo>
                    <a:pt x="5018151" y="5193982"/>
                  </a:lnTo>
                  <a:close/>
                </a:path>
                <a:path w="10424160" h="5213350">
                  <a:moveTo>
                    <a:pt x="4974717" y="5193982"/>
                  </a:moveTo>
                  <a:lnTo>
                    <a:pt x="4969510" y="5193982"/>
                  </a:lnTo>
                  <a:lnTo>
                    <a:pt x="4965192" y="5198249"/>
                  </a:lnTo>
                  <a:lnTo>
                    <a:pt x="4965192" y="5208765"/>
                  </a:lnTo>
                  <a:lnTo>
                    <a:pt x="4969510" y="5213032"/>
                  </a:lnTo>
                  <a:lnTo>
                    <a:pt x="4974717" y="5213032"/>
                  </a:lnTo>
                  <a:lnTo>
                    <a:pt x="4974717" y="5193982"/>
                  </a:lnTo>
                  <a:close/>
                </a:path>
                <a:path w="10424160" h="5213350">
                  <a:moveTo>
                    <a:pt x="4980051" y="5193982"/>
                  </a:moveTo>
                  <a:lnTo>
                    <a:pt x="4974717" y="5193982"/>
                  </a:lnTo>
                  <a:lnTo>
                    <a:pt x="4974717" y="5213032"/>
                  </a:lnTo>
                  <a:lnTo>
                    <a:pt x="4980051" y="5213032"/>
                  </a:lnTo>
                  <a:lnTo>
                    <a:pt x="4984242" y="5208765"/>
                  </a:lnTo>
                  <a:lnTo>
                    <a:pt x="4984242" y="5198249"/>
                  </a:lnTo>
                  <a:lnTo>
                    <a:pt x="4980051" y="5193982"/>
                  </a:lnTo>
                  <a:close/>
                </a:path>
                <a:path w="10424160" h="5213350">
                  <a:moveTo>
                    <a:pt x="4936617" y="5193982"/>
                  </a:moveTo>
                  <a:lnTo>
                    <a:pt x="4931410" y="5193982"/>
                  </a:lnTo>
                  <a:lnTo>
                    <a:pt x="4927092" y="5198249"/>
                  </a:lnTo>
                  <a:lnTo>
                    <a:pt x="4927092" y="5208765"/>
                  </a:lnTo>
                  <a:lnTo>
                    <a:pt x="4931410" y="5213032"/>
                  </a:lnTo>
                  <a:lnTo>
                    <a:pt x="4936617" y="5213032"/>
                  </a:lnTo>
                  <a:lnTo>
                    <a:pt x="4936617" y="5193982"/>
                  </a:lnTo>
                  <a:close/>
                </a:path>
                <a:path w="10424160" h="5213350">
                  <a:moveTo>
                    <a:pt x="4941951" y="5193982"/>
                  </a:moveTo>
                  <a:lnTo>
                    <a:pt x="4936617" y="5193982"/>
                  </a:lnTo>
                  <a:lnTo>
                    <a:pt x="4936617" y="5213032"/>
                  </a:lnTo>
                  <a:lnTo>
                    <a:pt x="4941951" y="5213032"/>
                  </a:lnTo>
                  <a:lnTo>
                    <a:pt x="4946142" y="5208765"/>
                  </a:lnTo>
                  <a:lnTo>
                    <a:pt x="4946142" y="5198249"/>
                  </a:lnTo>
                  <a:lnTo>
                    <a:pt x="4941951" y="5193982"/>
                  </a:lnTo>
                  <a:close/>
                </a:path>
                <a:path w="10424160" h="5213350">
                  <a:moveTo>
                    <a:pt x="4898517" y="5193982"/>
                  </a:moveTo>
                  <a:lnTo>
                    <a:pt x="4893183" y="5193982"/>
                  </a:lnTo>
                  <a:lnTo>
                    <a:pt x="4888992" y="5198249"/>
                  </a:lnTo>
                  <a:lnTo>
                    <a:pt x="4888992" y="5208765"/>
                  </a:lnTo>
                  <a:lnTo>
                    <a:pt x="4893183" y="5213032"/>
                  </a:lnTo>
                  <a:lnTo>
                    <a:pt x="4898517" y="5213032"/>
                  </a:lnTo>
                  <a:lnTo>
                    <a:pt x="4898517" y="5193982"/>
                  </a:lnTo>
                  <a:close/>
                </a:path>
                <a:path w="10424160" h="5213350">
                  <a:moveTo>
                    <a:pt x="4903724" y="5193982"/>
                  </a:moveTo>
                  <a:lnTo>
                    <a:pt x="4898517" y="5193982"/>
                  </a:lnTo>
                  <a:lnTo>
                    <a:pt x="4898517" y="5213032"/>
                  </a:lnTo>
                  <a:lnTo>
                    <a:pt x="4903724" y="5213032"/>
                  </a:lnTo>
                  <a:lnTo>
                    <a:pt x="4908042" y="5208765"/>
                  </a:lnTo>
                  <a:lnTo>
                    <a:pt x="4908042" y="5198249"/>
                  </a:lnTo>
                  <a:lnTo>
                    <a:pt x="4903724" y="5193982"/>
                  </a:lnTo>
                  <a:close/>
                </a:path>
                <a:path w="10424160" h="5213350">
                  <a:moveTo>
                    <a:pt x="4860417" y="5193982"/>
                  </a:moveTo>
                  <a:lnTo>
                    <a:pt x="4855083" y="5193982"/>
                  </a:lnTo>
                  <a:lnTo>
                    <a:pt x="4850892" y="5198249"/>
                  </a:lnTo>
                  <a:lnTo>
                    <a:pt x="4850892" y="5208765"/>
                  </a:lnTo>
                  <a:lnTo>
                    <a:pt x="4855083" y="5213032"/>
                  </a:lnTo>
                  <a:lnTo>
                    <a:pt x="4860417" y="5213032"/>
                  </a:lnTo>
                  <a:lnTo>
                    <a:pt x="4860417" y="5193982"/>
                  </a:lnTo>
                  <a:close/>
                </a:path>
                <a:path w="10424160" h="5213350">
                  <a:moveTo>
                    <a:pt x="4865624" y="5193982"/>
                  </a:moveTo>
                  <a:lnTo>
                    <a:pt x="4860417" y="5193982"/>
                  </a:lnTo>
                  <a:lnTo>
                    <a:pt x="4860417" y="5213032"/>
                  </a:lnTo>
                  <a:lnTo>
                    <a:pt x="4865624" y="5213032"/>
                  </a:lnTo>
                  <a:lnTo>
                    <a:pt x="4869942" y="5208765"/>
                  </a:lnTo>
                  <a:lnTo>
                    <a:pt x="4869942" y="5198249"/>
                  </a:lnTo>
                  <a:lnTo>
                    <a:pt x="4865624" y="5193982"/>
                  </a:lnTo>
                  <a:close/>
                </a:path>
                <a:path w="10424160" h="5213350">
                  <a:moveTo>
                    <a:pt x="4822317" y="5193982"/>
                  </a:moveTo>
                  <a:lnTo>
                    <a:pt x="4816983" y="5193982"/>
                  </a:lnTo>
                  <a:lnTo>
                    <a:pt x="4812792" y="5198249"/>
                  </a:lnTo>
                  <a:lnTo>
                    <a:pt x="4812792" y="5208765"/>
                  </a:lnTo>
                  <a:lnTo>
                    <a:pt x="4816983" y="5213032"/>
                  </a:lnTo>
                  <a:lnTo>
                    <a:pt x="4822317" y="5213032"/>
                  </a:lnTo>
                  <a:lnTo>
                    <a:pt x="4822317" y="5193982"/>
                  </a:lnTo>
                  <a:close/>
                </a:path>
                <a:path w="10424160" h="5213350">
                  <a:moveTo>
                    <a:pt x="4827524" y="5193982"/>
                  </a:moveTo>
                  <a:lnTo>
                    <a:pt x="4822317" y="5193982"/>
                  </a:lnTo>
                  <a:lnTo>
                    <a:pt x="4822317" y="5213032"/>
                  </a:lnTo>
                  <a:lnTo>
                    <a:pt x="4827524" y="5213032"/>
                  </a:lnTo>
                  <a:lnTo>
                    <a:pt x="4831842" y="5208765"/>
                  </a:lnTo>
                  <a:lnTo>
                    <a:pt x="4831842" y="5198249"/>
                  </a:lnTo>
                  <a:lnTo>
                    <a:pt x="4827524" y="5193982"/>
                  </a:lnTo>
                  <a:close/>
                </a:path>
                <a:path w="10424160" h="5213350">
                  <a:moveTo>
                    <a:pt x="4784090" y="5193982"/>
                  </a:moveTo>
                  <a:lnTo>
                    <a:pt x="4778883" y="5193982"/>
                  </a:lnTo>
                  <a:lnTo>
                    <a:pt x="4774565" y="5198249"/>
                  </a:lnTo>
                  <a:lnTo>
                    <a:pt x="4774565" y="5208765"/>
                  </a:lnTo>
                  <a:lnTo>
                    <a:pt x="4778883" y="5213032"/>
                  </a:lnTo>
                  <a:lnTo>
                    <a:pt x="4784090" y="5213032"/>
                  </a:lnTo>
                  <a:lnTo>
                    <a:pt x="4784090" y="5193982"/>
                  </a:lnTo>
                  <a:close/>
                </a:path>
                <a:path w="10424160" h="5213350">
                  <a:moveTo>
                    <a:pt x="4789424" y="5193982"/>
                  </a:moveTo>
                  <a:lnTo>
                    <a:pt x="4784217" y="5193982"/>
                  </a:lnTo>
                  <a:lnTo>
                    <a:pt x="4784217" y="5213032"/>
                  </a:lnTo>
                  <a:lnTo>
                    <a:pt x="4789424" y="5213032"/>
                  </a:lnTo>
                  <a:lnTo>
                    <a:pt x="4793742" y="5208765"/>
                  </a:lnTo>
                  <a:lnTo>
                    <a:pt x="4793742" y="5198249"/>
                  </a:lnTo>
                  <a:lnTo>
                    <a:pt x="4789424" y="5193982"/>
                  </a:lnTo>
                  <a:close/>
                </a:path>
                <a:path w="10424160" h="5213350">
                  <a:moveTo>
                    <a:pt x="4745990" y="5193982"/>
                  </a:moveTo>
                  <a:lnTo>
                    <a:pt x="4740783" y="5193982"/>
                  </a:lnTo>
                  <a:lnTo>
                    <a:pt x="4736465" y="5198249"/>
                  </a:lnTo>
                  <a:lnTo>
                    <a:pt x="4736465" y="5208765"/>
                  </a:lnTo>
                  <a:lnTo>
                    <a:pt x="4740783" y="5213032"/>
                  </a:lnTo>
                  <a:lnTo>
                    <a:pt x="4745990" y="5213032"/>
                  </a:lnTo>
                  <a:lnTo>
                    <a:pt x="4745990" y="5193982"/>
                  </a:lnTo>
                  <a:close/>
                </a:path>
                <a:path w="10424160" h="5213350">
                  <a:moveTo>
                    <a:pt x="4751324" y="5193982"/>
                  </a:moveTo>
                  <a:lnTo>
                    <a:pt x="4745990" y="5193982"/>
                  </a:lnTo>
                  <a:lnTo>
                    <a:pt x="4745990" y="5213032"/>
                  </a:lnTo>
                  <a:lnTo>
                    <a:pt x="4751324" y="5213032"/>
                  </a:lnTo>
                  <a:lnTo>
                    <a:pt x="4755515" y="5208765"/>
                  </a:lnTo>
                  <a:lnTo>
                    <a:pt x="4755515" y="5198249"/>
                  </a:lnTo>
                  <a:lnTo>
                    <a:pt x="4751324" y="5193982"/>
                  </a:lnTo>
                  <a:close/>
                </a:path>
                <a:path w="10424160" h="5213350">
                  <a:moveTo>
                    <a:pt x="4707890" y="5193982"/>
                  </a:moveTo>
                  <a:lnTo>
                    <a:pt x="4702683" y="5193982"/>
                  </a:lnTo>
                  <a:lnTo>
                    <a:pt x="4698365" y="5198249"/>
                  </a:lnTo>
                  <a:lnTo>
                    <a:pt x="4698365" y="5208765"/>
                  </a:lnTo>
                  <a:lnTo>
                    <a:pt x="4702683" y="5213032"/>
                  </a:lnTo>
                  <a:lnTo>
                    <a:pt x="4707890" y="5213032"/>
                  </a:lnTo>
                  <a:lnTo>
                    <a:pt x="4707890" y="5193982"/>
                  </a:lnTo>
                  <a:close/>
                </a:path>
                <a:path w="10424160" h="5213350">
                  <a:moveTo>
                    <a:pt x="4713224" y="5193982"/>
                  </a:moveTo>
                  <a:lnTo>
                    <a:pt x="4707890" y="5193982"/>
                  </a:lnTo>
                  <a:lnTo>
                    <a:pt x="4707890" y="5213032"/>
                  </a:lnTo>
                  <a:lnTo>
                    <a:pt x="4713224" y="5213032"/>
                  </a:lnTo>
                  <a:lnTo>
                    <a:pt x="4717415" y="5208765"/>
                  </a:lnTo>
                  <a:lnTo>
                    <a:pt x="4717415" y="5198249"/>
                  </a:lnTo>
                  <a:lnTo>
                    <a:pt x="4713224" y="5193982"/>
                  </a:lnTo>
                  <a:close/>
                </a:path>
                <a:path w="10424160" h="5213350">
                  <a:moveTo>
                    <a:pt x="4669790" y="5193982"/>
                  </a:moveTo>
                  <a:lnTo>
                    <a:pt x="4664583" y="5193982"/>
                  </a:lnTo>
                  <a:lnTo>
                    <a:pt x="4660265" y="5198249"/>
                  </a:lnTo>
                  <a:lnTo>
                    <a:pt x="4660265" y="5208765"/>
                  </a:lnTo>
                  <a:lnTo>
                    <a:pt x="4664583" y="5213032"/>
                  </a:lnTo>
                  <a:lnTo>
                    <a:pt x="4669790" y="5213032"/>
                  </a:lnTo>
                  <a:lnTo>
                    <a:pt x="4669790" y="5193982"/>
                  </a:lnTo>
                  <a:close/>
                </a:path>
                <a:path w="10424160" h="5213350">
                  <a:moveTo>
                    <a:pt x="4675124" y="5193982"/>
                  </a:moveTo>
                  <a:lnTo>
                    <a:pt x="4669790" y="5193982"/>
                  </a:lnTo>
                  <a:lnTo>
                    <a:pt x="4669790" y="5213032"/>
                  </a:lnTo>
                  <a:lnTo>
                    <a:pt x="4675124" y="5213032"/>
                  </a:lnTo>
                  <a:lnTo>
                    <a:pt x="4679315" y="5208765"/>
                  </a:lnTo>
                  <a:lnTo>
                    <a:pt x="4679315" y="5198249"/>
                  </a:lnTo>
                  <a:lnTo>
                    <a:pt x="4675124" y="5193982"/>
                  </a:lnTo>
                  <a:close/>
                </a:path>
                <a:path w="10424160" h="5213350">
                  <a:moveTo>
                    <a:pt x="4631690" y="5193982"/>
                  </a:moveTo>
                  <a:lnTo>
                    <a:pt x="4626356" y="5193982"/>
                  </a:lnTo>
                  <a:lnTo>
                    <a:pt x="4622165" y="5198249"/>
                  </a:lnTo>
                  <a:lnTo>
                    <a:pt x="4622165" y="5208765"/>
                  </a:lnTo>
                  <a:lnTo>
                    <a:pt x="4626356" y="5213032"/>
                  </a:lnTo>
                  <a:lnTo>
                    <a:pt x="4631690" y="5213032"/>
                  </a:lnTo>
                  <a:lnTo>
                    <a:pt x="4631690" y="5193982"/>
                  </a:lnTo>
                  <a:close/>
                </a:path>
                <a:path w="10424160" h="5213350">
                  <a:moveTo>
                    <a:pt x="4636897" y="5193982"/>
                  </a:moveTo>
                  <a:lnTo>
                    <a:pt x="4631690" y="5193982"/>
                  </a:lnTo>
                  <a:lnTo>
                    <a:pt x="4631690" y="5213032"/>
                  </a:lnTo>
                  <a:lnTo>
                    <a:pt x="4636897" y="5213032"/>
                  </a:lnTo>
                  <a:lnTo>
                    <a:pt x="4641215" y="5208765"/>
                  </a:lnTo>
                  <a:lnTo>
                    <a:pt x="4641215" y="5198249"/>
                  </a:lnTo>
                  <a:lnTo>
                    <a:pt x="4636897" y="5193982"/>
                  </a:lnTo>
                  <a:close/>
                </a:path>
                <a:path w="10424160" h="5213350">
                  <a:moveTo>
                    <a:pt x="4593590" y="5193982"/>
                  </a:moveTo>
                  <a:lnTo>
                    <a:pt x="4588256" y="5193982"/>
                  </a:lnTo>
                  <a:lnTo>
                    <a:pt x="4584065" y="5198249"/>
                  </a:lnTo>
                  <a:lnTo>
                    <a:pt x="4584065" y="5208765"/>
                  </a:lnTo>
                  <a:lnTo>
                    <a:pt x="4588256" y="5213032"/>
                  </a:lnTo>
                  <a:lnTo>
                    <a:pt x="4593590" y="5213032"/>
                  </a:lnTo>
                  <a:lnTo>
                    <a:pt x="4593590" y="5193982"/>
                  </a:lnTo>
                  <a:close/>
                </a:path>
                <a:path w="10424160" h="5213350">
                  <a:moveTo>
                    <a:pt x="4598797" y="5193982"/>
                  </a:moveTo>
                  <a:lnTo>
                    <a:pt x="4593590" y="5193982"/>
                  </a:lnTo>
                  <a:lnTo>
                    <a:pt x="4593590" y="5213032"/>
                  </a:lnTo>
                  <a:lnTo>
                    <a:pt x="4598797" y="5213032"/>
                  </a:lnTo>
                  <a:lnTo>
                    <a:pt x="4603115" y="5208765"/>
                  </a:lnTo>
                  <a:lnTo>
                    <a:pt x="4603115" y="5198249"/>
                  </a:lnTo>
                  <a:lnTo>
                    <a:pt x="4598797" y="5193982"/>
                  </a:lnTo>
                  <a:close/>
                </a:path>
                <a:path w="10424160" h="5213350">
                  <a:moveTo>
                    <a:pt x="4555363" y="5193982"/>
                  </a:moveTo>
                  <a:lnTo>
                    <a:pt x="4550156" y="5193982"/>
                  </a:lnTo>
                  <a:lnTo>
                    <a:pt x="4545838" y="5198249"/>
                  </a:lnTo>
                  <a:lnTo>
                    <a:pt x="4545838" y="5208765"/>
                  </a:lnTo>
                  <a:lnTo>
                    <a:pt x="4550156" y="5213032"/>
                  </a:lnTo>
                  <a:lnTo>
                    <a:pt x="4555363" y="5213032"/>
                  </a:lnTo>
                  <a:lnTo>
                    <a:pt x="4555363" y="5193982"/>
                  </a:lnTo>
                  <a:close/>
                </a:path>
                <a:path w="10424160" h="5213350">
                  <a:moveTo>
                    <a:pt x="4555490" y="5206682"/>
                  </a:moveTo>
                  <a:lnTo>
                    <a:pt x="4555363" y="5206682"/>
                  </a:lnTo>
                  <a:lnTo>
                    <a:pt x="4555363" y="5213032"/>
                  </a:lnTo>
                  <a:lnTo>
                    <a:pt x="4555490" y="5213032"/>
                  </a:lnTo>
                  <a:lnTo>
                    <a:pt x="4555490" y="5206682"/>
                  </a:lnTo>
                  <a:close/>
                </a:path>
                <a:path w="10424160" h="5213350">
                  <a:moveTo>
                    <a:pt x="4560697" y="5193982"/>
                  </a:moveTo>
                  <a:lnTo>
                    <a:pt x="4555490" y="5193982"/>
                  </a:lnTo>
                  <a:lnTo>
                    <a:pt x="4555490" y="5213032"/>
                  </a:lnTo>
                  <a:lnTo>
                    <a:pt x="4560697" y="5213032"/>
                  </a:lnTo>
                  <a:lnTo>
                    <a:pt x="4565015" y="5208765"/>
                  </a:lnTo>
                  <a:lnTo>
                    <a:pt x="4565015" y="5198249"/>
                  </a:lnTo>
                  <a:lnTo>
                    <a:pt x="4560697" y="5193982"/>
                  </a:lnTo>
                  <a:close/>
                </a:path>
                <a:path w="10424160" h="5213350">
                  <a:moveTo>
                    <a:pt x="4555490" y="5193982"/>
                  </a:moveTo>
                  <a:lnTo>
                    <a:pt x="4555363" y="5193982"/>
                  </a:lnTo>
                  <a:lnTo>
                    <a:pt x="4555363" y="5200332"/>
                  </a:lnTo>
                  <a:lnTo>
                    <a:pt x="4555490" y="5200332"/>
                  </a:lnTo>
                  <a:lnTo>
                    <a:pt x="4555490" y="5193982"/>
                  </a:lnTo>
                  <a:close/>
                </a:path>
                <a:path w="10424160" h="5213350">
                  <a:moveTo>
                    <a:pt x="4517263" y="5193982"/>
                  </a:moveTo>
                  <a:lnTo>
                    <a:pt x="4512056" y="5193982"/>
                  </a:lnTo>
                  <a:lnTo>
                    <a:pt x="4507738" y="5198249"/>
                  </a:lnTo>
                  <a:lnTo>
                    <a:pt x="4507738" y="5208765"/>
                  </a:lnTo>
                  <a:lnTo>
                    <a:pt x="4512056" y="5213032"/>
                  </a:lnTo>
                  <a:lnTo>
                    <a:pt x="4517263" y="5213032"/>
                  </a:lnTo>
                  <a:lnTo>
                    <a:pt x="4517263" y="5193982"/>
                  </a:lnTo>
                  <a:close/>
                </a:path>
                <a:path w="10424160" h="5213350">
                  <a:moveTo>
                    <a:pt x="4522597" y="5193982"/>
                  </a:moveTo>
                  <a:lnTo>
                    <a:pt x="4517263" y="5193982"/>
                  </a:lnTo>
                  <a:lnTo>
                    <a:pt x="4517263" y="5213032"/>
                  </a:lnTo>
                  <a:lnTo>
                    <a:pt x="4522597" y="5213032"/>
                  </a:lnTo>
                  <a:lnTo>
                    <a:pt x="4526788" y="5208765"/>
                  </a:lnTo>
                  <a:lnTo>
                    <a:pt x="4526788" y="5198249"/>
                  </a:lnTo>
                  <a:lnTo>
                    <a:pt x="4522597" y="5193982"/>
                  </a:lnTo>
                  <a:close/>
                </a:path>
                <a:path w="10424160" h="5213350">
                  <a:moveTo>
                    <a:pt x="4479163" y="5193982"/>
                  </a:moveTo>
                  <a:lnTo>
                    <a:pt x="4473956" y="5193982"/>
                  </a:lnTo>
                  <a:lnTo>
                    <a:pt x="4469638" y="5198249"/>
                  </a:lnTo>
                  <a:lnTo>
                    <a:pt x="4469638" y="5208765"/>
                  </a:lnTo>
                  <a:lnTo>
                    <a:pt x="4473956" y="5213032"/>
                  </a:lnTo>
                  <a:lnTo>
                    <a:pt x="4479163" y="5213032"/>
                  </a:lnTo>
                  <a:lnTo>
                    <a:pt x="4479163" y="5193982"/>
                  </a:lnTo>
                  <a:close/>
                </a:path>
                <a:path w="10424160" h="5213350">
                  <a:moveTo>
                    <a:pt x="4484497" y="5193982"/>
                  </a:moveTo>
                  <a:lnTo>
                    <a:pt x="4479163" y="5193982"/>
                  </a:lnTo>
                  <a:lnTo>
                    <a:pt x="4479163" y="5213032"/>
                  </a:lnTo>
                  <a:lnTo>
                    <a:pt x="4484497" y="5213032"/>
                  </a:lnTo>
                  <a:lnTo>
                    <a:pt x="4488688" y="5208765"/>
                  </a:lnTo>
                  <a:lnTo>
                    <a:pt x="4488688" y="5198249"/>
                  </a:lnTo>
                  <a:lnTo>
                    <a:pt x="4484497" y="5193982"/>
                  </a:lnTo>
                  <a:close/>
                </a:path>
                <a:path w="10424160" h="5213350">
                  <a:moveTo>
                    <a:pt x="4441063" y="5193982"/>
                  </a:moveTo>
                  <a:lnTo>
                    <a:pt x="4435856" y="5193982"/>
                  </a:lnTo>
                  <a:lnTo>
                    <a:pt x="4431538" y="5198249"/>
                  </a:lnTo>
                  <a:lnTo>
                    <a:pt x="4431538" y="5208765"/>
                  </a:lnTo>
                  <a:lnTo>
                    <a:pt x="4435856" y="5213032"/>
                  </a:lnTo>
                  <a:lnTo>
                    <a:pt x="4441063" y="5213032"/>
                  </a:lnTo>
                  <a:lnTo>
                    <a:pt x="4441063" y="5193982"/>
                  </a:lnTo>
                  <a:close/>
                </a:path>
                <a:path w="10424160" h="5213350">
                  <a:moveTo>
                    <a:pt x="4446397" y="5193982"/>
                  </a:moveTo>
                  <a:lnTo>
                    <a:pt x="4441063" y="5193982"/>
                  </a:lnTo>
                  <a:lnTo>
                    <a:pt x="4441063" y="5213032"/>
                  </a:lnTo>
                  <a:lnTo>
                    <a:pt x="4446397" y="5213032"/>
                  </a:lnTo>
                  <a:lnTo>
                    <a:pt x="4450588" y="5208765"/>
                  </a:lnTo>
                  <a:lnTo>
                    <a:pt x="4450588" y="5198249"/>
                  </a:lnTo>
                  <a:lnTo>
                    <a:pt x="4446397" y="5193982"/>
                  </a:lnTo>
                  <a:close/>
                </a:path>
                <a:path w="10424160" h="5213350">
                  <a:moveTo>
                    <a:pt x="4402963" y="5193982"/>
                  </a:moveTo>
                  <a:lnTo>
                    <a:pt x="4397629" y="5193982"/>
                  </a:lnTo>
                  <a:lnTo>
                    <a:pt x="4393438" y="5198249"/>
                  </a:lnTo>
                  <a:lnTo>
                    <a:pt x="4393438" y="5208765"/>
                  </a:lnTo>
                  <a:lnTo>
                    <a:pt x="4397629" y="5213032"/>
                  </a:lnTo>
                  <a:lnTo>
                    <a:pt x="4402963" y="5213032"/>
                  </a:lnTo>
                  <a:lnTo>
                    <a:pt x="4402963" y="5193982"/>
                  </a:lnTo>
                  <a:close/>
                </a:path>
                <a:path w="10424160" h="5213350">
                  <a:moveTo>
                    <a:pt x="4408170" y="5193982"/>
                  </a:moveTo>
                  <a:lnTo>
                    <a:pt x="4402963" y="5193982"/>
                  </a:lnTo>
                  <a:lnTo>
                    <a:pt x="4402963" y="5213032"/>
                  </a:lnTo>
                  <a:lnTo>
                    <a:pt x="4408170" y="5213032"/>
                  </a:lnTo>
                  <a:lnTo>
                    <a:pt x="4412488" y="5208765"/>
                  </a:lnTo>
                  <a:lnTo>
                    <a:pt x="4412488" y="5198249"/>
                  </a:lnTo>
                  <a:lnTo>
                    <a:pt x="4408170" y="5193982"/>
                  </a:lnTo>
                  <a:close/>
                </a:path>
                <a:path w="10424160" h="5213350">
                  <a:moveTo>
                    <a:pt x="4364863" y="5193982"/>
                  </a:moveTo>
                  <a:lnTo>
                    <a:pt x="4359529" y="5193982"/>
                  </a:lnTo>
                  <a:lnTo>
                    <a:pt x="4355338" y="5198249"/>
                  </a:lnTo>
                  <a:lnTo>
                    <a:pt x="4355338" y="5208765"/>
                  </a:lnTo>
                  <a:lnTo>
                    <a:pt x="4359529" y="5213032"/>
                  </a:lnTo>
                  <a:lnTo>
                    <a:pt x="4364863" y="5213032"/>
                  </a:lnTo>
                  <a:lnTo>
                    <a:pt x="4364863" y="5193982"/>
                  </a:lnTo>
                  <a:close/>
                </a:path>
                <a:path w="10424160" h="5213350">
                  <a:moveTo>
                    <a:pt x="4370070" y="5193982"/>
                  </a:moveTo>
                  <a:lnTo>
                    <a:pt x="4364863" y="5193982"/>
                  </a:lnTo>
                  <a:lnTo>
                    <a:pt x="4364863" y="5213032"/>
                  </a:lnTo>
                  <a:lnTo>
                    <a:pt x="4370070" y="5213032"/>
                  </a:lnTo>
                  <a:lnTo>
                    <a:pt x="4374388" y="5208765"/>
                  </a:lnTo>
                  <a:lnTo>
                    <a:pt x="4374388" y="5198249"/>
                  </a:lnTo>
                  <a:lnTo>
                    <a:pt x="4370070" y="5193982"/>
                  </a:lnTo>
                  <a:close/>
                </a:path>
                <a:path w="10424160" h="5213350">
                  <a:moveTo>
                    <a:pt x="4326763" y="5193982"/>
                  </a:moveTo>
                  <a:lnTo>
                    <a:pt x="4321429" y="5193982"/>
                  </a:lnTo>
                  <a:lnTo>
                    <a:pt x="4317238" y="5198249"/>
                  </a:lnTo>
                  <a:lnTo>
                    <a:pt x="4317238" y="5208765"/>
                  </a:lnTo>
                  <a:lnTo>
                    <a:pt x="4321429" y="5213032"/>
                  </a:lnTo>
                  <a:lnTo>
                    <a:pt x="4326763" y="5213032"/>
                  </a:lnTo>
                  <a:lnTo>
                    <a:pt x="4326763" y="5193982"/>
                  </a:lnTo>
                  <a:close/>
                </a:path>
                <a:path w="10424160" h="5213350">
                  <a:moveTo>
                    <a:pt x="4331970" y="5193982"/>
                  </a:moveTo>
                  <a:lnTo>
                    <a:pt x="4326763" y="5193982"/>
                  </a:lnTo>
                  <a:lnTo>
                    <a:pt x="4326763" y="5213032"/>
                  </a:lnTo>
                  <a:lnTo>
                    <a:pt x="4331970" y="5213032"/>
                  </a:lnTo>
                  <a:lnTo>
                    <a:pt x="4336288" y="5208765"/>
                  </a:lnTo>
                  <a:lnTo>
                    <a:pt x="4336288" y="5198249"/>
                  </a:lnTo>
                  <a:lnTo>
                    <a:pt x="4331970" y="5193982"/>
                  </a:lnTo>
                  <a:close/>
                </a:path>
                <a:path w="10424160" h="5213350">
                  <a:moveTo>
                    <a:pt x="4288536" y="5193982"/>
                  </a:moveTo>
                  <a:lnTo>
                    <a:pt x="4283329" y="5193982"/>
                  </a:lnTo>
                  <a:lnTo>
                    <a:pt x="4279011" y="5198249"/>
                  </a:lnTo>
                  <a:lnTo>
                    <a:pt x="4279011" y="5208765"/>
                  </a:lnTo>
                  <a:lnTo>
                    <a:pt x="4283329" y="5213032"/>
                  </a:lnTo>
                  <a:lnTo>
                    <a:pt x="4288536" y="5213032"/>
                  </a:lnTo>
                  <a:lnTo>
                    <a:pt x="4288536" y="5193982"/>
                  </a:lnTo>
                  <a:close/>
                </a:path>
                <a:path w="10424160" h="5213350">
                  <a:moveTo>
                    <a:pt x="4293870" y="5193982"/>
                  </a:moveTo>
                  <a:lnTo>
                    <a:pt x="4288663" y="5193982"/>
                  </a:lnTo>
                  <a:lnTo>
                    <a:pt x="4288663" y="5213032"/>
                  </a:lnTo>
                  <a:lnTo>
                    <a:pt x="4293870" y="5213032"/>
                  </a:lnTo>
                  <a:lnTo>
                    <a:pt x="4298188" y="5208765"/>
                  </a:lnTo>
                  <a:lnTo>
                    <a:pt x="4298188" y="5198249"/>
                  </a:lnTo>
                  <a:lnTo>
                    <a:pt x="4293870" y="5193982"/>
                  </a:lnTo>
                  <a:close/>
                </a:path>
                <a:path w="10424160" h="5213350">
                  <a:moveTo>
                    <a:pt x="4250436" y="5193982"/>
                  </a:moveTo>
                  <a:lnTo>
                    <a:pt x="4245229" y="5193982"/>
                  </a:lnTo>
                  <a:lnTo>
                    <a:pt x="4240911" y="5198249"/>
                  </a:lnTo>
                  <a:lnTo>
                    <a:pt x="4240911" y="5208765"/>
                  </a:lnTo>
                  <a:lnTo>
                    <a:pt x="4245229" y="5213032"/>
                  </a:lnTo>
                  <a:lnTo>
                    <a:pt x="4250436" y="5213032"/>
                  </a:lnTo>
                  <a:lnTo>
                    <a:pt x="4250436" y="5193982"/>
                  </a:lnTo>
                  <a:close/>
                </a:path>
                <a:path w="10424160" h="5213350">
                  <a:moveTo>
                    <a:pt x="4255770" y="5193982"/>
                  </a:moveTo>
                  <a:lnTo>
                    <a:pt x="4250436" y="5193982"/>
                  </a:lnTo>
                  <a:lnTo>
                    <a:pt x="4250436" y="5213032"/>
                  </a:lnTo>
                  <a:lnTo>
                    <a:pt x="4255770" y="5213032"/>
                  </a:lnTo>
                  <a:lnTo>
                    <a:pt x="4259961" y="5208765"/>
                  </a:lnTo>
                  <a:lnTo>
                    <a:pt x="4259961" y="5198249"/>
                  </a:lnTo>
                  <a:lnTo>
                    <a:pt x="4255770" y="5193982"/>
                  </a:lnTo>
                  <a:close/>
                </a:path>
                <a:path w="10424160" h="5213350">
                  <a:moveTo>
                    <a:pt x="4212336" y="5193982"/>
                  </a:moveTo>
                  <a:lnTo>
                    <a:pt x="4207129" y="5193982"/>
                  </a:lnTo>
                  <a:lnTo>
                    <a:pt x="4202811" y="5198249"/>
                  </a:lnTo>
                  <a:lnTo>
                    <a:pt x="4202811" y="5208765"/>
                  </a:lnTo>
                  <a:lnTo>
                    <a:pt x="4207129" y="5213032"/>
                  </a:lnTo>
                  <a:lnTo>
                    <a:pt x="4212336" y="5213032"/>
                  </a:lnTo>
                  <a:lnTo>
                    <a:pt x="4212336" y="5193982"/>
                  </a:lnTo>
                  <a:close/>
                </a:path>
                <a:path w="10424160" h="5213350">
                  <a:moveTo>
                    <a:pt x="4217670" y="5193982"/>
                  </a:moveTo>
                  <a:lnTo>
                    <a:pt x="4212336" y="5193982"/>
                  </a:lnTo>
                  <a:lnTo>
                    <a:pt x="4212336" y="5213032"/>
                  </a:lnTo>
                  <a:lnTo>
                    <a:pt x="4217670" y="5213032"/>
                  </a:lnTo>
                  <a:lnTo>
                    <a:pt x="4221861" y="5208765"/>
                  </a:lnTo>
                  <a:lnTo>
                    <a:pt x="4221861" y="5198249"/>
                  </a:lnTo>
                  <a:lnTo>
                    <a:pt x="4217670" y="5193982"/>
                  </a:lnTo>
                  <a:close/>
                </a:path>
                <a:path w="10424160" h="5213350">
                  <a:moveTo>
                    <a:pt x="4174236" y="5193982"/>
                  </a:moveTo>
                  <a:lnTo>
                    <a:pt x="4169029" y="5193982"/>
                  </a:lnTo>
                  <a:lnTo>
                    <a:pt x="4164711" y="5198249"/>
                  </a:lnTo>
                  <a:lnTo>
                    <a:pt x="4164711" y="5208765"/>
                  </a:lnTo>
                  <a:lnTo>
                    <a:pt x="4169029" y="5213032"/>
                  </a:lnTo>
                  <a:lnTo>
                    <a:pt x="4174236" y="5213032"/>
                  </a:lnTo>
                  <a:lnTo>
                    <a:pt x="4174236" y="5193982"/>
                  </a:lnTo>
                  <a:close/>
                </a:path>
                <a:path w="10424160" h="5213350">
                  <a:moveTo>
                    <a:pt x="4179570" y="5193982"/>
                  </a:moveTo>
                  <a:lnTo>
                    <a:pt x="4174236" y="5193982"/>
                  </a:lnTo>
                  <a:lnTo>
                    <a:pt x="4174236" y="5213032"/>
                  </a:lnTo>
                  <a:lnTo>
                    <a:pt x="4179570" y="5213032"/>
                  </a:lnTo>
                  <a:lnTo>
                    <a:pt x="4183761" y="5208765"/>
                  </a:lnTo>
                  <a:lnTo>
                    <a:pt x="4183761" y="5198249"/>
                  </a:lnTo>
                  <a:lnTo>
                    <a:pt x="4179570" y="5193982"/>
                  </a:lnTo>
                  <a:close/>
                </a:path>
                <a:path w="10424160" h="5213350">
                  <a:moveTo>
                    <a:pt x="4136136" y="5193982"/>
                  </a:moveTo>
                  <a:lnTo>
                    <a:pt x="4130802" y="5193982"/>
                  </a:lnTo>
                  <a:lnTo>
                    <a:pt x="4126611" y="5198249"/>
                  </a:lnTo>
                  <a:lnTo>
                    <a:pt x="4126611" y="5208765"/>
                  </a:lnTo>
                  <a:lnTo>
                    <a:pt x="4130802" y="5213032"/>
                  </a:lnTo>
                  <a:lnTo>
                    <a:pt x="4136136" y="5213032"/>
                  </a:lnTo>
                  <a:lnTo>
                    <a:pt x="4136136" y="5193982"/>
                  </a:lnTo>
                  <a:close/>
                </a:path>
                <a:path w="10424160" h="5213350">
                  <a:moveTo>
                    <a:pt x="4141343" y="5193982"/>
                  </a:moveTo>
                  <a:lnTo>
                    <a:pt x="4136136" y="5193982"/>
                  </a:lnTo>
                  <a:lnTo>
                    <a:pt x="4136136" y="5213032"/>
                  </a:lnTo>
                  <a:lnTo>
                    <a:pt x="4141343" y="5213032"/>
                  </a:lnTo>
                  <a:lnTo>
                    <a:pt x="4145661" y="5208765"/>
                  </a:lnTo>
                  <a:lnTo>
                    <a:pt x="4145661" y="5198249"/>
                  </a:lnTo>
                  <a:lnTo>
                    <a:pt x="4141343" y="5193982"/>
                  </a:lnTo>
                  <a:close/>
                </a:path>
                <a:path w="10424160" h="5213350">
                  <a:moveTo>
                    <a:pt x="4098036" y="5193982"/>
                  </a:moveTo>
                  <a:lnTo>
                    <a:pt x="4092702" y="5193982"/>
                  </a:lnTo>
                  <a:lnTo>
                    <a:pt x="4088511" y="5198249"/>
                  </a:lnTo>
                  <a:lnTo>
                    <a:pt x="4088511" y="5208765"/>
                  </a:lnTo>
                  <a:lnTo>
                    <a:pt x="4092702" y="5213032"/>
                  </a:lnTo>
                  <a:lnTo>
                    <a:pt x="4098036" y="5213032"/>
                  </a:lnTo>
                  <a:lnTo>
                    <a:pt x="4098036" y="5193982"/>
                  </a:lnTo>
                  <a:close/>
                </a:path>
                <a:path w="10424160" h="5213350">
                  <a:moveTo>
                    <a:pt x="4103243" y="5193982"/>
                  </a:moveTo>
                  <a:lnTo>
                    <a:pt x="4098036" y="5193982"/>
                  </a:lnTo>
                  <a:lnTo>
                    <a:pt x="4098036" y="5213032"/>
                  </a:lnTo>
                  <a:lnTo>
                    <a:pt x="4103243" y="5213032"/>
                  </a:lnTo>
                  <a:lnTo>
                    <a:pt x="4107561" y="5208765"/>
                  </a:lnTo>
                  <a:lnTo>
                    <a:pt x="4107561" y="5198249"/>
                  </a:lnTo>
                  <a:lnTo>
                    <a:pt x="4103243" y="5193982"/>
                  </a:lnTo>
                  <a:close/>
                </a:path>
                <a:path w="10424160" h="5213350">
                  <a:moveTo>
                    <a:pt x="4059809" y="5193982"/>
                  </a:moveTo>
                  <a:lnTo>
                    <a:pt x="4054602" y="5193982"/>
                  </a:lnTo>
                  <a:lnTo>
                    <a:pt x="4050284" y="5198249"/>
                  </a:lnTo>
                  <a:lnTo>
                    <a:pt x="4050284" y="5208765"/>
                  </a:lnTo>
                  <a:lnTo>
                    <a:pt x="4054602" y="5213032"/>
                  </a:lnTo>
                  <a:lnTo>
                    <a:pt x="4059809" y="5213032"/>
                  </a:lnTo>
                  <a:lnTo>
                    <a:pt x="4059809" y="5193982"/>
                  </a:lnTo>
                  <a:close/>
                </a:path>
                <a:path w="10424160" h="5213350">
                  <a:moveTo>
                    <a:pt x="4065143" y="5193982"/>
                  </a:moveTo>
                  <a:lnTo>
                    <a:pt x="4059936" y="5193982"/>
                  </a:lnTo>
                  <a:lnTo>
                    <a:pt x="4059936" y="5213032"/>
                  </a:lnTo>
                  <a:lnTo>
                    <a:pt x="4065143" y="5213032"/>
                  </a:lnTo>
                  <a:lnTo>
                    <a:pt x="4069461" y="5208765"/>
                  </a:lnTo>
                  <a:lnTo>
                    <a:pt x="4069461" y="5198249"/>
                  </a:lnTo>
                  <a:lnTo>
                    <a:pt x="4065143" y="5193982"/>
                  </a:lnTo>
                  <a:close/>
                </a:path>
                <a:path w="10424160" h="5213350">
                  <a:moveTo>
                    <a:pt x="4021709" y="5193982"/>
                  </a:moveTo>
                  <a:lnTo>
                    <a:pt x="4016502" y="5193982"/>
                  </a:lnTo>
                  <a:lnTo>
                    <a:pt x="4012184" y="5198249"/>
                  </a:lnTo>
                  <a:lnTo>
                    <a:pt x="4012184" y="5208765"/>
                  </a:lnTo>
                  <a:lnTo>
                    <a:pt x="4016502" y="5213032"/>
                  </a:lnTo>
                  <a:lnTo>
                    <a:pt x="4021709" y="5213032"/>
                  </a:lnTo>
                  <a:lnTo>
                    <a:pt x="4021709" y="5193982"/>
                  </a:lnTo>
                  <a:close/>
                </a:path>
                <a:path w="10424160" h="5213350">
                  <a:moveTo>
                    <a:pt x="4027043" y="5193982"/>
                  </a:moveTo>
                  <a:lnTo>
                    <a:pt x="4021709" y="5193982"/>
                  </a:lnTo>
                  <a:lnTo>
                    <a:pt x="4021709" y="5213032"/>
                  </a:lnTo>
                  <a:lnTo>
                    <a:pt x="4027043" y="5213032"/>
                  </a:lnTo>
                  <a:lnTo>
                    <a:pt x="4031234" y="5208765"/>
                  </a:lnTo>
                  <a:lnTo>
                    <a:pt x="4031234" y="5198249"/>
                  </a:lnTo>
                  <a:lnTo>
                    <a:pt x="4027043" y="5193982"/>
                  </a:lnTo>
                  <a:close/>
                </a:path>
                <a:path w="10424160" h="5213350">
                  <a:moveTo>
                    <a:pt x="3983609" y="5193982"/>
                  </a:moveTo>
                  <a:lnTo>
                    <a:pt x="3978402" y="5193982"/>
                  </a:lnTo>
                  <a:lnTo>
                    <a:pt x="3974084" y="5198249"/>
                  </a:lnTo>
                  <a:lnTo>
                    <a:pt x="3974084" y="5208765"/>
                  </a:lnTo>
                  <a:lnTo>
                    <a:pt x="3978402" y="5213032"/>
                  </a:lnTo>
                  <a:lnTo>
                    <a:pt x="3983609" y="5213032"/>
                  </a:lnTo>
                  <a:lnTo>
                    <a:pt x="3983609" y="5193982"/>
                  </a:lnTo>
                  <a:close/>
                </a:path>
                <a:path w="10424160" h="5213350">
                  <a:moveTo>
                    <a:pt x="3988943" y="5193982"/>
                  </a:moveTo>
                  <a:lnTo>
                    <a:pt x="3983609" y="5193982"/>
                  </a:lnTo>
                  <a:lnTo>
                    <a:pt x="3983609" y="5213032"/>
                  </a:lnTo>
                  <a:lnTo>
                    <a:pt x="3988943" y="5213032"/>
                  </a:lnTo>
                  <a:lnTo>
                    <a:pt x="3993134" y="5208765"/>
                  </a:lnTo>
                  <a:lnTo>
                    <a:pt x="3993134" y="5198249"/>
                  </a:lnTo>
                  <a:lnTo>
                    <a:pt x="3988943" y="5193982"/>
                  </a:lnTo>
                  <a:close/>
                </a:path>
                <a:path w="10424160" h="5213350">
                  <a:moveTo>
                    <a:pt x="3945509" y="5193982"/>
                  </a:moveTo>
                  <a:lnTo>
                    <a:pt x="3940302" y="5193982"/>
                  </a:lnTo>
                  <a:lnTo>
                    <a:pt x="3935984" y="5198249"/>
                  </a:lnTo>
                  <a:lnTo>
                    <a:pt x="3935984" y="5208765"/>
                  </a:lnTo>
                  <a:lnTo>
                    <a:pt x="3940302" y="5213032"/>
                  </a:lnTo>
                  <a:lnTo>
                    <a:pt x="3945509" y="5213032"/>
                  </a:lnTo>
                  <a:lnTo>
                    <a:pt x="3945509" y="5193982"/>
                  </a:lnTo>
                  <a:close/>
                </a:path>
                <a:path w="10424160" h="5213350">
                  <a:moveTo>
                    <a:pt x="3950843" y="5193982"/>
                  </a:moveTo>
                  <a:lnTo>
                    <a:pt x="3945509" y="5193982"/>
                  </a:lnTo>
                  <a:lnTo>
                    <a:pt x="3945509" y="5213032"/>
                  </a:lnTo>
                  <a:lnTo>
                    <a:pt x="3950843" y="5213032"/>
                  </a:lnTo>
                  <a:lnTo>
                    <a:pt x="3955034" y="5208765"/>
                  </a:lnTo>
                  <a:lnTo>
                    <a:pt x="3955034" y="5198249"/>
                  </a:lnTo>
                  <a:lnTo>
                    <a:pt x="3950843" y="5193982"/>
                  </a:lnTo>
                  <a:close/>
                </a:path>
                <a:path w="10424160" h="5213350">
                  <a:moveTo>
                    <a:pt x="3907409" y="5193982"/>
                  </a:moveTo>
                  <a:lnTo>
                    <a:pt x="3902075" y="5193982"/>
                  </a:lnTo>
                  <a:lnTo>
                    <a:pt x="3897884" y="5198249"/>
                  </a:lnTo>
                  <a:lnTo>
                    <a:pt x="3897884" y="5208765"/>
                  </a:lnTo>
                  <a:lnTo>
                    <a:pt x="3902075" y="5213032"/>
                  </a:lnTo>
                  <a:lnTo>
                    <a:pt x="3907409" y="5213032"/>
                  </a:lnTo>
                  <a:lnTo>
                    <a:pt x="3907409" y="5193982"/>
                  </a:lnTo>
                  <a:close/>
                </a:path>
                <a:path w="10424160" h="5213350">
                  <a:moveTo>
                    <a:pt x="3912616" y="5193982"/>
                  </a:moveTo>
                  <a:lnTo>
                    <a:pt x="3907409" y="5193982"/>
                  </a:lnTo>
                  <a:lnTo>
                    <a:pt x="3907409" y="5213032"/>
                  </a:lnTo>
                  <a:lnTo>
                    <a:pt x="3912616" y="5213032"/>
                  </a:lnTo>
                  <a:lnTo>
                    <a:pt x="3916934" y="5208765"/>
                  </a:lnTo>
                  <a:lnTo>
                    <a:pt x="3916934" y="5198249"/>
                  </a:lnTo>
                  <a:lnTo>
                    <a:pt x="3912616" y="5193982"/>
                  </a:lnTo>
                  <a:close/>
                </a:path>
                <a:path w="10424160" h="5213350">
                  <a:moveTo>
                    <a:pt x="3869309" y="5193982"/>
                  </a:moveTo>
                  <a:lnTo>
                    <a:pt x="3863975" y="5193982"/>
                  </a:lnTo>
                  <a:lnTo>
                    <a:pt x="3859784" y="5198249"/>
                  </a:lnTo>
                  <a:lnTo>
                    <a:pt x="3859784" y="5208765"/>
                  </a:lnTo>
                  <a:lnTo>
                    <a:pt x="3863975" y="5213032"/>
                  </a:lnTo>
                  <a:lnTo>
                    <a:pt x="3869309" y="5213032"/>
                  </a:lnTo>
                  <a:lnTo>
                    <a:pt x="3869309" y="5193982"/>
                  </a:lnTo>
                  <a:close/>
                </a:path>
                <a:path w="10424160" h="5213350">
                  <a:moveTo>
                    <a:pt x="3874516" y="5193982"/>
                  </a:moveTo>
                  <a:lnTo>
                    <a:pt x="3869309" y="5193982"/>
                  </a:lnTo>
                  <a:lnTo>
                    <a:pt x="3869309" y="5213032"/>
                  </a:lnTo>
                  <a:lnTo>
                    <a:pt x="3874516" y="5213032"/>
                  </a:lnTo>
                  <a:lnTo>
                    <a:pt x="3878834" y="5208765"/>
                  </a:lnTo>
                  <a:lnTo>
                    <a:pt x="3878834" y="5198249"/>
                  </a:lnTo>
                  <a:lnTo>
                    <a:pt x="3874516" y="5193982"/>
                  </a:lnTo>
                  <a:close/>
                </a:path>
                <a:path w="10424160" h="5213350">
                  <a:moveTo>
                    <a:pt x="3831209" y="5193982"/>
                  </a:moveTo>
                  <a:lnTo>
                    <a:pt x="3825875" y="5193982"/>
                  </a:lnTo>
                  <a:lnTo>
                    <a:pt x="3821684" y="5198249"/>
                  </a:lnTo>
                  <a:lnTo>
                    <a:pt x="3821684" y="5208765"/>
                  </a:lnTo>
                  <a:lnTo>
                    <a:pt x="3825875" y="5213032"/>
                  </a:lnTo>
                  <a:lnTo>
                    <a:pt x="3831209" y="5213032"/>
                  </a:lnTo>
                  <a:lnTo>
                    <a:pt x="3831209" y="5193982"/>
                  </a:lnTo>
                  <a:close/>
                </a:path>
                <a:path w="10424160" h="5213350">
                  <a:moveTo>
                    <a:pt x="3836416" y="5193982"/>
                  </a:moveTo>
                  <a:lnTo>
                    <a:pt x="3831209" y="5193982"/>
                  </a:lnTo>
                  <a:lnTo>
                    <a:pt x="3831209" y="5213032"/>
                  </a:lnTo>
                  <a:lnTo>
                    <a:pt x="3836416" y="5213032"/>
                  </a:lnTo>
                  <a:lnTo>
                    <a:pt x="3840734" y="5208765"/>
                  </a:lnTo>
                  <a:lnTo>
                    <a:pt x="3840734" y="5198249"/>
                  </a:lnTo>
                  <a:lnTo>
                    <a:pt x="3836416" y="5193982"/>
                  </a:lnTo>
                  <a:close/>
                </a:path>
                <a:path w="10424160" h="5213350">
                  <a:moveTo>
                    <a:pt x="3792982" y="5193982"/>
                  </a:moveTo>
                  <a:lnTo>
                    <a:pt x="3787775" y="5193982"/>
                  </a:lnTo>
                  <a:lnTo>
                    <a:pt x="3783457" y="5198249"/>
                  </a:lnTo>
                  <a:lnTo>
                    <a:pt x="3783457" y="5208765"/>
                  </a:lnTo>
                  <a:lnTo>
                    <a:pt x="3787775" y="5213032"/>
                  </a:lnTo>
                  <a:lnTo>
                    <a:pt x="3792982" y="5213032"/>
                  </a:lnTo>
                  <a:lnTo>
                    <a:pt x="3792982" y="5193982"/>
                  </a:lnTo>
                  <a:close/>
                </a:path>
                <a:path w="10424160" h="5213350">
                  <a:moveTo>
                    <a:pt x="3798316" y="5193982"/>
                  </a:moveTo>
                  <a:lnTo>
                    <a:pt x="3793109" y="5193982"/>
                  </a:lnTo>
                  <a:lnTo>
                    <a:pt x="3793109" y="5213032"/>
                  </a:lnTo>
                  <a:lnTo>
                    <a:pt x="3798316" y="5213032"/>
                  </a:lnTo>
                  <a:lnTo>
                    <a:pt x="3802634" y="5208765"/>
                  </a:lnTo>
                  <a:lnTo>
                    <a:pt x="3802634" y="5198249"/>
                  </a:lnTo>
                  <a:lnTo>
                    <a:pt x="3798316" y="5193982"/>
                  </a:lnTo>
                  <a:close/>
                </a:path>
                <a:path w="10424160" h="5213350">
                  <a:moveTo>
                    <a:pt x="3754882" y="5193982"/>
                  </a:moveTo>
                  <a:lnTo>
                    <a:pt x="3749675" y="5193982"/>
                  </a:lnTo>
                  <a:lnTo>
                    <a:pt x="3745357" y="5198249"/>
                  </a:lnTo>
                  <a:lnTo>
                    <a:pt x="3745357" y="5208765"/>
                  </a:lnTo>
                  <a:lnTo>
                    <a:pt x="3749675" y="5213032"/>
                  </a:lnTo>
                  <a:lnTo>
                    <a:pt x="3754882" y="5213032"/>
                  </a:lnTo>
                  <a:lnTo>
                    <a:pt x="3754882" y="5193982"/>
                  </a:lnTo>
                  <a:close/>
                </a:path>
                <a:path w="10424160" h="5213350">
                  <a:moveTo>
                    <a:pt x="3760216" y="5193982"/>
                  </a:moveTo>
                  <a:lnTo>
                    <a:pt x="3754882" y="5193982"/>
                  </a:lnTo>
                  <a:lnTo>
                    <a:pt x="3754882" y="5213032"/>
                  </a:lnTo>
                  <a:lnTo>
                    <a:pt x="3760216" y="5213032"/>
                  </a:lnTo>
                  <a:lnTo>
                    <a:pt x="3764407" y="5208765"/>
                  </a:lnTo>
                  <a:lnTo>
                    <a:pt x="3764407" y="5198249"/>
                  </a:lnTo>
                  <a:lnTo>
                    <a:pt x="3760216" y="5193982"/>
                  </a:lnTo>
                  <a:close/>
                </a:path>
                <a:path w="10424160" h="5213350">
                  <a:moveTo>
                    <a:pt x="3716782" y="5193982"/>
                  </a:moveTo>
                  <a:lnTo>
                    <a:pt x="3711575" y="5193982"/>
                  </a:lnTo>
                  <a:lnTo>
                    <a:pt x="3707257" y="5198249"/>
                  </a:lnTo>
                  <a:lnTo>
                    <a:pt x="3707257" y="5208765"/>
                  </a:lnTo>
                  <a:lnTo>
                    <a:pt x="3711575" y="5213032"/>
                  </a:lnTo>
                  <a:lnTo>
                    <a:pt x="3716782" y="5213032"/>
                  </a:lnTo>
                  <a:lnTo>
                    <a:pt x="3716782" y="5193982"/>
                  </a:lnTo>
                  <a:close/>
                </a:path>
                <a:path w="10424160" h="5213350">
                  <a:moveTo>
                    <a:pt x="3722116" y="5193982"/>
                  </a:moveTo>
                  <a:lnTo>
                    <a:pt x="3716782" y="5193982"/>
                  </a:lnTo>
                  <a:lnTo>
                    <a:pt x="3716782" y="5213032"/>
                  </a:lnTo>
                  <a:lnTo>
                    <a:pt x="3722116" y="5213032"/>
                  </a:lnTo>
                  <a:lnTo>
                    <a:pt x="3726307" y="5208765"/>
                  </a:lnTo>
                  <a:lnTo>
                    <a:pt x="3726307" y="5198249"/>
                  </a:lnTo>
                  <a:lnTo>
                    <a:pt x="3722116" y="5193982"/>
                  </a:lnTo>
                  <a:close/>
                </a:path>
                <a:path w="10424160" h="5213350">
                  <a:moveTo>
                    <a:pt x="3678682" y="5193982"/>
                  </a:moveTo>
                  <a:lnTo>
                    <a:pt x="3673475" y="5193982"/>
                  </a:lnTo>
                  <a:lnTo>
                    <a:pt x="3669157" y="5198249"/>
                  </a:lnTo>
                  <a:lnTo>
                    <a:pt x="3669157" y="5208765"/>
                  </a:lnTo>
                  <a:lnTo>
                    <a:pt x="3673475" y="5213032"/>
                  </a:lnTo>
                  <a:lnTo>
                    <a:pt x="3678682" y="5213032"/>
                  </a:lnTo>
                  <a:lnTo>
                    <a:pt x="3678682" y="5193982"/>
                  </a:lnTo>
                  <a:close/>
                </a:path>
                <a:path w="10424160" h="5213350">
                  <a:moveTo>
                    <a:pt x="3684016" y="5193982"/>
                  </a:moveTo>
                  <a:lnTo>
                    <a:pt x="3678682" y="5193982"/>
                  </a:lnTo>
                  <a:lnTo>
                    <a:pt x="3678682" y="5213032"/>
                  </a:lnTo>
                  <a:lnTo>
                    <a:pt x="3684016" y="5213032"/>
                  </a:lnTo>
                  <a:lnTo>
                    <a:pt x="3688207" y="5208765"/>
                  </a:lnTo>
                  <a:lnTo>
                    <a:pt x="3688207" y="5198249"/>
                  </a:lnTo>
                  <a:lnTo>
                    <a:pt x="3684016" y="5193982"/>
                  </a:lnTo>
                  <a:close/>
                </a:path>
                <a:path w="10424160" h="5213350">
                  <a:moveTo>
                    <a:pt x="3640582" y="5193982"/>
                  </a:moveTo>
                  <a:lnTo>
                    <a:pt x="3635248" y="5193982"/>
                  </a:lnTo>
                  <a:lnTo>
                    <a:pt x="3631057" y="5198249"/>
                  </a:lnTo>
                  <a:lnTo>
                    <a:pt x="3631057" y="5208765"/>
                  </a:lnTo>
                  <a:lnTo>
                    <a:pt x="3635248" y="5213032"/>
                  </a:lnTo>
                  <a:lnTo>
                    <a:pt x="3640582" y="5213032"/>
                  </a:lnTo>
                  <a:lnTo>
                    <a:pt x="3640582" y="5193982"/>
                  </a:lnTo>
                  <a:close/>
                </a:path>
                <a:path w="10424160" h="5213350">
                  <a:moveTo>
                    <a:pt x="3645789" y="5193982"/>
                  </a:moveTo>
                  <a:lnTo>
                    <a:pt x="3640582" y="5193982"/>
                  </a:lnTo>
                  <a:lnTo>
                    <a:pt x="3640582" y="5213032"/>
                  </a:lnTo>
                  <a:lnTo>
                    <a:pt x="3645789" y="5213032"/>
                  </a:lnTo>
                  <a:lnTo>
                    <a:pt x="3650107" y="5208765"/>
                  </a:lnTo>
                  <a:lnTo>
                    <a:pt x="3650107" y="5198249"/>
                  </a:lnTo>
                  <a:lnTo>
                    <a:pt x="3645789" y="5193982"/>
                  </a:lnTo>
                  <a:close/>
                </a:path>
                <a:path w="10424160" h="5213350">
                  <a:moveTo>
                    <a:pt x="3602482" y="5193982"/>
                  </a:moveTo>
                  <a:lnTo>
                    <a:pt x="3597148" y="5193982"/>
                  </a:lnTo>
                  <a:lnTo>
                    <a:pt x="3592957" y="5198249"/>
                  </a:lnTo>
                  <a:lnTo>
                    <a:pt x="3592957" y="5208765"/>
                  </a:lnTo>
                  <a:lnTo>
                    <a:pt x="3597148" y="5213032"/>
                  </a:lnTo>
                  <a:lnTo>
                    <a:pt x="3602482" y="5213032"/>
                  </a:lnTo>
                  <a:lnTo>
                    <a:pt x="3602482" y="5193982"/>
                  </a:lnTo>
                  <a:close/>
                </a:path>
                <a:path w="10424160" h="5213350">
                  <a:moveTo>
                    <a:pt x="3607689" y="5193982"/>
                  </a:moveTo>
                  <a:lnTo>
                    <a:pt x="3602482" y="5193982"/>
                  </a:lnTo>
                  <a:lnTo>
                    <a:pt x="3602482" y="5213032"/>
                  </a:lnTo>
                  <a:lnTo>
                    <a:pt x="3607689" y="5213032"/>
                  </a:lnTo>
                  <a:lnTo>
                    <a:pt x="3612007" y="5208765"/>
                  </a:lnTo>
                  <a:lnTo>
                    <a:pt x="3612007" y="5198249"/>
                  </a:lnTo>
                  <a:lnTo>
                    <a:pt x="3607689" y="5193982"/>
                  </a:lnTo>
                  <a:close/>
                </a:path>
                <a:path w="10424160" h="5213350">
                  <a:moveTo>
                    <a:pt x="3564382" y="5193982"/>
                  </a:moveTo>
                  <a:lnTo>
                    <a:pt x="3559048" y="5193982"/>
                  </a:lnTo>
                  <a:lnTo>
                    <a:pt x="3554857" y="5198249"/>
                  </a:lnTo>
                  <a:lnTo>
                    <a:pt x="3554857" y="5208765"/>
                  </a:lnTo>
                  <a:lnTo>
                    <a:pt x="3559048" y="5213032"/>
                  </a:lnTo>
                  <a:lnTo>
                    <a:pt x="3564382" y="5213032"/>
                  </a:lnTo>
                  <a:lnTo>
                    <a:pt x="3564382" y="5193982"/>
                  </a:lnTo>
                  <a:close/>
                </a:path>
                <a:path w="10424160" h="5213350">
                  <a:moveTo>
                    <a:pt x="3569589" y="5193982"/>
                  </a:moveTo>
                  <a:lnTo>
                    <a:pt x="3564382" y="5193982"/>
                  </a:lnTo>
                  <a:lnTo>
                    <a:pt x="3564382" y="5213032"/>
                  </a:lnTo>
                  <a:lnTo>
                    <a:pt x="3569589" y="5213032"/>
                  </a:lnTo>
                  <a:lnTo>
                    <a:pt x="3573907" y="5208765"/>
                  </a:lnTo>
                  <a:lnTo>
                    <a:pt x="3573907" y="5198249"/>
                  </a:lnTo>
                  <a:lnTo>
                    <a:pt x="3569589" y="5193982"/>
                  </a:lnTo>
                  <a:close/>
                </a:path>
                <a:path w="10424160" h="5213350">
                  <a:moveTo>
                    <a:pt x="3526155" y="5193982"/>
                  </a:moveTo>
                  <a:lnTo>
                    <a:pt x="3520948" y="5193982"/>
                  </a:lnTo>
                  <a:lnTo>
                    <a:pt x="3516630" y="5198249"/>
                  </a:lnTo>
                  <a:lnTo>
                    <a:pt x="3516630" y="5208765"/>
                  </a:lnTo>
                  <a:lnTo>
                    <a:pt x="3520948" y="5213032"/>
                  </a:lnTo>
                  <a:lnTo>
                    <a:pt x="3526155" y="5213032"/>
                  </a:lnTo>
                  <a:lnTo>
                    <a:pt x="3526155" y="5193982"/>
                  </a:lnTo>
                  <a:close/>
                </a:path>
                <a:path w="10424160" h="5213350">
                  <a:moveTo>
                    <a:pt x="3531489" y="5193982"/>
                  </a:moveTo>
                  <a:lnTo>
                    <a:pt x="3526282" y="5193982"/>
                  </a:lnTo>
                  <a:lnTo>
                    <a:pt x="3526282" y="5213032"/>
                  </a:lnTo>
                  <a:lnTo>
                    <a:pt x="3531489" y="5213032"/>
                  </a:lnTo>
                  <a:lnTo>
                    <a:pt x="3535807" y="5208765"/>
                  </a:lnTo>
                  <a:lnTo>
                    <a:pt x="3535807" y="5198249"/>
                  </a:lnTo>
                  <a:lnTo>
                    <a:pt x="3531489" y="5193982"/>
                  </a:lnTo>
                  <a:close/>
                </a:path>
                <a:path w="10424160" h="5213350">
                  <a:moveTo>
                    <a:pt x="3488055" y="5193982"/>
                  </a:moveTo>
                  <a:lnTo>
                    <a:pt x="3482848" y="5193982"/>
                  </a:lnTo>
                  <a:lnTo>
                    <a:pt x="3478530" y="5198249"/>
                  </a:lnTo>
                  <a:lnTo>
                    <a:pt x="3478530" y="5208765"/>
                  </a:lnTo>
                  <a:lnTo>
                    <a:pt x="3482848" y="5213032"/>
                  </a:lnTo>
                  <a:lnTo>
                    <a:pt x="3488055" y="5213032"/>
                  </a:lnTo>
                  <a:lnTo>
                    <a:pt x="3488055" y="5193982"/>
                  </a:lnTo>
                  <a:close/>
                </a:path>
                <a:path w="10424160" h="5213350">
                  <a:moveTo>
                    <a:pt x="3493389" y="5193982"/>
                  </a:moveTo>
                  <a:lnTo>
                    <a:pt x="3488055" y="5193982"/>
                  </a:lnTo>
                  <a:lnTo>
                    <a:pt x="3488055" y="5213032"/>
                  </a:lnTo>
                  <a:lnTo>
                    <a:pt x="3493389" y="5213032"/>
                  </a:lnTo>
                  <a:lnTo>
                    <a:pt x="3497580" y="5208765"/>
                  </a:lnTo>
                  <a:lnTo>
                    <a:pt x="3497580" y="5198249"/>
                  </a:lnTo>
                  <a:lnTo>
                    <a:pt x="3493389" y="5193982"/>
                  </a:lnTo>
                  <a:close/>
                </a:path>
                <a:path w="10424160" h="5213350">
                  <a:moveTo>
                    <a:pt x="3449955" y="5193982"/>
                  </a:moveTo>
                  <a:lnTo>
                    <a:pt x="3444748" y="5193982"/>
                  </a:lnTo>
                  <a:lnTo>
                    <a:pt x="3440430" y="5198249"/>
                  </a:lnTo>
                  <a:lnTo>
                    <a:pt x="3440430" y="5208765"/>
                  </a:lnTo>
                  <a:lnTo>
                    <a:pt x="3444748" y="5213032"/>
                  </a:lnTo>
                  <a:lnTo>
                    <a:pt x="3449955" y="5213032"/>
                  </a:lnTo>
                  <a:lnTo>
                    <a:pt x="3449955" y="5193982"/>
                  </a:lnTo>
                  <a:close/>
                </a:path>
                <a:path w="10424160" h="5213350">
                  <a:moveTo>
                    <a:pt x="3455289" y="5193982"/>
                  </a:moveTo>
                  <a:lnTo>
                    <a:pt x="3449955" y="5193982"/>
                  </a:lnTo>
                  <a:lnTo>
                    <a:pt x="3449955" y="5213032"/>
                  </a:lnTo>
                  <a:lnTo>
                    <a:pt x="3455289" y="5213032"/>
                  </a:lnTo>
                  <a:lnTo>
                    <a:pt x="3459480" y="5208765"/>
                  </a:lnTo>
                  <a:lnTo>
                    <a:pt x="3459480" y="5198249"/>
                  </a:lnTo>
                  <a:lnTo>
                    <a:pt x="3455289" y="5193982"/>
                  </a:lnTo>
                  <a:close/>
                </a:path>
                <a:path w="10424160" h="5213350">
                  <a:moveTo>
                    <a:pt x="3411855" y="5193982"/>
                  </a:moveTo>
                  <a:lnTo>
                    <a:pt x="3406521" y="5193982"/>
                  </a:lnTo>
                  <a:lnTo>
                    <a:pt x="3402330" y="5198249"/>
                  </a:lnTo>
                  <a:lnTo>
                    <a:pt x="3402330" y="5208765"/>
                  </a:lnTo>
                  <a:lnTo>
                    <a:pt x="3406521" y="5213032"/>
                  </a:lnTo>
                  <a:lnTo>
                    <a:pt x="3411855" y="5213032"/>
                  </a:lnTo>
                  <a:lnTo>
                    <a:pt x="3411855" y="5193982"/>
                  </a:lnTo>
                  <a:close/>
                </a:path>
                <a:path w="10424160" h="5213350">
                  <a:moveTo>
                    <a:pt x="3417062" y="5193982"/>
                  </a:moveTo>
                  <a:lnTo>
                    <a:pt x="3411855" y="5193982"/>
                  </a:lnTo>
                  <a:lnTo>
                    <a:pt x="3411855" y="5213032"/>
                  </a:lnTo>
                  <a:lnTo>
                    <a:pt x="3417062" y="5213032"/>
                  </a:lnTo>
                  <a:lnTo>
                    <a:pt x="3421380" y="5208765"/>
                  </a:lnTo>
                  <a:lnTo>
                    <a:pt x="3421380" y="5198249"/>
                  </a:lnTo>
                  <a:lnTo>
                    <a:pt x="3417062" y="5193982"/>
                  </a:lnTo>
                  <a:close/>
                </a:path>
                <a:path w="10424160" h="5213350">
                  <a:moveTo>
                    <a:pt x="3373755" y="5193982"/>
                  </a:moveTo>
                  <a:lnTo>
                    <a:pt x="3368421" y="5193982"/>
                  </a:lnTo>
                  <a:lnTo>
                    <a:pt x="3364230" y="5198249"/>
                  </a:lnTo>
                  <a:lnTo>
                    <a:pt x="3364230" y="5208765"/>
                  </a:lnTo>
                  <a:lnTo>
                    <a:pt x="3368421" y="5213032"/>
                  </a:lnTo>
                  <a:lnTo>
                    <a:pt x="3373755" y="5213032"/>
                  </a:lnTo>
                  <a:lnTo>
                    <a:pt x="3373755" y="5193982"/>
                  </a:lnTo>
                  <a:close/>
                </a:path>
                <a:path w="10424160" h="5213350">
                  <a:moveTo>
                    <a:pt x="3378962" y="5193982"/>
                  </a:moveTo>
                  <a:lnTo>
                    <a:pt x="3373755" y="5193982"/>
                  </a:lnTo>
                  <a:lnTo>
                    <a:pt x="3373755" y="5213032"/>
                  </a:lnTo>
                  <a:lnTo>
                    <a:pt x="3378962" y="5213032"/>
                  </a:lnTo>
                  <a:lnTo>
                    <a:pt x="3383280" y="5208765"/>
                  </a:lnTo>
                  <a:lnTo>
                    <a:pt x="3383280" y="5198249"/>
                  </a:lnTo>
                  <a:lnTo>
                    <a:pt x="3378962" y="5193982"/>
                  </a:lnTo>
                  <a:close/>
                </a:path>
                <a:path w="10424160" h="5213350">
                  <a:moveTo>
                    <a:pt x="3335655" y="5193982"/>
                  </a:moveTo>
                  <a:lnTo>
                    <a:pt x="3330321" y="5193982"/>
                  </a:lnTo>
                  <a:lnTo>
                    <a:pt x="3326130" y="5198249"/>
                  </a:lnTo>
                  <a:lnTo>
                    <a:pt x="3326130" y="5208765"/>
                  </a:lnTo>
                  <a:lnTo>
                    <a:pt x="3330321" y="5213032"/>
                  </a:lnTo>
                  <a:lnTo>
                    <a:pt x="3335655" y="5213032"/>
                  </a:lnTo>
                  <a:lnTo>
                    <a:pt x="3335655" y="5193982"/>
                  </a:lnTo>
                  <a:close/>
                </a:path>
                <a:path w="10424160" h="5213350">
                  <a:moveTo>
                    <a:pt x="3340862" y="5193982"/>
                  </a:moveTo>
                  <a:lnTo>
                    <a:pt x="3335655" y="5193982"/>
                  </a:lnTo>
                  <a:lnTo>
                    <a:pt x="3335655" y="5213032"/>
                  </a:lnTo>
                  <a:lnTo>
                    <a:pt x="3340862" y="5213032"/>
                  </a:lnTo>
                  <a:lnTo>
                    <a:pt x="3345180" y="5208765"/>
                  </a:lnTo>
                  <a:lnTo>
                    <a:pt x="3345180" y="5198249"/>
                  </a:lnTo>
                  <a:lnTo>
                    <a:pt x="3340862" y="5193982"/>
                  </a:lnTo>
                  <a:close/>
                </a:path>
                <a:path w="10424160" h="5213350">
                  <a:moveTo>
                    <a:pt x="3297428" y="5193982"/>
                  </a:moveTo>
                  <a:lnTo>
                    <a:pt x="3292221" y="5193982"/>
                  </a:lnTo>
                  <a:lnTo>
                    <a:pt x="3287903" y="5198249"/>
                  </a:lnTo>
                  <a:lnTo>
                    <a:pt x="3287903" y="5208765"/>
                  </a:lnTo>
                  <a:lnTo>
                    <a:pt x="3292221" y="5213032"/>
                  </a:lnTo>
                  <a:lnTo>
                    <a:pt x="3297428" y="5213032"/>
                  </a:lnTo>
                  <a:lnTo>
                    <a:pt x="3297428" y="5193982"/>
                  </a:lnTo>
                  <a:close/>
                </a:path>
                <a:path w="10424160" h="5213350">
                  <a:moveTo>
                    <a:pt x="3302762" y="5193982"/>
                  </a:moveTo>
                  <a:lnTo>
                    <a:pt x="3297555" y="5193982"/>
                  </a:lnTo>
                  <a:lnTo>
                    <a:pt x="3297555" y="5213032"/>
                  </a:lnTo>
                  <a:lnTo>
                    <a:pt x="3302762" y="5213032"/>
                  </a:lnTo>
                  <a:lnTo>
                    <a:pt x="3307080" y="5208765"/>
                  </a:lnTo>
                  <a:lnTo>
                    <a:pt x="3307080" y="5198249"/>
                  </a:lnTo>
                  <a:lnTo>
                    <a:pt x="3302762" y="5193982"/>
                  </a:lnTo>
                  <a:close/>
                </a:path>
                <a:path w="10424160" h="5213350">
                  <a:moveTo>
                    <a:pt x="3259328" y="5193982"/>
                  </a:moveTo>
                  <a:lnTo>
                    <a:pt x="3254121" y="5193982"/>
                  </a:lnTo>
                  <a:lnTo>
                    <a:pt x="3249803" y="5198249"/>
                  </a:lnTo>
                  <a:lnTo>
                    <a:pt x="3249803" y="5208765"/>
                  </a:lnTo>
                  <a:lnTo>
                    <a:pt x="3254121" y="5213032"/>
                  </a:lnTo>
                  <a:lnTo>
                    <a:pt x="3259328" y="5213032"/>
                  </a:lnTo>
                  <a:lnTo>
                    <a:pt x="3259328" y="5193982"/>
                  </a:lnTo>
                  <a:close/>
                </a:path>
                <a:path w="10424160" h="5213350">
                  <a:moveTo>
                    <a:pt x="3264662" y="5193982"/>
                  </a:moveTo>
                  <a:lnTo>
                    <a:pt x="3259328" y="5193982"/>
                  </a:lnTo>
                  <a:lnTo>
                    <a:pt x="3259328" y="5213032"/>
                  </a:lnTo>
                  <a:lnTo>
                    <a:pt x="3264662" y="5213032"/>
                  </a:lnTo>
                  <a:lnTo>
                    <a:pt x="3268853" y="5208765"/>
                  </a:lnTo>
                  <a:lnTo>
                    <a:pt x="3268853" y="5198249"/>
                  </a:lnTo>
                  <a:lnTo>
                    <a:pt x="3264662" y="5193982"/>
                  </a:lnTo>
                  <a:close/>
                </a:path>
                <a:path w="10424160" h="5213350">
                  <a:moveTo>
                    <a:pt x="3221228" y="5193982"/>
                  </a:moveTo>
                  <a:lnTo>
                    <a:pt x="3216021" y="5193982"/>
                  </a:lnTo>
                  <a:lnTo>
                    <a:pt x="3211703" y="5198249"/>
                  </a:lnTo>
                  <a:lnTo>
                    <a:pt x="3211703" y="5208765"/>
                  </a:lnTo>
                  <a:lnTo>
                    <a:pt x="3216021" y="5213032"/>
                  </a:lnTo>
                  <a:lnTo>
                    <a:pt x="3221228" y="5213032"/>
                  </a:lnTo>
                  <a:lnTo>
                    <a:pt x="3221228" y="5193982"/>
                  </a:lnTo>
                  <a:close/>
                </a:path>
                <a:path w="10424160" h="5213350">
                  <a:moveTo>
                    <a:pt x="3226561" y="5193982"/>
                  </a:moveTo>
                  <a:lnTo>
                    <a:pt x="3221228" y="5193982"/>
                  </a:lnTo>
                  <a:lnTo>
                    <a:pt x="3221228" y="5213032"/>
                  </a:lnTo>
                  <a:lnTo>
                    <a:pt x="3226561" y="5213032"/>
                  </a:lnTo>
                  <a:lnTo>
                    <a:pt x="3230753" y="5208765"/>
                  </a:lnTo>
                  <a:lnTo>
                    <a:pt x="3230753" y="5198249"/>
                  </a:lnTo>
                  <a:lnTo>
                    <a:pt x="3226561" y="5193982"/>
                  </a:lnTo>
                  <a:close/>
                </a:path>
                <a:path w="10424160" h="5213350">
                  <a:moveTo>
                    <a:pt x="3183128" y="5193982"/>
                  </a:moveTo>
                  <a:lnTo>
                    <a:pt x="3177921" y="5193982"/>
                  </a:lnTo>
                  <a:lnTo>
                    <a:pt x="3173603" y="5198249"/>
                  </a:lnTo>
                  <a:lnTo>
                    <a:pt x="3173603" y="5208765"/>
                  </a:lnTo>
                  <a:lnTo>
                    <a:pt x="3177921" y="5213032"/>
                  </a:lnTo>
                  <a:lnTo>
                    <a:pt x="3183128" y="5213032"/>
                  </a:lnTo>
                  <a:lnTo>
                    <a:pt x="3183128" y="5193982"/>
                  </a:lnTo>
                  <a:close/>
                </a:path>
                <a:path w="10424160" h="5213350">
                  <a:moveTo>
                    <a:pt x="3188461" y="5193982"/>
                  </a:moveTo>
                  <a:lnTo>
                    <a:pt x="3183128" y="5193982"/>
                  </a:lnTo>
                  <a:lnTo>
                    <a:pt x="3183128" y="5213032"/>
                  </a:lnTo>
                  <a:lnTo>
                    <a:pt x="3188461" y="5213032"/>
                  </a:lnTo>
                  <a:lnTo>
                    <a:pt x="3192653" y="5208765"/>
                  </a:lnTo>
                  <a:lnTo>
                    <a:pt x="3192653" y="5198249"/>
                  </a:lnTo>
                  <a:lnTo>
                    <a:pt x="3188461" y="5193982"/>
                  </a:lnTo>
                  <a:close/>
                </a:path>
                <a:path w="10424160" h="5213350">
                  <a:moveTo>
                    <a:pt x="3145028" y="5193982"/>
                  </a:moveTo>
                  <a:lnTo>
                    <a:pt x="3139694" y="5193982"/>
                  </a:lnTo>
                  <a:lnTo>
                    <a:pt x="3135503" y="5198249"/>
                  </a:lnTo>
                  <a:lnTo>
                    <a:pt x="3135503" y="5208765"/>
                  </a:lnTo>
                  <a:lnTo>
                    <a:pt x="3139694" y="5213032"/>
                  </a:lnTo>
                  <a:lnTo>
                    <a:pt x="3145028" y="5213032"/>
                  </a:lnTo>
                  <a:lnTo>
                    <a:pt x="3145028" y="5193982"/>
                  </a:lnTo>
                  <a:close/>
                </a:path>
                <a:path w="10424160" h="5213350">
                  <a:moveTo>
                    <a:pt x="3150235" y="5193982"/>
                  </a:moveTo>
                  <a:lnTo>
                    <a:pt x="3145028" y="5193982"/>
                  </a:lnTo>
                  <a:lnTo>
                    <a:pt x="3145028" y="5213032"/>
                  </a:lnTo>
                  <a:lnTo>
                    <a:pt x="3150235" y="5213032"/>
                  </a:lnTo>
                  <a:lnTo>
                    <a:pt x="3154553" y="5208765"/>
                  </a:lnTo>
                  <a:lnTo>
                    <a:pt x="3154553" y="5198249"/>
                  </a:lnTo>
                  <a:lnTo>
                    <a:pt x="3150235" y="5193982"/>
                  </a:lnTo>
                  <a:close/>
                </a:path>
                <a:path w="10424160" h="5213350">
                  <a:moveTo>
                    <a:pt x="3106928" y="5193982"/>
                  </a:moveTo>
                  <a:lnTo>
                    <a:pt x="3101594" y="5193982"/>
                  </a:lnTo>
                  <a:lnTo>
                    <a:pt x="3097403" y="5198249"/>
                  </a:lnTo>
                  <a:lnTo>
                    <a:pt x="3097403" y="5208765"/>
                  </a:lnTo>
                  <a:lnTo>
                    <a:pt x="3101594" y="5213032"/>
                  </a:lnTo>
                  <a:lnTo>
                    <a:pt x="3106928" y="5213032"/>
                  </a:lnTo>
                  <a:lnTo>
                    <a:pt x="3106928" y="5193982"/>
                  </a:lnTo>
                  <a:close/>
                </a:path>
                <a:path w="10424160" h="5213350">
                  <a:moveTo>
                    <a:pt x="3112135" y="5193982"/>
                  </a:moveTo>
                  <a:lnTo>
                    <a:pt x="3106928" y="5193982"/>
                  </a:lnTo>
                  <a:lnTo>
                    <a:pt x="3106928" y="5213032"/>
                  </a:lnTo>
                  <a:lnTo>
                    <a:pt x="3112135" y="5213032"/>
                  </a:lnTo>
                  <a:lnTo>
                    <a:pt x="3116453" y="5208765"/>
                  </a:lnTo>
                  <a:lnTo>
                    <a:pt x="3116453" y="5198249"/>
                  </a:lnTo>
                  <a:lnTo>
                    <a:pt x="3112135" y="5193982"/>
                  </a:lnTo>
                  <a:close/>
                </a:path>
                <a:path w="10424160" h="5213350">
                  <a:moveTo>
                    <a:pt x="3068828" y="5193982"/>
                  </a:moveTo>
                  <a:lnTo>
                    <a:pt x="3063494" y="5193982"/>
                  </a:lnTo>
                  <a:lnTo>
                    <a:pt x="3059303" y="5198249"/>
                  </a:lnTo>
                  <a:lnTo>
                    <a:pt x="3059303" y="5208765"/>
                  </a:lnTo>
                  <a:lnTo>
                    <a:pt x="3063494" y="5213032"/>
                  </a:lnTo>
                  <a:lnTo>
                    <a:pt x="3068828" y="5213032"/>
                  </a:lnTo>
                  <a:lnTo>
                    <a:pt x="3068828" y="5193982"/>
                  </a:lnTo>
                  <a:close/>
                </a:path>
                <a:path w="10424160" h="5213350">
                  <a:moveTo>
                    <a:pt x="3074035" y="5193982"/>
                  </a:moveTo>
                  <a:lnTo>
                    <a:pt x="3068828" y="5193982"/>
                  </a:lnTo>
                  <a:lnTo>
                    <a:pt x="3068828" y="5213032"/>
                  </a:lnTo>
                  <a:lnTo>
                    <a:pt x="3074035" y="5213032"/>
                  </a:lnTo>
                  <a:lnTo>
                    <a:pt x="3078353" y="5208765"/>
                  </a:lnTo>
                  <a:lnTo>
                    <a:pt x="3078353" y="5198249"/>
                  </a:lnTo>
                  <a:lnTo>
                    <a:pt x="3074035" y="5193982"/>
                  </a:lnTo>
                  <a:close/>
                </a:path>
                <a:path w="10424160" h="5213350">
                  <a:moveTo>
                    <a:pt x="3030600" y="5193982"/>
                  </a:moveTo>
                  <a:lnTo>
                    <a:pt x="3025394" y="5193982"/>
                  </a:lnTo>
                  <a:lnTo>
                    <a:pt x="3021075" y="5198249"/>
                  </a:lnTo>
                  <a:lnTo>
                    <a:pt x="3021075" y="5208765"/>
                  </a:lnTo>
                  <a:lnTo>
                    <a:pt x="3025394" y="5213032"/>
                  </a:lnTo>
                  <a:lnTo>
                    <a:pt x="3030600" y="5213032"/>
                  </a:lnTo>
                  <a:lnTo>
                    <a:pt x="3030600" y="5193982"/>
                  </a:lnTo>
                  <a:close/>
                </a:path>
                <a:path w="10424160" h="5213350">
                  <a:moveTo>
                    <a:pt x="3030728" y="5206682"/>
                  </a:moveTo>
                  <a:lnTo>
                    <a:pt x="3030600" y="5206682"/>
                  </a:lnTo>
                  <a:lnTo>
                    <a:pt x="3030600" y="5213032"/>
                  </a:lnTo>
                  <a:lnTo>
                    <a:pt x="3030728" y="5213032"/>
                  </a:lnTo>
                  <a:lnTo>
                    <a:pt x="3030728" y="5206682"/>
                  </a:lnTo>
                  <a:close/>
                </a:path>
                <a:path w="10424160" h="5213350">
                  <a:moveTo>
                    <a:pt x="3035935" y="5193982"/>
                  </a:moveTo>
                  <a:lnTo>
                    <a:pt x="3030728" y="5193982"/>
                  </a:lnTo>
                  <a:lnTo>
                    <a:pt x="3030728" y="5213032"/>
                  </a:lnTo>
                  <a:lnTo>
                    <a:pt x="3035935" y="5213032"/>
                  </a:lnTo>
                  <a:lnTo>
                    <a:pt x="3040253" y="5208765"/>
                  </a:lnTo>
                  <a:lnTo>
                    <a:pt x="3040253" y="5198249"/>
                  </a:lnTo>
                  <a:lnTo>
                    <a:pt x="3035935" y="5193982"/>
                  </a:lnTo>
                  <a:close/>
                </a:path>
                <a:path w="10424160" h="5213350">
                  <a:moveTo>
                    <a:pt x="3030728" y="5193982"/>
                  </a:moveTo>
                  <a:lnTo>
                    <a:pt x="3030600" y="5193982"/>
                  </a:lnTo>
                  <a:lnTo>
                    <a:pt x="3030600" y="5200332"/>
                  </a:lnTo>
                  <a:lnTo>
                    <a:pt x="3030728" y="5200332"/>
                  </a:lnTo>
                  <a:lnTo>
                    <a:pt x="3030728" y="5193982"/>
                  </a:lnTo>
                  <a:close/>
                </a:path>
                <a:path w="10424160" h="5213350">
                  <a:moveTo>
                    <a:pt x="2992500" y="5193982"/>
                  </a:moveTo>
                  <a:lnTo>
                    <a:pt x="2987294" y="5193982"/>
                  </a:lnTo>
                  <a:lnTo>
                    <a:pt x="2982975" y="5198249"/>
                  </a:lnTo>
                  <a:lnTo>
                    <a:pt x="2982975" y="5208765"/>
                  </a:lnTo>
                  <a:lnTo>
                    <a:pt x="2987294" y="5213032"/>
                  </a:lnTo>
                  <a:lnTo>
                    <a:pt x="2992500" y="5213032"/>
                  </a:lnTo>
                  <a:lnTo>
                    <a:pt x="2992500" y="5193982"/>
                  </a:lnTo>
                  <a:close/>
                </a:path>
                <a:path w="10424160" h="5213350">
                  <a:moveTo>
                    <a:pt x="2997835" y="5193982"/>
                  </a:moveTo>
                  <a:lnTo>
                    <a:pt x="2992500" y="5193982"/>
                  </a:lnTo>
                  <a:lnTo>
                    <a:pt x="2992500" y="5213032"/>
                  </a:lnTo>
                  <a:lnTo>
                    <a:pt x="2997835" y="5213032"/>
                  </a:lnTo>
                  <a:lnTo>
                    <a:pt x="3002025" y="5208765"/>
                  </a:lnTo>
                  <a:lnTo>
                    <a:pt x="3002025" y="5198249"/>
                  </a:lnTo>
                  <a:lnTo>
                    <a:pt x="2997835" y="5193982"/>
                  </a:lnTo>
                  <a:close/>
                </a:path>
                <a:path w="10424160" h="5213350">
                  <a:moveTo>
                    <a:pt x="2954400" y="5193982"/>
                  </a:moveTo>
                  <a:lnTo>
                    <a:pt x="2949194" y="5193982"/>
                  </a:lnTo>
                  <a:lnTo>
                    <a:pt x="2944875" y="5198249"/>
                  </a:lnTo>
                  <a:lnTo>
                    <a:pt x="2944875" y="5208765"/>
                  </a:lnTo>
                  <a:lnTo>
                    <a:pt x="2949194" y="5213032"/>
                  </a:lnTo>
                  <a:lnTo>
                    <a:pt x="2954400" y="5213032"/>
                  </a:lnTo>
                  <a:lnTo>
                    <a:pt x="2954400" y="5193982"/>
                  </a:lnTo>
                  <a:close/>
                </a:path>
                <a:path w="10424160" h="5213350">
                  <a:moveTo>
                    <a:pt x="2959735" y="5193982"/>
                  </a:moveTo>
                  <a:lnTo>
                    <a:pt x="2954400" y="5193982"/>
                  </a:lnTo>
                  <a:lnTo>
                    <a:pt x="2954400" y="5213032"/>
                  </a:lnTo>
                  <a:lnTo>
                    <a:pt x="2959735" y="5213032"/>
                  </a:lnTo>
                  <a:lnTo>
                    <a:pt x="2963925" y="5208765"/>
                  </a:lnTo>
                  <a:lnTo>
                    <a:pt x="2963925" y="5198249"/>
                  </a:lnTo>
                  <a:lnTo>
                    <a:pt x="2959735" y="5193982"/>
                  </a:lnTo>
                  <a:close/>
                </a:path>
                <a:path w="10424160" h="5213350">
                  <a:moveTo>
                    <a:pt x="2916300" y="5193982"/>
                  </a:moveTo>
                  <a:lnTo>
                    <a:pt x="2911094" y="5193982"/>
                  </a:lnTo>
                  <a:lnTo>
                    <a:pt x="2906775" y="5198249"/>
                  </a:lnTo>
                  <a:lnTo>
                    <a:pt x="2906775" y="5208765"/>
                  </a:lnTo>
                  <a:lnTo>
                    <a:pt x="2911094" y="5213032"/>
                  </a:lnTo>
                  <a:lnTo>
                    <a:pt x="2916300" y="5213032"/>
                  </a:lnTo>
                  <a:lnTo>
                    <a:pt x="2916300" y="5193982"/>
                  </a:lnTo>
                  <a:close/>
                </a:path>
                <a:path w="10424160" h="5213350">
                  <a:moveTo>
                    <a:pt x="2921635" y="5193982"/>
                  </a:moveTo>
                  <a:lnTo>
                    <a:pt x="2916300" y="5193982"/>
                  </a:lnTo>
                  <a:lnTo>
                    <a:pt x="2916300" y="5213032"/>
                  </a:lnTo>
                  <a:lnTo>
                    <a:pt x="2921635" y="5213032"/>
                  </a:lnTo>
                  <a:lnTo>
                    <a:pt x="2925825" y="5208765"/>
                  </a:lnTo>
                  <a:lnTo>
                    <a:pt x="2925825" y="5198249"/>
                  </a:lnTo>
                  <a:lnTo>
                    <a:pt x="2921635" y="5193982"/>
                  </a:lnTo>
                  <a:close/>
                </a:path>
                <a:path w="10424160" h="5213350">
                  <a:moveTo>
                    <a:pt x="2878200" y="5193982"/>
                  </a:moveTo>
                  <a:lnTo>
                    <a:pt x="2872867" y="5193982"/>
                  </a:lnTo>
                  <a:lnTo>
                    <a:pt x="2868675" y="5198249"/>
                  </a:lnTo>
                  <a:lnTo>
                    <a:pt x="2868675" y="5208765"/>
                  </a:lnTo>
                  <a:lnTo>
                    <a:pt x="2872867" y="5213032"/>
                  </a:lnTo>
                  <a:lnTo>
                    <a:pt x="2878200" y="5213032"/>
                  </a:lnTo>
                  <a:lnTo>
                    <a:pt x="2878200" y="5193982"/>
                  </a:lnTo>
                  <a:close/>
                </a:path>
                <a:path w="10424160" h="5213350">
                  <a:moveTo>
                    <a:pt x="2883408" y="5193982"/>
                  </a:moveTo>
                  <a:lnTo>
                    <a:pt x="2878200" y="5193982"/>
                  </a:lnTo>
                  <a:lnTo>
                    <a:pt x="2878200" y="5213032"/>
                  </a:lnTo>
                  <a:lnTo>
                    <a:pt x="2883408" y="5213032"/>
                  </a:lnTo>
                  <a:lnTo>
                    <a:pt x="2887725" y="5208765"/>
                  </a:lnTo>
                  <a:lnTo>
                    <a:pt x="2887725" y="5198249"/>
                  </a:lnTo>
                  <a:lnTo>
                    <a:pt x="2883408" y="5193982"/>
                  </a:lnTo>
                  <a:close/>
                </a:path>
                <a:path w="10424160" h="5213350">
                  <a:moveTo>
                    <a:pt x="2840100" y="5193982"/>
                  </a:moveTo>
                  <a:lnTo>
                    <a:pt x="2834767" y="5193982"/>
                  </a:lnTo>
                  <a:lnTo>
                    <a:pt x="2830575" y="5198249"/>
                  </a:lnTo>
                  <a:lnTo>
                    <a:pt x="2830575" y="5208765"/>
                  </a:lnTo>
                  <a:lnTo>
                    <a:pt x="2834767" y="5213032"/>
                  </a:lnTo>
                  <a:lnTo>
                    <a:pt x="2840100" y="5213032"/>
                  </a:lnTo>
                  <a:lnTo>
                    <a:pt x="2840100" y="5193982"/>
                  </a:lnTo>
                  <a:close/>
                </a:path>
                <a:path w="10424160" h="5213350">
                  <a:moveTo>
                    <a:pt x="2845308" y="5193982"/>
                  </a:moveTo>
                  <a:lnTo>
                    <a:pt x="2840100" y="5193982"/>
                  </a:lnTo>
                  <a:lnTo>
                    <a:pt x="2840100" y="5213032"/>
                  </a:lnTo>
                  <a:lnTo>
                    <a:pt x="2845308" y="5213032"/>
                  </a:lnTo>
                  <a:lnTo>
                    <a:pt x="2849625" y="5208765"/>
                  </a:lnTo>
                  <a:lnTo>
                    <a:pt x="2849625" y="5198249"/>
                  </a:lnTo>
                  <a:lnTo>
                    <a:pt x="2845308" y="5193982"/>
                  </a:lnTo>
                  <a:close/>
                </a:path>
                <a:path w="10424160" h="5213350">
                  <a:moveTo>
                    <a:pt x="2801873" y="5193982"/>
                  </a:moveTo>
                  <a:lnTo>
                    <a:pt x="2796667" y="5193982"/>
                  </a:lnTo>
                  <a:lnTo>
                    <a:pt x="2792348" y="5198249"/>
                  </a:lnTo>
                  <a:lnTo>
                    <a:pt x="2792348" y="5208765"/>
                  </a:lnTo>
                  <a:lnTo>
                    <a:pt x="2796667" y="5213032"/>
                  </a:lnTo>
                  <a:lnTo>
                    <a:pt x="2801873" y="5213032"/>
                  </a:lnTo>
                  <a:lnTo>
                    <a:pt x="2801873" y="5193982"/>
                  </a:lnTo>
                  <a:close/>
                </a:path>
                <a:path w="10424160" h="5213350">
                  <a:moveTo>
                    <a:pt x="2807208" y="5193982"/>
                  </a:moveTo>
                  <a:lnTo>
                    <a:pt x="2802000" y="5193982"/>
                  </a:lnTo>
                  <a:lnTo>
                    <a:pt x="2802000" y="5213032"/>
                  </a:lnTo>
                  <a:lnTo>
                    <a:pt x="2807208" y="5213032"/>
                  </a:lnTo>
                  <a:lnTo>
                    <a:pt x="2811525" y="5208765"/>
                  </a:lnTo>
                  <a:lnTo>
                    <a:pt x="2811525" y="5198249"/>
                  </a:lnTo>
                  <a:lnTo>
                    <a:pt x="2807208" y="5193982"/>
                  </a:lnTo>
                  <a:close/>
                </a:path>
                <a:path w="10424160" h="5213350">
                  <a:moveTo>
                    <a:pt x="2763773" y="5193982"/>
                  </a:moveTo>
                  <a:lnTo>
                    <a:pt x="2758567" y="5193982"/>
                  </a:lnTo>
                  <a:lnTo>
                    <a:pt x="2754248" y="5198249"/>
                  </a:lnTo>
                  <a:lnTo>
                    <a:pt x="2754248" y="5208765"/>
                  </a:lnTo>
                  <a:lnTo>
                    <a:pt x="2758567" y="5213032"/>
                  </a:lnTo>
                  <a:lnTo>
                    <a:pt x="2763773" y="5213032"/>
                  </a:lnTo>
                  <a:lnTo>
                    <a:pt x="2763773" y="5193982"/>
                  </a:lnTo>
                  <a:close/>
                </a:path>
                <a:path w="10424160" h="5213350">
                  <a:moveTo>
                    <a:pt x="2769108" y="5193982"/>
                  </a:moveTo>
                  <a:lnTo>
                    <a:pt x="2763773" y="5193982"/>
                  </a:lnTo>
                  <a:lnTo>
                    <a:pt x="2763773" y="5213032"/>
                  </a:lnTo>
                  <a:lnTo>
                    <a:pt x="2769108" y="5213032"/>
                  </a:lnTo>
                  <a:lnTo>
                    <a:pt x="2773298" y="5208765"/>
                  </a:lnTo>
                  <a:lnTo>
                    <a:pt x="2773298" y="5198249"/>
                  </a:lnTo>
                  <a:lnTo>
                    <a:pt x="2769108" y="5193982"/>
                  </a:lnTo>
                  <a:close/>
                </a:path>
                <a:path w="10424160" h="5213350">
                  <a:moveTo>
                    <a:pt x="2725673" y="5193982"/>
                  </a:moveTo>
                  <a:lnTo>
                    <a:pt x="2720467" y="5193982"/>
                  </a:lnTo>
                  <a:lnTo>
                    <a:pt x="2716148" y="5198249"/>
                  </a:lnTo>
                  <a:lnTo>
                    <a:pt x="2716148" y="5208765"/>
                  </a:lnTo>
                  <a:lnTo>
                    <a:pt x="2720467" y="5213032"/>
                  </a:lnTo>
                  <a:lnTo>
                    <a:pt x="2725673" y="5213032"/>
                  </a:lnTo>
                  <a:lnTo>
                    <a:pt x="2725673" y="5193982"/>
                  </a:lnTo>
                  <a:close/>
                </a:path>
                <a:path w="10424160" h="5213350">
                  <a:moveTo>
                    <a:pt x="2731008" y="5193982"/>
                  </a:moveTo>
                  <a:lnTo>
                    <a:pt x="2725673" y="5193982"/>
                  </a:lnTo>
                  <a:lnTo>
                    <a:pt x="2725673" y="5213032"/>
                  </a:lnTo>
                  <a:lnTo>
                    <a:pt x="2731008" y="5213032"/>
                  </a:lnTo>
                  <a:lnTo>
                    <a:pt x="2735198" y="5208765"/>
                  </a:lnTo>
                  <a:lnTo>
                    <a:pt x="2735198" y="5198249"/>
                  </a:lnTo>
                  <a:lnTo>
                    <a:pt x="2731008" y="5193982"/>
                  </a:lnTo>
                  <a:close/>
                </a:path>
                <a:path w="10424160" h="5213350">
                  <a:moveTo>
                    <a:pt x="2687573" y="5193982"/>
                  </a:moveTo>
                  <a:lnTo>
                    <a:pt x="2682367" y="5193982"/>
                  </a:lnTo>
                  <a:lnTo>
                    <a:pt x="2678048" y="5198249"/>
                  </a:lnTo>
                  <a:lnTo>
                    <a:pt x="2678048" y="5208765"/>
                  </a:lnTo>
                  <a:lnTo>
                    <a:pt x="2682367" y="5213032"/>
                  </a:lnTo>
                  <a:lnTo>
                    <a:pt x="2687573" y="5213032"/>
                  </a:lnTo>
                  <a:lnTo>
                    <a:pt x="2687573" y="5193982"/>
                  </a:lnTo>
                  <a:close/>
                </a:path>
                <a:path w="10424160" h="5213350">
                  <a:moveTo>
                    <a:pt x="2692908" y="5193982"/>
                  </a:moveTo>
                  <a:lnTo>
                    <a:pt x="2687573" y="5193982"/>
                  </a:lnTo>
                  <a:lnTo>
                    <a:pt x="2687573" y="5213032"/>
                  </a:lnTo>
                  <a:lnTo>
                    <a:pt x="2692908" y="5213032"/>
                  </a:lnTo>
                  <a:lnTo>
                    <a:pt x="2697098" y="5208765"/>
                  </a:lnTo>
                  <a:lnTo>
                    <a:pt x="2697098" y="5198249"/>
                  </a:lnTo>
                  <a:lnTo>
                    <a:pt x="2692908" y="5193982"/>
                  </a:lnTo>
                  <a:close/>
                </a:path>
                <a:path w="10424160" h="5213350">
                  <a:moveTo>
                    <a:pt x="2649473" y="5193982"/>
                  </a:moveTo>
                  <a:lnTo>
                    <a:pt x="2644140" y="5193982"/>
                  </a:lnTo>
                  <a:lnTo>
                    <a:pt x="2639949" y="5198249"/>
                  </a:lnTo>
                  <a:lnTo>
                    <a:pt x="2639949" y="5208765"/>
                  </a:lnTo>
                  <a:lnTo>
                    <a:pt x="2644140" y="5213032"/>
                  </a:lnTo>
                  <a:lnTo>
                    <a:pt x="2649473" y="5213032"/>
                  </a:lnTo>
                  <a:lnTo>
                    <a:pt x="2649473" y="5193982"/>
                  </a:lnTo>
                  <a:close/>
                </a:path>
                <a:path w="10424160" h="5213350">
                  <a:moveTo>
                    <a:pt x="2654681" y="5193982"/>
                  </a:moveTo>
                  <a:lnTo>
                    <a:pt x="2649473" y="5193982"/>
                  </a:lnTo>
                  <a:lnTo>
                    <a:pt x="2649473" y="5213032"/>
                  </a:lnTo>
                  <a:lnTo>
                    <a:pt x="2654681" y="5213032"/>
                  </a:lnTo>
                  <a:lnTo>
                    <a:pt x="2658998" y="5208765"/>
                  </a:lnTo>
                  <a:lnTo>
                    <a:pt x="2658998" y="5198249"/>
                  </a:lnTo>
                  <a:lnTo>
                    <a:pt x="2654681" y="5193982"/>
                  </a:lnTo>
                  <a:close/>
                </a:path>
                <a:path w="10424160" h="5213350">
                  <a:moveTo>
                    <a:pt x="2611374" y="5193982"/>
                  </a:moveTo>
                  <a:lnTo>
                    <a:pt x="2606040" y="5193982"/>
                  </a:lnTo>
                  <a:lnTo>
                    <a:pt x="2601849" y="5198249"/>
                  </a:lnTo>
                  <a:lnTo>
                    <a:pt x="2601849" y="5208765"/>
                  </a:lnTo>
                  <a:lnTo>
                    <a:pt x="2606040" y="5213032"/>
                  </a:lnTo>
                  <a:lnTo>
                    <a:pt x="2611374" y="5213032"/>
                  </a:lnTo>
                  <a:lnTo>
                    <a:pt x="2611374" y="5193982"/>
                  </a:lnTo>
                  <a:close/>
                </a:path>
                <a:path w="10424160" h="5213350">
                  <a:moveTo>
                    <a:pt x="2616581" y="5193982"/>
                  </a:moveTo>
                  <a:lnTo>
                    <a:pt x="2611374" y="5193982"/>
                  </a:lnTo>
                  <a:lnTo>
                    <a:pt x="2611374" y="5213032"/>
                  </a:lnTo>
                  <a:lnTo>
                    <a:pt x="2616581" y="5213032"/>
                  </a:lnTo>
                  <a:lnTo>
                    <a:pt x="2620899" y="5208765"/>
                  </a:lnTo>
                  <a:lnTo>
                    <a:pt x="2620899" y="5198249"/>
                  </a:lnTo>
                  <a:lnTo>
                    <a:pt x="2616581" y="5193982"/>
                  </a:lnTo>
                  <a:close/>
                </a:path>
                <a:path w="10424160" h="5213350">
                  <a:moveTo>
                    <a:pt x="2573274" y="5193982"/>
                  </a:moveTo>
                  <a:lnTo>
                    <a:pt x="2567940" y="5193982"/>
                  </a:lnTo>
                  <a:lnTo>
                    <a:pt x="2563749" y="5198249"/>
                  </a:lnTo>
                  <a:lnTo>
                    <a:pt x="2563749" y="5208765"/>
                  </a:lnTo>
                  <a:lnTo>
                    <a:pt x="2567940" y="5213032"/>
                  </a:lnTo>
                  <a:lnTo>
                    <a:pt x="2573274" y="5213032"/>
                  </a:lnTo>
                  <a:lnTo>
                    <a:pt x="2573274" y="5193982"/>
                  </a:lnTo>
                  <a:close/>
                </a:path>
                <a:path w="10424160" h="5213350">
                  <a:moveTo>
                    <a:pt x="2578481" y="5193982"/>
                  </a:moveTo>
                  <a:lnTo>
                    <a:pt x="2573274" y="5193982"/>
                  </a:lnTo>
                  <a:lnTo>
                    <a:pt x="2573274" y="5213032"/>
                  </a:lnTo>
                  <a:lnTo>
                    <a:pt x="2578481" y="5213032"/>
                  </a:lnTo>
                  <a:lnTo>
                    <a:pt x="2582799" y="5208765"/>
                  </a:lnTo>
                  <a:lnTo>
                    <a:pt x="2582799" y="5198249"/>
                  </a:lnTo>
                  <a:lnTo>
                    <a:pt x="2578481" y="5193982"/>
                  </a:lnTo>
                  <a:close/>
                </a:path>
                <a:path w="10424160" h="5213350">
                  <a:moveTo>
                    <a:pt x="2535047" y="5193982"/>
                  </a:moveTo>
                  <a:lnTo>
                    <a:pt x="2529840" y="5193982"/>
                  </a:lnTo>
                  <a:lnTo>
                    <a:pt x="2525522" y="5198249"/>
                  </a:lnTo>
                  <a:lnTo>
                    <a:pt x="2525522" y="5208765"/>
                  </a:lnTo>
                  <a:lnTo>
                    <a:pt x="2529840" y="5213032"/>
                  </a:lnTo>
                  <a:lnTo>
                    <a:pt x="2535047" y="5213032"/>
                  </a:lnTo>
                  <a:lnTo>
                    <a:pt x="2535047" y="5193982"/>
                  </a:lnTo>
                  <a:close/>
                </a:path>
                <a:path w="10424160" h="5213350">
                  <a:moveTo>
                    <a:pt x="2535174" y="5206682"/>
                  </a:moveTo>
                  <a:lnTo>
                    <a:pt x="2535047" y="5206682"/>
                  </a:lnTo>
                  <a:lnTo>
                    <a:pt x="2535047" y="5213032"/>
                  </a:lnTo>
                  <a:lnTo>
                    <a:pt x="2535174" y="5213032"/>
                  </a:lnTo>
                  <a:lnTo>
                    <a:pt x="2535174" y="5206682"/>
                  </a:lnTo>
                  <a:close/>
                </a:path>
                <a:path w="10424160" h="5213350">
                  <a:moveTo>
                    <a:pt x="2540381" y="5193982"/>
                  </a:moveTo>
                  <a:lnTo>
                    <a:pt x="2535174" y="5193982"/>
                  </a:lnTo>
                  <a:lnTo>
                    <a:pt x="2535174" y="5213032"/>
                  </a:lnTo>
                  <a:lnTo>
                    <a:pt x="2540381" y="5213032"/>
                  </a:lnTo>
                  <a:lnTo>
                    <a:pt x="2544699" y="5208765"/>
                  </a:lnTo>
                  <a:lnTo>
                    <a:pt x="2544699" y="5198249"/>
                  </a:lnTo>
                  <a:lnTo>
                    <a:pt x="2540381" y="5193982"/>
                  </a:lnTo>
                  <a:close/>
                </a:path>
                <a:path w="10424160" h="5213350">
                  <a:moveTo>
                    <a:pt x="2535174" y="5193982"/>
                  </a:moveTo>
                  <a:lnTo>
                    <a:pt x="2535047" y="5193982"/>
                  </a:lnTo>
                  <a:lnTo>
                    <a:pt x="2535047" y="5200332"/>
                  </a:lnTo>
                  <a:lnTo>
                    <a:pt x="2535174" y="5200332"/>
                  </a:lnTo>
                  <a:lnTo>
                    <a:pt x="2535174" y="5193982"/>
                  </a:lnTo>
                  <a:close/>
                </a:path>
                <a:path w="10424160" h="5213350">
                  <a:moveTo>
                    <a:pt x="2496947" y="5193982"/>
                  </a:moveTo>
                  <a:lnTo>
                    <a:pt x="2491740" y="5193982"/>
                  </a:lnTo>
                  <a:lnTo>
                    <a:pt x="2487422" y="5198249"/>
                  </a:lnTo>
                  <a:lnTo>
                    <a:pt x="2487422" y="5208765"/>
                  </a:lnTo>
                  <a:lnTo>
                    <a:pt x="2491740" y="5213032"/>
                  </a:lnTo>
                  <a:lnTo>
                    <a:pt x="2496947" y="5213032"/>
                  </a:lnTo>
                  <a:lnTo>
                    <a:pt x="2496947" y="5193982"/>
                  </a:lnTo>
                  <a:close/>
                </a:path>
                <a:path w="10424160" h="5213350">
                  <a:moveTo>
                    <a:pt x="2502281" y="5193982"/>
                  </a:moveTo>
                  <a:lnTo>
                    <a:pt x="2496947" y="5193982"/>
                  </a:lnTo>
                  <a:lnTo>
                    <a:pt x="2496947" y="5213032"/>
                  </a:lnTo>
                  <a:lnTo>
                    <a:pt x="2502281" y="5213032"/>
                  </a:lnTo>
                  <a:lnTo>
                    <a:pt x="2506472" y="5208765"/>
                  </a:lnTo>
                  <a:lnTo>
                    <a:pt x="2506472" y="5198249"/>
                  </a:lnTo>
                  <a:lnTo>
                    <a:pt x="2502281" y="5193982"/>
                  </a:lnTo>
                  <a:close/>
                </a:path>
                <a:path w="10424160" h="5213350">
                  <a:moveTo>
                    <a:pt x="2458847" y="5193982"/>
                  </a:moveTo>
                  <a:lnTo>
                    <a:pt x="2453640" y="5193982"/>
                  </a:lnTo>
                  <a:lnTo>
                    <a:pt x="2449322" y="5198249"/>
                  </a:lnTo>
                  <a:lnTo>
                    <a:pt x="2449322" y="5208765"/>
                  </a:lnTo>
                  <a:lnTo>
                    <a:pt x="2453640" y="5213032"/>
                  </a:lnTo>
                  <a:lnTo>
                    <a:pt x="2458847" y="5213032"/>
                  </a:lnTo>
                  <a:lnTo>
                    <a:pt x="2458847" y="5193982"/>
                  </a:lnTo>
                  <a:close/>
                </a:path>
                <a:path w="10424160" h="5213350">
                  <a:moveTo>
                    <a:pt x="2464181" y="5193982"/>
                  </a:moveTo>
                  <a:lnTo>
                    <a:pt x="2458847" y="5193982"/>
                  </a:lnTo>
                  <a:lnTo>
                    <a:pt x="2458847" y="5213032"/>
                  </a:lnTo>
                  <a:lnTo>
                    <a:pt x="2464181" y="5213032"/>
                  </a:lnTo>
                  <a:lnTo>
                    <a:pt x="2468372" y="5208765"/>
                  </a:lnTo>
                  <a:lnTo>
                    <a:pt x="2468372" y="5198249"/>
                  </a:lnTo>
                  <a:lnTo>
                    <a:pt x="2464181" y="5193982"/>
                  </a:lnTo>
                  <a:close/>
                </a:path>
                <a:path w="10424160" h="5213350">
                  <a:moveTo>
                    <a:pt x="2420747" y="5193982"/>
                  </a:moveTo>
                  <a:lnTo>
                    <a:pt x="2415540" y="5193982"/>
                  </a:lnTo>
                  <a:lnTo>
                    <a:pt x="2411222" y="5198249"/>
                  </a:lnTo>
                  <a:lnTo>
                    <a:pt x="2411222" y="5208765"/>
                  </a:lnTo>
                  <a:lnTo>
                    <a:pt x="2415540" y="5213032"/>
                  </a:lnTo>
                  <a:lnTo>
                    <a:pt x="2420747" y="5213032"/>
                  </a:lnTo>
                  <a:lnTo>
                    <a:pt x="2420747" y="5193982"/>
                  </a:lnTo>
                  <a:close/>
                </a:path>
                <a:path w="10424160" h="5213350">
                  <a:moveTo>
                    <a:pt x="2426081" y="5193982"/>
                  </a:moveTo>
                  <a:lnTo>
                    <a:pt x="2420747" y="5193982"/>
                  </a:lnTo>
                  <a:lnTo>
                    <a:pt x="2420747" y="5213032"/>
                  </a:lnTo>
                  <a:lnTo>
                    <a:pt x="2426081" y="5213032"/>
                  </a:lnTo>
                  <a:lnTo>
                    <a:pt x="2430272" y="5208765"/>
                  </a:lnTo>
                  <a:lnTo>
                    <a:pt x="2430272" y="5198249"/>
                  </a:lnTo>
                  <a:lnTo>
                    <a:pt x="2426081" y="5193982"/>
                  </a:lnTo>
                  <a:close/>
                </a:path>
                <a:path w="10424160" h="5213350">
                  <a:moveTo>
                    <a:pt x="2382647" y="5193982"/>
                  </a:moveTo>
                  <a:lnTo>
                    <a:pt x="2377313" y="5193982"/>
                  </a:lnTo>
                  <a:lnTo>
                    <a:pt x="2373122" y="5198249"/>
                  </a:lnTo>
                  <a:lnTo>
                    <a:pt x="2373122" y="5208765"/>
                  </a:lnTo>
                  <a:lnTo>
                    <a:pt x="2377313" y="5213032"/>
                  </a:lnTo>
                  <a:lnTo>
                    <a:pt x="2382647" y="5213032"/>
                  </a:lnTo>
                  <a:lnTo>
                    <a:pt x="2382647" y="5193982"/>
                  </a:lnTo>
                  <a:close/>
                </a:path>
                <a:path w="10424160" h="5213350">
                  <a:moveTo>
                    <a:pt x="2387854" y="5193982"/>
                  </a:moveTo>
                  <a:lnTo>
                    <a:pt x="2382647" y="5193982"/>
                  </a:lnTo>
                  <a:lnTo>
                    <a:pt x="2382647" y="5213032"/>
                  </a:lnTo>
                  <a:lnTo>
                    <a:pt x="2387854" y="5213032"/>
                  </a:lnTo>
                  <a:lnTo>
                    <a:pt x="2392172" y="5208765"/>
                  </a:lnTo>
                  <a:lnTo>
                    <a:pt x="2392172" y="5198249"/>
                  </a:lnTo>
                  <a:lnTo>
                    <a:pt x="2387854" y="5193982"/>
                  </a:lnTo>
                  <a:close/>
                </a:path>
                <a:path w="10424160" h="5213350">
                  <a:moveTo>
                    <a:pt x="2344547" y="5193982"/>
                  </a:moveTo>
                  <a:lnTo>
                    <a:pt x="2339213" y="5193982"/>
                  </a:lnTo>
                  <a:lnTo>
                    <a:pt x="2335022" y="5198249"/>
                  </a:lnTo>
                  <a:lnTo>
                    <a:pt x="2335022" y="5208765"/>
                  </a:lnTo>
                  <a:lnTo>
                    <a:pt x="2339213" y="5213032"/>
                  </a:lnTo>
                  <a:lnTo>
                    <a:pt x="2344547" y="5213032"/>
                  </a:lnTo>
                  <a:lnTo>
                    <a:pt x="2344547" y="5193982"/>
                  </a:lnTo>
                  <a:close/>
                </a:path>
                <a:path w="10424160" h="5213350">
                  <a:moveTo>
                    <a:pt x="2349754" y="5193982"/>
                  </a:moveTo>
                  <a:lnTo>
                    <a:pt x="2344547" y="5193982"/>
                  </a:lnTo>
                  <a:lnTo>
                    <a:pt x="2344547" y="5213032"/>
                  </a:lnTo>
                  <a:lnTo>
                    <a:pt x="2349754" y="5213032"/>
                  </a:lnTo>
                  <a:lnTo>
                    <a:pt x="2354072" y="5208765"/>
                  </a:lnTo>
                  <a:lnTo>
                    <a:pt x="2354072" y="5198249"/>
                  </a:lnTo>
                  <a:lnTo>
                    <a:pt x="2349754" y="5193982"/>
                  </a:lnTo>
                  <a:close/>
                </a:path>
                <a:path w="10424160" h="5213350">
                  <a:moveTo>
                    <a:pt x="2306447" y="5193982"/>
                  </a:moveTo>
                  <a:lnTo>
                    <a:pt x="2301113" y="5193982"/>
                  </a:lnTo>
                  <a:lnTo>
                    <a:pt x="2296922" y="5198249"/>
                  </a:lnTo>
                  <a:lnTo>
                    <a:pt x="2296922" y="5208765"/>
                  </a:lnTo>
                  <a:lnTo>
                    <a:pt x="2301113" y="5213032"/>
                  </a:lnTo>
                  <a:lnTo>
                    <a:pt x="2306447" y="5213032"/>
                  </a:lnTo>
                  <a:lnTo>
                    <a:pt x="2306447" y="5193982"/>
                  </a:lnTo>
                  <a:close/>
                </a:path>
                <a:path w="10424160" h="5213350">
                  <a:moveTo>
                    <a:pt x="2311654" y="5193982"/>
                  </a:moveTo>
                  <a:lnTo>
                    <a:pt x="2306447" y="5193982"/>
                  </a:lnTo>
                  <a:lnTo>
                    <a:pt x="2306447" y="5213032"/>
                  </a:lnTo>
                  <a:lnTo>
                    <a:pt x="2311654" y="5213032"/>
                  </a:lnTo>
                  <a:lnTo>
                    <a:pt x="2315972" y="5208765"/>
                  </a:lnTo>
                  <a:lnTo>
                    <a:pt x="2315972" y="5198249"/>
                  </a:lnTo>
                  <a:lnTo>
                    <a:pt x="2311654" y="5193982"/>
                  </a:lnTo>
                  <a:close/>
                </a:path>
                <a:path w="10424160" h="5213350">
                  <a:moveTo>
                    <a:pt x="2268220" y="5193982"/>
                  </a:moveTo>
                  <a:lnTo>
                    <a:pt x="2263013" y="5193982"/>
                  </a:lnTo>
                  <a:lnTo>
                    <a:pt x="2258695" y="5198249"/>
                  </a:lnTo>
                  <a:lnTo>
                    <a:pt x="2258695" y="5208765"/>
                  </a:lnTo>
                  <a:lnTo>
                    <a:pt x="2263013" y="5213032"/>
                  </a:lnTo>
                  <a:lnTo>
                    <a:pt x="2268220" y="5213032"/>
                  </a:lnTo>
                  <a:lnTo>
                    <a:pt x="2268220" y="5193982"/>
                  </a:lnTo>
                  <a:close/>
                </a:path>
                <a:path w="10424160" h="5213350">
                  <a:moveTo>
                    <a:pt x="2273554" y="5193982"/>
                  </a:moveTo>
                  <a:lnTo>
                    <a:pt x="2268347" y="5193982"/>
                  </a:lnTo>
                  <a:lnTo>
                    <a:pt x="2268347" y="5213032"/>
                  </a:lnTo>
                  <a:lnTo>
                    <a:pt x="2273554" y="5213032"/>
                  </a:lnTo>
                  <a:lnTo>
                    <a:pt x="2277872" y="5208765"/>
                  </a:lnTo>
                  <a:lnTo>
                    <a:pt x="2277872" y="5198249"/>
                  </a:lnTo>
                  <a:lnTo>
                    <a:pt x="2273554" y="5193982"/>
                  </a:lnTo>
                  <a:close/>
                </a:path>
                <a:path w="10424160" h="5213350">
                  <a:moveTo>
                    <a:pt x="2230120" y="5193982"/>
                  </a:moveTo>
                  <a:lnTo>
                    <a:pt x="2224913" y="5193982"/>
                  </a:lnTo>
                  <a:lnTo>
                    <a:pt x="2220595" y="5198249"/>
                  </a:lnTo>
                  <a:lnTo>
                    <a:pt x="2220595" y="5208765"/>
                  </a:lnTo>
                  <a:lnTo>
                    <a:pt x="2224913" y="5213032"/>
                  </a:lnTo>
                  <a:lnTo>
                    <a:pt x="2230120" y="5213032"/>
                  </a:lnTo>
                  <a:lnTo>
                    <a:pt x="2230120" y="5193982"/>
                  </a:lnTo>
                  <a:close/>
                </a:path>
                <a:path w="10424160" h="5213350">
                  <a:moveTo>
                    <a:pt x="2235454" y="5193982"/>
                  </a:moveTo>
                  <a:lnTo>
                    <a:pt x="2230120" y="5193982"/>
                  </a:lnTo>
                  <a:lnTo>
                    <a:pt x="2230120" y="5213032"/>
                  </a:lnTo>
                  <a:lnTo>
                    <a:pt x="2235454" y="5213032"/>
                  </a:lnTo>
                  <a:lnTo>
                    <a:pt x="2239645" y="5208765"/>
                  </a:lnTo>
                  <a:lnTo>
                    <a:pt x="2239645" y="5198249"/>
                  </a:lnTo>
                  <a:lnTo>
                    <a:pt x="2235454" y="5193982"/>
                  </a:lnTo>
                  <a:close/>
                </a:path>
                <a:path w="10424160" h="5213350">
                  <a:moveTo>
                    <a:pt x="2192020" y="5193982"/>
                  </a:moveTo>
                  <a:lnTo>
                    <a:pt x="2186813" y="5193982"/>
                  </a:lnTo>
                  <a:lnTo>
                    <a:pt x="2182495" y="5198249"/>
                  </a:lnTo>
                  <a:lnTo>
                    <a:pt x="2182495" y="5208765"/>
                  </a:lnTo>
                  <a:lnTo>
                    <a:pt x="2186813" y="5213032"/>
                  </a:lnTo>
                  <a:lnTo>
                    <a:pt x="2192020" y="5213032"/>
                  </a:lnTo>
                  <a:lnTo>
                    <a:pt x="2192020" y="5193982"/>
                  </a:lnTo>
                  <a:close/>
                </a:path>
                <a:path w="10424160" h="5213350">
                  <a:moveTo>
                    <a:pt x="2197354" y="5193982"/>
                  </a:moveTo>
                  <a:lnTo>
                    <a:pt x="2192020" y="5193982"/>
                  </a:lnTo>
                  <a:lnTo>
                    <a:pt x="2192020" y="5213032"/>
                  </a:lnTo>
                  <a:lnTo>
                    <a:pt x="2197354" y="5213032"/>
                  </a:lnTo>
                  <a:lnTo>
                    <a:pt x="2201545" y="5208765"/>
                  </a:lnTo>
                  <a:lnTo>
                    <a:pt x="2201545" y="5198249"/>
                  </a:lnTo>
                  <a:lnTo>
                    <a:pt x="2197354" y="5193982"/>
                  </a:lnTo>
                  <a:close/>
                </a:path>
                <a:path w="10424160" h="5213350">
                  <a:moveTo>
                    <a:pt x="2153920" y="5193982"/>
                  </a:moveTo>
                  <a:lnTo>
                    <a:pt x="2148585" y="5193982"/>
                  </a:lnTo>
                  <a:lnTo>
                    <a:pt x="2144395" y="5198249"/>
                  </a:lnTo>
                  <a:lnTo>
                    <a:pt x="2144395" y="5208765"/>
                  </a:lnTo>
                  <a:lnTo>
                    <a:pt x="2148585" y="5213032"/>
                  </a:lnTo>
                  <a:lnTo>
                    <a:pt x="2153920" y="5213032"/>
                  </a:lnTo>
                  <a:lnTo>
                    <a:pt x="2153920" y="5193982"/>
                  </a:lnTo>
                  <a:close/>
                </a:path>
                <a:path w="10424160" h="5213350">
                  <a:moveTo>
                    <a:pt x="2159127" y="5193982"/>
                  </a:moveTo>
                  <a:lnTo>
                    <a:pt x="2153920" y="5193982"/>
                  </a:lnTo>
                  <a:lnTo>
                    <a:pt x="2153920" y="5213032"/>
                  </a:lnTo>
                  <a:lnTo>
                    <a:pt x="2159127" y="5213032"/>
                  </a:lnTo>
                  <a:lnTo>
                    <a:pt x="2163445" y="5208765"/>
                  </a:lnTo>
                  <a:lnTo>
                    <a:pt x="2163445" y="5198249"/>
                  </a:lnTo>
                  <a:lnTo>
                    <a:pt x="2159127" y="5193982"/>
                  </a:lnTo>
                  <a:close/>
                </a:path>
                <a:path w="10424160" h="5213350">
                  <a:moveTo>
                    <a:pt x="2115820" y="5193982"/>
                  </a:moveTo>
                  <a:lnTo>
                    <a:pt x="2110485" y="5193982"/>
                  </a:lnTo>
                  <a:lnTo>
                    <a:pt x="2106295" y="5198249"/>
                  </a:lnTo>
                  <a:lnTo>
                    <a:pt x="2106295" y="5208765"/>
                  </a:lnTo>
                  <a:lnTo>
                    <a:pt x="2110485" y="5213032"/>
                  </a:lnTo>
                  <a:lnTo>
                    <a:pt x="2115820" y="5213032"/>
                  </a:lnTo>
                  <a:lnTo>
                    <a:pt x="2115820" y="5193982"/>
                  </a:lnTo>
                  <a:close/>
                </a:path>
                <a:path w="10424160" h="5213350">
                  <a:moveTo>
                    <a:pt x="2121027" y="5193982"/>
                  </a:moveTo>
                  <a:lnTo>
                    <a:pt x="2115820" y="5193982"/>
                  </a:lnTo>
                  <a:lnTo>
                    <a:pt x="2115820" y="5213032"/>
                  </a:lnTo>
                  <a:lnTo>
                    <a:pt x="2121027" y="5213032"/>
                  </a:lnTo>
                  <a:lnTo>
                    <a:pt x="2125345" y="5208765"/>
                  </a:lnTo>
                  <a:lnTo>
                    <a:pt x="2125345" y="5198249"/>
                  </a:lnTo>
                  <a:lnTo>
                    <a:pt x="2121027" y="5193982"/>
                  </a:lnTo>
                  <a:close/>
                </a:path>
                <a:path w="10424160" h="5213350">
                  <a:moveTo>
                    <a:pt x="2077720" y="5193982"/>
                  </a:moveTo>
                  <a:lnTo>
                    <a:pt x="2072385" y="5193982"/>
                  </a:lnTo>
                  <a:lnTo>
                    <a:pt x="2068195" y="5198249"/>
                  </a:lnTo>
                  <a:lnTo>
                    <a:pt x="2068195" y="5208765"/>
                  </a:lnTo>
                  <a:lnTo>
                    <a:pt x="2072385" y="5213032"/>
                  </a:lnTo>
                  <a:lnTo>
                    <a:pt x="2077720" y="5213032"/>
                  </a:lnTo>
                  <a:lnTo>
                    <a:pt x="2077720" y="5193982"/>
                  </a:lnTo>
                  <a:close/>
                </a:path>
                <a:path w="10424160" h="5213350">
                  <a:moveTo>
                    <a:pt x="2082927" y="5193982"/>
                  </a:moveTo>
                  <a:lnTo>
                    <a:pt x="2077720" y="5193982"/>
                  </a:lnTo>
                  <a:lnTo>
                    <a:pt x="2077720" y="5213032"/>
                  </a:lnTo>
                  <a:lnTo>
                    <a:pt x="2082927" y="5213032"/>
                  </a:lnTo>
                  <a:lnTo>
                    <a:pt x="2087245" y="5208765"/>
                  </a:lnTo>
                  <a:lnTo>
                    <a:pt x="2087245" y="5198249"/>
                  </a:lnTo>
                  <a:lnTo>
                    <a:pt x="2082927" y="5193982"/>
                  </a:lnTo>
                  <a:close/>
                </a:path>
                <a:path w="10424160" h="5213350">
                  <a:moveTo>
                    <a:pt x="2039493" y="5193982"/>
                  </a:moveTo>
                  <a:lnTo>
                    <a:pt x="2034285" y="5193982"/>
                  </a:lnTo>
                  <a:lnTo>
                    <a:pt x="2029968" y="5198249"/>
                  </a:lnTo>
                  <a:lnTo>
                    <a:pt x="2029968" y="5208765"/>
                  </a:lnTo>
                  <a:lnTo>
                    <a:pt x="2034285" y="5213032"/>
                  </a:lnTo>
                  <a:lnTo>
                    <a:pt x="2039493" y="5213032"/>
                  </a:lnTo>
                  <a:lnTo>
                    <a:pt x="2039493" y="5193982"/>
                  </a:lnTo>
                  <a:close/>
                </a:path>
                <a:path w="10424160" h="5213350">
                  <a:moveTo>
                    <a:pt x="2044827" y="5193982"/>
                  </a:moveTo>
                  <a:lnTo>
                    <a:pt x="2039620" y="5193982"/>
                  </a:lnTo>
                  <a:lnTo>
                    <a:pt x="2039620" y="5213032"/>
                  </a:lnTo>
                  <a:lnTo>
                    <a:pt x="2044827" y="5213032"/>
                  </a:lnTo>
                  <a:lnTo>
                    <a:pt x="2049145" y="5208765"/>
                  </a:lnTo>
                  <a:lnTo>
                    <a:pt x="2049145" y="5198249"/>
                  </a:lnTo>
                  <a:lnTo>
                    <a:pt x="2044827" y="5193982"/>
                  </a:lnTo>
                  <a:close/>
                </a:path>
                <a:path w="10424160" h="5213350">
                  <a:moveTo>
                    <a:pt x="2001393" y="5193982"/>
                  </a:moveTo>
                  <a:lnTo>
                    <a:pt x="1996185" y="5193982"/>
                  </a:lnTo>
                  <a:lnTo>
                    <a:pt x="1991868" y="5198249"/>
                  </a:lnTo>
                  <a:lnTo>
                    <a:pt x="1991868" y="5208765"/>
                  </a:lnTo>
                  <a:lnTo>
                    <a:pt x="1996185" y="5213032"/>
                  </a:lnTo>
                  <a:lnTo>
                    <a:pt x="2001393" y="5213032"/>
                  </a:lnTo>
                  <a:lnTo>
                    <a:pt x="2001393" y="5193982"/>
                  </a:lnTo>
                  <a:close/>
                </a:path>
                <a:path w="10424160" h="5213350">
                  <a:moveTo>
                    <a:pt x="2006727" y="5193982"/>
                  </a:moveTo>
                  <a:lnTo>
                    <a:pt x="2001393" y="5193982"/>
                  </a:lnTo>
                  <a:lnTo>
                    <a:pt x="2001393" y="5213032"/>
                  </a:lnTo>
                  <a:lnTo>
                    <a:pt x="2006727" y="5213032"/>
                  </a:lnTo>
                  <a:lnTo>
                    <a:pt x="2010918" y="5208765"/>
                  </a:lnTo>
                  <a:lnTo>
                    <a:pt x="2010918" y="5198249"/>
                  </a:lnTo>
                  <a:lnTo>
                    <a:pt x="2006727" y="5193982"/>
                  </a:lnTo>
                  <a:close/>
                </a:path>
                <a:path w="10424160" h="5213350">
                  <a:moveTo>
                    <a:pt x="1963293" y="5193982"/>
                  </a:moveTo>
                  <a:lnTo>
                    <a:pt x="1958085" y="5193982"/>
                  </a:lnTo>
                  <a:lnTo>
                    <a:pt x="1953768" y="5198249"/>
                  </a:lnTo>
                  <a:lnTo>
                    <a:pt x="1953768" y="5208765"/>
                  </a:lnTo>
                  <a:lnTo>
                    <a:pt x="1958085" y="5213032"/>
                  </a:lnTo>
                  <a:lnTo>
                    <a:pt x="1963293" y="5213032"/>
                  </a:lnTo>
                  <a:lnTo>
                    <a:pt x="1963293" y="5193982"/>
                  </a:lnTo>
                  <a:close/>
                </a:path>
                <a:path w="10424160" h="5213350">
                  <a:moveTo>
                    <a:pt x="1968627" y="5193982"/>
                  </a:moveTo>
                  <a:lnTo>
                    <a:pt x="1963293" y="5193982"/>
                  </a:lnTo>
                  <a:lnTo>
                    <a:pt x="1963293" y="5213032"/>
                  </a:lnTo>
                  <a:lnTo>
                    <a:pt x="1968627" y="5213032"/>
                  </a:lnTo>
                  <a:lnTo>
                    <a:pt x="1972818" y="5208765"/>
                  </a:lnTo>
                  <a:lnTo>
                    <a:pt x="1972818" y="5198249"/>
                  </a:lnTo>
                  <a:lnTo>
                    <a:pt x="1968627" y="5193982"/>
                  </a:lnTo>
                  <a:close/>
                </a:path>
                <a:path w="10424160" h="5213350">
                  <a:moveTo>
                    <a:pt x="1925193" y="5193982"/>
                  </a:moveTo>
                  <a:lnTo>
                    <a:pt x="1919985" y="5193982"/>
                  </a:lnTo>
                  <a:lnTo>
                    <a:pt x="1915668" y="5198249"/>
                  </a:lnTo>
                  <a:lnTo>
                    <a:pt x="1915668" y="5208765"/>
                  </a:lnTo>
                  <a:lnTo>
                    <a:pt x="1919985" y="5213032"/>
                  </a:lnTo>
                  <a:lnTo>
                    <a:pt x="1925193" y="5213032"/>
                  </a:lnTo>
                  <a:lnTo>
                    <a:pt x="1925193" y="5193982"/>
                  </a:lnTo>
                  <a:close/>
                </a:path>
                <a:path w="10424160" h="5213350">
                  <a:moveTo>
                    <a:pt x="1930527" y="5193982"/>
                  </a:moveTo>
                  <a:lnTo>
                    <a:pt x="1925193" y="5193982"/>
                  </a:lnTo>
                  <a:lnTo>
                    <a:pt x="1925193" y="5213032"/>
                  </a:lnTo>
                  <a:lnTo>
                    <a:pt x="1930527" y="5213032"/>
                  </a:lnTo>
                  <a:lnTo>
                    <a:pt x="1934718" y="5208765"/>
                  </a:lnTo>
                  <a:lnTo>
                    <a:pt x="1934718" y="5198249"/>
                  </a:lnTo>
                  <a:lnTo>
                    <a:pt x="1930527" y="5193982"/>
                  </a:lnTo>
                  <a:close/>
                </a:path>
                <a:path w="10424160" h="5213350">
                  <a:moveTo>
                    <a:pt x="1887093" y="5193982"/>
                  </a:moveTo>
                  <a:lnTo>
                    <a:pt x="1881758" y="5193982"/>
                  </a:lnTo>
                  <a:lnTo>
                    <a:pt x="1877568" y="5198249"/>
                  </a:lnTo>
                  <a:lnTo>
                    <a:pt x="1877568" y="5208765"/>
                  </a:lnTo>
                  <a:lnTo>
                    <a:pt x="1881758" y="5213032"/>
                  </a:lnTo>
                  <a:lnTo>
                    <a:pt x="1887093" y="5213032"/>
                  </a:lnTo>
                  <a:lnTo>
                    <a:pt x="1887093" y="5193982"/>
                  </a:lnTo>
                  <a:close/>
                </a:path>
                <a:path w="10424160" h="5213350">
                  <a:moveTo>
                    <a:pt x="1892300" y="5193982"/>
                  </a:moveTo>
                  <a:lnTo>
                    <a:pt x="1887093" y="5193982"/>
                  </a:lnTo>
                  <a:lnTo>
                    <a:pt x="1887093" y="5213032"/>
                  </a:lnTo>
                  <a:lnTo>
                    <a:pt x="1892300" y="5213032"/>
                  </a:lnTo>
                  <a:lnTo>
                    <a:pt x="1896618" y="5208765"/>
                  </a:lnTo>
                  <a:lnTo>
                    <a:pt x="1896618" y="5198249"/>
                  </a:lnTo>
                  <a:lnTo>
                    <a:pt x="1892300" y="5193982"/>
                  </a:lnTo>
                  <a:close/>
                </a:path>
                <a:path w="10424160" h="5213350">
                  <a:moveTo>
                    <a:pt x="1848993" y="5193982"/>
                  </a:moveTo>
                  <a:lnTo>
                    <a:pt x="1843658" y="5193982"/>
                  </a:lnTo>
                  <a:lnTo>
                    <a:pt x="1839468" y="5198249"/>
                  </a:lnTo>
                  <a:lnTo>
                    <a:pt x="1839468" y="5208765"/>
                  </a:lnTo>
                  <a:lnTo>
                    <a:pt x="1843658" y="5213032"/>
                  </a:lnTo>
                  <a:lnTo>
                    <a:pt x="1848993" y="5213032"/>
                  </a:lnTo>
                  <a:lnTo>
                    <a:pt x="1848993" y="5193982"/>
                  </a:lnTo>
                  <a:close/>
                </a:path>
                <a:path w="10424160" h="5213350">
                  <a:moveTo>
                    <a:pt x="1854200" y="5193982"/>
                  </a:moveTo>
                  <a:lnTo>
                    <a:pt x="1848993" y="5193982"/>
                  </a:lnTo>
                  <a:lnTo>
                    <a:pt x="1848993" y="5213032"/>
                  </a:lnTo>
                  <a:lnTo>
                    <a:pt x="1854200" y="5213032"/>
                  </a:lnTo>
                  <a:lnTo>
                    <a:pt x="1858518" y="5208765"/>
                  </a:lnTo>
                  <a:lnTo>
                    <a:pt x="1858518" y="5198249"/>
                  </a:lnTo>
                  <a:lnTo>
                    <a:pt x="1854200" y="5193982"/>
                  </a:lnTo>
                  <a:close/>
                </a:path>
                <a:path w="10424160" h="5213350">
                  <a:moveTo>
                    <a:pt x="1810893" y="5193982"/>
                  </a:moveTo>
                  <a:lnTo>
                    <a:pt x="1805558" y="5193982"/>
                  </a:lnTo>
                  <a:lnTo>
                    <a:pt x="1801368" y="5198249"/>
                  </a:lnTo>
                  <a:lnTo>
                    <a:pt x="1801368" y="5208765"/>
                  </a:lnTo>
                  <a:lnTo>
                    <a:pt x="1805558" y="5213032"/>
                  </a:lnTo>
                  <a:lnTo>
                    <a:pt x="1810893" y="5213032"/>
                  </a:lnTo>
                  <a:lnTo>
                    <a:pt x="1810893" y="5193982"/>
                  </a:lnTo>
                  <a:close/>
                </a:path>
                <a:path w="10424160" h="5213350">
                  <a:moveTo>
                    <a:pt x="1816100" y="5193982"/>
                  </a:moveTo>
                  <a:lnTo>
                    <a:pt x="1810893" y="5193982"/>
                  </a:lnTo>
                  <a:lnTo>
                    <a:pt x="1810893" y="5213032"/>
                  </a:lnTo>
                  <a:lnTo>
                    <a:pt x="1816100" y="5213032"/>
                  </a:lnTo>
                  <a:lnTo>
                    <a:pt x="1820418" y="5208765"/>
                  </a:lnTo>
                  <a:lnTo>
                    <a:pt x="1820418" y="5198249"/>
                  </a:lnTo>
                  <a:lnTo>
                    <a:pt x="1816100" y="5193982"/>
                  </a:lnTo>
                  <a:close/>
                </a:path>
                <a:path w="10424160" h="5213350">
                  <a:moveTo>
                    <a:pt x="1772665" y="5193982"/>
                  </a:moveTo>
                  <a:lnTo>
                    <a:pt x="1767458" y="5193982"/>
                  </a:lnTo>
                  <a:lnTo>
                    <a:pt x="1763140" y="5198249"/>
                  </a:lnTo>
                  <a:lnTo>
                    <a:pt x="1763140" y="5208765"/>
                  </a:lnTo>
                  <a:lnTo>
                    <a:pt x="1767458" y="5213032"/>
                  </a:lnTo>
                  <a:lnTo>
                    <a:pt x="1772665" y="5213032"/>
                  </a:lnTo>
                  <a:lnTo>
                    <a:pt x="1772665" y="5193982"/>
                  </a:lnTo>
                  <a:close/>
                </a:path>
                <a:path w="10424160" h="5213350">
                  <a:moveTo>
                    <a:pt x="1772793" y="5206682"/>
                  </a:moveTo>
                  <a:lnTo>
                    <a:pt x="1772665" y="5206682"/>
                  </a:lnTo>
                  <a:lnTo>
                    <a:pt x="1772665" y="5213032"/>
                  </a:lnTo>
                  <a:lnTo>
                    <a:pt x="1772793" y="5213032"/>
                  </a:lnTo>
                  <a:lnTo>
                    <a:pt x="1772793" y="5206682"/>
                  </a:lnTo>
                  <a:close/>
                </a:path>
                <a:path w="10424160" h="5213350">
                  <a:moveTo>
                    <a:pt x="1778000" y="5193982"/>
                  </a:moveTo>
                  <a:lnTo>
                    <a:pt x="1772793" y="5193982"/>
                  </a:lnTo>
                  <a:lnTo>
                    <a:pt x="1772793" y="5213032"/>
                  </a:lnTo>
                  <a:lnTo>
                    <a:pt x="1778000" y="5213032"/>
                  </a:lnTo>
                  <a:lnTo>
                    <a:pt x="1782318" y="5208765"/>
                  </a:lnTo>
                  <a:lnTo>
                    <a:pt x="1782318" y="5198249"/>
                  </a:lnTo>
                  <a:lnTo>
                    <a:pt x="1778000" y="5193982"/>
                  </a:lnTo>
                  <a:close/>
                </a:path>
                <a:path w="10424160" h="5213350">
                  <a:moveTo>
                    <a:pt x="1772793" y="5193982"/>
                  </a:moveTo>
                  <a:lnTo>
                    <a:pt x="1772665" y="5193982"/>
                  </a:lnTo>
                  <a:lnTo>
                    <a:pt x="1772665" y="5200332"/>
                  </a:lnTo>
                  <a:lnTo>
                    <a:pt x="1772793" y="5200332"/>
                  </a:lnTo>
                  <a:lnTo>
                    <a:pt x="1772793" y="5193982"/>
                  </a:lnTo>
                  <a:close/>
                </a:path>
                <a:path w="10424160" h="5213350">
                  <a:moveTo>
                    <a:pt x="1734565" y="5193982"/>
                  </a:moveTo>
                  <a:lnTo>
                    <a:pt x="1729358" y="5193982"/>
                  </a:lnTo>
                  <a:lnTo>
                    <a:pt x="1725040" y="5198249"/>
                  </a:lnTo>
                  <a:lnTo>
                    <a:pt x="1725040" y="5208765"/>
                  </a:lnTo>
                  <a:lnTo>
                    <a:pt x="1729358" y="5213032"/>
                  </a:lnTo>
                  <a:lnTo>
                    <a:pt x="1734565" y="5213032"/>
                  </a:lnTo>
                  <a:lnTo>
                    <a:pt x="1734565" y="5193982"/>
                  </a:lnTo>
                  <a:close/>
                </a:path>
                <a:path w="10424160" h="5213350">
                  <a:moveTo>
                    <a:pt x="1739900" y="5193982"/>
                  </a:moveTo>
                  <a:lnTo>
                    <a:pt x="1734565" y="5193982"/>
                  </a:lnTo>
                  <a:lnTo>
                    <a:pt x="1734565" y="5213032"/>
                  </a:lnTo>
                  <a:lnTo>
                    <a:pt x="1739900" y="5213032"/>
                  </a:lnTo>
                  <a:lnTo>
                    <a:pt x="1744090" y="5208765"/>
                  </a:lnTo>
                  <a:lnTo>
                    <a:pt x="1744090" y="5198249"/>
                  </a:lnTo>
                  <a:lnTo>
                    <a:pt x="1739900" y="5193982"/>
                  </a:lnTo>
                  <a:close/>
                </a:path>
                <a:path w="10424160" h="5213350">
                  <a:moveTo>
                    <a:pt x="1696465" y="5193982"/>
                  </a:moveTo>
                  <a:lnTo>
                    <a:pt x="1691258" y="5193982"/>
                  </a:lnTo>
                  <a:lnTo>
                    <a:pt x="1686940" y="5198249"/>
                  </a:lnTo>
                  <a:lnTo>
                    <a:pt x="1686940" y="5208765"/>
                  </a:lnTo>
                  <a:lnTo>
                    <a:pt x="1691258" y="5213032"/>
                  </a:lnTo>
                  <a:lnTo>
                    <a:pt x="1696465" y="5213032"/>
                  </a:lnTo>
                  <a:lnTo>
                    <a:pt x="1696465" y="5193982"/>
                  </a:lnTo>
                  <a:close/>
                </a:path>
                <a:path w="10424160" h="5213350">
                  <a:moveTo>
                    <a:pt x="1701800" y="5193982"/>
                  </a:moveTo>
                  <a:lnTo>
                    <a:pt x="1696465" y="5193982"/>
                  </a:lnTo>
                  <a:lnTo>
                    <a:pt x="1696465" y="5213032"/>
                  </a:lnTo>
                  <a:lnTo>
                    <a:pt x="1701800" y="5213032"/>
                  </a:lnTo>
                  <a:lnTo>
                    <a:pt x="1705990" y="5208765"/>
                  </a:lnTo>
                  <a:lnTo>
                    <a:pt x="1705990" y="5198249"/>
                  </a:lnTo>
                  <a:lnTo>
                    <a:pt x="1701800" y="5193982"/>
                  </a:lnTo>
                  <a:close/>
                </a:path>
                <a:path w="10424160" h="5213350">
                  <a:moveTo>
                    <a:pt x="1658365" y="5193982"/>
                  </a:moveTo>
                  <a:lnTo>
                    <a:pt x="1653158" y="5193982"/>
                  </a:lnTo>
                  <a:lnTo>
                    <a:pt x="1648840" y="5198249"/>
                  </a:lnTo>
                  <a:lnTo>
                    <a:pt x="1648840" y="5208765"/>
                  </a:lnTo>
                  <a:lnTo>
                    <a:pt x="1653158" y="5213032"/>
                  </a:lnTo>
                  <a:lnTo>
                    <a:pt x="1658365" y="5213032"/>
                  </a:lnTo>
                  <a:lnTo>
                    <a:pt x="1658365" y="5193982"/>
                  </a:lnTo>
                  <a:close/>
                </a:path>
                <a:path w="10424160" h="5213350">
                  <a:moveTo>
                    <a:pt x="1663700" y="5193982"/>
                  </a:moveTo>
                  <a:lnTo>
                    <a:pt x="1658365" y="5193982"/>
                  </a:lnTo>
                  <a:lnTo>
                    <a:pt x="1658365" y="5213032"/>
                  </a:lnTo>
                  <a:lnTo>
                    <a:pt x="1663700" y="5213032"/>
                  </a:lnTo>
                  <a:lnTo>
                    <a:pt x="1667890" y="5208765"/>
                  </a:lnTo>
                  <a:lnTo>
                    <a:pt x="1667890" y="5198249"/>
                  </a:lnTo>
                  <a:lnTo>
                    <a:pt x="1663700" y="5193982"/>
                  </a:lnTo>
                  <a:close/>
                </a:path>
                <a:path w="10424160" h="5213350">
                  <a:moveTo>
                    <a:pt x="1620265" y="5193982"/>
                  </a:moveTo>
                  <a:lnTo>
                    <a:pt x="1614932" y="5193982"/>
                  </a:lnTo>
                  <a:lnTo>
                    <a:pt x="1610740" y="5198249"/>
                  </a:lnTo>
                  <a:lnTo>
                    <a:pt x="1610740" y="5208765"/>
                  </a:lnTo>
                  <a:lnTo>
                    <a:pt x="1614932" y="5213032"/>
                  </a:lnTo>
                  <a:lnTo>
                    <a:pt x="1620265" y="5213032"/>
                  </a:lnTo>
                  <a:lnTo>
                    <a:pt x="1620265" y="5193982"/>
                  </a:lnTo>
                  <a:close/>
                </a:path>
                <a:path w="10424160" h="5213350">
                  <a:moveTo>
                    <a:pt x="1625472" y="5193982"/>
                  </a:moveTo>
                  <a:lnTo>
                    <a:pt x="1620265" y="5193982"/>
                  </a:lnTo>
                  <a:lnTo>
                    <a:pt x="1620265" y="5213032"/>
                  </a:lnTo>
                  <a:lnTo>
                    <a:pt x="1625472" y="5213032"/>
                  </a:lnTo>
                  <a:lnTo>
                    <a:pt x="1629790" y="5208765"/>
                  </a:lnTo>
                  <a:lnTo>
                    <a:pt x="1629790" y="5198249"/>
                  </a:lnTo>
                  <a:lnTo>
                    <a:pt x="1625472" y="5193982"/>
                  </a:lnTo>
                  <a:close/>
                </a:path>
                <a:path w="10424160" h="5213350">
                  <a:moveTo>
                    <a:pt x="1582165" y="5193982"/>
                  </a:moveTo>
                  <a:lnTo>
                    <a:pt x="1576832" y="5193982"/>
                  </a:lnTo>
                  <a:lnTo>
                    <a:pt x="1572640" y="5198249"/>
                  </a:lnTo>
                  <a:lnTo>
                    <a:pt x="1572640" y="5208765"/>
                  </a:lnTo>
                  <a:lnTo>
                    <a:pt x="1576832" y="5213032"/>
                  </a:lnTo>
                  <a:lnTo>
                    <a:pt x="1582165" y="5213032"/>
                  </a:lnTo>
                  <a:lnTo>
                    <a:pt x="1582165" y="5193982"/>
                  </a:lnTo>
                  <a:close/>
                </a:path>
                <a:path w="10424160" h="5213350">
                  <a:moveTo>
                    <a:pt x="1587372" y="5193982"/>
                  </a:moveTo>
                  <a:lnTo>
                    <a:pt x="1582165" y="5193982"/>
                  </a:lnTo>
                  <a:lnTo>
                    <a:pt x="1582165" y="5213032"/>
                  </a:lnTo>
                  <a:lnTo>
                    <a:pt x="1587372" y="5213032"/>
                  </a:lnTo>
                  <a:lnTo>
                    <a:pt x="1591690" y="5208765"/>
                  </a:lnTo>
                  <a:lnTo>
                    <a:pt x="1591690" y="5198249"/>
                  </a:lnTo>
                  <a:lnTo>
                    <a:pt x="1587372" y="5193982"/>
                  </a:lnTo>
                  <a:close/>
                </a:path>
                <a:path w="10424160" h="5213350">
                  <a:moveTo>
                    <a:pt x="1543939" y="5193982"/>
                  </a:moveTo>
                  <a:lnTo>
                    <a:pt x="1538732" y="5193982"/>
                  </a:lnTo>
                  <a:lnTo>
                    <a:pt x="1534414" y="5198249"/>
                  </a:lnTo>
                  <a:lnTo>
                    <a:pt x="1534414" y="5208765"/>
                  </a:lnTo>
                  <a:lnTo>
                    <a:pt x="1538732" y="5213032"/>
                  </a:lnTo>
                  <a:lnTo>
                    <a:pt x="1543939" y="5213032"/>
                  </a:lnTo>
                  <a:lnTo>
                    <a:pt x="1543939" y="5193982"/>
                  </a:lnTo>
                  <a:close/>
                </a:path>
                <a:path w="10424160" h="5213350">
                  <a:moveTo>
                    <a:pt x="1549272" y="5193982"/>
                  </a:moveTo>
                  <a:lnTo>
                    <a:pt x="1544065" y="5193982"/>
                  </a:lnTo>
                  <a:lnTo>
                    <a:pt x="1544065" y="5213032"/>
                  </a:lnTo>
                  <a:lnTo>
                    <a:pt x="1549272" y="5213032"/>
                  </a:lnTo>
                  <a:lnTo>
                    <a:pt x="1553590" y="5208765"/>
                  </a:lnTo>
                  <a:lnTo>
                    <a:pt x="1553590" y="5198249"/>
                  </a:lnTo>
                  <a:lnTo>
                    <a:pt x="1549272" y="5193982"/>
                  </a:lnTo>
                  <a:close/>
                </a:path>
                <a:path w="10424160" h="5213350">
                  <a:moveTo>
                    <a:pt x="1505839" y="5193982"/>
                  </a:moveTo>
                  <a:lnTo>
                    <a:pt x="1500632" y="5193982"/>
                  </a:lnTo>
                  <a:lnTo>
                    <a:pt x="1496314" y="5198249"/>
                  </a:lnTo>
                  <a:lnTo>
                    <a:pt x="1496314" y="5208765"/>
                  </a:lnTo>
                  <a:lnTo>
                    <a:pt x="1500632" y="5213032"/>
                  </a:lnTo>
                  <a:lnTo>
                    <a:pt x="1505839" y="5213032"/>
                  </a:lnTo>
                  <a:lnTo>
                    <a:pt x="1505839" y="5193982"/>
                  </a:lnTo>
                  <a:close/>
                </a:path>
                <a:path w="10424160" h="5213350">
                  <a:moveTo>
                    <a:pt x="1511172" y="5193982"/>
                  </a:moveTo>
                  <a:lnTo>
                    <a:pt x="1505839" y="5193982"/>
                  </a:lnTo>
                  <a:lnTo>
                    <a:pt x="1505839" y="5213032"/>
                  </a:lnTo>
                  <a:lnTo>
                    <a:pt x="1511172" y="5213032"/>
                  </a:lnTo>
                  <a:lnTo>
                    <a:pt x="1515364" y="5208765"/>
                  </a:lnTo>
                  <a:lnTo>
                    <a:pt x="1515364" y="5198249"/>
                  </a:lnTo>
                  <a:lnTo>
                    <a:pt x="1511172" y="5193982"/>
                  </a:lnTo>
                  <a:close/>
                </a:path>
                <a:path w="10424160" h="5213350">
                  <a:moveTo>
                    <a:pt x="1467739" y="5193982"/>
                  </a:moveTo>
                  <a:lnTo>
                    <a:pt x="1462532" y="5193982"/>
                  </a:lnTo>
                  <a:lnTo>
                    <a:pt x="1458214" y="5198249"/>
                  </a:lnTo>
                  <a:lnTo>
                    <a:pt x="1458214" y="5208765"/>
                  </a:lnTo>
                  <a:lnTo>
                    <a:pt x="1462532" y="5213032"/>
                  </a:lnTo>
                  <a:lnTo>
                    <a:pt x="1467739" y="5213032"/>
                  </a:lnTo>
                  <a:lnTo>
                    <a:pt x="1467739" y="5193982"/>
                  </a:lnTo>
                  <a:close/>
                </a:path>
                <a:path w="10424160" h="5213350">
                  <a:moveTo>
                    <a:pt x="1473072" y="5193982"/>
                  </a:moveTo>
                  <a:lnTo>
                    <a:pt x="1467739" y="5193982"/>
                  </a:lnTo>
                  <a:lnTo>
                    <a:pt x="1467739" y="5213032"/>
                  </a:lnTo>
                  <a:lnTo>
                    <a:pt x="1473072" y="5213032"/>
                  </a:lnTo>
                  <a:lnTo>
                    <a:pt x="1477264" y="5208765"/>
                  </a:lnTo>
                  <a:lnTo>
                    <a:pt x="1477264" y="5198249"/>
                  </a:lnTo>
                  <a:lnTo>
                    <a:pt x="1473072" y="5193982"/>
                  </a:lnTo>
                  <a:close/>
                </a:path>
                <a:path w="10424160" h="5213350">
                  <a:moveTo>
                    <a:pt x="1429639" y="5193982"/>
                  </a:moveTo>
                  <a:lnTo>
                    <a:pt x="1424432" y="5193982"/>
                  </a:lnTo>
                  <a:lnTo>
                    <a:pt x="1420114" y="5198249"/>
                  </a:lnTo>
                  <a:lnTo>
                    <a:pt x="1420114" y="5208765"/>
                  </a:lnTo>
                  <a:lnTo>
                    <a:pt x="1424432" y="5213032"/>
                  </a:lnTo>
                  <a:lnTo>
                    <a:pt x="1429639" y="5213032"/>
                  </a:lnTo>
                  <a:lnTo>
                    <a:pt x="1429639" y="5193982"/>
                  </a:lnTo>
                  <a:close/>
                </a:path>
                <a:path w="10424160" h="5213350">
                  <a:moveTo>
                    <a:pt x="1434972" y="5193982"/>
                  </a:moveTo>
                  <a:lnTo>
                    <a:pt x="1429639" y="5193982"/>
                  </a:lnTo>
                  <a:lnTo>
                    <a:pt x="1429639" y="5213032"/>
                  </a:lnTo>
                  <a:lnTo>
                    <a:pt x="1434972" y="5213032"/>
                  </a:lnTo>
                  <a:lnTo>
                    <a:pt x="1439164" y="5208765"/>
                  </a:lnTo>
                  <a:lnTo>
                    <a:pt x="1439164" y="5198249"/>
                  </a:lnTo>
                  <a:lnTo>
                    <a:pt x="1434972" y="5193982"/>
                  </a:lnTo>
                  <a:close/>
                </a:path>
                <a:path w="10424160" h="5213350">
                  <a:moveTo>
                    <a:pt x="1391539" y="5193982"/>
                  </a:moveTo>
                  <a:lnTo>
                    <a:pt x="1386205" y="5193982"/>
                  </a:lnTo>
                  <a:lnTo>
                    <a:pt x="1382014" y="5198249"/>
                  </a:lnTo>
                  <a:lnTo>
                    <a:pt x="1382014" y="5208765"/>
                  </a:lnTo>
                  <a:lnTo>
                    <a:pt x="1386205" y="5213032"/>
                  </a:lnTo>
                  <a:lnTo>
                    <a:pt x="1391539" y="5213032"/>
                  </a:lnTo>
                  <a:lnTo>
                    <a:pt x="1391539" y="5193982"/>
                  </a:lnTo>
                  <a:close/>
                </a:path>
                <a:path w="10424160" h="5213350">
                  <a:moveTo>
                    <a:pt x="1396745" y="5193982"/>
                  </a:moveTo>
                  <a:lnTo>
                    <a:pt x="1391539" y="5193982"/>
                  </a:lnTo>
                  <a:lnTo>
                    <a:pt x="1391539" y="5213032"/>
                  </a:lnTo>
                  <a:lnTo>
                    <a:pt x="1396745" y="5213032"/>
                  </a:lnTo>
                  <a:lnTo>
                    <a:pt x="1401064" y="5208765"/>
                  </a:lnTo>
                  <a:lnTo>
                    <a:pt x="1401064" y="5198249"/>
                  </a:lnTo>
                  <a:lnTo>
                    <a:pt x="1396745" y="5193982"/>
                  </a:lnTo>
                  <a:close/>
                </a:path>
                <a:path w="10424160" h="5213350">
                  <a:moveTo>
                    <a:pt x="1353439" y="5193982"/>
                  </a:moveTo>
                  <a:lnTo>
                    <a:pt x="1348105" y="5193982"/>
                  </a:lnTo>
                  <a:lnTo>
                    <a:pt x="1343914" y="5198249"/>
                  </a:lnTo>
                  <a:lnTo>
                    <a:pt x="1343914" y="5208765"/>
                  </a:lnTo>
                  <a:lnTo>
                    <a:pt x="1348105" y="5213032"/>
                  </a:lnTo>
                  <a:lnTo>
                    <a:pt x="1353439" y="5213032"/>
                  </a:lnTo>
                  <a:lnTo>
                    <a:pt x="1353439" y="5193982"/>
                  </a:lnTo>
                  <a:close/>
                </a:path>
                <a:path w="10424160" h="5213350">
                  <a:moveTo>
                    <a:pt x="1358645" y="5193982"/>
                  </a:moveTo>
                  <a:lnTo>
                    <a:pt x="1353439" y="5193982"/>
                  </a:lnTo>
                  <a:lnTo>
                    <a:pt x="1353439" y="5213032"/>
                  </a:lnTo>
                  <a:lnTo>
                    <a:pt x="1358645" y="5213032"/>
                  </a:lnTo>
                  <a:lnTo>
                    <a:pt x="1362964" y="5208765"/>
                  </a:lnTo>
                  <a:lnTo>
                    <a:pt x="1362964" y="5198249"/>
                  </a:lnTo>
                  <a:lnTo>
                    <a:pt x="1358645" y="5193982"/>
                  </a:lnTo>
                  <a:close/>
                </a:path>
                <a:path w="10424160" h="5213350">
                  <a:moveTo>
                    <a:pt x="1315339" y="5193982"/>
                  </a:moveTo>
                  <a:lnTo>
                    <a:pt x="1310005" y="5193982"/>
                  </a:lnTo>
                  <a:lnTo>
                    <a:pt x="1305814" y="5198249"/>
                  </a:lnTo>
                  <a:lnTo>
                    <a:pt x="1305814" y="5208765"/>
                  </a:lnTo>
                  <a:lnTo>
                    <a:pt x="1310005" y="5213032"/>
                  </a:lnTo>
                  <a:lnTo>
                    <a:pt x="1315339" y="5213032"/>
                  </a:lnTo>
                  <a:lnTo>
                    <a:pt x="1315339" y="5193982"/>
                  </a:lnTo>
                  <a:close/>
                </a:path>
                <a:path w="10424160" h="5213350">
                  <a:moveTo>
                    <a:pt x="1320545" y="5193982"/>
                  </a:moveTo>
                  <a:lnTo>
                    <a:pt x="1315339" y="5193982"/>
                  </a:lnTo>
                  <a:lnTo>
                    <a:pt x="1315339" y="5213032"/>
                  </a:lnTo>
                  <a:lnTo>
                    <a:pt x="1320545" y="5213032"/>
                  </a:lnTo>
                  <a:lnTo>
                    <a:pt x="1324864" y="5208765"/>
                  </a:lnTo>
                  <a:lnTo>
                    <a:pt x="1324864" y="5198249"/>
                  </a:lnTo>
                  <a:lnTo>
                    <a:pt x="1320545" y="5193982"/>
                  </a:lnTo>
                  <a:close/>
                </a:path>
                <a:path w="10424160" h="5213350">
                  <a:moveTo>
                    <a:pt x="1277112" y="5193982"/>
                  </a:moveTo>
                  <a:lnTo>
                    <a:pt x="1271905" y="5193982"/>
                  </a:lnTo>
                  <a:lnTo>
                    <a:pt x="1267587" y="5198249"/>
                  </a:lnTo>
                  <a:lnTo>
                    <a:pt x="1267587" y="5208765"/>
                  </a:lnTo>
                  <a:lnTo>
                    <a:pt x="1271905" y="5213032"/>
                  </a:lnTo>
                  <a:lnTo>
                    <a:pt x="1277112" y="5213032"/>
                  </a:lnTo>
                  <a:lnTo>
                    <a:pt x="1277112" y="5193982"/>
                  </a:lnTo>
                  <a:close/>
                </a:path>
                <a:path w="10424160" h="5213350">
                  <a:moveTo>
                    <a:pt x="1282445" y="5193982"/>
                  </a:moveTo>
                  <a:lnTo>
                    <a:pt x="1277239" y="5193982"/>
                  </a:lnTo>
                  <a:lnTo>
                    <a:pt x="1277239" y="5213032"/>
                  </a:lnTo>
                  <a:lnTo>
                    <a:pt x="1282445" y="5213032"/>
                  </a:lnTo>
                  <a:lnTo>
                    <a:pt x="1286764" y="5208765"/>
                  </a:lnTo>
                  <a:lnTo>
                    <a:pt x="1286764" y="5198249"/>
                  </a:lnTo>
                  <a:lnTo>
                    <a:pt x="1282445" y="5193982"/>
                  </a:lnTo>
                  <a:close/>
                </a:path>
                <a:path w="10424160" h="5213350">
                  <a:moveTo>
                    <a:pt x="1239012" y="5193982"/>
                  </a:moveTo>
                  <a:lnTo>
                    <a:pt x="1233805" y="5193982"/>
                  </a:lnTo>
                  <a:lnTo>
                    <a:pt x="1229487" y="5198249"/>
                  </a:lnTo>
                  <a:lnTo>
                    <a:pt x="1229487" y="5208765"/>
                  </a:lnTo>
                  <a:lnTo>
                    <a:pt x="1233805" y="5213032"/>
                  </a:lnTo>
                  <a:lnTo>
                    <a:pt x="1239012" y="5213032"/>
                  </a:lnTo>
                  <a:lnTo>
                    <a:pt x="1239012" y="5193982"/>
                  </a:lnTo>
                  <a:close/>
                </a:path>
                <a:path w="10424160" h="5213350">
                  <a:moveTo>
                    <a:pt x="1244345" y="5193982"/>
                  </a:moveTo>
                  <a:lnTo>
                    <a:pt x="1239012" y="5193982"/>
                  </a:lnTo>
                  <a:lnTo>
                    <a:pt x="1239012" y="5213032"/>
                  </a:lnTo>
                  <a:lnTo>
                    <a:pt x="1244345" y="5213032"/>
                  </a:lnTo>
                  <a:lnTo>
                    <a:pt x="1248537" y="5208765"/>
                  </a:lnTo>
                  <a:lnTo>
                    <a:pt x="1248537" y="5198249"/>
                  </a:lnTo>
                  <a:lnTo>
                    <a:pt x="1244345" y="5193982"/>
                  </a:lnTo>
                  <a:close/>
                </a:path>
                <a:path w="10424160" h="5213350">
                  <a:moveTo>
                    <a:pt x="1200912" y="5193982"/>
                  </a:moveTo>
                  <a:lnTo>
                    <a:pt x="1195705" y="5193982"/>
                  </a:lnTo>
                  <a:lnTo>
                    <a:pt x="1191387" y="5198249"/>
                  </a:lnTo>
                  <a:lnTo>
                    <a:pt x="1191387" y="5208765"/>
                  </a:lnTo>
                  <a:lnTo>
                    <a:pt x="1195705" y="5213032"/>
                  </a:lnTo>
                  <a:lnTo>
                    <a:pt x="1200912" y="5213032"/>
                  </a:lnTo>
                  <a:lnTo>
                    <a:pt x="1200912" y="5193982"/>
                  </a:lnTo>
                  <a:close/>
                </a:path>
                <a:path w="10424160" h="5213350">
                  <a:moveTo>
                    <a:pt x="1206245" y="5193982"/>
                  </a:moveTo>
                  <a:lnTo>
                    <a:pt x="1200912" y="5193982"/>
                  </a:lnTo>
                  <a:lnTo>
                    <a:pt x="1200912" y="5213032"/>
                  </a:lnTo>
                  <a:lnTo>
                    <a:pt x="1206245" y="5213032"/>
                  </a:lnTo>
                  <a:lnTo>
                    <a:pt x="1210437" y="5208765"/>
                  </a:lnTo>
                  <a:lnTo>
                    <a:pt x="1210437" y="5198249"/>
                  </a:lnTo>
                  <a:lnTo>
                    <a:pt x="1206245" y="5193982"/>
                  </a:lnTo>
                  <a:close/>
                </a:path>
                <a:path w="10424160" h="5213350">
                  <a:moveTo>
                    <a:pt x="1162812" y="5193982"/>
                  </a:moveTo>
                  <a:lnTo>
                    <a:pt x="1157605" y="5193982"/>
                  </a:lnTo>
                  <a:lnTo>
                    <a:pt x="1153287" y="5198249"/>
                  </a:lnTo>
                  <a:lnTo>
                    <a:pt x="1153287" y="5208765"/>
                  </a:lnTo>
                  <a:lnTo>
                    <a:pt x="1157605" y="5213032"/>
                  </a:lnTo>
                  <a:lnTo>
                    <a:pt x="1162812" y="5213032"/>
                  </a:lnTo>
                  <a:lnTo>
                    <a:pt x="1162812" y="5193982"/>
                  </a:lnTo>
                  <a:close/>
                </a:path>
                <a:path w="10424160" h="5213350">
                  <a:moveTo>
                    <a:pt x="1168145" y="5193982"/>
                  </a:moveTo>
                  <a:lnTo>
                    <a:pt x="1162812" y="5193982"/>
                  </a:lnTo>
                  <a:lnTo>
                    <a:pt x="1162812" y="5213032"/>
                  </a:lnTo>
                  <a:lnTo>
                    <a:pt x="1168145" y="5213032"/>
                  </a:lnTo>
                  <a:lnTo>
                    <a:pt x="1172337" y="5208765"/>
                  </a:lnTo>
                  <a:lnTo>
                    <a:pt x="1172337" y="5198249"/>
                  </a:lnTo>
                  <a:lnTo>
                    <a:pt x="1168145" y="5193982"/>
                  </a:lnTo>
                  <a:close/>
                </a:path>
                <a:path w="10424160" h="5213350">
                  <a:moveTo>
                    <a:pt x="1124712" y="5193982"/>
                  </a:moveTo>
                  <a:lnTo>
                    <a:pt x="1119377" y="5193982"/>
                  </a:lnTo>
                  <a:lnTo>
                    <a:pt x="1115187" y="5198249"/>
                  </a:lnTo>
                  <a:lnTo>
                    <a:pt x="1115187" y="5208765"/>
                  </a:lnTo>
                  <a:lnTo>
                    <a:pt x="1119377" y="5213032"/>
                  </a:lnTo>
                  <a:lnTo>
                    <a:pt x="1124712" y="5213032"/>
                  </a:lnTo>
                  <a:lnTo>
                    <a:pt x="1124712" y="5193982"/>
                  </a:lnTo>
                  <a:close/>
                </a:path>
                <a:path w="10424160" h="5213350">
                  <a:moveTo>
                    <a:pt x="1129919" y="5193982"/>
                  </a:moveTo>
                  <a:lnTo>
                    <a:pt x="1124712" y="5193982"/>
                  </a:lnTo>
                  <a:lnTo>
                    <a:pt x="1124712" y="5213032"/>
                  </a:lnTo>
                  <a:lnTo>
                    <a:pt x="1129919" y="5213032"/>
                  </a:lnTo>
                  <a:lnTo>
                    <a:pt x="1134237" y="5208765"/>
                  </a:lnTo>
                  <a:lnTo>
                    <a:pt x="1134237" y="5198249"/>
                  </a:lnTo>
                  <a:lnTo>
                    <a:pt x="1129919" y="5193982"/>
                  </a:lnTo>
                  <a:close/>
                </a:path>
                <a:path w="10424160" h="5213350">
                  <a:moveTo>
                    <a:pt x="1086612" y="5193982"/>
                  </a:moveTo>
                  <a:lnTo>
                    <a:pt x="1081277" y="5193982"/>
                  </a:lnTo>
                  <a:lnTo>
                    <a:pt x="1077087" y="5198249"/>
                  </a:lnTo>
                  <a:lnTo>
                    <a:pt x="1077087" y="5208765"/>
                  </a:lnTo>
                  <a:lnTo>
                    <a:pt x="1081277" y="5213032"/>
                  </a:lnTo>
                  <a:lnTo>
                    <a:pt x="1086612" y="5213032"/>
                  </a:lnTo>
                  <a:lnTo>
                    <a:pt x="1086612" y="5193982"/>
                  </a:lnTo>
                  <a:close/>
                </a:path>
                <a:path w="10424160" h="5213350">
                  <a:moveTo>
                    <a:pt x="1091819" y="5193982"/>
                  </a:moveTo>
                  <a:lnTo>
                    <a:pt x="1086612" y="5193982"/>
                  </a:lnTo>
                  <a:lnTo>
                    <a:pt x="1086612" y="5213032"/>
                  </a:lnTo>
                  <a:lnTo>
                    <a:pt x="1091819" y="5213032"/>
                  </a:lnTo>
                  <a:lnTo>
                    <a:pt x="1096137" y="5208765"/>
                  </a:lnTo>
                  <a:lnTo>
                    <a:pt x="1096137" y="5198249"/>
                  </a:lnTo>
                  <a:lnTo>
                    <a:pt x="1091819" y="5193982"/>
                  </a:lnTo>
                  <a:close/>
                </a:path>
                <a:path w="10424160" h="5213350">
                  <a:moveTo>
                    <a:pt x="1048512" y="5193982"/>
                  </a:moveTo>
                  <a:lnTo>
                    <a:pt x="1043177" y="5193982"/>
                  </a:lnTo>
                  <a:lnTo>
                    <a:pt x="1038987" y="5198249"/>
                  </a:lnTo>
                  <a:lnTo>
                    <a:pt x="1038987" y="5208765"/>
                  </a:lnTo>
                  <a:lnTo>
                    <a:pt x="1043177" y="5213032"/>
                  </a:lnTo>
                  <a:lnTo>
                    <a:pt x="1048512" y="5213032"/>
                  </a:lnTo>
                  <a:lnTo>
                    <a:pt x="1048512" y="5193982"/>
                  </a:lnTo>
                  <a:close/>
                </a:path>
                <a:path w="10424160" h="5213350">
                  <a:moveTo>
                    <a:pt x="1053719" y="5193982"/>
                  </a:moveTo>
                  <a:lnTo>
                    <a:pt x="1048512" y="5193982"/>
                  </a:lnTo>
                  <a:lnTo>
                    <a:pt x="1048512" y="5213032"/>
                  </a:lnTo>
                  <a:lnTo>
                    <a:pt x="1053719" y="5213032"/>
                  </a:lnTo>
                  <a:lnTo>
                    <a:pt x="1058037" y="5208765"/>
                  </a:lnTo>
                  <a:lnTo>
                    <a:pt x="1058037" y="5198249"/>
                  </a:lnTo>
                  <a:lnTo>
                    <a:pt x="1053719" y="5193982"/>
                  </a:lnTo>
                  <a:close/>
                </a:path>
                <a:path w="10424160" h="5213350">
                  <a:moveTo>
                    <a:pt x="1010285" y="5193982"/>
                  </a:moveTo>
                  <a:lnTo>
                    <a:pt x="1005077" y="5193982"/>
                  </a:lnTo>
                  <a:lnTo>
                    <a:pt x="1000760" y="5198249"/>
                  </a:lnTo>
                  <a:lnTo>
                    <a:pt x="1000760" y="5208765"/>
                  </a:lnTo>
                  <a:lnTo>
                    <a:pt x="1005077" y="5213032"/>
                  </a:lnTo>
                  <a:lnTo>
                    <a:pt x="1010285" y="5213032"/>
                  </a:lnTo>
                  <a:lnTo>
                    <a:pt x="1010285" y="5193982"/>
                  </a:lnTo>
                  <a:close/>
                </a:path>
                <a:path w="10424160" h="5213350">
                  <a:moveTo>
                    <a:pt x="1015619" y="5193982"/>
                  </a:moveTo>
                  <a:lnTo>
                    <a:pt x="1010412" y="5193982"/>
                  </a:lnTo>
                  <a:lnTo>
                    <a:pt x="1010412" y="5213032"/>
                  </a:lnTo>
                  <a:lnTo>
                    <a:pt x="1015619" y="5213032"/>
                  </a:lnTo>
                  <a:lnTo>
                    <a:pt x="1019937" y="5208765"/>
                  </a:lnTo>
                  <a:lnTo>
                    <a:pt x="1019937" y="5198249"/>
                  </a:lnTo>
                  <a:lnTo>
                    <a:pt x="1015619" y="5193982"/>
                  </a:lnTo>
                  <a:close/>
                </a:path>
                <a:path w="10424160" h="5213350">
                  <a:moveTo>
                    <a:pt x="972185" y="5193982"/>
                  </a:moveTo>
                  <a:lnTo>
                    <a:pt x="966977" y="5193982"/>
                  </a:lnTo>
                  <a:lnTo>
                    <a:pt x="962660" y="5198249"/>
                  </a:lnTo>
                  <a:lnTo>
                    <a:pt x="962660" y="5208765"/>
                  </a:lnTo>
                  <a:lnTo>
                    <a:pt x="966977" y="5213032"/>
                  </a:lnTo>
                  <a:lnTo>
                    <a:pt x="972185" y="5213032"/>
                  </a:lnTo>
                  <a:lnTo>
                    <a:pt x="972185" y="5193982"/>
                  </a:lnTo>
                  <a:close/>
                </a:path>
                <a:path w="10424160" h="5213350">
                  <a:moveTo>
                    <a:pt x="977519" y="5193982"/>
                  </a:moveTo>
                  <a:lnTo>
                    <a:pt x="972185" y="5193982"/>
                  </a:lnTo>
                  <a:lnTo>
                    <a:pt x="972185" y="5213032"/>
                  </a:lnTo>
                  <a:lnTo>
                    <a:pt x="977519" y="5213032"/>
                  </a:lnTo>
                  <a:lnTo>
                    <a:pt x="981710" y="5208765"/>
                  </a:lnTo>
                  <a:lnTo>
                    <a:pt x="981710" y="5198249"/>
                  </a:lnTo>
                  <a:lnTo>
                    <a:pt x="977519" y="5193982"/>
                  </a:lnTo>
                  <a:close/>
                </a:path>
                <a:path w="10424160" h="5213350">
                  <a:moveTo>
                    <a:pt x="934085" y="5193982"/>
                  </a:moveTo>
                  <a:lnTo>
                    <a:pt x="928877" y="5193982"/>
                  </a:lnTo>
                  <a:lnTo>
                    <a:pt x="924560" y="5198249"/>
                  </a:lnTo>
                  <a:lnTo>
                    <a:pt x="924560" y="5208765"/>
                  </a:lnTo>
                  <a:lnTo>
                    <a:pt x="928877" y="5213032"/>
                  </a:lnTo>
                  <a:lnTo>
                    <a:pt x="934085" y="5213032"/>
                  </a:lnTo>
                  <a:lnTo>
                    <a:pt x="934085" y="5193982"/>
                  </a:lnTo>
                  <a:close/>
                </a:path>
                <a:path w="10424160" h="5213350">
                  <a:moveTo>
                    <a:pt x="939419" y="5193982"/>
                  </a:moveTo>
                  <a:lnTo>
                    <a:pt x="934085" y="5193982"/>
                  </a:lnTo>
                  <a:lnTo>
                    <a:pt x="934085" y="5213032"/>
                  </a:lnTo>
                  <a:lnTo>
                    <a:pt x="939419" y="5213032"/>
                  </a:lnTo>
                  <a:lnTo>
                    <a:pt x="943610" y="5208765"/>
                  </a:lnTo>
                  <a:lnTo>
                    <a:pt x="943610" y="5198249"/>
                  </a:lnTo>
                  <a:lnTo>
                    <a:pt x="939419" y="5193982"/>
                  </a:lnTo>
                  <a:close/>
                </a:path>
                <a:path w="10424160" h="5213350">
                  <a:moveTo>
                    <a:pt x="895985" y="5193982"/>
                  </a:moveTo>
                  <a:lnTo>
                    <a:pt x="890777" y="5193982"/>
                  </a:lnTo>
                  <a:lnTo>
                    <a:pt x="886460" y="5198249"/>
                  </a:lnTo>
                  <a:lnTo>
                    <a:pt x="886460" y="5208765"/>
                  </a:lnTo>
                  <a:lnTo>
                    <a:pt x="890777" y="5213032"/>
                  </a:lnTo>
                  <a:lnTo>
                    <a:pt x="895985" y="5213032"/>
                  </a:lnTo>
                  <a:lnTo>
                    <a:pt x="895985" y="5193982"/>
                  </a:lnTo>
                  <a:close/>
                </a:path>
                <a:path w="10424160" h="5213350">
                  <a:moveTo>
                    <a:pt x="901319" y="5193982"/>
                  </a:moveTo>
                  <a:lnTo>
                    <a:pt x="895985" y="5193982"/>
                  </a:lnTo>
                  <a:lnTo>
                    <a:pt x="895985" y="5213032"/>
                  </a:lnTo>
                  <a:lnTo>
                    <a:pt x="901319" y="5213032"/>
                  </a:lnTo>
                  <a:lnTo>
                    <a:pt x="905510" y="5208765"/>
                  </a:lnTo>
                  <a:lnTo>
                    <a:pt x="905510" y="5198249"/>
                  </a:lnTo>
                  <a:lnTo>
                    <a:pt x="901319" y="5193982"/>
                  </a:lnTo>
                  <a:close/>
                </a:path>
                <a:path w="10424160" h="5213350">
                  <a:moveTo>
                    <a:pt x="857885" y="5193982"/>
                  </a:moveTo>
                  <a:lnTo>
                    <a:pt x="852551" y="5193982"/>
                  </a:lnTo>
                  <a:lnTo>
                    <a:pt x="848360" y="5198249"/>
                  </a:lnTo>
                  <a:lnTo>
                    <a:pt x="848360" y="5208765"/>
                  </a:lnTo>
                  <a:lnTo>
                    <a:pt x="852551" y="5213032"/>
                  </a:lnTo>
                  <a:lnTo>
                    <a:pt x="857885" y="5213032"/>
                  </a:lnTo>
                  <a:lnTo>
                    <a:pt x="857885" y="5193982"/>
                  </a:lnTo>
                  <a:close/>
                </a:path>
                <a:path w="10424160" h="5213350">
                  <a:moveTo>
                    <a:pt x="863092" y="5193982"/>
                  </a:moveTo>
                  <a:lnTo>
                    <a:pt x="857885" y="5193982"/>
                  </a:lnTo>
                  <a:lnTo>
                    <a:pt x="857885" y="5213032"/>
                  </a:lnTo>
                  <a:lnTo>
                    <a:pt x="863092" y="5213032"/>
                  </a:lnTo>
                  <a:lnTo>
                    <a:pt x="867410" y="5208765"/>
                  </a:lnTo>
                  <a:lnTo>
                    <a:pt x="867410" y="5198249"/>
                  </a:lnTo>
                  <a:lnTo>
                    <a:pt x="863092" y="5193982"/>
                  </a:lnTo>
                  <a:close/>
                </a:path>
                <a:path w="10424160" h="5213350">
                  <a:moveTo>
                    <a:pt x="819785" y="5193982"/>
                  </a:moveTo>
                  <a:lnTo>
                    <a:pt x="814451" y="5193982"/>
                  </a:lnTo>
                  <a:lnTo>
                    <a:pt x="810260" y="5198249"/>
                  </a:lnTo>
                  <a:lnTo>
                    <a:pt x="810260" y="5208765"/>
                  </a:lnTo>
                  <a:lnTo>
                    <a:pt x="814451" y="5213032"/>
                  </a:lnTo>
                  <a:lnTo>
                    <a:pt x="819785" y="5213032"/>
                  </a:lnTo>
                  <a:lnTo>
                    <a:pt x="819785" y="5193982"/>
                  </a:lnTo>
                  <a:close/>
                </a:path>
                <a:path w="10424160" h="5213350">
                  <a:moveTo>
                    <a:pt x="824992" y="5193982"/>
                  </a:moveTo>
                  <a:lnTo>
                    <a:pt x="819785" y="5193982"/>
                  </a:lnTo>
                  <a:lnTo>
                    <a:pt x="819785" y="5213032"/>
                  </a:lnTo>
                  <a:lnTo>
                    <a:pt x="824992" y="5213032"/>
                  </a:lnTo>
                  <a:lnTo>
                    <a:pt x="829310" y="5208765"/>
                  </a:lnTo>
                  <a:lnTo>
                    <a:pt x="829310" y="5198249"/>
                  </a:lnTo>
                  <a:lnTo>
                    <a:pt x="824992" y="5193982"/>
                  </a:lnTo>
                  <a:close/>
                </a:path>
                <a:path w="10424160" h="5213350">
                  <a:moveTo>
                    <a:pt x="781685" y="5193982"/>
                  </a:moveTo>
                  <a:lnTo>
                    <a:pt x="776351" y="5193982"/>
                  </a:lnTo>
                  <a:lnTo>
                    <a:pt x="772160" y="5198249"/>
                  </a:lnTo>
                  <a:lnTo>
                    <a:pt x="772160" y="5208765"/>
                  </a:lnTo>
                  <a:lnTo>
                    <a:pt x="776351" y="5213032"/>
                  </a:lnTo>
                  <a:lnTo>
                    <a:pt x="781685" y="5213032"/>
                  </a:lnTo>
                  <a:lnTo>
                    <a:pt x="781685" y="5193982"/>
                  </a:lnTo>
                  <a:close/>
                </a:path>
                <a:path w="10424160" h="5213350">
                  <a:moveTo>
                    <a:pt x="786892" y="5193982"/>
                  </a:moveTo>
                  <a:lnTo>
                    <a:pt x="781685" y="5193982"/>
                  </a:lnTo>
                  <a:lnTo>
                    <a:pt x="781685" y="5213032"/>
                  </a:lnTo>
                  <a:lnTo>
                    <a:pt x="786892" y="5213032"/>
                  </a:lnTo>
                  <a:lnTo>
                    <a:pt x="791210" y="5208765"/>
                  </a:lnTo>
                  <a:lnTo>
                    <a:pt x="791210" y="5198249"/>
                  </a:lnTo>
                  <a:lnTo>
                    <a:pt x="786892" y="5193982"/>
                  </a:lnTo>
                  <a:close/>
                </a:path>
                <a:path w="10424160" h="5213350">
                  <a:moveTo>
                    <a:pt x="743458" y="5193982"/>
                  </a:moveTo>
                  <a:lnTo>
                    <a:pt x="738251" y="5193982"/>
                  </a:lnTo>
                  <a:lnTo>
                    <a:pt x="733933" y="5198249"/>
                  </a:lnTo>
                  <a:lnTo>
                    <a:pt x="733933" y="5208765"/>
                  </a:lnTo>
                  <a:lnTo>
                    <a:pt x="738251" y="5213032"/>
                  </a:lnTo>
                  <a:lnTo>
                    <a:pt x="743458" y="5213032"/>
                  </a:lnTo>
                  <a:lnTo>
                    <a:pt x="743458" y="5193982"/>
                  </a:lnTo>
                  <a:close/>
                </a:path>
                <a:path w="10424160" h="5213350">
                  <a:moveTo>
                    <a:pt x="743585" y="5206682"/>
                  </a:moveTo>
                  <a:lnTo>
                    <a:pt x="743458" y="5206682"/>
                  </a:lnTo>
                  <a:lnTo>
                    <a:pt x="743458" y="5213032"/>
                  </a:lnTo>
                  <a:lnTo>
                    <a:pt x="743585" y="5213032"/>
                  </a:lnTo>
                  <a:lnTo>
                    <a:pt x="743585" y="5206682"/>
                  </a:lnTo>
                  <a:close/>
                </a:path>
                <a:path w="10424160" h="5213350">
                  <a:moveTo>
                    <a:pt x="748792" y="5193982"/>
                  </a:moveTo>
                  <a:lnTo>
                    <a:pt x="743585" y="5193982"/>
                  </a:lnTo>
                  <a:lnTo>
                    <a:pt x="743585" y="5213032"/>
                  </a:lnTo>
                  <a:lnTo>
                    <a:pt x="748792" y="5213032"/>
                  </a:lnTo>
                  <a:lnTo>
                    <a:pt x="753110" y="5208765"/>
                  </a:lnTo>
                  <a:lnTo>
                    <a:pt x="753110" y="5198249"/>
                  </a:lnTo>
                  <a:lnTo>
                    <a:pt x="748792" y="5193982"/>
                  </a:lnTo>
                  <a:close/>
                </a:path>
                <a:path w="10424160" h="5213350">
                  <a:moveTo>
                    <a:pt x="743585" y="5193982"/>
                  </a:moveTo>
                  <a:lnTo>
                    <a:pt x="743458" y="5193982"/>
                  </a:lnTo>
                  <a:lnTo>
                    <a:pt x="743458" y="5200332"/>
                  </a:lnTo>
                  <a:lnTo>
                    <a:pt x="743585" y="5200332"/>
                  </a:lnTo>
                  <a:lnTo>
                    <a:pt x="743585" y="5193982"/>
                  </a:lnTo>
                  <a:close/>
                </a:path>
                <a:path w="10424160" h="5213350">
                  <a:moveTo>
                    <a:pt x="705358" y="5193982"/>
                  </a:moveTo>
                  <a:lnTo>
                    <a:pt x="700151" y="5193982"/>
                  </a:lnTo>
                  <a:lnTo>
                    <a:pt x="695833" y="5198249"/>
                  </a:lnTo>
                  <a:lnTo>
                    <a:pt x="695833" y="5208765"/>
                  </a:lnTo>
                  <a:lnTo>
                    <a:pt x="700151" y="5213032"/>
                  </a:lnTo>
                  <a:lnTo>
                    <a:pt x="705358" y="5213032"/>
                  </a:lnTo>
                  <a:lnTo>
                    <a:pt x="705358" y="5193982"/>
                  </a:lnTo>
                  <a:close/>
                </a:path>
                <a:path w="10424160" h="5213350">
                  <a:moveTo>
                    <a:pt x="710692" y="5193982"/>
                  </a:moveTo>
                  <a:lnTo>
                    <a:pt x="705358" y="5193982"/>
                  </a:lnTo>
                  <a:lnTo>
                    <a:pt x="705358" y="5213032"/>
                  </a:lnTo>
                  <a:lnTo>
                    <a:pt x="710692" y="5213032"/>
                  </a:lnTo>
                  <a:lnTo>
                    <a:pt x="714883" y="5208765"/>
                  </a:lnTo>
                  <a:lnTo>
                    <a:pt x="714883" y="5198249"/>
                  </a:lnTo>
                  <a:lnTo>
                    <a:pt x="710692" y="5193982"/>
                  </a:lnTo>
                  <a:close/>
                </a:path>
                <a:path w="10424160" h="5213350">
                  <a:moveTo>
                    <a:pt x="667258" y="5193982"/>
                  </a:moveTo>
                  <a:lnTo>
                    <a:pt x="662000" y="5193982"/>
                  </a:lnTo>
                  <a:lnTo>
                    <a:pt x="657745" y="5198249"/>
                  </a:lnTo>
                  <a:lnTo>
                    <a:pt x="657745" y="5208765"/>
                  </a:lnTo>
                  <a:lnTo>
                    <a:pt x="662000" y="5213032"/>
                  </a:lnTo>
                  <a:lnTo>
                    <a:pt x="667258" y="5213032"/>
                  </a:lnTo>
                  <a:lnTo>
                    <a:pt x="667258" y="5193982"/>
                  </a:lnTo>
                  <a:close/>
                </a:path>
                <a:path w="10424160" h="5213350">
                  <a:moveTo>
                    <a:pt x="672592" y="5193982"/>
                  </a:moveTo>
                  <a:lnTo>
                    <a:pt x="667258" y="5193982"/>
                  </a:lnTo>
                  <a:lnTo>
                    <a:pt x="667258" y="5213032"/>
                  </a:lnTo>
                  <a:lnTo>
                    <a:pt x="672592" y="5213032"/>
                  </a:lnTo>
                  <a:lnTo>
                    <a:pt x="676783" y="5208765"/>
                  </a:lnTo>
                  <a:lnTo>
                    <a:pt x="676783" y="5198249"/>
                  </a:lnTo>
                  <a:lnTo>
                    <a:pt x="672592" y="5193982"/>
                  </a:lnTo>
                  <a:close/>
                </a:path>
                <a:path w="10424160" h="5213350">
                  <a:moveTo>
                    <a:pt x="629145" y="5193982"/>
                  </a:moveTo>
                  <a:lnTo>
                    <a:pt x="623887" y="5193982"/>
                  </a:lnTo>
                  <a:lnTo>
                    <a:pt x="619620" y="5198249"/>
                  </a:lnTo>
                  <a:lnTo>
                    <a:pt x="619620" y="5208765"/>
                  </a:lnTo>
                  <a:lnTo>
                    <a:pt x="623887" y="5213032"/>
                  </a:lnTo>
                  <a:lnTo>
                    <a:pt x="629145" y="5213032"/>
                  </a:lnTo>
                  <a:lnTo>
                    <a:pt x="629145" y="5193982"/>
                  </a:lnTo>
                  <a:close/>
                </a:path>
                <a:path w="10424160" h="5213350">
                  <a:moveTo>
                    <a:pt x="634428" y="5193982"/>
                  </a:moveTo>
                  <a:lnTo>
                    <a:pt x="629170" y="5193982"/>
                  </a:lnTo>
                  <a:lnTo>
                    <a:pt x="629170" y="5213032"/>
                  </a:lnTo>
                  <a:lnTo>
                    <a:pt x="634428" y="5213032"/>
                  </a:lnTo>
                  <a:lnTo>
                    <a:pt x="638695" y="5208765"/>
                  </a:lnTo>
                  <a:lnTo>
                    <a:pt x="638695" y="5198249"/>
                  </a:lnTo>
                  <a:lnTo>
                    <a:pt x="634428" y="5193982"/>
                  </a:lnTo>
                  <a:close/>
                </a:path>
                <a:path w="10424160" h="5213350">
                  <a:moveTo>
                    <a:pt x="591032" y="5193982"/>
                  </a:moveTo>
                  <a:lnTo>
                    <a:pt x="585762" y="5193982"/>
                  </a:lnTo>
                  <a:lnTo>
                    <a:pt x="581507" y="5198249"/>
                  </a:lnTo>
                  <a:lnTo>
                    <a:pt x="581507" y="5208765"/>
                  </a:lnTo>
                  <a:lnTo>
                    <a:pt x="585762" y="5213032"/>
                  </a:lnTo>
                  <a:lnTo>
                    <a:pt x="591032" y="5213032"/>
                  </a:lnTo>
                  <a:lnTo>
                    <a:pt x="591032" y="5193982"/>
                  </a:lnTo>
                  <a:close/>
                </a:path>
                <a:path w="10424160" h="5213350">
                  <a:moveTo>
                    <a:pt x="596303" y="5193982"/>
                  </a:moveTo>
                  <a:lnTo>
                    <a:pt x="591045" y="5193982"/>
                  </a:lnTo>
                  <a:lnTo>
                    <a:pt x="591045" y="5213032"/>
                  </a:lnTo>
                  <a:lnTo>
                    <a:pt x="596303" y="5213032"/>
                  </a:lnTo>
                  <a:lnTo>
                    <a:pt x="600570" y="5208765"/>
                  </a:lnTo>
                  <a:lnTo>
                    <a:pt x="600570" y="5198249"/>
                  </a:lnTo>
                  <a:lnTo>
                    <a:pt x="596303" y="5193982"/>
                  </a:lnTo>
                  <a:close/>
                </a:path>
                <a:path w="10424160" h="5213350">
                  <a:moveTo>
                    <a:pt x="552907" y="5193982"/>
                  </a:moveTo>
                  <a:lnTo>
                    <a:pt x="547649" y="5193982"/>
                  </a:lnTo>
                  <a:lnTo>
                    <a:pt x="543382" y="5198249"/>
                  </a:lnTo>
                  <a:lnTo>
                    <a:pt x="543382" y="5208765"/>
                  </a:lnTo>
                  <a:lnTo>
                    <a:pt x="547649" y="5213032"/>
                  </a:lnTo>
                  <a:lnTo>
                    <a:pt x="552907" y="5213032"/>
                  </a:lnTo>
                  <a:lnTo>
                    <a:pt x="552907" y="5193982"/>
                  </a:lnTo>
                  <a:close/>
                </a:path>
                <a:path w="10424160" h="5213350">
                  <a:moveTo>
                    <a:pt x="558190" y="5193982"/>
                  </a:moveTo>
                  <a:lnTo>
                    <a:pt x="552932" y="5193982"/>
                  </a:lnTo>
                  <a:lnTo>
                    <a:pt x="552932" y="5213032"/>
                  </a:lnTo>
                  <a:lnTo>
                    <a:pt x="558190" y="5213032"/>
                  </a:lnTo>
                  <a:lnTo>
                    <a:pt x="562457" y="5208765"/>
                  </a:lnTo>
                  <a:lnTo>
                    <a:pt x="562457" y="5198249"/>
                  </a:lnTo>
                  <a:lnTo>
                    <a:pt x="558190" y="5193982"/>
                  </a:lnTo>
                  <a:close/>
                </a:path>
                <a:path w="10424160" h="5213350">
                  <a:moveTo>
                    <a:pt x="514794" y="5193982"/>
                  </a:moveTo>
                  <a:lnTo>
                    <a:pt x="509523" y="5193982"/>
                  </a:lnTo>
                  <a:lnTo>
                    <a:pt x="505269" y="5198249"/>
                  </a:lnTo>
                  <a:lnTo>
                    <a:pt x="505269" y="5208765"/>
                  </a:lnTo>
                  <a:lnTo>
                    <a:pt x="509523" y="5213032"/>
                  </a:lnTo>
                  <a:lnTo>
                    <a:pt x="514794" y="5213032"/>
                  </a:lnTo>
                  <a:lnTo>
                    <a:pt x="514794" y="5193982"/>
                  </a:lnTo>
                  <a:close/>
                </a:path>
                <a:path w="10424160" h="5213350">
                  <a:moveTo>
                    <a:pt x="520064" y="5193982"/>
                  </a:moveTo>
                  <a:lnTo>
                    <a:pt x="514807" y="5193982"/>
                  </a:lnTo>
                  <a:lnTo>
                    <a:pt x="514807" y="5213032"/>
                  </a:lnTo>
                  <a:lnTo>
                    <a:pt x="520064" y="5213032"/>
                  </a:lnTo>
                  <a:lnTo>
                    <a:pt x="524332" y="5208765"/>
                  </a:lnTo>
                  <a:lnTo>
                    <a:pt x="524332" y="5198249"/>
                  </a:lnTo>
                  <a:lnTo>
                    <a:pt x="520064" y="5193982"/>
                  </a:lnTo>
                  <a:close/>
                </a:path>
                <a:path w="10424160" h="5213350">
                  <a:moveTo>
                    <a:pt x="476669" y="5193982"/>
                  </a:moveTo>
                  <a:lnTo>
                    <a:pt x="471411" y="5193982"/>
                  </a:lnTo>
                  <a:lnTo>
                    <a:pt x="467144" y="5198249"/>
                  </a:lnTo>
                  <a:lnTo>
                    <a:pt x="467144" y="5208765"/>
                  </a:lnTo>
                  <a:lnTo>
                    <a:pt x="471411" y="5213032"/>
                  </a:lnTo>
                  <a:lnTo>
                    <a:pt x="476669" y="5213032"/>
                  </a:lnTo>
                  <a:lnTo>
                    <a:pt x="476669" y="5193982"/>
                  </a:lnTo>
                  <a:close/>
                </a:path>
                <a:path w="10424160" h="5213350">
                  <a:moveTo>
                    <a:pt x="481952" y="5193982"/>
                  </a:moveTo>
                  <a:lnTo>
                    <a:pt x="476694" y="5193982"/>
                  </a:lnTo>
                  <a:lnTo>
                    <a:pt x="476694" y="5213032"/>
                  </a:lnTo>
                  <a:lnTo>
                    <a:pt x="481952" y="5213032"/>
                  </a:lnTo>
                  <a:lnTo>
                    <a:pt x="486219" y="5208765"/>
                  </a:lnTo>
                  <a:lnTo>
                    <a:pt x="486219" y="5198249"/>
                  </a:lnTo>
                  <a:lnTo>
                    <a:pt x="481952" y="5193982"/>
                  </a:lnTo>
                  <a:close/>
                </a:path>
                <a:path w="10424160" h="5213350">
                  <a:moveTo>
                    <a:pt x="438556" y="5193982"/>
                  </a:moveTo>
                  <a:lnTo>
                    <a:pt x="433285" y="5193982"/>
                  </a:lnTo>
                  <a:lnTo>
                    <a:pt x="429031" y="5198249"/>
                  </a:lnTo>
                  <a:lnTo>
                    <a:pt x="429031" y="5208765"/>
                  </a:lnTo>
                  <a:lnTo>
                    <a:pt x="433285" y="5213032"/>
                  </a:lnTo>
                  <a:lnTo>
                    <a:pt x="438556" y="5213032"/>
                  </a:lnTo>
                  <a:lnTo>
                    <a:pt x="438556" y="5193982"/>
                  </a:lnTo>
                  <a:close/>
                </a:path>
                <a:path w="10424160" h="5213350">
                  <a:moveTo>
                    <a:pt x="443826" y="5193982"/>
                  </a:moveTo>
                  <a:lnTo>
                    <a:pt x="438569" y="5193982"/>
                  </a:lnTo>
                  <a:lnTo>
                    <a:pt x="438569" y="5213032"/>
                  </a:lnTo>
                  <a:lnTo>
                    <a:pt x="443826" y="5213032"/>
                  </a:lnTo>
                  <a:lnTo>
                    <a:pt x="448094" y="5208765"/>
                  </a:lnTo>
                  <a:lnTo>
                    <a:pt x="448094" y="5198249"/>
                  </a:lnTo>
                  <a:lnTo>
                    <a:pt x="443826" y="5193982"/>
                  </a:lnTo>
                  <a:close/>
                </a:path>
                <a:path w="10424160" h="5213350">
                  <a:moveTo>
                    <a:pt x="400430" y="5193982"/>
                  </a:moveTo>
                  <a:lnTo>
                    <a:pt x="395173" y="5193982"/>
                  </a:lnTo>
                  <a:lnTo>
                    <a:pt x="390905" y="5198249"/>
                  </a:lnTo>
                  <a:lnTo>
                    <a:pt x="390905" y="5208765"/>
                  </a:lnTo>
                  <a:lnTo>
                    <a:pt x="395173" y="5213032"/>
                  </a:lnTo>
                  <a:lnTo>
                    <a:pt x="400430" y="5213032"/>
                  </a:lnTo>
                  <a:lnTo>
                    <a:pt x="400430" y="5193982"/>
                  </a:lnTo>
                  <a:close/>
                </a:path>
                <a:path w="10424160" h="5213350">
                  <a:moveTo>
                    <a:pt x="405714" y="5193982"/>
                  </a:moveTo>
                  <a:lnTo>
                    <a:pt x="400456" y="5193982"/>
                  </a:lnTo>
                  <a:lnTo>
                    <a:pt x="400456" y="5213032"/>
                  </a:lnTo>
                  <a:lnTo>
                    <a:pt x="405714" y="5213032"/>
                  </a:lnTo>
                  <a:lnTo>
                    <a:pt x="409981" y="5208765"/>
                  </a:lnTo>
                  <a:lnTo>
                    <a:pt x="409981" y="5198249"/>
                  </a:lnTo>
                  <a:lnTo>
                    <a:pt x="405714" y="5193982"/>
                  </a:lnTo>
                  <a:close/>
                </a:path>
                <a:path w="10424160" h="5213350">
                  <a:moveTo>
                    <a:pt x="362318" y="5193982"/>
                  </a:moveTo>
                  <a:lnTo>
                    <a:pt x="357047" y="5193982"/>
                  </a:lnTo>
                  <a:lnTo>
                    <a:pt x="352793" y="5198249"/>
                  </a:lnTo>
                  <a:lnTo>
                    <a:pt x="352793" y="5208765"/>
                  </a:lnTo>
                  <a:lnTo>
                    <a:pt x="357047" y="5213032"/>
                  </a:lnTo>
                  <a:lnTo>
                    <a:pt x="362318" y="5213032"/>
                  </a:lnTo>
                  <a:lnTo>
                    <a:pt x="362318" y="5193982"/>
                  </a:lnTo>
                  <a:close/>
                </a:path>
                <a:path w="10424160" h="5213350">
                  <a:moveTo>
                    <a:pt x="367588" y="5193982"/>
                  </a:moveTo>
                  <a:lnTo>
                    <a:pt x="362330" y="5193982"/>
                  </a:lnTo>
                  <a:lnTo>
                    <a:pt x="362330" y="5213032"/>
                  </a:lnTo>
                  <a:lnTo>
                    <a:pt x="367588" y="5213032"/>
                  </a:lnTo>
                  <a:lnTo>
                    <a:pt x="371855" y="5208765"/>
                  </a:lnTo>
                  <a:lnTo>
                    <a:pt x="371855" y="5198249"/>
                  </a:lnTo>
                  <a:lnTo>
                    <a:pt x="367588" y="5193982"/>
                  </a:lnTo>
                  <a:close/>
                </a:path>
                <a:path w="10424160" h="5213350">
                  <a:moveTo>
                    <a:pt x="324192" y="5193982"/>
                  </a:moveTo>
                  <a:lnTo>
                    <a:pt x="318935" y="5193982"/>
                  </a:lnTo>
                  <a:lnTo>
                    <a:pt x="314667" y="5198249"/>
                  </a:lnTo>
                  <a:lnTo>
                    <a:pt x="314667" y="5208765"/>
                  </a:lnTo>
                  <a:lnTo>
                    <a:pt x="318935" y="5213032"/>
                  </a:lnTo>
                  <a:lnTo>
                    <a:pt x="324192" y="5213032"/>
                  </a:lnTo>
                  <a:lnTo>
                    <a:pt x="324192" y="5193982"/>
                  </a:lnTo>
                  <a:close/>
                </a:path>
                <a:path w="10424160" h="5213350">
                  <a:moveTo>
                    <a:pt x="329476" y="5193982"/>
                  </a:moveTo>
                  <a:lnTo>
                    <a:pt x="324218" y="5193982"/>
                  </a:lnTo>
                  <a:lnTo>
                    <a:pt x="324218" y="5213032"/>
                  </a:lnTo>
                  <a:lnTo>
                    <a:pt x="329476" y="5213032"/>
                  </a:lnTo>
                  <a:lnTo>
                    <a:pt x="333743" y="5208765"/>
                  </a:lnTo>
                  <a:lnTo>
                    <a:pt x="333743" y="5198249"/>
                  </a:lnTo>
                  <a:lnTo>
                    <a:pt x="329476" y="5193982"/>
                  </a:lnTo>
                  <a:close/>
                </a:path>
                <a:path w="10424160" h="5213350">
                  <a:moveTo>
                    <a:pt x="286080" y="5193982"/>
                  </a:moveTo>
                  <a:lnTo>
                    <a:pt x="280822" y="5193982"/>
                  </a:lnTo>
                  <a:lnTo>
                    <a:pt x="276555" y="5198249"/>
                  </a:lnTo>
                  <a:lnTo>
                    <a:pt x="276555" y="5208765"/>
                  </a:lnTo>
                  <a:lnTo>
                    <a:pt x="280822" y="5213032"/>
                  </a:lnTo>
                  <a:lnTo>
                    <a:pt x="286080" y="5213032"/>
                  </a:lnTo>
                  <a:lnTo>
                    <a:pt x="286080" y="5193982"/>
                  </a:lnTo>
                  <a:close/>
                </a:path>
                <a:path w="10424160" h="5213350">
                  <a:moveTo>
                    <a:pt x="291350" y="5193982"/>
                  </a:moveTo>
                  <a:lnTo>
                    <a:pt x="286092" y="5193982"/>
                  </a:lnTo>
                  <a:lnTo>
                    <a:pt x="286092" y="5213032"/>
                  </a:lnTo>
                  <a:lnTo>
                    <a:pt x="291350" y="5213032"/>
                  </a:lnTo>
                  <a:lnTo>
                    <a:pt x="295617" y="5208765"/>
                  </a:lnTo>
                  <a:lnTo>
                    <a:pt x="295617" y="5198249"/>
                  </a:lnTo>
                  <a:lnTo>
                    <a:pt x="291350" y="5193982"/>
                  </a:lnTo>
                  <a:close/>
                </a:path>
                <a:path w="10424160" h="5213350">
                  <a:moveTo>
                    <a:pt x="247954" y="5193982"/>
                  </a:moveTo>
                  <a:lnTo>
                    <a:pt x="242696" y="5193982"/>
                  </a:lnTo>
                  <a:lnTo>
                    <a:pt x="238429" y="5198249"/>
                  </a:lnTo>
                  <a:lnTo>
                    <a:pt x="238429" y="5208765"/>
                  </a:lnTo>
                  <a:lnTo>
                    <a:pt x="242696" y="5213032"/>
                  </a:lnTo>
                  <a:lnTo>
                    <a:pt x="247954" y="5213032"/>
                  </a:lnTo>
                  <a:lnTo>
                    <a:pt x="247954" y="5193982"/>
                  </a:lnTo>
                  <a:close/>
                </a:path>
                <a:path w="10424160" h="5213350">
                  <a:moveTo>
                    <a:pt x="253238" y="5193982"/>
                  </a:moveTo>
                  <a:lnTo>
                    <a:pt x="247980" y="5193982"/>
                  </a:lnTo>
                  <a:lnTo>
                    <a:pt x="247980" y="5213032"/>
                  </a:lnTo>
                  <a:lnTo>
                    <a:pt x="253238" y="5213032"/>
                  </a:lnTo>
                  <a:lnTo>
                    <a:pt x="257505" y="5208765"/>
                  </a:lnTo>
                  <a:lnTo>
                    <a:pt x="257505" y="5198249"/>
                  </a:lnTo>
                  <a:lnTo>
                    <a:pt x="253238" y="5193982"/>
                  </a:lnTo>
                  <a:close/>
                </a:path>
                <a:path w="10424160" h="5213350">
                  <a:moveTo>
                    <a:pt x="209842" y="5193982"/>
                  </a:moveTo>
                  <a:lnTo>
                    <a:pt x="204584" y="5193982"/>
                  </a:lnTo>
                  <a:lnTo>
                    <a:pt x="200317" y="5198249"/>
                  </a:lnTo>
                  <a:lnTo>
                    <a:pt x="200317" y="5208765"/>
                  </a:lnTo>
                  <a:lnTo>
                    <a:pt x="204584" y="5213032"/>
                  </a:lnTo>
                  <a:lnTo>
                    <a:pt x="209842" y="5213032"/>
                  </a:lnTo>
                  <a:lnTo>
                    <a:pt x="209842" y="5193982"/>
                  </a:lnTo>
                  <a:close/>
                </a:path>
                <a:path w="10424160" h="5213350">
                  <a:moveTo>
                    <a:pt x="215112" y="5193982"/>
                  </a:moveTo>
                  <a:lnTo>
                    <a:pt x="209854" y="5193982"/>
                  </a:lnTo>
                  <a:lnTo>
                    <a:pt x="209854" y="5213032"/>
                  </a:lnTo>
                  <a:lnTo>
                    <a:pt x="215112" y="5213032"/>
                  </a:lnTo>
                  <a:lnTo>
                    <a:pt x="219379" y="5208765"/>
                  </a:lnTo>
                  <a:lnTo>
                    <a:pt x="219379" y="5198249"/>
                  </a:lnTo>
                  <a:lnTo>
                    <a:pt x="215112" y="5193982"/>
                  </a:lnTo>
                  <a:close/>
                </a:path>
                <a:path w="10424160" h="5213350">
                  <a:moveTo>
                    <a:pt x="172262" y="5193169"/>
                  </a:moveTo>
                  <a:lnTo>
                    <a:pt x="171274" y="5211914"/>
                  </a:lnTo>
                  <a:lnTo>
                    <a:pt x="171259" y="5212194"/>
                  </a:lnTo>
                  <a:lnTo>
                    <a:pt x="176517" y="5212473"/>
                  </a:lnTo>
                  <a:lnTo>
                    <a:pt x="181000" y="5208435"/>
                  </a:lnTo>
                  <a:lnTo>
                    <a:pt x="181464" y="5199507"/>
                  </a:lnTo>
                  <a:lnTo>
                    <a:pt x="181546" y="5197932"/>
                  </a:lnTo>
                  <a:lnTo>
                    <a:pt x="177507" y="5193449"/>
                  </a:lnTo>
                  <a:lnTo>
                    <a:pt x="172262" y="5193169"/>
                  </a:lnTo>
                  <a:close/>
                </a:path>
                <a:path w="10424160" h="5213350">
                  <a:moveTo>
                    <a:pt x="166992" y="5192890"/>
                  </a:moveTo>
                  <a:lnTo>
                    <a:pt x="162509" y="5196928"/>
                  </a:lnTo>
                  <a:lnTo>
                    <a:pt x="162034" y="5205857"/>
                  </a:lnTo>
                  <a:lnTo>
                    <a:pt x="161950" y="5207431"/>
                  </a:lnTo>
                  <a:lnTo>
                    <a:pt x="165989" y="5211914"/>
                  </a:lnTo>
                  <a:lnTo>
                    <a:pt x="171246" y="5212194"/>
                  </a:lnTo>
                  <a:lnTo>
                    <a:pt x="172222" y="5193449"/>
                  </a:lnTo>
                  <a:lnTo>
                    <a:pt x="172237" y="5193169"/>
                  </a:lnTo>
                  <a:lnTo>
                    <a:pt x="166992" y="5192890"/>
                  </a:lnTo>
                  <a:close/>
                </a:path>
                <a:path w="10424160" h="5213350">
                  <a:moveTo>
                    <a:pt x="137871" y="5186603"/>
                  </a:moveTo>
                  <a:lnTo>
                    <a:pt x="130937" y="5204345"/>
                  </a:lnTo>
                  <a:lnTo>
                    <a:pt x="135826" y="5206263"/>
                  </a:lnTo>
                  <a:lnTo>
                    <a:pt x="141351" y="5203837"/>
                  </a:lnTo>
                  <a:lnTo>
                    <a:pt x="145186" y="5194046"/>
                  </a:lnTo>
                  <a:lnTo>
                    <a:pt x="142773" y="5188521"/>
                  </a:lnTo>
                  <a:lnTo>
                    <a:pt x="137871" y="5186603"/>
                  </a:lnTo>
                  <a:close/>
                </a:path>
                <a:path w="10424160" h="5213350">
                  <a:moveTo>
                    <a:pt x="132956" y="5184673"/>
                  </a:moveTo>
                  <a:lnTo>
                    <a:pt x="127431" y="5187099"/>
                  </a:lnTo>
                  <a:lnTo>
                    <a:pt x="123596" y="5196890"/>
                  </a:lnTo>
                  <a:lnTo>
                    <a:pt x="126022" y="5202415"/>
                  </a:lnTo>
                  <a:lnTo>
                    <a:pt x="130943" y="5204345"/>
                  </a:lnTo>
                  <a:lnTo>
                    <a:pt x="131105" y="5203837"/>
                  </a:lnTo>
                  <a:lnTo>
                    <a:pt x="137853" y="5186603"/>
                  </a:lnTo>
                  <a:lnTo>
                    <a:pt x="132956" y="5184673"/>
                  </a:lnTo>
                  <a:close/>
                </a:path>
                <a:path w="10424160" h="5213350">
                  <a:moveTo>
                    <a:pt x="104533" y="5172100"/>
                  </a:moveTo>
                  <a:lnTo>
                    <a:pt x="94564" y="5188331"/>
                  </a:lnTo>
                  <a:lnTo>
                    <a:pt x="99034" y="5191086"/>
                  </a:lnTo>
                  <a:lnTo>
                    <a:pt x="104901" y="5189689"/>
                  </a:lnTo>
                  <a:lnTo>
                    <a:pt x="110413" y="5180723"/>
                  </a:lnTo>
                  <a:lnTo>
                    <a:pt x="109016" y="5174856"/>
                  </a:lnTo>
                  <a:lnTo>
                    <a:pt x="104533" y="5172100"/>
                  </a:lnTo>
                  <a:close/>
                </a:path>
                <a:path w="10424160" h="5213350">
                  <a:moveTo>
                    <a:pt x="100037" y="5169344"/>
                  </a:moveTo>
                  <a:lnTo>
                    <a:pt x="94170" y="5170741"/>
                  </a:lnTo>
                  <a:lnTo>
                    <a:pt x="88658" y="5179707"/>
                  </a:lnTo>
                  <a:lnTo>
                    <a:pt x="90055" y="5185575"/>
                  </a:lnTo>
                  <a:lnTo>
                    <a:pt x="94559" y="5188331"/>
                  </a:lnTo>
                  <a:lnTo>
                    <a:pt x="96227" y="5185575"/>
                  </a:lnTo>
                  <a:lnTo>
                    <a:pt x="104520" y="5172100"/>
                  </a:lnTo>
                  <a:lnTo>
                    <a:pt x="100037" y="5169344"/>
                  </a:lnTo>
                  <a:close/>
                </a:path>
                <a:path w="10424160" h="5213350">
                  <a:moveTo>
                    <a:pt x="75222" y="5150891"/>
                  </a:moveTo>
                  <a:lnTo>
                    <a:pt x="62306" y="5164899"/>
                  </a:lnTo>
                  <a:lnTo>
                    <a:pt x="66167" y="5168468"/>
                  </a:lnTo>
                  <a:lnTo>
                    <a:pt x="72199" y="5168214"/>
                  </a:lnTo>
                  <a:lnTo>
                    <a:pt x="79324" y="5160479"/>
                  </a:lnTo>
                  <a:lnTo>
                    <a:pt x="79127" y="5155565"/>
                  </a:lnTo>
                  <a:lnTo>
                    <a:pt x="79082" y="5154460"/>
                  </a:lnTo>
                  <a:lnTo>
                    <a:pt x="75222" y="5150891"/>
                  </a:lnTo>
                  <a:close/>
                </a:path>
                <a:path w="10424160" h="5213350">
                  <a:moveTo>
                    <a:pt x="71335" y="5147310"/>
                  </a:moveTo>
                  <a:lnTo>
                    <a:pt x="65316" y="5147551"/>
                  </a:lnTo>
                  <a:lnTo>
                    <a:pt x="58178" y="5155285"/>
                  </a:lnTo>
                  <a:lnTo>
                    <a:pt x="58375" y="5160213"/>
                  </a:lnTo>
                  <a:lnTo>
                    <a:pt x="58420" y="5161318"/>
                  </a:lnTo>
                  <a:lnTo>
                    <a:pt x="62307" y="5164899"/>
                  </a:lnTo>
                  <a:lnTo>
                    <a:pt x="66598" y="5160213"/>
                  </a:lnTo>
                  <a:lnTo>
                    <a:pt x="75197" y="5150891"/>
                  </a:lnTo>
                  <a:lnTo>
                    <a:pt x="71335" y="5147310"/>
                  </a:lnTo>
                  <a:close/>
                </a:path>
                <a:path w="10424160" h="5213350">
                  <a:moveTo>
                    <a:pt x="50977" y="5124030"/>
                  </a:moveTo>
                  <a:lnTo>
                    <a:pt x="35610" y="5135295"/>
                  </a:lnTo>
                  <a:lnTo>
                    <a:pt x="38722" y="5139537"/>
                  </a:lnTo>
                  <a:lnTo>
                    <a:pt x="44678" y="5140464"/>
                  </a:lnTo>
                  <a:lnTo>
                    <a:pt x="53162" y="5134241"/>
                  </a:lnTo>
                  <a:lnTo>
                    <a:pt x="54089" y="5128272"/>
                  </a:lnTo>
                  <a:lnTo>
                    <a:pt x="50977" y="5124030"/>
                  </a:lnTo>
                  <a:close/>
                </a:path>
                <a:path w="10424160" h="5213350">
                  <a:moveTo>
                    <a:pt x="41897" y="5118862"/>
                  </a:moveTo>
                  <a:lnTo>
                    <a:pt x="33401" y="5125085"/>
                  </a:lnTo>
                  <a:lnTo>
                    <a:pt x="32486" y="5131041"/>
                  </a:lnTo>
                  <a:lnTo>
                    <a:pt x="35607" y="5135295"/>
                  </a:lnTo>
                  <a:lnTo>
                    <a:pt x="37018" y="5134241"/>
                  </a:lnTo>
                  <a:lnTo>
                    <a:pt x="50947" y="5124030"/>
                  </a:lnTo>
                  <a:lnTo>
                    <a:pt x="47853" y="5119776"/>
                  </a:lnTo>
                  <a:lnTo>
                    <a:pt x="41897" y="5118862"/>
                  </a:lnTo>
                  <a:close/>
                </a:path>
                <a:path w="10424160" h="5213350">
                  <a:moveTo>
                    <a:pt x="32994" y="5092623"/>
                  </a:moveTo>
                  <a:lnTo>
                    <a:pt x="15748" y="5100726"/>
                  </a:lnTo>
                  <a:lnTo>
                    <a:pt x="17983" y="5105488"/>
                  </a:lnTo>
                  <a:lnTo>
                    <a:pt x="23660" y="5107533"/>
                  </a:lnTo>
                  <a:lnTo>
                    <a:pt x="33185" y="5103063"/>
                  </a:lnTo>
                  <a:lnTo>
                    <a:pt x="35229" y="5097386"/>
                  </a:lnTo>
                  <a:lnTo>
                    <a:pt x="32994" y="5092623"/>
                  </a:lnTo>
                  <a:close/>
                </a:path>
                <a:path w="10424160" h="5213350">
                  <a:moveTo>
                    <a:pt x="25069" y="5085803"/>
                  </a:moveTo>
                  <a:lnTo>
                    <a:pt x="15544" y="5090274"/>
                  </a:lnTo>
                  <a:lnTo>
                    <a:pt x="13500" y="5095951"/>
                  </a:lnTo>
                  <a:lnTo>
                    <a:pt x="15741" y="5100726"/>
                  </a:lnTo>
                  <a:lnTo>
                    <a:pt x="32954" y="5092623"/>
                  </a:lnTo>
                  <a:lnTo>
                    <a:pt x="31885" y="5090274"/>
                  </a:lnTo>
                  <a:lnTo>
                    <a:pt x="30746" y="5087848"/>
                  </a:lnTo>
                  <a:lnTo>
                    <a:pt x="25069" y="5085803"/>
                  </a:lnTo>
                  <a:close/>
                </a:path>
                <a:path w="10424160" h="5213350">
                  <a:moveTo>
                    <a:pt x="16764" y="5050167"/>
                  </a:moveTo>
                  <a:lnTo>
                    <a:pt x="6362" y="5051729"/>
                  </a:lnTo>
                  <a:lnTo>
                    <a:pt x="2768" y="5056568"/>
                  </a:lnTo>
                  <a:lnTo>
                    <a:pt x="4343" y="5066995"/>
                  </a:lnTo>
                  <a:lnTo>
                    <a:pt x="9182" y="5070576"/>
                  </a:lnTo>
                  <a:lnTo>
                    <a:pt x="19596" y="5069014"/>
                  </a:lnTo>
                  <a:lnTo>
                    <a:pt x="23177" y="5064175"/>
                  </a:lnTo>
                  <a:lnTo>
                    <a:pt x="22824" y="5061800"/>
                  </a:lnTo>
                  <a:lnTo>
                    <a:pt x="3387" y="5061800"/>
                  </a:lnTo>
                  <a:lnTo>
                    <a:pt x="22221" y="5058968"/>
                  </a:lnTo>
                  <a:lnTo>
                    <a:pt x="22393" y="5058968"/>
                  </a:lnTo>
                  <a:lnTo>
                    <a:pt x="21615" y="5053749"/>
                  </a:lnTo>
                  <a:lnTo>
                    <a:pt x="16764" y="5050167"/>
                  </a:lnTo>
                  <a:close/>
                </a:path>
                <a:path w="10424160" h="5213350">
                  <a:moveTo>
                    <a:pt x="22402" y="5058968"/>
                  </a:moveTo>
                  <a:lnTo>
                    <a:pt x="3556" y="5061800"/>
                  </a:lnTo>
                  <a:lnTo>
                    <a:pt x="22824" y="5061800"/>
                  </a:lnTo>
                  <a:lnTo>
                    <a:pt x="22402" y="5058968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19416" y="6260193"/>
            <a:ext cx="5890760" cy="240770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2007,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4판,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6" dirty="0">
                <a:solidFill>
                  <a:srgbClr val="404040"/>
                </a:solidFill>
                <a:latin typeface="Batang"/>
                <a:cs typeface="Batang"/>
              </a:rPr>
              <a:t>p32</a:t>
            </a:r>
            <a:endParaRPr sz="1481">
              <a:latin typeface="Batang"/>
              <a:cs typeface="Batang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3950" y="1285622"/>
            <a:ext cx="9392303" cy="4810004"/>
            <a:chOff x="482345" y="1215389"/>
            <a:chExt cx="8879205" cy="45472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12" y="1218437"/>
              <a:ext cx="7093458" cy="45438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2345" y="1215389"/>
              <a:ext cx="3117850" cy="395605"/>
            </a:xfrm>
            <a:custGeom>
              <a:avLst/>
              <a:gdLst/>
              <a:ahLst/>
              <a:cxnLst/>
              <a:rect l="l" t="t" r="r" b="b"/>
              <a:pathLst>
                <a:path w="3117850" h="395605">
                  <a:moveTo>
                    <a:pt x="3117342" y="0"/>
                  </a:moveTo>
                  <a:lnTo>
                    <a:pt x="98869" y="0"/>
                  </a:lnTo>
                  <a:lnTo>
                    <a:pt x="0" y="395478"/>
                  </a:lnTo>
                  <a:lnTo>
                    <a:pt x="3018536" y="395478"/>
                  </a:lnTo>
                  <a:lnTo>
                    <a:pt x="3117342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5893" y="1263053"/>
            <a:ext cx="2456386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238" dirty="0">
                <a:solidFill>
                  <a:srgbClr val="FFFFFF"/>
                </a:solidFill>
                <a:latin typeface="Malgun Gothic"/>
                <a:cs typeface="Malgun Gothic"/>
              </a:rPr>
              <a:t>캡슐화와</a:t>
            </a:r>
            <a:r>
              <a:rPr sz="2539" b="1" spc="-212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22" dirty="0">
                <a:solidFill>
                  <a:srgbClr val="FFFFFF"/>
                </a:solidFill>
                <a:latin typeface="Malgun Gothic"/>
                <a:cs typeface="Malgun Gothic"/>
              </a:rPr>
              <a:t>역캡슐화</a:t>
            </a:r>
            <a:endParaRPr sz="2539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9111908" y="6450271"/>
            <a:ext cx="2901720" cy="933005"/>
          </a:xfrm>
          <a:prstGeom prst="rect">
            <a:avLst/>
          </a:prstGeom>
        </p:spPr>
        <p:txBody>
          <a:bodyPr vert="horz" wrap="square" lIns="0" tIns="306023" rIns="0" bIns="0" rtlCol="0" anchor="ctr">
            <a:spAutoFit/>
          </a:bodyPr>
          <a:lstStyle/>
          <a:p>
            <a:pPr marL="5747091">
              <a:lnSpc>
                <a:spcPts val="2327"/>
              </a:lnSpc>
            </a:pPr>
            <a:r>
              <a:rPr spc="63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094641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· OSI LAYER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물리 계층 (Physical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전송매체를 통해 비트 흐름을 전송하기 위한 규정을 정의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인터페이스·기계적·전기적 규격 및 처리 절차 정의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비트를 한 노드에서 다음 노드까지 전달할 책임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인터페이스와 전송매체의 물리적 특성·유형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전송속도 및 비트 동기화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회선 구성(점-대-점 / 다중점)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모드(단방향 / 반이중 / 전이중)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LAYER · OSI LAYER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데이터링크 계층 (Data Link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프레임을 한 노드에서 다음 노드까지 전달 — 상위에 오류 없는 물리계층처럼 보이게 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구성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계층으로부터 받은 데이터를 프레임 단위로 분리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주소 지정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송·수신 노드의 물리(MAC) 주소를 프레임 헤더에 추가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 제어 · 오류 제어 · 접근 제어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· OSI LAYER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네트워크 계층 (Network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데이터그램을 발신지로부터 여러 네트워크를 거쳐 목적지까지 전달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발신지-대-목적지 전달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주소(IP) 지정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라우팅 (Routing)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패킷이 최종 목적지에 도달하도록 최적의 경로를 지정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586645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 · OSI LAYER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계층 (Transport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세그먼트(사용자 데이터그램)의 프로세스-대-프로세스 전달을 책임짐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발신지(프로세스)-대-목적지(프로세스) 전달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 주소 지정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분할과 재조립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세그먼트에 순서번호를 부여해 재조립하거나 손실을 판단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제어(연결형 / 비연결형)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 제어(Flow Control) · 오류 제어(Error Control)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507982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8328" y="22569"/>
            <a:ext cx="988062" cy="338489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2116" spc="100" dirty="0">
                <a:latin typeface="Malgun Gothic"/>
                <a:cs typeface="Malgun Gothic"/>
              </a:rPr>
              <a:t>EE0127</a:t>
            </a:r>
            <a:endParaRPr sz="2116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693" y="123054"/>
            <a:ext cx="4803958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476" dirty="0">
                <a:latin typeface="Batang"/>
                <a:cs typeface="Batang"/>
              </a:rPr>
              <a:t>전송</a:t>
            </a:r>
            <a:r>
              <a:rPr sz="3597" spc="-651" dirty="0">
                <a:latin typeface="Batang"/>
                <a:cs typeface="Batang"/>
              </a:rPr>
              <a:t> </a:t>
            </a:r>
            <a:r>
              <a:rPr sz="3597" spc="-296" dirty="0">
                <a:latin typeface="Batang"/>
                <a:cs typeface="Batang"/>
              </a:rPr>
              <a:t>계층</a:t>
            </a:r>
            <a:r>
              <a:rPr sz="3385" spc="-254" dirty="0">
                <a:latin typeface="Batang"/>
                <a:cs typeface="Batang"/>
              </a:rPr>
              <a:t>(</a:t>
            </a:r>
            <a:r>
              <a:rPr sz="3385" spc="-672" dirty="0">
                <a:latin typeface="Batang"/>
                <a:cs typeface="Batang"/>
              </a:rPr>
              <a:t>T</a:t>
            </a:r>
            <a:r>
              <a:rPr sz="3385" spc="-349" dirty="0">
                <a:latin typeface="Batang"/>
                <a:cs typeface="Batang"/>
              </a:rPr>
              <a:t>r</a:t>
            </a:r>
            <a:r>
              <a:rPr sz="3385" spc="-433" dirty="0">
                <a:latin typeface="Batang"/>
                <a:cs typeface="Batang"/>
              </a:rPr>
              <a:t>a</a:t>
            </a:r>
            <a:r>
              <a:rPr sz="3385" spc="-275" dirty="0">
                <a:latin typeface="Batang"/>
                <a:cs typeface="Batang"/>
              </a:rPr>
              <a:t>n</a:t>
            </a:r>
            <a:r>
              <a:rPr sz="3385" spc="-301" dirty="0">
                <a:latin typeface="Batang"/>
                <a:cs typeface="Batang"/>
              </a:rPr>
              <a:t>s</a:t>
            </a:r>
            <a:r>
              <a:rPr sz="3385" spc="-280" dirty="0">
                <a:latin typeface="Batang"/>
                <a:cs typeface="Batang"/>
              </a:rPr>
              <a:t>po</a:t>
            </a:r>
            <a:r>
              <a:rPr sz="3385" spc="-227" dirty="0">
                <a:latin typeface="Batang"/>
                <a:cs typeface="Batang"/>
              </a:rPr>
              <a:t>r</a:t>
            </a:r>
            <a:r>
              <a:rPr sz="3385" spc="-116" dirty="0">
                <a:latin typeface="Batang"/>
                <a:cs typeface="Batang"/>
              </a:rPr>
              <a:t>t</a:t>
            </a:r>
            <a:r>
              <a:rPr sz="3385" spc="-614" dirty="0">
                <a:latin typeface="Batang"/>
                <a:cs typeface="Batang"/>
              </a:rPr>
              <a:t> </a:t>
            </a:r>
            <a:r>
              <a:rPr sz="3385" spc="-216" dirty="0">
                <a:latin typeface="Batang"/>
                <a:cs typeface="Batang"/>
              </a:rPr>
              <a:t>Layer)</a:t>
            </a:r>
            <a:endParaRPr sz="3385">
              <a:latin typeface="Batang"/>
              <a:cs typeface="Batang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404988" y="161361"/>
            <a:ext cx="385332" cy="713629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pc="-53" dirty="0"/>
              <a:t>6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13950" y="1084920"/>
            <a:ext cx="11154157" cy="5514611"/>
            <a:chOff x="482345" y="1025651"/>
            <a:chExt cx="10544810" cy="5213350"/>
          </a:xfrm>
        </p:grpSpPr>
        <p:sp>
          <p:nvSpPr>
            <p:cNvPr id="6" name="object 6"/>
            <p:cNvSpPr/>
            <p:nvPr/>
          </p:nvSpPr>
          <p:spPr>
            <a:xfrm>
              <a:off x="612266" y="1035176"/>
              <a:ext cx="10405110" cy="5194300"/>
            </a:xfrm>
            <a:custGeom>
              <a:avLst/>
              <a:gdLst/>
              <a:ahLst/>
              <a:cxnLst/>
              <a:rect l="l" t="t" r="r" b="b"/>
              <a:pathLst>
                <a:path w="10405110" h="5194300">
                  <a:moveTo>
                    <a:pt x="10227310" y="0"/>
                  </a:moveTo>
                  <a:lnTo>
                    <a:pt x="177850" y="0"/>
                  </a:lnTo>
                  <a:lnTo>
                    <a:pt x="130571" y="6352"/>
                  </a:lnTo>
                  <a:lnTo>
                    <a:pt x="88087" y="24280"/>
                  </a:lnTo>
                  <a:lnTo>
                    <a:pt x="52092" y="52085"/>
                  </a:lnTo>
                  <a:lnTo>
                    <a:pt x="24282" y="88072"/>
                  </a:lnTo>
                  <a:lnTo>
                    <a:pt x="6353" y="130542"/>
                  </a:lnTo>
                  <a:lnTo>
                    <a:pt x="0" y="177800"/>
                  </a:lnTo>
                  <a:lnTo>
                    <a:pt x="0" y="5016080"/>
                  </a:lnTo>
                  <a:lnTo>
                    <a:pt x="6353" y="5063359"/>
                  </a:lnTo>
                  <a:lnTo>
                    <a:pt x="24282" y="5105844"/>
                  </a:lnTo>
                  <a:lnTo>
                    <a:pt x="52092" y="5141839"/>
                  </a:lnTo>
                  <a:lnTo>
                    <a:pt x="88087" y="5169649"/>
                  </a:lnTo>
                  <a:lnTo>
                    <a:pt x="130571" y="5187578"/>
                  </a:lnTo>
                  <a:lnTo>
                    <a:pt x="177850" y="5193931"/>
                  </a:lnTo>
                  <a:lnTo>
                    <a:pt x="10227310" y="5193931"/>
                  </a:lnTo>
                  <a:lnTo>
                    <a:pt x="10274567" y="5187578"/>
                  </a:lnTo>
                  <a:lnTo>
                    <a:pt x="10317037" y="5169649"/>
                  </a:lnTo>
                  <a:lnTo>
                    <a:pt x="10353024" y="5141839"/>
                  </a:lnTo>
                  <a:lnTo>
                    <a:pt x="10380829" y="5105844"/>
                  </a:lnTo>
                  <a:lnTo>
                    <a:pt x="10398757" y="5063359"/>
                  </a:lnTo>
                  <a:lnTo>
                    <a:pt x="10405110" y="5016080"/>
                  </a:lnTo>
                  <a:lnTo>
                    <a:pt x="10405110" y="177800"/>
                  </a:lnTo>
                  <a:lnTo>
                    <a:pt x="10398757" y="130542"/>
                  </a:lnTo>
                  <a:lnTo>
                    <a:pt x="10380829" y="88072"/>
                  </a:lnTo>
                  <a:lnTo>
                    <a:pt x="10353024" y="52085"/>
                  </a:lnTo>
                  <a:lnTo>
                    <a:pt x="10317037" y="24280"/>
                  </a:lnTo>
                  <a:lnTo>
                    <a:pt x="10274567" y="6352"/>
                  </a:lnTo>
                  <a:lnTo>
                    <a:pt x="10227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602741" y="1025651"/>
              <a:ext cx="10424160" cy="5213350"/>
            </a:xfrm>
            <a:custGeom>
              <a:avLst/>
              <a:gdLst/>
              <a:ahLst/>
              <a:cxnLst/>
              <a:rect l="l" t="t" r="r" b="b"/>
              <a:pathLst>
                <a:path w="10424160" h="5213350">
                  <a:moveTo>
                    <a:pt x="14782" y="4997081"/>
                  </a:moveTo>
                  <a:lnTo>
                    <a:pt x="4267" y="4997081"/>
                  </a:lnTo>
                  <a:lnTo>
                    <a:pt x="0" y="5001348"/>
                  </a:lnTo>
                  <a:lnTo>
                    <a:pt x="0" y="5011889"/>
                  </a:lnTo>
                  <a:lnTo>
                    <a:pt x="4267" y="5016144"/>
                  </a:lnTo>
                  <a:lnTo>
                    <a:pt x="14782" y="5016144"/>
                  </a:lnTo>
                  <a:lnTo>
                    <a:pt x="19050" y="5011889"/>
                  </a:lnTo>
                  <a:lnTo>
                    <a:pt x="19050" y="5001348"/>
                  </a:lnTo>
                  <a:lnTo>
                    <a:pt x="14782" y="4997081"/>
                  </a:lnTo>
                  <a:close/>
                </a:path>
                <a:path w="10424160" h="5213350">
                  <a:moveTo>
                    <a:pt x="14782" y="4958956"/>
                  </a:moveTo>
                  <a:lnTo>
                    <a:pt x="4267" y="4958956"/>
                  </a:lnTo>
                  <a:lnTo>
                    <a:pt x="0" y="4963223"/>
                  </a:lnTo>
                  <a:lnTo>
                    <a:pt x="0" y="4973764"/>
                  </a:lnTo>
                  <a:lnTo>
                    <a:pt x="4267" y="4978031"/>
                  </a:lnTo>
                  <a:lnTo>
                    <a:pt x="14782" y="4978031"/>
                  </a:lnTo>
                  <a:lnTo>
                    <a:pt x="19050" y="4973764"/>
                  </a:lnTo>
                  <a:lnTo>
                    <a:pt x="19050" y="4963223"/>
                  </a:lnTo>
                  <a:lnTo>
                    <a:pt x="14782" y="4958956"/>
                  </a:lnTo>
                  <a:close/>
                </a:path>
                <a:path w="10424160" h="5213350">
                  <a:moveTo>
                    <a:pt x="14782" y="4920843"/>
                  </a:moveTo>
                  <a:lnTo>
                    <a:pt x="4267" y="4920843"/>
                  </a:lnTo>
                  <a:lnTo>
                    <a:pt x="0" y="4925098"/>
                  </a:lnTo>
                  <a:lnTo>
                    <a:pt x="0" y="4935639"/>
                  </a:lnTo>
                  <a:lnTo>
                    <a:pt x="4267" y="4939906"/>
                  </a:lnTo>
                  <a:lnTo>
                    <a:pt x="14782" y="4939906"/>
                  </a:lnTo>
                  <a:lnTo>
                    <a:pt x="19050" y="4935639"/>
                  </a:lnTo>
                  <a:lnTo>
                    <a:pt x="19050" y="4925098"/>
                  </a:lnTo>
                  <a:lnTo>
                    <a:pt x="14782" y="4920843"/>
                  </a:lnTo>
                  <a:close/>
                </a:path>
                <a:path w="10424160" h="5213350">
                  <a:moveTo>
                    <a:pt x="14782" y="4882718"/>
                  </a:moveTo>
                  <a:lnTo>
                    <a:pt x="4267" y="4882718"/>
                  </a:lnTo>
                  <a:lnTo>
                    <a:pt x="0" y="4886985"/>
                  </a:lnTo>
                  <a:lnTo>
                    <a:pt x="0" y="4897526"/>
                  </a:lnTo>
                  <a:lnTo>
                    <a:pt x="4267" y="4901793"/>
                  </a:lnTo>
                  <a:lnTo>
                    <a:pt x="14782" y="4901793"/>
                  </a:lnTo>
                  <a:lnTo>
                    <a:pt x="19050" y="4897526"/>
                  </a:lnTo>
                  <a:lnTo>
                    <a:pt x="19050" y="4886985"/>
                  </a:lnTo>
                  <a:lnTo>
                    <a:pt x="14782" y="4882718"/>
                  </a:lnTo>
                  <a:close/>
                </a:path>
                <a:path w="10424160" h="5213350">
                  <a:moveTo>
                    <a:pt x="14782" y="4844605"/>
                  </a:moveTo>
                  <a:lnTo>
                    <a:pt x="4267" y="4844605"/>
                  </a:lnTo>
                  <a:lnTo>
                    <a:pt x="0" y="4848860"/>
                  </a:lnTo>
                  <a:lnTo>
                    <a:pt x="0" y="4859401"/>
                  </a:lnTo>
                  <a:lnTo>
                    <a:pt x="4267" y="4863668"/>
                  </a:lnTo>
                  <a:lnTo>
                    <a:pt x="14782" y="4863668"/>
                  </a:lnTo>
                  <a:lnTo>
                    <a:pt x="19050" y="4859401"/>
                  </a:lnTo>
                  <a:lnTo>
                    <a:pt x="19050" y="4848860"/>
                  </a:lnTo>
                  <a:lnTo>
                    <a:pt x="14782" y="4844605"/>
                  </a:lnTo>
                  <a:close/>
                </a:path>
                <a:path w="10424160" h="5213350">
                  <a:moveTo>
                    <a:pt x="14782" y="4806480"/>
                  </a:moveTo>
                  <a:lnTo>
                    <a:pt x="4267" y="4806480"/>
                  </a:lnTo>
                  <a:lnTo>
                    <a:pt x="0" y="4810747"/>
                  </a:lnTo>
                  <a:lnTo>
                    <a:pt x="0" y="4821288"/>
                  </a:lnTo>
                  <a:lnTo>
                    <a:pt x="4267" y="4825555"/>
                  </a:lnTo>
                  <a:lnTo>
                    <a:pt x="14782" y="4825555"/>
                  </a:lnTo>
                  <a:lnTo>
                    <a:pt x="19050" y="4821288"/>
                  </a:lnTo>
                  <a:lnTo>
                    <a:pt x="19050" y="4810747"/>
                  </a:lnTo>
                  <a:lnTo>
                    <a:pt x="14782" y="4806480"/>
                  </a:lnTo>
                  <a:close/>
                </a:path>
                <a:path w="10424160" h="5213350">
                  <a:moveTo>
                    <a:pt x="14782" y="4768367"/>
                  </a:moveTo>
                  <a:lnTo>
                    <a:pt x="4267" y="4768367"/>
                  </a:lnTo>
                  <a:lnTo>
                    <a:pt x="0" y="4772621"/>
                  </a:lnTo>
                  <a:lnTo>
                    <a:pt x="0" y="4783162"/>
                  </a:lnTo>
                  <a:lnTo>
                    <a:pt x="4267" y="4787430"/>
                  </a:lnTo>
                  <a:lnTo>
                    <a:pt x="14782" y="4787430"/>
                  </a:lnTo>
                  <a:lnTo>
                    <a:pt x="19050" y="4783162"/>
                  </a:lnTo>
                  <a:lnTo>
                    <a:pt x="19050" y="4772621"/>
                  </a:lnTo>
                  <a:lnTo>
                    <a:pt x="14782" y="4768367"/>
                  </a:lnTo>
                  <a:close/>
                </a:path>
                <a:path w="10424160" h="5213350">
                  <a:moveTo>
                    <a:pt x="14782" y="4730242"/>
                  </a:moveTo>
                  <a:lnTo>
                    <a:pt x="4267" y="4730242"/>
                  </a:lnTo>
                  <a:lnTo>
                    <a:pt x="0" y="4734509"/>
                  </a:lnTo>
                  <a:lnTo>
                    <a:pt x="0" y="4745050"/>
                  </a:lnTo>
                  <a:lnTo>
                    <a:pt x="4267" y="4749317"/>
                  </a:lnTo>
                  <a:lnTo>
                    <a:pt x="14782" y="4749317"/>
                  </a:lnTo>
                  <a:lnTo>
                    <a:pt x="19050" y="4745050"/>
                  </a:lnTo>
                  <a:lnTo>
                    <a:pt x="19050" y="4734509"/>
                  </a:lnTo>
                  <a:lnTo>
                    <a:pt x="14782" y="4730242"/>
                  </a:lnTo>
                  <a:close/>
                </a:path>
                <a:path w="10424160" h="5213350">
                  <a:moveTo>
                    <a:pt x="14782" y="4692116"/>
                  </a:moveTo>
                  <a:lnTo>
                    <a:pt x="4267" y="4692116"/>
                  </a:lnTo>
                  <a:lnTo>
                    <a:pt x="0" y="4696383"/>
                  </a:lnTo>
                  <a:lnTo>
                    <a:pt x="0" y="4706924"/>
                  </a:lnTo>
                  <a:lnTo>
                    <a:pt x="4267" y="4711192"/>
                  </a:lnTo>
                  <a:lnTo>
                    <a:pt x="14782" y="4711192"/>
                  </a:lnTo>
                  <a:lnTo>
                    <a:pt x="19050" y="4706924"/>
                  </a:lnTo>
                  <a:lnTo>
                    <a:pt x="19050" y="4696383"/>
                  </a:lnTo>
                  <a:lnTo>
                    <a:pt x="14782" y="4692116"/>
                  </a:lnTo>
                  <a:close/>
                </a:path>
                <a:path w="10424160" h="5213350">
                  <a:moveTo>
                    <a:pt x="14782" y="4654003"/>
                  </a:moveTo>
                  <a:lnTo>
                    <a:pt x="4267" y="4654003"/>
                  </a:lnTo>
                  <a:lnTo>
                    <a:pt x="0" y="4658271"/>
                  </a:lnTo>
                  <a:lnTo>
                    <a:pt x="0" y="4668812"/>
                  </a:lnTo>
                  <a:lnTo>
                    <a:pt x="4267" y="4673066"/>
                  </a:lnTo>
                  <a:lnTo>
                    <a:pt x="14782" y="4673066"/>
                  </a:lnTo>
                  <a:lnTo>
                    <a:pt x="19050" y="4668812"/>
                  </a:lnTo>
                  <a:lnTo>
                    <a:pt x="19050" y="4658271"/>
                  </a:lnTo>
                  <a:lnTo>
                    <a:pt x="14782" y="4654003"/>
                  </a:lnTo>
                  <a:close/>
                </a:path>
                <a:path w="10424160" h="5213350">
                  <a:moveTo>
                    <a:pt x="14782" y="4615878"/>
                  </a:moveTo>
                  <a:lnTo>
                    <a:pt x="4267" y="4615878"/>
                  </a:lnTo>
                  <a:lnTo>
                    <a:pt x="0" y="4620145"/>
                  </a:lnTo>
                  <a:lnTo>
                    <a:pt x="0" y="4630686"/>
                  </a:lnTo>
                  <a:lnTo>
                    <a:pt x="4267" y="4634953"/>
                  </a:lnTo>
                  <a:lnTo>
                    <a:pt x="14782" y="4634953"/>
                  </a:lnTo>
                  <a:lnTo>
                    <a:pt x="19050" y="4630686"/>
                  </a:lnTo>
                  <a:lnTo>
                    <a:pt x="19050" y="4620145"/>
                  </a:lnTo>
                  <a:lnTo>
                    <a:pt x="14782" y="4615878"/>
                  </a:lnTo>
                  <a:close/>
                </a:path>
                <a:path w="10424160" h="5213350">
                  <a:moveTo>
                    <a:pt x="14782" y="4577765"/>
                  </a:moveTo>
                  <a:lnTo>
                    <a:pt x="4267" y="4577765"/>
                  </a:lnTo>
                  <a:lnTo>
                    <a:pt x="0" y="4582033"/>
                  </a:lnTo>
                  <a:lnTo>
                    <a:pt x="0" y="4592574"/>
                  </a:lnTo>
                  <a:lnTo>
                    <a:pt x="4267" y="4596828"/>
                  </a:lnTo>
                  <a:lnTo>
                    <a:pt x="14782" y="4596828"/>
                  </a:lnTo>
                  <a:lnTo>
                    <a:pt x="19050" y="4592574"/>
                  </a:lnTo>
                  <a:lnTo>
                    <a:pt x="19050" y="4582033"/>
                  </a:lnTo>
                  <a:lnTo>
                    <a:pt x="14782" y="4577765"/>
                  </a:lnTo>
                  <a:close/>
                </a:path>
                <a:path w="10424160" h="5213350">
                  <a:moveTo>
                    <a:pt x="14782" y="4539640"/>
                  </a:moveTo>
                  <a:lnTo>
                    <a:pt x="4267" y="4539640"/>
                  </a:lnTo>
                  <a:lnTo>
                    <a:pt x="0" y="4543907"/>
                  </a:lnTo>
                  <a:lnTo>
                    <a:pt x="0" y="4554448"/>
                  </a:lnTo>
                  <a:lnTo>
                    <a:pt x="4267" y="4558715"/>
                  </a:lnTo>
                  <a:lnTo>
                    <a:pt x="14782" y="4558715"/>
                  </a:lnTo>
                  <a:lnTo>
                    <a:pt x="19050" y="4554448"/>
                  </a:lnTo>
                  <a:lnTo>
                    <a:pt x="19050" y="4543907"/>
                  </a:lnTo>
                  <a:lnTo>
                    <a:pt x="14782" y="4539640"/>
                  </a:lnTo>
                  <a:close/>
                </a:path>
                <a:path w="10424160" h="5213350">
                  <a:moveTo>
                    <a:pt x="14782" y="4501527"/>
                  </a:moveTo>
                  <a:lnTo>
                    <a:pt x="4267" y="4501527"/>
                  </a:lnTo>
                  <a:lnTo>
                    <a:pt x="0" y="4505794"/>
                  </a:lnTo>
                  <a:lnTo>
                    <a:pt x="0" y="4516335"/>
                  </a:lnTo>
                  <a:lnTo>
                    <a:pt x="4267" y="4520590"/>
                  </a:lnTo>
                  <a:lnTo>
                    <a:pt x="14782" y="4520590"/>
                  </a:lnTo>
                  <a:lnTo>
                    <a:pt x="19050" y="4516335"/>
                  </a:lnTo>
                  <a:lnTo>
                    <a:pt x="19050" y="4505794"/>
                  </a:lnTo>
                  <a:lnTo>
                    <a:pt x="14782" y="4501527"/>
                  </a:lnTo>
                  <a:close/>
                </a:path>
                <a:path w="10424160" h="5213350">
                  <a:moveTo>
                    <a:pt x="14782" y="4463402"/>
                  </a:moveTo>
                  <a:lnTo>
                    <a:pt x="4267" y="4463402"/>
                  </a:lnTo>
                  <a:lnTo>
                    <a:pt x="0" y="4467669"/>
                  </a:lnTo>
                  <a:lnTo>
                    <a:pt x="0" y="4478210"/>
                  </a:lnTo>
                  <a:lnTo>
                    <a:pt x="4267" y="4482477"/>
                  </a:lnTo>
                  <a:lnTo>
                    <a:pt x="14782" y="4482477"/>
                  </a:lnTo>
                  <a:lnTo>
                    <a:pt x="19050" y="4478210"/>
                  </a:lnTo>
                  <a:lnTo>
                    <a:pt x="19050" y="4467669"/>
                  </a:lnTo>
                  <a:lnTo>
                    <a:pt x="14782" y="4463402"/>
                  </a:lnTo>
                  <a:close/>
                </a:path>
                <a:path w="10424160" h="5213350">
                  <a:moveTo>
                    <a:pt x="14782" y="4425289"/>
                  </a:moveTo>
                  <a:lnTo>
                    <a:pt x="4267" y="4425289"/>
                  </a:lnTo>
                  <a:lnTo>
                    <a:pt x="0" y="4429556"/>
                  </a:lnTo>
                  <a:lnTo>
                    <a:pt x="0" y="4440085"/>
                  </a:lnTo>
                  <a:lnTo>
                    <a:pt x="4267" y="4444352"/>
                  </a:lnTo>
                  <a:lnTo>
                    <a:pt x="14782" y="4444352"/>
                  </a:lnTo>
                  <a:lnTo>
                    <a:pt x="19050" y="4440085"/>
                  </a:lnTo>
                  <a:lnTo>
                    <a:pt x="19050" y="4429556"/>
                  </a:lnTo>
                  <a:lnTo>
                    <a:pt x="14782" y="4425289"/>
                  </a:lnTo>
                  <a:close/>
                </a:path>
                <a:path w="10424160" h="5213350">
                  <a:moveTo>
                    <a:pt x="14782" y="4387164"/>
                  </a:moveTo>
                  <a:lnTo>
                    <a:pt x="4267" y="4387164"/>
                  </a:lnTo>
                  <a:lnTo>
                    <a:pt x="0" y="4391431"/>
                  </a:lnTo>
                  <a:lnTo>
                    <a:pt x="0" y="4401972"/>
                  </a:lnTo>
                  <a:lnTo>
                    <a:pt x="4267" y="4406239"/>
                  </a:lnTo>
                  <a:lnTo>
                    <a:pt x="14782" y="4406239"/>
                  </a:lnTo>
                  <a:lnTo>
                    <a:pt x="19050" y="4401972"/>
                  </a:lnTo>
                  <a:lnTo>
                    <a:pt x="19050" y="4391431"/>
                  </a:lnTo>
                  <a:lnTo>
                    <a:pt x="14782" y="4387164"/>
                  </a:lnTo>
                  <a:close/>
                </a:path>
                <a:path w="10424160" h="5213350">
                  <a:moveTo>
                    <a:pt x="14782" y="4349051"/>
                  </a:moveTo>
                  <a:lnTo>
                    <a:pt x="4267" y="4349051"/>
                  </a:lnTo>
                  <a:lnTo>
                    <a:pt x="0" y="4353306"/>
                  </a:lnTo>
                  <a:lnTo>
                    <a:pt x="0" y="4363847"/>
                  </a:lnTo>
                  <a:lnTo>
                    <a:pt x="4267" y="4368114"/>
                  </a:lnTo>
                  <a:lnTo>
                    <a:pt x="14782" y="4368114"/>
                  </a:lnTo>
                  <a:lnTo>
                    <a:pt x="19050" y="4363847"/>
                  </a:lnTo>
                  <a:lnTo>
                    <a:pt x="19050" y="4353306"/>
                  </a:lnTo>
                  <a:lnTo>
                    <a:pt x="14782" y="4349051"/>
                  </a:lnTo>
                  <a:close/>
                </a:path>
                <a:path w="10424160" h="5213350">
                  <a:moveTo>
                    <a:pt x="14782" y="4310926"/>
                  </a:moveTo>
                  <a:lnTo>
                    <a:pt x="4267" y="4310926"/>
                  </a:lnTo>
                  <a:lnTo>
                    <a:pt x="0" y="4315193"/>
                  </a:lnTo>
                  <a:lnTo>
                    <a:pt x="0" y="4325734"/>
                  </a:lnTo>
                  <a:lnTo>
                    <a:pt x="4267" y="4330001"/>
                  </a:lnTo>
                  <a:lnTo>
                    <a:pt x="14782" y="4330001"/>
                  </a:lnTo>
                  <a:lnTo>
                    <a:pt x="19050" y="4325734"/>
                  </a:lnTo>
                  <a:lnTo>
                    <a:pt x="19050" y="4315193"/>
                  </a:lnTo>
                  <a:lnTo>
                    <a:pt x="14782" y="4310926"/>
                  </a:lnTo>
                  <a:close/>
                </a:path>
                <a:path w="10424160" h="5213350">
                  <a:moveTo>
                    <a:pt x="14782" y="4272813"/>
                  </a:moveTo>
                  <a:lnTo>
                    <a:pt x="4267" y="4272813"/>
                  </a:lnTo>
                  <a:lnTo>
                    <a:pt x="0" y="4277067"/>
                  </a:lnTo>
                  <a:lnTo>
                    <a:pt x="0" y="4287608"/>
                  </a:lnTo>
                  <a:lnTo>
                    <a:pt x="4267" y="4291876"/>
                  </a:lnTo>
                  <a:lnTo>
                    <a:pt x="14782" y="4291876"/>
                  </a:lnTo>
                  <a:lnTo>
                    <a:pt x="19050" y="4287608"/>
                  </a:lnTo>
                  <a:lnTo>
                    <a:pt x="19050" y="4277067"/>
                  </a:lnTo>
                  <a:lnTo>
                    <a:pt x="14782" y="4272813"/>
                  </a:lnTo>
                  <a:close/>
                </a:path>
                <a:path w="10424160" h="5213350">
                  <a:moveTo>
                    <a:pt x="14782" y="4234688"/>
                  </a:moveTo>
                  <a:lnTo>
                    <a:pt x="4267" y="4234688"/>
                  </a:lnTo>
                  <a:lnTo>
                    <a:pt x="0" y="4238955"/>
                  </a:lnTo>
                  <a:lnTo>
                    <a:pt x="0" y="4249496"/>
                  </a:lnTo>
                  <a:lnTo>
                    <a:pt x="4267" y="4253763"/>
                  </a:lnTo>
                  <a:lnTo>
                    <a:pt x="14782" y="4253763"/>
                  </a:lnTo>
                  <a:lnTo>
                    <a:pt x="19050" y="4249496"/>
                  </a:lnTo>
                  <a:lnTo>
                    <a:pt x="19050" y="4238955"/>
                  </a:lnTo>
                  <a:lnTo>
                    <a:pt x="14782" y="4234688"/>
                  </a:lnTo>
                  <a:close/>
                </a:path>
                <a:path w="10424160" h="5213350">
                  <a:moveTo>
                    <a:pt x="14782" y="4196575"/>
                  </a:moveTo>
                  <a:lnTo>
                    <a:pt x="4267" y="4196575"/>
                  </a:lnTo>
                  <a:lnTo>
                    <a:pt x="0" y="4200829"/>
                  </a:lnTo>
                  <a:lnTo>
                    <a:pt x="0" y="4211370"/>
                  </a:lnTo>
                  <a:lnTo>
                    <a:pt x="4267" y="4215638"/>
                  </a:lnTo>
                  <a:lnTo>
                    <a:pt x="14782" y="4215638"/>
                  </a:lnTo>
                  <a:lnTo>
                    <a:pt x="19050" y="4211370"/>
                  </a:lnTo>
                  <a:lnTo>
                    <a:pt x="19050" y="4200829"/>
                  </a:lnTo>
                  <a:lnTo>
                    <a:pt x="14782" y="4196575"/>
                  </a:lnTo>
                  <a:close/>
                </a:path>
                <a:path w="10424160" h="5213350">
                  <a:moveTo>
                    <a:pt x="14782" y="4158488"/>
                  </a:moveTo>
                  <a:lnTo>
                    <a:pt x="4267" y="4158488"/>
                  </a:lnTo>
                  <a:lnTo>
                    <a:pt x="0" y="4162679"/>
                  </a:lnTo>
                  <a:lnTo>
                    <a:pt x="0" y="4173220"/>
                  </a:lnTo>
                  <a:lnTo>
                    <a:pt x="4267" y="4177538"/>
                  </a:lnTo>
                  <a:lnTo>
                    <a:pt x="14782" y="4177538"/>
                  </a:lnTo>
                  <a:lnTo>
                    <a:pt x="19050" y="4173220"/>
                  </a:lnTo>
                  <a:lnTo>
                    <a:pt x="19050" y="4162679"/>
                  </a:lnTo>
                  <a:lnTo>
                    <a:pt x="14782" y="4158488"/>
                  </a:lnTo>
                  <a:close/>
                </a:path>
                <a:path w="10424160" h="5213350">
                  <a:moveTo>
                    <a:pt x="14782" y="4120388"/>
                  </a:moveTo>
                  <a:lnTo>
                    <a:pt x="4267" y="4120388"/>
                  </a:lnTo>
                  <a:lnTo>
                    <a:pt x="0" y="4124579"/>
                  </a:lnTo>
                  <a:lnTo>
                    <a:pt x="0" y="4135120"/>
                  </a:lnTo>
                  <a:lnTo>
                    <a:pt x="4267" y="4139438"/>
                  </a:lnTo>
                  <a:lnTo>
                    <a:pt x="14782" y="4139438"/>
                  </a:lnTo>
                  <a:lnTo>
                    <a:pt x="19050" y="4135120"/>
                  </a:lnTo>
                  <a:lnTo>
                    <a:pt x="19050" y="4124579"/>
                  </a:lnTo>
                  <a:lnTo>
                    <a:pt x="14782" y="4120388"/>
                  </a:lnTo>
                  <a:close/>
                </a:path>
                <a:path w="10424160" h="5213350">
                  <a:moveTo>
                    <a:pt x="14782" y="4082161"/>
                  </a:moveTo>
                  <a:lnTo>
                    <a:pt x="4267" y="4082161"/>
                  </a:lnTo>
                  <a:lnTo>
                    <a:pt x="0" y="4086479"/>
                  </a:lnTo>
                  <a:lnTo>
                    <a:pt x="0" y="4097020"/>
                  </a:lnTo>
                  <a:lnTo>
                    <a:pt x="4267" y="4101338"/>
                  </a:lnTo>
                  <a:lnTo>
                    <a:pt x="14782" y="4101338"/>
                  </a:lnTo>
                  <a:lnTo>
                    <a:pt x="19050" y="4097020"/>
                  </a:lnTo>
                  <a:lnTo>
                    <a:pt x="19050" y="4086479"/>
                  </a:lnTo>
                  <a:lnTo>
                    <a:pt x="14782" y="4082161"/>
                  </a:lnTo>
                  <a:close/>
                </a:path>
                <a:path w="10424160" h="5213350">
                  <a:moveTo>
                    <a:pt x="14782" y="4044061"/>
                  </a:moveTo>
                  <a:lnTo>
                    <a:pt x="4267" y="4044061"/>
                  </a:lnTo>
                  <a:lnTo>
                    <a:pt x="0" y="4048379"/>
                  </a:lnTo>
                  <a:lnTo>
                    <a:pt x="0" y="4058920"/>
                  </a:lnTo>
                  <a:lnTo>
                    <a:pt x="4267" y="4063111"/>
                  </a:lnTo>
                  <a:lnTo>
                    <a:pt x="14782" y="4063111"/>
                  </a:lnTo>
                  <a:lnTo>
                    <a:pt x="19050" y="4058920"/>
                  </a:lnTo>
                  <a:lnTo>
                    <a:pt x="19050" y="4048379"/>
                  </a:lnTo>
                  <a:lnTo>
                    <a:pt x="14782" y="4044061"/>
                  </a:lnTo>
                  <a:close/>
                </a:path>
                <a:path w="10424160" h="5213350">
                  <a:moveTo>
                    <a:pt x="14782" y="4005961"/>
                  </a:moveTo>
                  <a:lnTo>
                    <a:pt x="4267" y="4005961"/>
                  </a:lnTo>
                  <a:lnTo>
                    <a:pt x="0" y="4010279"/>
                  </a:lnTo>
                  <a:lnTo>
                    <a:pt x="0" y="4020820"/>
                  </a:lnTo>
                  <a:lnTo>
                    <a:pt x="4267" y="4025011"/>
                  </a:lnTo>
                  <a:lnTo>
                    <a:pt x="14782" y="4025011"/>
                  </a:lnTo>
                  <a:lnTo>
                    <a:pt x="19050" y="4020820"/>
                  </a:lnTo>
                  <a:lnTo>
                    <a:pt x="19050" y="4010279"/>
                  </a:lnTo>
                  <a:lnTo>
                    <a:pt x="14782" y="4005961"/>
                  </a:lnTo>
                  <a:close/>
                </a:path>
                <a:path w="10424160" h="5213350">
                  <a:moveTo>
                    <a:pt x="14782" y="3967861"/>
                  </a:moveTo>
                  <a:lnTo>
                    <a:pt x="4267" y="3967861"/>
                  </a:lnTo>
                  <a:lnTo>
                    <a:pt x="0" y="3972179"/>
                  </a:lnTo>
                  <a:lnTo>
                    <a:pt x="0" y="3982720"/>
                  </a:lnTo>
                  <a:lnTo>
                    <a:pt x="4267" y="3986911"/>
                  </a:lnTo>
                  <a:lnTo>
                    <a:pt x="14782" y="3986911"/>
                  </a:lnTo>
                  <a:lnTo>
                    <a:pt x="19050" y="3982720"/>
                  </a:lnTo>
                  <a:lnTo>
                    <a:pt x="19050" y="3972179"/>
                  </a:lnTo>
                  <a:lnTo>
                    <a:pt x="14782" y="3967861"/>
                  </a:lnTo>
                  <a:close/>
                </a:path>
                <a:path w="10424160" h="5213350">
                  <a:moveTo>
                    <a:pt x="14782" y="3929761"/>
                  </a:moveTo>
                  <a:lnTo>
                    <a:pt x="4267" y="3929761"/>
                  </a:lnTo>
                  <a:lnTo>
                    <a:pt x="0" y="3933952"/>
                  </a:lnTo>
                  <a:lnTo>
                    <a:pt x="0" y="3944493"/>
                  </a:lnTo>
                  <a:lnTo>
                    <a:pt x="4267" y="3948811"/>
                  </a:lnTo>
                  <a:lnTo>
                    <a:pt x="14782" y="3948811"/>
                  </a:lnTo>
                  <a:lnTo>
                    <a:pt x="19050" y="3944493"/>
                  </a:lnTo>
                  <a:lnTo>
                    <a:pt x="19050" y="3933952"/>
                  </a:lnTo>
                  <a:lnTo>
                    <a:pt x="14782" y="3929761"/>
                  </a:lnTo>
                  <a:close/>
                </a:path>
                <a:path w="10424160" h="5213350">
                  <a:moveTo>
                    <a:pt x="14782" y="3891661"/>
                  </a:moveTo>
                  <a:lnTo>
                    <a:pt x="4267" y="3891661"/>
                  </a:lnTo>
                  <a:lnTo>
                    <a:pt x="0" y="3895852"/>
                  </a:lnTo>
                  <a:lnTo>
                    <a:pt x="0" y="3906393"/>
                  </a:lnTo>
                  <a:lnTo>
                    <a:pt x="4267" y="3910711"/>
                  </a:lnTo>
                  <a:lnTo>
                    <a:pt x="14782" y="3910711"/>
                  </a:lnTo>
                  <a:lnTo>
                    <a:pt x="19050" y="3906393"/>
                  </a:lnTo>
                  <a:lnTo>
                    <a:pt x="19050" y="3895852"/>
                  </a:lnTo>
                  <a:lnTo>
                    <a:pt x="14782" y="3891661"/>
                  </a:lnTo>
                  <a:close/>
                </a:path>
                <a:path w="10424160" h="5213350">
                  <a:moveTo>
                    <a:pt x="14782" y="3853434"/>
                  </a:moveTo>
                  <a:lnTo>
                    <a:pt x="4267" y="3853434"/>
                  </a:lnTo>
                  <a:lnTo>
                    <a:pt x="0" y="3857752"/>
                  </a:lnTo>
                  <a:lnTo>
                    <a:pt x="0" y="3868293"/>
                  </a:lnTo>
                  <a:lnTo>
                    <a:pt x="4267" y="3872611"/>
                  </a:lnTo>
                  <a:lnTo>
                    <a:pt x="14782" y="3872611"/>
                  </a:lnTo>
                  <a:lnTo>
                    <a:pt x="19050" y="3868293"/>
                  </a:lnTo>
                  <a:lnTo>
                    <a:pt x="19050" y="3863086"/>
                  </a:lnTo>
                  <a:lnTo>
                    <a:pt x="6350" y="3863086"/>
                  </a:lnTo>
                  <a:lnTo>
                    <a:pt x="19050" y="3862959"/>
                  </a:lnTo>
                  <a:lnTo>
                    <a:pt x="19050" y="3857752"/>
                  </a:lnTo>
                  <a:lnTo>
                    <a:pt x="14782" y="3853434"/>
                  </a:lnTo>
                  <a:close/>
                </a:path>
                <a:path w="10424160" h="5213350">
                  <a:moveTo>
                    <a:pt x="19050" y="3862959"/>
                  </a:moveTo>
                  <a:lnTo>
                    <a:pt x="12700" y="3862959"/>
                  </a:lnTo>
                  <a:lnTo>
                    <a:pt x="19050" y="3863086"/>
                  </a:lnTo>
                  <a:close/>
                </a:path>
                <a:path w="10424160" h="5213350">
                  <a:moveTo>
                    <a:pt x="14782" y="3815334"/>
                  </a:moveTo>
                  <a:lnTo>
                    <a:pt x="4267" y="3815334"/>
                  </a:lnTo>
                  <a:lnTo>
                    <a:pt x="0" y="3819652"/>
                  </a:lnTo>
                  <a:lnTo>
                    <a:pt x="0" y="3830193"/>
                  </a:lnTo>
                  <a:lnTo>
                    <a:pt x="4267" y="3834384"/>
                  </a:lnTo>
                  <a:lnTo>
                    <a:pt x="14782" y="3834384"/>
                  </a:lnTo>
                  <a:lnTo>
                    <a:pt x="19050" y="3830193"/>
                  </a:lnTo>
                  <a:lnTo>
                    <a:pt x="19050" y="3819652"/>
                  </a:lnTo>
                  <a:lnTo>
                    <a:pt x="14782" y="3815334"/>
                  </a:lnTo>
                  <a:close/>
                </a:path>
                <a:path w="10424160" h="5213350">
                  <a:moveTo>
                    <a:pt x="14782" y="3777234"/>
                  </a:moveTo>
                  <a:lnTo>
                    <a:pt x="4267" y="3777234"/>
                  </a:lnTo>
                  <a:lnTo>
                    <a:pt x="0" y="3781552"/>
                  </a:lnTo>
                  <a:lnTo>
                    <a:pt x="0" y="3792093"/>
                  </a:lnTo>
                  <a:lnTo>
                    <a:pt x="4267" y="3796284"/>
                  </a:lnTo>
                  <a:lnTo>
                    <a:pt x="14782" y="3796284"/>
                  </a:lnTo>
                  <a:lnTo>
                    <a:pt x="19050" y="3792093"/>
                  </a:lnTo>
                  <a:lnTo>
                    <a:pt x="19050" y="3781552"/>
                  </a:lnTo>
                  <a:lnTo>
                    <a:pt x="14782" y="3777234"/>
                  </a:lnTo>
                  <a:close/>
                </a:path>
                <a:path w="10424160" h="5213350">
                  <a:moveTo>
                    <a:pt x="14782" y="3739134"/>
                  </a:moveTo>
                  <a:lnTo>
                    <a:pt x="4267" y="3739134"/>
                  </a:lnTo>
                  <a:lnTo>
                    <a:pt x="0" y="3743452"/>
                  </a:lnTo>
                  <a:lnTo>
                    <a:pt x="0" y="3753993"/>
                  </a:lnTo>
                  <a:lnTo>
                    <a:pt x="4267" y="3758184"/>
                  </a:lnTo>
                  <a:lnTo>
                    <a:pt x="14782" y="3758184"/>
                  </a:lnTo>
                  <a:lnTo>
                    <a:pt x="19050" y="3753993"/>
                  </a:lnTo>
                  <a:lnTo>
                    <a:pt x="19050" y="3743452"/>
                  </a:lnTo>
                  <a:lnTo>
                    <a:pt x="14782" y="3739134"/>
                  </a:lnTo>
                  <a:close/>
                </a:path>
                <a:path w="10424160" h="5213350">
                  <a:moveTo>
                    <a:pt x="14782" y="3701034"/>
                  </a:moveTo>
                  <a:lnTo>
                    <a:pt x="4267" y="3701034"/>
                  </a:lnTo>
                  <a:lnTo>
                    <a:pt x="0" y="3705225"/>
                  </a:lnTo>
                  <a:lnTo>
                    <a:pt x="0" y="3715766"/>
                  </a:lnTo>
                  <a:lnTo>
                    <a:pt x="4267" y="3720084"/>
                  </a:lnTo>
                  <a:lnTo>
                    <a:pt x="14782" y="3720084"/>
                  </a:lnTo>
                  <a:lnTo>
                    <a:pt x="19050" y="3715766"/>
                  </a:lnTo>
                  <a:lnTo>
                    <a:pt x="19050" y="3705225"/>
                  </a:lnTo>
                  <a:lnTo>
                    <a:pt x="14782" y="3701034"/>
                  </a:lnTo>
                  <a:close/>
                </a:path>
                <a:path w="10424160" h="5213350">
                  <a:moveTo>
                    <a:pt x="14782" y="3662934"/>
                  </a:moveTo>
                  <a:lnTo>
                    <a:pt x="4267" y="3662934"/>
                  </a:lnTo>
                  <a:lnTo>
                    <a:pt x="0" y="3667125"/>
                  </a:lnTo>
                  <a:lnTo>
                    <a:pt x="0" y="3677666"/>
                  </a:lnTo>
                  <a:lnTo>
                    <a:pt x="4267" y="3681984"/>
                  </a:lnTo>
                  <a:lnTo>
                    <a:pt x="14782" y="3681984"/>
                  </a:lnTo>
                  <a:lnTo>
                    <a:pt x="19050" y="3677666"/>
                  </a:lnTo>
                  <a:lnTo>
                    <a:pt x="19050" y="3667125"/>
                  </a:lnTo>
                  <a:lnTo>
                    <a:pt x="14782" y="3662934"/>
                  </a:lnTo>
                  <a:close/>
                </a:path>
                <a:path w="10424160" h="5213350">
                  <a:moveTo>
                    <a:pt x="14782" y="3624834"/>
                  </a:moveTo>
                  <a:lnTo>
                    <a:pt x="4267" y="3624834"/>
                  </a:lnTo>
                  <a:lnTo>
                    <a:pt x="0" y="3629025"/>
                  </a:lnTo>
                  <a:lnTo>
                    <a:pt x="0" y="3639566"/>
                  </a:lnTo>
                  <a:lnTo>
                    <a:pt x="4267" y="3643884"/>
                  </a:lnTo>
                  <a:lnTo>
                    <a:pt x="14782" y="3643884"/>
                  </a:lnTo>
                  <a:lnTo>
                    <a:pt x="19050" y="3639566"/>
                  </a:lnTo>
                  <a:lnTo>
                    <a:pt x="19050" y="3629025"/>
                  </a:lnTo>
                  <a:lnTo>
                    <a:pt x="14782" y="3624834"/>
                  </a:lnTo>
                  <a:close/>
                </a:path>
                <a:path w="10424160" h="5213350">
                  <a:moveTo>
                    <a:pt x="14782" y="3586607"/>
                  </a:moveTo>
                  <a:lnTo>
                    <a:pt x="4267" y="3586607"/>
                  </a:lnTo>
                  <a:lnTo>
                    <a:pt x="0" y="3590925"/>
                  </a:lnTo>
                  <a:lnTo>
                    <a:pt x="0" y="3601466"/>
                  </a:lnTo>
                  <a:lnTo>
                    <a:pt x="4267" y="3605784"/>
                  </a:lnTo>
                  <a:lnTo>
                    <a:pt x="14782" y="3605784"/>
                  </a:lnTo>
                  <a:lnTo>
                    <a:pt x="19050" y="3601466"/>
                  </a:lnTo>
                  <a:lnTo>
                    <a:pt x="19050" y="3590925"/>
                  </a:lnTo>
                  <a:lnTo>
                    <a:pt x="14782" y="3586607"/>
                  </a:lnTo>
                  <a:close/>
                </a:path>
                <a:path w="10424160" h="5213350">
                  <a:moveTo>
                    <a:pt x="14782" y="3548507"/>
                  </a:moveTo>
                  <a:lnTo>
                    <a:pt x="4267" y="3548507"/>
                  </a:lnTo>
                  <a:lnTo>
                    <a:pt x="0" y="3552825"/>
                  </a:lnTo>
                  <a:lnTo>
                    <a:pt x="0" y="3563366"/>
                  </a:lnTo>
                  <a:lnTo>
                    <a:pt x="4267" y="3567557"/>
                  </a:lnTo>
                  <a:lnTo>
                    <a:pt x="14782" y="3567557"/>
                  </a:lnTo>
                  <a:lnTo>
                    <a:pt x="19050" y="3563366"/>
                  </a:lnTo>
                  <a:lnTo>
                    <a:pt x="19050" y="3552825"/>
                  </a:lnTo>
                  <a:lnTo>
                    <a:pt x="14782" y="3548507"/>
                  </a:lnTo>
                  <a:close/>
                </a:path>
                <a:path w="10424160" h="5213350">
                  <a:moveTo>
                    <a:pt x="14782" y="3510407"/>
                  </a:moveTo>
                  <a:lnTo>
                    <a:pt x="4267" y="3510407"/>
                  </a:lnTo>
                  <a:lnTo>
                    <a:pt x="0" y="3514725"/>
                  </a:lnTo>
                  <a:lnTo>
                    <a:pt x="0" y="3525266"/>
                  </a:lnTo>
                  <a:lnTo>
                    <a:pt x="4267" y="3529457"/>
                  </a:lnTo>
                  <a:lnTo>
                    <a:pt x="14782" y="3529457"/>
                  </a:lnTo>
                  <a:lnTo>
                    <a:pt x="19050" y="3525266"/>
                  </a:lnTo>
                  <a:lnTo>
                    <a:pt x="19050" y="3514725"/>
                  </a:lnTo>
                  <a:lnTo>
                    <a:pt x="14782" y="3510407"/>
                  </a:lnTo>
                  <a:close/>
                </a:path>
                <a:path w="10424160" h="5213350">
                  <a:moveTo>
                    <a:pt x="14782" y="3472307"/>
                  </a:moveTo>
                  <a:lnTo>
                    <a:pt x="4267" y="3472307"/>
                  </a:lnTo>
                  <a:lnTo>
                    <a:pt x="0" y="3476625"/>
                  </a:lnTo>
                  <a:lnTo>
                    <a:pt x="0" y="3487166"/>
                  </a:lnTo>
                  <a:lnTo>
                    <a:pt x="4267" y="3491357"/>
                  </a:lnTo>
                  <a:lnTo>
                    <a:pt x="14782" y="3491357"/>
                  </a:lnTo>
                  <a:lnTo>
                    <a:pt x="19050" y="3487166"/>
                  </a:lnTo>
                  <a:lnTo>
                    <a:pt x="19050" y="3476625"/>
                  </a:lnTo>
                  <a:lnTo>
                    <a:pt x="14782" y="3472307"/>
                  </a:lnTo>
                  <a:close/>
                </a:path>
                <a:path w="10424160" h="5213350">
                  <a:moveTo>
                    <a:pt x="14782" y="3434207"/>
                  </a:moveTo>
                  <a:lnTo>
                    <a:pt x="4267" y="3434207"/>
                  </a:lnTo>
                  <a:lnTo>
                    <a:pt x="0" y="3438398"/>
                  </a:lnTo>
                  <a:lnTo>
                    <a:pt x="0" y="3448939"/>
                  </a:lnTo>
                  <a:lnTo>
                    <a:pt x="4267" y="3453257"/>
                  </a:lnTo>
                  <a:lnTo>
                    <a:pt x="14782" y="3453257"/>
                  </a:lnTo>
                  <a:lnTo>
                    <a:pt x="19050" y="3448939"/>
                  </a:lnTo>
                  <a:lnTo>
                    <a:pt x="19050" y="3438398"/>
                  </a:lnTo>
                  <a:lnTo>
                    <a:pt x="14782" y="3434207"/>
                  </a:lnTo>
                  <a:close/>
                </a:path>
                <a:path w="10424160" h="5213350">
                  <a:moveTo>
                    <a:pt x="14782" y="3396107"/>
                  </a:moveTo>
                  <a:lnTo>
                    <a:pt x="4267" y="3396107"/>
                  </a:lnTo>
                  <a:lnTo>
                    <a:pt x="0" y="3400298"/>
                  </a:lnTo>
                  <a:lnTo>
                    <a:pt x="0" y="3410839"/>
                  </a:lnTo>
                  <a:lnTo>
                    <a:pt x="4267" y="3415157"/>
                  </a:lnTo>
                  <a:lnTo>
                    <a:pt x="14782" y="3415157"/>
                  </a:lnTo>
                  <a:lnTo>
                    <a:pt x="19050" y="3410839"/>
                  </a:lnTo>
                  <a:lnTo>
                    <a:pt x="19050" y="3400298"/>
                  </a:lnTo>
                  <a:lnTo>
                    <a:pt x="14782" y="3396107"/>
                  </a:lnTo>
                  <a:close/>
                </a:path>
                <a:path w="10424160" h="5213350">
                  <a:moveTo>
                    <a:pt x="14782" y="3358007"/>
                  </a:moveTo>
                  <a:lnTo>
                    <a:pt x="4267" y="3358007"/>
                  </a:lnTo>
                  <a:lnTo>
                    <a:pt x="0" y="3362198"/>
                  </a:lnTo>
                  <a:lnTo>
                    <a:pt x="0" y="3372739"/>
                  </a:lnTo>
                  <a:lnTo>
                    <a:pt x="4267" y="3377057"/>
                  </a:lnTo>
                  <a:lnTo>
                    <a:pt x="14782" y="3377057"/>
                  </a:lnTo>
                  <a:lnTo>
                    <a:pt x="19050" y="3372739"/>
                  </a:lnTo>
                  <a:lnTo>
                    <a:pt x="19050" y="3362198"/>
                  </a:lnTo>
                  <a:lnTo>
                    <a:pt x="14782" y="3358007"/>
                  </a:lnTo>
                  <a:close/>
                </a:path>
                <a:path w="10424160" h="5213350">
                  <a:moveTo>
                    <a:pt x="14782" y="3319779"/>
                  </a:moveTo>
                  <a:lnTo>
                    <a:pt x="4267" y="3319779"/>
                  </a:lnTo>
                  <a:lnTo>
                    <a:pt x="0" y="3324098"/>
                  </a:lnTo>
                  <a:lnTo>
                    <a:pt x="0" y="3334639"/>
                  </a:lnTo>
                  <a:lnTo>
                    <a:pt x="4267" y="3338957"/>
                  </a:lnTo>
                  <a:lnTo>
                    <a:pt x="14782" y="3338957"/>
                  </a:lnTo>
                  <a:lnTo>
                    <a:pt x="19050" y="3334639"/>
                  </a:lnTo>
                  <a:lnTo>
                    <a:pt x="19050" y="3329432"/>
                  </a:lnTo>
                  <a:lnTo>
                    <a:pt x="6350" y="3329432"/>
                  </a:lnTo>
                  <a:lnTo>
                    <a:pt x="6350" y="3329304"/>
                  </a:lnTo>
                  <a:lnTo>
                    <a:pt x="19050" y="3329304"/>
                  </a:lnTo>
                  <a:lnTo>
                    <a:pt x="19050" y="3324098"/>
                  </a:lnTo>
                  <a:lnTo>
                    <a:pt x="14782" y="3319779"/>
                  </a:lnTo>
                  <a:close/>
                </a:path>
                <a:path w="10424160" h="5213350">
                  <a:moveTo>
                    <a:pt x="19050" y="3329304"/>
                  </a:moveTo>
                  <a:lnTo>
                    <a:pt x="12700" y="3329304"/>
                  </a:lnTo>
                  <a:lnTo>
                    <a:pt x="12700" y="3329432"/>
                  </a:lnTo>
                  <a:lnTo>
                    <a:pt x="19050" y="3329432"/>
                  </a:lnTo>
                  <a:lnTo>
                    <a:pt x="19050" y="3329304"/>
                  </a:lnTo>
                  <a:close/>
                </a:path>
                <a:path w="10424160" h="5213350">
                  <a:moveTo>
                    <a:pt x="14782" y="3281679"/>
                  </a:moveTo>
                  <a:lnTo>
                    <a:pt x="4267" y="3281679"/>
                  </a:lnTo>
                  <a:lnTo>
                    <a:pt x="0" y="3285998"/>
                  </a:lnTo>
                  <a:lnTo>
                    <a:pt x="0" y="3296539"/>
                  </a:lnTo>
                  <a:lnTo>
                    <a:pt x="4267" y="3300729"/>
                  </a:lnTo>
                  <a:lnTo>
                    <a:pt x="14782" y="3300729"/>
                  </a:lnTo>
                  <a:lnTo>
                    <a:pt x="19050" y="3296539"/>
                  </a:lnTo>
                  <a:lnTo>
                    <a:pt x="19050" y="3285998"/>
                  </a:lnTo>
                  <a:lnTo>
                    <a:pt x="14782" y="3281679"/>
                  </a:lnTo>
                  <a:close/>
                </a:path>
                <a:path w="10424160" h="5213350">
                  <a:moveTo>
                    <a:pt x="14782" y="3243580"/>
                  </a:moveTo>
                  <a:lnTo>
                    <a:pt x="4267" y="3243580"/>
                  </a:lnTo>
                  <a:lnTo>
                    <a:pt x="0" y="3247898"/>
                  </a:lnTo>
                  <a:lnTo>
                    <a:pt x="0" y="3258439"/>
                  </a:lnTo>
                  <a:lnTo>
                    <a:pt x="4267" y="3262629"/>
                  </a:lnTo>
                  <a:lnTo>
                    <a:pt x="14782" y="3262629"/>
                  </a:lnTo>
                  <a:lnTo>
                    <a:pt x="19050" y="3258439"/>
                  </a:lnTo>
                  <a:lnTo>
                    <a:pt x="19050" y="3247898"/>
                  </a:lnTo>
                  <a:lnTo>
                    <a:pt x="14782" y="3243580"/>
                  </a:lnTo>
                  <a:close/>
                </a:path>
                <a:path w="10424160" h="5213350">
                  <a:moveTo>
                    <a:pt x="14782" y="3205480"/>
                  </a:moveTo>
                  <a:lnTo>
                    <a:pt x="4267" y="3205480"/>
                  </a:lnTo>
                  <a:lnTo>
                    <a:pt x="0" y="3209671"/>
                  </a:lnTo>
                  <a:lnTo>
                    <a:pt x="0" y="3220212"/>
                  </a:lnTo>
                  <a:lnTo>
                    <a:pt x="4267" y="3224530"/>
                  </a:lnTo>
                  <a:lnTo>
                    <a:pt x="14782" y="3224530"/>
                  </a:lnTo>
                  <a:lnTo>
                    <a:pt x="19050" y="3220212"/>
                  </a:lnTo>
                  <a:lnTo>
                    <a:pt x="19050" y="3209671"/>
                  </a:lnTo>
                  <a:lnTo>
                    <a:pt x="14782" y="3205480"/>
                  </a:lnTo>
                  <a:close/>
                </a:path>
                <a:path w="10424160" h="5213350">
                  <a:moveTo>
                    <a:pt x="14782" y="3167380"/>
                  </a:moveTo>
                  <a:lnTo>
                    <a:pt x="4267" y="3167380"/>
                  </a:lnTo>
                  <a:lnTo>
                    <a:pt x="0" y="3171571"/>
                  </a:lnTo>
                  <a:lnTo>
                    <a:pt x="0" y="3182112"/>
                  </a:lnTo>
                  <a:lnTo>
                    <a:pt x="4267" y="3186430"/>
                  </a:lnTo>
                  <a:lnTo>
                    <a:pt x="14782" y="3186430"/>
                  </a:lnTo>
                  <a:lnTo>
                    <a:pt x="19050" y="3182112"/>
                  </a:lnTo>
                  <a:lnTo>
                    <a:pt x="19050" y="3171571"/>
                  </a:lnTo>
                  <a:lnTo>
                    <a:pt x="14782" y="3167380"/>
                  </a:lnTo>
                  <a:close/>
                </a:path>
                <a:path w="10424160" h="5213350">
                  <a:moveTo>
                    <a:pt x="14782" y="3129280"/>
                  </a:moveTo>
                  <a:lnTo>
                    <a:pt x="4267" y="3129280"/>
                  </a:lnTo>
                  <a:lnTo>
                    <a:pt x="0" y="3133471"/>
                  </a:lnTo>
                  <a:lnTo>
                    <a:pt x="0" y="3144012"/>
                  </a:lnTo>
                  <a:lnTo>
                    <a:pt x="4267" y="3148330"/>
                  </a:lnTo>
                  <a:lnTo>
                    <a:pt x="14782" y="3148330"/>
                  </a:lnTo>
                  <a:lnTo>
                    <a:pt x="19050" y="3144012"/>
                  </a:lnTo>
                  <a:lnTo>
                    <a:pt x="19050" y="3133471"/>
                  </a:lnTo>
                  <a:lnTo>
                    <a:pt x="14782" y="3129280"/>
                  </a:lnTo>
                  <a:close/>
                </a:path>
                <a:path w="10424160" h="5213350">
                  <a:moveTo>
                    <a:pt x="14782" y="3091053"/>
                  </a:moveTo>
                  <a:lnTo>
                    <a:pt x="4267" y="3091053"/>
                  </a:lnTo>
                  <a:lnTo>
                    <a:pt x="0" y="3095371"/>
                  </a:lnTo>
                  <a:lnTo>
                    <a:pt x="0" y="3105912"/>
                  </a:lnTo>
                  <a:lnTo>
                    <a:pt x="4267" y="3110230"/>
                  </a:lnTo>
                  <a:lnTo>
                    <a:pt x="14782" y="3110230"/>
                  </a:lnTo>
                  <a:lnTo>
                    <a:pt x="19050" y="3105912"/>
                  </a:lnTo>
                  <a:lnTo>
                    <a:pt x="19050" y="3095371"/>
                  </a:lnTo>
                  <a:lnTo>
                    <a:pt x="14782" y="3091053"/>
                  </a:lnTo>
                  <a:close/>
                </a:path>
                <a:path w="10424160" h="5213350">
                  <a:moveTo>
                    <a:pt x="14782" y="3052953"/>
                  </a:moveTo>
                  <a:lnTo>
                    <a:pt x="4267" y="3052953"/>
                  </a:lnTo>
                  <a:lnTo>
                    <a:pt x="0" y="3057271"/>
                  </a:lnTo>
                  <a:lnTo>
                    <a:pt x="0" y="3067812"/>
                  </a:lnTo>
                  <a:lnTo>
                    <a:pt x="4267" y="3072003"/>
                  </a:lnTo>
                  <a:lnTo>
                    <a:pt x="14782" y="3072003"/>
                  </a:lnTo>
                  <a:lnTo>
                    <a:pt x="19050" y="3067812"/>
                  </a:lnTo>
                  <a:lnTo>
                    <a:pt x="19050" y="3057271"/>
                  </a:lnTo>
                  <a:lnTo>
                    <a:pt x="14782" y="3052953"/>
                  </a:lnTo>
                  <a:close/>
                </a:path>
                <a:path w="10424160" h="5213350">
                  <a:moveTo>
                    <a:pt x="14782" y="3014853"/>
                  </a:moveTo>
                  <a:lnTo>
                    <a:pt x="4267" y="3014853"/>
                  </a:lnTo>
                  <a:lnTo>
                    <a:pt x="0" y="3019171"/>
                  </a:lnTo>
                  <a:lnTo>
                    <a:pt x="0" y="3029712"/>
                  </a:lnTo>
                  <a:lnTo>
                    <a:pt x="4267" y="3033903"/>
                  </a:lnTo>
                  <a:lnTo>
                    <a:pt x="14782" y="3033903"/>
                  </a:lnTo>
                  <a:lnTo>
                    <a:pt x="19050" y="3029712"/>
                  </a:lnTo>
                  <a:lnTo>
                    <a:pt x="19050" y="3019171"/>
                  </a:lnTo>
                  <a:lnTo>
                    <a:pt x="14782" y="3014853"/>
                  </a:lnTo>
                  <a:close/>
                </a:path>
                <a:path w="10424160" h="5213350">
                  <a:moveTo>
                    <a:pt x="14782" y="2976753"/>
                  </a:moveTo>
                  <a:lnTo>
                    <a:pt x="4267" y="2976753"/>
                  </a:lnTo>
                  <a:lnTo>
                    <a:pt x="0" y="2981071"/>
                  </a:lnTo>
                  <a:lnTo>
                    <a:pt x="0" y="2991612"/>
                  </a:lnTo>
                  <a:lnTo>
                    <a:pt x="4267" y="2995803"/>
                  </a:lnTo>
                  <a:lnTo>
                    <a:pt x="14782" y="2995803"/>
                  </a:lnTo>
                  <a:lnTo>
                    <a:pt x="19050" y="2991612"/>
                  </a:lnTo>
                  <a:lnTo>
                    <a:pt x="19050" y="2981071"/>
                  </a:lnTo>
                  <a:lnTo>
                    <a:pt x="14782" y="2976753"/>
                  </a:lnTo>
                  <a:close/>
                </a:path>
                <a:path w="10424160" h="5213350">
                  <a:moveTo>
                    <a:pt x="14782" y="2938653"/>
                  </a:moveTo>
                  <a:lnTo>
                    <a:pt x="4267" y="2938653"/>
                  </a:lnTo>
                  <a:lnTo>
                    <a:pt x="0" y="2942844"/>
                  </a:lnTo>
                  <a:lnTo>
                    <a:pt x="0" y="2953385"/>
                  </a:lnTo>
                  <a:lnTo>
                    <a:pt x="4267" y="2957703"/>
                  </a:lnTo>
                  <a:lnTo>
                    <a:pt x="14782" y="2957703"/>
                  </a:lnTo>
                  <a:lnTo>
                    <a:pt x="19050" y="2953385"/>
                  </a:lnTo>
                  <a:lnTo>
                    <a:pt x="19050" y="2942844"/>
                  </a:lnTo>
                  <a:lnTo>
                    <a:pt x="14782" y="2938653"/>
                  </a:lnTo>
                  <a:close/>
                </a:path>
                <a:path w="10424160" h="5213350">
                  <a:moveTo>
                    <a:pt x="14782" y="2900553"/>
                  </a:moveTo>
                  <a:lnTo>
                    <a:pt x="4267" y="2900553"/>
                  </a:lnTo>
                  <a:lnTo>
                    <a:pt x="0" y="2904744"/>
                  </a:lnTo>
                  <a:lnTo>
                    <a:pt x="0" y="2915285"/>
                  </a:lnTo>
                  <a:lnTo>
                    <a:pt x="4267" y="2919603"/>
                  </a:lnTo>
                  <a:lnTo>
                    <a:pt x="14782" y="2919603"/>
                  </a:lnTo>
                  <a:lnTo>
                    <a:pt x="19050" y="2915285"/>
                  </a:lnTo>
                  <a:lnTo>
                    <a:pt x="19050" y="2904744"/>
                  </a:lnTo>
                  <a:lnTo>
                    <a:pt x="14782" y="2900553"/>
                  </a:lnTo>
                  <a:close/>
                </a:path>
                <a:path w="10424160" h="5213350">
                  <a:moveTo>
                    <a:pt x="14782" y="2862453"/>
                  </a:moveTo>
                  <a:lnTo>
                    <a:pt x="4267" y="2862453"/>
                  </a:lnTo>
                  <a:lnTo>
                    <a:pt x="0" y="2866644"/>
                  </a:lnTo>
                  <a:lnTo>
                    <a:pt x="0" y="2877185"/>
                  </a:lnTo>
                  <a:lnTo>
                    <a:pt x="4267" y="2881503"/>
                  </a:lnTo>
                  <a:lnTo>
                    <a:pt x="14782" y="2881503"/>
                  </a:lnTo>
                  <a:lnTo>
                    <a:pt x="19050" y="2877185"/>
                  </a:lnTo>
                  <a:lnTo>
                    <a:pt x="19050" y="2866644"/>
                  </a:lnTo>
                  <a:lnTo>
                    <a:pt x="14782" y="2862453"/>
                  </a:lnTo>
                  <a:close/>
                </a:path>
                <a:path w="10424160" h="5213350">
                  <a:moveTo>
                    <a:pt x="14782" y="2824226"/>
                  </a:moveTo>
                  <a:lnTo>
                    <a:pt x="4267" y="2824226"/>
                  </a:lnTo>
                  <a:lnTo>
                    <a:pt x="0" y="2828544"/>
                  </a:lnTo>
                  <a:lnTo>
                    <a:pt x="0" y="2839085"/>
                  </a:lnTo>
                  <a:lnTo>
                    <a:pt x="4267" y="2843403"/>
                  </a:lnTo>
                  <a:lnTo>
                    <a:pt x="14782" y="2843403"/>
                  </a:lnTo>
                  <a:lnTo>
                    <a:pt x="19050" y="2839085"/>
                  </a:lnTo>
                  <a:lnTo>
                    <a:pt x="19050" y="2828544"/>
                  </a:lnTo>
                  <a:lnTo>
                    <a:pt x="14782" y="2824226"/>
                  </a:lnTo>
                  <a:close/>
                </a:path>
                <a:path w="10424160" h="5213350">
                  <a:moveTo>
                    <a:pt x="14782" y="2786126"/>
                  </a:moveTo>
                  <a:lnTo>
                    <a:pt x="4267" y="2786126"/>
                  </a:lnTo>
                  <a:lnTo>
                    <a:pt x="0" y="2790444"/>
                  </a:lnTo>
                  <a:lnTo>
                    <a:pt x="0" y="2800985"/>
                  </a:lnTo>
                  <a:lnTo>
                    <a:pt x="4267" y="2805176"/>
                  </a:lnTo>
                  <a:lnTo>
                    <a:pt x="14782" y="2805176"/>
                  </a:lnTo>
                  <a:lnTo>
                    <a:pt x="19050" y="2800985"/>
                  </a:lnTo>
                  <a:lnTo>
                    <a:pt x="19050" y="2790444"/>
                  </a:lnTo>
                  <a:lnTo>
                    <a:pt x="14782" y="2786126"/>
                  </a:lnTo>
                  <a:close/>
                </a:path>
                <a:path w="10424160" h="5213350">
                  <a:moveTo>
                    <a:pt x="14782" y="2748026"/>
                  </a:moveTo>
                  <a:lnTo>
                    <a:pt x="4267" y="2748026"/>
                  </a:lnTo>
                  <a:lnTo>
                    <a:pt x="0" y="2752344"/>
                  </a:lnTo>
                  <a:lnTo>
                    <a:pt x="0" y="2762885"/>
                  </a:lnTo>
                  <a:lnTo>
                    <a:pt x="4267" y="2767076"/>
                  </a:lnTo>
                  <a:lnTo>
                    <a:pt x="14782" y="2767076"/>
                  </a:lnTo>
                  <a:lnTo>
                    <a:pt x="19050" y="2762885"/>
                  </a:lnTo>
                  <a:lnTo>
                    <a:pt x="19050" y="2752344"/>
                  </a:lnTo>
                  <a:lnTo>
                    <a:pt x="14782" y="2748026"/>
                  </a:lnTo>
                  <a:close/>
                </a:path>
                <a:path w="10424160" h="5213350">
                  <a:moveTo>
                    <a:pt x="14782" y="2709926"/>
                  </a:moveTo>
                  <a:lnTo>
                    <a:pt x="4267" y="2709926"/>
                  </a:lnTo>
                  <a:lnTo>
                    <a:pt x="0" y="2714244"/>
                  </a:lnTo>
                  <a:lnTo>
                    <a:pt x="0" y="2724785"/>
                  </a:lnTo>
                  <a:lnTo>
                    <a:pt x="4267" y="2728976"/>
                  </a:lnTo>
                  <a:lnTo>
                    <a:pt x="14782" y="2728976"/>
                  </a:lnTo>
                  <a:lnTo>
                    <a:pt x="19050" y="2724785"/>
                  </a:lnTo>
                  <a:lnTo>
                    <a:pt x="19050" y="2714244"/>
                  </a:lnTo>
                  <a:lnTo>
                    <a:pt x="14782" y="2709926"/>
                  </a:lnTo>
                  <a:close/>
                </a:path>
                <a:path w="10424160" h="5213350">
                  <a:moveTo>
                    <a:pt x="14782" y="2671826"/>
                  </a:moveTo>
                  <a:lnTo>
                    <a:pt x="4267" y="2671826"/>
                  </a:lnTo>
                  <a:lnTo>
                    <a:pt x="0" y="2676017"/>
                  </a:lnTo>
                  <a:lnTo>
                    <a:pt x="0" y="2686558"/>
                  </a:lnTo>
                  <a:lnTo>
                    <a:pt x="4267" y="2690876"/>
                  </a:lnTo>
                  <a:lnTo>
                    <a:pt x="14782" y="2690876"/>
                  </a:lnTo>
                  <a:lnTo>
                    <a:pt x="19050" y="2686558"/>
                  </a:lnTo>
                  <a:lnTo>
                    <a:pt x="19050" y="2676017"/>
                  </a:lnTo>
                  <a:lnTo>
                    <a:pt x="14782" y="2671826"/>
                  </a:lnTo>
                  <a:close/>
                </a:path>
                <a:path w="10424160" h="5213350">
                  <a:moveTo>
                    <a:pt x="14782" y="2633726"/>
                  </a:moveTo>
                  <a:lnTo>
                    <a:pt x="4267" y="2633726"/>
                  </a:lnTo>
                  <a:lnTo>
                    <a:pt x="0" y="2637917"/>
                  </a:lnTo>
                  <a:lnTo>
                    <a:pt x="0" y="2648458"/>
                  </a:lnTo>
                  <a:lnTo>
                    <a:pt x="4267" y="2652776"/>
                  </a:lnTo>
                  <a:lnTo>
                    <a:pt x="14782" y="2652776"/>
                  </a:lnTo>
                  <a:lnTo>
                    <a:pt x="19050" y="2648458"/>
                  </a:lnTo>
                  <a:lnTo>
                    <a:pt x="19050" y="2637917"/>
                  </a:lnTo>
                  <a:lnTo>
                    <a:pt x="14782" y="2633726"/>
                  </a:lnTo>
                  <a:close/>
                </a:path>
                <a:path w="10424160" h="5213350">
                  <a:moveTo>
                    <a:pt x="14782" y="2595499"/>
                  </a:moveTo>
                  <a:lnTo>
                    <a:pt x="4267" y="2595499"/>
                  </a:lnTo>
                  <a:lnTo>
                    <a:pt x="0" y="2599817"/>
                  </a:lnTo>
                  <a:lnTo>
                    <a:pt x="0" y="2610358"/>
                  </a:lnTo>
                  <a:lnTo>
                    <a:pt x="4267" y="2614676"/>
                  </a:lnTo>
                  <a:lnTo>
                    <a:pt x="14782" y="2614676"/>
                  </a:lnTo>
                  <a:lnTo>
                    <a:pt x="19050" y="2610358"/>
                  </a:lnTo>
                  <a:lnTo>
                    <a:pt x="19050" y="2605151"/>
                  </a:lnTo>
                  <a:lnTo>
                    <a:pt x="6350" y="2605151"/>
                  </a:lnTo>
                  <a:lnTo>
                    <a:pt x="6350" y="2605024"/>
                  </a:lnTo>
                  <a:lnTo>
                    <a:pt x="19050" y="2605024"/>
                  </a:lnTo>
                  <a:lnTo>
                    <a:pt x="19050" y="2599817"/>
                  </a:lnTo>
                  <a:lnTo>
                    <a:pt x="14782" y="2595499"/>
                  </a:lnTo>
                  <a:close/>
                </a:path>
                <a:path w="10424160" h="5213350">
                  <a:moveTo>
                    <a:pt x="19050" y="2605024"/>
                  </a:moveTo>
                  <a:lnTo>
                    <a:pt x="12700" y="2605024"/>
                  </a:lnTo>
                  <a:lnTo>
                    <a:pt x="12700" y="2605151"/>
                  </a:lnTo>
                  <a:lnTo>
                    <a:pt x="19050" y="2605151"/>
                  </a:lnTo>
                  <a:lnTo>
                    <a:pt x="19050" y="2605024"/>
                  </a:lnTo>
                  <a:close/>
                </a:path>
                <a:path w="10424160" h="5213350">
                  <a:moveTo>
                    <a:pt x="14782" y="2557399"/>
                  </a:moveTo>
                  <a:lnTo>
                    <a:pt x="4267" y="2557399"/>
                  </a:lnTo>
                  <a:lnTo>
                    <a:pt x="0" y="2561717"/>
                  </a:lnTo>
                  <a:lnTo>
                    <a:pt x="0" y="2572258"/>
                  </a:lnTo>
                  <a:lnTo>
                    <a:pt x="4267" y="2576449"/>
                  </a:lnTo>
                  <a:lnTo>
                    <a:pt x="14782" y="2576449"/>
                  </a:lnTo>
                  <a:lnTo>
                    <a:pt x="19050" y="2572258"/>
                  </a:lnTo>
                  <a:lnTo>
                    <a:pt x="19050" y="2561717"/>
                  </a:lnTo>
                  <a:lnTo>
                    <a:pt x="14782" y="2557399"/>
                  </a:lnTo>
                  <a:close/>
                </a:path>
                <a:path w="10424160" h="5213350">
                  <a:moveTo>
                    <a:pt x="14782" y="2519299"/>
                  </a:moveTo>
                  <a:lnTo>
                    <a:pt x="4267" y="2519299"/>
                  </a:lnTo>
                  <a:lnTo>
                    <a:pt x="0" y="2523617"/>
                  </a:lnTo>
                  <a:lnTo>
                    <a:pt x="0" y="2534158"/>
                  </a:lnTo>
                  <a:lnTo>
                    <a:pt x="4267" y="2538349"/>
                  </a:lnTo>
                  <a:lnTo>
                    <a:pt x="14782" y="2538349"/>
                  </a:lnTo>
                  <a:lnTo>
                    <a:pt x="19050" y="2534158"/>
                  </a:lnTo>
                  <a:lnTo>
                    <a:pt x="19050" y="2523617"/>
                  </a:lnTo>
                  <a:lnTo>
                    <a:pt x="14782" y="2519299"/>
                  </a:lnTo>
                  <a:close/>
                </a:path>
                <a:path w="10424160" h="5213350">
                  <a:moveTo>
                    <a:pt x="14782" y="2481199"/>
                  </a:moveTo>
                  <a:lnTo>
                    <a:pt x="4267" y="2481199"/>
                  </a:lnTo>
                  <a:lnTo>
                    <a:pt x="0" y="2485517"/>
                  </a:lnTo>
                  <a:lnTo>
                    <a:pt x="0" y="2496058"/>
                  </a:lnTo>
                  <a:lnTo>
                    <a:pt x="4267" y="2500249"/>
                  </a:lnTo>
                  <a:lnTo>
                    <a:pt x="14782" y="2500249"/>
                  </a:lnTo>
                  <a:lnTo>
                    <a:pt x="19050" y="2496058"/>
                  </a:lnTo>
                  <a:lnTo>
                    <a:pt x="19050" y="2485517"/>
                  </a:lnTo>
                  <a:lnTo>
                    <a:pt x="14782" y="2481199"/>
                  </a:lnTo>
                  <a:close/>
                </a:path>
                <a:path w="10424160" h="5213350">
                  <a:moveTo>
                    <a:pt x="14782" y="2443099"/>
                  </a:moveTo>
                  <a:lnTo>
                    <a:pt x="4267" y="2443099"/>
                  </a:lnTo>
                  <a:lnTo>
                    <a:pt x="0" y="2447290"/>
                  </a:lnTo>
                  <a:lnTo>
                    <a:pt x="0" y="2457831"/>
                  </a:lnTo>
                  <a:lnTo>
                    <a:pt x="4267" y="2462149"/>
                  </a:lnTo>
                  <a:lnTo>
                    <a:pt x="14782" y="2462149"/>
                  </a:lnTo>
                  <a:lnTo>
                    <a:pt x="19050" y="2457831"/>
                  </a:lnTo>
                  <a:lnTo>
                    <a:pt x="19050" y="2447290"/>
                  </a:lnTo>
                  <a:lnTo>
                    <a:pt x="14782" y="2443099"/>
                  </a:lnTo>
                  <a:close/>
                </a:path>
                <a:path w="10424160" h="5213350">
                  <a:moveTo>
                    <a:pt x="14782" y="2404999"/>
                  </a:moveTo>
                  <a:lnTo>
                    <a:pt x="4267" y="2404999"/>
                  </a:lnTo>
                  <a:lnTo>
                    <a:pt x="0" y="2409190"/>
                  </a:lnTo>
                  <a:lnTo>
                    <a:pt x="0" y="2419731"/>
                  </a:lnTo>
                  <a:lnTo>
                    <a:pt x="4267" y="2424049"/>
                  </a:lnTo>
                  <a:lnTo>
                    <a:pt x="14782" y="2424049"/>
                  </a:lnTo>
                  <a:lnTo>
                    <a:pt x="19050" y="2419731"/>
                  </a:lnTo>
                  <a:lnTo>
                    <a:pt x="19050" y="2409190"/>
                  </a:lnTo>
                  <a:lnTo>
                    <a:pt x="14782" y="2404999"/>
                  </a:lnTo>
                  <a:close/>
                </a:path>
                <a:path w="10424160" h="5213350">
                  <a:moveTo>
                    <a:pt x="14782" y="2366899"/>
                  </a:moveTo>
                  <a:lnTo>
                    <a:pt x="4267" y="2366899"/>
                  </a:lnTo>
                  <a:lnTo>
                    <a:pt x="0" y="2371090"/>
                  </a:lnTo>
                  <a:lnTo>
                    <a:pt x="0" y="2381631"/>
                  </a:lnTo>
                  <a:lnTo>
                    <a:pt x="4267" y="2385949"/>
                  </a:lnTo>
                  <a:lnTo>
                    <a:pt x="14782" y="2385949"/>
                  </a:lnTo>
                  <a:lnTo>
                    <a:pt x="19050" y="2381631"/>
                  </a:lnTo>
                  <a:lnTo>
                    <a:pt x="19050" y="2371090"/>
                  </a:lnTo>
                  <a:lnTo>
                    <a:pt x="14782" y="2366899"/>
                  </a:lnTo>
                  <a:close/>
                </a:path>
                <a:path w="10424160" h="5213350">
                  <a:moveTo>
                    <a:pt x="14782" y="2328672"/>
                  </a:moveTo>
                  <a:lnTo>
                    <a:pt x="4267" y="2328672"/>
                  </a:lnTo>
                  <a:lnTo>
                    <a:pt x="0" y="2332990"/>
                  </a:lnTo>
                  <a:lnTo>
                    <a:pt x="0" y="2343531"/>
                  </a:lnTo>
                  <a:lnTo>
                    <a:pt x="4267" y="2347849"/>
                  </a:lnTo>
                  <a:lnTo>
                    <a:pt x="14782" y="2347849"/>
                  </a:lnTo>
                  <a:lnTo>
                    <a:pt x="19050" y="2343531"/>
                  </a:lnTo>
                  <a:lnTo>
                    <a:pt x="19050" y="2332990"/>
                  </a:lnTo>
                  <a:lnTo>
                    <a:pt x="14782" y="2328672"/>
                  </a:lnTo>
                  <a:close/>
                </a:path>
                <a:path w="10424160" h="5213350">
                  <a:moveTo>
                    <a:pt x="14782" y="2290572"/>
                  </a:moveTo>
                  <a:lnTo>
                    <a:pt x="4267" y="2290572"/>
                  </a:lnTo>
                  <a:lnTo>
                    <a:pt x="0" y="2294890"/>
                  </a:lnTo>
                  <a:lnTo>
                    <a:pt x="0" y="2305431"/>
                  </a:lnTo>
                  <a:lnTo>
                    <a:pt x="4267" y="2309622"/>
                  </a:lnTo>
                  <a:lnTo>
                    <a:pt x="14782" y="2309622"/>
                  </a:lnTo>
                  <a:lnTo>
                    <a:pt x="19050" y="2305431"/>
                  </a:lnTo>
                  <a:lnTo>
                    <a:pt x="19050" y="2294890"/>
                  </a:lnTo>
                  <a:lnTo>
                    <a:pt x="14782" y="2290572"/>
                  </a:lnTo>
                  <a:close/>
                </a:path>
                <a:path w="10424160" h="5213350">
                  <a:moveTo>
                    <a:pt x="14782" y="2252472"/>
                  </a:moveTo>
                  <a:lnTo>
                    <a:pt x="4267" y="2252472"/>
                  </a:lnTo>
                  <a:lnTo>
                    <a:pt x="0" y="2256790"/>
                  </a:lnTo>
                  <a:lnTo>
                    <a:pt x="0" y="2267331"/>
                  </a:lnTo>
                  <a:lnTo>
                    <a:pt x="4267" y="2271522"/>
                  </a:lnTo>
                  <a:lnTo>
                    <a:pt x="14782" y="2271522"/>
                  </a:lnTo>
                  <a:lnTo>
                    <a:pt x="19050" y="2267331"/>
                  </a:lnTo>
                  <a:lnTo>
                    <a:pt x="19050" y="2256790"/>
                  </a:lnTo>
                  <a:lnTo>
                    <a:pt x="14782" y="2252472"/>
                  </a:lnTo>
                  <a:close/>
                </a:path>
                <a:path w="10424160" h="5213350">
                  <a:moveTo>
                    <a:pt x="14782" y="2214372"/>
                  </a:moveTo>
                  <a:lnTo>
                    <a:pt x="4267" y="2214372"/>
                  </a:lnTo>
                  <a:lnTo>
                    <a:pt x="0" y="2218690"/>
                  </a:lnTo>
                  <a:lnTo>
                    <a:pt x="0" y="2229231"/>
                  </a:lnTo>
                  <a:lnTo>
                    <a:pt x="4267" y="2233422"/>
                  </a:lnTo>
                  <a:lnTo>
                    <a:pt x="14782" y="2233422"/>
                  </a:lnTo>
                  <a:lnTo>
                    <a:pt x="19050" y="2229231"/>
                  </a:lnTo>
                  <a:lnTo>
                    <a:pt x="19050" y="2218690"/>
                  </a:lnTo>
                  <a:lnTo>
                    <a:pt x="14782" y="2214372"/>
                  </a:lnTo>
                  <a:close/>
                </a:path>
                <a:path w="10424160" h="5213350">
                  <a:moveTo>
                    <a:pt x="14782" y="2176272"/>
                  </a:moveTo>
                  <a:lnTo>
                    <a:pt x="4267" y="2176272"/>
                  </a:lnTo>
                  <a:lnTo>
                    <a:pt x="0" y="2180463"/>
                  </a:lnTo>
                  <a:lnTo>
                    <a:pt x="0" y="2191004"/>
                  </a:lnTo>
                  <a:lnTo>
                    <a:pt x="4267" y="2195322"/>
                  </a:lnTo>
                  <a:lnTo>
                    <a:pt x="14782" y="2195322"/>
                  </a:lnTo>
                  <a:lnTo>
                    <a:pt x="19050" y="2191004"/>
                  </a:lnTo>
                  <a:lnTo>
                    <a:pt x="19050" y="2180463"/>
                  </a:lnTo>
                  <a:lnTo>
                    <a:pt x="14782" y="2176272"/>
                  </a:lnTo>
                  <a:close/>
                </a:path>
                <a:path w="10424160" h="5213350">
                  <a:moveTo>
                    <a:pt x="14782" y="2138172"/>
                  </a:moveTo>
                  <a:lnTo>
                    <a:pt x="4267" y="2138172"/>
                  </a:lnTo>
                  <a:lnTo>
                    <a:pt x="0" y="2142363"/>
                  </a:lnTo>
                  <a:lnTo>
                    <a:pt x="0" y="2152904"/>
                  </a:lnTo>
                  <a:lnTo>
                    <a:pt x="4267" y="2157222"/>
                  </a:lnTo>
                  <a:lnTo>
                    <a:pt x="14782" y="2157222"/>
                  </a:lnTo>
                  <a:lnTo>
                    <a:pt x="19050" y="2152904"/>
                  </a:lnTo>
                  <a:lnTo>
                    <a:pt x="19050" y="2142363"/>
                  </a:lnTo>
                  <a:lnTo>
                    <a:pt x="14782" y="2138172"/>
                  </a:lnTo>
                  <a:close/>
                </a:path>
                <a:path w="10424160" h="5213350">
                  <a:moveTo>
                    <a:pt x="14782" y="2100072"/>
                  </a:moveTo>
                  <a:lnTo>
                    <a:pt x="4267" y="2100072"/>
                  </a:lnTo>
                  <a:lnTo>
                    <a:pt x="0" y="2104263"/>
                  </a:lnTo>
                  <a:lnTo>
                    <a:pt x="0" y="2114804"/>
                  </a:lnTo>
                  <a:lnTo>
                    <a:pt x="4267" y="2119122"/>
                  </a:lnTo>
                  <a:lnTo>
                    <a:pt x="14782" y="2119122"/>
                  </a:lnTo>
                  <a:lnTo>
                    <a:pt x="19050" y="2114804"/>
                  </a:lnTo>
                  <a:lnTo>
                    <a:pt x="19050" y="2104263"/>
                  </a:lnTo>
                  <a:lnTo>
                    <a:pt x="14782" y="2100072"/>
                  </a:lnTo>
                  <a:close/>
                </a:path>
                <a:path w="10424160" h="5213350">
                  <a:moveTo>
                    <a:pt x="14782" y="2061845"/>
                  </a:moveTo>
                  <a:lnTo>
                    <a:pt x="4267" y="2061845"/>
                  </a:lnTo>
                  <a:lnTo>
                    <a:pt x="0" y="2066163"/>
                  </a:lnTo>
                  <a:lnTo>
                    <a:pt x="0" y="2076704"/>
                  </a:lnTo>
                  <a:lnTo>
                    <a:pt x="4267" y="2081022"/>
                  </a:lnTo>
                  <a:lnTo>
                    <a:pt x="14782" y="2081022"/>
                  </a:lnTo>
                  <a:lnTo>
                    <a:pt x="19050" y="2076704"/>
                  </a:lnTo>
                  <a:lnTo>
                    <a:pt x="19050" y="2066163"/>
                  </a:lnTo>
                  <a:lnTo>
                    <a:pt x="14782" y="2061845"/>
                  </a:lnTo>
                  <a:close/>
                </a:path>
                <a:path w="10424160" h="5213350">
                  <a:moveTo>
                    <a:pt x="14782" y="2023745"/>
                  </a:moveTo>
                  <a:lnTo>
                    <a:pt x="4267" y="2023745"/>
                  </a:lnTo>
                  <a:lnTo>
                    <a:pt x="0" y="2028063"/>
                  </a:lnTo>
                  <a:lnTo>
                    <a:pt x="0" y="2038604"/>
                  </a:lnTo>
                  <a:lnTo>
                    <a:pt x="4267" y="2042795"/>
                  </a:lnTo>
                  <a:lnTo>
                    <a:pt x="14782" y="2042795"/>
                  </a:lnTo>
                  <a:lnTo>
                    <a:pt x="19050" y="2038604"/>
                  </a:lnTo>
                  <a:lnTo>
                    <a:pt x="19050" y="2028063"/>
                  </a:lnTo>
                  <a:lnTo>
                    <a:pt x="14782" y="2023745"/>
                  </a:lnTo>
                  <a:close/>
                </a:path>
                <a:path w="10424160" h="5213350">
                  <a:moveTo>
                    <a:pt x="14782" y="1985645"/>
                  </a:moveTo>
                  <a:lnTo>
                    <a:pt x="4267" y="1985645"/>
                  </a:lnTo>
                  <a:lnTo>
                    <a:pt x="0" y="1989963"/>
                  </a:lnTo>
                  <a:lnTo>
                    <a:pt x="0" y="2000504"/>
                  </a:lnTo>
                  <a:lnTo>
                    <a:pt x="4267" y="2004695"/>
                  </a:lnTo>
                  <a:lnTo>
                    <a:pt x="14782" y="2004695"/>
                  </a:lnTo>
                  <a:lnTo>
                    <a:pt x="19050" y="2000504"/>
                  </a:lnTo>
                  <a:lnTo>
                    <a:pt x="19050" y="1989963"/>
                  </a:lnTo>
                  <a:lnTo>
                    <a:pt x="14782" y="1985645"/>
                  </a:lnTo>
                  <a:close/>
                </a:path>
                <a:path w="10424160" h="5213350">
                  <a:moveTo>
                    <a:pt x="14782" y="1947545"/>
                  </a:moveTo>
                  <a:lnTo>
                    <a:pt x="4267" y="1947545"/>
                  </a:lnTo>
                  <a:lnTo>
                    <a:pt x="0" y="1951736"/>
                  </a:lnTo>
                  <a:lnTo>
                    <a:pt x="0" y="1962277"/>
                  </a:lnTo>
                  <a:lnTo>
                    <a:pt x="4267" y="1966595"/>
                  </a:lnTo>
                  <a:lnTo>
                    <a:pt x="14782" y="1966595"/>
                  </a:lnTo>
                  <a:lnTo>
                    <a:pt x="19050" y="1962277"/>
                  </a:lnTo>
                  <a:lnTo>
                    <a:pt x="19050" y="1951736"/>
                  </a:lnTo>
                  <a:lnTo>
                    <a:pt x="14782" y="1947545"/>
                  </a:lnTo>
                  <a:close/>
                </a:path>
                <a:path w="10424160" h="5213350">
                  <a:moveTo>
                    <a:pt x="14782" y="1909445"/>
                  </a:moveTo>
                  <a:lnTo>
                    <a:pt x="4267" y="1909445"/>
                  </a:lnTo>
                  <a:lnTo>
                    <a:pt x="0" y="1913636"/>
                  </a:lnTo>
                  <a:lnTo>
                    <a:pt x="0" y="1924177"/>
                  </a:lnTo>
                  <a:lnTo>
                    <a:pt x="4267" y="1928495"/>
                  </a:lnTo>
                  <a:lnTo>
                    <a:pt x="14782" y="1928495"/>
                  </a:lnTo>
                  <a:lnTo>
                    <a:pt x="19050" y="1924177"/>
                  </a:lnTo>
                  <a:lnTo>
                    <a:pt x="19050" y="1913636"/>
                  </a:lnTo>
                  <a:lnTo>
                    <a:pt x="14782" y="1909445"/>
                  </a:lnTo>
                  <a:close/>
                </a:path>
                <a:path w="10424160" h="5213350">
                  <a:moveTo>
                    <a:pt x="14782" y="1871345"/>
                  </a:moveTo>
                  <a:lnTo>
                    <a:pt x="4267" y="1871345"/>
                  </a:lnTo>
                  <a:lnTo>
                    <a:pt x="0" y="1875536"/>
                  </a:lnTo>
                  <a:lnTo>
                    <a:pt x="0" y="1886077"/>
                  </a:lnTo>
                  <a:lnTo>
                    <a:pt x="4267" y="1890395"/>
                  </a:lnTo>
                  <a:lnTo>
                    <a:pt x="14782" y="1890395"/>
                  </a:lnTo>
                  <a:lnTo>
                    <a:pt x="19050" y="1886077"/>
                  </a:lnTo>
                  <a:lnTo>
                    <a:pt x="19050" y="1875536"/>
                  </a:lnTo>
                  <a:lnTo>
                    <a:pt x="14782" y="1871345"/>
                  </a:lnTo>
                  <a:close/>
                </a:path>
                <a:path w="10424160" h="5213350">
                  <a:moveTo>
                    <a:pt x="14782" y="1833118"/>
                  </a:moveTo>
                  <a:lnTo>
                    <a:pt x="4267" y="1833118"/>
                  </a:lnTo>
                  <a:lnTo>
                    <a:pt x="0" y="1837436"/>
                  </a:lnTo>
                  <a:lnTo>
                    <a:pt x="0" y="1847977"/>
                  </a:lnTo>
                  <a:lnTo>
                    <a:pt x="4267" y="1852295"/>
                  </a:lnTo>
                  <a:lnTo>
                    <a:pt x="14782" y="1852295"/>
                  </a:lnTo>
                  <a:lnTo>
                    <a:pt x="19050" y="1847977"/>
                  </a:lnTo>
                  <a:lnTo>
                    <a:pt x="19050" y="1837436"/>
                  </a:lnTo>
                  <a:lnTo>
                    <a:pt x="14782" y="1833118"/>
                  </a:lnTo>
                  <a:close/>
                </a:path>
                <a:path w="10424160" h="5213350">
                  <a:moveTo>
                    <a:pt x="14782" y="1795018"/>
                  </a:moveTo>
                  <a:lnTo>
                    <a:pt x="4267" y="1795018"/>
                  </a:lnTo>
                  <a:lnTo>
                    <a:pt x="0" y="1799336"/>
                  </a:lnTo>
                  <a:lnTo>
                    <a:pt x="0" y="1809877"/>
                  </a:lnTo>
                  <a:lnTo>
                    <a:pt x="4267" y="1814068"/>
                  </a:lnTo>
                  <a:lnTo>
                    <a:pt x="14782" y="1814068"/>
                  </a:lnTo>
                  <a:lnTo>
                    <a:pt x="19050" y="1809877"/>
                  </a:lnTo>
                  <a:lnTo>
                    <a:pt x="19050" y="1799336"/>
                  </a:lnTo>
                  <a:lnTo>
                    <a:pt x="14782" y="1795018"/>
                  </a:lnTo>
                  <a:close/>
                </a:path>
                <a:path w="10424160" h="5213350">
                  <a:moveTo>
                    <a:pt x="14782" y="1756918"/>
                  </a:moveTo>
                  <a:lnTo>
                    <a:pt x="4267" y="1756918"/>
                  </a:lnTo>
                  <a:lnTo>
                    <a:pt x="0" y="1761236"/>
                  </a:lnTo>
                  <a:lnTo>
                    <a:pt x="0" y="1771777"/>
                  </a:lnTo>
                  <a:lnTo>
                    <a:pt x="4267" y="1775968"/>
                  </a:lnTo>
                  <a:lnTo>
                    <a:pt x="14782" y="1775968"/>
                  </a:lnTo>
                  <a:lnTo>
                    <a:pt x="19050" y="1771777"/>
                  </a:lnTo>
                  <a:lnTo>
                    <a:pt x="19050" y="1761236"/>
                  </a:lnTo>
                  <a:lnTo>
                    <a:pt x="14782" y="1756918"/>
                  </a:lnTo>
                  <a:close/>
                </a:path>
                <a:path w="10424160" h="5213350">
                  <a:moveTo>
                    <a:pt x="14782" y="1718818"/>
                  </a:moveTo>
                  <a:lnTo>
                    <a:pt x="4267" y="1718818"/>
                  </a:lnTo>
                  <a:lnTo>
                    <a:pt x="0" y="1723136"/>
                  </a:lnTo>
                  <a:lnTo>
                    <a:pt x="0" y="1733677"/>
                  </a:lnTo>
                  <a:lnTo>
                    <a:pt x="4267" y="1737868"/>
                  </a:lnTo>
                  <a:lnTo>
                    <a:pt x="14782" y="1737868"/>
                  </a:lnTo>
                  <a:lnTo>
                    <a:pt x="19050" y="1733677"/>
                  </a:lnTo>
                  <a:lnTo>
                    <a:pt x="19050" y="1723136"/>
                  </a:lnTo>
                  <a:lnTo>
                    <a:pt x="14782" y="1718818"/>
                  </a:lnTo>
                  <a:close/>
                </a:path>
                <a:path w="10424160" h="5213350">
                  <a:moveTo>
                    <a:pt x="14782" y="1680718"/>
                  </a:moveTo>
                  <a:lnTo>
                    <a:pt x="4267" y="1680718"/>
                  </a:lnTo>
                  <a:lnTo>
                    <a:pt x="0" y="1684909"/>
                  </a:lnTo>
                  <a:lnTo>
                    <a:pt x="0" y="1695450"/>
                  </a:lnTo>
                  <a:lnTo>
                    <a:pt x="4267" y="1699768"/>
                  </a:lnTo>
                  <a:lnTo>
                    <a:pt x="14782" y="1699768"/>
                  </a:lnTo>
                  <a:lnTo>
                    <a:pt x="19050" y="1695450"/>
                  </a:lnTo>
                  <a:lnTo>
                    <a:pt x="19050" y="1684909"/>
                  </a:lnTo>
                  <a:lnTo>
                    <a:pt x="14782" y="1680718"/>
                  </a:lnTo>
                  <a:close/>
                </a:path>
                <a:path w="10424160" h="5213350">
                  <a:moveTo>
                    <a:pt x="14782" y="1642618"/>
                  </a:moveTo>
                  <a:lnTo>
                    <a:pt x="4267" y="1642618"/>
                  </a:lnTo>
                  <a:lnTo>
                    <a:pt x="0" y="1646809"/>
                  </a:lnTo>
                  <a:lnTo>
                    <a:pt x="0" y="1657350"/>
                  </a:lnTo>
                  <a:lnTo>
                    <a:pt x="4267" y="1661668"/>
                  </a:lnTo>
                  <a:lnTo>
                    <a:pt x="14782" y="1661668"/>
                  </a:lnTo>
                  <a:lnTo>
                    <a:pt x="19050" y="1657350"/>
                  </a:lnTo>
                  <a:lnTo>
                    <a:pt x="19050" y="1646809"/>
                  </a:lnTo>
                  <a:lnTo>
                    <a:pt x="14782" y="1642618"/>
                  </a:lnTo>
                  <a:close/>
                </a:path>
                <a:path w="10424160" h="5213350">
                  <a:moveTo>
                    <a:pt x="14782" y="1604518"/>
                  </a:moveTo>
                  <a:lnTo>
                    <a:pt x="4267" y="1604518"/>
                  </a:lnTo>
                  <a:lnTo>
                    <a:pt x="0" y="1608709"/>
                  </a:lnTo>
                  <a:lnTo>
                    <a:pt x="0" y="1619250"/>
                  </a:lnTo>
                  <a:lnTo>
                    <a:pt x="4267" y="1623568"/>
                  </a:lnTo>
                  <a:lnTo>
                    <a:pt x="14782" y="1623568"/>
                  </a:lnTo>
                  <a:lnTo>
                    <a:pt x="19050" y="1619250"/>
                  </a:lnTo>
                  <a:lnTo>
                    <a:pt x="19050" y="1608709"/>
                  </a:lnTo>
                  <a:lnTo>
                    <a:pt x="14782" y="1604518"/>
                  </a:lnTo>
                  <a:close/>
                </a:path>
                <a:path w="10424160" h="5213350">
                  <a:moveTo>
                    <a:pt x="14782" y="1566291"/>
                  </a:moveTo>
                  <a:lnTo>
                    <a:pt x="4267" y="1566291"/>
                  </a:lnTo>
                  <a:lnTo>
                    <a:pt x="0" y="1570609"/>
                  </a:lnTo>
                  <a:lnTo>
                    <a:pt x="0" y="1581150"/>
                  </a:lnTo>
                  <a:lnTo>
                    <a:pt x="4267" y="1585468"/>
                  </a:lnTo>
                  <a:lnTo>
                    <a:pt x="14782" y="1585468"/>
                  </a:lnTo>
                  <a:lnTo>
                    <a:pt x="19050" y="1581150"/>
                  </a:lnTo>
                  <a:lnTo>
                    <a:pt x="19050" y="1570609"/>
                  </a:lnTo>
                  <a:lnTo>
                    <a:pt x="14782" y="1566291"/>
                  </a:lnTo>
                  <a:close/>
                </a:path>
                <a:path w="10424160" h="5213350">
                  <a:moveTo>
                    <a:pt x="14782" y="1528191"/>
                  </a:moveTo>
                  <a:lnTo>
                    <a:pt x="4267" y="1528191"/>
                  </a:lnTo>
                  <a:lnTo>
                    <a:pt x="0" y="1532509"/>
                  </a:lnTo>
                  <a:lnTo>
                    <a:pt x="0" y="1543050"/>
                  </a:lnTo>
                  <a:lnTo>
                    <a:pt x="4267" y="1547241"/>
                  </a:lnTo>
                  <a:lnTo>
                    <a:pt x="14782" y="1547241"/>
                  </a:lnTo>
                  <a:lnTo>
                    <a:pt x="19050" y="1543050"/>
                  </a:lnTo>
                  <a:lnTo>
                    <a:pt x="19050" y="1532509"/>
                  </a:lnTo>
                  <a:lnTo>
                    <a:pt x="14782" y="1528191"/>
                  </a:lnTo>
                  <a:close/>
                </a:path>
                <a:path w="10424160" h="5213350">
                  <a:moveTo>
                    <a:pt x="14782" y="1490091"/>
                  </a:moveTo>
                  <a:lnTo>
                    <a:pt x="4267" y="1490091"/>
                  </a:lnTo>
                  <a:lnTo>
                    <a:pt x="0" y="1494409"/>
                  </a:lnTo>
                  <a:lnTo>
                    <a:pt x="0" y="1504950"/>
                  </a:lnTo>
                  <a:lnTo>
                    <a:pt x="4267" y="1509141"/>
                  </a:lnTo>
                  <a:lnTo>
                    <a:pt x="14782" y="1509141"/>
                  </a:lnTo>
                  <a:lnTo>
                    <a:pt x="19050" y="1504950"/>
                  </a:lnTo>
                  <a:lnTo>
                    <a:pt x="19050" y="1494409"/>
                  </a:lnTo>
                  <a:lnTo>
                    <a:pt x="14782" y="1490091"/>
                  </a:lnTo>
                  <a:close/>
                </a:path>
                <a:path w="10424160" h="5213350">
                  <a:moveTo>
                    <a:pt x="14782" y="1451991"/>
                  </a:moveTo>
                  <a:lnTo>
                    <a:pt x="4267" y="1451991"/>
                  </a:lnTo>
                  <a:lnTo>
                    <a:pt x="0" y="1456309"/>
                  </a:lnTo>
                  <a:lnTo>
                    <a:pt x="0" y="1466850"/>
                  </a:lnTo>
                  <a:lnTo>
                    <a:pt x="4267" y="1471041"/>
                  </a:lnTo>
                  <a:lnTo>
                    <a:pt x="14782" y="1471041"/>
                  </a:lnTo>
                  <a:lnTo>
                    <a:pt x="19050" y="1466850"/>
                  </a:lnTo>
                  <a:lnTo>
                    <a:pt x="19050" y="1456309"/>
                  </a:lnTo>
                  <a:lnTo>
                    <a:pt x="14782" y="1451991"/>
                  </a:lnTo>
                  <a:close/>
                </a:path>
                <a:path w="10424160" h="5213350">
                  <a:moveTo>
                    <a:pt x="14782" y="1413891"/>
                  </a:moveTo>
                  <a:lnTo>
                    <a:pt x="4267" y="1413891"/>
                  </a:lnTo>
                  <a:lnTo>
                    <a:pt x="0" y="1418082"/>
                  </a:lnTo>
                  <a:lnTo>
                    <a:pt x="0" y="1428623"/>
                  </a:lnTo>
                  <a:lnTo>
                    <a:pt x="4267" y="1432941"/>
                  </a:lnTo>
                  <a:lnTo>
                    <a:pt x="14782" y="1432941"/>
                  </a:lnTo>
                  <a:lnTo>
                    <a:pt x="19050" y="1428623"/>
                  </a:lnTo>
                  <a:lnTo>
                    <a:pt x="19050" y="1418082"/>
                  </a:lnTo>
                  <a:lnTo>
                    <a:pt x="14782" y="1413891"/>
                  </a:lnTo>
                  <a:close/>
                </a:path>
                <a:path w="10424160" h="5213350">
                  <a:moveTo>
                    <a:pt x="14782" y="1375791"/>
                  </a:moveTo>
                  <a:lnTo>
                    <a:pt x="4267" y="1375791"/>
                  </a:lnTo>
                  <a:lnTo>
                    <a:pt x="0" y="1379982"/>
                  </a:lnTo>
                  <a:lnTo>
                    <a:pt x="0" y="1390523"/>
                  </a:lnTo>
                  <a:lnTo>
                    <a:pt x="4267" y="1394841"/>
                  </a:lnTo>
                  <a:lnTo>
                    <a:pt x="14782" y="1394841"/>
                  </a:lnTo>
                  <a:lnTo>
                    <a:pt x="19050" y="1390523"/>
                  </a:lnTo>
                  <a:lnTo>
                    <a:pt x="19050" y="1379982"/>
                  </a:lnTo>
                  <a:lnTo>
                    <a:pt x="14782" y="1375791"/>
                  </a:lnTo>
                  <a:close/>
                </a:path>
                <a:path w="10424160" h="5213350">
                  <a:moveTo>
                    <a:pt x="14782" y="1337691"/>
                  </a:moveTo>
                  <a:lnTo>
                    <a:pt x="4267" y="1337691"/>
                  </a:lnTo>
                  <a:lnTo>
                    <a:pt x="0" y="1341882"/>
                  </a:lnTo>
                  <a:lnTo>
                    <a:pt x="0" y="1352423"/>
                  </a:lnTo>
                  <a:lnTo>
                    <a:pt x="4267" y="1356741"/>
                  </a:lnTo>
                  <a:lnTo>
                    <a:pt x="14782" y="1356741"/>
                  </a:lnTo>
                  <a:lnTo>
                    <a:pt x="19050" y="1352423"/>
                  </a:lnTo>
                  <a:lnTo>
                    <a:pt x="19050" y="1341882"/>
                  </a:lnTo>
                  <a:lnTo>
                    <a:pt x="14782" y="1337691"/>
                  </a:lnTo>
                  <a:close/>
                </a:path>
                <a:path w="10424160" h="5213350">
                  <a:moveTo>
                    <a:pt x="14782" y="1299464"/>
                  </a:moveTo>
                  <a:lnTo>
                    <a:pt x="4267" y="1299464"/>
                  </a:lnTo>
                  <a:lnTo>
                    <a:pt x="0" y="1303782"/>
                  </a:lnTo>
                  <a:lnTo>
                    <a:pt x="0" y="1314323"/>
                  </a:lnTo>
                  <a:lnTo>
                    <a:pt x="4267" y="1318641"/>
                  </a:lnTo>
                  <a:lnTo>
                    <a:pt x="14782" y="1318641"/>
                  </a:lnTo>
                  <a:lnTo>
                    <a:pt x="19050" y="1314323"/>
                  </a:lnTo>
                  <a:lnTo>
                    <a:pt x="19050" y="1309116"/>
                  </a:lnTo>
                  <a:lnTo>
                    <a:pt x="6350" y="1309116"/>
                  </a:lnTo>
                  <a:lnTo>
                    <a:pt x="6350" y="1308989"/>
                  </a:lnTo>
                  <a:lnTo>
                    <a:pt x="19050" y="1308989"/>
                  </a:lnTo>
                  <a:lnTo>
                    <a:pt x="19050" y="1303782"/>
                  </a:lnTo>
                  <a:lnTo>
                    <a:pt x="14782" y="1299464"/>
                  </a:lnTo>
                  <a:close/>
                </a:path>
                <a:path w="10424160" h="5213350">
                  <a:moveTo>
                    <a:pt x="19050" y="1308989"/>
                  </a:moveTo>
                  <a:lnTo>
                    <a:pt x="12700" y="1308989"/>
                  </a:lnTo>
                  <a:lnTo>
                    <a:pt x="12700" y="1309116"/>
                  </a:lnTo>
                  <a:lnTo>
                    <a:pt x="19050" y="1309116"/>
                  </a:lnTo>
                  <a:lnTo>
                    <a:pt x="19050" y="1308989"/>
                  </a:lnTo>
                  <a:close/>
                </a:path>
                <a:path w="10424160" h="5213350">
                  <a:moveTo>
                    <a:pt x="14782" y="1261364"/>
                  </a:moveTo>
                  <a:lnTo>
                    <a:pt x="4267" y="1261364"/>
                  </a:lnTo>
                  <a:lnTo>
                    <a:pt x="0" y="1265682"/>
                  </a:lnTo>
                  <a:lnTo>
                    <a:pt x="0" y="1276223"/>
                  </a:lnTo>
                  <a:lnTo>
                    <a:pt x="4267" y="1280414"/>
                  </a:lnTo>
                  <a:lnTo>
                    <a:pt x="14782" y="1280414"/>
                  </a:lnTo>
                  <a:lnTo>
                    <a:pt x="19050" y="1276223"/>
                  </a:lnTo>
                  <a:lnTo>
                    <a:pt x="19050" y="1265682"/>
                  </a:lnTo>
                  <a:lnTo>
                    <a:pt x="14782" y="1261364"/>
                  </a:lnTo>
                  <a:close/>
                </a:path>
                <a:path w="10424160" h="5213350">
                  <a:moveTo>
                    <a:pt x="14782" y="1223264"/>
                  </a:moveTo>
                  <a:lnTo>
                    <a:pt x="4267" y="1223264"/>
                  </a:lnTo>
                  <a:lnTo>
                    <a:pt x="0" y="1227582"/>
                  </a:lnTo>
                  <a:lnTo>
                    <a:pt x="0" y="1238123"/>
                  </a:lnTo>
                  <a:lnTo>
                    <a:pt x="4267" y="1242314"/>
                  </a:lnTo>
                  <a:lnTo>
                    <a:pt x="14782" y="1242314"/>
                  </a:lnTo>
                  <a:lnTo>
                    <a:pt x="19050" y="1238123"/>
                  </a:lnTo>
                  <a:lnTo>
                    <a:pt x="19050" y="1227582"/>
                  </a:lnTo>
                  <a:lnTo>
                    <a:pt x="14782" y="1223264"/>
                  </a:lnTo>
                  <a:close/>
                </a:path>
                <a:path w="10424160" h="5213350">
                  <a:moveTo>
                    <a:pt x="14782" y="1185164"/>
                  </a:moveTo>
                  <a:lnTo>
                    <a:pt x="4267" y="1185164"/>
                  </a:lnTo>
                  <a:lnTo>
                    <a:pt x="0" y="1189355"/>
                  </a:lnTo>
                  <a:lnTo>
                    <a:pt x="0" y="1199896"/>
                  </a:lnTo>
                  <a:lnTo>
                    <a:pt x="4267" y="1204214"/>
                  </a:lnTo>
                  <a:lnTo>
                    <a:pt x="14782" y="1204214"/>
                  </a:lnTo>
                  <a:lnTo>
                    <a:pt x="19050" y="1199896"/>
                  </a:lnTo>
                  <a:lnTo>
                    <a:pt x="19050" y="1189355"/>
                  </a:lnTo>
                  <a:lnTo>
                    <a:pt x="14782" y="1185164"/>
                  </a:lnTo>
                  <a:close/>
                </a:path>
                <a:path w="10424160" h="5213350">
                  <a:moveTo>
                    <a:pt x="14782" y="1147064"/>
                  </a:moveTo>
                  <a:lnTo>
                    <a:pt x="4267" y="1147064"/>
                  </a:lnTo>
                  <a:lnTo>
                    <a:pt x="0" y="1151255"/>
                  </a:lnTo>
                  <a:lnTo>
                    <a:pt x="0" y="1161796"/>
                  </a:lnTo>
                  <a:lnTo>
                    <a:pt x="4267" y="1166114"/>
                  </a:lnTo>
                  <a:lnTo>
                    <a:pt x="14782" y="1166114"/>
                  </a:lnTo>
                  <a:lnTo>
                    <a:pt x="19050" y="1161796"/>
                  </a:lnTo>
                  <a:lnTo>
                    <a:pt x="19050" y="1151255"/>
                  </a:lnTo>
                  <a:lnTo>
                    <a:pt x="14782" y="1147064"/>
                  </a:lnTo>
                  <a:close/>
                </a:path>
                <a:path w="10424160" h="5213350">
                  <a:moveTo>
                    <a:pt x="14782" y="1108964"/>
                  </a:moveTo>
                  <a:lnTo>
                    <a:pt x="4267" y="1108964"/>
                  </a:lnTo>
                  <a:lnTo>
                    <a:pt x="0" y="1113155"/>
                  </a:lnTo>
                  <a:lnTo>
                    <a:pt x="0" y="1123696"/>
                  </a:lnTo>
                  <a:lnTo>
                    <a:pt x="4267" y="1128014"/>
                  </a:lnTo>
                  <a:lnTo>
                    <a:pt x="14782" y="1128014"/>
                  </a:lnTo>
                  <a:lnTo>
                    <a:pt x="19050" y="1123696"/>
                  </a:lnTo>
                  <a:lnTo>
                    <a:pt x="19050" y="1113155"/>
                  </a:lnTo>
                  <a:lnTo>
                    <a:pt x="14782" y="1108964"/>
                  </a:lnTo>
                  <a:close/>
                </a:path>
                <a:path w="10424160" h="5213350">
                  <a:moveTo>
                    <a:pt x="14782" y="1070737"/>
                  </a:moveTo>
                  <a:lnTo>
                    <a:pt x="4267" y="1070737"/>
                  </a:lnTo>
                  <a:lnTo>
                    <a:pt x="0" y="1075055"/>
                  </a:lnTo>
                  <a:lnTo>
                    <a:pt x="0" y="1085596"/>
                  </a:lnTo>
                  <a:lnTo>
                    <a:pt x="4267" y="1089914"/>
                  </a:lnTo>
                  <a:lnTo>
                    <a:pt x="14782" y="1089914"/>
                  </a:lnTo>
                  <a:lnTo>
                    <a:pt x="19050" y="1085596"/>
                  </a:lnTo>
                  <a:lnTo>
                    <a:pt x="19050" y="1075055"/>
                  </a:lnTo>
                  <a:lnTo>
                    <a:pt x="14782" y="1070737"/>
                  </a:lnTo>
                  <a:close/>
                </a:path>
                <a:path w="10424160" h="5213350">
                  <a:moveTo>
                    <a:pt x="14782" y="1032637"/>
                  </a:moveTo>
                  <a:lnTo>
                    <a:pt x="4267" y="1032637"/>
                  </a:lnTo>
                  <a:lnTo>
                    <a:pt x="0" y="1036955"/>
                  </a:lnTo>
                  <a:lnTo>
                    <a:pt x="0" y="1047496"/>
                  </a:lnTo>
                  <a:lnTo>
                    <a:pt x="4267" y="1051687"/>
                  </a:lnTo>
                  <a:lnTo>
                    <a:pt x="14782" y="1051687"/>
                  </a:lnTo>
                  <a:lnTo>
                    <a:pt x="19050" y="1047496"/>
                  </a:lnTo>
                  <a:lnTo>
                    <a:pt x="19050" y="1036955"/>
                  </a:lnTo>
                  <a:lnTo>
                    <a:pt x="14782" y="1032637"/>
                  </a:lnTo>
                  <a:close/>
                </a:path>
                <a:path w="10424160" h="5213350">
                  <a:moveTo>
                    <a:pt x="14782" y="994537"/>
                  </a:moveTo>
                  <a:lnTo>
                    <a:pt x="4267" y="994537"/>
                  </a:lnTo>
                  <a:lnTo>
                    <a:pt x="0" y="998855"/>
                  </a:lnTo>
                  <a:lnTo>
                    <a:pt x="0" y="1009396"/>
                  </a:lnTo>
                  <a:lnTo>
                    <a:pt x="4267" y="1013587"/>
                  </a:lnTo>
                  <a:lnTo>
                    <a:pt x="14782" y="1013587"/>
                  </a:lnTo>
                  <a:lnTo>
                    <a:pt x="19050" y="1009396"/>
                  </a:lnTo>
                  <a:lnTo>
                    <a:pt x="19050" y="998855"/>
                  </a:lnTo>
                  <a:lnTo>
                    <a:pt x="14782" y="994537"/>
                  </a:lnTo>
                  <a:close/>
                </a:path>
                <a:path w="10424160" h="5213350">
                  <a:moveTo>
                    <a:pt x="14782" y="956437"/>
                  </a:moveTo>
                  <a:lnTo>
                    <a:pt x="4267" y="956437"/>
                  </a:lnTo>
                  <a:lnTo>
                    <a:pt x="0" y="960755"/>
                  </a:lnTo>
                  <a:lnTo>
                    <a:pt x="0" y="971296"/>
                  </a:lnTo>
                  <a:lnTo>
                    <a:pt x="4267" y="975487"/>
                  </a:lnTo>
                  <a:lnTo>
                    <a:pt x="14782" y="975487"/>
                  </a:lnTo>
                  <a:lnTo>
                    <a:pt x="19050" y="971296"/>
                  </a:lnTo>
                  <a:lnTo>
                    <a:pt x="19050" y="960755"/>
                  </a:lnTo>
                  <a:lnTo>
                    <a:pt x="14782" y="956437"/>
                  </a:lnTo>
                  <a:close/>
                </a:path>
                <a:path w="10424160" h="5213350">
                  <a:moveTo>
                    <a:pt x="14782" y="918337"/>
                  </a:moveTo>
                  <a:lnTo>
                    <a:pt x="4267" y="918337"/>
                  </a:lnTo>
                  <a:lnTo>
                    <a:pt x="0" y="922528"/>
                  </a:lnTo>
                  <a:lnTo>
                    <a:pt x="0" y="933069"/>
                  </a:lnTo>
                  <a:lnTo>
                    <a:pt x="4267" y="937387"/>
                  </a:lnTo>
                  <a:lnTo>
                    <a:pt x="14782" y="937387"/>
                  </a:lnTo>
                  <a:lnTo>
                    <a:pt x="19050" y="933069"/>
                  </a:lnTo>
                  <a:lnTo>
                    <a:pt x="19050" y="922528"/>
                  </a:lnTo>
                  <a:lnTo>
                    <a:pt x="14782" y="918337"/>
                  </a:lnTo>
                  <a:close/>
                </a:path>
                <a:path w="10424160" h="5213350">
                  <a:moveTo>
                    <a:pt x="14782" y="880237"/>
                  </a:moveTo>
                  <a:lnTo>
                    <a:pt x="4267" y="880237"/>
                  </a:lnTo>
                  <a:lnTo>
                    <a:pt x="0" y="884428"/>
                  </a:lnTo>
                  <a:lnTo>
                    <a:pt x="0" y="894969"/>
                  </a:lnTo>
                  <a:lnTo>
                    <a:pt x="4267" y="899287"/>
                  </a:lnTo>
                  <a:lnTo>
                    <a:pt x="14782" y="899287"/>
                  </a:lnTo>
                  <a:lnTo>
                    <a:pt x="19050" y="894969"/>
                  </a:lnTo>
                  <a:lnTo>
                    <a:pt x="19050" y="884428"/>
                  </a:lnTo>
                  <a:lnTo>
                    <a:pt x="14782" y="880237"/>
                  </a:lnTo>
                  <a:close/>
                </a:path>
                <a:path w="10424160" h="5213350">
                  <a:moveTo>
                    <a:pt x="14782" y="842137"/>
                  </a:moveTo>
                  <a:lnTo>
                    <a:pt x="4267" y="842137"/>
                  </a:lnTo>
                  <a:lnTo>
                    <a:pt x="0" y="846328"/>
                  </a:lnTo>
                  <a:lnTo>
                    <a:pt x="0" y="856869"/>
                  </a:lnTo>
                  <a:lnTo>
                    <a:pt x="4267" y="861187"/>
                  </a:lnTo>
                  <a:lnTo>
                    <a:pt x="14782" y="861187"/>
                  </a:lnTo>
                  <a:lnTo>
                    <a:pt x="19050" y="856869"/>
                  </a:lnTo>
                  <a:lnTo>
                    <a:pt x="19050" y="846328"/>
                  </a:lnTo>
                  <a:lnTo>
                    <a:pt x="14782" y="842137"/>
                  </a:lnTo>
                  <a:close/>
                </a:path>
                <a:path w="10424160" h="5213350">
                  <a:moveTo>
                    <a:pt x="14782" y="803910"/>
                  </a:moveTo>
                  <a:lnTo>
                    <a:pt x="4267" y="803910"/>
                  </a:lnTo>
                  <a:lnTo>
                    <a:pt x="0" y="808228"/>
                  </a:lnTo>
                  <a:lnTo>
                    <a:pt x="0" y="818769"/>
                  </a:lnTo>
                  <a:lnTo>
                    <a:pt x="4267" y="823087"/>
                  </a:lnTo>
                  <a:lnTo>
                    <a:pt x="14782" y="823087"/>
                  </a:lnTo>
                  <a:lnTo>
                    <a:pt x="19050" y="818769"/>
                  </a:lnTo>
                  <a:lnTo>
                    <a:pt x="19050" y="808228"/>
                  </a:lnTo>
                  <a:lnTo>
                    <a:pt x="14782" y="803910"/>
                  </a:lnTo>
                  <a:close/>
                </a:path>
                <a:path w="10424160" h="5213350">
                  <a:moveTo>
                    <a:pt x="14782" y="765810"/>
                  </a:moveTo>
                  <a:lnTo>
                    <a:pt x="4267" y="765810"/>
                  </a:lnTo>
                  <a:lnTo>
                    <a:pt x="0" y="770128"/>
                  </a:lnTo>
                  <a:lnTo>
                    <a:pt x="0" y="780669"/>
                  </a:lnTo>
                  <a:lnTo>
                    <a:pt x="4267" y="784860"/>
                  </a:lnTo>
                  <a:lnTo>
                    <a:pt x="14782" y="784860"/>
                  </a:lnTo>
                  <a:lnTo>
                    <a:pt x="19050" y="780669"/>
                  </a:lnTo>
                  <a:lnTo>
                    <a:pt x="19050" y="770128"/>
                  </a:lnTo>
                  <a:lnTo>
                    <a:pt x="14782" y="765810"/>
                  </a:lnTo>
                  <a:close/>
                </a:path>
                <a:path w="10424160" h="5213350">
                  <a:moveTo>
                    <a:pt x="14782" y="727710"/>
                  </a:moveTo>
                  <a:lnTo>
                    <a:pt x="4267" y="727710"/>
                  </a:lnTo>
                  <a:lnTo>
                    <a:pt x="0" y="732028"/>
                  </a:lnTo>
                  <a:lnTo>
                    <a:pt x="0" y="742569"/>
                  </a:lnTo>
                  <a:lnTo>
                    <a:pt x="4267" y="746760"/>
                  </a:lnTo>
                  <a:lnTo>
                    <a:pt x="14782" y="746760"/>
                  </a:lnTo>
                  <a:lnTo>
                    <a:pt x="19050" y="742569"/>
                  </a:lnTo>
                  <a:lnTo>
                    <a:pt x="19050" y="732028"/>
                  </a:lnTo>
                  <a:lnTo>
                    <a:pt x="14782" y="727710"/>
                  </a:lnTo>
                  <a:close/>
                </a:path>
                <a:path w="10424160" h="5213350">
                  <a:moveTo>
                    <a:pt x="14782" y="689610"/>
                  </a:moveTo>
                  <a:lnTo>
                    <a:pt x="4267" y="689610"/>
                  </a:lnTo>
                  <a:lnTo>
                    <a:pt x="0" y="693928"/>
                  </a:lnTo>
                  <a:lnTo>
                    <a:pt x="0" y="704469"/>
                  </a:lnTo>
                  <a:lnTo>
                    <a:pt x="4267" y="708660"/>
                  </a:lnTo>
                  <a:lnTo>
                    <a:pt x="14782" y="708660"/>
                  </a:lnTo>
                  <a:lnTo>
                    <a:pt x="19050" y="704469"/>
                  </a:lnTo>
                  <a:lnTo>
                    <a:pt x="19050" y="693928"/>
                  </a:lnTo>
                  <a:lnTo>
                    <a:pt x="14782" y="689610"/>
                  </a:lnTo>
                  <a:close/>
                </a:path>
                <a:path w="10424160" h="5213350">
                  <a:moveTo>
                    <a:pt x="14782" y="651510"/>
                  </a:moveTo>
                  <a:lnTo>
                    <a:pt x="4267" y="651510"/>
                  </a:lnTo>
                  <a:lnTo>
                    <a:pt x="0" y="655701"/>
                  </a:lnTo>
                  <a:lnTo>
                    <a:pt x="0" y="666242"/>
                  </a:lnTo>
                  <a:lnTo>
                    <a:pt x="4267" y="670560"/>
                  </a:lnTo>
                  <a:lnTo>
                    <a:pt x="14782" y="670560"/>
                  </a:lnTo>
                  <a:lnTo>
                    <a:pt x="19050" y="666242"/>
                  </a:lnTo>
                  <a:lnTo>
                    <a:pt x="19050" y="655701"/>
                  </a:lnTo>
                  <a:lnTo>
                    <a:pt x="14782" y="651510"/>
                  </a:lnTo>
                  <a:close/>
                </a:path>
                <a:path w="10424160" h="5213350">
                  <a:moveTo>
                    <a:pt x="14782" y="613410"/>
                  </a:moveTo>
                  <a:lnTo>
                    <a:pt x="4267" y="613410"/>
                  </a:lnTo>
                  <a:lnTo>
                    <a:pt x="0" y="617601"/>
                  </a:lnTo>
                  <a:lnTo>
                    <a:pt x="0" y="628142"/>
                  </a:lnTo>
                  <a:lnTo>
                    <a:pt x="4267" y="632460"/>
                  </a:lnTo>
                  <a:lnTo>
                    <a:pt x="14782" y="632460"/>
                  </a:lnTo>
                  <a:lnTo>
                    <a:pt x="19050" y="628142"/>
                  </a:lnTo>
                  <a:lnTo>
                    <a:pt x="19050" y="617601"/>
                  </a:lnTo>
                  <a:lnTo>
                    <a:pt x="14782" y="613410"/>
                  </a:lnTo>
                  <a:close/>
                </a:path>
                <a:path w="10424160" h="5213350">
                  <a:moveTo>
                    <a:pt x="14782" y="575310"/>
                  </a:moveTo>
                  <a:lnTo>
                    <a:pt x="4267" y="575310"/>
                  </a:lnTo>
                  <a:lnTo>
                    <a:pt x="0" y="579501"/>
                  </a:lnTo>
                  <a:lnTo>
                    <a:pt x="0" y="590042"/>
                  </a:lnTo>
                  <a:lnTo>
                    <a:pt x="4267" y="594360"/>
                  </a:lnTo>
                  <a:lnTo>
                    <a:pt x="14782" y="594360"/>
                  </a:lnTo>
                  <a:lnTo>
                    <a:pt x="19050" y="590042"/>
                  </a:lnTo>
                  <a:lnTo>
                    <a:pt x="19050" y="579501"/>
                  </a:lnTo>
                  <a:lnTo>
                    <a:pt x="14782" y="575310"/>
                  </a:lnTo>
                  <a:close/>
                </a:path>
                <a:path w="10424160" h="5213350">
                  <a:moveTo>
                    <a:pt x="14782" y="537083"/>
                  </a:moveTo>
                  <a:lnTo>
                    <a:pt x="4267" y="537083"/>
                  </a:lnTo>
                  <a:lnTo>
                    <a:pt x="0" y="541401"/>
                  </a:lnTo>
                  <a:lnTo>
                    <a:pt x="0" y="551942"/>
                  </a:lnTo>
                  <a:lnTo>
                    <a:pt x="4267" y="556260"/>
                  </a:lnTo>
                  <a:lnTo>
                    <a:pt x="14782" y="556260"/>
                  </a:lnTo>
                  <a:lnTo>
                    <a:pt x="19050" y="551942"/>
                  </a:lnTo>
                  <a:lnTo>
                    <a:pt x="19050" y="541401"/>
                  </a:lnTo>
                  <a:lnTo>
                    <a:pt x="14782" y="537083"/>
                  </a:lnTo>
                  <a:close/>
                </a:path>
                <a:path w="10424160" h="5213350">
                  <a:moveTo>
                    <a:pt x="14782" y="498983"/>
                  </a:moveTo>
                  <a:lnTo>
                    <a:pt x="4267" y="498983"/>
                  </a:lnTo>
                  <a:lnTo>
                    <a:pt x="0" y="503300"/>
                  </a:lnTo>
                  <a:lnTo>
                    <a:pt x="0" y="513842"/>
                  </a:lnTo>
                  <a:lnTo>
                    <a:pt x="4267" y="518033"/>
                  </a:lnTo>
                  <a:lnTo>
                    <a:pt x="14782" y="518033"/>
                  </a:lnTo>
                  <a:lnTo>
                    <a:pt x="19050" y="513842"/>
                  </a:lnTo>
                  <a:lnTo>
                    <a:pt x="19050" y="503300"/>
                  </a:lnTo>
                  <a:lnTo>
                    <a:pt x="14782" y="498983"/>
                  </a:lnTo>
                  <a:close/>
                </a:path>
                <a:path w="10424160" h="5213350">
                  <a:moveTo>
                    <a:pt x="14782" y="460883"/>
                  </a:moveTo>
                  <a:lnTo>
                    <a:pt x="4267" y="460883"/>
                  </a:lnTo>
                  <a:lnTo>
                    <a:pt x="0" y="465200"/>
                  </a:lnTo>
                  <a:lnTo>
                    <a:pt x="0" y="475742"/>
                  </a:lnTo>
                  <a:lnTo>
                    <a:pt x="4267" y="479933"/>
                  </a:lnTo>
                  <a:lnTo>
                    <a:pt x="14782" y="479933"/>
                  </a:lnTo>
                  <a:lnTo>
                    <a:pt x="19050" y="475742"/>
                  </a:lnTo>
                  <a:lnTo>
                    <a:pt x="19050" y="465200"/>
                  </a:lnTo>
                  <a:lnTo>
                    <a:pt x="14782" y="460883"/>
                  </a:lnTo>
                  <a:close/>
                </a:path>
                <a:path w="10424160" h="5213350">
                  <a:moveTo>
                    <a:pt x="14782" y="422783"/>
                  </a:moveTo>
                  <a:lnTo>
                    <a:pt x="4267" y="422783"/>
                  </a:lnTo>
                  <a:lnTo>
                    <a:pt x="0" y="426974"/>
                  </a:lnTo>
                  <a:lnTo>
                    <a:pt x="0" y="437515"/>
                  </a:lnTo>
                  <a:lnTo>
                    <a:pt x="4267" y="441833"/>
                  </a:lnTo>
                  <a:lnTo>
                    <a:pt x="14782" y="441833"/>
                  </a:lnTo>
                  <a:lnTo>
                    <a:pt x="19050" y="437515"/>
                  </a:lnTo>
                  <a:lnTo>
                    <a:pt x="19050" y="426974"/>
                  </a:lnTo>
                  <a:lnTo>
                    <a:pt x="14782" y="422783"/>
                  </a:lnTo>
                  <a:close/>
                </a:path>
                <a:path w="10424160" h="5213350">
                  <a:moveTo>
                    <a:pt x="14782" y="384683"/>
                  </a:moveTo>
                  <a:lnTo>
                    <a:pt x="4267" y="384683"/>
                  </a:lnTo>
                  <a:lnTo>
                    <a:pt x="0" y="388874"/>
                  </a:lnTo>
                  <a:lnTo>
                    <a:pt x="0" y="399415"/>
                  </a:lnTo>
                  <a:lnTo>
                    <a:pt x="4267" y="403733"/>
                  </a:lnTo>
                  <a:lnTo>
                    <a:pt x="14782" y="403733"/>
                  </a:lnTo>
                  <a:lnTo>
                    <a:pt x="19050" y="399415"/>
                  </a:lnTo>
                  <a:lnTo>
                    <a:pt x="19050" y="388874"/>
                  </a:lnTo>
                  <a:lnTo>
                    <a:pt x="14782" y="384683"/>
                  </a:lnTo>
                  <a:close/>
                </a:path>
                <a:path w="10424160" h="5213350">
                  <a:moveTo>
                    <a:pt x="14782" y="346583"/>
                  </a:moveTo>
                  <a:lnTo>
                    <a:pt x="4267" y="346583"/>
                  </a:lnTo>
                  <a:lnTo>
                    <a:pt x="0" y="350774"/>
                  </a:lnTo>
                  <a:lnTo>
                    <a:pt x="0" y="361315"/>
                  </a:lnTo>
                  <a:lnTo>
                    <a:pt x="4267" y="365633"/>
                  </a:lnTo>
                  <a:lnTo>
                    <a:pt x="14782" y="365633"/>
                  </a:lnTo>
                  <a:lnTo>
                    <a:pt x="19050" y="361315"/>
                  </a:lnTo>
                  <a:lnTo>
                    <a:pt x="19050" y="350774"/>
                  </a:lnTo>
                  <a:lnTo>
                    <a:pt x="14782" y="346583"/>
                  </a:lnTo>
                  <a:close/>
                </a:path>
                <a:path w="10424160" h="5213350">
                  <a:moveTo>
                    <a:pt x="14782" y="308356"/>
                  </a:moveTo>
                  <a:lnTo>
                    <a:pt x="4267" y="308356"/>
                  </a:lnTo>
                  <a:lnTo>
                    <a:pt x="0" y="312674"/>
                  </a:lnTo>
                  <a:lnTo>
                    <a:pt x="0" y="323215"/>
                  </a:lnTo>
                  <a:lnTo>
                    <a:pt x="4267" y="327533"/>
                  </a:lnTo>
                  <a:lnTo>
                    <a:pt x="14782" y="327533"/>
                  </a:lnTo>
                  <a:lnTo>
                    <a:pt x="19050" y="323215"/>
                  </a:lnTo>
                  <a:lnTo>
                    <a:pt x="19050" y="312674"/>
                  </a:lnTo>
                  <a:lnTo>
                    <a:pt x="14782" y="308356"/>
                  </a:lnTo>
                  <a:close/>
                </a:path>
                <a:path w="10424160" h="5213350">
                  <a:moveTo>
                    <a:pt x="14782" y="270256"/>
                  </a:moveTo>
                  <a:lnTo>
                    <a:pt x="4267" y="270256"/>
                  </a:lnTo>
                  <a:lnTo>
                    <a:pt x="0" y="274574"/>
                  </a:lnTo>
                  <a:lnTo>
                    <a:pt x="0" y="285115"/>
                  </a:lnTo>
                  <a:lnTo>
                    <a:pt x="4267" y="289306"/>
                  </a:lnTo>
                  <a:lnTo>
                    <a:pt x="14782" y="289306"/>
                  </a:lnTo>
                  <a:lnTo>
                    <a:pt x="19050" y="285115"/>
                  </a:lnTo>
                  <a:lnTo>
                    <a:pt x="19050" y="274574"/>
                  </a:lnTo>
                  <a:lnTo>
                    <a:pt x="14782" y="270256"/>
                  </a:lnTo>
                  <a:close/>
                </a:path>
                <a:path w="10424160" h="5213350">
                  <a:moveTo>
                    <a:pt x="14782" y="232156"/>
                  </a:moveTo>
                  <a:lnTo>
                    <a:pt x="4267" y="232156"/>
                  </a:lnTo>
                  <a:lnTo>
                    <a:pt x="0" y="236474"/>
                  </a:lnTo>
                  <a:lnTo>
                    <a:pt x="0" y="247015"/>
                  </a:lnTo>
                  <a:lnTo>
                    <a:pt x="4267" y="251206"/>
                  </a:lnTo>
                  <a:lnTo>
                    <a:pt x="14782" y="251206"/>
                  </a:lnTo>
                  <a:lnTo>
                    <a:pt x="19050" y="247015"/>
                  </a:lnTo>
                  <a:lnTo>
                    <a:pt x="19050" y="236474"/>
                  </a:lnTo>
                  <a:lnTo>
                    <a:pt x="14782" y="232156"/>
                  </a:lnTo>
                  <a:close/>
                </a:path>
                <a:path w="10424160" h="5213350">
                  <a:moveTo>
                    <a:pt x="14782" y="194056"/>
                  </a:moveTo>
                  <a:lnTo>
                    <a:pt x="4267" y="194056"/>
                  </a:lnTo>
                  <a:lnTo>
                    <a:pt x="0" y="198374"/>
                  </a:lnTo>
                  <a:lnTo>
                    <a:pt x="0" y="208915"/>
                  </a:lnTo>
                  <a:lnTo>
                    <a:pt x="4267" y="213106"/>
                  </a:lnTo>
                  <a:lnTo>
                    <a:pt x="14782" y="213106"/>
                  </a:lnTo>
                  <a:lnTo>
                    <a:pt x="19050" y="208915"/>
                  </a:lnTo>
                  <a:lnTo>
                    <a:pt x="19050" y="198374"/>
                  </a:lnTo>
                  <a:lnTo>
                    <a:pt x="14782" y="194056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838" y="169291"/>
                  </a:lnTo>
                  <a:lnTo>
                    <a:pt x="4419" y="174244"/>
                  </a:lnTo>
                  <a:lnTo>
                    <a:pt x="14820" y="175768"/>
                  </a:lnTo>
                  <a:lnTo>
                    <a:pt x="19672" y="172212"/>
                  </a:lnTo>
                  <a:lnTo>
                    <a:pt x="20459" y="167005"/>
                  </a:lnTo>
                  <a:lnTo>
                    <a:pt x="8168" y="165100"/>
                  </a:lnTo>
                  <a:lnTo>
                    <a:pt x="7899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7251" y="155321"/>
                  </a:moveTo>
                  <a:lnTo>
                    <a:pt x="2400" y="158876"/>
                  </a:lnTo>
                  <a:lnTo>
                    <a:pt x="1625" y="164084"/>
                  </a:lnTo>
                  <a:lnTo>
                    <a:pt x="20459" y="167005"/>
                  </a:lnTo>
                  <a:lnTo>
                    <a:pt x="14173" y="165988"/>
                  </a:lnTo>
                  <a:lnTo>
                    <a:pt x="20610" y="165988"/>
                  </a:lnTo>
                  <a:lnTo>
                    <a:pt x="21234" y="161798"/>
                  </a:lnTo>
                  <a:lnTo>
                    <a:pt x="17653" y="156845"/>
                  </a:lnTo>
                  <a:lnTo>
                    <a:pt x="7251" y="155321"/>
                  </a:lnTo>
                  <a:close/>
                </a:path>
                <a:path w="10424160" h="5213350">
                  <a:moveTo>
                    <a:pt x="20610" y="165988"/>
                  </a:moveTo>
                  <a:lnTo>
                    <a:pt x="14173" y="165988"/>
                  </a:lnTo>
                  <a:lnTo>
                    <a:pt x="20459" y="167005"/>
                  </a:lnTo>
                  <a:lnTo>
                    <a:pt x="20610" y="165988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7899" y="165100"/>
                  </a:lnTo>
                  <a:lnTo>
                    <a:pt x="8168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10782" y="125222"/>
                  </a:moveTo>
                  <a:lnTo>
                    <a:pt x="8966" y="130175"/>
                  </a:lnTo>
                  <a:lnTo>
                    <a:pt x="11493" y="135636"/>
                  </a:lnTo>
                  <a:lnTo>
                    <a:pt x="16433" y="137413"/>
                  </a:lnTo>
                  <a:lnTo>
                    <a:pt x="21361" y="139319"/>
                  </a:lnTo>
                  <a:lnTo>
                    <a:pt x="26835" y="136779"/>
                  </a:lnTo>
                  <a:lnTo>
                    <a:pt x="28663" y="131825"/>
                  </a:lnTo>
                  <a:lnTo>
                    <a:pt x="24193" y="130175"/>
                  </a:lnTo>
                  <a:lnTo>
                    <a:pt x="22694" y="129667"/>
                  </a:lnTo>
                  <a:lnTo>
                    <a:pt x="10782" y="125222"/>
                  </a:lnTo>
                  <a:close/>
                </a:path>
                <a:path w="10424160" h="5213350">
                  <a:moveTo>
                    <a:pt x="18084" y="117729"/>
                  </a:moveTo>
                  <a:lnTo>
                    <a:pt x="12611" y="120269"/>
                  </a:lnTo>
                  <a:lnTo>
                    <a:pt x="10782" y="125222"/>
                  </a:lnTo>
                  <a:lnTo>
                    <a:pt x="15346" y="126873"/>
                  </a:lnTo>
                  <a:lnTo>
                    <a:pt x="16636" y="127381"/>
                  </a:lnTo>
                  <a:lnTo>
                    <a:pt x="28663" y="131825"/>
                  </a:lnTo>
                  <a:lnTo>
                    <a:pt x="30479" y="126873"/>
                  </a:lnTo>
                  <a:lnTo>
                    <a:pt x="27952" y="121412"/>
                  </a:lnTo>
                  <a:lnTo>
                    <a:pt x="23012" y="119634"/>
                  </a:lnTo>
                  <a:lnTo>
                    <a:pt x="18084" y="117729"/>
                  </a:lnTo>
                  <a:close/>
                </a:path>
                <a:path w="10424160" h="5213350">
                  <a:moveTo>
                    <a:pt x="27939" y="89281"/>
                  </a:moveTo>
                  <a:lnTo>
                    <a:pt x="25196" y="93725"/>
                  </a:lnTo>
                  <a:lnTo>
                    <a:pt x="26526" y="99187"/>
                  </a:lnTo>
                  <a:lnTo>
                    <a:pt x="26619" y="99568"/>
                  </a:lnTo>
                  <a:lnTo>
                    <a:pt x="31102" y="102362"/>
                  </a:lnTo>
                  <a:lnTo>
                    <a:pt x="35598" y="105029"/>
                  </a:lnTo>
                  <a:lnTo>
                    <a:pt x="41465" y="103632"/>
                  </a:lnTo>
                  <a:lnTo>
                    <a:pt x="44195" y="99187"/>
                  </a:lnTo>
                  <a:lnTo>
                    <a:pt x="27939" y="89281"/>
                  </a:lnTo>
                  <a:close/>
                </a:path>
                <a:path w="10424160" h="5213350">
                  <a:moveTo>
                    <a:pt x="36550" y="83312"/>
                  </a:moveTo>
                  <a:lnTo>
                    <a:pt x="30683" y="84709"/>
                  </a:lnTo>
                  <a:lnTo>
                    <a:pt x="27952" y="89281"/>
                  </a:lnTo>
                  <a:lnTo>
                    <a:pt x="44208" y="99187"/>
                  </a:lnTo>
                  <a:lnTo>
                    <a:pt x="46951" y="94615"/>
                  </a:lnTo>
                  <a:lnTo>
                    <a:pt x="45653" y="89281"/>
                  </a:lnTo>
                  <a:lnTo>
                    <a:pt x="45529" y="88773"/>
                  </a:lnTo>
                  <a:lnTo>
                    <a:pt x="41033" y="86106"/>
                  </a:lnTo>
                  <a:lnTo>
                    <a:pt x="36550" y="83312"/>
                  </a:lnTo>
                  <a:close/>
                </a:path>
                <a:path w="10424160" h="5213350">
                  <a:moveTo>
                    <a:pt x="52298" y="57785"/>
                  </a:moveTo>
                  <a:lnTo>
                    <a:pt x="48755" y="61595"/>
                  </a:lnTo>
                  <a:lnTo>
                    <a:pt x="48980" y="66294"/>
                  </a:lnTo>
                  <a:lnTo>
                    <a:pt x="49047" y="67691"/>
                  </a:lnTo>
                  <a:lnTo>
                    <a:pt x="52933" y="71120"/>
                  </a:lnTo>
                  <a:lnTo>
                    <a:pt x="56832" y="74675"/>
                  </a:lnTo>
                  <a:lnTo>
                    <a:pt x="62852" y="74422"/>
                  </a:lnTo>
                  <a:lnTo>
                    <a:pt x="66389" y="70491"/>
                  </a:lnTo>
                  <a:lnTo>
                    <a:pt x="63337" y="67691"/>
                  </a:lnTo>
                  <a:lnTo>
                    <a:pt x="61696" y="66294"/>
                  </a:lnTo>
                  <a:lnTo>
                    <a:pt x="57056" y="61975"/>
                  </a:lnTo>
                  <a:lnTo>
                    <a:pt x="56581" y="61595"/>
                  </a:lnTo>
                  <a:lnTo>
                    <a:pt x="52298" y="57785"/>
                  </a:lnTo>
                  <a:close/>
                </a:path>
                <a:path w="10424160" h="5213350">
                  <a:moveTo>
                    <a:pt x="66596" y="57785"/>
                  </a:moveTo>
                  <a:lnTo>
                    <a:pt x="52450" y="57785"/>
                  </a:lnTo>
                  <a:lnTo>
                    <a:pt x="62221" y="66675"/>
                  </a:lnTo>
                  <a:lnTo>
                    <a:pt x="63267" y="67691"/>
                  </a:lnTo>
                  <a:lnTo>
                    <a:pt x="66415" y="70491"/>
                  </a:lnTo>
                  <a:lnTo>
                    <a:pt x="69938" y="66675"/>
                  </a:lnTo>
                  <a:lnTo>
                    <a:pt x="69723" y="61975"/>
                  </a:lnTo>
                  <a:lnTo>
                    <a:pt x="69659" y="60579"/>
                  </a:lnTo>
                  <a:lnTo>
                    <a:pt x="66596" y="57785"/>
                  </a:lnTo>
                  <a:close/>
                </a:path>
                <a:path w="10424160" h="5213350">
                  <a:moveTo>
                    <a:pt x="61874" y="53594"/>
                  </a:moveTo>
                  <a:lnTo>
                    <a:pt x="55854" y="53848"/>
                  </a:lnTo>
                  <a:lnTo>
                    <a:pt x="52901" y="57023"/>
                  </a:lnTo>
                  <a:lnTo>
                    <a:pt x="52298" y="57785"/>
                  </a:lnTo>
                  <a:lnTo>
                    <a:pt x="55439" y="60579"/>
                  </a:lnTo>
                  <a:lnTo>
                    <a:pt x="52450" y="57785"/>
                  </a:lnTo>
                  <a:lnTo>
                    <a:pt x="66596" y="57785"/>
                  </a:lnTo>
                  <a:lnTo>
                    <a:pt x="65760" y="57023"/>
                  </a:lnTo>
                  <a:lnTo>
                    <a:pt x="61874" y="53594"/>
                  </a:lnTo>
                  <a:close/>
                </a:path>
                <a:path w="10424160" h="5213350">
                  <a:moveTo>
                    <a:pt x="83451" y="31496"/>
                  </a:moveTo>
                  <a:lnTo>
                    <a:pt x="78968" y="34162"/>
                  </a:lnTo>
                  <a:lnTo>
                    <a:pt x="77546" y="40132"/>
                  </a:lnTo>
                  <a:lnTo>
                    <a:pt x="83032" y="49022"/>
                  </a:lnTo>
                  <a:lnTo>
                    <a:pt x="88887" y="50419"/>
                  </a:lnTo>
                  <a:lnTo>
                    <a:pt x="93383" y="47751"/>
                  </a:lnTo>
                  <a:lnTo>
                    <a:pt x="83451" y="31496"/>
                  </a:lnTo>
                  <a:close/>
                </a:path>
                <a:path w="10424160" h="5213350">
                  <a:moveTo>
                    <a:pt x="87960" y="28701"/>
                  </a:moveTo>
                  <a:lnTo>
                    <a:pt x="83451" y="31496"/>
                  </a:lnTo>
                  <a:lnTo>
                    <a:pt x="85432" y="34671"/>
                  </a:lnTo>
                  <a:lnTo>
                    <a:pt x="86731" y="36830"/>
                  </a:lnTo>
                  <a:lnTo>
                    <a:pt x="93395" y="47751"/>
                  </a:lnTo>
                  <a:lnTo>
                    <a:pt x="97891" y="44958"/>
                  </a:lnTo>
                  <a:lnTo>
                    <a:pt x="99301" y="39116"/>
                  </a:lnTo>
                  <a:lnTo>
                    <a:pt x="96558" y="34671"/>
                  </a:lnTo>
                  <a:lnTo>
                    <a:pt x="93827" y="30099"/>
                  </a:lnTo>
                  <a:lnTo>
                    <a:pt x="87960" y="28701"/>
                  </a:lnTo>
                  <a:close/>
                </a:path>
                <a:path w="10424160" h="5213350">
                  <a:moveTo>
                    <a:pt x="118872" y="13081"/>
                  </a:moveTo>
                  <a:lnTo>
                    <a:pt x="113944" y="14986"/>
                  </a:lnTo>
                  <a:lnTo>
                    <a:pt x="111417" y="20447"/>
                  </a:lnTo>
                  <a:lnTo>
                    <a:pt x="115049" y="30353"/>
                  </a:lnTo>
                  <a:lnTo>
                    <a:pt x="120523" y="32766"/>
                  </a:lnTo>
                  <a:lnTo>
                    <a:pt x="125463" y="30987"/>
                  </a:lnTo>
                  <a:lnTo>
                    <a:pt x="118872" y="13081"/>
                  </a:lnTo>
                  <a:close/>
                </a:path>
                <a:path w="10424160" h="5213350">
                  <a:moveTo>
                    <a:pt x="123825" y="11303"/>
                  </a:moveTo>
                  <a:lnTo>
                    <a:pt x="118897" y="13081"/>
                  </a:lnTo>
                  <a:lnTo>
                    <a:pt x="119581" y="14986"/>
                  </a:lnTo>
                  <a:lnTo>
                    <a:pt x="125476" y="30987"/>
                  </a:lnTo>
                  <a:lnTo>
                    <a:pt x="130416" y="29210"/>
                  </a:lnTo>
                  <a:lnTo>
                    <a:pt x="132943" y="23749"/>
                  </a:lnTo>
                  <a:lnTo>
                    <a:pt x="129311" y="13843"/>
                  </a:lnTo>
                  <a:lnTo>
                    <a:pt x="123825" y="11303"/>
                  </a:lnTo>
                  <a:close/>
                </a:path>
                <a:path w="10424160" h="5213350">
                  <a:moveTo>
                    <a:pt x="157429" y="2667"/>
                  </a:moveTo>
                  <a:lnTo>
                    <a:pt x="152222" y="3429"/>
                  </a:lnTo>
                  <a:lnTo>
                    <a:pt x="148640" y="8255"/>
                  </a:lnTo>
                  <a:lnTo>
                    <a:pt x="150202" y="18669"/>
                  </a:lnTo>
                  <a:lnTo>
                    <a:pt x="155054" y="22225"/>
                  </a:lnTo>
                  <a:lnTo>
                    <a:pt x="160261" y="21462"/>
                  </a:lnTo>
                  <a:lnTo>
                    <a:pt x="157544" y="3429"/>
                  </a:lnTo>
                  <a:lnTo>
                    <a:pt x="157429" y="2667"/>
                  </a:lnTo>
                  <a:close/>
                </a:path>
                <a:path w="10424160" h="5213350">
                  <a:moveTo>
                    <a:pt x="162648" y="1778"/>
                  </a:moveTo>
                  <a:lnTo>
                    <a:pt x="157441" y="2667"/>
                  </a:lnTo>
                  <a:lnTo>
                    <a:pt x="160159" y="20700"/>
                  </a:lnTo>
                  <a:lnTo>
                    <a:pt x="160273" y="21462"/>
                  </a:lnTo>
                  <a:lnTo>
                    <a:pt x="165481" y="20700"/>
                  </a:lnTo>
                  <a:lnTo>
                    <a:pt x="169062" y="15875"/>
                  </a:lnTo>
                  <a:lnTo>
                    <a:pt x="167500" y="5461"/>
                  </a:lnTo>
                  <a:lnTo>
                    <a:pt x="162648" y="1778"/>
                  </a:lnTo>
                  <a:close/>
                </a:path>
                <a:path w="10424160" h="5213350">
                  <a:moveTo>
                    <a:pt x="196824" y="0"/>
                  </a:moveTo>
                  <a:lnTo>
                    <a:pt x="191554" y="0"/>
                  </a:lnTo>
                  <a:lnTo>
                    <a:pt x="187299" y="4318"/>
                  </a:lnTo>
                  <a:lnTo>
                    <a:pt x="187299" y="14732"/>
                  </a:lnTo>
                  <a:lnTo>
                    <a:pt x="191554" y="19050"/>
                  </a:lnTo>
                  <a:lnTo>
                    <a:pt x="196824" y="19050"/>
                  </a:lnTo>
                  <a:lnTo>
                    <a:pt x="196824" y="0"/>
                  </a:lnTo>
                  <a:close/>
                </a:path>
                <a:path w="10424160" h="5213350">
                  <a:moveTo>
                    <a:pt x="202095" y="0"/>
                  </a:moveTo>
                  <a:lnTo>
                    <a:pt x="196837" y="0"/>
                  </a:lnTo>
                  <a:lnTo>
                    <a:pt x="196837" y="19050"/>
                  </a:lnTo>
                  <a:lnTo>
                    <a:pt x="202095" y="19050"/>
                  </a:lnTo>
                  <a:lnTo>
                    <a:pt x="206362" y="14732"/>
                  </a:lnTo>
                  <a:lnTo>
                    <a:pt x="206362" y="4318"/>
                  </a:lnTo>
                  <a:lnTo>
                    <a:pt x="202095" y="0"/>
                  </a:lnTo>
                  <a:close/>
                </a:path>
                <a:path w="10424160" h="5213350">
                  <a:moveTo>
                    <a:pt x="234937" y="0"/>
                  </a:moveTo>
                  <a:lnTo>
                    <a:pt x="229679" y="0"/>
                  </a:lnTo>
                  <a:lnTo>
                    <a:pt x="225412" y="4318"/>
                  </a:lnTo>
                  <a:lnTo>
                    <a:pt x="225412" y="14732"/>
                  </a:lnTo>
                  <a:lnTo>
                    <a:pt x="229679" y="19050"/>
                  </a:lnTo>
                  <a:lnTo>
                    <a:pt x="234937" y="19050"/>
                  </a:lnTo>
                  <a:lnTo>
                    <a:pt x="234937" y="0"/>
                  </a:lnTo>
                  <a:close/>
                </a:path>
                <a:path w="10424160" h="5213350">
                  <a:moveTo>
                    <a:pt x="240220" y="0"/>
                  </a:moveTo>
                  <a:lnTo>
                    <a:pt x="234962" y="0"/>
                  </a:lnTo>
                  <a:lnTo>
                    <a:pt x="234962" y="19050"/>
                  </a:lnTo>
                  <a:lnTo>
                    <a:pt x="240220" y="19050"/>
                  </a:lnTo>
                  <a:lnTo>
                    <a:pt x="244487" y="14732"/>
                  </a:lnTo>
                  <a:lnTo>
                    <a:pt x="244487" y="4318"/>
                  </a:lnTo>
                  <a:lnTo>
                    <a:pt x="240220" y="0"/>
                  </a:lnTo>
                  <a:close/>
                </a:path>
                <a:path w="10424160" h="5213350">
                  <a:moveTo>
                    <a:pt x="273062" y="0"/>
                  </a:moveTo>
                  <a:lnTo>
                    <a:pt x="267792" y="0"/>
                  </a:lnTo>
                  <a:lnTo>
                    <a:pt x="263537" y="4318"/>
                  </a:lnTo>
                  <a:lnTo>
                    <a:pt x="263537" y="14732"/>
                  </a:lnTo>
                  <a:lnTo>
                    <a:pt x="267792" y="19050"/>
                  </a:lnTo>
                  <a:lnTo>
                    <a:pt x="273062" y="19050"/>
                  </a:lnTo>
                  <a:lnTo>
                    <a:pt x="273062" y="0"/>
                  </a:lnTo>
                  <a:close/>
                </a:path>
                <a:path w="10424160" h="5213350">
                  <a:moveTo>
                    <a:pt x="278333" y="0"/>
                  </a:moveTo>
                  <a:lnTo>
                    <a:pt x="273075" y="0"/>
                  </a:lnTo>
                  <a:lnTo>
                    <a:pt x="273075" y="19050"/>
                  </a:lnTo>
                  <a:lnTo>
                    <a:pt x="278333" y="19050"/>
                  </a:lnTo>
                  <a:lnTo>
                    <a:pt x="282600" y="14732"/>
                  </a:lnTo>
                  <a:lnTo>
                    <a:pt x="282600" y="4318"/>
                  </a:lnTo>
                  <a:lnTo>
                    <a:pt x="278333" y="0"/>
                  </a:lnTo>
                  <a:close/>
                </a:path>
                <a:path w="10424160" h="5213350">
                  <a:moveTo>
                    <a:pt x="311175" y="0"/>
                  </a:moveTo>
                  <a:lnTo>
                    <a:pt x="305917" y="0"/>
                  </a:lnTo>
                  <a:lnTo>
                    <a:pt x="301650" y="4318"/>
                  </a:lnTo>
                  <a:lnTo>
                    <a:pt x="301650" y="14732"/>
                  </a:lnTo>
                  <a:lnTo>
                    <a:pt x="305917" y="19050"/>
                  </a:lnTo>
                  <a:lnTo>
                    <a:pt x="311175" y="19050"/>
                  </a:lnTo>
                  <a:lnTo>
                    <a:pt x="311175" y="0"/>
                  </a:lnTo>
                  <a:close/>
                </a:path>
                <a:path w="10424160" h="5213350">
                  <a:moveTo>
                    <a:pt x="316458" y="0"/>
                  </a:moveTo>
                  <a:lnTo>
                    <a:pt x="311200" y="0"/>
                  </a:lnTo>
                  <a:lnTo>
                    <a:pt x="311200" y="19050"/>
                  </a:lnTo>
                  <a:lnTo>
                    <a:pt x="316458" y="19050"/>
                  </a:lnTo>
                  <a:lnTo>
                    <a:pt x="320725" y="14732"/>
                  </a:lnTo>
                  <a:lnTo>
                    <a:pt x="320725" y="4318"/>
                  </a:lnTo>
                  <a:lnTo>
                    <a:pt x="316458" y="0"/>
                  </a:lnTo>
                  <a:close/>
                </a:path>
                <a:path w="10424160" h="5213350">
                  <a:moveTo>
                    <a:pt x="349300" y="0"/>
                  </a:moveTo>
                  <a:lnTo>
                    <a:pt x="344030" y="0"/>
                  </a:lnTo>
                  <a:lnTo>
                    <a:pt x="339775" y="4318"/>
                  </a:lnTo>
                  <a:lnTo>
                    <a:pt x="339775" y="14732"/>
                  </a:lnTo>
                  <a:lnTo>
                    <a:pt x="344030" y="19050"/>
                  </a:lnTo>
                  <a:lnTo>
                    <a:pt x="349300" y="19050"/>
                  </a:lnTo>
                  <a:lnTo>
                    <a:pt x="349300" y="0"/>
                  </a:lnTo>
                  <a:close/>
                </a:path>
                <a:path w="10424160" h="5213350">
                  <a:moveTo>
                    <a:pt x="354571" y="0"/>
                  </a:moveTo>
                  <a:lnTo>
                    <a:pt x="349313" y="0"/>
                  </a:lnTo>
                  <a:lnTo>
                    <a:pt x="349313" y="19050"/>
                  </a:lnTo>
                  <a:lnTo>
                    <a:pt x="354571" y="19050"/>
                  </a:lnTo>
                  <a:lnTo>
                    <a:pt x="358838" y="14732"/>
                  </a:lnTo>
                  <a:lnTo>
                    <a:pt x="358838" y="4318"/>
                  </a:lnTo>
                  <a:lnTo>
                    <a:pt x="354571" y="0"/>
                  </a:lnTo>
                  <a:close/>
                </a:path>
                <a:path w="10424160" h="5213350">
                  <a:moveTo>
                    <a:pt x="387413" y="0"/>
                  </a:moveTo>
                  <a:lnTo>
                    <a:pt x="382155" y="0"/>
                  </a:lnTo>
                  <a:lnTo>
                    <a:pt x="377888" y="4318"/>
                  </a:lnTo>
                  <a:lnTo>
                    <a:pt x="377888" y="14732"/>
                  </a:lnTo>
                  <a:lnTo>
                    <a:pt x="382155" y="19050"/>
                  </a:lnTo>
                  <a:lnTo>
                    <a:pt x="387413" y="19050"/>
                  </a:lnTo>
                  <a:lnTo>
                    <a:pt x="387413" y="0"/>
                  </a:lnTo>
                  <a:close/>
                </a:path>
                <a:path w="10424160" h="5213350">
                  <a:moveTo>
                    <a:pt x="392696" y="0"/>
                  </a:moveTo>
                  <a:lnTo>
                    <a:pt x="387438" y="0"/>
                  </a:lnTo>
                  <a:lnTo>
                    <a:pt x="387438" y="19050"/>
                  </a:lnTo>
                  <a:lnTo>
                    <a:pt x="392696" y="19050"/>
                  </a:lnTo>
                  <a:lnTo>
                    <a:pt x="396963" y="14732"/>
                  </a:lnTo>
                  <a:lnTo>
                    <a:pt x="396963" y="4318"/>
                  </a:lnTo>
                  <a:lnTo>
                    <a:pt x="392696" y="0"/>
                  </a:lnTo>
                  <a:close/>
                </a:path>
                <a:path w="10424160" h="5213350">
                  <a:moveTo>
                    <a:pt x="425538" y="0"/>
                  </a:moveTo>
                  <a:lnTo>
                    <a:pt x="420268" y="0"/>
                  </a:lnTo>
                  <a:lnTo>
                    <a:pt x="416013" y="4318"/>
                  </a:lnTo>
                  <a:lnTo>
                    <a:pt x="416013" y="14732"/>
                  </a:lnTo>
                  <a:lnTo>
                    <a:pt x="420268" y="19050"/>
                  </a:lnTo>
                  <a:lnTo>
                    <a:pt x="425538" y="19050"/>
                  </a:lnTo>
                  <a:lnTo>
                    <a:pt x="425538" y="0"/>
                  </a:lnTo>
                  <a:close/>
                </a:path>
                <a:path w="10424160" h="5213350">
                  <a:moveTo>
                    <a:pt x="430809" y="0"/>
                  </a:moveTo>
                  <a:lnTo>
                    <a:pt x="425551" y="0"/>
                  </a:lnTo>
                  <a:lnTo>
                    <a:pt x="425551" y="19050"/>
                  </a:lnTo>
                  <a:lnTo>
                    <a:pt x="430809" y="19050"/>
                  </a:lnTo>
                  <a:lnTo>
                    <a:pt x="435076" y="14732"/>
                  </a:lnTo>
                  <a:lnTo>
                    <a:pt x="435076" y="4318"/>
                  </a:lnTo>
                  <a:lnTo>
                    <a:pt x="430809" y="0"/>
                  </a:lnTo>
                  <a:close/>
                </a:path>
                <a:path w="10424160" h="5213350">
                  <a:moveTo>
                    <a:pt x="463651" y="0"/>
                  </a:moveTo>
                  <a:lnTo>
                    <a:pt x="458393" y="0"/>
                  </a:lnTo>
                  <a:lnTo>
                    <a:pt x="454126" y="4318"/>
                  </a:lnTo>
                  <a:lnTo>
                    <a:pt x="454126" y="14732"/>
                  </a:lnTo>
                  <a:lnTo>
                    <a:pt x="458393" y="19050"/>
                  </a:lnTo>
                  <a:lnTo>
                    <a:pt x="463651" y="19050"/>
                  </a:lnTo>
                  <a:lnTo>
                    <a:pt x="463651" y="0"/>
                  </a:lnTo>
                  <a:close/>
                </a:path>
                <a:path w="10424160" h="5213350">
                  <a:moveTo>
                    <a:pt x="468934" y="0"/>
                  </a:moveTo>
                  <a:lnTo>
                    <a:pt x="463677" y="0"/>
                  </a:lnTo>
                  <a:lnTo>
                    <a:pt x="463677" y="19050"/>
                  </a:lnTo>
                  <a:lnTo>
                    <a:pt x="468934" y="19050"/>
                  </a:lnTo>
                  <a:lnTo>
                    <a:pt x="473202" y="14732"/>
                  </a:lnTo>
                  <a:lnTo>
                    <a:pt x="473202" y="4318"/>
                  </a:lnTo>
                  <a:lnTo>
                    <a:pt x="468934" y="0"/>
                  </a:lnTo>
                  <a:close/>
                </a:path>
                <a:path w="10424160" h="5213350">
                  <a:moveTo>
                    <a:pt x="501777" y="0"/>
                  </a:moveTo>
                  <a:lnTo>
                    <a:pt x="496506" y="0"/>
                  </a:lnTo>
                  <a:lnTo>
                    <a:pt x="492252" y="4318"/>
                  </a:lnTo>
                  <a:lnTo>
                    <a:pt x="492252" y="14732"/>
                  </a:lnTo>
                  <a:lnTo>
                    <a:pt x="496506" y="19050"/>
                  </a:lnTo>
                  <a:lnTo>
                    <a:pt x="501777" y="19050"/>
                  </a:lnTo>
                  <a:lnTo>
                    <a:pt x="501777" y="0"/>
                  </a:lnTo>
                  <a:close/>
                </a:path>
                <a:path w="10424160" h="5213350">
                  <a:moveTo>
                    <a:pt x="507047" y="0"/>
                  </a:moveTo>
                  <a:lnTo>
                    <a:pt x="501789" y="0"/>
                  </a:lnTo>
                  <a:lnTo>
                    <a:pt x="501789" y="19050"/>
                  </a:lnTo>
                  <a:lnTo>
                    <a:pt x="507047" y="19050"/>
                  </a:lnTo>
                  <a:lnTo>
                    <a:pt x="511314" y="14732"/>
                  </a:lnTo>
                  <a:lnTo>
                    <a:pt x="511314" y="4318"/>
                  </a:lnTo>
                  <a:lnTo>
                    <a:pt x="507047" y="0"/>
                  </a:lnTo>
                  <a:close/>
                </a:path>
                <a:path w="10424160" h="5213350">
                  <a:moveTo>
                    <a:pt x="539889" y="0"/>
                  </a:moveTo>
                  <a:lnTo>
                    <a:pt x="534631" y="0"/>
                  </a:lnTo>
                  <a:lnTo>
                    <a:pt x="530364" y="4318"/>
                  </a:lnTo>
                  <a:lnTo>
                    <a:pt x="530364" y="14732"/>
                  </a:lnTo>
                  <a:lnTo>
                    <a:pt x="534631" y="19050"/>
                  </a:lnTo>
                  <a:lnTo>
                    <a:pt x="539889" y="19050"/>
                  </a:lnTo>
                  <a:lnTo>
                    <a:pt x="539889" y="0"/>
                  </a:lnTo>
                  <a:close/>
                </a:path>
                <a:path w="10424160" h="5213350">
                  <a:moveTo>
                    <a:pt x="545172" y="0"/>
                  </a:moveTo>
                  <a:lnTo>
                    <a:pt x="539915" y="0"/>
                  </a:lnTo>
                  <a:lnTo>
                    <a:pt x="539915" y="19050"/>
                  </a:lnTo>
                  <a:lnTo>
                    <a:pt x="545172" y="19050"/>
                  </a:lnTo>
                  <a:lnTo>
                    <a:pt x="549440" y="14732"/>
                  </a:lnTo>
                  <a:lnTo>
                    <a:pt x="549440" y="4318"/>
                  </a:lnTo>
                  <a:lnTo>
                    <a:pt x="545172" y="0"/>
                  </a:lnTo>
                  <a:close/>
                </a:path>
                <a:path w="10424160" h="5213350">
                  <a:moveTo>
                    <a:pt x="578015" y="0"/>
                  </a:moveTo>
                  <a:lnTo>
                    <a:pt x="572744" y="0"/>
                  </a:lnTo>
                  <a:lnTo>
                    <a:pt x="568490" y="4318"/>
                  </a:lnTo>
                  <a:lnTo>
                    <a:pt x="568490" y="14732"/>
                  </a:lnTo>
                  <a:lnTo>
                    <a:pt x="572744" y="19050"/>
                  </a:lnTo>
                  <a:lnTo>
                    <a:pt x="578015" y="19050"/>
                  </a:lnTo>
                  <a:lnTo>
                    <a:pt x="578015" y="0"/>
                  </a:lnTo>
                  <a:close/>
                </a:path>
                <a:path w="10424160" h="5213350">
                  <a:moveTo>
                    <a:pt x="583285" y="0"/>
                  </a:moveTo>
                  <a:lnTo>
                    <a:pt x="578027" y="0"/>
                  </a:lnTo>
                  <a:lnTo>
                    <a:pt x="578027" y="19050"/>
                  </a:lnTo>
                  <a:lnTo>
                    <a:pt x="583285" y="19050"/>
                  </a:lnTo>
                  <a:lnTo>
                    <a:pt x="587552" y="14732"/>
                  </a:lnTo>
                  <a:lnTo>
                    <a:pt x="587552" y="4318"/>
                  </a:lnTo>
                  <a:lnTo>
                    <a:pt x="583285" y="0"/>
                  </a:lnTo>
                  <a:close/>
                </a:path>
                <a:path w="10424160" h="5213350">
                  <a:moveTo>
                    <a:pt x="616127" y="0"/>
                  </a:moveTo>
                  <a:lnTo>
                    <a:pt x="610870" y="0"/>
                  </a:lnTo>
                  <a:lnTo>
                    <a:pt x="606602" y="4318"/>
                  </a:lnTo>
                  <a:lnTo>
                    <a:pt x="606602" y="14732"/>
                  </a:lnTo>
                  <a:lnTo>
                    <a:pt x="610870" y="19050"/>
                  </a:lnTo>
                  <a:lnTo>
                    <a:pt x="616127" y="19050"/>
                  </a:lnTo>
                  <a:lnTo>
                    <a:pt x="616127" y="0"/>
                  </a:lnTo>
                  <a:close/>
                </a:path>
                <a:path w="10424160" h="5213350">
                  <a:moveTo>
                    <a:pt x="621411" y="0"/>
                  </a:moveTo>
                  <a:lnTo>
                    <a:pt x="616153" y="0"/>
                  </a:lnTo>
                  <a:lnTo>
                    <a:pt x="616153" y="19050"/>
                  </a:lnTo>
                  <a:lnTo>
                    <a:pt x="621411" y="19050"/>
                  </a:lnTo>
                  <a:lnTo>
                    <a:pt x="625678" y="14732"/>
                  </a:lnTo>
                  <a:lnTo>
                    <a:pt x="625678" y="4318"/>
                  </a:lnTo>
                  <a:lnTo>
                    <a:pt x="621411" y="0"/>
                  </a:lnTo>
                  <a:close/>
                </a:path>
                <a:path w="10424160" h="5213350">
                  <a:moveTo>
                    <a:pt x="654253" y="0"/>
                  </a:moveTo>
                  <a:lnTo>
                    <a:pt x="648982" y="0"/>
                  </a:lnTo>
                  <a:lnTo>
                    <a:pt x="644728" y="4318"/>
                  </a:lnTo>
                  <a:lnTo>
                    <a:pt x="644728" y="14732"/>
                  </a:lnTo>
                  <a:lnTo>
                    <a:pt x="648982" y="19050"/>
                  </a:lnTo>
                  <a:lnTo>
                    <a:pt x="654253" y="19050"/>
                  </a:lnTo>
                  <a:lnTo>
                    <a:pt x="654253" y="0"/>
                  </a:lnTo>
                  <a:close/>
                </a:path>
                <a:path w="10424160" h="5213350">
                  <a:moveTo>
                    <a:pt x="659523" y="0"/>
                  </a:moveTo>
                  <a:lnTo>
                    <a:pt x="654265" y="0"/>
                  </a:lnTo>
                  <a:lnTo>
                    <a:pt x="654265" y="19050"/>
                  </a:lnTo>
                  <a:lnTo>
                    <a:pt x="659523" y="19050"/>
                  </a:lnTo>
                  <a:lnTo>
                    <a:pt x="663790" y="14732"/>
                  </a:lnTo>
                  <a:lnTo>
                    <a:pt x="663790" y="4318"/>
                  </a:lnTo>
                  <a:lnTo>
                    <a:pt x="659523" y="0"/>
                  </a:lnTo>
                  <a:close/>
                </a:path>
                <a:path w="10424160" h="5213350">
                  <a:moveTo>
                    <a:pt x="692404" y="0"/>
                  </a:moveTo>
                  <a:lnTo>
                    <a:pt x="687070" y="0"/>
                  </a:lnTo>
                  <a:lnTo>
                    <a:pt x="682879" y="4318"/>
                  </a:lnTo>
                  <a:lnTo>
                    <a:pt x="682879" y="14732"/>
                  </a:lnTo>
                  <a:lnTo>
                    <a:pt x="687070" y="19050"/>
                  </a:lnTo>
                  <a:lnTo>
                    <a:pt x="692404" y="19050"/>
                  </a:lnTo>
                  <a:lnTo>
                    <a:pt x="692404" y="0"/>
                  </a:lnTo>
                  <a:close/>
                </a:path>
                <a:path w="10424160" h="5213350">
                  <a:moveTo>
                    <a:pt x="697611" y="0"/>
                  </a:moveTo>
                  <a:lnTo>
                    <a:pt x="692404" y="0"/>
                  </a:lnTo>
                  <a:lnTo>
                    <a:pt x="692404" y="19050"/>
                  </a:lnTo>
                  <a:lnTo>
                    <a:pt x="697611" y="19050"/>
                  </a:lnTo>
                  <a:lnTo>
                    <a:pt x="701929" y="14732"/>
                  </a:lnTo>
                  <a:lnTo>
                    <a:pt x="701929" y="4318"/>
                  </a:lnTo>
                  <a:lnTo>
                    <a:pt x="697611" y="0"/>
                  </a:lnTo>
                  <a:close/>
                </a:path>
                <a:path w="10424160" h="5213350">
                  <a:moveTo>
                    <a:pt x="730504" y="0"/>
                  </a:moveTo>
                  <a:lnTo>
                    <a:pt x="725170" y="0"/>
                  </a:lnTo>
                  <a:lnTo>
                    <a:pt x="720979" y="4318"/>
                  </a:lnTo>
                  <a:lnTo>
                    <a:pt x="720979" y="14732"/>
                  </a:lnTo>
                  <a:lnTo>
                    <a:pt x="725170" y="19050"/>
                  </a:lnTo>
                  <a:lnTo>
                    <a:pt x="730504" y="19050"/>
                  </a:lnTo>
                  <a:lnTo>
                    <a:pt x="730504" y="0"/>
                  </a:lnTo>
                  <a:close/>
                </a:path>
                <a:path w="10424160" h="5213350">
                  <a:moveTo>
                    <a:pt x="735711" y="0"/>
                  </a:moveTo>
                  <a:lnTo>
                    <a:pt x="730504" y="0"/>
                  </a:lnTo>
                  <a:lnTo>
                    <a:pt x="730504" y="19050"/>
                  </a:lnTo>
                  <a:lnTo>
                    <a:pt x="735711" y="19050"/>
                  </a:lnTo>
                  <a:lnTo>
                    <a:pt x="740029" y="14732"/>
                  </a:lnTo>
                  <a:lnTo>
                    <a:pt x="740029" y="4318"/>
                  </a:lnTo>
                  <a:lnTo>
                    <a:pt x="735711" y="0"/>
                  </a:lnTo>
                  <a:close/>
                </a:path>
                <a:path w="10424160" h="5213350">
                  <a:moveTo>
                    <a:pt x="768604" y="0"/>
                  </a:moveTo>
                  <a:lnTo>
                    <a:pt x="763396" y="0"/>
                  </a:lnTo>
                  <a:lnTo>
                    <a:pt x="759079" y="4318"/>
                  </a:lnTo>
                  <a:lnTo>
                    <a:pt x="759079" y="14732"/>
                  </a:lnTo>
                  <a:lnTo>
                    <a:pt x="763396" y="19050"/>
                  </a:lnTo>
                  <a:lnTo>
                    <a:pt x="768604" y="19050"/>
                  </a:lnTo>
                  <a:lnTo>
                    <a:pt x="768604" y="0"/>
                  </a:lnTo>
                  <a:close/>
                </a:path>
                <a:path w="10424160" h="5213350">
                  <a:moveTo>
                    <a:pt x="773938" y="0"/>
                  </a:moveTo>
                  <a:lnTo>
                    <a:pt x="768604" y="0"/>
                  </a:lnTo>
                  <a:lnTo>
                    <a:pt x="768604" y="19050"/>
                  </a:lnTo>
                  <a:lnTo>
                    <a:pt x="773938" y="19050"/>
                  </a:lnTo>
                  <a:lnTo>
                    <a:pt x="778129" y="14732"/>
                  </a:lnTo>
                  <a:lnTo>
                    <a:pt x="778129" y="4318"/>
                  </a:lnTo>
                  <a:lnTo>
                    <a:pt x="773938" y="0"/>
                  </a:lnTo>
                  <a:close/>
                </a:path>
                <a:path w="10424160" h="5213350">
                  <a:moveTo>
                    <a:pt x="806704" y="0"/>
                  </a:moveTo>
                  <a:lnTo>
                    <a:pt x="801496" y="0"/>
                  </a:lnTo>
                  <a:lnTo>
                    <a:pt x="797179" y="4318"/>
                  </a:lnTo>
                  <a:lnTo>
                    <a:pt x="797179" y="14732"/>
                  </a:lnTo>
                  <a:lnTo>
                    <a:pt x="801496" y="19050"/>
                  </a:lnTo>
                  <a:lnTo>
                    <a:pt x="806704" y="19050"/>
                  </a:lnTo>
                  <a:lnTo>
                    <a:pt x="806704" y="0"/>
                  </a:lnTo>
                  <a:close/>
                </a:path>
                <a:path w="10424160" h="5213350">
                  <a:moveTo>
                    <a:pt x="812038" y="0"/>
                  </a:moveTo>
                  <a:lnTo>
                    <a:pt x="806704" y="0"/>
                  </a:lnTo>
                  <a:lnTo>
                    <a:pt x="806704" y="19050"/>
                  </a:lnTo>
                  <a:lnTo>
                    <a:pt x="812038" y="19050"/>
                  </a:lnTo>
                  <a:lnTo>
                    <a:pt x="816229" y="14732"/>
                  </a:lnTo>
                  <a:lnTo>
                    <a:pt x="816229" y="4318"/>
                  </a:lnTo>
                  <a:lnTo>
                    <a:pt x="812038" y="0"/>
                  </a:lnTo>
                  <a:close/>
                </a:path>
                <a:path w="10424160" h="5213350">
                  <a:moveTo>
                    <a:pt x="844804" y="0"/>
                  </a:moveTo>
                  <a:lnTo>
                    <a:pt x="839596" y="0"/>
                  </a:lnTo>
                  <a:lnTo>
                    <a:pt x="835279" y="4318"/>
                  </a:lnTo>
                  <a:lnTo>
                    <a:pt x="835279" y="14732"/>
                  </a:lnTo>
                  <a:lnTo>
                    <a:pt x="839596" y="19050"/>
                  </a:lnTo>
                  <a:lnTo>
                    <a:pt x="844804" y="19050"/>
                  </a:lnTo>
                  <a:lnTo>
                    <a:pt x="844804" y="0"/>
                  </a:lnTo>
                  <a:close/>
                </a:path>
                <a:path w="10424160" h="5213350">
                  <a:moveTo>
                    <a:pt x="850138" y="0"/>
                  </a:moveTo>
                  <a:lnTo>
                    <a:pt x="844804" y="0"/>
                  </a:lnTo>
                  <a:lnTo>
                    <a:pt x="844804" y="19050"/>
                  </a:lnTo>
                  <a:lnTo>
                    <a:pt x="850138" y="19050"/>
                  </a:lnTo>
                  <a:lnTo>
                    <a:pt x="854329" y="14732"/>
                  </a:lnTo>
                  <a:lnTo>
                    <a:pt x="854329" y="4318"/>
                  </a:lnTo>
                  <a:lnTo>
                    <a:pt x="850138" y="0"/>
                  </a:lnTo>
                  <a:close/>
                </a:path>
                <a:path w="10424160" h="5213350">
                  <a:moveTo>
                    <a:pt x="882904" y="0"/>
                  </a:moveTo>
                  <a:lnTo>
                    <a:pt x="877696" y="0"/>
                  </a:lnTo>
                  <a:lnTo>
                    <a:pt x="873379" y="4318"/>
                  </a:lnTo>
                  <a:lnTo>
                    <a:pt x="873379" y="14732"/>
                  </a:lnTo>
                  <a:lnTo>
                    <a:pt x="877696" y="19050"/>
                  </a:lnTo>
                  <a:lnTo>
                    <a:pt x="882904" y="19050"/>
                  </a:lnTo>
                  <a:lnTo>
                    <a:pt x="882904" y="0"/>
                  </a:lnTo>
                  <a:close/>
                </a:path>
                <a:path w="10424160" h="5213350">
                  <a:moveTo>
                    <a:pt x="888238" y="0"/>
                  </a:moveTo>
                  <a:lnTo>
                    <a:pt x="883031" y="0"/>
                  </a:lnTo>
                  <a:lnTo>
                    <a:pt x="883031" y="19050"/>
                  </a:lnTo>
                  <a:lnTo>
                    <a:pt x="888238" y="19050"/>
                  </a:lnTo>
                  <a:lnTo>
                    <a:pt x="892556" y="14732"/>
                  </a:lnTo>
                  <a:lnTo>
                    <a:pt x="892556" y="4318"/>
                  </a:lnTo>
                  <a:lnTo>
                    <a:pt x="888238" y="0"/>
                  </a:lnTo>
                  <a:close/>
                </a:path>
                <a:path w="10424160" h="5213350">
                  <a:moveTo>
                    <a:pt x="921131" y="0"/>
                  </a:moveTo>
                  <a:lnTo>
                    <a:pt x="915796" y="0"/>
                  </a:lnTo>
                  <a:lnTo>
                    <a:pt x="911606" y="4318"/>
                  </a:lnTo>
                  <a:lnTo>
                    <a:pt x="911606" y="14732"/>
                  </a:lnTo>
                  <a:lnTo>
                    <a:pt x="915796" y="19050"/>
                  </a:lnTo>
                  <a:lnTo>
                    <a:pt x="921131" y="19050"/>
                  </a:lnTo>
                  <a:lnTo>
                    <a:pt x="921131" y="0"/>
                  </a:lnTo>
                  <a:close/>
                </a:path>
                <a:path w="10424160" h="5213350">
                  <a:moveTo>
                    <a:pt x="926338" y="0"/>
                  </a:moveTo>
                  <a:lnTo>
                    <a:pt x="921131" y="0"/>
                  </a:lnTo>
                  <a:lnTo>
                    <a:pt x="921131" y="19050"/>
                  </a:lnTo>
                  <a:lnTo>
                    <a:pt x="926338" y="19050"/>
                  </a:lnTo>
                  <a:lnTo>
                    <a:pt x="930656" y="14732"/>
                  </a:lnTo>
                  <a:lnTo>
                    <a:pt x="930656" y="4318"/>
                  </a:lnTo>
                  <a:lnTo>
                    <a:pt x="926338" y="0"/>
                  </a:lnTo>
                  <a:close/>
                </a:path>
                <a:path w="10424160" h="5213350">
                  <a:moveTo>
                    <a:pt x="959231" y="0"/>
                  </a:moveTo>
                  <a:lnTo>
                    <a:pt x="953896" y="0"/>
                  </a:lnTo>
                  <a:lnTo>
                    <a:pt x="949706" y="4318"/>
                  </a:lnTo>
                  <a:lnTo>
                    <a:pt x="949706" y="14732"/>
                  </a:lnTo>
                  <a:lnTo>
                    <a:pt x="953896" y="19050"/>
                  </a:lnTo>
                  <a:lnTo>
                    <a:pt x="959231" y="19050"/>
                  </a:lnTo>
                  <a:lnTo>
                    <a:pt x="959231" y="0"/>
                  </a:lnTo>
                  <a:close/>
                </a:path>
                <a:path w="10424160" h="5213350">
                  <a:moveTo>
                    <a:pt x="964438" y="0"/>
                  </a:moveTo>
                  <a:lnTo>
                    <a:pt x="959231" y="0"/>
                  </a:lnTo>
                  <a:lnTo>
                    <a:pt x="959231" y="19050"/>
                  </a:lnTo>
                  <a:lnTo>
                    <a:pt x="964438" y="19050"/>
                  </a:lnTo>
                  <a:lnTo>
                    <a:pt x="968756" y="14732"/>
                  </a:lnTo>
                  <a:lnTo>
                    <a:pt x="968756" y="4318"/>
                  </a:lnTo>
                  <a:lnTo>
                    <a:pt x="964438" y="0"/>
                  </a:lnTo>
                  <a:close/>
                </a:path>
                <a:path w="10424160" h="5213350">
                  <a:moveTo>
                    <a:pt x="997331" y="0"/>
                  </a:moveTo>
                  <a:lnTo>
                    <a:pt x="991996" y="0"/>
                  </a:lnTo>
                  <a:lnTo>
                    <a:pt x="987806" y="4318"/>
                  </a:lnTo>
                  <a:lnTo>
                    <a:pt x="987806" y="14732"/>
                  </a:lnTo>
                  <a:lnTo>
                    <a:pt x="991996" y="19050"/>
                  </a:lnTo>
                  <a:lnTo>
                    <a:pt x="997331" y="19050"/>
                  </a:lnTo>
                  <a:lnTo>
                    <a:pt x="997331" y="0"/>
                  </a:lnTo>
                  <a:close/>
                </a:path>
                <a:path w="10424160" h="5213350">
                  <a:moveTo>
                    <a:pt x="1002538" y="0"/>
                  </a:moveTo>
                  <a:lnTo>
                    <a:pt x="997331" y="0"/>
                  </a:lnTo>
                  <a:lnTo>
                    <a:pt x="997331" y="19050"/>
                  </a:lnTo>
                  <a:lnTo>
                    <a:pt x="1002538" y="19050"/>
                  </a:lnTo>
                  <a:lnTo>
                    <a:pt x="1006856" y="14732"/>
                  </a:lnTo>
                  <a:lnTo>
                    <a:pt x="1006856" y="4318"/>
                  </a:lnTo>
                  <a:lnTo>
                    <a:pt x="1002538" y="0"/>
                  </a:lnTo>
                  <a:close/>
                </a:path>
                <a:path w="10424160" h="5213350">
                  <a:moveTo>
                    <a:pt x="1035431" y="0"/>
                  </a:moveTo>
                  <a:lnTo>
                    <a:pt x="1030224" y="0"/>
                  </a:lnTo>
                  <a:lnTo>
                    <a:pt x="1025906" y="4318"/>
                  </a:lnTo>
                  <a:lnTo>
                    <a:pt x="1025906" y="14732"/>
                  </a:lnTo>
                  <a:lnTo>
                    <a:pt x="1030224" y="19050"/>
                  </a:lnTo>
                  <a:lnTo>
                    <a:pt x="1035431" y="19050"/>
                  </a:lnTo>
                  <a:lnTo>
                    <a:pt x="1035431" y="0"/>
                  </a:lnTo>
                  <a:close/>
                </a:path>
                <a:path w="10424160" h="5213350">
                  <a:moveTo>
                    <a:pt x="1040764" y="0"/>
                  </a:moveTo>
                  <a:lnTo>
                    <a:pt x="1035431" y="0"/>
                  </a:lnTo>
                  <a:lnTo>
                    <a:pt x="1035431" y="19050"/>
                  </a:lnTo>
                  <a:lnTo>
                    <a:pt x="1040764" y="19050"/>
                  </a:lnTo>
                  <a:lnTo>
                    <a:pt x="1044956" y="14732"/>
                  </a:lnTo>
                  <a:lnTo>
                    <a:pt x="1044956" y="4318"/>
                  </a:lnTo>
                  <a:lnTo>
                    <a:pt x="1040764" y="0"/>
                  </a:lnTo>
                  <a:close/>
                </a:path>
                <a:path w="10424160" h="5213350">
                  <a:moveTo>
                    <a:pt x="1073531" y="0"/>
                  </a:moveTo>
                  <a:lnTo>
                    <a:pt x="1068324" y="0"/>
                  </a:lnTo>
                  <a:lnTo>
                    <a:pt x="1064006" y="4318"/>
                  </a:lnTo>
                  <a:lnTo>
                    <a:pt x="1064006" y="14732"/>
                  </a:lnTo>
                  <a:lnTo>
                    <a:pt x="1068324" y="19050"/>
                  </a:lnTo>
                  <a:lnTo>
                    <a:pt x="1073531" y="19050"/>
                  </a:lnTo>
                  <a:lnTo>
                    <a:pt x="1073531" y="0"/>
                  </a:lnTo>
                  <a:close/>
                </a:path>
                <a:path w="10424160" h="5213350">
                  <a:moveTo>
                    <a:pt x="1078864" y="0"/>
                  </a:moveTo>
                  <a:lnTo>
                    <a:pt x="1073531" y="0"/>
                  </a:lnTo>
                  <a:lnTo>
                    <a:pt x="1073531" y="19050"/>
                  </a:lnTo>
                  <a:lnTo>
                    <a:pt x="1078864" y="19050"/>
                  </a:lnTo>
                  <a:lnTo>
                    <a:pt x="1083056" y="14732"/>
                  </a:lnTo>
                  <a:lnTo>
                    <a:pt x="1083056" y="4318"/>
                  </a:lnTo>
                  <a:lnTo>
                    <a:pt x="1078864" y="0"/>
                  </a:lnTo>
                  <a:close/>
                </a:path>
                <a:path w="10424160" h="5213350">
                  <a:moveTo>
                    <a:pt x="1111631" y="0"/>
                  </a:moveTo>
                  <a:lnTo>
                    <a:pt x="1106424" y="0"/>
                  </a:lnTo>
                  <a:lnTo>
                    <a:pt x="1102106" y="4318"/>
                  </a:lnTo>
                  <a:lnTo>
                    <a:pt x="1102106" y="14732"/>
                  </a:lnTo>
                  <a:lnTo>
                    <a:pt x="1106424" y="19050"/>
                  </a:lnTo>
                  <a:lnTo>
                    <a:pt x="1111631" y="19050"/>
                  </a:lnTo>
                  <a:lnTo>
                    <a:pt x="1111631" y="0"/>
                  </a:lnTo>
                  <a:close/>
                </a:path>
                <a:path w="10424160" h="5213350">
                  <a:moveTo>
                    <a:pt x="1116964" y="0"/>
                  </a:moveTo>
                  <a:lnTo>
                    <a:pt x="1111758" y="0"/>
                  </a:lnTo>
                  <a:lnTo>
                    <a:pt x="1111758" y="19050"/>
                  </a:lnTo>
                  <a:lnTo>
                    <a:pt x="1116964" y="19050"/>
                  </a:lnTo>
                  <a:lnTo>
                    <a:pt x="1121283" y="14732"/>
                  </a:lnTo>
                  <a:lnTo>
                    <a:pt x="1121283" y="4318"/>
                  </a:lnTo>
                  <a:lnTo>
                    <a:pt x="1116964" y="0"/>
                  </a:lnTo>
                  <a:close/>
                </a:path>
                <a:path w="10424160" h="5213350">
                  <a:moveTo>
                    <a:pt x="1149858" y="0"/>
                  </a:moveTo>
                  <a:lnTo>
                    <a:pt x="1144524" y="0"/>
                  </a:lnTo>
                  <a:lnTo>
                    <a:pt x="1140333" y="4318"/>
                  </a:lnTo>
                  <a:lnTo>
                    <a:pt x="1140333" y="14732"/>
                  </a:lnTo>
                  <a:lnTo>
                    <a:pt x="1144524" y="19050"/>
                  </a:lnTo>
                  <a:lnTo>
                    <a:pt x="1149858" y="19050"/>
                  </a:lnTo>
                  <a:lnTo>
                    <a:pt x="1149858" y="0"/>
                  </a:lnTo>
                  <a:close/>
                </a:path>
                <a:path w="10424160" h="5213350">
                  <a:moveTo>
                    <a:pt x="1155064" y="0"/>
                  </a:moveTo>
                  <a:lnTo>
                    <a:pt x="1149858" y="0"/>
                  </a:lnTo>
                  <a:lnTo>
                    <a:pt x="1149858" y="19050"/>
                  </a:lnTo>
                  <a:lnTo>
                    <a:pt x="1155064" y="19050"/>
                  </a:lnTo>
                  <a:lnTo>
                    <a:pt x="1159383" y="14732"/>
                  </a:lnTo>
                  <a:lnTo>
                    <a:pt x="1159383" y="4318"/>
                  </a:lnTo>
                  <a:lnTo>
                    <a:pt x="1155064" y="0"/>
                  </a:lnTo>
                  <a:close/>
                </a:path>
                <a:path w="10424160" h="5213350">
                  <a:moveTo>
                    <a:pt x="1187958" y="0"/>
                  </a:moveTo>
                  <a:lnTo>
                    <a:pt x="1182624" y="0"/>
                  </a:lnTo>
                  <a:lnTo>
                    <a:pt x="1178433" y="4318"/>
                  </a:lnTo>
                  <a:lnTo>
                    <a:pt x="1178433" y="14732"/>
                  </a:lnTo>
                  <a:lnTo>
                    <a:pt x="1182624" y="19050"/>
                  </a:lnTo>
                  <a:lnTo>
                    <a:pt x="1187958" y="19050"/>
                  </a:lnTo>
                  <a:lnTo>
                    <a:pt x="1187958" y="0"/>
                  </a:lnTo>
                  <a:close/>
                </a:path>
                <a:path w="10424160" h="5213350">
                  <a:moveTo>
                    <a:pt x="1193164" y="0"/>
                  </a:moveTo>
                  <a:lnTo>
                    <a:pt x="1187958" y="0"/>
                  </a:lnTo>
                  <a:lnTo>
                    <a:pt x="1187958" y="19050"/>
                  </a:lnTo>
                  <a:lnTo>
                    <a:pt x="1193164" y="19050"/>
                  </a:lnTo>
                  <a:lnTo>
                    <a:pt x="1197483" y="14732"/>
                  </a:lnTo>
                  <a:lnTo>
                    <a:pt x="1197483" y="4318"/>
                  </a:lnTo>
                  <a:lnTo>
                    <a:pt x="1193164" y="0"/>
                  </a:lnTo>
                  <a:close/>
                </a:path>
                <a:path w="10424160" h="5213350">
                  <a:moveTo>
                    <a:pt x="1226058" y="0"/>
                  </a:moveTo>
                  <a:lnTo>
                    <a:pt x="1220724" y="0"/>
                  </a:lnTo>
                  <a:lnTo>
                    <a:pt x="1216533" y="4318"/>
                  </a:lnTo>
                  <a:lnTo>
                    <a:pt x="1216533" y="14732"/>
                  </a:lnTo>
                  <a:lnTo>
                    <a:pt x="1220724" y="19050"/>
                  </a:lnTo>
                  <a:lnTo>
                    <a:pt x="1226058" y="19050"/>
                  </a:lnTo>
                  <a:lnTo>
                    <a:pt x="1226058" y="0"/>
                  </a:lnTo>
                  <a:close/>
                </a:path>
                <a:path w="10424160" h="5213350">
                  <a:moveTo>
                    <a:pt x="1231264" y="0"/>
                  </a:moveTo>
                  <a:lnTo>
                    <a:pt x="1226058" y="0"/>
                  </a:lnTo>
                  <a:lnTo>
                    <a:pt x="1226058" y="19050"/>
                  </a:lnTo>
                  <a:lnTo>
                    <a:pt x="1231264" y="19050"/>
                  </a:lnTo>
                  <a:lnTo>
                    <a:pt x="1235583" y="14732"/>
                  </a:lnTo>
                  <a:lnTo>
                    <a:pt x="1235583" y="4318"/>
                  </a:lnTo>
                  <a:lnTo>
                    <a:pt x="1231264" y="0"/>
                  </a:lnTo>
                  <a:close/>
                </a:path>
                <a:path w="10424160" h="5213350">
                  <a:moveTo>
                    <a:pt x="1264158" y="0"/>
                  </a:moveTo>
                  <a:lnTo>
                    <a:pt x="1258951" y="0"/>
                  </a:lnTo>
                  <a:lnTo>
                    <a:pt x="1254633" y="4318"/>
                  </a:lnTo>
                  <a:lnTo>
                    <a:pt x="1254633" y="14732"/>
                  </a:lnTo>
                  <a:lnTo>
                    <a:pt x="1258951" y="19050"/>
                  </a:lnTo>
                  <a:lnTo>
                    <a:pt x="1264158" y="19050"/>
                  </a:lnTo>
                  <a:lnTo>
                    <a:pt x="1264158" y="0"/>
                  </a:lnTo>
                  <a:close/>
                </a:path>
                <a:path w="10424160" h="5213350">
                  <a:moveTo>
                    <a:pt x="1269491" y="0"/>
                  </a:moveTo>
                  <a:lnTo>
                    <a:pt x="1264158" y="0"/>
                  </a:lnTo>
                  <a:lnTo>
                    <a:pt x="1264158" y="19050"/>
                  </a:lnTo>
                  <a:lnTo>
                    <a:pt x="1269491" y="19050"/>
                  </a:lnTo>
                  <a:lnTo>
                    <a:pt x="1273683" y="14732"/>
                  </a:lnTo>
                  <a:lnTo>
                    <a:pt x="1273683" y="4318"/>
                  </a:lnTo>
                  <a:lnTo>
                    <a:pt x="1269491" y="0"/>
                  </a:lnTo>
                  <a:close/>
                </a:path>
                <a:path w="10424160" h="5213350">
                  <a:moveTo>
                    <a:pt x="1302258" y="0"/>
                  </a:moveTo>
                  <a:lnTo>
                    <a:pt x="1297051" y="0"/>
                  </a:lnTo>
                  <a:lnTo>
                    <a:pt x="1292733" y="4318"/>
                  </a:lnTo>
                  <a:lnTo>
                    <a:pt x="1292733" y="14732"/>
                  </a:lnTo>
                  <a:lnTo>
                    <a:pt x="1297051" y="19050"/>
                  </a:lnTo>
                  <a:lnTo>
                    <a:pt x="1302258" y="19050"/>
                  </a:lnTo>
                  <a:lnTo>
                    <a:pt x="1302258" y="0"/>
                  </a:lnTo>
                  <a:close/>
                </a:path>
                <a:path w="10424160" h="5213350">
                  <a:moveTo>
                    <a:pt x="1307591" y="0"/>
                  </a:moveTo>
                  <a:lnTo>
                    <a:pt x="1302258" y="0"/>
                  </a:lnTo>
                  <a:lnTo>
                    <a:pt x="1302258" y="19050"/>
                  </a:lnTo>
                  <a:lnTo>
                    <a:pt x="1307591" y="19050"/>
                  </a:lnTo>
                  <a:lnTo>
                    <a:pt x="1311783" y="14732"/>
                  </a:lnTo>
                  <a:lnTo>
                    <a:pt x="1311783" y="4318"/>
                  </a:lnTo>
                  <a:lnTo>
                    <a:pt x="1307591" y="0"/>
                  </a:lnTo>
                  <a:close/>
                </a:path>
                <a:path w="10424160" h="5213350">
                  <a:moveTo>
                    <a:pt x="1340358" y="0"/>
                  </a:moveTo>
                  <a:lnTo>
                    <a:pt x="1335151" y="0"/>
                  </a:lnTo>
                  <a:lnTo>
                    <a:pt x="1330833" y="4318"/>
                  </a:lnTo>
                  <a:lnTo>
                    <a:pt x="1330833" y="14732"/>
                  </a:lnTo>
                  <a:lnTo>
                    <a:pt x="1335151" y="19050"/>
                  </a:lnTo>
                  <a:lnTo>
                    <a:pt x="1340358" y="19050"/>
                  </a:lnTo>
                  <a:lnTo>
                    <a:pt x="1340358" y="0"/>
                  </a:lnTo>
                  <a:close/>
                </a:path>
                <a:path w="10424160" h="5213350">
                  <a:moveTo>
                    <a:pt x="1345691" y="0"/>
                  </a:moveTo>
                  <a:lnTo>
                    <a:pt x="1340358" y="0"/>
                  </a:lnTo>
                  <a:lnTo>
                    <a:pt x="1340358" y="19050"/>
                  </a:lnTo>
                  <a:lnTo>
                    <a:pt x="1345691" y="19050"/>
                  </a:lnTo>
                  <a:lnTo>
                    <a:pt x="1349883" y="14732"/>
                  </a:lnTo>
                  <a:lnTo>
                    <a:pt x="1349883" y="4318"/>
                  </a:lnTo>
                  <a:lnTo>
                    <a:pt x="1345691" y="0"/>
                  </a:lnTo>
                  <a:close/>
                </a:path>
                <a:path w="10424160" h="5213350">
                  <a:moveTo>
                    <a:pt x="1378458" y="0"/>
                  </a:moveTo>
                  <a:lnTo>
                    <a:pt x="1373251" y="0"/>
                  </a:lnTo>
                  <a:lnTo>
                    <a:pt x="1368933" y="4318"/>
                  </a:lnTo>
                  <a:lnTo>
                    <a:pt x="1368933" y="14732"/>
                  </a:lnTo>
                  <a:lnTo>
                    <a:pt x="1373251" y="19050"/>
                  </a:lnTo>
                  <a:lnTo>
                    <a:pt x="1378458" y="19050"/>
                  </a:lnTo>
                  <a:lnTo>
                    <a:pt x="1378458" y="0"/>
                  </a:lnTo>
                  <a:close/>
                </a:path>
                <a:path w="10424160" h="5213350">
                  <a:moveTo>
                    <a:pt x="1383791" y="0"/>
                  </a:moveTo>
                  <a:lnTo>
                    <a:pt x="1378584" y="0"/>
                  </a:lnTo>
                  <a:lnTo>
                    <a:pt x="1378584" y="19050"/>
                  </a:lnTo>
                  <a:lnTo>
                    <a:pt x="1383791" y="19050"/>
                  </a:lnTo>
                  <a:lnTo>
                    <a:pt x="1388109" y="14732"/>
                  </a:lnTo>
                  <a:lnTo>
                    <a:pt x="1388109" y="4318"/>
                  </a:lnTo>
                  <a:lnTo>
                    <a:pt x="1383791" y="0"/>
                  </a:lnTo>
                  <a:close/>
                </a:path>
                <a:path w="10424160" h="5213350">
                  <a:moveTo>
                    <a:pt x="1416684" y="0"/>
                  </a:moveTo>
                  <a:lnTo>
                    <a:pt x="1411351" y="0"/>
                  </a:lnTo>
                  <a:lnTo>
                    <a:pt x="1407159" y="4318"/>
                  </a:lnTo>
                  <a:lnTo>
                    <a:pt x="1407159" y="14732"/>
                  </a:lnTo>
                  <a:lnTo>
                    <a:pt x="1411351" y="19050"/>
                  </a:lnTo>
                  <a:lnTo>
                    <a:pt x="1416684" y="19050"/>
                  </a:lnTo>
                  <a:lnTo>
                    <a:pt x="1416684" y="0"/>
                  </a:lnTo>
                  <a:close/>
                </a:path>
                <a:path w="10424160" h="5213350">
                  <a:moveTo>
                    <a:pt x="1421891" y="0"/>
                  </a:moveTo>
                  <a:lnTo>
                    <a:pt x="1416684" y="0"/>
                  </a:lnTo>
                  <a:lnTo>
                    <a:pt x="1416684" y="19050"/>
                  </a:lnTo>
                  <a:lnTo>
                    <a:pt x="1421891" y="19050"/>
                  </a:lnTo>
                  <a:lnTo>
                    <a:pt x="1426209" y="14732"/>
                  </a:lnTo>
                  <a:lnTo>
                    <a:pt x="1426209" y="4318"/>
                  </a:lnTo>
                  <a:lnTo>
                    <a:pt x="1421891" y="0"/>
                  </a:lnTo>
                  <a:close/>
                </a:path>
                <a:path w="10424160" h="5213350">
                  <a:moveTo>
                    <a:pt x="1454784" y="0"/>
                  </a:moveTo>
                  <a:lnTo>
                    <a:pt x="1449451" y="0"/>
                  </a:lnTo>
                  <a:lnTo>
                    <a:pt x="1445259" y="4318"/>
                  </a:lnTo>
                  <a:lnTo>
                    <a:pt x="1445259" y="14732"/>
                  </a:lnTo>
                  <a:lnTo>
                    <a:pt x="1449451" y="19050"/>
                  </a:lnTo>
                  <a:lnTo>
                    <a:pt x="1454784" y="19050"/>
                  </a:lnTo>
                  <a:lnTo>
                    <a:pt x="1454784" y="0"/>
                  </a:lnTo>
                  <a:close/>
                </a:path>
                <a:path w="10424160" h="5213350">
                  <a:moveTo>
                    <a:pt x="1459991" y="0"/>
                  </a:moveTo>
                  <a:lnTo>
                    <a:pt x="1454784" y="0"/>
                  </a:lnTo>
                  <a:lnTo>
                    <a:pt x="1454784" y="19050"/>
                  </a:lnTo>
                  <a:lnTo>
                    <a:pt x="1459991" y="19050"/>
                  </a:lnTo>
                  <a:lnTo>
                    <a:pt x="1464309" y="14732"/>
                  </a:lnTo>
                  <a:lnTo>
                    <a:pt x="1464309" y="4318"/>
                  </a:lnTo>
                  <a:lnTo>
                    <a:pt x="1459991" y="0"/>
                  </a:lnTo>
                  <a:close/>
                </a:path>
                <a:path w="10424160" h="5213350">
                  <a:moveTo>
                    <a:pt x="1492884" y="0"/>
                  </a:moveTo>
                  <a:lnTo>
                    <a:pt x="1487551" y="0"/>
                  </a:lnTo>
                  <a:lnTo>
                    <a:pt x="1483359" y="4318"/>
                  </a:lnTo>
                  <a:lnTo>
                    <a:pt x="1483359" y="14732"/>
                  </a:lnTo>
                  <a:lnTo>
                    <a:pt x="1487551" y="19050"/>
                  </a:lnTo>
                  <a:lnTo>
                    <a:pt x="1492884" y="19050"/>
                  </a:lnTo>
                  <a:lnTo>
                    <a:pt x="1492884" y="0"/>
                  </a:lnTo>
                  <a:close/>
                </a:path>
                <a:path w="10424160" h="5213350">
                  <a:moveTo>
                    <a:pt x="1498091" y="0"/>
                  </a:moveTo>
                  <a:lnTo>
                    <a:pt x="1492884" y="0"/>
                  </a:lnTo>
                  <a:lnTo>
                    <a:pt x="1492884" y="19050"/>
                  </a:lnTo>
                  <a:lnTo>
                    <a:pt x="1498091" y="19050"/>
                  </a:lnTo>
                  <a:lnTo>
                    <a:pt x="1502409" y="14732"/>
                  </a:lnTo>
                  <a:lnTo>
                    <a:pt x="1502409" y="4318"/>
                  </a:lnTo>
                  <a:lnTo>
                    <a:pt x="1498091" y="0"/>
                  </a:lnTo>
                  <a:close/>
                </a:path>
                <a:path w="10424160" h="5213350">
                  <a:moveTo>
                    <a:pt x="1530984" y="0"/>
                  </a:moveTo>
                  <a:lnTo>
                    <a:pt x="1525777" y="0"/>
                  </a:lnTo>
                  <a:lnTo>
                    <a:pt x="1521459" y="4318"/>
                  </a:lnTo>
                  <a:lnTo>
                    <a:pt x="1521459" y="14732"/>
                  </a:lnTo>
                  <a:lnTo>
                    <a:pt x="1525777" y="19050"/>
                  </a:lnTo>
                  <a:lnTo>
                    <a:pt x="1530984" y="19050"/>
                  </a:lnTo>
                  <a:lnTo>
                    <a:pt x="1530984" y="0"/>
                  </a:lnTo>
                  <a:close/>
                </a:path>
                <a:path w="10424160" h="5213350">
                  <a:moveTo>
                    <a:pt x="1536319" y="0"/>
                  </a:moveTo>
                  <a:lnTo>
                    <a:pt x="1530984" y="0"/>
                  </a:lnTo>
                  <a:lnTo>
                    <a:pt x="1530984" y="19050"/>
                  </a:lnTo>
                  <a:lnTo>
                    <a:pt x="1536319" y="19050"/>
                  </a:lnTo>
                  <a:lnTo>
                    <a:pt x="1540509" y="14732"/>
                  </a:lnTo>
                  <a:lnTo>
                    <a:pt x="1540509" y="4318"/>
                  </a:lnTo>
                  <a:lnTo>
                    <a:pt x="1536319" y="0"/>
                  </a:lnTo>
                  <a:close/>
                </a:path>
                <a:path w="10424160" h="5213350">
                  <a:moveTo>
                    <a:pt x="1569084" y="0"/>
                  </a:moveTo>
                  <a:lnTo>
                    <a:pt x="1563877" y="0"/>
                  </a:lnTo>
                  <a:lnTo>
                    <a:pt x="1559559" y="4318"/>
                  </a:lnTo>
                  <a:lnTo>
                    <a:pt x="1559559" y="14732"/>
                  </a:lnTo>
                  <a:lnTo>
                    <a:pt x="1563877" y="19050"/>
                  </a:lnTo>
                  <a:lnTo>
                    <a:pt x="1569084" y="19050"/>
                  </a:lnTo>
                  <a:lnTo>
                    <a:pt x="1569084" y="0"/>
                  </a:lnTo>
                  <a:close/>
                </a:path>
                <a:path w="10424160" h="5213350">
                  <a:moveTo>
                    <a:pt x="1574419" y="0"/>
                  </a:moveTo>
                  <a:lnTo>
                    <a:pt x="1569084" y="0"/>
                  </a:lnTo>
                  <a:lnTo>
                    <a:pt x="1569084" y="19050"/>
                  </a:lnTo>
                  <a:lnTo>
                    <a:pt x="1574419" y="19050"/>
                  </a:lnTo>
                  <a:lnTo>
                    <a:pt x="1578609" y="14732"/>
                  </a:lnTo>
                  <a:lnTo>
                    <a:pt x="1578609" y="4318"/>
                  </a:lnTo>
                  <a:lnTo>
                    <a:pt x="1574419" y="0"/>
                  </a:lnTo>
                  <a:close/>
                </a:path>
                <a:path w="10424160" h="5213350">
                  <a:moveTo>
                    <a:pt x="1607184" y="0"/>
                  </a:moveTo>
                  <a:lnTo>
                    <a:pt x="1601977" y="0"/>
                  </a:lnTo>
                  <a:lnTo>
                    <a:pt x="1597659" y="4318"/>
                  </a:lnTo>
                  <a:lnTo>
                    <a:pt x="1597659" y="14732"/>
                  </a:lnTo>
                  <a:lnTo>
                    <a:pt x="1601977" y="19050"/>
                  </a:lnTo>
                  <a:lnTo>
                    <a:pt x="1607184" y="19050"/>
                  </a:lnTo>
                  <a:lnTo>
                    <a:pt x="1607184" y="0"/>
                  </a:lnTo>
                  <a:close/>
                </a:path>
                <a:path w="10424160" h="5213350">
                  <a:moveTo>
                    <a:pt x="1612519" y="0"/>
                  </a:moveTo>
                  <a:lnTo>
                    <a:pt x="1607184" y="0"/>
                  </a:lnTo>
                  <a:lnTo>
                    <a:pt x="1607184" y="19050"/>
                  </a:lnTo>
                  <a:lnTo>
                    <a:pt x="1612519" y="19050"/>
                  </a:lnTo>
                  <a:lnTo>
                    <a:pt x="1616709" y="14732"/>
                  </a:lnTo>
                  <a:lnTo>
                    <a:pt x="1616709" y="4318"/>
                  </a:lnTo>
                  <a:lnTo>
                    <a:pt x="1612519" y="0"/>
                  </a:lnTo>
                  <a:close/>
                </a:path>
                <a:path w="10424160" h="5213350">
                  <a:moveTo>
                    <a:pt x="1645284" y="0"/>
                  </a:moveTo>
                  <a:lnTo>
                    <a:pt x="1640077" y="0"/>
                  </a:lnTo>
                  <a:lnTo>
                    <a:pt x="1635759" y="4318"/>
                  </a:lnTo>
                  <a:lnTo>
                    <a:pt x="1635759" y="14732"/>
                  </a:lnTo>
                  <a:lnTo>
                    <a:pt x="1640077" y="19050"/>
                  </a:lnTo>
                  <a:lnTo>
                    <a:pt x="1645284" y="19050"/>
                  </a:lnTo>
                  <a:lnTo>
                    <a:pt x="1645284" y="0"/>
                  </a:lnTo>
                  <a:close/>
                </a:path>
                <a:path w="10424160" h="5213350">
                  <a:moveTo>
                    <a:pt x="1645412" y="12700"/>
                  </a:moveTo>
                  <a:lnTo>
                    <a:pt x="1645284" y="12700"/>
                  </a:lnTo>
                  <a:lnTo>
                    <a:pt x="1645284" y="19050"/>
                  </a:lnTo>
                  <a:lnTo>
                    <a:pt x="1645412" y="19050"/>
                  </a:lnTo>
                  <a:lnTo>
                    <a:pt x="1645412" y="12700"/>
                  </a:lnTo>
                  <a:close/>
                </a:path>
                <a:path w="10424160" h="5213350">
                  <a:moveTo>
                    <a:pt x="1650619" y="0"/>
                  </a:moveTo>
                  <a:lnTo>
                    <a:pt x="1645412" y="0"/>
                  </a:lnTo>
                  <a:lnTo>
                    <a:pt x="1645412" y="19050"/>
                  </a:lnTo>
                  <a:lnTo>
                    <a:pt x="1650619" y="19050"/>
                  </a:lnTo>
                  <a:lnTo>
                    <a:pt x="1654937" y="14732"/>
                  </a:lnTo>
                  <a:lnTo>
                    <a:pt x="1654937" y="4318"/>
                  </a:lnTo>
                  <a:lnTo>
                    <a:pt x="1650619" y="0"/>
                  </a:lnTo>
                  <a:close/>
                </a:path>
                <a:path w="10424160" h="5213350">
                  <a:moveTo>
                    <a:pt x="1645412" y="0"/>
                  </a:moveTo>
                  <a:lnTo>
                    <a:pt x="1645284" y="0"/>
                  </a:lnTo>
                  <a:lnTo>
                    <a:pt x="1645284" y="6350"/>
                  </a:lnTo>
                  <a:lnTo>
                    <a:pt x="1645412" y="6350"/>
                  </a:lnTo>
                  <a:lnTo>
                    <a:pt x="1645412" y="0"/>
                  </a:lnTo>
                  <a:close/>
                </a:path>
                <a:path w="10424160" h="5213350">
                  <a:moveTo>
                    <a:pt x="1683512" y="0"/>
                  </a:moveTo>
                  <a:lnTo>
                    <a:pt x="1678177" y="0"/>
                  </a:lnTo>
                  <a:lnTo>
                    <a:pt x="1673987" y="4318"/>
                  </a:lnTo>
                  <a:lnTo>
                    <a:pt x="1673987" y="14732"/>
                  </a:lnTo>
                  <a:lnTo>
                    <a:pt x="1678177" y="19050"/>
                  </a:lnTo>
                  <a:lnTo>
                    <a:pt x="1683512" y="19050"/>
                  </a:lnTo>
                  <a:lnTo>
                    <a:pt x="1683512" y="0"/>
                  </a:lnTo>
                  <a:close/>
                </a:path>
                <a:path w="10424160" h="5213350">
                  <a:moveTo>
                    <a:pt x="1688719" y="0"/>
                  </a:moveTo>
                  <a:lnTo>
                    <a:pt x="1683512" y="0"/>
                  </a:lnTo>
                  <a:lnTo>
                    <a:pt x="1683512" y="19050"/>
                  </a:lnTo>
                  <a:lnTo>
                    <a:pt x="1688719" y="19050"/>
                  </a:lnTo>
                  <a:lnTo>
                    <a:pt x="1693037" y="14732"/>
                  </a:lnTo>
                  <a:lnTo>
                    <a:pt x="1693037" y="4318"/>
                  </a:lnTo>
                  <a:lnTo>
                    <a:pt x="1688719" y="0"/>
                  </a:lnTo>
                  <a:close/>
                </a:path>
                <a:path w="10424160" h="5213350">
                  <a:moveTo>
                    <a:pt x="1721612" y="0"/>
                  </a:moveTo>
                  <a:lnTo>
                    <a:pt x="1716277" y="0"/>
                  </a:lnTo>
                  <a:lnTo>
                    <a:pt x="1712087" y="4318"/>
                  </a:lnTo>
                  <a:lnTo>
                    <a:pt x="1712087" y="14732"/>
                  </a:lnTo>
                  <a:lnTo>
                    <a:pt x="1716277" y="19050"/>
                  </a:lnTo>
                  <a:lnTo>
                    <a:pt x="1721612" y="19050"/>
                  </a:lnTo>
                  <a:lnTo>
                    <a:pt x="1721612" y="0"/>
                  </a:lnTo>
                  <a:close/>
                </a:path>
                <a:path w="10424160" h="5213350">
                  <a:moveTo>
                    <a:pt x="1726819" y="0"/>
                  </a:moveTo>
                  <a:lnTo>
                    <a:pt x="1721612" y="0"/>
                  </a:lnTo>
                  <a:lnTo>
                    <a:pt x="1721612" y="19050"/>
                  </a:lnTo>
                  <a:lnTo>
                    <a:pt x="1726819" y="19050"/>
                  </a:lnTo>
                  <a:lnTo>
                    <a:pt x="1731137" y="14732"/>
                  </a:lnTo>
                  <a:lnTo>
                    <a:pt x="1731137" y="4318"/>
                  </a:lnTo>
                  <a:lnTo>
                    <a:pt x="1726819" y="0"/>
                  </a:lnTo>
                  <a:close/>
                </a:path>
                <a:path w="10424160" h="5213350">
                  <a:moveTo>
                    <a:pt x="1759712" y="0"/>
                  </a:moveTo>
                  <a:lnTo>
                    <a:pt x="1754377" y="0"/>
                  </a:lnTo>
                  <a:lnTo>
                    <a:pt x="1750187" y="4318"/>
                  </a:lnTo>
                  <a:lnTo>
                    <a:pt x="1750187" y="14732"/>
                  </a:lnTo>
                  <a:lnTo>
                    <a:pt x="1754377" y="19050"/>
                  </a:lnTo>
                  <a:lnTo>
                    <a:pt x="1759712" y="19050"/>
                  </a:lnTo>
                  <a:lnTo>
                    <a:pt x="1759712" y="0"/>
                  </a:lnTo>
                  <a:close/>
                </a:path>
                <a:path w="10424160" h="5213350">
                  <a:moveTo>
                    <a:pt x="1764919" y="0"/>
                  </a:moveTo>
                  <a:lnTo>
                    <a:pt x="1759712" y="0"/>
                  </a:lnTo>
                  <a:lnTo>
                    <a:pt x="1759712" y="19050"/>
                  </a:lnTo>
                  <a:lnTo>
                    <a:pt x="1764919" y="19050"/>
                  </a:lnTo>
                  <a:lnTo>
                    <a:pt x="1769237" y="14732"/>
                  </a:lnTo>
                  <a:lnTo>
                    <a:pt x="1769237" y="4318"/>
                  </a:lnTo>
                  <a:lnTo>
                    <a:pt x="1764919" y="0"/>
                  </a:lnTo>
                  <a:close/>
                </a:path>
                <a:path w="10424160" h="5213350">
                  <a:moveTo>
                    <a:pt x="1797812" y="0"/>
                  </a:moveTo>
                  <a:lnTo>
                    <a:pt x="1792605" y="0"/>
                  </a:lnTo>
                  <a:lnTo>
                    <a:pt x="1788287" y="4318"/>
                  </a:lnTo>
                  <a:lnTo>
                    <a:pt x="1788287" y="14732"/>
                  </a:lnTo>
                  <a:lnTo>
                    <a:pt x="1792605" y="19050"/>
                  </a:lnTo>
                  <a:lnTo>
                    <a:pt x="1797812" y="19050"/>
                  </a:lnTo>
                  <a:lnTo>
                    <a:pt x="1797812" y="0"/>
                  </a:lnTo>
                  <a:close/>
                </a:path>
                <a:path w="10424160" h="5213350">
                  <a:moveTo>
                    <a:pt x="1803145" y="0"/>
                  </a:moveTo>
                  <a:lnTo>
                    <a:pt x="1797812" y="0"/>
                  </a:lnTo>
                  <a:lnTo>
                    <a:pt x="1797812" y="19050"/>
                  </a:lnTo>
                  <a:lnTo>
                    <a:pt x="1803145" y="19050"/>
                  </a:lnTo>
                  <a:lnTo>
                    <a:pt x="1807337" y="14732"/>
                  </a:lnTo>
                  <a:lnTo>
                    <a:pt x="1807337" y="4318"/>
                  </a:lnTo>
                  <a:lnTo>
                    <a:pt x="1803145" y="0"/>
                  </a:lnTo>
                  <a:close/>
                </a:path>
                <a:path w="10424160" h="5213350">
                  <a:moveTo>
                    <a:pt x="1835912" y="0"/>
                  </a:moveTo>
                  <a:lnTo>
                    <a:pt x="1830705" y="0"/>
                  </a:lnTo>
                  <a:lnTo>
                    <a:pt x="1826387" y="4318"/>
                  </a:lnTo>
                  <a:lnTo>
                    <a:pt x="1826387" y="14732"/>
                  </a:lnTo>
                  <a:lnTo>
                    <a:pt x="1830705" y="19050"/>
                  </a:lnTo>
                  <a:lnTo>
                    <a:pt x="1835912" y="19050"/>
                  </a:lnTo>
                  <a:lnTo>
                    <a:pt x="1835912" y="0"/>
                  </a:lnTo>
                  <a:close/>
                </a:path>
                <a:path w="10424160" h="5213350">
                  <a:moveTo>
                    <a:pt x="1841245" y="0"/>
                  </a:moveTo>
                  <a:lnTo>
                    <a:pt x="1835912" y="0"/>
                  </a:lnTo>
                  <a:lnTo>
                    <a:pt x="1835912" y="19050"/>
                  </a:lnTo>
                  <a:lnTo>
                    <a:pt x="1841245" y="19050"/>
                  </a:lnTo>
                  <a:lnTo>
                    <a:pt x="1845437" y="14732"/>
                  </a:lnTo>
                  <a:lnTo>
                    <a:pt x="1845437" y="4318"/>
                  </a:lnTo>
                  <a:lnTo>
                    <a:pt x="1841245" y="0"/>
                  </a:lnTo>
                  <a:close/>
                </a:path>
                <a:path w="10424160" h="5213350">
                  <a:moveTo>
                    <a:pt x="1874012" y="0"/>
                  </a:moveTo>
                  <a:lnTo>
                    <a:pt x="1868805" y="0"/>
                  </a:lnTo>
                  <a:lnTo>
                    <a:pt x="1864487" y="4318"/>
                  </a:lnTo>
                  <a:lnTo>
                    <a:pt x="1864487" y="14732"/>
                  </a:lnTo>
                  <a:lnTo>
                    <a:pt x="1868805" y="19050"/>
                  </a:lnTo>
                  <a:lnTo>
                    <a:pt x="1874012" y="19050"/>
                  </a:lnTo>
                  <a:lnTo>
                    <a:pt x="1874012" y="0"/>
                  </a:lnTo>
                  <a:close/>
                </a:path>
                <a:path w="10424160" h="5213350">
                  <a:moveTo>
                    <a:pt x="1879345" y="0"/>
                  </a:moveTo>
                  <a:lnTo>
                    <a:pt x="1874139" y="0"/>
                  </a:lnTo>
                  <a:lnTo>
                    <a:pt x="1874139" y="19050"/>
                  </a:lnTo>
                  <a:lnTo>
                    <a:pt x="1879345" y="19050"/>
                  </a:lnTo>
                  <a:lnTo>
                    <a:pt x="1883664" y="14732"/>
                  </a:lnTo>
                  <a:lnTo>
                    <a:pt x="1883664" y="4318"/>
                  </a:lnTo>
                  <a:lnTo>
                    <a:pt x="1879345" y="0"/>
                  </a:lnTo>
                  <a:close/>
                </a:path>
                <a:path w="10424160" h="5213350">
                  <a:moveTo>
                    <a:pt x="1912239" y="0"/>
                  </a:moveTo>
                  <a:lnTo>
                    <a:pt x="1906905" y="0"/>
                  </a:lnTo>
                  <a:lnTo>
                    <a:pt x="1902714" y="4318"/>
                  </a:lnTo>
                  <a:lnTo>
                    <a:pt x="1902714" y="14732"/>
                  </a:lnTo>
                  <a:lnTo>
                    <a:pt x="1906905" y="19050"/>
                  </a:lnTo>
                  <a:lnTo>
                    <a:pt x="1912239" y="19050"/>
                  </a:lnTo>
                  <a:lnTo>
                    <a:pt x="1912239" y="0"/>
                  </a:lnTo>
                  <a:close/>
                </a:path>
                <a:path w="10424160" h="5213350">
                  <a:moveTo>
                    <a:pt x="1917445" y="0"/>
                  </a:moveTo>
                  <a:lnTo>
                    <a:pt x="1912239" y="0"/>
                  </a:lnTo>
                  <a:lnTo>
                    <a:pt x="1912239" y="19050"/>
                  </a:lnTo>
                  <a:lnTo>
                    <a:pt x="1917445" y="19050"/>
                  </a:lnTo>
                  <a:lnTo>
                    <a:pt x="1921764" y="14732"/>
                  </a:lnTo>
                  <a:lnTo>
                    <a:pt x="1921764" y="4318"/>
                  </a:lnTo>
                  <a:lnTo>
                    <a:pt x="1917445" y="0"/>
                  </a:lnTo>
                  <a:close/>
                </a:path>
                <a:path w="10424160" h="5213350">
                  <a:moveTo>
                    <a:pt x="1950339" y="0"/>
                  </a:moveTo>
                  <a:lnTo>
                    <a:pt x="1945005" y="0"/>
                  </a:lnTo>
                  <a:lnTo>
                    <a:pt x="1940814" y="4318"/>
                  </a:lnTo>
                  <a:lnTo>
                    <a:pt x="1940814" y="14732"/>
                  </a:lnTo>
                  <a:lnTo>
                    <a:pt x="1945005" y="19050"/>
                  </a:lnTo>
                  <a:lnTo>
                    <a:pt x="1950339" y="19050"/>
                  </a:lnTo>
                  <a:lnTo>
                    <a:pt x="1950339" y="0"/>
                  </a:lnTo>
                  <a:close/>
                </a:path>
                <a:path w="10424160" h="5213350">
                  <a:moveTo>
                    <a:pt x="1955545" y="0"/>
                  </a:moveTo>
                  <a:lnTo>
                    <a:pt x="1950339" y="0"/>
                  </a:lnTo>
                  <a:lnTo>
                    <a:pt x="1950339" y="19050"/>
                  </a:lnTo>
                  <a:lnTo>
                    <a:pt x="1955545" y="19050"/>
                  </a:lnTo>
                  <a:lnTo>
                    <a:pt x="1959864" y="14732"/>
                  </a:lnTo>
                  <a:lnTo>
                    <a:pt x="1959864" y="4318"/>
                  </a:lnTo>
                  <a:lnTo>
                    <a:pt x="1955545" y="0"/>
                  </a:lnTo>
                  <a:close/>
                </a:path>
                <a:path w="10424160" h="5213350">
                  <a:moveTo>
                    <a:pt x="1988439" y="0"/>
                  </a:moveTo>
                  <a:lnTo>
                    <a:pt x="1983105" y="0"/>
                  </a:lnTo>
                  <a:lnTo>
                    <a:pt x="1978914" y="4318"/>
                  </a:lnTo>
                  <a:lnTo>
                    <a:pt x="1978914" y="14732"/>
                  </a:lnTo>
                  <a:lnTo>
                    <a:pt x="1983105" y="19050"/>
                  </a:lnTo>
                  <a:lnTo>
                    <a:pt x="1988439" y="19050"/>
                  </a:lnTo>
                  <a:lnTo>
                    <a:pt x="1988439" y="0"/>
                  </a:lnTo>
                  <a:close/>
                </a:path>
                <a:path w="10424160" h="5213350">
                  <a:moveTo>
                    <a:pt x="1993645" y="0"/>
                  </a:moveTo>
                  <a:lnTo>
                    <a:pt x="1988439" y="0"/>
                  </a:lnTo>
                  <a:lnTo>
                    <a:pt x="1988439" y="19050"/>
                  </a:lnTo>
                  <a:lnTo>
                    <a:pt x="1993645" y="19050"/>
                  </a:lnTo>
                  <a:lnTo>
                    <a:pt x="1997964" y="14732"/>
                  </a:lnTo>
                  <a:lnTo>
                    <a:pt x="1997964" y="4318"/>
                  </a:lnTo>
                  <a:lnTo>
                    <a:pt x="1993645" y="0"/>
                  </a:lnTo>
                  <a:close/>
                </a:path>
                <a:path w="10424160" h="5213350">
                  <a:moveTo>
                    <a:pt x="2026539" y="0"/>
                  </a:moveTo>
                  <a:lnTo>
                    <a:pt x="2021332" y="0"/>
                  </a:lnTo>
                  <a:lnTo>
                    <a:pt x="2017014" y="4318"/>
                  </a:lnTo>
                  <a:lnTo>
                    <a:pt x="2017014" y="14732"/>
                  </a:lnTo>
                  <a:lnTo>
                    <a:pt x="2021332" y="19050"/>
                  </a:lnTo>
                  <a:lnTo>
                    <a:pt x="2026539" y="19050"/>
                  </a:lnTo>
                  <a:lnTo>
                    <a:pt x="2026539" y="0"/>
                  </a:lnTo>
                  <a:close/>
                </a:path>
                <a:path w="10424160" h="5213350">
                  <a:moveTo>
                    <a:pt x="2031872" y="0"/>
                  </a:moveTo>
                  <a:lnTo>
                    <a:pt x="2026539" y="0"/>
                  </a:lnTo>
                  <a:lnTo>
                    <a:pt x="2026539" y="19050"/>
                  </a:lnTo>
                  <a:lnTo>
                    <a:pt x="2031872" y="19050"/>
                  </a:lnTo>
                  <a:lnTo>
                    <a:pt x="2036064" y="14732"/>
                  </a:lnTo>
                  <a:lnTo>
                    <a:pt x="2036064" y="4318"/>
                  </a:lnTo>
                  <a:lnTo>
                    <a:pt x="2031872" y="0"/>
                  </a:lnTo>
                  <a:close/>
                </a:path>
                <a:path w="10424160" h="5213350">
                  <a:moveTo>
                    <a:pt x="2064639" y="0"/>
                  </a:moveTo>
                  <a:lnTo>
                    <a:pt x="2059432" y="0"/>
                  </a:lnTo>
                  <a:lnTo>
                    <a:pt x="2055114" y="4318"/>
                  </a:lnTo>
                  <a:lnTo>
                    <a:pt x="2055114" y="14732"/>
                  </a:lnTo>
                  <a:lnTo>
                    <a:pt x="2059432" y="19050"/>
                  </a:lnTo>
                  <a:lnTo>
                    <a:pt x="2064639" y="19050"/>
                  </a:lnTo>
                  <a:lnTo>
                    <a:pt x="2064639" y="0"/>
                  </a:lnTo>
                  <a:close/>
                </a:path>
                <a:path w="10424160" h="5213350">
                  <a:moveTo>
                    <a:pt x="2069972" y="0"/>
                  </a:moveTo>
                  <a:lnTo>
                    <a:pt x="2064639" y="0"/>
                  </a:lnTo>
                  <a:lnTo>
                    <a:pt x="2064639" y="19050"/>
                  </a:lnTo>
                  <a:lnTo>
                    <a:pt x="2069972" y="19050"/>
                  </a:lnTo>
                  <a:lnTo>
                    <a:pt x="2074164" y="14732"/>
                  </a:lnTo>
                  <a:lnTo>
                    <a:pt x="2074164" y="4318"/>
                  </a:lnTo>
                  <a:lnTo>
                    <a:pt x="2069972" y="0"/>
                  </a:lnTo>
                  <a:close/>
                </a:path>
                <a:path w="10424160" h="5213350">
                  <a:moveTo>
                    <a:pt x="2102739" y="0"/>
                  </a:moveTo>
                  <a:lnTo>
                    <a:pt x="2097532" y="0"/>
                  </a:lnTo>
                  <a:lnTo>
                    <a:pt x="2093214" y="4318"/>
                  </a:lnTo>
                  <a:lnTo>
                    <a:pt x="2093214" y="14732"/>
                  </a:lnTo>
                  <a:lnTo>
                    <a:pt x="2097532" y="19050"/>
                  </a:lnTo>
                  <a:lnTo>
                    <a:pt x="2102739" y="19050"/>
                  </a:lnTo>
                  <a:lnTo>
                    <a:pt x="2102739" y="0"/>
                  </a:lnTo>
                  <a:close/>
                </a:path>
                <a:path w="10424160" h="5213350">
                  <a:moveTo>
                    <a:pt x="2108072" y="0"/>
                  </a:moveTo>
                  <a:lnTo>
                    <a:pt x="2102739" y="0"/>
                  </a:lnTo>
                  <a:lnTo>
                    <a:pt x="2102739" y="19050"/>
                  </a:lnTo>
                  <a:lnTo>
                    <a:pt x="2108072" y="19050"/>
                  </a:lnTo>
                  <a:lnTo>
                    <a:pt x="2112264" y="14732"/>
                  </a:lnTo>
                  <a:lnTo>
                    <a:pt x="2112264" y="4318"/>
                  </a:lnTo>
                  <a:lnTo>
                    <a:pt x="2108072" y="0"/>
                  </a:lnTo>
                  <a:close/>
                </a:path>
                <a:path w="10424160" h="5213350">
                  <a:moveTo>
                    <a:pt x="2140839" y="0"/>
                  </a:moveTo>
                  <a:lnTo>
                    <a:pt x="2135632" y="0"/>
                  </a:lnTo>
                  <a:lnTo>
                    <a:pt x="2131314" y="4318"/>
                  </a:lnTo>
                  <a:lnTo>
                    <a:pt x="2131314" y="14732"/>
                  </a:lnTo>
                  <a:lnTo>
                    <a:pt x="2135632" y="19050"/>
                  </a:lnTo>
                  <a:lnTo>
                    <a:pt x="2140839" y="19050"/>
                  </a:lnTo>
                  <a:lnTo>
                    <a:pt x="2140839" y="0"/>
                  </a:lnTo>
                  <a:close/>
                </a:path>
                <a:path w="10424160" h="5213350">
                  <a:moveTo>
                    <a:pt x="2146172" y="0"/>
                  </a:moveTo>
                  <a:lnTo>
                    <a:pt x="2140966" y="0"/>
                  </a:lnTo>
                  <a:lnTo>
                    <a:pt x="2140966" y="19050"/>
                  </a:lnTo>
                  <a:lnTo>
                    <a:pt x="2146172" y="19050"/>
                  </a:lnTo>
                  <a:lnTo>
                    <a:pt x="2150491" y="14732"/>
                  </a:lnTo>
                  <a:lnTo>
                    <a:pt x="2150491" y="4318"/>
                  </a:lnTo>
                  <a:lnTo>
                    <a:pt x="2146172" y="0"/>
                  </a:lnTo>
                  <a:close/>
                </a:path>
                <a:path w="10424160" h="5213350">
                  <a:moveTo>
                    <a:pt x="2179066" y="0"/>
                  </a:moveTo>
                  <a:lnTo>
                    <a:pt x="2173732" y="0"/>
                  </a:lnTo>
                  <a:lnTo>
                    <a:pt x="2169541" y="4318"/>
                  </a:lnTo>
                  <a:lnTo>
                    <a:pt x="2169541" y="14732"/>
                  </a:lnTo>
                  <a:lnTo>
                    <a:pt x="2173732" y="19050"/>
                  </a:lnTo>
                  <a:lnTo>
                    <a:pt x="2179066" y="19050"/>
                  </a:lnTo>
                  <a:lnTo>
                    <a:pt x="2179066" y="0"/>
                  </a:lnTo>
                  <a:close/>
                </a:path>
                <a:path w="10424160" h="5213350">
                  <a:moveTo>
                    <a:pt x="2184272" y="0"/>
                  </a:moveTo>
                  <a:lnTo>
                    <a:pt x="2179066" y="0"/>
                  </a:lnTo>
                  <a:lnTo>
                    <a:pt x="2179066" y="19050"/>
                  </a:lnTo>
                  <a:lnTo>
                    <a:pt x="2184272" y="19050"/>
                  </a:lnTo>
                  <a:lnTo>
                    <a:pt x="2188591" y="14732"/>
                  </a:lnTo>
                  <a:lnTo>
                    <a:pt x="2188591" y="4318"/>
                  </a:lnTo>
                  <a:lnTo>
                    <a:pt x="2184272" y="0"/>
                  </a:lnTo>
                  <a:close/>
                </a:path>
                <a:path w="10424160" h="5213350">
                  <a:moveTo>
                    <a:pt x="2217166" y="0"/>
                  </a:moveTo>
                  <a:lnTo>
                    <a:pt x="2211832" y="0"/>
                  </a:lnTo>
                  <a:lnTo>
                    <a:pt x="2207641" y="4318"/>
                  </a:lnTo>
                  <a:lnTo>
                    <a:pt x="2207641" y="14732"/>
                  </a:lnTo>
                  <a:lnTo>
                    <a:pt x="2211832" y="19050"/>
                  </a:lnTo>
                  <a:lnTo>
                    <a:pt x="2217166" y="19050"/>
                  </a:lnTo>
                  <a:lnTo>
                    <a:pt x="2217166" y="0"/>
                  </a:lnTo>
                  <a:close/>
                </a:path>
                <a:path w="10424160" h="5213350">
                  <a:moveTo>
                    <a:pt x="2222372" y="0"/>
                  </a:moveTo>
                  <a:lnTo>
                    <a:pt x="2217166" y="0"/>
                  </a:lnTo>
                  <a:lnTo>
                    <a:pt x="2217166" y="19050"/>
                  </a:lnTo>
                  <a:lnTo>
                    <a:pt x="2222372" y="19050"/>
                  </a:lnTo>
                  <a:lnTo>
                    <a:pt x="2226691" y="14732"/>
                  </a:lnTo>
                  <a:lnTo>
                    <a:pt x="2226691" y="4318"/>
                  </a:lnTo>
                  <a:lnTo>
                    <a:pt x="2222372" y="0"/>
                  </a:lnTo>
                  <a:close/>
                </a:path>
                <a:path w="10424160" h="5213350">
                  <a:moveTo>
                    <a:pt x="2255266" y="0"/>
                  </a:moveTo>
                  <a:lnTo>
                    <a:pt x="2249932" y="0"/>
                  </a:lnTo>
                  <a:lnTo>
                    <a:pt x="2245741" y="4318"/>
                  </a:lnTo>
                  <a:lnTo>
                    <a:pt x="2245741" y="14732"/>
                  </a:lnTo>
                  <a:lnTo>
                    <a:pt x="2249932" y="19050"/>
                  </a:lnTo>
                  <a:lnTo>
                    <a:pt x="2255266" y="19050"/>
                  </a:lnTo>
                  <a:lnTo>
                    <a:pt x="2255266" y="0"/>
                  </a:lnTo>
                  <a:close/>
                </a:path>
                <a:path w="10424160" h="5213350">
                  <a:moveTo>
                    <a:pt x="2260472" y="0"/>
                  </a:moveTo>
                  <a:lnTo>
                    <a:pt x="2255266" y="0"/>
                  </a:lnTo>
                  <a:lnTo>
                    <a:pt x="2255266" y="19050"/>
                  </a:lnTo>
                  <a:lnTo>
                    <a:pt x="2260472" y="19050"/>
                  </a:lnTo>
                  <a:lnTo>
                    <a:pt x="2264791" y="14732"/>
                  </a:lnTo>
                  <a:lnTo>
                    <a:pt x="2264791" y="4318"/>
                  </a:lnTo>
                  <a:lnTo>
                    <a:pt x="2260472" y="0"/>
                  </a:lnTo>
                  <a:close/>
                </a:path>
                <a:path w="10424160" h="5213350">
                  <a:moveTo>
                    <a:pt x="2293366" y="0"/>
                  </a:moveTo>
                  <a:lnTo>
                    <a:pt x="2288159" y="0"/>
                  </a:lnTo>
                  <a:lnTo>
                    <a:pt x="2283841" y="4318"/>
                  </a:lnTo>
                  <a:lnTo>
                    <a:pt x="2283841" y="14732"/>
                  </a:lnTo>
                  <a:lnTo>
                    <a:pt x="2288159" y="19050"/>
                  </a:lnTo>
                  <a:lnTo>
                    <a:pt x="2293366" y="19050"/>
                  </a:lnTo>
                  <a:lnTo>
                    <a:pt x="2293366" y="0"/>
                  </a:lnTo>
                  <a:close/>
                </a:path>
                <a:path w="10424160" h="5213350">
                  <a:moveTo>
                    <a:pt x="2298700" y="0"/>
                  </a:moveTo>
                  <a:lnTo>
                    <a:pt x="2293366" y="0"/>
                  </a:lnTo>
                  <a:lnTo>
                    <a:pt x="2293366" y="19050"/>
                  </a:lnTo>
                  <a:lnTo>
                    <a:pt x="2298700" y="19050"/>
                  </a:lnTo>
                  <a:lnTo>
                    <a:pt x="2302891" y="14732"/>
                  </a:lnTo>
                  <a:lnTo>
                    <a:pt x="2302891" y="4318"/>
                  </a:lnTo>
                  <a:lnTo>
                    <a:pt x="2298700" y="0"/>
                  </a:lnTo>
                  <a:close/>
                </a:path>
                <a:path w="10424160" h="5213350">
                  <a:moveTo>
                    <a:pt x="2331466" y="0"/>
                  </a:moveTo>
                  <a:lnTo>
                    <a:pt x="2326259" y="0"/>
                  </a:lnTo>
                  <a:lnTo>
                    <a:pt x="2321941" y="4318"/>
                  </a:lnTo>
                  <a:lnTo>
                    <a:pt x="2321941" y="14732"/>
                  </a:lnTo>
                  <a:lnTo>
                    <a:pt x="2326259" y="19050"/>
                  </a:lnTo>
                  <a:lnTo>
                    <a:pt x="2331466" y="19050"/>
                  </a:lnTo>
                  <a:lnTo>
                    <a:pt x="2331466" y="0"/>
                  </a:lnTo>
                  <a:close/>
                </a:path>
                <a:path w="10424160" h="5213350">
                  <a:moveTo>
                    <a:pt x="2336800" y="0"/>
                  </a:moveTo>
                  <a:lnTo>
                    <a:pt x="2331466" y="0"/>
                  </a:lnTo>
                  <a:lnTo>
                    <a:pt x="2331466" y="19050"/>
                  </a:lnTo>
                  <a:lnTo>
                    <a:pt x="2336800" y="19050"/>
                  </a:lnTo>
                  <a:lnTo>
                    <a:pt x="2340991" y="14732"/>
                  </a:lnTo>
                  <a:lnTo>
                    <a:pt x="2340991" y="4318"/>
                  </a:lnTo>
                  <a:lnTo>
                    <a:pt x="2336800" y="0"/>
                  </a:lnTo>
                  <a:close/>
                </a:path>
                <a:path w="10424160" h="5213350">
                  <a:moveTo>
                    <a:pt x="2369566" y="0"/>
                  </a:moveTo>
                  <a:lnTo>
                    <a:pt x="2364359" y="0"/>
                  </a:lnTo>
                  <a:lnTo>
                    <a:pt x="2360041" y="4318"/>
                  </a:lnTo>
                  <a:lnTo>
                    <a:pt x="2360041" y="14732"/>
                  </a:lnTo>
                  <a:lnTo>
                    <a:pt x="2364359" y="19050"/>
                  </a:lnTo>
                  <a:lnTo>
                    <a:pt x="2369566" y="19050"/>
                  </a:lnTo>
                  <a:lnTo>
                    <a:pt x="2369566" y="0"/>
                  </a:lnTo>
                  <a:close/>
                </a:path>
                <a:path w="10424160" h="5213350">
                  <a:moveTo>
                    <a:pt x="2374900" y="0"/>
                  </a:moveTo>
                  <a:lnTo>
                    <a:pt x="2369566" y="0"/>
                  </a:lnTo>
                  <a:lnTo>
                    <a:pt x="2369566" y="19050"/>
                  </a:lnTo>
                  <a:lnTo>
                    <a:pt x="2374900" y="19050"/>
                  </a:lnTo>
                  <a:lnTo>
                    <a:pt x="2379091" y="14732"/>
                  </a:lnTo>
                  <a:lnTo>
                    <a:pt x="2379091" y="4318"/>
                  </a:lnTo>
                  <a:lnTo>
                    <a:pt x="2374900" y="0"/>
                  </a:lnTo>
                  <a:close/>
                </a:path>
                <a:path w="10424160" h="5213350">
                  <a:moveTo>
                    <a:pt x="2407666" y="0"/>
                  </a:moveTo>
                  <a:lnTo>
                    <a:pt x="2402459" y="0"/>
                  </a:lnTo>
                  <a:lnTo>
                    <a:pt x="2398141" y="4318"/>
                  </a:lnTo>
                  <a:lnTo>
                    <a:pt x="2398141" y="14732"/>
                  </a:lnTo>
                  <a:lnTo>
                    <a:pt x="2402459" y="19050"/>
                  </a:lnTo>
                  <a:lnTo>
                    <a:pt x="2407666" y="19050"/>
                  </a:lnTo>
                  <a:lnTo>
                    <a:pt x="2407666" y="0"/>
                  </a:lnTo>
                  <a:close/>
                </a:path>
                <a:path w="10424160" h="5213350">
                  <a:moveTo>
                    <a:pt x="2407793" y="12700"/>
                  </a:moveTo>
                  <a:lnTo>
                    <a:pt x="2407666" y="12700"/>
                  </a:lnTo>
                  <a:lnTo>
                    <a:pt x="2407666" y="19050"/>
                  </a:lnTo>
                  <a:lnTo>
                    <a:pt x="2407793" y="19050"/>
                  </a:lnTo>
                  <a:lnTo>
                    <a:pt x="2407793" y="12700"/>
                  </a:lnTo>
                  <a:close/>
                </a:path>
                <a:path w="10424160" h="5213350">
                  <a:moveTo>
                    <a:pt x="2413000" y="0"/>
                  </a:moveTo>
                  <a:lnTo>
                    <a:pt x="2407793" y="0"/>
                  </a:lnTo>
                  <a:lnTo>
                    <a:pt x="2407793" y="19050"/>
                  </a:lnTo>
                  <a:lnTo>
                    <a:pt x="2413000" y="19050"/>
                  </a:lnTo>
                  <a:lnTo>
                    <a:pt x="2417318" y="14732"/>
                  </a:lnTo>
                  <a:lnTo>
                    <a:pt x="2417318" y="4318"/>
                  </a:lnTo>
                  <a:lnTo>
                    <a:pt x="2413000" y="0"/>
                  </a:lnTo>
                  <a:close/>
                </a:path>
                <a:path w="10424160" h="5213350">
                  <a:moveTo>
                    <a:pt x="2407793" y="0"/>
                  </a:moveTo>
                  <a:lnTo>
                    <a:pt x="2407666" y="0"/>
                  </a:lnTo>
                  <a:lnTo>
                    <a:pt x="2407666" y="6350"/>
                  </a:lnTo>
                  <a:lnTo>
                    <a:pt x="2407793" y="6350"/>
                  </a:lnTo>
                  <a:lnTo>
                    <a:pt x="2407793" y="0"/>
                  </a:lnTo>
                  <a:close/>
                </a:path>
                <a:path w="10424160" h="5213350">
                  <a:moveTo>
                    <a:pt x="2445893" y="0"/>
                  </a:moveTo>
                  <a:lnTo>
                    <a:pt x="2440559" y="0"/>
                  </a:lnTo>
                  <a:lnTo>
                    <a:pt x="2436368" y="4318"/>
                  </a:lnTo>
                  <a:lnTo>
                    <a:pt x="2436368" y="14732"/>
                  </a:lnTo>
                  <a:lnTo>
                    <a:pt x="2440559" y="19050"/>
                  </a:lnTo>
                  <a:lnTo>
                    <a:pt x="2445893" y="19050"/>
                  </a:lnTo>
                  <a:lnTo>
                    <a:pt x="2445893" y="0"/>
                  </a:lnTo>
                  <a:close/>
                </a:path>
                <a:path w="10424160" h="5213350">
                  <a:moveTo>
                    <a:pt x="2451100" y="0"/>
                  </a:moveTo>
                  <a:lnTo>
                    <a:pt x="2445893" y="0"/>
                  </a:lnTo>
                  <a:lnTo>
                    <a:pt x="2445893" y="19050"/>
                  </a:lnTo>
                  <a:lnTo>
                    <a:pt x="2451100" y="19050"/>
                  </a:lnTo>
                  <a:lnTo>
                    <a:pt x="2455418" y="14732"/>
                  </a:lnTo>
                  <a:lnTo>
                    <a:pt x="2455418" y="4318"/>
                  </a:lnTo>
                  <a:lnTo>
                    <a:pt x="2451100" y="0"/>
                  </a:lnTo>
                  <a:close/>
                </a:path>
                <a:path w="10424160" h="5213350">
                  <a:moveTo>
                    <a:pt x="2483993" y="0"/>
                  </a:moveTo>
                  <a:lnTo>
                    <a:pt x="2478659" y="0"/>
                  </a:lnTo>
                  <a:lnTo>
                    <a:pt x="2474468" y="4318"/>
                  </a:lnTo>
                  <a:lnTo>
                    <a:pt x="2474468" y="14732"/>
                  </a:lnTo>
                  <a:lnTo>
                    <a:pt x="2478659" y="19050"/>
                  </a:lnTo>
                  <a:lnTo>
                    <a:pt x="2483993" y="19050"/>
                  </a:lnTo>
                  <a:lnTo>
                    <a:pt x="2483993" y="0"/>
                  </a:lnTo>
                  <a:close/>
                </a:path>
                <a:path w="10424160" h="5213350">
                  <a:moveTo>
                    <a:pt x="2489200" y="0"/>
                  </a:moveTo>
                  <a:lnTo>
                    <a:pt x="2483993" y="0"/>
                  </a:lnTo>
                  <a:lnTo>
                    <a:pt x="2483993" y="19050"/>
                  </a:lnTo>
                  <a:lnTo>
                    <a:pt x="2489200" y="19050"/>
                  </a:lnTo>
                  <a:lnTo>
                    <a:pt x="2493518" y="14732"/>
                  </a:lnTo>
                  <a:lnTo>
                    <a:pt x="2493518" y="4318"/>
                  </a:lnTo>
                  <a:lnTo>
                    <a:pt x="2489200" y="0"/>
                  </a:lnTo>
                  <a:close/>
                </a:path>
                <a:path w="10424160" h="5213350">
                  <a:moveTo>
                    <a:pt x="2522093" y="0"/>
                  </a:moveTo>
                  <a:lnTo>
                    <a:pt x="2516759" y="0"/>
                  </a:lnTo>
                  <a:lnTo>
                    <a:pt x="2512568" y="4318"/>
                  </a:lnTo>
                  <a:lnTo>
                    <a:pt x="2512568" y="14732"/>
                  </a:lnTo>
                  <a:lnTo>
                    <a:pt x="2516759" y="19050"/>
                  </a:lnTo>
                  <a:lnTo>
                    <a:pt x="2522093" y="19050"/>
                  </a:lnTo>
                  <a:lnTo>
                    <a:pt x="2522093" y="0"/>
                  </a:lnTo>
                  <a:close/>
                </a:path>
                <a:path w="10424160" h="5213350">
                  <a:moveTo>
                    <a:pt x="2527300" y="0"/>
                  </a:moveTo>
                  <a:lnTo>
                    <a:pt x="2522093" y="0"/>
                  </a:lnTo>
                  <a:lnTo>
                    <a:pt x="2522093" y="19050"/>
                  </a:lnTo>
                  <a:lnTo>
                    <a:pt x="2527300" y="19050"/>
                  </a:lnTo>
                  <a:lnTo>
                    <a:pt x="2531618" y="14732"/>
                  </a:lnTo>
                  <a:lnTo>
                    <a:pt x="2531618" y="4318"/>
                  </a:lnTo>
                  <a:lnTo>
                    <a:pt x="2527300" y="0"/>
                  </a:lnTo>
                  <a:close/>
                </a:path>
                <a:path w="10424160" h="5213350">
                  <a:moveTo>
                    <a:pt x="2560193" y="0"/>
                  </a:moveTo>
                  <a:lnTo>
                    <a:pt x="2554985" y="0"/>
                  </a:lnTo>
                  <a:lnTo>
                    <a:pt x="2550668" y="4318"/>
                  </a:lnTo>
                  <a:lnTo>
                    <a:pt x="2550668" y="14732"/>
                  </a:lnTo>
                  <a:lnTo>
                    <a:pt x="2554985" y="19050"/>
                  </a:lnTo>
                  <a:lnTo>
                    <a:pt x="2560193" y="19050"/>
                  </a:lnTo>
                  <a:lnTo>
                    <a:pt x="2560193" y="0"/>
                  </a:lnTo>
                  <a:close/>
                </a:path>
                <a:path w="10424160" h="5213350">
                  <a:moveTo>
                    <a:pt x="2565527" y="0"/>
                  </a:moveTo>
                  <a:lnTo>
                    <a:pt x="2560193" y="0"/>
                  </a:lnTo>
                  <a:lnTo>
                    <a:pt x="2560193" y="19050"/>
                  </a:lnTo>
                  <a:lnTo>
                    <a:pt x="2565527" y="19050"/>
                  </a:lnTo>
                  <a:lnTo>
                    <a:pt x="2569718" y="14732"/>
                  </a:lnTo>
                  <a:lnTo>
                    <a:pt x="2569718" y="4318"/>
                  </a:lnTo>
                  <a:lnTo>
                    <a:pt x="2565527" y="0"/>
                  </a:lnTo>
                  <a:close/>
                </a:path>
                <a:path w="10424160" h="5213350">
                  <a:moveTo>
                    <a:pt x="2598293" y="0"/>
                  </a:moveTo>
                  <a:lnTo>
                    <a:pt x="2593085" y="0"/>
                  </a:lnTo>
                  <a:lnTo>
                    <a:pt x="2588768" y="4318"/>
                  </a:lnTo>
                  <a:lnTo>
                    <a:pt x="2588768" y="14732"/>
                  </a:lnTo>
                  <a:lnTo>
                    <a:pt x="2593085" y="19050"/>
                  </a:lnTo>
                  <a:lnTo>
                    <a:pt x="2598293" y="19050"/>
                  </a:lnTo>
                  <a:lnTo>
                    <a:pt x="2598293" y="0"/>
                  </a:lnTo>
                  <a:close/>
                </a:path>
                <a:path w="10424160" h="5213350">
                  <a:moveTo>
                    <a:pt x="2603627" y="0"/>
                  </a:moveTo>
                  <a:lnTo>
                    <a:pt x="2598293" y="0"/>
                  </a:lnTo>
                  <a:lnTo>
                    <a:pt x="2598293" y="19050"/>
                  </a:lnTo>
                  <a:lnTo>
                    <a:pt x="2603627" y="19050"/>
                  </a:lnTo>
                  <a:lnTo>
                    <a:pt x="2607818" y="14732"/>
                  </a:lnTo>
                  <a:lnTo>
                    <a:pt x="2607818" y="4318"/>
                  </a:lnTo>
                  <a:lnTo>
                    <a:pt x="2603627" y="0"/>
                  </a:lnTo>
                  <a:close/>
                </a:path>
                <a:path w="10424160" h="5213350">
                  <a:moveTo>
                    <a:pt x="2636393" y="0"/>
                  </a:moveTo>
                  <a:lnTo>
                    <a:pt x="2631185" y="0"/>
                  </a:lnTo>
                  <a:lnTo>
                    <a:pt x="2626868" y="4318"/>
                  </a:lnTo>
                  <a:lnTo>
                    <a:pt x="2626868" y="14732"/>
                  </a:lnTo>
                  <a:lnTo>
                    <a:pt x="2631185" y="19050"/>
                  </a:lnTo>
                  <a:lnTo>
                    <a:pt x="2636393" y="19050"/>
                  </a:lnTo>
                  <a:lnTo>
                    <a:pt x="2636393" y="0"/>
                  </a:lnTo>
                  <a:close/>
                </a:path>
                <a:path w="10424160" h="5213350">
                  <a:moveTo>
                    <a:pt x="2641727" y="0"/>
                  </a:moveTo>
                  <a:lnTo>
                    <a:pt x="2636520" y="0"/>
                  </a:lnTo>
                  <a:lnTo>
                    <a:pt x="2636520" y="19050"/>
                  </a:lnTo>
                  <a:lnTo>
                    <a:pt x="2641727" y="19050"/>
                  </a:lnTo>
                  <a:lnTo>
                    <a:pt x="2646045" y="14732"/>
                  </a:lnTo>
                  <a:lnTo>
                    <a:pt x="2646045" y="4318"/>
                  </a:lnTo>
                  <a:lnTo>
                    <a:pt x="2641727" y="0"/>
                  </a:lnTo>
                  <a:close/>
                </a:path>
                <a:path w="10424160" h="5213350">
                  <a:moveTo>
                    <a:pt x="2674620" y="0"/>
                  </a:moveTo>
                  <a:lnTo>
                    <a:pt x="2669285" y="0"/>
                  </a:lnTo>
                  <a:lnTo>
                    <a:pt x="2665095" y="4318"/>
                  </a:lnTo>
                  <a:lnTo>
                    <a:pt x="2665095" y="14732"/>
                  </a:lnTo>
                  <a:lnTo>
                    <a:pt x="2669285" y="19050"/>
                  </a:lnTo>
                  <a:lnTo>
                    <a:pt x="2674620" y="19050"/>
                  </a:lnTo>
                  <a:lnTo>
                    <a:pt x="2674620" y="0"/>
                  </a:lnTo>
                  <a:close/>
                </a:path>
                <a:path w="10424160" h="5213350">
                  <a:moveTo>
                    <a:pt x="2679827" y="0"/>
                  </a:moveTo>
                  <a:lnTo>
                    <a:pt x="2674620" y="0"/>
                  </a:lnTo>
                  <a:lnTo>
                    <a:pt x="2674620" y="19050"/>
                  </a:lnTo>
                  <a:lnTo>
                    <a:pt x="2679827" y="19050"/>
                  </a:lnTo>
                  <a:lnTo>
                    <a:pt x="2684145" y="14732"/>
                  </a:lnTo>
                  <a:lnTo>
                    <a:pt x="2684145" y="4318"/>
                  </a:lnTo>
                  <a:lnTo>
                    <a:pt x="2679827" y="0"/>
                  </a:lnTo>
                  <a:close/>
                </a:path>
                <a:path w="10424160" h="5213350">
                  <a:moveTo>
                    <a:pt x="2712720" y="0"/>
                  </a:moveTo>
                  <a:lnTo>
                    <a:pt x="2707385" y="0"/>
                  </a:lnTo>
                  <a:lnTo>
                    <a:pt x="2703195" y="4318"/>
                  </a:lnTo>
                  <a:lnTo>
                    <a:pt x="2703195" y="14732"/>
                  </a:lnTo>
                  <a:lnTo>
                    <a:pt x="2707385" y="19050"/>
                  </a:lnTo>
                  <a:lnTo>
                    <a:pt x="2712720" y="19050"/>
                  </a:lnTo>
                  <a:lnTo>
                    <a:pt x="2712720" y="0"/>
                  </a:lnTo>
                  <a:close/>
                </a:path>
                <a:path w="10424160" h="5213350">
                  <a:moveTo>
                    <a:pt x="2717927" y="0"/>
                  </a:moveTo>
                  <a:lnTo>
                    <a:pt x="2712720" y="0"/>
                  </a:lnTo>
                  <a:lnTo>
                    <a:pt x="2712720" y="19050"/>
                  </a:lnTo>
                  <a:lnTo>
                    <a:pt x="2717927" y="19050"/>
                  </a:lnTo>
                  <a:lnTo>
                    <a:pt x="2722245" y="14732"/>
                  </a:lnTo>
                  <a:lnTo>
                    <a:pt x="2722245" y="4318"/>
                  </a:lnTo>
                  <a:lnTo>
                    <a:pt x="2717927" y="0"/>
                  </a:lnTo>
                  <a:close/>
                </a:path>
                <a:path w="10424160" h="5213350">
                  <a:moveTo>
                    <a:pt x="2750820" y="0"/>
                  </a:moveTo>
                  <a:lnTo>
                    <a:pt x="2745485" y="0"/>
                  </a:lnTo>
                  <a:lnTo>
                    <a:pt x="2741295" y="4318"/>
                  </a:lnTo>
                  <a:lnTo>
                    <a:pt x="2741295" y="14732"/>
                  </a:lnTo>
                  <a:lnTo>
                    <a:pt x="2745485" y="19050"/>
                  </a:lnTo>
                  <a:lnTo>
                    <a:pt x="2750820" y="19050"/>
                  </a:lnTo>
                  <a:lnTo>
                    <a:pt x="2750820" y="0"/>
                  </a:lnTo>
                  <a:close/>
                </a:path>
                <a:path w="10424160" h="5213350">
                  <a:moveTo>
                    <a:pt x="2756027" y="0"/>
                  </a:moveTo>
                  <a:lnTo>
                    <a:pt x="2750820" y="0"/>
                  </a:lnTo>
                  <a:lnTo>
                    <a:pt x="2750820" y="19050"/>
                  </a:lnTo>
                  <a:lnTo>
                    <a:pt x="2756027" y="19050"/>
                  </a:lnTo>
                  <a:lnTo>
                    <a:pt x="2760345" y="14732"/>
                  </a:lnTo>
                  <a:lnTo>
                    <a:pt x="2760345" y="4318"/>
                  </a:lnTo>
                  <a:lnTo>
                    <a:pt x="2756027" y="0"/>
                  </a:lnTo>
                  <a:close/>
                </a:path>
                <a:path w="10424160" h="5213350">
                  <a:moveTo>
                    <a:pt x="2788920" y="0"/>
                  </a:moveTo>
                  <a:lnTo>
                    <a:pt x="2783712" y="0"/>
                  </a:lnTo>
                  <a:lnTo>
                    <a:pt x="2779395" y="4318"/>
                  </a:lnTo>
                  <a:lnTo>
                    <a:pt x="2779395" y="14732"/>
                  </a:lnTo>
                  <a:lnTo>
                    <a:pt x="2783712" y="19050"/>
                  </a:lnTo>
                  <a:lnTo>
                    <a:pt x="2788920" y="19050"/>
                  </a:lnTo>
                  <a:lnTo>
                    <a:pt x="2788920" y="0"/>
                  </a:lnTo>
                  <a:close/>
                </a:path>
                <a:path w="10424160" h="5213350">
                  <a:moveTo>
                    <a:pt x="2794254" y="0"/>
                  </a:moveTo>
                  <a:lnTo>
                    <a:pt x="2788920" y="0"/>
                  </a:lnTo>
                  <a:lnTo>
                    <a:pt x="2788920" y="19050"/>
                  </a:lnTo>
                  <a:lnTo>
                    <a:pt x="2794254" y="19050"/>
                  </a:lnTo>
                  <a:lnTo>
                    <a:pt x="2798445" y="14732"/>
                  </a:lnTo>
                  <a:lnTo>
                    <a:pt x="2798445" y="4318"/>
                  </a:lnTo>
                  <a:lnTo>
                    <a:pt x="2794254" y="0"/>
                  </a:lnTo>
                  <a:close/>
                </a:path>
                <a:path w="10424160" h="5213350">
                  <a:moveTo>
                    <a:pt x="2827020" y="0"/>
                  </a:moveTo>
                  <a:lnTo>
                    <a:pt x="2821812" y="0"/>
                  </a:lnTo>
                  <a:lnTo>
                    <a:pt x="2817495" y="4318"/>
                  </a:lnTo>
                  <a:lnTo>
                    <a:pt x="2817495" y="14732"/>
                  </a:lnTo>
                  <a:lnTo>
                    <a:pt x="2821812" y="19050"/>
                  </a:lnTo>
                  <a:lnTo>
                    <a:pt x="2827020" y="19050"/>
                  </a:lnTo>
                  <a:lnTo>
                    <a:pt x="2827020" y="0"/>
                  </a:lnTo>
                  <a:close/>
                </a:path>
                <a:path w="10424160" h="5213350">
                  <a:moveTo>
                    <a:pt x="2832354" y="0"/>
                  </a:moveTo>
                  <a:lnTo>
                    <a:pt x="2827020" y="0"/>
                  </a:lnTo>
                  <a:lnTo>
                    <a:pt x="2827020" y="19050"/>
                  </a:lnTo>
                  <a:lnTo>
                    <a:pt x="2832354" y="19050"/>
                  </a:lnTo>
                  <a:lnTo>
                    <a:pt x="2836545" y="14732"/>
                  </a:lnTo>
                  <a:lnTo>
                    <a:pt x="2836545" y="4318"/>
                  </a:lnTo>
                  <a:lnTo>
                    <a:pt x="2832354" y="0"/>
                  </a:lnTo>
                  <a:close/>
                </a:path>
                <a:path w="10424160" h="5213350">
                  <a:moveTo>
                    <a:pt x="2865120" y="0"/>
                  </a:moveTo>
                  <a:lnTo>
                    <a:pt x="2859912" y="0"/>
                  </a:lnTo>
                  <a:lnTo>
                    <a:pt x="2855595" y="4318"/>
                  </a:lnTo>
                  <a:lnTo>
                    <a:pt x="2855595" y="14732"/>
                  </a:lnTo>
                  <a:lnTo>
                    <a:pt x="2859912" y="19050"/>
                  </a:lnTo>
                  <a:lnTo>
                    <a:pt x="2865120" y="19050"/>
                  </a:lnTo>
                  <a:lnTo>
                    <a:pt x="2865120" y="0"/>
                  </a:lnTo>
                  <a:close/>
                </a:path>
                <a:path w="10424160" h="5213350">
                  <a:moveTo>
                    <a:pt x="2870454" y="0"/>
                  </a:moveTo>
                  <a:lnTo>
                    <a:pt x="2865120" y="0"/>
                  </a:lnTo>
                  <a:lnTo>
                    <a:pt x="2865120" y="19050"/>
                  </a:lnTo>
                  <a:lnTo>
                    <a:pt x="2870454" y="19050"/>
                  </a:lnTo>
                  <a:lnTo>
                    <a:pt x="2874645" y="14732"/>
                  </a:lnTo>
                  <a:lnTo>
                    <a:pt x="2874645" y="4318"/>
                  </a:lnTo>
                  <a:lnTo>
                    <a:pt x="2870454" y="0"/>
                  </a:lnTo>
                  <a:close/>
                </a:path>
                <a:path w="10424160" h="5213350">
                  <a:moveTo>
                    <a:pt x="2903220" y="0"/>
                  </a:moveTo>
                  <a:lnTo>
                    <a:pt x="2898012" y="0"/>
                  </a:lnTo>
                  <a:lnTo>
                    <a:pt x="2893695" y="4318"/>
                  </a:lnTo>
                  <a:lnTo>
                    <a:pt x="2893695" y="14732"/>
                  </a:lnTo>
                  <a:lnTo>
                    <a:pt x="2898012" y="19050"/>
                  </a:lnTo>
                  <a:lnTo>
                    <a:pt x="2903220" y="19050"/>
                  </a:lnTo>
                  <a:lnTo>
                    <a:pt x="2903220" y="0"/>
                  </a:lnTo>
                  <a:close/>
                </a:path>
                <a:path w="10424160" h="5213350">
                  <a:moveTo>
                    <a:pt x="2908554" y="0"/>
                  </a:moveTo>
                  <a:lnTo>
                    <a:pt x="2903347" y="0"/>
                  </a:lnTo>
                  <a:lnTo>
                    <a:pt x="2903347" y="19050"/>
                  </a:lnTo>
                  <a:lnTo>
                    <a:pt x="2908554" y="19050"/>
                  </a:lnTo>
                  <a:lnTo>
                    <a:pt x="2912872" y="14732"/>
                  </a:lnTo>
                  <a:lnTo>
                    <a:pt x="2912872" y="4318"/>
                  </a:lnTo>
                  <a:lnTo>
                    <a:pt x="2908554" y="0"/>
                  </a:lnTo>
                  <a:close/>
                </a:path>
                <a:path w="10424160" h="5213350">
                  <a:moveTo>
                    <a:pt x="2941447" y="0"/>
                  </a:moveTo>
                  <a:lnTo>
                    <a:pt x="2936112" y="0"/>
                  </a:lnTo>
                  <a:lnTo>
                    <a:pt x="2931922" y="4318"/>
                  </a:lnTo>
                  <a:lnTo>
                    <a:pt x="2931922" y="14732"/>
                  </a:lnTo>
                  <a:lnTo>
                    <a:pt x="2936112" y="19050"/>
                  </a:lnTo>
                  <a:lnTo>
                    <a:pt x="2941447" y="19050"/>
                  </a:lnTo>
                  <a:lnTo>
                    <a:pt x="2941447" y="0"/>
                  </a:lnTo>
                  <a:close/>
                </a:path>
                <a:path w="10424160" h="5213350">
                  <a:moveTo>
                    <a:pt x="2946654" y="0"/>
                  </a:moveTo>
                  <a:lnTo>
                    <a:pt x="2941447" y="0"/>
                  </a:lnTo>
                  <a:lnTo>
                    <a:pt x="2941447" y="19050"/>
                  </a:lnTo>
                  <a:lnTo>
                    <a:pt x="2946654" y="19050"/>
                  </a:lnTo>
                  <a:lnTo>
                    <a:pt x="2950972" y="14732"/>
                  </a:lnTo>
                  <a:lnTo>
                    <a:pt x="2950972" y="4318"/>
                  </a:lnTo>
                  <a:lnTo>
                    <a:pt x="2946654" y="0"/>
                  </a:lnTo>
                  <a:close/>
                </a:path>
                <a:path w="10424160" h="5213350">
                  <a:moveTo>
                    <a:pt x="2979547" y="0"/>
                  </a:moveTo>
                  <a:lnTo>
                    <a:pt x="2974212" y="0"/>
                  </a:lnTo>
                  <a:lnTo>
                    <a:pt x="2970022" y="4318"/>
                  </a:lnTo>
                  <a:lnTo>
                    <a:pt x="2970022" y="14732"/>
                  </a:lnTo>
                  <a:lnTo>
                    <a:pt x="2974212" y="19050"/>
                  </a:lnTo>
                  <a:lnTo>
                    <a:pt x="2979547" y="19050"/>
                  </a:lnTo>
                  <a:lnTo>
                    <a:pt x="2979547" y="0"/>
                  </a:lnTo>
                  <a:close/>
                </a:path>
                <a:path w="10424160" h="5213350">
                  <a:moveTo>
                    <a:pt x="2984754" y="0"/>
                  </a:moveTo>
                  <a:lnTo>
                    <a:pt x="2979547" y="0"/>
                  </a:lnTo>
                  <a:lnTo>
                    <a:pt x="2979547" y="19050"/>
                  </a:lnTo>
                  <a:lnTo>
                    <a:pt x="2984754" y="19050"/>
                  </a:lnTo>
                  <a:lnTo>
                    <a:pt x="2989072" y="14732"/>
                  </a:lnTo>
                  <a:lnTo>
                    <a:pt x="2989072" y="4318"/>
                  </a:lnTo>
                  <a:lnTo>
                    <a:pt x="2984754" y="0"/>
                  </a:lnTo>
                  <a:close/>
                </a:path>
                <a:path w="10424160" h="5213350">
                  <a:moveTo>
                    <a:pt x="3017647" y="0"/>
                  </a:moveTo>
                  <a:lnTo>
                    <a:pt x="3012312" y="0"/>
                  </a:lnTo>
                  <a:lnTo>
                    <a:pt x="3008122" y="4318"/>
                  </a:lnTo>
                  <a:lnTo>
                    <a:pt x="3008122" y="14732"/>
                  </a:lnTo>
                  <a:lnTo>
                    <a:pt x="3012312" y="19050"/>
                  </a:lnTo>
                  <a:lnTo>
                    <a:pt x="3017647" y="19050"/>
                  </a:lnTo>
                  <a:lnTo>
                    <a:pt x="3017647" y="0"/>
                  </a:lnTo>
                  <a:close/>
                </a:path>
                <a:path w="10424160" h="5213350">
                  <a:moveTo>
                    <a:pt x="3022854" y="0"/>
                  </a:moveTo>
                  <a:lnTo>
                    <a:pt x="3017647" y="0"/>
                  </a:lnTo>
                  <a:lnTo>
                    <a:pt x="3017647" y="19050"/>
                  </a:lnTo>
                  <a:lnTo>
                    <a:pt x="3022854" y="19050"/>
                  </a:lnTo>
                  <a:lnTo>
                    <a:pt x="3027172" y="14732"/>
                  </a:lnTo>
                  <a:lnTo>
                    <a:pt x="3027172" y="4318"/>
                  </a:lnTo>
                  <a:lnTo>
                    <a:pt x="3022854" y="0"/>
                  </a:lnTo>
                  <a:close/>
                </a:path>
                <a:path w="10424160" h="5213350">
                  <a:moveTo>
                    <a:pt x="3055747" y="0"/>
                  </a:moveTo>
                  <a:lnTo>
                    <a:pt x="3050540" y="0"/>
                  </a:lnTo>
                  <a:lnTo>
                    <a:pt x="3046222" y="4318"/>
                  </a:lnTo>
                  <a:lnTo>
                    <a:pt x="3046222" y="14732"/>
                  </a:lnTo>
                  <a:lnTo>
                    <a:pt x="3050540" y="19050"/>
                  </a:lnTo>
                  <a:lnTo>
                    <a:pt x="3055747" y="19050"/>
                  </a:lnTo>
                  <a:lnTo>
                    <a:pt x="3055747" y="0"/>
                  </a:lnTo>
                  <a:close/>
                </a:path>
                <a:path w="10424160" h="5213350">
                  <a:moveTo>
                    <a:pt x="3061081" y="0"/>
                  </a:moveTo>
                  <a:lnTo>
                    <a:pt x="3055747" y="0"/>
                  </a:lnTo>
                  <a:lnTo>
                    <a:pt x="3055747" y="19050"/>
                  </a:lnTo>
                  <a:lnTo>
                    <a:pt x="3061081" y="19050"/>
                  </a:lnTo>
                  <a:lnTo>
                    <a:pt x="3065272" y="14732"/>
                  </a:lnTo>
                  <a:lnTo>
                    <a:pt x="3065272" y="4318"/>
                  </a:lnTo>
                  <a:lnTo>
                    <a:pt x="3061081" y="0"/>
                  </a:lnTo>
                  <a:close/>
                </a:path>
                <a:path w="10424160" h="5213350">
                  <a:moveTo>
                    <a:pt x="3093847" y="0"/>
                  </a:moveTo>
                  <a:lnTo>
                    <a:pt x="3088640" y="0"/>
                  </a:lnTo>
                  <a:lnTo>
                    <a:pt x="3084322" y="4318"/>
                  </a:lnTo>
                  <a:lnTo>
                    <a:pt x="3084322" y="14732"/>
                  </a:lnTo>
                  <a:lnTo>
                    <a:pt x="3088640" y="19050"/>
                  </a:lnTo>
                  <a:lnTo>
                    <a:pt x="3093847" y="19050"/>
                  </a:lnTo>
                  <a:lnTo>
                    <a:pt x="3093847" y="0"/>
                  </a:lnTo>
                  <a:close/>
                </a:path>
                <a:path w="10424160" h="5213350">
                  <a:moveTo>
                    <a:pt x="3099181" y="0"/>
                  </a:moveTo>
                  <a:lnTo>
                    <a:pt x="3093847" y="0"/>
                  </a:lnTo>
                  <a:lnTo>
                    <a:pt x="3093847" y="19050"/>
                  </a:lnTo>
                  <a:lnTo>
                    <a:pt x="3099181" y="19050"/>
                  </a:lnTo>
                  <a:lnTo>
                    <a:pt x="3103372" y="14732"/>
                  </a:lnTo>
                  <a:lnTo>
                    <a:pt x="3103372" y="4318"/>
                  </a:lnTo>
                  <a:lnTo>
                    <a:pt x="3099181" y="0"/>
                  </a:lnTo>
                  <a:close/>
                </a:path>
                <a:path w="10424160" h="5213350">
                  <a:moveTo>
                    <a:pt x="3131947" y="0"/>
                  </a:moveTo>
                  <a:lnTo>
                    <a:pt x="3126740" y="0"/>
                  </a:lnTo>
                  <a:lnTo>
                    <a:pt x="3122422" y="4318"/>
                  </a:lnTo>
                  <a:lnTo>
                    <a:pt x="3122422" y="14732"/>
                  </a:lnTo>
                  <a:lnTo>
                    <a:pt x="3126740" y="19050"/>
                  </a:lnTo>
                  <a:lnTo>
                    <a:pt x="3131947" y="19050"/>
                  </a:lnTo>
                  <a:lnTo>
                    <a:pt x="3131947" y="0"/>
                  </a:lnTo>
                  <a:close/>
                </a:path>
                <a:path w="10424160" h="5213350">
                  <a:moveTo>
                    <a:pt x="3137281" y="0"/>
                  </a:moveTo>
                  <a:lnTo>
                    <a:pt x="3131947" y="0"/>
                  </a:lnTo>
                  <a:lnTo>
                    <a:pt x="3131947" y="19050"/>
                  </a:lnTo>
                  <a:lnTo>
                    <a:pt x="3137281" y="19050"/>
                  </a:lnTo>
                  <a:lnTo>
                    <a:pt x="3141472" y="14732"/>
                  </a:lnTo>
                  <a:lnTo>
                    <a:pt x="3141472" y="4318"/>
                  </a:lnTo>
                  <a:lnTo>
                    <a:pt x="3137281" y="0"/>
                  </a:lnTo>
                  <a:close/>
                </a:path>
                <a:path w="10424160" h="5213350">
                  <a:moveTo>
                    <a:pt x="3170047" y="0"/>
                  </a:moveTo>
                  <a:lnTo>
                    <a:pt x="3164840" y="0"/>
                  </a:lnTo>
                  <a:lnTo>
                    <a:pt x="3160522" y="4318"/>
                  </a:lnTo>
                  <a:lnTo>
                    <a:pt x="3160522" y="14732"/>
                  </a:lnTo>
                  <a:lnTo>
                    <a:pt x="3164840" y="19050"/>
                  </a:lnTo>
                  <a:lnTo>
                    <a:pt x="3170047" y="19050"/>
                  </a:lnTo>
                  <a:lnTo>
                    <a:pt x="3170047" y="0"/>
                  </a:lnTo>
                  <a:close/>
                </a:path>
                <a:path w="10424160" h="5213350">
                  <a:moveTo>
                    <a:pt x="3175381" y="0"/>
                  </a:moveTo>
                  <a:lnTo>
                    <a:pt x="3170173" y="0"/>
                  </a:lnTo>
                  <a:lnTo>
                    <a:pt x="3170173" y="19050"/>
                  </a:lnTo>
                  <a:lnTo>
                    <a:pt x="3175381" y="19050"/>
                  </a:lnTo>
                  <a:lnTo>
                    <a:pt x="3179698" y="14732"/>
                  </a:lnTo>
                  <a:lnTo>
                    <a:pt x="3179698" y="4318"/>
                  </a:lnTo>
                  <a:lnTo>
                    <a:pt x="3175381" y="0"/>
                  </a:lnTo>
                  <a:close/>
                </a:path>
                <a:path w="10424160" h="5213350">
                  <a:moveTo>
                    <a:pt x="3208273" y="0"/>
                  </a:moveTo>
                  <a:lnTo>
                    <a:pt x="3202940" y="0"/>
                  </a:lnTo>
                  <a:lnTo>
                    <a:pt x="3198748" y="4318"/>
                  </a:lnTo>
                  <a:lnTo>
                    <a:pt x="3198748" y="14732"/>
                  </a:lnTo>
                  <a:lnTo>
                    <a:pt x="3202940" y="19050"/>
                  </a:lnTo>
                  <a:lnTo>
                    <a:pt x="3208273" y="19050"/>
                  </a:lnTo>
                  <a:lnTo>
                    <a:pt x="3208273" y="0"/>
                  </a:lnTo>
                  <a:close/>
                </a:path>
                <a:path w="10424160" h="5213350">
                  <a:moveTo>
                    <a:pt x="3213481" y="0"/>
                  </a:moveTo>
                  <a:lnTo>
                    <a:pt x="3208273" y="0"/>
                  </a:lnTo>
                  <a:lnTo>
                    <a:pt x="3208273" y="19050"/>
                  </a:lnTo>
                  <a:lnTo>
                    <a:pt x="3213481" y="19050"/>
                  </a:lnTo>
                  <a:lnTo>
                    <a:pt x="3217798" y="14732"/>
                  </a:lnTo>
                  <a:lnTo>
                    <a:pt x="3217798" y="4318"/>
                  </a:lnTo>
                  <a:lnTo>
                    <a:pt x="3213481" y="0"/>
                  </a:lnTo>
                  <a:close/>
                </a:path>
                <a:path w="10424160" h="5213350">
                  <a:moveTo>
                    <a:pt x="3246373" y="0"/>
                  </a:moveTo>
                  <a:lnTo>
                    <a:pt x="3241040" y="0"/>
                  </a:lnTo>
                  <a:lnTo>
                    <a:pt x="3236848" y="4318"/>
                  </a:lnTo>
                  <a:lnTo>
                    <a:pt x="3236848" y="14732"/>
                  </a:lnTo>
                  <a:lnTo>
                    <a:pt x="3241040" y="19050"/>
                  </a:lnTo>
                  <a:lnTo>
                    <a:pt x="3246373" y="19050"/>
                  </a:lnTo>
                  <a:lnTo>
                    <a:pt x="3246373" y="0"/>
                  </a:lnTo>
                  <a:close/>
                </a:path>
                <a:path w="10424160" h="5213350">
                  <a:moveTo>
                    <a:pt x="3251581" y="0"/>
                  </a:moveTo>
                  <a:lnTo>
                    <a:pt x="3246373" y="0"/>
                  </a:lnTo>
                  <a:lnTo>
                    <a:pt x="3246373" y="19050"/>
                  </a:lnTo>
                  <a:lnTo>
                    <a:pt x="3251581" y="19050"/>
                  </a:lnTo>
                  <a:lnTo>
                    <a:pt x="3255899" y="14732"/>
                  </a:lnTo>
                  <a:lnTo>
                    <a:pt x="3255899" y="4318"/>
                  </a:lnTo>
                  <a:lnTo>
                    <a:pt x="3251581" y="0"/>
                  </a:lnTo>
                  <a:close/>
                </a:path>
                <a:path w="10424160" h="5213350">
                  <a:moveTo>
                    <a:pt x="3284474" y="0"/>
                  </a:moveTo>
                  <a:lnTo>
                    <a:pt x="3279267" y="0"/>
                  </a:lnTo>
                  <a:lnTo>
                    <a:pt x="3274949" y="4318"/>
                  </a:lnTo>
                  <a:lnTo>
                    <a:pt x="3274949" y="14732"/>
                  </a:lnTo>
                  <a:lnTo>
                    <a:pt x="3279267" y="19050"/>
                  </a:lnTo>
                  <a:lnTo>
                    <a:pt x="3284474" y="19050"/>
                  </a:lnTo>
                  <a:lnTo>
                    <a:pt x="3284474" y="0"/>
                  </a:lnTo>
                  <a:close/>
                </a:path>
                <a:path w="10424160" h="5213350">
                  <a:moveTo>
                    <a:pt x="3289808" y="0"/>
                  </a:moveTo>
                  <a:lnTo>
                    <a:pt x="3284474" y="0"/>
                  </a:lnTo>
                  <a:lnTo>
                    <a:pt x="3284474" y="19050"/>
                  </a:lnTo>
                  <a:lnTo>
                    <a:pt x="3289808" y="19050"/>
                  </a:lnTo>
                  <a:lnTo>
                    <a:pt x="3293999" y="14732"/>
                  </a:lnTo>
                  <a:lnTo>
                    <a:pt x="3293999" y="4318"/>
                  </a:lnTo>
                  <a:lnTo>
                    <a:pt x="3289808" y="0"/>
                  </a:lnTo>
                  <a:close/>
                </a:path>
                <a:path w="10424160" h="5213350">
                  <a:moveTo>
                    <a:pt x="3322574" y="0"/>
                  </a:moveTo>
                  <a:lnTo>
                    <a:pt x="3317367" y="0"/>
                  </a:lnTo>
                  <a:lnTo>
                    <a:pt x="3313049" y="4318"/>
                  </a:lnTo>
                  <a:lnTo>
                    <a:pt x="3313049" y="14732"/>
                  </a:lnTo>
                  <a:lnTo>
                    <a:pt x="3317367" y="19050"/>
                  </a:lnTo>
                  <a:lnTo>
                    <a:pt x="3322574" y="19050"/>
                  </a:lnTo>
                  <a:lnTo>
                    <a:pt x="3322574" y="0"/>
                  </a:lnTo>
                  <a:close/>
                </a:path>
                <a:path w="10424160" h="5213350">
                  <a:moveTo>
                    <a:pt x="3327908" y="0"/>
                  </a:moveTo>
                  <a:lnTo>
                    <a:pt x="3322574" y="0"/>
                  </a:lnTo>
                  <a:lnTo>
                    <a:pt x="3322574" y="19050"/>
                  </a:lnTo>
                  <a:lnTo>
                    <a:pt x="3327908" y="19050"/>
                  </a:lnTo>
                  <a:lnTo>
                    <a:pt x="3332099" y="14732"/>
                  </a:lnTo>
                  <a:lnTo>
                    <a:pt x="3332099" y="4318"/>
                  </a:lnTo>
                  <a:lnTo>
                    <a:pt x="3327908" y="0"/>
                  </a:lnTo>
                  <a:close/>
                </a:path>
                <a:path w="10424160" h="5213350">
                  <a:moveTo>
                    <a:pt x="3360674" y="0"/>
                  </a:moveTo>
                  <a:lnTo>
                    <a:pt x="3355467" y="0"/>
                  </a:lnTo>
                  <a:lnTo>
                    <a:pt x="3351149" y="4318"/>
                  </a:lnTo>
                  <a:lnTo>
                    <a:pt x="3351149" y="14732"/>
                  </a:lnTo>
                  <a:lnTo>
                    <a:pt x="3355467" y="19050"/>
                  </a:lnTo>
                  <a:lnTo>
                    <a:pt x="3360674" y="19050"/>
                  </a:lnTo>
                  <a:lnTo>
                    <a:pt x="3360674" y="0"/>
                  </a:lnTo>
                  <a:close/>
                </a:path>
                <a:path w="10424160" h="5213350">
                  <a:moveTo>
                    <a:pt x="3366008" y="0"/>
                  </a:moveTo>
                  <a:lnTo>
                    <a:pt x="3360674" y="0"/>
                  </a:lnTo>
                  <a:lnTo>
                    <a:pt x="3360674" y="19050"/>
                  </a:lnTo>
                  <a:lnTo>
                    <a:pt x="3366008" y="19050"/>
                  </a:lnTo>
                  <a:lnTo>
                    <a:pt x="3370199" y="14732"/>
                  </a:lnTo>
                  <a:lnTo>
                    <a:pt x="3370199" y="4318"/>
                  </a:lnTo>
                  <a:lnTo>
                    <a:pt x="3366008" y="0"/>
                  </a:lnTo>
                  <a:close/>
                </a:path>
                <a:path w="10424160" h="5213350">
                  <a:moveTo>
                    <a:pt x="3398774" y="0"/>
                  </a:moveTo>
                  <a:lnTo>
                    <a:pt x="3393567" y="0"/>
                  </a:lnTo>
                  <a:lnTo>
                    <a:pt x="3389249" y="4318"/>
                  </a:lnTo>
                  <a:lnTo>
                    <a:pt x="3389249" y="14732"/>
                  </a:lnTo>
                  <a:lnTo>
                    <a:pt x="3393567" y="19050"/>
                  </a:lnTo>
                  <a:lnTo>
                    <a:pt x="3398774" y="19050"/>
                  </a:lnTo>
                  <a:lnTo>
                    <a:pt x="3398774" y="0"/>
                  </a:lnTo>
                  <a:close/>
                </a:path>
                <a:path w="10424160" h="5213350">
                  <a:moveTo>
                    <a:pt x="3404108" y="0"/>
                  </a:moveTo>
                  <a:lnTo>
                    <a:pt x="3398901" y="0"/>
                  </a:lnTo>
                  <a:lnTo>
                    <a:pt x="3398901" y="19050"/>
                  </a:lnTo>
                  <a:lnTo>
                    <a:pt x="3404108" y="19050"/>
                  </a:lnTo>
                  <a:lnTo>
                    <a:pt x="3408426" y="14732"/>
                  </a:lnTo>
                  <a:lnTo>
                    <a:pt x="3408426" y="4318"/>
                  </a:lnTo>
                  <a:lnTo>
                    <a:pt x="3404108" y="0"/>
                  </a:lnTo>
                  <a:close/>
                </a:path>
                <a:path w="10424160" h="5213350">
                  <a:moveTo>
                    <a:pt x="3437001" y="0"/>
                  </a:moveTo>
                  <a:lnTo>
                    <a:pt x="3431667" y="0"/>
                  </a:lnTo>
                  <a:lnTo>
                    <a:pt x="3427476" y="4318"/>
                  </a:lnTo>
                  <a:lnTo>
                    <a:pt x="3427476" y="14732"/>
                  </a:lnTo>
                  <a:lnTo>
                    <a:pt x="3431667" y="19050"/>
                  </a:lnTo>
                  <a:lnTo>
                    <a:pt x="3437001" y="19050"/>
                  </a:lnTo>
                  <a:lnTo>
                    <a:pt x="3437001" y="0"/>
                  </a:lnTo>
                  <a:close/>
                </a:path>
                <a:path w="10424160" h="5213350">
                  <a:moveTo>
                    <a:pt x="3442208" y="0"/>
                  </a:moveTo>
                  <a:lnTo>
                    <a:pt x="3437001" y="0"/>
                  </a:lnTo>
                  <a:lnTo>
                    <a:pt x="3437001" y="19050"/>
                  </a:lnTo>
                  <a:lnTo>
                    <a:pt x="3442208" y="19050"/>
                  </a:lnTo>
                  <a:lnTo>
                    <a:pt x="3446526" y="14732"/>
                  </a:lnTo>
                  <a:lnTo>
                    <a:pt x="3446526" y="4318"/>
                  </a:lnTo>
                  <a:lnTo>
                    <a:pt x="3442208" y="0"/>
                  </a:lnTo>
                  <a:close/>
                </a:path>
                <a:path w="10424160" h="5213350">
                  <a:moveTo>
                    <a:pt x="3475101" y="0"/>
                  </a:moveTo>
                  <a:lnTo>
                    <a:pt x="3469767" y="0"/>
                  </a:lnTo>
                  <a:lnTo>
                    <a:pt x="3465576" y="4318"/>
                  </a:lnTo>
                  <a:lnTo>
                    <a:pt x="3465576" y="14732"/>
                  </a:lnTo>
                  <a:lnTo>
                    <a:pt x="3469767" y="19050"/>
                  </a:lnTo>
                  <a:lnTo>
                    <a:pt x="3475101" y="19050"/>
                  </a:lnTo>
                  <a:lnTo>
                    <a:pt x="3475101" y="0"/>
                  </a:lnTo>
                  <a:close/>
                </a:path>
                <a:path w="10424160" h="5213350">
                  <a:moveTo>
                    <a:pt x="3480308" y="0"/>
                  </a:moveTo>
                  <a:lnTo>
                    <a:pt x="3475101" y="0"/>
                  </a:lnTo>
                  <a:lnTo>
                    <a:pt x="3475101" y="19050"/>
                  </a:lnTo>
                  <a:lnTo>
                    <a:pt x="3480308" y="19050"/>
                  </a:lnTo>
                  <a:lnTo>
                    <a:pt x="3484626" y="14732"/>
                  </a:lnTo>
                  <a:lnTo>
                    <a:pt x="3484626" y="4318"/>
                  </a:lnTo>
                  <a:lnTo>
                    <a:pt x="3480308" y="0"/>
                  </a:lnTo>
                  <a:close/>
                </a:path>
                <a:path w="10424160" h="5213350">
                  <a:moveTo>
                    <a:pt x="3513201" y="0"/>
                  </a:moveTo>
                  <a:lnTo>
                    <a:pt x="3507867" y="0"/>
                  </a:lnTo>
                  <a:lnTo>
                    <a:pt x="3503676" y="4318"/>
                  </a:lnTo>
                  <a:lnTo>
                    <a:pt x="3503676" y="14732"/>
                  </a:lnTo>
                  <a:lnTo>
                    <a:pt x="3507867" y="19050"/>
                  </a:lnTo>
                  <a:lnTo>
                    <a:pt x="3513201" y="19050"/>
                  </a:lnTo>
                  <a:lnTo>
                    <a:pt x="3513201" y="0"/>
                  </a:lnTo>
                  <a:close/>
                </a:path>
                <a:path w="10424160" h="5213350">
                  <a:moveTo>
                    <a:pt x="3518408" y="0"/>
                  </a:moveTo>
                  <a:lnTo>
                    <a:pt x="3513201" y="0"/>
                  </a:lnTo>
                  <a:lnTo>
                    <a:pt x="3513201" y="19050"/>
                  </a:lnTo>
                  <a:lnTo>
                    <a:pt x="3518408" y="19050"/>
                  </a:lnTo>
                  <a:lnTo>
                    <a:pt x="3522726" y="14732"/>
                  </a:lnTo>
                  <a:lnTo>
                    <a:pt x="3522726" y="4318"/>
                  </a:lnTo>
                  <a:lnTo>
                    <a:pt x="3518408" y="0"/>
                  </a:lnTo>
                  <a:close/>
                </a:path>
                <a:path w="10424160" h="5213350">
                  <a:moveTo>
                    <a:pt x="3551301" y="0"/>
                  </a:moveTo>
                  <a:lnTo>
                    <a:pt x="3546094" y="0"/>
                  </a:lnTo>
                  <a:lnTo>
                    <a:pt x="3541776" y="4318"/>
                  </a:lnTo>
                  <a:lnTo>
                    <a:pt x="3541776" y="14732"/>
                  </a:lnTo>
                  <a:lnTo>
                    <a:pt x="3546094" y="19050"/>
                  </a:lnTo>
                  <a:lnTo>
                    <a:pt x="3551301" y="19050"/>
                  </a:lnTo>
                  <a:lnTo>
                    <a:pt x="3551301" y="0"/>
                  </a:lnTo>
                  <a:close/>
                </a:path>
                <a:path w="10424160" h="5213350">
                  <a:moveTo>
                    <a:pt x="3556635" y="0"/>
                  </a:moveTo>
                  <a:lnTo>
                    <a:pt x="3551301" y="0"/>
                  </a:lnTo>
                  <a:lnTo>
                    <a:pt x="3551301" y="19050"/>
                  </a:lnTo>
                  <a:lnTo>
                    <a:pt x="3556635" y="19050"/>
                  </a:lnTo>
                  <a:lnTo>
                    <a:pt x="3560826" y="14732"/>
                  </a:lnTo>
                  <a:lnTo>
                    <a:pt x="3560826" y="4318"/>
                  </a:lnTo>
                  <a:lnTo>
                    <a:pt x="3556635" y="0"/>
                  </a:lnTo>
                  <a:close/>
                </a:path>
                <a:path w="10424160" h="5213350">
                  <a:moveTo>
                    <a:pt x="3589401" y="0"/>
                  </a:moveTo>
                  <a:lnTo>
                    <a:pt x="3584194" y="0"/>
                  </a:lnTo>
                  <a:lnTo>
                    <a:pt x="3579876" y="4318"/>
                  </a:lnTo>
                  <a:lnTo>
                    <a:pt x="3579876" y="14732"/>
                  </a:lnTo>
                  <a:lnTo>
                    <a:pt x="3584194" y="19050"/>
                  </a:lnTo>
                  <a:lnTo>
                    <a:pt x="3589401" y="19050"/>
                  </a:lnTo>
                  <a:lnTo>
                    <a:pt x="3589401" y="0"/>
                  </a:lnTo>
                  <a:close/>
                </a:path>
                <a:path w="10424160" h="5213350">
                  <a:moveTo>
                    <a:pt x="3594735" y="0"/>
                  </a:moveTo>
                  <a:lnTo>
                    <a:pt x="3589401" y="0"/>
                  </a:lnTo>
                  <a:lnTo>
                    <a:pt x="3589401" y="19050"/>
                  </a:lnTo>
                  <a:lnTo>
                    <a:pt x="3594735" y="19050"/>
                  </a:lnTo>
                  <a:lnTo>
                    <a:pt x="3598926" y="14732"/>
                  </a:lnTo>
                  <a:lnTo>
                    <a:pt x="3598926" y="4318"/>
                  </a:lnTo>
                  <a:lnTo>
                    <a:pt x="3594735" y="0"/>
                  </a:lnTo>
                  <a:close/>
                </a:path>
                <a:path w="10424160" h="5213350">
                  <a:moveTo>
                    <a:pt x="3627501" y="0"/>
                  </a:moveTo>
                  <a:lnTo>
                    <a:pt x="3622294" y="0"/>
                  </a:lnTo>
                  <a:lnTo>
                    <a:pt x="3617976" y="4318"/>
                  </a:lnTo>
                  <a:lnTo>
                    <a:pt x="3617976" y="14732"/>
                  </a:lnTo>
                  <a:lnTo>
                    <a:pt x="3622294" y="19050"/>
                  </a:lnTo>
                  <a:lnTo>
                    <a:pt x="3627501" y="19050"/>
                  </a:lnTo>
                  <a:lnTo>
                    <a:pt x="3627501" y="0"/>
                  </a:lnTo>
                  <a:close/>
                </a:path>
                <a:path w="10424160" h="5213350">
                  <a:moveTo>
                    <a:pt x="3632835" y="0"/>
                  </a:moveTo>
                  <a:lnTo>
                    <a:pt x="3627501" y="0"/>
                  </a:lnTo>
                  <a:lnTo>
                    <a:pt x="3627501" y="19050"/>
                  </a:lnTo>
                  <a:lnTo>
                    <a:pt x="3632835" y="19050"/>
                  </a:lnTo>
                  <a:lnTo>
                    <a:pt x="3637026" y="14732"/>
                  </a:lnTo>
                  <a:lnTo>
                    <a:pt x="3637026" y="4318"/>
                  </a:lnTo>
                  <a:lnTo>
                    <a:pt x="3632835" y="0"/>
                  </a:lnTo>
                  <a:close/>
                </a:path>
                <a:path w="10424160" h="5213350">
                  <a:moveTo>
                    <a:pt x="3665601" y="0"/>
                  </a:moveTo>
                  <a:lnTo>
                    <a:pt x="3660394" y="0"/>
                  </a:lnTo>
                  <a:lnTo>
                    <a:pt x="3656076" y="4318"/>
                  </a:lnTo>
                  <a:lnTo>
                    <a:pt x="3656076" y="14732"/>
                  </a:lnTo>
                  <a:lnTo>
                    <a:pt x="3660394" y="19050"/>
                  </a:lnTo>
                  <a:lnTo>
                    <a:pt x="3665601" y="19050"/>
                  </a:lnTo>
                  <a:lnTo>
                    <a:pt x="3665601" y="0"/>
                  </a:lnTo>
                  <a:close/>
                </a:path>
                <a:path w="10424160" h="5213350">
                  <a:moveTo>
                    <a:pt x="3665728" y="12700"/>
                  </a:moveTo>
                  <a:lnTo>
                    <a:pt x="3665601" y="12700"/>
                  </a:lnTo>
                  <a:lnTo>
                    <a:pt x="3665601" y="19050"/>
                  </a:lnTo>
                  <a:lnTo>
                    <a:pt x="3665728" y="19050"/>
                  </a:lnTo>
                  <a:lnTo>
                    <a:pt x="3665728" y="12700"/>
                  </a:lnTo>
                  <a:close/>
                </a:path>
                <a:path w="10424160" h="5213350">
                  <a:moveTo>
                    <a:pt x="3670935" y="0"/>
                  </a:moveTo>
                  <a:lnTo>
                    <a:pt x="3665728" y="0"/>
                  </a:lnTo>
                  <a:lnTo>
                    <a:pt x="3665728" y="19050"/>
                  </a:lnTo>
                  <a:lnTo>
                    <a:pt x="3670935" y="19050"/>
                  </a:lnTo>
                  <a:lnTo>
                    <a:pt x="3675253" y="14732"/>
                  </a:lnTo>
                  <a:lnTo>
                    <a:pt x="3675253" y="4318"/>
                  </a:lnTo>
                  <a:lnTo>
                    <a:pt x="3670935" y="0"/>
                  </a:lnTo>
                  <a:close/>
                </a:path>
                <a:path w="10424160" h="5213350">
                  <a:moveTo>
                    <a:pt x="3665728" y="0"/>
                  </a:moveTo>
                  <a:lnTo>
                    <a:pt x="3665601" y="0"/>
                  </a:lnTo>
                  <a:lnTo>
                    <a:pt x="3665601" y="6350"/>
                  </a:lnTo>
                  <a:lnTo>
                    <a:pt x="3665728" y="6350"/>
                  </a:lnTo>
                  <a:lnTo>
                    <a:pt x="3665728" y="0"/>
                  </a:lnTo>
                  <a:close/>
                </a:path>
                <a:path w="10424160" h="5213350">
                  <a:moveTo>
                    <a:pt x="3703828" y="0"/>
                  </a:moveTo>
                  <a:lnTo>
                    <a:pt x="3698494" y="0"/>
                  </a:lnTo>
                  <a:lnTo>
                    <a:pt x="3694303" y="4318"/>
                  </a:lnTo>
                  <a:lnTo>
                    <a:pt x="3694303" y="14732"/>
                  </a:lnTo>
                  <a:lnTo>
                    <a:pt x="3698494" y="19050"/>
                  </a:lnTo>
                  <a:lnTo>
                    <a:pt x="3703828" y="19050"/>
                  </a:lnTo>
                  <a:lnTo>
                    <a:pt x="3703828" y="0"/>
                  </a:lnTo>
                  <a:close/>
                </a:path>
                <a:path w="10424160" h="5213350">
                  <a:moveTo>
                    <a:pt x="3709035" y="0"/>
                  </a:moveTo>
                  <a:lnTo>
                    <a:pt x="3703828" y="0"/>
                  </a:lnTo>
                  <a:lnTo>
                    <a:pt x="3703828" y="19050"/>
                  </a:lnTo>
                  <a:lnTo>
                    <a:pt x="3709035" y="19050"/>
                  </a:lnTo>
                  <a:lnTo>
                    <a:pt x="3713353" y="14732"/>
                  </a:lnTo>
                  <a:lnTo>
                    <a:pt x="3713353" y="4318"/>
                  </a:lnTo>
                  <a:lnTo>
                    <a:pt x="3709035" y="0"/>
                  </a:lnTo>
                  <a:close/>
                </a:path>
                <a:path w="10424160" h="5213350">
                  <a:moveTo>
                    <a:pt x="3741928" y="0"/>
                  </a:moveTo>
                  <a:lnTo>
                    <a:pt x="3736594" y="0"/>
                  </a:lnTo>
                  <a:lnTo>
                    <a:pt x="3732403" y="4318"/>
                  </a:lnTo>
                  <a:lnTo>
                    <a:pt x="3732403" y="14732"/>
                  </a:lnTo>
                  <a:lnTo>
                    <a:pt x="3736594" y="19050"/>
                  </a:lnTo>
                  <a:lnTo>
                    <a:pt x="3741928" y="19050"/>
                  </a:lnTo>
                  <a:lnTo>
                    <a:pt x="3741928" y="0"/>
                  </a:lnTo>
                  <a:close/>
                </a:path>
                <a:path w="10424160" h="5213350">
                  <a:moveTo>
                    <a:pt x="3747135" y="0"/>
                  </a:moveTo>
                  <a:lnTo>
                    <a:pt x="3741928" y="0"/>
                  </a:lnTo>
                  <a:lnTo>
                    <a:pt x="3741928" y="19050"/>
                  </a:lnTo>
                  <a:lnTo>
                    <a:pt x="3747135" y="19050"/>
                  </a:lnTo>
                  <a:lnTo>
                    <a:pt x="3751453" y="14732"/>
                  </a:lnTo>
                  <a:lnTo>
                    <a:pt x="3751453" y="4318"/>
                  </a:lnTo>
                  <a:lnTo>
                    <a:pt x="3747135" y="0"/>
                  </a:lnTo>
                  <a:close/>
                </a:path>
                <a:path w="10424160" h="5213350">
                  <a:moveTo>
                    <a:pt x="3780028" y="0"/>
                  </a:moveTo>
                  <a:lnTo>
                    <a:pt x="3774694" y="0"/>
                  </a:lnTo>
                  <a:lnTo>
                    <a:pt x="3770503" y="4318"/>
                  </a:lnTo>
                  <a:lnTo>
                    <a:pt x="3770503" y="14732"/>
                  </a:lnTo>
                  <a:lnTo>
                    <a:pt x="3774694" y="19050"/>
                  </a:lnTo>
                  <a:lnTo>
                    <a:pt x="3780028" y="19050"/>
                  </a:lnTo>
                  <a:lnTo>
                    <a:pt x="3780028" y="0"/>
                  </a:lnTo>
                  <a:close/>
                </a:path>
                <a:path w="10424160" h="5213350">
                  <a:moveTo>
                    <a:pt x="3785235" y="0"/>
                  </a:moveTo>
                  <a:lnTo>
                    <a:pt x="3780028" y="0"/>
                  </a:lnTo>
                  <a:lnTo>
                    <a:pt x="3780028" y="19050"/>
                  </a:lnTo>
                  <a:lnTo>
                    <a:pt x="3785235" y="19050"/>
                  </a:lnTo>
                  <a:lnTo>
                    <a:pt x="3789553" y="14732"/>
                  </a:lnTo>
                  <a:lnTo>
                    <a:pt x="3789553" y="4318"/>
                  </a:lnTo>
                  <a:lnTo>
                    <a:pt x="3785235" y="0"/>
                  </a:lnTo>
                  <a:close/>
                </a:path>
                <a:path w="10424160" h="5213350">
                  <a:moveTo>
                    <a:pt x="3818128" y="0"/>
                  </a:moveTo>
                  <a:lnTo>
                    <a:pt x="3812921" y="0"/>
                  </a:lnTo>
                  <a:lnTo>
                    <a:pt x="3808603" y="4318"/>
                  </a:lnTo>
                  <a:lnTo>
                    <a:pt x="3808603" y="14732"/>
                  </a:lnTo>
                  <a:lnTo>
                    <a:pt x="3812921" y="19050"/>
                  </a:lnTo>
                  <a:lnTo>
                    <a:pt x="3818128" y="19050"/>
                  </a:lnTo>
                  <a:lnTo>
                    <a:pt x="3818128" y="0"/>
                  </a:lnTo>
                  <a:close/>
                </a:path>
                <a:path w="10424160" h="5213350">
                  <a:moveTo>
                    <a:pt x="3823462" y="0"/>
                  </a:moveTo>
                  <a:lnTo>
                    <a:pt x="3818128" y="0"/>
                  </a:lnTo>
                  <a:lnTo>
                    <a:pt x="3818128" y="19050"/>
                  </a:lnTo>
                  <a:lnTo>
                    <a:pt x="3823462" y="19050"/>
                  </a:lnTo>
                  <a:lnTo>
                    <a:pt x="3827653" y="14732"/>
                  </a:lnTo>
                  <a:lnTo>
                    <a:pt x="3827653" y="4318"/>
                  </a:lnTo>
                  <a:lnTo>
                    <a:pt x="3823462" y="0"/>
                  </a:lnTo>
                  <a:close/>
                </a:path>
                <a:path w="10424160" h="5213350">
                  <a:moveTo>
                    <a:pt x="3856228" y="0"/>
                  </a:moveTo>
                  <a:lnTo>
                    <a:pt x="3851021" y="0"/>
                  </a:lnTo>
                  <a:lnTo>
                    <a:pt x="3846703" y="4318"/>
                  </a:lnTo>
                  <a:lnTo>
                    <a:pt x="3846703" y="14732"/>
                  </a:lnTo>
                  <a:lnTo>
                    <a:pt x="3851021" y="19050"/>
                  </a:lnTo>
                  <a:lnTo>
                    <a:pt x="3856228" y="19050"/>
                  </a:lnTo>
                  <a:lnTo>
                    <a:pt x="3856228" y="0"/>
                  </a:lnTo>
                  <a:close/>
                </a:path>
                <a:path w="10424160" h="5213350">
                  <a:moveTo>
                    <a:pt x="3861562" y="0"/>
                  </a:moveTo>
                  <a:lnTo>
                    <a:pt x="3856228" y="0"/>
                  </a:lnTo>
                  <a:lnTo>
                    <a:pt x="3856228" y="19050"/>
                  </a:lnTo>
                  <a:lnTo>
                    <a:pt x="3861562" y="19050"/>
                  </a:lnTo>
                  <a:lnTo>
                    <a:pt x="3865753" y="14732"/>
                  </a:lnTo>
                  <a:lnTo>
                    <a:pt x="3865753" y="4318"/>
                  </a:lnTo>
                  <a:lnTo>
                    <a:pt x="3861562" y="0"/>
                  </a:lnTo>
                  <a:close/>
                </a:path>
                <a:path w="10424160" h="5213350">
                  <a:moveTo>
                    <a:pt x="3894328" y="0"/>
                  </a:moveTo>
                  <a:lnTo>
                    <a:pt x="3889121" y="0"/>
                  </a:lnTo>
                  <a:lnTo>
                    <a:pt x="3884803" y="4318"/>
                  </a:lnTo>
                  <a:lnTo>
                    <a:pt x="3884803" y="14732"/>
                  </a:lnTo>
                  <a:lnTo>
                    <a:pt x="3889121" y="19050"/>
                  </a:lnTo>
                  <a:lnTo>
                    <a:pt x="3894328" y="19050"/>
                  </a:lnTo>
                  <a:lnTo>
                    <a:pt x="3894328" y="0"/>
                  </a:lnTo>
                  <a:close/>
                </a:path>
                <a:path w="10424160" h="5213350">
                  <a:moveTo>
                    <a:pt x="3899662" y="0"/>
                  </a:moveTo>
                  <a:lnTo>
                    <a:pt x="3894455" y="0"/>
                  </a:lnTo>
                  <a:lnTo>
                    <a:pt x="3894455" y="19050"/>
                  </a:lnTo>
                  <a:lnTo>
                    <a:pt x="3899662" y="19050"/>
                  </a:lnTo>
                  <a:lnTo>
                    <a:pt x="3903980" y="14732"/>
                  </a:lnTo>
                  <a:lnTo>
                    <a:pt x="3903980" y="4318"/>
                  </a:lnTo>
                  <a:lnTo>
                    <a:pt x="3899662" y="0"/>
                  </a:lnTo>
                  <a:close/>
                </a:path>
                <a:path w="10424160" h="5213350">
                  <a:moveTo>
                    <a:pt x="3932555" y="0"/>
                  </a:moveTo>
                  <a:lnTo>
                    <a:pt x="3927221" y="0"/>
                  </a:lnTo>
                  <a:lnTo>
                    <a:pt x="3923030" y="4318"/>
                  </a:lnTo>
                  <a:lnTo>
                    <a:pt x="3923030" y="14732"/>
                  </a:lnTo>
                  <a:lnTo>
                    <a:pt x="3927221" y="19050"/>
                  </a:lnTo>
                  <a:lnTo>
                    <a:pt x="3932555" y="19050"/>
                  </a:lnTo>
                  <a:lnTo>
                    <a:pt x="3932555" y="0"/>
                  </a:lnTo>
                  <a:close/>
                </a:path>
                <a:path w="10424160" h="5213350">
                  <a:moveTo>
                    <a:pt x="3937762" y="0"/>
                  </a:moveTo>
                  <a:lnTo>
                    <a:pt x="3932555" y="0"/>
                  </a:lnTo>
                  <a:lnTo>
                    <a:pt x="3932555" y="19050"/>
                  </a:lnTo>
                  <a:lnTo>
                    <a:pt x="3937762" y="19050"/>
                  </a:lnTo>
                  <a:lnTo>
                    <a:pt x="3942080" y="14732"/>
                  </a:lnTo>
                  <a:lnTo>
                    <a:pt x="3942080" y="4318"/>
                  </a:lnTo>
                  <a:lnTo>
                    <a:pt x="3937762" y="0"/>
                  </a:lnTo>
                  <a:close/>
                </a:path>
                <a:path w="10424160" h="5213350">
                  <a:moveTo>
                    <a:pt x="3970655" y="0"/>
                  </a:moveTo>
                  <a:lnTo>
                    <a:pt x="3965321" y="0"/>
                  </a:lnTo>
                  <a:lnTo>
                    <a:pt x="3961130" y="4318"/>
                  </a:lnTo>
                  <a:lnTo>
                    <a:pt x="3961130" y="14732"/>
                  </a:lnTo>
                  <a:lnTo>
                    <a:pt x="3965321" y="19050"/>
                  </a:lnTo>
                  <a:lnTo>
                    <a:pt x="3970655" y="19050"/>
                  </a:lnTo>
                  <a:lnTo>
                    <a:pt x="3970655" y="0"/>
                  </a:lnTo>
                  <a:close/>
                </a:path>
                <a:path w="10424160" h="5213350">
                  <a:moveTo>
                    <a:pt x="3975862" y="0"/>
                  </a:moveTo>
                  <a:lnTo>
                    <a:pt x="3970655" y="0"/>
                  </a:lnTo>
                  <a:lnTo>
                    <a:pt x="3970655" y="19050"/>
                  </a:lnTo>
                  <a:lnTo>
                    <a:pt x="3975862" y="19050"/>
                  </a:lnTo>
                  <a:lnTo>
                    <a:pt x="3980180" y="14732"/>
                  </a:lnTo>
                  <a:lnTo>
                    <a:pt x="3980180" y="4318"/>
                  </a:lnTo>
                  <a:lnTo>
                    <a:pt x="3975862" y="0"/>
                  </a:lnTo>
                  <a:close/>
                </a:path>
                <a:path w="10424160" h="5213350">
                  <a:moveTo>
                    <a:pt x="4008755" y="0"/>
                  </a:moveTo>
                  <a:lnTo>
                    <a:pt x="4003421" y="0"/>
                  </a:lnTo>
                  <a:lnTo>
                    <a:pt x="3999230" y="4318"/>
                  </a:lnTo>
                  <a:lnTo>
                    <a:pt x="3999230" y="14732"/>
                  </a:lnTo>
                  <a:lnTo>
                    <a:pt x="4003421" y="19050"/>
                  </a:lnTo>
                  <a:lnTo>
                    <a:pt x="4008755" y="19050"/>
                  </a:lnTo>
                  <a:lnTo>
                    <a:pt x="4008755" y="0"/>
                  </a:lnTo>
                  <a:close/>
                </a:path>
                <a:path w="10424160" h="5213350">
                  <a:moveTo>
                    <a:pt x="4013962" y="0"/>
                  </a:moveTo>
                  <a:lnTo>
                    <a:pt x="4008755" y="0"/>
                  </a:lnTo>
                  <a:lnTo>
                    <a:pt x="4008755" y="19050"/>
                  </a:lnTo>
                  <a:lnTo>
                    <a:pt x="4013962" y="19050"/>
                  </a:lnTo>
                  <a:lnTo>
                    <a:pt x="4018280" y="14732"/>
                  </a:lnTo>
                  <a:lnTo>
                    <a:pt x="4018280" y="4318"/>
                  </a:lnTo>
                  <a:lnTo>
                    <a:pt x="4013962" y="0"/>
                  </a:lnTo>
                  <a:close/>
                </a:path>
                <a:path w="10424160" h="5213350">
                  <a:moveTo>
                    <a:pt x="4046855" y="0"/>
                  </a:moveTo>
                  <a:lnTo>
                    <a:pt x="4041648" y="0"/>
                  </a:lnTo>
                  <a:lnTo>
                    <a:pt x="4037330" y="4318"/>
                  </a:lnTo>
                  <a:lnTo>
                    <a:pt x="4037330" y="14732"/>
                  </a:lnTo>
                  <a:lnTo>
                    <a:pt x="4041648" y="19050"/>
                  </a:lnTo>
                  <a:lnTo>
                    <a:pt x="4046855" y="19050"/>
                  </a:lnTo>
                  <a:lnTo>
                    <a:pt x="4046855" y="0"/>
                  </a:lnTo>
                  <a:close/>
                </a:path>
                <a:path w="10424160" h="5213350">
                  <a:moveTo>
                    <a:pt x="4052189" y="0"/>
                  </a:moveTo>
                  <a:lnTo>
                    <a:pt x="4046855" y="0"/>
                  </a:lnTo>
                  <a:lnTo>
                    <a:pt x="4046855" y="19050"/>
                  </a:lnTo>
                  <a:lnTo>
                    <a:pt x="4052189" y="19050"/>
                  </a:lnTo>
                  <a:lnTo>
                    <a:pt x="4056380" y="14732"/>
                  </a:lnTo>
                  <a:lnTo>
                    <a:pt x="4056380" y="4318"/>
                  </a:lnTo>
                  <a:lnTo>
                    <a:pt x="4052189" y="0"/>
                  </a:lnTo>
                  <a:close/>
                </a:path>
                <a:path w="10424160" h="5213350">
                  <a:moveTo>
                    <a:pt x="4084955" y="0"/>
                  </a:moveTo>
                  <a:lnTo>
                    <a:pt x="4079748" y="0"/>
                  </a:lnTo>
                  <a:lnTo>
                    <a:pt x="4075430" y="4318"/>
                  </a:lnTo>
                  <a:lnTo>
                    <a:pt x="4075430" y="14732"/>
                  </a:lnTo>
                  <a:lnTo>
                    <a:pt x="4079748" y="19050"/>
                  </a:lnTo>
                  <a:lnTo>
                    <a:pt x="4084955" y="19050"/>
                  </a:lnTo>
                  <a:lnTo>
                    <a:pt x="4084955" y="0"/>
                  </a:lnTo>
                  <a:close/>
                </a:path>
                <a:path w="10424160" h="5213350">
                  <a:moveTo>
                    <a:pt x="4090289" y="0"/>
                  </a:moveTo>
                  <a:lnTo>
                    <a:pt x="4084955" y="0"/>
                  </a:lnTo>
                  <a:lnTo>
                    <a:pt x="4084955" y="19050"/>
                  </a:lnTo>
                  <a:lnTo>
                    <a:pt x="4090289" y="19050"/>
                  </a:lnTo>
                  <a:lnTo>
                    <a:pt x="4094480" y="14732"/>
                  </a:lnTo>
                  <a:lnTo>
                    <a:pt x="4094480" y="4318"/>
                  </a:lnTo>
                  <a:lnTo>
                    <a:pt x="4090289" y="0"/>
                  </a:lnTo>
                  <a:close/>
                </a:path>
                <a:path w="10424160" h="5213350">
                  <a:moveTo>
                    <a:pt x="4123055" y="0"/>
                  </a:moveTo>
                  <a:lnTo>
                    <a:pt x="4117848" y="0"/>
                  </a:lnTo>
                  <a:lnTo>
                    <a:pt x="4113530" y="4318"/>
                  </a:lnTo>
                  <a:lnTo>
                    <a:pt x="4113530" y="14732"/>
                  </a:lnTo>
                  <a:lnTo>
                    <a:pt x="4117848" y="19050"/>
                  </a:lnTo>
                  <a:lnTo>
                    <a:pt x="4123055" y="19050"/>
                  </a:lnTo>
                  <a:lnTo>
                    <a:pt x="4123055" y="0"/>
                  </a:lnTo>
                  <a:close/>
                </a:path>
                <a:path w="10424160" h="5213350">
                  <a:moveTo>
                    <a:pt x="4128389" y="0"/>
                  </a:moveTo>
                  <a:lnTo>
                    <a:pt x="4123055" y="0"/>
                  </a:lnTo>
                  <a:lnTo>
                    <a:pt x="4123055" y="19050"/>
                  </a:lnTo>
                  <a:lnTo>
                    <a:pt x="4128389" y="19050"/>
                  </a:lnTo>
                  <a:lnTo>
                    <a:pt x="4132580" y="14732"/>
                  </a:lnTo>
                  <a:lnTo>
                    <a:pt x="4132580" y="4318"/>
                  </a:lnTo>
                  <a:lnTo>
                    <a:pt x="4128389" y="0"/>
                  </a:lnTo>
                  <a:close/>
                </a:path>
                <a:path w="10424160" h="5213350">
                  <a:moveTo>
                    <a:pt x="4161155" y="0"/>
                  </a:moveTo>
                  <a:lnTo>
                    <a:pt x="4155948" y="0"/>
                  </a:lnTo>
                  <a:lnTo>
                    <a:pt x="4151630" y="4318"/>
                  </a:lnTo>
                  <a:lnTo>
                    <a:pt x="4151630" y="14732"/>
                  </a:lnTo>
                  <a:lnTo>
                    <a:pt x="4155948" y="19050"/>
                  </a:lnTo>
                  <a:lnTo>
                    <a:pt x="4161155" y="19050"/>
                  </a:lnTo>
                  <a:lnTo>
                    <a:pt x="4161155" y="0"/>
                  </a:lnTo>
                  <a:close/>
                </a:path>
                <a:path w="10424160" h="5213350">
                  <a:moveTo>
                    <a:pt x="4166489" y="0"/>
                  </a:moveTo>
                  <a:lnTo>
                    <a:pt x="4161282" y="0"/>
                  </a:lnTo>
                  <a:lnTo>
                    <a:pt x="4161282" y="19050"/>
                  </a:lnTo>
                  <a:lnTo>
                    <a:pt x="4166489" y="19050"/>
                  </a:lnTo>
                  <a:lnTo>
                    <a:pt x="4170807" y="14732"/>
                  </a:lnTo>
                  <a:lnTo>
                    <a:pt x="4170807" y="4318"/>
                  </a:lnTo>
                  <a:lnTo>
                    <a:pt x="4166489" y="0"/>
                  </a:lnTo>
                  <a:close/>
                </a:path>
                <a:path w="10424160" h="5213350">
                  <a:moveTo>
                    <a:pt x="4199382" y="0"/>
                  </a:moveTo>
                  <a:lnTo>
                    <a:pt x="4194048" y="0"/>
                  </a:lnTo>
                  <a:lnTo>
                    <a:pt x="4189857" y="4318"/>
                  </a:lnTo>
                  <a:lnTo>
                    <a:pt x="4189857" y="14732"/>
                  </a:lnTo>
                  <a:lnTo>
                    <a:pt x="4194048" y="19050"/>
                  </a:lnTo>
                  <a:lnTo>
                    <a:pt x="4199382" y="19050"/>
                  </a:lnTo>
                  <a:lnTo>
                    <a:pt x="4199382" y="0"/>
                  </a:lnTo>
                  <a:close/>
                </a:path>
                <a:path w="10424160" h="5213350">
                  <a:moveTo>
                    <a:pt x="4204589" y="0"/>
                  </a:moveTo>
                  <a:lnTo>
                    <a:pt x="4199382" y="0"/>
                  </a:lnTo>
                  <a:lnTo>
                    <a:pt x="4199382" y="19050"/>
                  </a:lnTo>
                  <a:lnTo>
                    <a:pt x="4204589" y="19050"/>
                  </a:lnTo>
                  <a:lnTo>
                    <a:pt x="4208907" y="14732"/>
                  </a:lnTo>
                  <a:lnTo>
                    <a:pt x="4208907" y="4318"/>
                  </a:lnTo>
                  <a:lnTo>
                    <a:pt x="4204589" y="0"/>
                  </a:lnTo>
                  <a:close/>
                </a:path>
                <a:path w="10424160" h="5213350">
                  <a:moveTo>
                    <a:pt x="4237482" y="0"/>
                  </a:moveTo>
                  <a:lnTo>
                    <a:pt x="4232148" y="0"/>
                  </a:lnTo>
                  <a:lnTo>
                    <a:pt x="4227957" y="4318"/>
                  </a:lnTo>
                  <a:lnTo>
                    <a:pt x="4227957" y="14732"/>
                  </a:lnTo>
                  <a:lnTo>
                    <a:pt x="4232148" y="19050"/>
                  </a:lnTo>
                  <a:lnTo>
                    <a:pt x="4237482" y="19050"/>
                  </a:lnTo>
                  <a:lnTo>
                    <a:pt x="4237482" y="0"/>
                  </a:lnTo>
                  <a:close/>
                </a:path>
                <a:path w="10424160" h="5213350">
                  <a:moveTo>
                    <a:pt x="4242689" y="0"/>
                  </a:moveTo>
                  <a:lnTo>
                    <a:pt x="4237482" y="0"/>
                  </a:lnTo>
                  <a:lnTo>
                    <a:pt x="4237482" y="19050"/>
                  </a:lnTo>
                  <a:lnTo>
                    <a:pt x="4242689" y="19050"/>
                  </a:lnTo>
                  <a:lnTo>
                    <a:pt x="4247007" y="14732"/>
                  </a:lnTo>
                  <a:lnTo>
                    <a:pt x="4247007" y="4318"/>
                  </a:lnTo>
                  <a:lnTo>
                    <a:pt x="4242689" y="0"/>
                  </a:lnTo>
                  <a:close/>
                </a:path>
                <a:path w="10424160" h="5213350">
                  <a:moveTo>
                    <a:pt x="4275582" y="0"/>
                  </a:moveTo>
                  <a:lnTo>
                    <a:pt x="4270248" y="0"/>
                  </a:lnTo>
                  <a:lnTo>
                    <a:pt x="4266057" y="4318"/>
                  </a:lnTo>
                  <a:lnTo>
                    <a:pt x="4266057" y="14732"/>
                  </a:lnTo>
                  <a:lnTo>
                    <a:pt x="4270248" y="19050"/>
                  </a:lnTo>
                  <a:lnTo>
                    <a:pt x="4275582" y="19050"/>
                  </a:lnTo>
                  <a:lnTo>
                    <a:pt x="4275582" y="0"/>
                  </a:lnTo>
                  <a:close/>
                </a:path>
                <a:path w="10424160" h="5213350">
                  <a:moveTo>
                    <a:pt x="4280789" y="0"/>
                  </a:moveTo>
                  <a:lnTo>
                    <a:pt x="4275582" y="0"/>
                  </a:lnTo>
                  <a:lnTo>
                    <a:pt x="4275582" y="19050"/>
                  </a:lnTo>
                  <a:lnTo>
                    <a:pt x="4280789" y="19050"/>
                  </a:lnTo>
                  <a:lnTo>
                    <a:pt x="4285107" y="14732"/>
                  </a:lnTo>
                  <a:lnTo>
                    <a:pt x="4285107" y="4318"/>
                  </a:lnTo>
                  <a:lnTo>
                    <a:pt x="4280789" y="0"/>
                  </a:lnTo>
                  <a:close/>
                </a:path>
                <a:path w="10424160" h="5213350">
                  <a:moveTo>
                    <a:pt x="4313682" y="0"/>
                  </a:moveTo>
                  <a:lnTo>
                    <a:pt x="4308475" y="0"/>
                  </a:lnTo>
                  <a:lnTo>
                    <a:pt x="4304157" y="4318"/>
                  </a:lnTo>
                  <a:lnTo>
                    <a:pt x="4304157" y="14732"/>
                  </a:lnTo>
                  <a:lnTo>
                    <a:pt x="4308475" y="19050"/>
                  </a:lnTo>
                  <a:lnTo>
                    <a:pt x="4313682" y="19050"/>
                  </a:lnTo>
                  <a:lnTo>
                    <a:pt x="4313682" y="0"/>
                  </a:lnTo>
                  <a:close/>
                </a:path>
                <a:path w="10424160" h="5213350">
                  <a:moveTo>
                    <a:pt x="4319016" y="0"/>
                  </a:moveTo>
                  <a:lnTo>
                    <a:pt x="4313682" y="0"/>
                  </a:lnTo>
                  <a:lnTo>
                    <a:pt x="4313682" y="19050"/>
                  </a:lnTo>
                  <a:lnTo>
                    <a:pt x="4319016" y="19050"/>
                  </a:lnTo>
                  <a:lnTo>
                    <a:pt x="4323207" y="14732"/>
                  </a:lnTo>
                  <a:lnTo>
                    <a:pt x="4323207" y="4318"/>
                  </a:lnTo>
                  <a:lnTo>
                    <a:pt x="4319016" y="0"/>
                  </a:lnTo>
                  <a:close/>
                </a:path>
                <a:path w="10424160" h="5213350">
                  <a:moveTo>
                    <a:pt x="4351782" y="0"/>
                  </a:moveTo>
                  <a:lnTo>
                    <a:pt x="4346575" y="0"/>
                  </a:lnTo>
                  <a:lnTo>
                    <a:pt x="4342257" y="4318"/>
                  </a:lnTo>
                  <a:lnTo>
                    <a:pt x="4342257" y="14732"/>
                  </a:lnTo>
                  <a:lnTo>
                    <a:pt x="4346575" y="19050"/>
                  </a:lnTo>
                  <a:lnTo>
                    <a:pt x="4351782" y="19050"/>
                  </a:lnTo>
                  <a:lnTo>
                    <a:pt x="4351782" y="0"/>
                  </a:lnTo>
                  <a:close/>
                </a:path>
                <a:path w="10424160" h="5213350">
                  <a:moveTo>
                    <a:pt x="4357116" y="0"/>
                  </a:moveTo>
                  <a:lnTo>
                    <a:pt x="4351782" y="0"/>
                  </a:lnTo>
                  <a:lnTo>
                    <a:pt x="4351782" y="19050"/>
                  </a:lnTo>
                  <a:lnTo>
                    <a:pt x="4357116" y="19050"/>
                  </a:lnTo>
                  <a:lnTo>
                    <a:pt x="4361307" y="14732"/>
                  </a:lnTo>
                  <a:lnTo>
                    <a:pt x="4361307" y="4318"/>
                  </a:lnTo>
                  <a:lnTo>
                    <a:pt x="4357116" y="0"/>
                  </a:lnTo>
                  <a:close/>
                </a:path>
                <a:path w="10424160" h="5213350">
                  <a:moveTo>
                    <a:pt x="4389882" y="0"/>
                  </a:moveTo>
                  <a:lnTo>
                    <a:pt x="4384675" y="0"/>
                  </a:lnTo>
                  <a:lnTo>
                    <a:pt x="4380357" y="4318"/>
                  </a:lnTo>
                  <a:lnTo>
                    <a:pt x="4380357" y="14732"/>
                  </a:lnTo>
                  <a:lnTo>
                    <a:pt x="4384675" y="19050"/>
                  </a:lnTo>
                  <a:lnTo>
                    <a:pt x="4389882" y="19050"/>
                  </a:lnTo>
                  <a:lnTo>
                    <a:pt x="4389882" y="0"/>
                  </a:lnTo>
                  <a:close/>
                </a:path>
                <a:path w="10424160" h="5213350">
                  <a:moveTo>
                    <a:pt x="4395216" y="0"/>
                  </a:moveTo>
                  <a:lnTo>
                    <a:pt x="4389882" y="0"/>
                  </a:lnTo>
                  <a:lnTo>
                    <a:pt x="4389882" y="19050"/>
                  </a:lnTo>
                  <a:lnTo>
                    <a:pt x="4395216" y="19050"/>
                  </a:lnTo>
                  <a:lnTo>
                    <a:pt x="4399407" y="14732"/>
                  </a:lnTo>
                  <a:lnTo>
                    <a:pt x="4399407" y="4318"/>
                  </a:lnTo>
                  <a:lnTo>
                    <a:pt x="4395216" y="0"/>
                  </a:lnTo>
                  <a:close/>
                </a:path>
                <a:path w="10424160" h="5213350">
                  <a:moveTo>
                    <a:pt x="4427982" y="0"/>
                  </a:moveTo>
                  <a:lnTo>
                    <a:pt x="4422775" y="0"/>
                  </a:lnTo>
                  <a:lnTo>
                    <a:pt x="4418457" y="4318"/>
                  </a:lnTo>
                  <a:lnTo>
                    <a:pt x="4418457" y="14732"/>
                  </a:lnTo>
                  <a:lnTo>
                    <a:pt x="4422775" y="19050"/>
                  </a:lnTo>
                  <a:lnTo>
                    <a:pt x="4427982" y="19050"/>
                  </a:lnTo>
                  <a:lnTo>
                    <a:pt x="4427982" y="0"/>
                  </a:lnTo>
                  <a:close/>
                </a:path>
                <a:path w="10424160" h="5213350">
                  <a:moveTo>
                    <a:pt x="4433316" y="0"/>
                  </a:moveTo>
                  <a:lnTo>
                    <a:pt x="4428109" y="0"/>
                  </a:lnTo>
                  <a:lnTo>
                    <a:pt x="4428109" y="19050"/>
                  </a:lnTo>
                  <a:lnTo>
                    <a:pt x="4433316" y="19050"/>
                  </a:lnTo>
                  <a:lnTo>
                    <a:pt x="4437634" y="14732"/>
                  </a:lnTo>
                  <a:lnTo>
                    <a:pt x="4437634" y="4318"/>
                  </a:lnTo>
                  <a:lnTo>
                    <a:pt x="4433316" y="0"/>
                  </a:lnTo>
                  <a:close/>
                </a:path>
                <a:path w="10424160" h="5213350">
                  <a:moveTo>
                    <a:pt x="4466209" y="0"/>
                  </a:moveTo>
                  <a:lnTo>
                    <a:pt x="4460875" y="0"/>
                  </a:lnTo>
                  <a:lnTo>
                    <a:pt x="4456684" y="4318"/>
                  </a:lnTo>
                  <a:lnTo>
                    <a:pt x="4456684" y="14732"/>
                  </a:lnTo>
                  <a:lnTo>
                    <a:pt x="4460875" y="19050"/>
                  </a:lnTo>
                  <a:lnTo>
                    <a:pt x="4466209" y="19050"/>
                  </a:lnTo>
                  <a:lnTo>
                    <a:pt x="4466209" y="0"/>
                  </a:lnTo>
                  <a:close/>
                </a:path>
                <a:path w="10424160" h="5213350">
                  <a:moveTo>
                    <a:pt x="4471416" y="0"/>
                  </a:moveTo>
                  <a:lnTo>
                    <a:pt x="4466209" y="0"/>
                  </a:lnTo>
                  <a:lnTo>
                    <a:pt x="4466209" y="19050"/>
                  </a:lnTo>
                  <a:lnTo>
                    <a:pt x="4471416" y="19050"/>
                  </a:lnTo>
                  <a:lnTo>
                    <a:pt x="4475734" y="14732"/>
                  </a:lnTo>
                  <a:lnTo>
                    <a:pt x="4475734" y="4318"/>
                  </a:lnTo>
                  <a:lnTo>
                    <a:pt x="4471416" y="0"/>
                  </a:lnTo>
                  <a:close/>
                </a:path>
                <a:path w="10424160" h="5213350">
                  <a:moveTo>
                    <a:pt x="4504309" y="0"/>
                  </a:moveTo>
                  <a:lnTo>
                    <a:pt x="4498975" y="0"/>
                  </a:lnTo>
                  <a:lnTo>
                    <a:pt x="4494784" y="4318"/>
                  </a:lnTo>
                  <a:lnTo>
                    <a:pt x="4494784" y="14732"/>
                  </a:lnTo>
                  <a:lnTo>
                    <a:pt x="4498975" y="19050"/>
                  </a:lnTo>
                  <a:lnTo>
                    <a:pt x="4504309" y="19050"/>
                  </a:lnTo>
                  <a:lnTo>
                    <a:pt x="4504309" y="0"/>
                  </a:lnTo>
                  <a:close/>
                </a:path>
                <a:path w="10424160" h="5213350">
                  <a:moveTo>
                    <a:pt x="4509516" y="0"/>
                  </a:moveTo>
                  <a:lnTo>
                    <a:pt x="4504309" y="0"/>
                  </a:lnTo>
                  <a:lnTo>
                    <a:pt x="4504309" y="19050"/>
                  </a:lnTo>
                  <a:lnTo>
                    <a:pt x="4509516" y="19050"/>
                  </a:lnTo>
                  <a:lnTo>
                    <a:pt x="4513834" y="14732"/>
                  </a:lnTo>
                  <a:lnTo>
                    <a:pt x="4513834" y="4318"/>
                  </a:lnTo>
                  <a:lnTo>
                    <a:pt x="4509516" y="0"/>
                  </a:lnTo>
                  <a:close/>
                </a:path>
                <a:path w="10424160" h="5213350">
                  <a:moveTo>
                    <a:pt x="4542409" y="0"/>
                  </a:moveTo>
                  <a:lnTo>
                    <a:pt x="4537075" y="0"/>
                  </a:lnTo>
                  <a:lnTo>
                    <a:pt x="4532884" y="4318"/>
                  </a:lnTo>
                  <a:lnTo>
                    <a:pt x="4532884" y="14732"/>
                  </a:lnTo>
                  <a:lnTo>
                    <a:pt x="4537075" y="19050"/>
                  </a:lnTo>
                  <a:lnTo>
                    <a:pt x="4542409" y="19050"/>
                  </a:lnTo>
                  <a:lnTo>
                    <a:pt x="4542409" y="0"/>
                  </a:lnTo>
                  <a:close/>
                </a:path>
                <a:path w="10424160" h="5213350">
                  <a:moveTo>
                    <a:pt x="4547616" y="0"/>
                  </a:moveTo>
                  <a:lnTo>
                    <a:pt x="4542409" y="0"/>
                  </a:lnTo>
                  <a:lnTo>
                    <a:pt x="4542409" y="19050"/>
                  </a:lnTo>
                  <a:lnTo>
                    <a:pt x="4547616" y="19050"/>
                  </a:lnTo>
                  <a:lnTo>
                    <a:pt x="4551934" y="14732"/>
                  </a:lnTo>
                  <a:lnTo>
                    <a:pt x="4551934" y="4318"/>
                  </a:lnTo>
                  <a:lnTo>
                    <a:pt x="4547616" y="0"/>
                  </a:lnTo>
                  <a:close/>
                </a:path>
                <a:path w="10424160" h="5213350">
                  <a:moveTo>
                    <a:pt x="4580509" y="0"/>
                  </a:moveTo>
                  <a:lnTo>
                    <a:pt x="4575302" y="0"/>
                  </a:lnTo>
                  <a:lnTo>
                    <a:pt x="4570984" y="4318"/>
                  </a:lnTo>
                  <a:lnTo>
                    <a:pt x="4570984" y="14732"/>
                  </a:lnTo>
                  <a:lnTo>
                    <a:pt x="4575302" y="19050"/>
                  </a:lnTo>
                  <a:lnTo>
                    <a:pt x="4580509" y="19050"/>
                  </a:lnTo>
                  <a:lnTo>
                    <a:pt x="4580509" y="0"/>
                  </a:lnTo>
                  <a:close/>
                </a:path>
                <a:path w="10424160" h="5213350">
                  <a:moveTo>
                    <a:pt x="4585843" y="0"/>
                  </a:moveTo>
                  <a:lnTo>
                    <a:pt x="4580509" y="0"/>
                  </a:lnTo>
                  <a:lnTo>
                    <a:pt x="4580509" y="19050"/>
                  </a:lnTo>
                  <a:lnTo>
                    <a:pt x="4585843" y="19050"/>
                  </a:lnTo>
                  <a:lnTo>
                    <a:pt x="4590034" y="14732"/>
                  </a:lnTo>
                  <a:lnTo>
                    <a:pt x="4590034" y="4318"/>
                  </a:lnTo>
                  <a:lnTo>
                    <a:pt x="4585843" y="0"/>
                  </a:lnTo>
                  <a:close/>
                </a:path>
                <a:path w="10424160" h="5213350">
                  <a:moveTo>
                    <a:pt x="4618609" y="0"/>
                  </a:moveTo>
                  <a:lnTo>
                    <a:pt x="4613402" y="0"/>
                  </a:lnTo>
                  <a:lnTo>
                    <a:pt x="4609084" y="4318"/>
                  </a:lnTo>
                  <a:lnTo>
                    <a:pt x="4609084" y="14732"/>
                  </a:lnTo>
                  <a:lnTo>
                    <a:pt x="4613402" y="19050"/>
                  </a:lnTo>
                  <a:lnTo>
                    <a:pt x="4618609" y="19050"/>
                  </a:lnTo>
                  <a:lnTo>
                    <a:pt x="4618609" y="0"/>
                  </a:lnTo>
                  <a:close/>
                </a:path>
                <a:path w="10424160" h="5213350">
                  <a:moveTo>
                    <a:pt x="4623943" y="0"/>
                  </a:moveTo>
                  <a:lnTo>
                    <a:pt x="4618609" y="0"/>
                  </a:lnTo>
                  <a:lnTo>
                    <a:pt x="4618609" y="19050"/>
                  </a:lnTo>
                  <a:lnTo>
                    <a:pt x="4623943" y="19050"/>
                  </a:lnTo>
                  <a:lnTo>
                    <a:pt x="4628134" y="14732"/>
                  </a:lnTo>
                  <a:lnTo>
                    <a:pt x="4628134" y="4318"/>
                  </a:lnTo>
                  <a:lnTo>
                    <a:pt x="4623943" y="0"/>
                  </a:lnTo>
                  <a:close/>
                </a:path>
                <a:path w="10424160" h="5213350">
                  <a:moveTo>
                    <a:pt x="4656709" y="0"/>
                  </a:moveTo>
                  <a:lnTo>
                    <a:pt x="4651502" y="0"/>
                  </a:lnTo>
                  <a:lnTo>
                    <a:pt x="4647184" y="4318"/>
                  </a:lnTo>
                  <a:lnTo>
                    <a:pt x="4647184" y="14732"/>
                  </a:lnTo>
                  <a:lnTo>
                    <a:pt x="4651502" y="19050"/>
                  </a:lnTo>
                  <a:lnTo>
                    <a:pt x="4656709" y="19050"/>
                  </a:lnTo>
                  <a:lnTo>
                    <a:pt x="4656709" y="0"/>
                  </a:lnTo>
                  <a:close/>
                </a:path>
                <a:path w="10424160" h="5213350">
                  <a:moveTo>
                    <a:pt x="4662043" y="0"/>
                  </a:moveTo>
                  <a:lnTo>
                    <a:pt x="4656836" y="0"/>
                  </a:lnTo>
                  <a:lnTo>
                    <a:pt x="4656836" y="19050"/>
                  </a:lnTo>
                  <a:lnTo>
                    <a:pt x="4662043" y="19050"/>
                  </a:lnTo>
                  <a:lnTo>
                    <a:pt x="4666361" y="14732"/>
                  </a:lnTo>
                  <a:lnTo>
                    <a:pt x="4666361" y="4318"/>
                  </a:lnTo>
                  <a:lnTo>
                    <a:pt x="4662043" y="0"/>
                  </a:lnTo>
                  <a:close/>
                </a:path>
                <a:path w="10424160" h="5213350">
                  <a:moveTo>
                    <a:pt x="4694936" y="0"/>
                  </a:moveTo>
                  <a:lnTo>
                    <a:pt x="4689602" y="0"/>
                  </a:lnTo>
                  <a:lnTo>
                    <a:pt x="4685411" y="4318"/>
                  </a:lnTo>
                  <a:lnTo>
                    <a:pt x="4685411" y="14732"/>
                  </a:lnTo>
                  <a:lnTo>
                    <a:pt x="4689602" y="19050"/>
                  </a:lnTo>
                  <a:lnTo>
                    <a:pt x="4694936" y="19050"/>
                  </a:lnTo>
                  <a:lnTo>
                    <a:pt x="4694936" y="0"/>
                  </a:lnTo>
                  <a:close/>
                </a:path>
                <a:path w="10424160" h="5213350">
                  <a:moveTo>
                    <a:pt x="4700143" y="0"/>
                  </a:moveTo>
                  <a:lnTo>
                    <a:pt x="4694936" y="0"/>
                  </a:lnTo>
                  <a:lnTo>
                    <a:pt x="4694936" y="19050"/>
                  </a:lnTo>
                  <a:lnTo>
                    <a:pt x="4700143" y="19050"/>
                  </a:lnTo>
                  <a:lnTo>
                    <a:pt x="4704461" y="14732"/>
                  </a:lnTo>
                  <a:lnTo>
                    <a:pt x="4704461" y="4318"/>
                  </a:lnTo>
                  <a:lnTo>
                    <a:pt x="4700143" y="0"/>
                  </a:lnTo>
                  <a:close/>
                </a:path>
                <a:path w="10424160" h="5213350">
                  <a:moveTo>
                    <a:pt x="4733036" y="0"/>
                  </a:moveTo>
                  <a:lnTo>
                    <a:pt x="4727702" y="0"/>
                  </a:lnTo>
                  <a:lnTo>
                    <a:pt x="4723511" y="4318"/>
                  </a:lnTo>
                  <a:lnTo>
                    <a:pt x="4723511" y="14732"/>
                  </a:lnTo>
                  <a:lnTo>
                    <a:pt x="4727702" y="19050"/>
                  </a:lnTo>
                  <a:lnTo>
                    <a:pt x="4733036" y="19050"/>
                  </a:lnTo>
                  <a:lnTo>
                    <a:pt x="4733036" y="0"/>
                  </a:lnTo>
                  <a:close/>
                </a:path>
                <a:path w="10424160" h="5213350">
                  <a:moveTo>
                    <a:pt x="4738243" y="0"/>
                  </a:moveTo>
                  <a:lnTo>
                    <a:pt x="4733036" y="0"/>
                  </a:lnTo>
                  <a:lnTo>
                    <a:pt x="4733036" y="19050"/>
                  </a:lnTo>
                  <a:lnTo>
                    <a:pt x="4738243" y="19050"/>
                  </a:lnTo>
                  <a:lnTo>
                    <a:pt x="4742561" y="14732"/>
                  </a:lnTo>
                  <a:lnTo>
                    <a:pt x="4742561" y="4318"/>
                  </a:lnTo>
                  <a:lnTo>
                    <a:pt x="4738243" y="0"/>
                  </a:lnTo>
                  <a:close/>
                </a:path>
                <a:path w="10424160" h="5213350">
                  <a:moveTo>
                    <a:pt x="4771136" y="0"/>
                  </a:moveTo>
                  <a:lnTo>
                    <a:pt x="4765802" y="0"/>
                  </a:lnTo>
                  <a:lnTo>
                    <a:pt x="4761611" y="4318"/>
                  </a:lnTo>
                  <a:lnTo>
                    <a:pt x="4761611" y="14732"/>
                  </a:lnTo>
                  <a:lnTo>
                    <a:pt x="4765802" y="19050"/>
                  </a:lnTo>
                  <a:lnTo>
                    <a:pt x="4771136" y="19050"/>
                  </a:lnTo>
                  <a:lnTo>
                    <a:pt x="4771136" y="0"/>
                  </a:lnTo>
                  <a:close/>
                </a:path>
                <a:path w="10424160" h="5213350">
                  <a:moveTo>
                    <a:pt x="4776343" y="0"/>
                  </a:moveTo>
                  <a:lnTo>
                    <a:pt x="4771136" y="0"/>
                  </a:lnTo>
                  <a:lnTo>
                    <a:pt x="4771136" y="19050"/>
                  </a:lnTo>
                  <a:lnTo>
                    <a:pt x="4776343" y="19050"/>
                  </a:lnTo>
                  <a:lnTo>
                    <a:pt x="4780661" y="14732"/>
                  </a:lnTo>
                  <a:lnTo>
                    <a:pt x="4780661" y="4318"/>
                  </a:lnTo>
                  <a:lnTo>
                    <a:pt x="4776343" y="0"/>
                  </a:lnTo>
                  <a:close/>
                </a:path>
                <a:path w="10424160" h="5213350">
                  <a:moveTo>
                    <a:pt x="4809236" y="0"/>
                  </a:moveTo>
                  <a:lnTo>
                    <a:pt x="4804029" y="0"/>
                  </a:lnTo>
                  <a:lnTo>
                    <a:pt x="4799711" y="4318"/>
                  </a:lnTo>
                  <a:lnTo>
                    <a:pt x="4799711" y="14732"/>
                  </a:lnTo>
                  <a:lnTo>
                    <a:pt x="4804029" y="19050"/>
                  </a:lnTo>
                  <a:lnTo>
                    <a:pt x="4809236" y="19050"/>
                  </a:lnTo>
                  <a:lnTo>
                    <a:pt x="4809236" y="0"/>
                  </a:lnTo>
                  <a:close/>
                </a:path>
                <a:path w="10424160" h="5213350">
                  <a:moveTo>
                    <a:pt x="4814570" y="0"/>
                  </a:moveTo>
                  <a:lnTo>
                    <a:pt x="4809236" y="0"/>
                  </a:lnTo>
                  <a:lnTo>
                    <a:pt x="4809236" y="19050"/>
                  </a:lnTo>
                  <a:lnTo>
                    <a:pt x="4814570" y="19050"/>
                  </a:lnTo>
                  <a:lnTo>
                    <a:pt x="4818761" y="14732"/>
                  </a:lnTo>
                  <a:lnTo>
                    <a:pt x="4818761" y="4318"/>
                  </a:lnTo>
                  <a:lnTo>
                    <a:pt x="4814570" y="0"/>
                  </a:lnTo>
                  <a:close/>
                </a:path>
                <a:path w="10424160" h="5213350">
                  <a:moveTo>
                    <a:pt x="4847336" y="0"/>
                  </a:moveTo>
                  <a:lnTo>
                    <a:pt x="4842129" y="0"/>
                  </a:lnTo>
                  <a:lnTo>
                    <a:pt x="4837811" y="4318"/>
                  </a:lnTo>
                  <a:lnTo>
                    <a:pt x="4837811" y="14732"/>
                  </a:lnTo>
                  <a:lnTo>
                    <a:pt x="4842129" y="19050"/>
                  </a:lnTo>
                  <a:lnTo>
                    <a:pt x="4847336" y="19050"/>
                  </a:lnTo>
                  <a:lnTo>
                    <a:pt x="4847336" y="0"/>
                  </a:lnTo>
                  <a:close/>
                </a:path>
                <a:path w="10424160" h="5213350">
                  <a:moveTo>
                    <a:pt x="4852670" y="0"/>
                  </a:moveTo>
                  <a:lnTo>
                    <a:pt x="4847336" y="0"/>
                  </a:lnTo>
                  <a:lnTo>
                    <a:pt x="4847336" y="19050"/>
                  </a:lnTo>
                  <a:lnTo>
                    <a:pt x="4852670" y="19050"/>
                  </a:lnTo>
                  <a:lnTo>
                    <a:pt x="4856861" y="14732"/>
                  </a:lnTo>
                  <a:lnTo>
                    <a:pt x="4856861" y="4318"/>
                  </a:lnTo>
                  <a:lnTo>
                    <a:pt x="4852670" y="0"/>
                  </a:lnTo>
                  <a:close/>
                </a:path>
                <a:path w="10424160" h="5213350">
                  <a:moveTo>
                    <a:pt x="4885436" y="0"/>
                  </a:moveTo>
                  <a:lnTo>
                    <a:pt x="4880229" y="0"/>
                  </a:lnTo>
                  <a:lnTo>
                    <a:pt x="4875911" y="4318"/>
                  </a:lnTo>
                  <a:lnTo>
                    <a:pt x="4875911" y="14732"/>
                  </a:lnTo>
                  <a:lnTo>
                    <a:pt x="4880229" y="19050"/>
                  </a:lnTo>
                  <a:lnTo>
                    <a:pt x="4885436" y="19050"/>
                  </a:lnTo>
                  <a:lnTo>
                    <a:pt x="4885436" y="0"/>
                  </a:lnTo>
                  <a:close/>
                </a:path>
                <a:path w="10424160" h="5213350">
                  <a:moveTo>
                    <a:pt x="4890770" y="0"/>
                  </a:moveTo>
                  <a:lnTo>
                    <a:pt x="4885436" y="0"/>
                  </a:lnTo>
                  <a:lnTo>
                    <a:pt x="4885436" y="19050"/>
                  </a:lnTo>
                  <a:lnTo>
                    <a:pt x="4890770" y="19050"/>
                  </a:lnTo>
                  <a:lnTo>
                    <a:pt x="4894961" y="14732"/>
                  </a:lnTo>
                  <a:lnTo>
                    <a:pt x="4894961" y="4318"/>
                  </a:lnTo>
                  <a:lnTo>
                    <a:pt x="4890770" y="0"/>
                  </a:lnTo>
                  <a:close/>
                </a:path>
                <a:path w="10424160" h="5213350">
                  <a:moveTo>
                    <a:pt x="4923536" y="0"/>
                  </a:moveTo>
                  <a:lnTo>
                    <a:pt x="4918329" y="0"/>
                  </a:lnTo>
                  <a:lnTo>
                    <a:pt x="4914011" y="4318"/>
                  </a:lnTo>
                  <a:lnTo>
                    <a:pt x="4914011" y="14732"/>
                  </a:lnTo>
                  <a:lnTo>
                    <a:pt x="4918329" y="19050"/>
                  </a:lnTo>
                  <a:lnTo>
                    <a:pt x="4923536" y="19050"/>
                  </a:lnTo>
                  <a:lnTo>
                    <a:pt x="4923536" y="0"/>
                  </a:lnTo>
                  <a:close/>
                </a:path>
                <a:path w="10424160" h="5213350">
                  <a:moveTo>
                    <a:pt x="4928870" y="0"/>
                  </a:moveTo>
                  <a:lnTo>
                    <a:pt x="4923663" y="0"/>
                  </a:lnTo>
                  <a:lnTo>
                    <a:pt x="4923663" y="19050"/>
                  </a:lnTo>
                  <a:lnTo>
                    <a:pt x="4928870" y="19050"/>
                  </a:lnTo>
                  <a:lnTo>
                    <a:pt x="4933188" y="14732"/>
                  </a:lnTo>
                  <a:lnTo>
                    <a:pt x="4933188" y="4318"/>
                  </a:lnTo>
                  <a:lnTo>
                    <a:pt x="4928870" y="0"/>
                  </a:lnTo>
                  <a:close/>
                </a:path>
                <a:path w="10424160" h="5213350">
                  <a:moveTo>
                    <a:pt x="4961763" y="0"/>
                  </a:moveTo>
                  <a:lnTo>
                    <a:pt x="4956429" y="0"/>
                  </a:lnTo>
                  <a:lnTo>
                    <a:pt x="4952238" y="4318"/>
                  </a:lnTo>
                  <a:lnTo>
                    <a:pt x="4952238" y="14732"/>
                  </a:lnTo>
                  <a:lnTo>
                    <a:pt x="4956429" y="19050"/>
                  </a:lnTo>
                  <a:lnTo>
                    <a:pt x="4961763" y="19050"/>
                  </a:lnTo>
                  <a:lnTo>
                    <a:pt x="4961763" y="0"/>
                  </a:lnTo>
                  <a:close/>
                </a:path>
                <a:path w="10424160" h="5213350">
                  <a:moveTo>
                    <a:pt x="4966970" y="0"/>
                  </a:moveTo>
                  <a:lnTo>
                    <a:pt x="4961763" y="0"/>
                  </a:lnTo>
                  <a:lnTo>
                    <a:pt x="4961763" y="19050"/>
                  </a:lnTo>
                  <a:lnTo>
                    <a:pt x="4966970" y="19050"/>
                  </a:lnTo>
                  <a:lnTo>
                    <a:pt x="4971288" y="14732"/>
                  </a:lnTo>
                  <a:lnTo>
                    <a:pt x="4971288" y="4318"/>
                  </a:lnTo>
                  <a:lnTo>
                    <a:pt x="4966970" y="0"/>
                  </a:lnTo>
                  <a:close/>
                </a:path>
                <a:path w="10424160" h="5213350">
                  <a:moveTo>
                    <a:pt x="4999863" y="0"/>
                  </a:moveTo>
                  <a:lnTo>
                    <a:pt x="4994529" y="0"/>
                  </a:lnTo>
                  <a:lnTo>
                    <a:pt x="4990338" y="4318"/>
                  </a:lnTo>
                  <a:lnTo>
                    <a:pt x="4990338" y="14732"/>
                  </a:lnTo>
                  <a:lnTo>
                    <a:pt x="4994529" y="19050"/>
                  </a:lnTo>
                  <a:lnTo>
                    <a:pt x="4999863" y="19050"/>
                  </a:lnTo>
                  <a:lnTo>
                    <a:pt x="4999863" y="0"/>
                  </a:lnTo>
                  <a:close/>
                </a:path>
                <a:path w="10424160" h="5213350">
                  <a:moveTo>
                    <a:pt x="5005070" y="0"/>
                  </a:moveTo>
                  <a:lnTo>
                    <a:pt x="4999863" y="0"/>
                  </a:lnTo>
                  <a:lnTo>
                    <a:pt x="4999863" y="19050"/>
                  </a:lnTo>
                  <a:lnTo>
                    <a:pt x="5005070" y="19050"/>
                  </a:lnTo>
                  <a:lnTo>
                    <a:pt x="5009388" y="14732"/>
                  </a:lnTo>
                  <a:lnTo>
                    <a:pt x="5009388" y="4318"/>
                  </a:lnTo>
                  <a:lnTo>
                    <a:pt x="5005070" y="0"/>
                  </a:lnTo>
                  <a:close/>
                </a:path>
                <a:path w="10424160" h="5213350">
                  <a:moveTo>
                    <a:pt x="5037963" y="0"/>
                  </a:moveTo>
                  <a:lnTo>
                    <a:pt x="5032629" y="0"/>
                  </a:lnTo>
                  <a:lnTo>
                    <a:pt x="5028438" y="4318"/>
                  </a:lnTo>
                  <a:lnTo>
                    <a:pt x="5028438" y="14732"/>
                  </a:lnTo>
                  <a:lnTo>
                    <a:pt x="5032629" y="19050"/>
                  </a:lnTo>
                  <a:lnTo>
                    <a:pt x="5037963" y="19050"/>
                  </a:lnTo>
                  <a:lnTo>
                    <a:pt x="5037963" y="0"/>
                  </a:lnTo>
                  <a:close/>
                </a:path>
                <a:path w="10424160" h="5213350">
                  <a:moveTo>
                    <a:pt x="5043170" y="0"/>
                  </a:moveTo>
                  <a:lnTo>
                    <a:pt x="5037963" y="0"/>
                  </a:lnTo>
                  <a:lnTo>
                    <a:pt x="5037963" y="19050"/>
                  </a:lnTo>
                  <a:lnTo>
                    <a:pt x="5043170" y="19050"/>
                  </a:lnTo>
                  <a:lnTo>
                    <a:pt x="5047488" y="14732"/>
                  </a:lnTo>
                  <a:lnTo>
                    <a:pt x="5047488" y="4318"/>
                  </a:lnTo>
                  <a:lnTo>
                    <a:pt x="5043170" y="0"/>
                  </a:lnTo>
                  <a:close/>
                </a:path>
                <a:path w="10424160" h="5213350">
                  <a:moveTo>
                    <a:pt x="5076063" y="0"/>
                  </a:moveTo>
                  <a:lnTo>
                    <a:pt x="5070856" y="0"/>
                  </a:lnTo>
                  <a:lnTo>
                    <a:pt x="5066538" y="4318"/>
                  </a:lnTo>
                  <a:lnTo>
                    <a:pt x="5066538" y="14732"/>
                  </a:lnTo>
                  <a:lnTo>
                    <a:pt x="5070856" y="19050"/>
                  </a:lnTo>
                  <a:lnTo>
                    <a:pt x="5076063" y="19050"/>
                  </a:lnTo>
                  <a:lnTo>
                    <a:pt x="5076063" y="0"/>
                  </a:lnTo>
                  <a:close/>
                </a:path>
                <a:path w="10424160" h="5213350">
                  <a:moveTo>
                    <a:pt x="5081397" y="0"/>
                  </a:moveTo>
                  <a:lnTo>
                    <a:pt x="5076063" y="0"/>
                  </a:lnTo>
                  <a:lnTo>
                    <a:pt x="5076063" y="19050"/>
                  </a:lnTo>
                  <a:lnTo>
                    <a:pt x="5081397" y="19050"/>
                  </a:lnTo>
                  <a:lnTo>
                    <a:pt x="5085588" y="14732"/>
                  </a:lnTo>
                  <a:lnTo>
                    <a:pt x="5085588" y="4318"/>
                  </a:lnTo>
                  <a:lnTo>
                    <a:pt x="5081397" y="0"/>
                  </a:lnTo>
                  <a:close/>
                </a:path>
                <a:path w="10424160" h="5213350">
                  <a:moveTo>
                    <a:pt x="5114163" y="0"/>
                  </a:moveTo>
                  <a:lnTo>
                    <a:pt x="5108956" y="0"/>
                  </a:lnTo>
                  <a:lnTo>
                    <a:pt x="5104638" y="4318"/>
                  </a:lnTo>
                  <a:lnTo>
                    <a:pt x="5104638" y="14732"/>
                  </a:lnTo>
                  <a:lnTo>
                    <a:pt x="5108956" y="19050"/>
                  </a:lnTo>
                  <a:lnTo>
                    <a:pt x="5114163" y="19050"/>
                  </a:lnTo>
                  <a:lnTo>
                    <a:pt x="5114163" y="0"/>
                  </a:lnTo>
                  <a:close/>
                </a:path>
                <a:path w="10424160" h="5213350">
                  <a:moveTo>
                    <a:pt x="5119497" y="0"/>
                  </a:moveTo>
                  <a:lnTo>
                    <a:pt x="5114163" y="0"/>
                  </a:lnTo>
                  <a:lnTo>
                    <a:pt x="5114163" y="19050"/>
                  </a:lnTo>
                  <a:lnTo>
                    <a:pt x="5119497" y="19050"/>
                  </a:lnTo>
                  <a:lnTo>
                    <a:pt x="5123688" y="14732"/>
                  </a:lnTo>
                  <a:lnTo>
                    <a:pt x="5123688" y="4318"/>
                  </a:lnTo>
                  <a:lnTo>
                    <a:pt x="5119497" y="0"/>
                  </a:lnTo>
                  <a:close/>
                </a:path>
                <a:path w="10424160" h="5213350">
                  <a:moveTo>
                    <a:pt x="5152263" y="0"/>
                  </a:moveTo>
                  <a:lnTo>
                    <a:pt x="5147056" y="0"/>
                  </a:lnTo>
                  <a:lnTo>
                    <a:pt x="5142738" y="4318"/>
                  </a:lnTo>
                  <a:lnTo>
                    <a:pt x="5142738" y="14732"/>
                  </a:lnTo>
                  <a:lnTo>
                    <a:pt x="5147056" y="19050"/>
                  </a:lnTo>
                  <a:lnTo>
                    <a:pt x="5152263" y="19050"/>
                  </a:lnTo>
                  <a:lnTo>
                    <a:pt x="5152263" y="0"/>
                  </a:lnTo>
                  <a:close/>
                </a:path>
                <a:path w="10424160" h="5213350">
                  <a:moveTo>
                    <a:pt x="5157597" y="0"/>
                  </a:moveTo>
                  <a:lnTo>
                    <a:pt x="5152263" y="0"/>
                  </a:lnTo>
                  <a:lnTo>
                    <a:pt x="5152263" y="19050"/>
                  </a:lnTo>
                  <a:lnTo>
                    <a:pt x="5157597" y="19050"/>
                  </a:lnTo>
                  <a:lnTo>
                    <a:pt x="5161788" y="14732"/>
                  </a:lnTo>
                  <a:lnTo>
                    <a:pt x="5161788" y="4318"/>
                  </a:lnTo>
                  <a:lnTo>
                    <a:pt x="5157597" y="0"/>
                  </a:lnTo>
                  <a:close/>
                </a:path>
                <a:path w="10424160" h="5213350">
                  <a:moveTo>
                    <a:pt x="5190363" y="0"/>
                  </a:moveTo>
                  <a:lnTo>
                    <a:pt x="5185156" y="0"/>
                  </a:lnTo>
                  <a:lnTo>
                    <a:pt x="5180838" y="4318"/>
                  </a:lnTo>
                  <a:lnTo>
                    <a:pt x="5180838" y="14732"/>
                  </a:lnTo>
                  <a:lnTo>
                    <a:pt x="5185156" y="19050"/>
                  </a:lnTo>
                  <a:lnTo>
                    <a:pt x="5190363" y="19050"/>
                  </a:lnTo>
                  <a:lnTo>
                    <a:pt x="5190363" y="0"/>
                  </a:lnTo>
                  <a:close/>
                </a:path>
                <a:path w="10424160" h="5213350">
                  <a:moveTo>
                    <a:pt x="5190490" y="12700"/>
                  </a:moveTo>
                  <a:lnTo>
                    <a:pt x="5190363" y="12700"/>
                  </a:lnTo>
                  <a:lnTo>
                    <a:pt x="5190363" y="19050"/>
                  </a:lnTo>
                  <a:lnTo>
                    <a:pt x="5190490" y="19050"/>
                  </a:lnTo>
                  <a:lnTo>
                    <a:pt x="5190490" y="12700"/>
                  </a:lnTo>
                  <a:close/>
                </a:path>
                <a:path w="10424160" h="5213350">
                  <a:moveTo>
                    <a:pt x="5195697" y="0"/>
                  </a:moveTo>
                  <a:lnTo>
                    <a:pt x="5190490" y="0"/>
                  </a:lnTo>
                  <a:lnTo>
                    <a:pt x="5190490" y="19050"/>
                  </a:lnTo>
                  <a:lnTo>
                    <a:pt x="5195697" y="19050"/>
                  </a:lnTo>
                  <a:lnTo>
                    <a:pt x="5200015" y="14732"/>
                  </a:lnTo>
                  <a:lnTo>
                    <a:pt x="5200015" y="4318"/>
                  </a:lnTo>
                  <a:lnTo>
                    <a:pt x="5195697" y="0"/>
                  </a:lnTo>
                  <a:close/>
                </a:path>
                <a:path w="10424160" h="5213350">
                  <a:moveTo>
                    <a:pt x="5190490" y="0"/>
                  </a:moveTo>
                  <a:lnTo>
                    <a:pt x="5190363" y="0"/>
                  </a:lnTo>
                  <a:lnTo>
                    <a:pt x="5190363" y="6350"/>
                  </a:lnTo>
                  <a:lnTo>
                    <a:pt x="5190490" y="6350"/>
                  </a:lnTo>
                  <a:lnTo>
                    <a:pt x="5190490" y="0"/>
                  </a:lnTo>
                  <a:close/>
                </a:path>
                <a:path w="10424160" h="5213350">
                  <a:moveTo>
                    <a:pt x="5228590" y="0"/>
                  </a:moveTo>
                  <a:lnTo>
                    <a:pt x="5223256" y="0"/>
                  </a:lnTo>
                  <a:lnTo>
                    <a:pt x="5219065" y="4318"/>
                  </a:lnTo>
                  <a:lnTo>
                    <a:pt x="5219065" y="14732"/>
                  </a:lnTo>
                  <a:lnTo>
                    <a:pt x="5223256" y="19050"/>
                  </a:lnTo>
                  <a:lnTo>
                    <a:pt x="5228590" y="19050"/>
                  </a:lnTo>
                  <a:lnTo>
                    <a:pt x="5228590" y="0"/>
                  </a:lnTo>
                  <a:close/>
                </a:path>
                <a:path w="10424160" h="5213350">
                  <a:moveTo>
                    <a:pt x="5233797" y="0"/>
                  </a:moveTo>
                  <a:lnTo>
                    <a:pt x="5228590" y="0"/>
                  </a:lnTo>
                  <a:lnTo>
                    <a:pt x="5228590" y="19050"/>
                  </a:lnTo>
                  <a:lnTo>
                    <a:pt x="5233797" y="19050"/>
                  </a:lnTo>
                  <a:lnTo>
                    <a:pt x="5238115" y="14732"/>
                  </a:lnTo>
                  <a:lnTo>
                    <a:pt x="5238115" y="4318"/>
                  </a:lnTo>
                  <a:lnTo>
                    <a:pt x="5233797" y="0"/>
                  </a:lnTo>
                  <a:close/>
                </a:path>
                <a:path w="10424160" h="5213350">
                  <a:moveTo>
                    <a:pt x="5266690" y="0"/>
                  </a:moveTo>
                  <a:lnTo>
                    <a:pt x="5261356" y="0"/>
                  </a:lnTo>
                  <a:lnTo>
                    <a:pt x="5257165" y="4318"/>
                  </a:lnTo>
                  <a:lnTo>
                    <a:pt x="5257165" y="14732"/>
                  </a:lnTo>
                  <a:lnTo>
                    <a:pt x="5261356" y="19050"/>
                  </a:lnTo>
                  <a:lnTo>
                    <a:pt x="5266690" y="19050"/>
                  </a:lnTo>
                  <a:lnTo>
                    <a:pt x="5266690" y="0"/>
                  </a:lnTo>
                  <a:close/>
                </a:path>
                <a:path w="10424160" h="5213350">
                  <a:moveTo>
                    <a:pt x="5271897" y="0"/>
                  </a:moveTo>
                  <a:lnTo>
                    <a:pt x="5266690" y="0"/>
                  </a:lnTo>
                  <a:lnTo>
                    <a:pt x="5266690" y="19050"/>
                  </a:lnTo>
                  <a:lnTo>
                    <a:pt x="5271897" y="19050"/>
                  </a:lnTo>
                  <a:lnTo>
                    <a:pt x="5276215" y="14732"/>
                  </a:lnTo>
                  <a:lnTo>
                    <a:pt x="5276215" y="4318"/>
                  </a:lnTo>
                  <a:lnTo>
                    <a:pt x="5271897" y="0"/>
                  </a:lnTo>
                  <a:close/>
                </a:path>
                <a:path w="10424160" h="5213350">
                  <a:moveTo>
                    <a:pt x="5304790" y="0"/>
                  </a:moveTo>
                  <a:lnTo>
                    <a:pt x="5299583" y="0"/>
                  </a:lnTo>
                  <a:lnTo>
                    <a:pt x="5295265" y="4318"/>
                  </a:lnTo>
                  <a:lnTo>
                    <a:pt x="5295265" y="14732"/>
                  </a:lnTo>
                  <a:lnTo>
                    <a:pt x="5299583" y="19050"/>
                  </a:lnTo>
                  <a:lnTo>
                    <a:pt x="5304790" y="19050"/>
                  </a:lnTo>
                  <a:lnTo>
                    <a:pt x="5304790" y="0"/>
                  </a:lnTo>
                  <a:close/>
                </a:path>
                <a:path w="10424160" h="5213350">
                  <a:moveTo>
                    <a:pt x="5310124" y="0"/>
                  </a:moveTo>
                  <a:lnTo>
                    <a:pt x="5304790" y="0"/>
                  </a:lnTo>
                  <a:lnTo>
                    <a:pt x="5304790" y="19050"/>
                  </a:lnTo>
                  <a:lnTo>
                    <a:pt x="5310124" y="19050"/>
                  </a:lnTo>
                  <a:lnTo>
                    <a:pt x="5314315" y="14732"/>
                  </a:lnTo>
                  <a:lnTo>
                    <a:pt x="5314315" y="4318"/>
                  </a:lnTo>
                  <a:lnTo>
                    <a:pt x="5310124" y="0"/>
                  </a:lnTo>
                  <a:close/>
                </a:path>
                <a:path w="10424160" h="5213350">
                  <a:moveTo>
                    <a:pt x="5342890" y="0"/>
                  </a:moveTo>
                  <a:lnTo>
                    <a:pt x="5337683" y="0"/>
                  </a:lnTo>
                  <a:lnTo>
                    <a:pt x="5333365" y="4318"/>
                  </a:lnTo>
                  <a:lnTo>
                    <a:pt x="5333365" y="14732"/>
                  </a:lnTo>
                  <a:lnTo>
                    <a:pt x="5337683" y="19050"/>
                  </a:lnTo>
                  <a:lnTo>
                    <a:pt x="5342890" y="19050"/>
                  </a:lnTo>
                  <a:lnTo>
                    <a:pt x="5342890" y="0"/>
                  </a:lnTo>
                  <a:close/>
                </a:path>
                <a:path w="10424160" h="5213350">
                  <a:moveTo>
                    <a:pt x="5348224" y="0"/>
                  </a:moveTo>
                  <a:lnTo>
                    <a:pt x="5342890" y="0"/>
                  </a:lnTo>
                  <a:lnTo>
                    <a:pt x="5342890" y="19050"/>
                  </a:lnTo>
                  <a:lnTo>
                    <a:pt x="5348224" y="19050"/>
                  </a:lnTo>
                  <a:lnTo>
                    <a:pt x="5352415" y="14732"/>
                  </a:lnTo>
                  <a:lnTo>
                    <a:pt x="5352415" y="4318"/>
                  </a:lnTo>
                  <a:lnTo>
                    <a:pt x="5348224" y="0"/>
                  </a:lnTo>
                  <a:close/>
                </a:path>
                <a:path w="10424160" h="5213350">
                  <a:moveTo>
                    <a:pt x="5380990" y="0"/>
                  </a:moveTo>
                  <a:lnTo>
                    <a:pt x="5375783" y="0"/>
                  </a:lnTo>
                  <a:lnTo>
                    <a:pt x="5371465" y="4318"/>
                  </a:lnTo>
                  <a:lnTo>
                    <a:pt x="5371465" y="14732"/>
                  </a:lnTo>
                  <a:lnTo>
                    <a:pt x="5375783" y="19050"/>
                  </a:lnTo>
                  <a:lnTo>
                    <a:pt x="5380990" y="19050"/>
                  </a:lnTo>
                  <a:lnTo>
                    <a:pt x="5380990" y="0"/>
                  </a:lnTo>
                  <a:close/>
                </a:path>
                <a:path w="10424160" h="5213350">
                  <a:moveTo>
                    <a:pt x="5386324" y="0"/>
                  </a:moveTo>
                  <a:lnTo>
                    <a:pt x="5380990" y="0"/>
                  </a:lnTo>
                  <a:lnTo>
                    <a:pt x="5380990" y="19050"/>
                  </a:lnTo>
                  <a:lnTo>
                    <a:pt x="5386324" y="19050"/>
                  </a:lnTo>
                  <a:lnTo>
                    <a:pt x="5390515" y="14732"/>
                  </a:lnTo>
                  <a:lnTo>
                    <a:pt x="5390515" y="4318"/>
                  </a:lnTo>
                  <a:lnTo>
                    <a:pt x="5386324" y="0"/>
                  </a:lnTo>
                  <a:close/>
                </a:path>
                <a:path w="10424160" h="5213350">
                  <a:moveTo>
                    <a:pt x="5419090" y="0"/>
                  </a:moveTo>
                  <a:lnTo>
                    <a:pt x="5413883" y="0"/>
                  </a:lnTo>
                  <a:lnTo>
                    <a:pt x="5409565" y="4318"/>
                  </a:lnTo>
                  <a:lnTo>
                    <a:pt x="5409565" y="14732"/>
                  </a:lnTo>
                  <a:lnTo>
                    <a:pt x="5413883" y="19050"/>
                  </a:lnTo>
                  <a:lnTo>
                    <a:pt x="5419090" y="19050"/>
                  </a:lnTo>
                  <a:lnTo>
                    <a:pt x="5419090" y="0"/>
                  </a:lnTo>
                  <a:close/>
                </a:path>
                <a:path w="10424160" h="5213350">
                  <a:moveTo>
                    <a:pt x="5424424" y="0"/>
                  </a:moveTo>
                  <a:lnTo>
                    <a:pt x="5419217" y="0"/>
                  </a:lnTo>
                  <a:lnTo>
                    <a:pt x="5419217" y="19050"/>
                  </a:lnTo>
                  <a:lnTo>
                    <a:pt x="5424424" y="19050"/>
                  </a:lnTo>
                  <a:lnTo>
                    <a:pt x="5428742" y="14732"/>
                  </a:lnTo>
                  <a:lnTo>
                    <a:pt x="5428742" y="4318"/>
                  </a:lnTo>
                  <a:lnTo>
                    <a:pt x="5424424" y="0"/>
                  </a:lnTo>
                  <a:close/>
                </a:path>
                <a:path w="10424160" h="5213350">
                  <a:moveTo>
                    <a:pt x="5457317" y="0"/>
                  </a:moveTo>
                  <a:lnTo>
                    <a:pt x="5451983" y="0"/>
                  </a:lnTo>
                  <a:lnTo>
                    <a:pt x="5447792" y="4318"/>
                  </a:lnTo>
                  <a:lnTo>
                    <a:pt x="5447792" y="14732"/>
                  </a:lnTo>
                  <a:lnTo>
                    <a:pt x="5451983" y="19050"/>
                  </a:lnTo>
                  <a:lnTo>
                    <a:pt x="5457317" y="19050"/>
                  </a:lnTo>
                  <a:lnTo>
                    <a:pt x="5457317" y="0"/>
                  </a:lnTo>
                  <a:close/>
                </a:path>
                <a:path w="10424160" h="5213350">
                  <a:moveTo>
                    <a:pt x="5462524" y="0"/>
                  </a:moveTo>
                  <a:lnTo>
                    <a:pt x="5457317" y="0"/>
                  </a:lnTo>
                  <a:lnTo>
                    <a:pt x="5457317" y="19050"/>
                  </a:lnTo>
                  <a:lnTo>
                    <a:pt x="5462524" y="19050"/>
                  </a:lnTo>
                  <a:lnTo>
                    <a:pt x="5466842" y="14732"/>
                  </a:lnTo>
                  <a:lnTo>
                    <a:pt x="5466842" y="4318"/>
                  </a:lnTo>
                  <a:lnTo>
                    <a:pt x="5462524" y="0"/>
                  </a:lnTo>
                  <a:close/>
                </a:path>
                <a:path w="10424160" h="5213350">
                  <a:moveTo>
                    <a:pt x="5495417" y="0"/>
                  </a:moveTo>
                  <a:lnTo>
                    <a:pt x="5490083" y="0"/>
                  </a:lnTo>
                  <a:lnTo>
                    <a:pt x="5485892" y="4318"/>
                  </a:lnTo>
                  <a:lnTo>
                    <a:pt x="5485892" y="14732"/>
                  </a:lnTo>
                  <a:lnTo>
                    <a:pt x="5490083" y="19050"/>
                  </a:lnTo>
                  <a:lnTo>
                    <a:pt x="5495417" y="19050"/>
                  </a:lnTo>
                  <a:lnTo>
                    <a:pt x="5495417" y="0"/>
                  </a:lnTo>
                  <a:close/>
                </a:path>
                <a:path w="10424160" h="5213350">
                  <a:moveTo>
                    <a:pt x="5500624" y="0"/>
                  </a:moveTo>
                  <a:lnTo>
                    <a:pt x="5495417" y="0"/>
                  </a:lnTo>
                  <a:lnTo>
                    <a:pt x="5495417" y="19050"/>
                  </a:lnTo>
                  <a:lnTo>
                    <a:pt x="5500624" y="19050"/>
                  </a:lnTo>
                  <a:lnTo>
                    <a:pt x="5504942" y="14732"/>
                  </a:lnTo>
                  <a:lnTo>
                    <a:pt x="5504942" y="4318"/>
                  </a:lnTo>
                  <a:lnTo>
                    <a:pt x="5500624" y="0"/>
                  </a:lnTo>
                  <a:close/>
                </a:path>
                <a:path w="10424160" h="5213350">
                  <a:moveTo>
                    <a:pt x="5533517" y="0"/>
                  </a:moveTo>
                  <a:lnTo>
                    <a:pt x="5528183" y="0"/>
                  </a:lnTo>
                  <a:lnTo>
                    <a:pt x="5523992" y="4318"/>
                  </a:lnTo>
                  <a:lnTo>
                    <a:pt x="5523992" y="14732"/>
                  </a:lnTo>
                  <a:lnTo>
                    <a:pt x="5528183" y="19050"/>
                  </a:lnTo>
                  <a:lnTo>
                    <a:pt x="5533517" y="19050"/>
                  </a:lnTo>
                  <a:lnTo>
                    <a:pt x="5533517" y="0"/>
                  </a:lnTo>
                  <a:close/>
                </a:path>
                <a:path w="10424160" h="5213350">
                  <a:moveTo>
                    <a:pt x="5538724" y="0"/>
                  </a:moveTo>
                  <a:lnTo>
                    <a:pt x="5533517" y="0"/>
                  </a:lnTo>
                  <a:lnTo>
                    <a:pt x="5533517" y="19050"/>
                  </a:lnTo>
                  <a:lnTo>
                    <a:pt x="5538724" y="19050"/>
                  </a:lnTo>
                  <a:lnTo>
                    <a:pt x="5543042" y="14732"/>
                  </a:lnTo>
                  <a:lnTo>
                    <a:pt x="5543042" y="4318"/>
                  </a:lnTo>
                  <a:lnTo>
                    <a:pt x="5538724" y="0"/>
                  </a:lnTo>
                  <a:close/>
                </a:path>
                <a:path w="10424160" h="5213350">
                  <a:moveTo>
                    <a:pt x="5571617" y="0"/>
                  </a:moveTo>
                  <a:lnTo>
                    <a:pt x="5566410" y="0"/>
                  </a:lnTo>
                  <a:lnTo>
                    <a:pt x="5562092" y="4318"/>
                  </a:lnTo>
                  <a:lnTo>
                    <a:pt x="5562092" y="14732"/>
                  </a:lnTo>
                  <a:lnTo>
                    <a:pt x="5566410" y="19050"/>
                  </a:lnTo>
                  <a:lnTo>
                    <a:pt x="5571617" y="19050"/>
                  </a:lnTo>
                  <a:lnTo>
                    <a:pt x="5571617" y="0"/>
                  </a:lnTo>
                  <a:close/>
                </a:path>
                <a:path w="10424160" h="5213350">
                  <a:moveTo>
                    <a:pt x="5576951" y="0"/>
                  </a:moveTo>
                  <a:lnTo>
                    <a:pt x="5571617" y="0"/>
                  </a:lnTo>
                  <a:lnTo>
                    <a:pt x="5571617" y="19050"/>
                  </a:lnTo>
                  <a:lnTo>
                    <a:pt x="5576951" y="19050"/>
                  </a:lnTo>
                  <a:lnTo>
                    <a:pt x="5581142" y="14732"/>
                  </a:lnTo>
                  <a:lnTo>
                    <a:pt x="5581142" y="4318"/>
                  </a:lnTo>
                  <a:lnTo>
                    <a:pt x="5576951" y="0"/>
                  </a:lnTo>
                  <a:close/>
                </a:path>
                <a:path w="10424160" h="5213350">
                  <a:moveTo>
                    <a:pt x="5609717" y="0"/>
                  </a:moveTo>
                  <a:lnTo>
                    <a:pt x="5604510" y="0"/>
                  </a:lnTo>
                  <a:lnTo>
                    <a:pt x="5600192" y="4318"/>
                  </a:lnTo>
                  <a:lnTo>
                    <a:pt x="5600192" y="14732"/>
                  </a:lnTo>
                  <a:lnTo>
                    <a:pt x="5604510" y="19050"/>
                  </a:lnTo>
                  <a:lnTo>
                    <a:pt x="5609717" y="19050"/>
                  </a:lnTo>
                  <a:lnTo>
                    <a:pt x="5609717" y="0"/>
                  </a:lnTo>
                  <a:close/>
                </a:path>
                <a:path w="10424160" h="5213350">
                  <a:moveTo>
                    <a:pt x="5615051" y="0"/>
                  </a:moveTo>
                  <a:lnTo>
                    <a:pt x="5609717" y="0"/>
                  </a:lnTo>
                  <a:lnTo>
                    <a:pt x="5609717" y="19050"/>
                  </a:lnTo>
                  <a:lnTo>
                    <a:pt x="5615051" y="19050"/>
                  </a:lnTo>
                  <a:lnTo>
                    <a:pt x="5619242" y="14732"/>
                  </a:lnTo>
                  <a:lnTo>
                    <a:pt x="5619242" y="4318"/>
                  </a:lnTo>
                  <a:lnTo>
                    <a:pt x="5615051" y="0"/>
                  </a:lnTo>
                  <a:close/>
                </a:path>
                <a:path w="10424160" h="5213350">
                  <a:moveTo>
                    <a:pt x="5647817" y="0"/>
                  </a:moveTo>
                  <a:lnTo>
                    <a:pt x="5642610" y="0"/>
                  </a:lnTo>
                  <a:lnTo>
                    <a:pt x="5638292" y="4318"/>
                  </a:lnTo>
                  <a:lnTo>
                    <a:pt x="5638292" y="14732"/>
                  </a:lnTo>
                  <a:lnTo>
                    <a:pt x="5642610" y="19050"/>
                  </a:lnTo>
                  <a:lnTo>
                    <a:pt x="5647817" y="19050"/>
                  </a:lnTo>
                  <a:lnTo>
                    <a:pt x="5647817" y="0"/>
                  </a:lnTo>
                  <a:close/>
                </a:path>
                <a:path w="10424160" h="5213350">
                  <a:moveTo>
                    <a:pt x="5653151" y="0"/>
                  </a:moveTo>
                  <a:lnTo>
                    <a:pt x="5647817" y="0"/>
                  </a:lnTo>
                  <a:lnTo>
                    <a:pt x="5647817" y="19050"/>
                  </a:lnTo>
                  <a:lnTo>
                    <a:pt x="5653151" y="19050"/>
                  </a:lnTo>
                  <a:lnTo>
                    <a:pt x="5657342" y="14732"/>
                  </a:lnTo>
                  <a:lnTo>
                    <a:pt x="5657342" y="4318"/>
                  </a:lnTo>
                  <a:lnTo>
                    <a:pt x="5653151" y="0"/>
                  </a:lnTo>
                  <a:close/>
                </a:path>
                <a:path w="10424160" h="5213350">
                  <a:moveTo>
                    <a:pt x="5685917" y="0"/>
                  </a:moveTo>
                  <a:lnTo>
                    <a:pt x="5680710" y="0"/>
                  </a:lnTo>
                  <a:lnTo>
                    <a:pt x="5676392" y="4318"/>
                  </a:lnTo>
                  <a:lnTo>
                    <a:pt x="5676392" y="14732"/>
                  </a:lnTo>
                  <a:lnTo>
                    <a:pt x="5680710" y="19050"/>
                  </a:lnTo>
                  <a:lnTo>
                    <a:pt x="5685917" y="19050"/>
                  </a:lnTo>
                  <a:lnTo>
                    <a:pt x="5685917" y="0"/>
                  </a:lnTo>
                  <a:close/>
                </a:path>
                <a:path w="10424160" h="5213350">
                  <a:moveTo>
                    <a:pt x="5691251" y="0"/>
                  </a:moveTo>
                  <a:lnTo>
                    <a:pt x="5686044" y="0"/>
                  </a:lnTo>
                  <a:lnTo>
                    <a:pt x="5686044" y="19050"/>
                  </a:lnTo>
                  <a:lnTo>
                    <a:pt x="5691251" y="19050"/>
                  </a:lnTo>
                  <a:lnTo>
                    <a:pt x="5695569" y="14732"/>
                  </a:lnTo>
                  <a:lnTo>
                    <a:pt x="5695569" y="4318"/>
                  </a:lnTo>
                  <a:lnTo>
                    <a:pt x="5691251" y="0"/>
                  </a:lnTo>
                  <a:close/>
                </a:path>
                <a:path w="10424160" h="5213350">
                  <a:moveTo>
                    <a:pt x="5724144" y="0"/>
                  </a:moveTo>
                  <a:lnTo>
                    <a:pt x="5718810" y="0"/>
                  </a:lnTo>
                  <a:lnTo>
                    <a:pt x="5714619" y="4318"/>
                  </a:lnTo>
                  <a:lnTo>
                    <a:pt x="5714619" y="14732"/>
                  </a:lnTo>
                  <a:lnTo>
                    <a:pt x="5718810" y="19050"/>
                  </a:lnTo>
                  <a:lnTo>
                    <a:pt x="5724144" y="19050"/>
                  </a:lnTo>
                  <a:lnTo>
                    <a:pt x="5724144" y="0"/>
                  </a:lnTo>
                  <a:close/>
                </a:path>
                <a:path w="10424160" h="5213350">
                  <a:moveTo>
                    <a:pt x="5729351" y="0"/>
                  </a:moveTo>
                  <a:lnTo>
                    <a:pt x="5724144" y="0"/>
                  </a:lnTo>
                  <a:lnTo>
                    <a:pt x="5724144" y="19050"/>
                  </a:lnTo>
                  <a:lnTo>
                    <a:pt x="5729351" y="19050"/>
                  </a:lnTo>
                  <a:lnTo>
                    <a:pt x="5733669" y="14732"/>
                  </a:lnTo>
                  <a:lnTo>
                    <a:pt x="5733669" y="4318"/>
                  </a:lnTo>
                  <a:lnTo>
                    <a:pt x="5729351" y="0"/>
                  </a:lnTo>
                  <a:close/>
                </a:path>
                <a:path w="10424160" h="5213350">
                  <a:moveTo>
                    <a:pt x="5762244" y="0"/>
                  </a:moveTo>
                  <a:lnTo>
                    <a:pt x="5756910" y="0"/>
                  </a:lnTo>
                  <a:lnTo>
                    <a:pt x="5752719" y="4318"/>
                  </a:lnTo>
                  <a:lnTo>
                    <a:pt x="5752719" y="14732"/>
                  </a:lnTo>
                  <a:lnTo>
                    <a:pt x="5756910" y="19050"/>
                  </a:lnTo>
                  <a:lnTo>
                    <a:pt x="5762244" y="19050"/>
                  </a:lnTo>
                  <a:lnTo>
                    <a:pt x="5762244" y="0"/>
                  </a:lnTo>
                  <a:close/>
                </a:path>
                <a:path w="10424160" h="5213350">
                  <a:moveTo>
                    <a:pt x="5767451" y="0"/>
                  </a:moveTo>
                  <a:lnTo>
                    <a:pt x="5762244" y="0"/>
                  </a:lnTo>
                  <a:lnTo>
                    <a:pt x="5762244" y="19050"/>
                  </a:lnTo>
                  <a:lnTo>
                    <a:pt x="5767451" y="19050"/>
                  </a:lnTo>
                  <a:lnTo>
                    <a:pt x="5771769" y="14732"/>
                  </a:lnTo>
                  <a:lnTo>
                    <a:pt x="5771769" y="4318"/>
                  </a:lnTo>
                  <a:lnTo>
                    <a:pt x="5767451" y="0"/>
                  </a:lnTo>
                  <a:close/>
                </a:path>
                <a:path w="10424160" h="5213350">
                  <a:moveTo>
                    <a:pt x="5800344" y="0"/>
                  </a:moveTo>
                  <a:lnTo>
                    <a:pt x="5795137" y="0"/>
                  </a:lnTo>
                  <a:lnTo>
                    <a:pt x="5790819" y="4318"/>
                  </a:lnTo>
                  <a:lnTo>
                    <a:pt x="5790819" y="14732"/>
                  </a:lnTo>
                  <a:lnTo>
                    <a:pt x="5795137" y="19050"/>
                  </a:lnTo>
                  <a:lnTo>
                    <a:pt x="5800344" y="19050"/>
                  </a:lnTo>
                  <a:lnTo>
                    <a:pt x="5800344" y="0"/>
                  </a:lnTo>
                  <a:close/>
                </a:path>
                <a:path w="10424160" h="5213350">
                  <a:moveTo>
                    <a:pt x="5805678" y="0"/>
                  </a:moveTo>
                  <a:lnTo>
                    <a:pt x="5800344" y="0"/>
                  </a:lnTo>
                  <a:lnTo>
                    <a:pt x="5800344" y="19050"/>
                  </a:lnTo>
                  <a:lnTo>
                    <a:pt x="5805678" y="19050"/>
                  </a:lnTo>
                  <a:lnTo>
                    <a:pt x="5809869" y="14732"/>
                  </a:lnTo>
                  <a:lnTo>
                    <a:pt x="5809869" y="4318"/>
                  </a:lnTo>
                  <a:lnTo>
                    <a:pt x="5805678" y="0"/>
                  </a:lnTo>
                  <a:close/>
                </a:path>
                <a:path w="10424160" h="5213350">
                  <a:moveTo>
                    <a:pt x="5838444" y="0"/>
                  </a:moveTo>
                  <a:lnTo>
                    <a:pt x="5833237" y="0"/>
                  </a:lnTo>
                  <a:lnTo>
                    <a:pt x="5828919" y="4318"/>
                  </a:lnTo>
                  <a:lnTo>
                    <a:pt x="5828919" y="14732"/>
                  </a:lnTo>
                  <a:lnTo>
                    <a:pt x="5833237" y="19050"/>
                  </a:lnTo>
                  <a:lnTo>
                    <a:pt x="5838444" y="19050"/>
                  </a:lnTo>
                  <a:lnTo>
                    <a:pt x="5838444" y="0"/>
                  </a:lnTo>
                  <a:close/>
                </a:path>
                <a:path w="10424160" h="5213350">
                  <a:moveTo>
                    <a:pt x="5843778" y="0"/>
                  </a:moveTo>
                  <a:lnTo>
                    <a:pt x="5838444" y="0"/>
                  </a:lnTo>
                  <a:lnTo>
                    <a:pt x="5838444" y="19050"/>
                  </a:lnTo>
                  <a:lnTo>
                    <a:pt x="5843778" y="19050"/>
                  </a:lnTo>
                  <a:lnTo>
                    <a:pt x="5847969" y="14732"/>
                  </a:lnTo>
                  <a:lnTo>
                    <a:pt x="5847969" y="4318"/>
                  </a:lnTo>
                  <a:lnTo>
                    <a:pt x="5843778" y="0"/>
                  </a:lnTo>
                  <a:close/>
                </a:path>
                <a:path w="10424160" h="5213350">
                  <a:moveTo>
                    <a:pt x="5876544" y="0"/>
                  </a:moveTo>
                  <a:lnTo>
                    <a:pt x="5871337" y="0"/>
                  </a:lnTo>
                  <a:lnTo>
                    <a:pt x="5867019" y="4318"/>
                  </a:lnTo>
                  <a:lnTo>
                    <a:pt x="5867019" y="14732"/>
                  </a:lnTo>
                  <a:lnTo>
                    <a:pt x="5871337" y="19050"/>
                  </a:lnTo>
                  <a:lnTo>
                    <a:pt x="5876544" y="19050"/>
                  </a:lnTo>
                  <a:lnTo>
                    <a:pt x="5876544" y="0"/>
                  </a:lnTo>
                  <a:close/>
                </a:path>
                <a:path w="10424160" h="5213350">
                  <a:moveTo>
                    <a:pt x="5881878" y="0"/>
                  </a:moveTo>
                  <a:lnTo>
                    <a:pt x="5876544" y="0"/>
                  </a:lnTo>
                  <a:lnTo>
                    <a:pt x="5876544" y="19050"/>
                  </a:lnTo>
                  <a:lnTo>
                    <a:pt x="5881878" y="19050"/>
                  </a:lnTo>
                  <a:lnTo>
                    <a:pt x="5886069" y="14732"/>
                  </a:lnTo>
                  <a:lnTo>
                    <a:pt x="5886069" y="4318"/>
                  </a:lnTo>
                  <a:lnTo>
                    <a:pt x="5881878" y="0"/>
                  </a:lnTo>
                  <a:close/>
                </a:path>
                <a:path w="10424160" h="5213350">
                  <a:moveTo>
                    <a:pt x="5914644" y="0"/>
                  </a:moveTo>
                  <a:lnTo>
                    <a:pt x="5909437" y="0"/>
                  </a:lnTo>
                  <a:lnTo>
                    <a:pt x="5905119" y="4318"/>
                  </a:lnTo>
                  <a:lnTo>
                    <a:pt x="5905119" y="14732"/>
                  </a:lnTo>
                  <a:lnTo>
                    <a:pt x="5909437" y="19050"/>
                  </a:lnTo>
                  <a:lnTo>
                    <a:pt x="5914644" y="19050"/>
                  </a:lnTo>
                  <a:lnTo>
                    <a:pt x="5914644" y="0"/>
                  </a:lnTo>
                  <a:close/>
                </a:path>
                <a:path w="10424160" h="5213350">
                  <a:moveTo>
                    <a:pt x="5914771" y="12700"/>
                  </a:moveTo>
                  <a:lnTo>
                    <a:pt x="5914644" y="12700"/>
                  </a:lnTo>
                  <a:lnTo>
                    <a:pt x="5914644" y="19050"/>
                  </a:lnTo>
                  <a:lnTo>
                    <a:pt x="5914771" y="19050"/>
                  </a:lnTo>
                  <a:lnTo>
                    <a:pt x="5914771" y="12700"/>
                  </a:lnTo>
                  <a:close/>
                </a:path>
                <a:path w="10424160" h="5213350">
                  <a:moveTo>
                    <a:pt x="5919978" y="0"/>
                  </a:moveTo>
                  <a:lnTo>
                    <a:pt x="5914771" y="0"/>
                  </a:lnTo>
                  <a:lnTo>
                    <a:pt x="5914771" y="19050"/>
                  </a:lnTo>
                  <a:lnTo>
                    <a:pt x="5919978" y="19050"/>
                  </a:lnTo>
                  <a:lnTo>
                    <a:pt x="5924296" y="14732"/>
                  </a:lnTo>
                  <a:lnTo>
                    <a:pt x="5924296" y="4318"/>
                  </a:lnTo>
                  <a:lnTo>
                    <a:pt x="5919978" y="0"/>
                  </a:lnTo>
                  <a:close/>
                </a:path>
                <a:path w="10424160" h="5213350">
                  <a:moveTo>
                    <a:pt x="5914771" y="0"/>
                  </a:moveTo>
                  <a:lnTo>
                    <a:pt x="5914644" y="0"/>
                  </a:lnTo>
                  <a:lnTo>
                    <a:pt x="5914644" y="6350"/>
                  </a:lnTo>
                  <a:lnTo>
                    <a:pt x="5914771" y="6350"/>
                  </a:lnTo>
                  <a:lnTo>
                    <a:pt x="5914771" y="0"/>
                  </a:lnTo>
                  <a:close/>
                </a:path>
                <a:path w="10424160" h="5213350">
                  <a:moveTo>
                    <a:pt x="5952871" y="0"/>
                  </a:moveTo>
                  <a:lnTo>
                    <a:pt x="5947537" y="0"/>
                  </a:lnTo>
                  <a:lnTo>
                    <a:pt x="5943346" y="4318"/>
                  </a:lnTo>
                  <a:lnTo>
                    <a:pt x="5943346" y="14732"/>
                  </a:lnTo>
                  <a:lnTo>
                    <a:pt x="5947537" y="19050"/>
                  </a:lnTo>
                  <a:lnTo>
                    <a:pt x="5952871" y="19050"/>
                  </a:lnTo>
                  <a:lnTo>
                    <a:pt x="5952871" y="0"/>
                  </a:lnTo>
                  <a:close/>
                </a:path>
                <a:path w="10424160" h="5213350">
                  <a:moveTo>
                    <a:pt x="5958078" y="0"/>
                  </a:moveTo>
                  <a:lnTo>
                    <a:pt x="5952871" y="0"/>
                  </a:lnTo>
                  <a:lnTo>
                    <a:pt x="5952871" y="19050"/>
                  </a:lnTo>
                  <a:lnTo>
                    <a:pt x="5958078" y="19050"/>
                  </a:lnTo>
                  <a:lnTo>
                    <a:pt x="5962396" y="14732"/>
                  </a:lnTo>
                  <a:lnTo>
                    <a:pt x="5962396" y="4318"/>
                  </a:lnTo>
                  <a:lnTo>
                    <a:pt x="5958078" y="0"/>
                  </a:lnTo>
                  <a:close/>
                </a:path>
                <a:path w="10424160" h="5213350">
                  <a:moveTo>
                    <a:pt x="5990971" y="0"/>
                  </a:moveTo>
                  <a:lnTo>
                    <a:pt x="5985637" y="0"/>
                  </a:lnTo>
                  <a:lnTo>
                    <a:pt x="5981446" y="4318"/>
                  </a:lnTo>
                  <a:lnTo>
                    <a:pt x="5981446" y="14732"/>
                  </a:lnTo>
                  <a:lnTo>
                    <a:pt x="5985637" y="19050"/>
                  </a:lnTo>
                  <a:lnTo>
                    <a:pt x="5990971" y="19050"/>
                  </a:lnTo>
                  <a:lnTo>
                    <a:pt x="5990971" y="0"/>
                  </a:lnTo>
                  <a:close/>
                </a:path>
                <a:path w="10424160" h="5213350">
                  <a:moveTo>
                    <a:pt x="5996178" y="0"/>
                  </a:moveTo>
                  <a:lnTo>
                    <a:pt x="5990971" y="0"/>
                  </a:lnTo>
                  <a:lnTo>
                    <a:pt x="5990971" y="19050"/>
                  </a:lnTo>
                  <a:lnTo>
                    <a:pt x="5996178" y="19050"/>
                  </a:lnTo>
                  <a:lnTo>
                    <a:pt x="6000496" y="14732"/>
                  </a:lnTo>
                  <a:lnTo>
                    <a:pt x="6000496" y="4318"/>
                  </a:lnTo>
                  <a:lnTo>
                    <a:pt x="5996178" y="0"/>
                  </a:lnTo>
                  <a:close/>
                </a:path>
                <a:path w="10424160" h="5213350">
                  <a:moveTo>
                    <a:pt x="6029071" y="0"/>
                  </a:moveTo>
                  <a:lnTo>
                    <a:pt x="6023737" y="0"/>
                  </a:lnTo>
                  <a:lnTo>
                    <a:pt x="6019546" y="4318"/>
                  </a:lnTo>
                  <a:lnTo>
                    <a:pt x="6019546" y="14732"/>
                  </a:lnTo>
                  <a:lnTo>
                    <a:pt x="6023737" y="19050"/>
                  </a:lnTo>
                  <a:lnTo>
                    <a:pt x="6029071" y="19050"/>
                  </a:lnTo>
                  <a:lnTo>
                    <a:pt x="6029071" y="0"/>
                  </a:lnTo>
                  <a:close/>
                </a:path>
                <a:path w="10424160" h="5213350">
                  <a:moveTo>
                    <a:pt x="6034278" y="0"/>
                  </a:moveTo>
                  <a:lnTo>
                    <a:pt x="6029071" y="0"/>
                  </a:lnTo>
                  <a:lnTo>
                    <a:pt x="6029071" y="19050"/>
                  </a:lnTo>
                  <a:lnTo>
                    <a:pt x="6034278" y="19050"/>
                  </a:lnTo>
                  <a:lnTo>
                    <a:pt x="6038596" y="14732"/>
                  </a:lnTo>
                  <a:lnTo>
                    <a:pt x="6038596" y="4318"/>
                  </a:lnTo>
                  <a:lnTo>
                    <a:pt x="6034278" y="0"/>
                  </a:lnTo>
                  <a:close/>
                </a:path>
                <a:path w="10424160" h="5213350">
                  <a:moveTo>
                    <a:pt x="6067171" y="0"/>
                  </a:moveTo>
                  <a:lnTo>
                    <a:pt x="6061964" y="0"/>
                  </a:lnTo>
                  <a:lnTo>
                    <a:pt x="6057646" y="4318"/>
                  </a:lnTo>
                  <a:lnTo>
                    <a:pt x="6057646" y="14732"/>
                  </a:lnTo>
                  <a:lnTo>
                    <a:pt x="6061964" y="19050"/>
                  </a:lnTo>
                  <a:lnTo>
                    <a:pt x="6067171" y="19050"/>
                  </a:lnTo>
                  <a:lnTo>
                    <a:pt x="6067171" y="0"/>
                  </a:lnTo>
                  <a:close/>
                </a:path>
                <a:path w="10424160" h="5213350">
                  <a:moveTo>
                    <a:pt x="6072505" y="0"/>
                  </a:moveTo>
                  <a:lnTo>
                    <a:pt x="6067171" y="0"/>
                  </a:lnTo>
                  <a:lnTo>
                    <a:pt x="6067171" y="19050"/>
                  </a:lnTo>
                  <a:lnTo>
                    <a:pt x="6072505" y="19050"/>
                  </a:lnTo>
                  <a:lnTo>
                    <a:pt x="6076696" y="14732"/>
                  </a:lnTo>
                  <a:lnTo>
                    <a:pt x="6076696" y="4318"/>
                  </a:lnTo>
                  <a:lnTo>
                    <a:pt x="6072505" y="0"/>
                  </a:lnTo>
                  <a:close/>
                </a:path>
                <a:path w="10424160" h="5213350">
                  <a:moveTo>
                    <a:pt x="6105271" y="0"/>
                  </a:moveTo>
                  <a:lnTo>
                    <a:pt x="6100064" y="0"/>
                  </a:lnTo>
                  <a:lnTo>
                    <a:pt x="6095746" y="4318"/>
                  </a:lnTo>
                  <a:lnTo>
                    <a:pt x="6095746" y="14732"/>
                  </a:lnTo>
                  <a:lnTo>
                    <a:pt x="6100064" y="19050"/>
                  </a:lnTo>
                  <a:lnTo>
                    <a:pt x="6105271" y="19050"/>
                  </a:lnTo>
                  <a:lnTo>
                    <a:pt x="6105271" y="0"/>
                  </a:lnTo>
                  <a:close/>
                </a:path>
                <a:path w="10424160" h="5213350">
                  <a:moveTo>
                    <a:pt x="6110605" y="0"/>
                  </a:moveTo>
                  <a:lnTo>
                    <a:pt x="6105271" y="0"/>
                  </a:lnTo>
                  <a:lnTo>
                    <a:pt x="6105271" y="19050"/>
                  </a:lnTo>
                  <a:lnTo>
                    <a:pt x="6110605" y="19050"/>
                  </a:lnTo>
                  <a:lnTo>
                    <a:pt x="6114796" y="14732"/>
                  </a:lnTo>
                  <a:lnTo>
                    <a:pt x="6114796" y="4318"/>
                  </a:lnTo>
                  <a:lnTo>
                    <a:pt x="6110605" y="0"/>
                  </a:lnTo>
                  <a:close/>
                </a:path>
                <a:path w="10424160" h="5213350">
                  <a:moveTo>
                    <a:pt x="6143371" y="0"/>
                  </a:moveTo>
                  <a:lnTo>
                    <a:pt x="6138164" y="0"/>
                  </a:lnTo>
                  <a:lnTo>
                    <a:pt x="6133846" y="4318"/>
                  </a:lnTo>
                  <a:lnTo>
                    <a:pt x="6133846" y="14732"/>
                  </a:lnTo>
                  <a:lnTo>
                    <a:pt x="6138164" y="19050"/>
                  </a:lnTo>
                  <a:lnTo>
                    <a:pt x="6143371" y="19050"/>
                  </a:lnTo>
                  <a:lnTo>
                    <a:pt x="6143371" y="0"/>
                  </a:lnTo>
                  <a:close/>
                </a:path>
                <a:path w="10424160" h="5213350">
                  <a:moveTo>
                    <a:pt x="6148705" y="0"/>
                  </a:moveTo>
                  <a:lnTo>
                    <a:pt x="6143371" y="0"/>
                  </a:lnTo>
                  <a:lnTo>
                    <a:pt x="6143371" y="19050"/>
                  </a:lnTo>
                  <a:lnTo>
                    <a:pt x="6148705" y="19050"/>
                  </a:lnTo>
                  <a:lnTo>
                    <a:pt x="6152896" y="14732"/>
                  </a:lnTo>
                  <a:lnTo>
                    <a:pt x="6152896" y="4318"/>
                  </a:lnTo>
                  <a:lnTo>
                    <a:pt x="6148705" y="0"/>
                  </a:lnTo>
                  <a:close/>
                </a:path>
                <a:path w="10424160" h="5213350">
                  <a:moveTo>
                    <a:pt x="6181471" y="0"/>
                  </a:moveTo>
                  <a:lnTo>
                    <a:pt x="6176264" y="0"/>
                  </a:lnTo>
                  <a:lnTo>
                    <a:pt x="6171946" y="4318"/>
                  </a:lnTo>
                  <a:lnTo>
                    <a:pt x="6171946" y="14732"/>
                  </a:lnTo>
                  <a:lnTo>
                    <a:pt x="6176264" y="19050"/>
                  </a:lnTo>
                  <a:lnTo>
                    <a:pt x="6181471" y="19050"/>
                  </a:lnTo>
                  <a:lnTo>
                    <a:pt x="6181471" y="0"/>
                  </a:lnTo>
                  <a:close/>
                </a:path>
                <a:path w="10424160" h="5213350">
                  <a:moveTo>
                    <a:pt x="6186805" y="0"/>
                  </a:moveTo>
                  <a:lnTo>
                    <a:pt x="6181598" y="0"/>
                  </a:lnTo>
                  <a:lnTo>
                    <a:pt x="6181598" y="19050"/>
                  </a:lnTo>
                  <a:lnTo>
                    <a:pt x="6186805" y="19050"/>
                  </a:lnTo>
                  <a:lnTo>
                    <a:pt x="6191123" y="14732"/>
                  </a:lnTo>
                  <a:lnTo>
                    <a:pt x="6191123" y="4318"/>
                  </a:lnTo>
                  <a:lnTo>
                    <a:pt x="6186805" y="0"/>
                  </a:lnTo>
                  <a:close/>
                </a:path>
                <a:path w="10424160" h="5213350">
                  <a:moveTo>
                    <a:pt x="6219698" y="0"/>
                  </a:moveTo>
                  <a:lnTo>
                    <a:pt x="6214364" y="0"/>
                  </a:lnTo>
                  <a:lnTo>
                    <a:pt x="6210173" y="4318"/>
                  </a:lnTo>
                  <a:lnTo>
                    <a:pt x="6210173" y="14732"/>
                  </a:lnTo>
                  <a:lnTo>
                    <a:pt x="6214364" y="19050"/>
                  </a:lnTo>
                  <a:lnTo>
                    <a:pt x="6219698" y="19050"/>
                  </a:lnTo>
                  <a:lnTo>
                    <a:pt x="6219698" y="0"/>
                  </a:lnTo>
                  <a:close/>
                </a:path>
                <a:path w="10424160" h="5213350">
                  <a:moveTo>
                    <a:pt x="6224905" y="0"/>
                  </a:moveTo>
                  <a:lnTo>
                    <a:pt x="6219698" y="0"/>
                  </a:lnTo>
                  <a:lnTo>
                    <a:pt x="6219698" y="19050"/>
                  </a:lnTo>
                  <a:lnTo>
                    <a:pt x="6224905" y="19050"/>
                  </a:lnTo>
                  <a:lnTo>
                    <a:pt x="6229223" y="14732"/>
                  </a:lnTo>
                  <a:lnTo>
                    <a:pt x="6229223" y="4318"/>
                  </a:lnTo>
                  <a:lnTo>
                    <a:pt x="6224905" y="0"/>
                  </a:lnTo>
                  <a:close/>
                </a:path>
                <a:path w="10424160" h="5213350">
                  <a:moveTo>
                    <a:pt x="6257798" y="0"/>
                  </a:moveTo>
                  <a:lnTo>
                    <a:pt x="6252464" y="0"/>
                  </a:lnTo>
                  <a:lnTo>
                    <a:pt x="6248273" y="4318"/>
                  </a:lnTo>
                  <a:lnTo>
                    <a:pt x="6248273" y="14732"/>
                  </a:lnTo>
                  <a:lnTo>
                    <a:pt x="6252464" y="19050"/>
                  </a:lnTo>
                  <a:lnTo>
                    <a:pt x="6257798" y="19050"/>
                  </a:lnTo>
                  <a:lnTo>
                    <a:pt x="6257798" y="0"/>
                  </a:lnTo>
                  <a:close/>
                </a:path>
                <a:path w="10424160" h="5213350">
                  <a:moveTo>
                    <a:pt x="6263005" y="0"/>
                  </a:moveTo>
                  <a:lnTo>
                    <a:pt x="6257798" y="0"/>
                  </a:lnTo>
                  <a:lnTo>
                    <a:pt x="6257798" y="19050"/>
                  </a:lnTo>
                  <a:lnTo>
                    <a:pt x="6263005" y="19050"/>
                  </a:lnTo>
                  <a:lnTo>
                    <a:pt x="6267323" y="14732"/>
                  </a:lnTo>
                  <a:lnTo>
                    <a:pt x="6267323" y="4318"/>
                  </a:lnTo>
                  <a:lnTo>
                    <a:pt x="6263005" y="0"/>
                  </a:lnTo>
                  <a:close/>
                </a:path>
                <a:path w="10424160" h="5213350">
                  <a:moveTo>
                    <a:pt x="6295898" y="0"/>
                  </a:moveTo>
                  <a:lnTo>
                    <a:pt x="6290691" y="0"/>
                  </a:lnTo>
                  <a:lnTo>
                    <a:pt x="6286373" y="4318"/>
                  </a:lnTo>
                  <a:lnTo>
                    <a:pt x="6286373" y="14732"/>
                  </a:lnTo>
                  <a:lnTo>
                    <a:pt x="6290691" y="19050"/>
                  </a:lnTo>
                  <a:lnTo>
                    <a:pt x="6295898" y="19050"/>
                  </a:lnTo>
                  <a:lnTo>
                    <a:pt x="6295898" y="0"/>
                  </a:lnTo>
                  <a:close/>
                </a:path>
                <a:path w="10424160" h="5213350">
                  <a:moveTo>
                    <a:pt x="6301232" y="0"/>
                  </a:moveTo>
                  <a:lnTo>
                    <a:pt x="6295898" y="0"/>
                  </a:lnTo>
                  <a:lnTo>
                    <a:pt x="6295898" y="19050"/>
                  </a:lnTo>
                  <a:lnTo>
                    <a:pt x="6301232" y="19050"/>
                  </a:lnTo>
                  <a:lnTo>
                    <a:pt x="6305423" y="14732"/>
                  </a:lnTo>
                  <a:lnTo>
                    <a:pt x="6305423" y="4318"/>
                  </a:lnTo>
                  <a:lnTo>
                    <a:pt x="6301232" y="0"/>
                  </a:lnTo>
                  <a:close/>
                </a:path>
                <a:path w="10424160" h="5213350">
                  <a:moveTo>
                    <a:pt x="6333998" y="0"/>
                  </a:moveTo>
                  <a:lnTo>
                    <a:pt x="6328791" y="0"/>
                  </a:lnTo>
                  <a:lnTo>
                    <a:pt x="6324473" y="4318"/>
                  </a:lnTo>
                  <a:lnTo>
                    <a:pt x="6324473" y="14732"/>
                  </a:lnTo>
                  <a:lnTo>
                    <a:pt x="6328791" y="19050"/>
                  </a:lnTo>
                  <a:lnTo>
                    <a:pt x="6333998" y="19050"/>
                  </a:lnTo>
                  <a:lnTo>
                    <a:pt x="6333998" y="0"/>
                  </a:lnTo>
                  <a:close/>
                </a:path>
                <a:path w="10424160" h="5213350">
                  <a:moveTo>
                    <a:pt x="6339332" y="0"/>
                  </a:moveTo>
                  <a:lnTo>
                    <a:pt x="6333998" y="0"/>
                  </a:lnTo>
                  <a:lnTo>
                    <a:pt x="6333998" y="19050"/>
                  </a:lnTo>
                  <a:lnTo>
                    <a:pt x="6339332" y="19050"/>
                  </a:lnTo>
                  <a:lnTo>
                    <a:pt x="6343523" y="14732"/>
                  </a:lnTo>
                  <a:lnTo>
                    <a:pt x="6343523" y="4318"/>
                  </a:lnTo>
                  <a:lnTo>
                    <a:pt x="6339332" y="0"/>
                  </a:lnTo>
                  <a:close/>
                </a:path>
                <a:path w="10424160" h="5213350">
                  <a:moveTo>
                    <a:pt x="6372098" y="0"/>
                  </a:moveTo>
                  <a:lnTo>
                    <a:pt x="6366891" y="0"/>
                  </a:lnTo>
                  <a:lnTo>
                    <a:pt x="6362573" y="4318"/>
                  </a:lnTo>
                  <a:lnTo>
                    <a:pt x="6362573" y="14732"/>
                  </a:lnTo>
                  <a:lnTo>
                    <a:pt x="6366891" y="19050"/>
                  </a:lnTo>
                  <a:lnTo>
                    <a:pt x="6372098" y="19050"/>
                  </a:lnTo>
                  <a:lnTo>
                    <a:pt x="6372098" y="0"/>
                  </a:lnTo>
                  <a:close/>
                </a:path>
                <a:path w="10424160" h="5213350">
                  <a:moveTo>
                    <a:pt x="6377432" y="0"/>
                  </a:moveTo>
                  <a:lnTo>
                    <a:pt x="6372098" y="0"/>
                  </a:lnTo>
                  <a:lnTo>
                    <a:pt x="6372098" y="19050"/>
                  </a:lnTo>
                  <a:lnTo>
                    <a:pt x="6377432" y="19050"/>
                  </a:lnTo>
                  <a:lnTo>
                    <a:pt x="6381623" y="14732"/>
                  </a:lnTo>
                  <a:lnTo>
                    <a:pt x="6381623" y="4318"/>
                  </a:lnTo>
                  <a:lnTo>
                    <a:pt x="6377432" y="0"/>
                  </a:lnTo>
                  <a:close/>
                </a:path>
                <a:path w="10424160" h="5213350">
                  <a:moveTo>
                    <a:pt x="6410198" y="0"/>
                  </a:moveTo>
                  <a:lnTo>
                    <a:pt x="6404991" y="0"/>
                  </a:lnTo>
                  <a:lnTo>
                    <a:pt x="6400673" y="4318"/>
                  </a:lnTo>
                  <a:lnTo>
                    <a:pt x="6400673" y="14732"/>
                  </a:lnTo>
                  <a:lnTo>
                    <a:pt x="6404991" y="19050"/>
                  </a:lnTo>
                  <a:lnTo>
                    <a:pt x="6410198" y="19050"/>
                  </a:lnTo>
                  <a:lnTo>
                    <a:pt x="6410198" y="0"/>
                  </a:lnTo>
                  <a:close/>
                </a:path>
                <a:path w="10424160" h="5213350">
                  <a:moveTo>
                    <a:pt x="6415532" y="0"/>
                  </a:moveTo>
                  <a:lnTo>
                    <a:pt x="6410325" y="0"/>
                  </a:lnTo>
                  <a:lnTo>
                    <a:pt x="6410325" y="19050"/>
                  </a:lnTo>
                  <a:lnTo>
                    <a:pt x="6415532" y="19050"/>
                  </a:lnTo>
                  <a:lnTo>
                    <a:pt x="6419850" y="14732"/>
                  </a:lnTo>
                  <a:lnTo>
                    <a:pt x="6419850" y="4318"/>
                  </a:lnTo>
                  <a:lnTo>
                    <a:pt x="6415532" y="0"/>
                  </a:lnTo>
                  <a:close/>
                </a:path>
                <a:path w="10424160" h="5213350">
                  <a:moveTo>
                    <a:pt x="6448425" y="0"/>
                  </a:moveTo>
                  <a:lnTo>
                    <a:pt x="6443091" y="0"/>
                  </a:lnTo>
                  <a:lnTo>
                    <a:pt x="6438900" y="4318"/>
                  </a:lnTo>
                  <a:lnTo>
                    <a:pt x="6438900" y="14732"/>
                  </a:lnTo>
                  <a:lnTo>
                    <a:pt x="6443091" y="19050"/>
                  </a:lnTo>
                  <a:lnTo>
                    <a:pt x="6448425" y="19050"/>
                  </a:lnTo>
                  <a:lnTo>
                    <a:pt x="6448425" y="0"/>
                  </a:lnTo>
                  <a:close/>
                </a:path>
                <a:path w="10424160" h="5213350">
                  <a:moveTo>
                    <a:pt x="6453632" y="0"/>
                  </a:moveTo>
                  <a:lnTo>
                    <a:pt x="6448425" y="0"/>
                  </a:lnTo>
                  <a:lnTo>
                    <a:pt x="6448425" y="19050"/>
                  </a:lnTo>
                  <a:lnTo>
                    <a:pt x="6453632" y="19050"/>
                  </a:lnTo>
                  <a:lnTo>
                    <a:pt x="6457950" y="14732"/>
                  </a:lnTo>
                  <a:lnTo>
                    <a:pt x="6457950" y="4318"/>
                  </a:lnTo>
                  <a:lnTo>
                    <a:pt x="6453632" y="0"/>
                  </a:lnTo>
                  <a:close/>
                </a:path>
                <a:path w="10424160" h="5213350">
                  <a:moveTo>
                    <a:pt x="6486525" y="0"/>
                  </a:moveTo>
                  <a:lnTo>
                    <a:pt x="6481191" y="0"/>
                  </a:lnTo>
                  <a:lnTo>
                    <a:pt x="6477000" y="4318"/>
                  </a:lnTo>
                  <a:lnTo>
                    <a:pt x="6477000" y="14732"/>
                  </a:lnTo>
                  <a:lnTo>
                    <a:pt x="6481191" y="19050"/>
                  </a:lnTo>
                  <a:lnTo>
                    <a:pt x="6486525" y="19050"/>
                  </a:lnTo>
                  <a:lnTo>
                    <a:pt x="6486525" y="0"/>
                  </a:lnTo>
                  <a:close/>
                </a:path>
                <a:path w="10424160" h="5213350">
                  <a:moveTo>
                    <a:pt x="6491732" y="0"/>
                  </a:moveTo>
                  <a:lnTo>
                    <a:pt x="6486525" y="0"/>
                  </a:lnTo>
                  <a:lnTo>
                    <a:pt x="6486525" y="19050"/>
                  </a:lnTo>
                  <a:lnTo>
                    <a:pt x="6491732" y="19050"/>
                  </a:lnTo>
                  <a:lnTo>
                    <a:pt x="6496050" y="14732"/>
                  </a:lnTo>
                  <a:lnTo>
                    <a:pt x="6496050" y="4318"/>
                  </a:lnTo>
                  <a:lnTo>
                    <a:pt x="6491732" y="0"/>
                  </a:lnTo>
                  <a:close/>
                </a:path>
                <a:path w="10424160" h="5213350">
                  <a:moveTo>
                    <a:pt x="6524625" y="0"/>
                  </a:moveTo>
                  <a:lnTo>
                    <a:pt x="6519290" y="0"/>
                  </a:lnTo>
                  <a:lnTo>
                    <a:pt x="6515100" y="4318"/>
                  </a:lnTo>
                  <a:lnTo>
                    <a:pt x="6515100" y="14732"/>
                  </a:lnTo>
                  <a:lnTo>
                    <a:pt x="6519290" y="19050"/>
                  </a:lnTo>
                  <a:lnTo>
                    <a:pt x="6524625" y="19050"/>
                  </a:lnTo>
                  <a:lnTo>
                    <a:pt x="6524625" y="0"/>
                  </a:lnTo>
                  <a:close/>
                </a:path>
                <a:path w="10424160" h="5213350">
                  <a:moveTo>
                    <a:pt x="6529832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6529832" y="19050"/>
                  </a:lnTo>
                  <a:lnTo>
                    <a:pt x="6534150" y="14732"/>
                  </a:lnTo>
                  <a:lnTo>
                    <a:pt x="6534150" y="4318"/>
                  </a:lnTo>
                  <a:lnTo>
                    <a:pt x="6529832" y="0"/>
                  </a:lnTo>
                  <a:close/>
                </a:path>
                <a:path w="10424160" h="5213350">
                  <a:moveTo>
                    <a:pt x="6562725" y="0"/>
                  </a:moveTo>
                  <a:lnTo>
                    <a:pt x="6557517" y="0"/>
                  </a:lnTo>
                  <a:lnTo>
                    <a:pt x="6553200" y="4318"/>
                  </a:lnTo>
                  <a:lnTo>
                    <a:pt x="6553200" y="14732"/>
                  </a:lnTo>
                  <a:lnTo>
                    <a:pt x="6557517" y="19050"/>
                  </a:lnTo>
                  <a:lnTo>
                    <a:pt x="6562725" y="19050"/>
                  </a:lnTo>
                  <a:lnTo>
                    <a:pt x="6562725" y="0"/>
                  </a:lnTo>
                  <a:close/>
                </a:path>
                <a:path w="10424160" h="5213350">
                  <a:moveTo>
                    <a:pt x="6568058" y="0"/>
                  </a:moveTo>
                  <a:lnTo>
                    <a:pt x="6562725" y="0"/>
                  </a:lnTo>
                  <a:lnTo>
                    <a:pt x="6562725" y="19050"/>
                  </a:lnTo>
                  <a:lnTo>
                    <a:pt x="6568058" y="19050"/>
                  </a:lnTo>
                  <a:lnTo>
                    <a:pt x="6572250" y="14732"/>
                  </a:lnTo>
                  <a:lnTo>
                    <a:pt x="6572250" y="4318"/>
                  </a:lnTo>
                  <a:lnTo>
                    <a:pt x="6568058" y="0"/>
                  </a:lnTo>
                  <a:close/>
                </a:path>
                <a:path w="10424160" h="5213350">
                  <a:moveTo>
                    <a:pt x="6600825" y="0"/>
                  </a:moveTo>
                  <a:lnTo>
                    <a:pt x="6595617" y="0"/>
                  </a:lnTo>
                  <a:lnTo>
                    <a:pt x="6591300" y="4318"/>
                  </a:lnTo>
                  <a:lnTo>
                    <a:pt x="6591300" y="14732"/>
                  </a:lnTo>
                  <a:lnTo>
                    <a:pt x="6595617" y="19050"/>
                  </a:lnTo>
                  <a:lnTo>
                    <a:pt x="6600825" y="19050"/>
                  </a:lnTo>
                  <a:lnTo>
                    <a:pt x="6600825" y="0"/>
                  </a:lnTo>
                  <a:close/>
                </a:path>
                <a:path w="10424160" h="5213350">
                  <a:moveTo>
                    <a:pt x="6606158" y="0"/>
                  </a:moveTo>
                  <a:lnTo>
                    <a:pt x="6600825" y="0"/>
                  </a:lnTo>
                  <a:lnTo>
                    <a:pt x="6600825" y="19050"/>
                  </a:lnTo>
                  <a:lnTo>
                    <a:pt x="6606158" y="19050"/>
                  </a:lnTo>
                  <a:lnTo>
                    <a:pt x="6610350" y="14732"/>
                  </a:lnTo>
                  <a:lnTo>
                    <a:pt x="6610350" y="4318"/>
                  </a:lnTo>
                  <a:lnTo>
                    <a:pt x="6606158" y="0"/>
                  </a:lnTo>
                  <a:close/>
                </a:path>
                <a:path w="10424160" h="5213350">
                  <a:moveTo>
                    <a:pt x="6638925" y="0"/>
                  </a:moveTo>
                  <a:lnTo>
                    <a:pt x="6633717" y="0"/>
                  </a:lnTo>
                  <a:lnTo>
                    <a:pt x="6629400" y="4318"/>
                  </a:lnTo>
                  <a:lnTo>
                    <a:pt x="6629400" y="14732"/>
                  </a:lnTo>
                  <a:lnTo>
                    <a:pt x="6633717" y="19050"/>
                  </a:lnTo>
                  <a:lnTo>
                    <a:pt x="6638925" y="19050"/>
                  </a:lnTo>
                  <a:lnTo>
                    <a:pt x="6638925" y="0"/>
                  </a:lnTo>
                  <a:close/>
                </a:path>
                <a:path w="10424160" h="5213350">
                  <a:moveTo>
                    <a:pt x="6644258" y="0"/>
                  </a:moveTo>
                  <a:lnTo>
                    <a:pt x="6638925" y="0"/>
                  </a:lnTo>
                  <a:lnTo>
                    <a:pt x="6638925" y="19050"/>
                  </a:lnTo>
                  <a:lnTo>
                    <a:pt x="6644258" y="19050"/>
                  </a:lnTo>
                  <a:lnTo>
                    <a:pt x="6648450" y="14732"/>
                  </a:lnTo>
                  <a:lnTo>
                    <a:pt x="6648450" y="4318"/>
                  </a:lnTo>
                  <a:lnTo>
                    <a:pt x="6644258" y="0"/>
                  </a:lnTo>
                  <a:close/>
                </a:path>
                <a:path w="10424160" h="5213350">
                  <a:moveTo>
                    <a:pt x="6677025" y="0"/>
                  </a:moveTo>
                  <a:lnTo>
                    <a:pt x="6671817" y="0"/>
                  </a:lnTo>
                  <a:lnTo>
                    <a:pt x="6667500" y="4318"/>
                  </a:lnTo>
                  <a:lnTo>
                    <a:pt x="6667500" y="14732"/>
                  </a:lnTo>
                  <a:lnTo>
                    <a:pt x="6671817" y="19050"/>
                  </a:lnTo>
                  <a:lnTo>
                    <a:pt x="6677025" y="19050"/>
                  </a:lnTo>
                  <a:lnTo>
                    <a:pt x="6677025" y="0"/>
                  </a:lnTo>
                  <a:close/>
                </a:path>
                <a:path w="10424160" h="5213350">
                  <a:moveTo>
                    <a:pt x="6682358" y="0"/>
                  </a:moveTo>
                  <a:lnTo>
                    <a:pt x="6677152" y="0"/>
                  </a:lnTo>
                  <a:lnTo>
                    <a:pt x="6677152" y="19050"/>
                  </a:lnTo>
                  <a:lnTo>
                    <a:pt x="6682358" y="19050"/>
                  </a:lnTo>
                  <a:lnTo>
                    <a:pt x="6686677" y="14732"/>
                  </a:lnTo>
                  <a:lnTo>
                    <a:pt x="6686677" y="4318"/>
                  </a:lnTo>
                  <a:lnTo>
                    <a:pt x="6682358" y="0"/>
                  </a:lnTo>
                  <a:close/>
                </a:path>
                <a:path w="10424160" h="5213350">
                  <a:moveTo>
                    <a:pt x="6715252" y="0"/>
                  </a:moveTo>
                  <a:lnTo>
                    <a:pt x="6709917" y="0"/>
                  </a:lnTo>
                  <a:lnTo>
                    <a:pt x="6705727" y="4318"/>
                  </a:lnTo>
                  <a:lnTo>
                    <a:pt x="6705727" y="14732"/>
                  </a:lnTo>
                  <a:lnTo>
                    <a:pt x="6709917" y="19050"/>
                  </a:lnTo>
                  <a:lnTo>
                    <a:pt x="6715252" y="19050"/>
                  </a:lnTo>
                  <a:lnTo>
                    <a:pt x="6715252" y="0"/>
                  </a:lnTo>
                  <a:close/>
                </a:path>
                <a:path w="10424160" h="5213350">
                  <a:moveTo>
                    <a:pt x="6720458" y="0"/>
                  </a:moveTo>
                  <a:lnTo>
                    <a:pt x="6715252" y="0"/>
                  </a:lnTo>
                  <a:lnTo>
                    <a:pt x="6715252" y="19050"/>
                  </a:lnTo>
                  <a:lnTo>
                    <a:pt x="6720458" y="19050"/>
                  </a:lnTo>
                  <a:lnTo>
                    <a:pt x="6724777" y="14732"/>
                  </a:lnTo>
                  <a:lnTo>
                    <a:pt x="6724777" y="4318"/>
                  </a:lnTo>
                  <a:lnTo>
                    <a:pt x="6720458" y="0"/>
                  </a:lnTo>
                  <a:close/>
                </a:path>
                <a:path w="10424160" h="5213350">
                  <a:moveTo>
                    <a:pt x="6753352" y="0"/>
                  </a:moveTo>
                  <a:lnTo>
                    <a:pt x="6748017" y="0"/>
                  </a:lnTo>
                  <a:lnTo>
                    <a:pt x="6743827" y="4318"/>
                  </a:lnTo>
                  <a:lnTo>
                    <a:pt x="6743827" y="14732"/>
                  </a:lnTo>
                  <a:lnTo>
                    <a:pt x="6748017" y="19050"/>
                  </a:lnTo>
                  <a:lnTo>
                    <a:pt x="6753352" y="19050"/>
                  </a:lnTo>
                  <a:lnTo>
                    <a:pt x="6753352" y="0"/>
                  </a:lnTo>
                  <a:close/>
                </a:path>
                <a:path w="10424160" h="5213350">
                  <a:moveTo>
                    <a:pt x="6758558" y="0"/>
                  </a:moveTo>
                  <a:lnTo>
                    <a:pt x="6753352" y="0"/>
                  </a:lnTo>
                  <a:lnTo>
                    <a:pt x="6753352" y="19050"/>
                  </a:lnTo>
                  <a:lnTo>
                    <a:pt x="6758558" y="19050"/>
                  </a:lnTo>
                  <a:lnTo>
                    <a:pt x="6762877" y="14732"/>
                  </a:lnTo>
                  <a:lnTo>
                    <a:pt x="6762877" y="4318"/>
                  </a:lnTo>
                  <a:lnTo>
                    <a:pt x="6758558" y="0"/>
                  </a:lnTo>
                  <a:close/>
                </a:path>
                <a:path w="10424160" h="5213350">
                  <a:moveTo>
                    <a:pt x="6791452" y="0"/>
                  </a:moveTo>
                  <a:lnTo>
                    <a:pt x="6786244" y="0"/>
                  </a:lnTo>
                  <a:lnTo>
                    <a:pt x="6781927" y="4318"/>
                  </a:lnTo>
                  <a:lnTo>
                    <a:pt x="6781927" y="14732"/>
                  </a:lnTo>
                  <a:lnTo>
                    <a:pt x="6786244" y="19050"/>
                  </a:lnTo>
                  <a:lnTo>
                    <a:pt x="6791452" y="19050"/>
                  </a:lnTo>
                  <a:lnTo>
                    <a:pt x="6791452" y="0"/>
                  </a:lnTo>
                  <a:close/>
                </a:path>
                <a:path w="10424160" h="5213350">
                  <a:moveTo>
                    <a:pt x="6796785" y="0"/>
                  </a:moveTo>
                  <a:lnTo>
                    <a:pt x="6791452" y="0"/>
                  </a:lnTo>
                  <a:lnTo>
                    <a:pt x="6791452" y="19050"/>
                  </a:lnTo>
                  <a:lnTo>
                    <a:pt x="6796785" y="19050"/>
                  </a:lnTo>
                  <a:lnTo>
                    <a:pt x="6800977" y="14732"/>
                  </a:lnTo>
                  <a:lnTo>
                    <a:pt x="6800977" y="4318"/>
                  </a:lnTo>
                  <a:lnTo>
                    <a:pt x="6796785" y="0"/>
                  </a:lnTo>
                  <a:close/>
                </a:path>
                <a:path w="10424160" h="5213350">
                  <a:moveTo>
                    <a:pt x="6829552" y="0"/>
                  </a:moveTo>
                  <a:lnTo>
                    <a:pt x="6824344" y="0"/>
                  </a:lnTo>
                  <a:lnTo>
                    <a:pt x="6820027" y="4318"/>
                  </a:lnTo>
                  <a:lnTo>
                    <a:pt x="6820027" y="14732"/>
                  </a:lnTo>
                  <a:lnTo>
                    <a:pt x="6824344" y="19050"/>
                  </a:lnTo>
                  <a:lnTo>
                    <a:pt x="6829552" y="19050"/>
                  </a:lnTo>
                  <a:lnTo>
                    <a:pt x="6829552" y="0"/>
                  </a:lnTo>
                  <a:close/>
                </a:path>
                <a:path w="10424160" h="5213350">
                  <a:moveTo>
                    <a:pt x="6834885" y="0"/>
                  </a:moveTo>
                  <a:lnTo>
                    <a:pt x="6829552" y="0"/>
                  </a:lnTo>
                  <a:lnTo>
                    <a:pt x="6829552" y="19050"/>
                  </a:lnTo>
                  <a:lnTo>
                    <a:pt x="6834885" y="19050"/>
                  </a:lnTo>
                  <a:lnTo>
                    <a:pt x="6839077" y="14732"/>
                  </a:lnTo>
                  <a:lnTo>
                    <a:pt x="6839077" y="4318"/>
                  </a:lnTo>
                  <a:lnTo>
                    <a:pt x="6834885" y="0"/>
                  </a:lnTo>
                  <a:close/>
                </a:path>
                <a:path w="10424160" h="5213350">
                  <a:moveTo>
                    <a:pt x="6867652" y="0"/>
                  </a:moveTo>
                  <a:lnTo>
                    <a:pt x="6862444" y="0"/>
                  </a:lnTo>
                  <a:lnTo>
                    <a:pt x="6858127" y="4318"/>
                  </a:lnTo>
                  <a:lnTo>
                    <a:pt x="6858127" y="14732"/>
                  </a:lnTo>
                  <a:lnTo>
                    <a:pt x="6862444" y="19050"/>
                  </a:lnTo>
                  <a:lnTo>
                    <a:pt x="6867652" y="19050"/>
                  </a:lnTo>
                  <a:lnTo>
                    <a:pt x="6867652" y="0"/>
                  </a:lnTo>
                  <a:close/>
                </a:path>
                <a:path w="10424160" h="5213350">
                  <a:moveTo>
                    <a:pt x="6872985" y="0"/>
                  </a:moveTo>
                  <a:lnTo>
                    <a:pt x="6867652" y="0"/>
                  </a:lnTo>
                  <a:lnTo>
                    <a:pt x="6867652" y="19050"/>
                  </a:lnTo>
                  <a:lnTo>
                    <a:pt x="6872985" y="19050"/>
                  </a:lnTo>
                  <a:lnTo>
                    <a:pt x="6877177" y="14732"/>
                  </a:lnTo>
                  <a:lnTo>
                    <a:pt x="6877177" y="4318"/>
                  </a:lnTo>
                  <a:lnTo>
                    <a:pt x="6872985" y="0"/>
                  </a:lnTo>
                  <a:close/>
                </a:path>
                <a:path w="10424160" h="5213350">
                  <a:moveTo>
                    <a:pt x="6905752" y="0"/>
                  </a:moveTo>
                  <a:lnTo>
                    <a:pt x="6900544" y="0"/>
                  </a:lnTo>
                  <a:lnTo>
                    <a:pt x="6896227" y="4318"/>
                  </a:lnTo>
                  <a:lnTo>
                    <a:pt x="6896227" y="14732"/>
                  </a:lnTo>
                  <a:lnTo>
                    <a:pt x="6900544" y="19050"/>
                  </a:lnTo>
                  <a:lnTo>
                    <a:pt x="6905752" y="19050"/>
                  </a:lnTo>
                  <a:lnTo>
                    <a:pt x="6905752" y="0"/>
                  </a:lnTo>
                  <a:close/>
                </a:path>
                <a:path w="10424160" h="5213350">
                  <a:moveTo>
                    <a:pt x="6911085" y="0"/>
                  </a:moveTo>
                  <a:lnTo>
                    <a:pt x="6905879" y="0"/>
                  </a:lnTo>
                  <a:lnTo>
                    <a:pt x="6905879" y="19050"/>
                  </a:lnTo>
                  <a:lnTo>
                    <a:pt x="6911085" y="19050"/>
                  </a:lnTo>
                  <a:lnTo>
                    <a:pt x="6915404" y="14732"/>
                  </a:lnTo>
                  <a:lnTo>
                    <a:pt x="6915404" y="4318"/>
                  </a:lnTo>
                  <a:lnTo>
                    <a:pt x="6911085" y="0"/>
                  </a:lnTo>
                  <a:close/>
                </a:path>
                <a:path w="10424160" h="5213350">
                  <a:moveTo>
                    <a:pt x="6943979" y="0"/>
                  </a:moveTo>
                  <a:lnTo>
                    <a:pt x="6938644" y="0"/>
                  </a:lnTo>
                  <a:lnTo>
                    <a:pt x="6934454" y="4318"/>
                  </a:lnTo>
                  <a:lnTo>
                    <a:pt x="6934454" y="14732"/>
                  </a:lnTo>
                  <a:lnTo>
                    <a:pt x="6938644" y="19050"/>
                  </a:lnTo>
                  <a:lnTo>
                    <a:pt x="6943979" y="19050"/>
                  </a:lnTo>
                  <a:lnTo>
                    <a:pt x="6943979" y="0"/>
                  </a:lnTo>
                  <a:close/>
                </a:path>
                <a:path w="10424160" h="5213350">
                  <a:moveTo>
                    <a:pt x="6949185" y="0"/>
                  </a:moveTo>
                  <a:lnTo>
                    <a:pt x="6943979" y="0"/>
                  </a:lnTo>
                  <a:lnTo>
                    <a:pt x="6943979" y="19050"/>
                  </a:lnTo>
                  <a:lnTo>
                    <a:pt x="6949185" y="19050"/>
                  </a:lnTo>
                  <a:lnTo>
                    <a:pt x="6953504" y="14732"/>
                  </a:lnTo>
                  <a:lnTo>
                    <a:pt x="6953504" y="4318"/>
                  </a:lnTo>
                  <a:lnTo>
                    <a:pt x="6949185" y="0"/>
                  </a:lnTo>
                  <a:close/>
                </a:path>
                <a:path w="10424160" h="5213350">
                  <a:moveTo>
                    <a:pt x="6982079" y="0"/>
                  </a:moveTo>
                  <a:lnTo>
                    <a:pt x="6976744" y="0"/>
                  </a:lnTo>
                  <a:lnTo>
                    <a:pt x="6972554" y="4318"/>
                  </a:lnTo>
                  <a:lnTo>
                    <a:pt x="6972554" y="14732"/>
                  </a:lnTo>
                  <a:lnTo>
                    <a:pt x="6976744" y="19050"/>
                  </a:lnTo>
                  <a:lnTo>
                    <a:pt x="6982079" y="19050"/>
                  </a:lnTo>
                  <a:lnTo>
                    <a:pt x="6982079" y="0"/>
                  </a:lnTo>
                  <a:close/>
                </a:path>
                <a:path w="10424160" h="5213350">
                  <a:moveTo>
                    <a:pt x="6987285" y="0"/>
                  </a:moveTo>
                  <a:lnTo>
                    <a:pt x="6982079" y="0"/>
                  </a:lnTo>
                  <a:lnTo>
                    <a:pt x="6982079" y="19050"/>
                  </a:lnTo>
                  <a:lnTo>
                    <a:pt x="6987285" y="19050"/>
                  </a:lnTo>
                  <a:lnTo>
                    <a:pt x="6991604" y="14732"/>
                  </a:lnTo>
                  <a:lnTo>
                    <a:pt x="6991604" y="4318"/>
                  </a:lnTo>
                  <a:lnTo>
                    <a:pt x="6987285" y="0"/>
                  </a:lnTo>
                  <a:close/>
                </a:path>
                <a:path w="10424160" h="5213350">
                  <a:moveTo>
                    <a:pt x="7020179" y="0"/>
                  </a:moveTo>
                  <a:lnTo>
                    <a:pt x="7014844" y="0"/>
                  </a:lnTo>
                  <a:lnTo>
                    <a:pt x="7010654" y="4318"/>
                  </a:lnTo>
                  <a:lnTo>
                    <a:pt x="7010654" y="14732"/>
                  </a:lnTo>
                  <a:lnTo>
                    <a:pt x="7014844" y="19050"/>
                  </a:lnTo>
                  <a:lnTo>
                    <a:pt x="7020179" y="19050"/>
                  </a:lnTo>
                  <a:lnTo>
                    <a:pt x="7020179" y="0"/>
                  </a:lnTo>
                  <a:close/>
                </a:path>
                <a:path w="10424160" h="5213350">
                  <a:moveTo>
                    <a:pt x="7025385" y="0"/>
                  </a:moveTo>
                  <a:lnTo>
                    <a:pt x="7020179" y="0"/>
                  </a:lnTo>
                  <a:lnTo>
                    <a:pt x="7020179" y="19050"/>
                  </a:lnTo>
                  <a:lnTo>
                    <a:pt x="7025385" y="19050"/>
                  </a:lnTo>
                  <a:lnTo>
                    <a:pt x="7029704" y="14732"/>
                  </a:lnTo>
                  <a:lnTo>
                    <a:pt x="7029704" y="4318"/>
                  </a:lnTo>
                  <a:lnTo>
                    <a:pt x="7025385" y="0"/>
                  </a:lnTo>
                  <a:close/>
                </a:path>
                <a:path w="10424160" h="5213350">
                  <a:moveTo>
                    <a:pt x="7058279" y="0"/>
                  </a:moveTo>
                  <a:lnTo>
                    <a:pt x="7053072" y="0"/>
                  </a:lnTo>
                  <a:lnTo>
                    <a:pt x="7048754" y="4318"/>
                  </a:lnTo>
                  <a:lnTo>
                    <a:pt x="7048754" y="14732"/>
                  </a:lnTo>
                  <a:lnTo>
                    <a:pt x="7053072" y="19050"/>
                  </a:lnTo>
                  <a:lnTo>
                    <a:pt x="7058279" y="19050"/>
                  </a:lnTo>
                  <a:lnTo>
                    <a:pt x="7058279" y="0"/>
                  </a:lnTo>
                  <a:close/>
                </a:path>
                <a:path w="10424160" h="5213350">
                  <a:moveTo>
                    <a:pt x="7063612" y="0"/>
                  </a:moveTo>
                  <a:lnTo>
                    <a:pt x="7058279" y="0"/>
                  </a:lnTo>
                  <a:lnTo>
                    <a:pt x="7058279" y="19050"/>
                  </a:lnTo>
                  <a:lnTo>
                    <a:pt x="7063612" y="19050"/>
                  </a:lnTo>
                  <a:lnTo>
                    <a:pt x="7067804" y="14732"/>
                  </a:lnTo>
                  <a:lnTo>
                    <a:pt x="7067804" y="4318"/>
                  </a:lnTo>
                  <a:lnTo>
                    <a:pt x="7063612" y="0"/>
                  </a:lnTo>
                  <a:close/>
                </a:path>
                <a:path w="10424160" h="5213350">
                  <a:moveTo>
                    <a:pt x="7096379" y="0"/>
                  </a:moveTo>
                  <a:lnTo>
                    <a:pt x="7091172" y="0"/>
                  </a:lnTo>
                  <a:lnTo>
                    <a:pt x="7086854" y="4318"/>
                  </a:lnTo>
                  <a:lnTo>
                    <a:pt x="7086854" y="14732"/>
                  </a:lnTo>
                  <a:lnTo>
                    <a:pt x="7091172" y="19050"/>
                  </a:lnTo>
                  <a:lnTo>
                    <a:pt x="7096379" y="19050"/>
                  </a:lnTo>
                  <a:lnTo>
                    <a:pt x="7096379" y="0"/>
                  </a:lnTo>
                  <a:close/>
                </a:path>
                <a:path w="10424160" h="5213350">
                  <a:moveTo>
                    <a:pt x="7101712" y="0"/>
                  </a:moveTo>
                  <a:lnTo>
                    <a:pt x="7096379" y="0"/>
                  </a:lnTo>
                  <a:lnTo>
                    <a:pt x="7096379" y="19050"/>
                  </a:lnTo>
                  <a:lnTo>
                    <a:pt x="7101712" y="19050"/>
                  </a:lnTo>
                  <a:lnTo>
                    <a:pt x="7105904" y="14732"/>
                  </a:lnTo>
                  <a:lnTo>
                    <a:pt x="7105904" y="4318"/>
                  </a:lnTo>
                  <a:lnTo>
                    <a:pt x="7101712" y="0"/>
                  </a:lnTo>
                  <a:close/>
                </a:path>
                <a:path w="10424160" h="5213350">
                  <a:moveTo>
                    <a:pt x="7134479" y="0"/>
                  </a:moveTo>
                  <a:lnTo>
                    <a:pt x="7129272" y="0"/>
                  </a:lnTo>
                  <a:lnTo>
                    <a:pt x="7124954" y="4318"/>
                  </a:lnTo>
                  <a:lnTo>
                    <a:pt x="7124954" y="14732"/>
                  </a:lnTo>
                  <a:lnTo>
                    <a:pt x="7129272" y="19050"/>
                  </a:lnTo>
                  <a:lnTo>
                    <a:pt x="7134479" y="19050"/>
                  </a:lnTo>
                  <a:lnTo>
                    <a:pt x="7134479" y="0"/>
                  </a:lnTo>
                  <a:close/>
                </a:path>
                <a:path w="10424160" h="5213350">
                  <a:moveTo>
                    <a:pt x="7139812" y="0"/>
                  </a:moveTo>
                  <a:lnTo>
                    <a:pt x="7134479" y="0"/>
                  </a:lnTo>
                  <a:lnTo>
                    <a:pt x="7134479" y="19050"/>
                  </a:lnTo>
                  <a:lnTo>
                    <a:pt x="7139812" y="19050"/>
                  </a:lnTo>
                  <a:lnTo>
                    <a:pt x="7144004" y="14732"/>
                  </a:lnTo>
                  <a:lnTo>
                    <a:pt x="7144004" y="4318"/>
                  </a:lnTo>
                  <a:lnTo>
                    <a:pt x="7139812" y="0"/>
                  </a:lnTo>
                  <a:close/>
                </a:path>
                <a:path w="10424160" h="5213350">
                  <a:moveTo>
                    <a:pt x="7172579" y="0"/>
                  </a:moveTo>
                  <a:lnTo>
                    <a:pt x="7167372" y="0"/>
                  </a:lnTo>
                  <a:lnTo>
                    <a:pt x="7163054" y="4318"/>
                  </a:lnTo>
                  <a:lnTo>
                    <a:pt x="7163054" y="14732"/>
                  </a:lnTo>
                  <a:lnTo>
                    <a:pt x="7167372" y="19050"/>
                  </a:lnTo>
                  <a:lnTo>
                    <a:pt x="7172579" y="19050"/>
                  </a:lnTo>
                  <a:lnTo>
                    <a:pt x="7172579" y="0"/>
                  </a:lnTo>
                  <a:close/>
                </a:path>
                <a:path w="10424160" h="5213350">
                  <a:moveTo>
                    <a:pt x="7177912" y="0"/>
                  </a:moveTo>
                  <a:lnTo>
                    <a:pt x="7172706" y="0"/>
                  </a:lnTo>
                  <a:lnTo>
                    <a:pt x="7172706" y="19050"/>
                  </a:lnTo>
                  <a:lnTo>
                    <a:pt x="7177912" y="19050"/>
                  </a:lnTo>
                  <a:lnTo>
                    <a:pt x="7182231" y="14732"/>
                  </a:lnTo>
                  <a:lnTo>
                    <a:pt x="7182231" y="4318"/>
                  </a:lnTo>
                  <a:lnTo>
                    <a:pt x="7177912" y="0"/>
                  </a:lnTo>
                  <a:close/>
                </a:path>
                <a:path w="10424160" h="5213350">
                  <a:moveTo>
                    <a:pt x="7210806" y="0"/>
                  </a:moveTo>
                  <a:lnTo>
                    <a:pt x="7205472" y="0"/>
                  </a:lnTo>
                  <a:lnTo>
                    <a:pt x="7201281" y="4318"/>
                  </a:lnTo>
                  <a:lnTo>
                    <a:pt x="7201281" y="14732"/>
                  </a:lnTo>
                  <a:lnTo>
                    <a:pt x="7205472" y="19050"/>
                  </a:lnTo>
                  <a:lnTo>
                    <a:pt x="7210806" y="19050"/>
                  </a:lnTo>
                  <a:lnTo>
                    <a:pt x="7210806" y="0"/>
                  </a:lnTo>
                  <a:close/>
                </a:path>
                <a:path w="10424160" h="5213350">
                  <a:moveTo>
                    <a:pt x="7216012" y="0"/>
                  </a:moveTo>
                  <a:lnTo>
                    <a:pt x="7210806" y="0"/>
                  </a:lnTo>
                  <a:lnTo>
                    <a:pt x="7210806" y="19050"/>
                  </a:lnTo>
                  <a:lnTo>
                    <a:pt x="7216012" y="19050"/>
                  </a:lnTo>
                  <a:lnTo>
                    <a:pt x="7220331" y="14732"/>
                  </a:lnTo>
                  <a:lnTo>
                    <a:pt x="7220331" y="4318"/>
                  </a:lnTo>
                  <a:lnTo>
                    <a:pt x="7216012" y="0"/>
                  </a:lnTo>
                  <a:close/>
                </a:path>
                <a:path w="10424160" h="5213350">
                  <a:moveTo>
                    <a:pt x="7248906" y="0"/>
                  </a:moveTo>
                  <a:lnTo>
                    <a:pt x="7243572" y="0"/>
                  </a:lnTo>
                  <a:lnTo>
                    <a:pt x="7239381" y="4318"/>
                  </a:lnTo>
                  <a:lnTo>
                    <a:pt x="7239381" y="14732"/>
                  </a:lnTo>
                  <a:lnTo>
                    <a:pt x="7243572" y="19050"/>
                  </a:lnTo>
                  <a:lnTo>
                    <a:pt x="7248906" y="19050"/>
                  </a:lnTo>
                  <a:lnTo>
                    <a:pt x="7248906" y="0"/>
                  </a:lnTo>
                  <a:close/>
                </a:path>
                <a:path w="10424160" h="5213350">
                  <a:moveTo>
                    <a:pt x="7254112" y="0"/>
                  </a:moveTo>
                  <a:lnTo>
                    <a:pt x="7248906" y="0"/>
                  </a:lnTo>
                  <a:lnTo>
                    <a:pt x="7248906" y="19050"/>
                  </a:lnTo>
                  <a:lnTo>
                    <a:pt x="7254112" y="19050"/>
                  </a:lnTo>
                  <a:lnTo>
                    <a:pt x="7258431" y="14732"/>
                  </a:lnTo>
                  <a:lnTo>
                    <a:pt x="7258431" y="4318"/>
                  </a:lnTo>
                  <a:lnTo>
                    <a:pt x="7254112" y="0"/>
                  </a:lnTo>
                  <a:close/>
                </a:path>
                <a:path w="10424160" h="5213350">
                  <a:moveTo>
                    <a:pt x="7287006" y="0"/>
                  </a:moveTo>
                  <a:lnTo>
                    <a:pt x="7281799" y="0"/>
                  </a:lnTo>
                  <a:lnTo>
                    <a:pt x="7277481" y="4318"/>
                  </a:lnTo>
                  <a:lnTo>
                    <a:pt x="7277481" y="14732"/>
                  </a:lnTo>
                  <a:lnTo>
                    <a:pt x="7281799" y="19050"/>
                  </a:lnTo>
                  <a:lnTo>
                    <a:pt x="7287006" y="19050"/>
                  </a:lnTo>
                  <a:lnTo>
                    <a:pt x="7287006" y="0"/>
                  </a:lnTo>
                  <a:close/>
                </a:path>
                <a:path w="10424160" h="5213350">
                  <a:moveTo>
                    <a:pt x="7292339" y="0"/>
                  </a:moveTo>
                  <a:lnTo>
                    <a:pt x="7287006" y="0"/>
                  </a:lnTo>
                  <a:lnTo>
                    <a:pt x="7287006" y="19050"/>
                  </a:lnTo>
                  <a:lnTo>
                    <a:pt x="7292339" y="19050"/>
                  </a:lnTo>
                  <a:lnTo>
                    <a:pt x="7296531" y="14732"/>
                  </a:lnTo>
                  <a:lnTo>
                    <a:pt x="7296531" y="4318"/>
                  </a:lnTo>
                  <a:lnTo>
                    <a:pt x="7292339" y="0"/>
                  </a:lnTo>
                  <a:close/>
                </a:path>
                <a:path w="10424160" h="5213350">
                  <a:moveTo>
                    <a:pt x="7325106" y="0"/>
                  </a:moveTo>
                  <a:lnTo>
                    <a:pt x="7319899" y="0"/>
                  </a:lnTo>
                  <a:lnTo>
                    <a:pt x="7315581" y="4318"/>
                  </a:lnTo>
                  <a:lnTo>
                    <a:pt x="7315581" y="14732"/>
                  </a:lnTo>
                  <a:lnTo>
                    <a:pt x="7319899" y="19050"/>
                  </a:lnTo>
                  <a:lnTo>
                    <a:pt x="7325106" y="19050"/>
                  </a:lnTo>
                  <a:lnTo>
                    <a:pt x="7325106" y="0"/>
                  </a:lnTo>
                  <a:close/>
                </a:path>
                <a:path w="10424160" h="5213350">
                  <a:moveTo>
                    <a:pt x="7330439" y="0"/>
                  </a:moveTo>
                  <a:lnTo>
                    <a:pt x="7325106" y="0"/>
                  </a:lnTo>
                  <a:lnTo>
                    <a:pt x="7325106" y="19050"/>
                  </a:lnTo>
                  <a:lnTo>
                    <a:pt x="7330439" y="19050"/>
                  </a:lnTo>
                  <a:lnTo>
                    <a:pt x="7334631" y="14732"/>
                  </a:lnTo>
                  <a:lnTo>
                    <a:pt x="7334631" y="4318"/>
                  </a:lnTo>
                  <a:lnTo>
                    <a:pt x="7330439" y="0"/>
                  </a:lnTo>
                  <a:close/>
                </a:path>
                <a:path w="10424160" h="5213350">
                  <a:moveTo>
                    <a:pt x="7363206" y="0"/>
                  </a:moveTo>
                  <a:lnTo>
                    <a:pt x="7357999" y="0"/>
                  </a:lnTo>
                  <a:lnTo>
                    <a:pt x="7353681" y="4318"/>
                  </a:lnTo>
                  <a:lnTo>
                    <a:pt x="7353681" y="14732"/>
                  </a:lnTo>
                  <a:lnTo>
                    <a:pt x="7357999" y="19050"/>
                  </a:lnTo>
                  <a:lnTo>
                    <a:pt x="7363206" y="19050"/>
                  </a:lnTo>
                  <a:lnTo>
                    <a:pt x="7363206" y="0"/>
                  </a:lnTo>
                  <a:close/>
                </a:path>
                <a:path w="10424160" h="5213350">
                  <a:moveTo>
                    <a:pt x="7368539" y="0"/>
                  </a:moveTo>
                  <a:lnTo>
                    <a:pt x="7363206" y="0"/>
                  </a:lnTo>
                  <a:lnTo>
                    <a:pt x="7363206" y="19050"/>
                  </a:lnTo>
                  <a:lnTo>
                    <a:pt x="7368539" y="19050"/>
                  </a:lnTo>
                  <a:lnTo>
                    <a:pt x="7372731" y="14732"/>
                  </a:lnTo>
                  <a:lnTo>
                    <a:pt x="7372731" y="4318"/>
                  </a:lnTo>
                  <a:lnTo>
                    <a:pt x="7368539" y="0"/>
                  </a:lnTo>
                  <a:close/>
                </a:path>
                <a:path w="10424160" h="5213350">
                  <a:moveTo>
                    <a:pt x="7401306" y="0"/>
                  </a:moveTo>
                  <a:lnTo>
                    <a:pt x="7396099" y="0"/>
                  </a:lnTo>
                  <a:lnTo>
                    <a:pt x="7391781" y="4318"/>
                  </a:lnTo>
                  <a:lnTo>
                    <a:pt x="7391781" y="14732"/>
                  </a:lnTo>
                  <a:lnTo>
                    <a:pt x="7396099" y="19050"/>
                  </a:lnTo>
                  <a:lnTo>
                    <a:pt x="7401306" y="19050"/>
                  </a:lnTo>
                  <a:lnTo>
                    <a:pt x="7401306" y="0"/>
                  </a:lnTo>
                  <a:close/>
                </a:path>
                <a:path w="10424160" h="5213350">
                  <a:moveTo>
                    <a:pt x="7406639" y="0"/>
                  </a:moveTo>
                  <a:lnTo>
                    <a:pt x="7401433" y="0"/>
                  </a:lnTo>
                  <a:lnTo>
                    <a:pt x="7401433" y="19050"/>
                  </a:lnTo>
                  <a:lnTo>
                    <a:pt x="7406639" y="19050"/>
                  </a:lnTo>
                  <a:lnTo>
                    <a:pt x="7410958" y="14732"/>
                  </a:lnTo>
                  <a:lnTo>
                    <a:pt x="7410958" y="4318"/>
                  </a:lnTo>
                  <a:lnTo>
                    <a:pt x="7406639" y="0"/>
                  </a:lnTo>
                  <a:close/>
                </a:path>
                <a:path w="10424160" h="5213350">
                  <a:moveTo>
                    <a:pt x="7439533" y="0"/>
                  </a:moveTo>
                  <a:lnTo>
                    <a:pt x="7434199" y="0"/>
                  </a:lnTo>
                  <a:lnTo>
                    <a:pt x="7430008" y="4318"/>
                  </a:lnTo>
                  <a:lnTo>
                    <a:pt x="7430008" y="14732"/>
                  </a:lnTo>
                  <a:lnTo>
                    <a:pt x="7434199" y="19050"/>
                  </a:lnTo>
                  <a:lnTo>
                    <a:pt x="7439533" y="19050"/>
                  </a:lnTo>
                  <a:lnTo>
                    <a:pt x="7439533" y="0"/>
                  </a:lnTo>
                  <a:close/>
                </a:path>
                <a:path w="10424160" h="5213350">
                  <a:moveTo>
                    <a:pt x="7444739" y="0"/>
                  </a:moveTo>
                  <a:lnTo>
                    <a:pt x="7439533" y="0"/>
                  </a:lnTo>
                  <a:lnTo>
                    <a:pt x="7439533" y="19050"/>
                  </a:lnTo>
                  <a:lnTo>
                    <a:pt x="7444739" y="19050"/>
                  </a:lnTo>
                  <a:lnTo>
                    <a:pt x="7449058" y="14732"/>
                  </a:lnTo>
                  <a:lnTo>
                    <a:pt x="7449058" y="4318"/>
                  </a:lnTo>
                  <a:lnTo>
                    <a:pt x="7444739" y="0"/>
                  </a:lnTo>
                  <a:close/>
                </a:path>
                <a:path w="10424160" h="5213350">
                  <a:moveTo>
                    <a:pt x="7477633" y="0"/>
                  </a:moveTo>
                  <a:lnTo>
                    <a:pt x="7472299" y="0"/>
                  </a:lnTo>
                  <a:lnTo>
                    <a:pt x="7468108" y="4318"/>
                  </a:lnTo>
                  <a:lnTo>
                    <a:pt x="7468108" y="14732"/>
                  </a:lnTo>
                  <a:lnTo>
                    <a:pt x="7472299" y="19050"/>
                  </a:lnTo>
                  <a:lnTo>
                    <a:pt x="7477633" y="19050"/>
                  </a:lnTo>
                  <a:lnTo>
                    <a:pt x="7477633" y="0"/>
                  </a:lnTo>
                  <a:close/>
                </a:path>
                <a:path w="10424160" h="5213350">
                  <a:moveTo>
                    <a:pt x="7482839" y="0"/>
                  </a:moveTo>
                  <a:lnTo>
                    <a:pt x="7477633" y="0"/>
                  </a:lnTo>
                  <a:lnTo>
                    <a:pt x="7477633" y="19050"/>
                  </a:lnTo>
                  <a:lnTo>
                    <a:pt x="7482839" y="19050"/>
                  </a:lnTo>
                  <a:lnTo>
                    <a:pt x="7487158" y="14732"/>
                  </a:lnTo>
                  <a:lnTo>
                    <a:pt x="7487158" y="4318"/>
                  </a:lnTo>
                  <a:lnTo>
                    <a:pt x="7482839" y="0"/>
                  </a:lnTo>
                  <a:close/>
                </a:path>
                <a:path w="10424160" h="5213350">
                  <a:moveTo>
                    <a:pt x="7515733" y="0"/>
                  </a:moveTo>
                  <a:lnTo>
                    <a:pt x="7510399" y="0"/>
                  </a:lnTo>
                  <a:lnTo>
                    <a:pt x="7506208" y="4318"/>
                  </a:lnTo>
                  <a:lnTo>
                    <a:pt x="7506208" y="14732"/>
                  </a:lnTo>
                  <a:lnTo>
                    <a:pt x="7510399" y="19050"/>
                  </a:lnTo>
                  <a:lnTo>
                    <a:pt x="7515733" y="19050"/>
                  </a:lnTo>
                  <a:lnTo>
                    <a:pt x="7515733" y="0"/>
                  </a:lnTo>
                  <a:close/>
                </a:path>
                <a:path w="10424160" h="5213350">
                  <a:moveTo>
                    <a:pt x="7520939" y="0"/>
                  </a:moveTo>
                  <a:lnTo>
                    <a:pt x="7515733" y="0"/>
                  </a:lnTo>
                  <a:lnTo>
                    <a:pt x="7515733" y="19050"/>
                  </a:lnTo>
                  <a:lnTo>
                    <a:pt x="7520939" y="19050"/>
                  </a:lnTo>
                  <a:lnTo>
                    <a:pt x="7525258" y="14732"/>
                  </a:lnTo>
                  <a:lnTo>
                    <a:pt x="7525258" y="4318"/>
                  </a:lnTo>
                  <a:lnTo>
                    <a:pt x="7520939" y="0"/>
                  </a:lnTo>
                  <a:close/>
                </a:path>
                <a:path w="10424160" h="5213350">
                  <a:moveTo>
                    <a:pt x="7553833" y="0"/>
                  </a:moveTo>
                  <a:lnTo>
                    <a:pt x="7548626" y="0"/>
                  </a:lnTo>
                  <a:lnTo>
                    <a:pt x="7544308" y="4318"/>
                  </a:lnTo>
                  <a:lnTo>
                    <a:pt x="7544308" y="14732"/>
                  </a:lnTo>
                  <a:lnTo>
                    <a:pt x="7548626" y="19050"/>
                  </a:lnTo>
                  <a:lnTo>
                    <a:pt x="7553833" y="19050"/>
                  </a:lnTo>
                  <a:lnTo>
                    <a:pt x="7553833" y="0"/>
                  </a:lnTo>
                  <a:close/>
                </a:path>
                <a:path w="10424160" h="5213350">
                  <a:moveTo>
                    <a:pt x="7559166" y="0"/>
                  </a:moveTo>
                  <a:lnTo>
                    <a:pt x="7553833" y="0"/>
                  </a:lnTo>
                  <a:lnTo>
                    <a:pt x="7553833" y="19050"/>
                  </a:lnTo>
                  <a:lnTo>
                    <a:pt x="7559166" y="19050"/>
                  </a:lnTo>
                  <a:lnTo>
                    <a:pt x="7563358" y="14732"/>
                  </a:lnTo>
                  <a:lnTo>
                    <a:pt x="7563358" y="4318"/>
                  </a:lnTo>
                  <a:lnTo>
                    <a:pt x="7559166" y="0"/>
                  </a:lnTo>
                  <a:close/>
                </a:path>
                <a:path w="10424160" h="5213350">
                  <a:moveTo>
                    <a:pt x="7591933" y="0"/>
                  </a:moveTo>
                  <a:lnTo>
                    <a:pt x="7586726" y="0"/>
                  </a:lnTo>
                  <a:lnTo>
                    <a:pt x="7582408" y="4318"/>
                  </a:lnTo>
                  <a:lnTo>
                    <a:pt x="7582408" y="14732"/>
                  </a:lnTo>
                  <a:lnTo>
                    <a:pt x="7586726" y="19050"/>
                  </a:lnTo>
                  <a:lnTo>
                    <a:pt x="7591933" y="19050"/>
                  </a:lnTo>
                  <a:lnTo>
                    <a:pt x="7591933" y="0"/>
                  </a:lnTo>
                  <a:close/>
                </a:path>
                <a:path w="10424160" h="5213350">
                  <a:moveTo>
                    <a:pt x="7597266" y="0"/>
                  </a:moveTo>
                  <a:lnTo>
                    <a:pt x="7591933" y="0"/>
                  </a:lnTo>
                  <a:lnTo>
                    <a:pt x="7591933" y="19050"/>
                  </a:lnTo>
                  <a:lnTo>
                    <a:pt x="7597266" y="19050"/>
                  </a:lnTo>
                  <a:lnTo>
                    <a:pt x="7601458" y="14732"/>
                  </a:lnTo>
                  <a:lnTo>
                    <a:pt x="7601458" y="4318"/>
                  </a:lnTo>
                  <a:lnTo>
                    <a:pt x="7597266" y="0"/>
                  </a:lnTo>
                  <a:close/>
                </a:path>
                <a:path w="10424160" h="5213350">
                  <a:moveTo>
                    <a:pt x="7630033" y="0"/>
                  </a:moveTo>
                  <a:lnTo>
                    <a:pt x="7624826" y="0"/>
                  </a:lnTo>
                  <a:lnTo>
                    <a:pt x="7620508" y="4318"/>
                  </a:lnTo>
                  <a:lnTo>
                    <a:pt x="7620508" y="14732"/>
                  </a:lnTo>
                  <a:lnTo>
                    <a:pt x="7624826" y="19050"/>
                  </a:lnTo>
                  <a:lnTo>
                    <a:pt x="7630033" y="19050"/>
                  </a:lnTo>
                  <a:lnTo>
                    <a:pt x="7630033" y="0"/>
                  </a:lnTo>
                  <a:close/>
                </a:path>
                <a:path w="10424160" h="5213350">
                  <a:moveTo>
                    <a:pt x="7635366" y="0"/>
                  </a:moveTo>
                  <a:lnTo>
                    <a:pt x="7630033" y="0"/>
                  </a:lnTo>
                  <a:lnTo>
                    <a:pt x="7630033" y="19050"/>
                  </a:lnTo>
                  <a:lnTo>
                    <a:pt x="7635366" y="19050"/>
                  </a:lnTo>
                  <a:lnTo>
                    <a:pt x="7639558" y="14732"/>
                  </a:lnTo>
                  <a:lnTo>
                    <a:pt x="7639558" y="4318"/>
                  </a:lnTo>
                  <a:lnTo>
                    <a:pt x="7635366" y="0"/>
                  </a:lnTo>
                  <a:close/>
                </a:path>
                <a:path w="10424160" h="5213350">
                  <a:moveTo>
                    <a:pt x="7668133" y="0"/>
                  </a:moveTo>
                  <a:lnTo>
                    <a:pt x="7662926" y="0"/>
                  </a:lnTo>
                  <a:lnTo>
                    <a:pt x="7658608" y="4318"/>
                  </a:lnTo>
                  <a:lnTo>
                    <a:pt x="7658608" y="14732"/>
                  </a:lnTo>
                  <a:lnTo>
                    <a:pt x="7662926" y="19050"/>
                  </a:lnTo>
                  <a:lnTo>
                    <a:pt x="7668133" y="19050"/>
                  </a:lnTo>
                  <a:lnTo>
                    <a:pt x="7668133" y="0"/>
                  </a:lnTo>
                  <a:close/>
                </a:path>
                <a:path w="10424160" h="5213350">
                  <a:moveTo>
                    <a:pt x="7673466" y="0"/>
                  </a:moveTo>
                  <a:lnTo>
                    <a:pt x="7668259" y="0"/>
                  </a:lnTo>
                  <a:lnTo>
                    <a:pt x="7668259" y="19050"/>
                  </a:lnTo>
                  <a:lnTo>
                    <a:pt x="7673466" y="19050"/>
                  </a:lnTo>
                  <a:lnTo>
                    <a:pt x="7677784" y="14732"/>
                  </a:lnTo>
                  <a:lnTo>
                    <a:pt x="7677784" y="4318"/>
                  </a:lnTo>
                  <a:lnTo>
                    <a:pt x="7673466" y="0"/>
                  </a:lnTo>
                  <a:close/>
                </a:path>
                <a:path w="10424160" h="5213350">
                  <a:moveTo>
                    <a:pt x="7706359" y="0"/>
                  </a:moveTo>
                  <a:lnTo>
                    <a:pt x="7701026" y="0"/>
                  </a:lnTo>
                  <a:lnTo>
                    <a:pt x="7696834" y="4318"/>
                  </a:lnTo>
                  <a:lnTo>
                    <a:pt x="7696834" y="14732"/>
                  </a:lnTo>
                  <a:lnTo>
                    <a:pt x="7701026" y="19050"/>
                  </a:lnTo>
                  <a:lnTo>
                    <a:pt x="7706359" y="19050"/>
                  </a:lnTo>
                  <a:lnTo>
                    <a:pt x="7706359" y="0"/>
                  </a:lnTo>
                  <a:close/>
                </a:path>
                <a:path w="10424160" h="5213350">
                  <a:moveTo>
                    <a:pt x="7711566" y="0"/>
                  </a:moveTo>
                  <a:lnTo>
                    <a:pt x="7706359" y="0"/>
                  </a:lnTo>
                  <a:lnTo>
                    <a:pt x="7706359" y="19050"/>
                  </a:lnTo>
                  <a:lnTo>
                    <a:pt x="7711566" y="19050"/>
                  </a:lnTo>
                  <a:lnTo>
                    <a:pt x="7715884" y="14732"/>
                  </a:lnTo>
                  <a:lnTo>
                    <a:pt x="7715884" y="4318"/>
                  </a:lnTo>
                  <a:lnTo>
                    <a:pt x="7711566" y="0"/>
                  </a:lnTo>
                  <a:close/>
                </a:path>
                <a:path w="10424160" h="5213350">
                  <a:moveTo>
                    <a:pt x="7744459" y="0"/>
                  </a:moveTo>
                  <a:lnTo>
                    <a:pt x="7739126" y="0"/>
                  </a:lnTo>
                  <a:lnTo>
                    <a:pt x="7734934" y="4318"/>
                  </a:lnTo>
                  <a:lnTo>
                    <a:pt x="7734934" y="14732"/>
                  </a:lnTo>
                  <a:lnTo>
                    <a:pt x="7739126" y="19050"/>
                  </a:lnTo>
                  <a:lnTo>
                    <a:pt x="7744459" y="19050"/>
                  </a:lnTo>
                  <a:lnTo>
                    <a:pt x="7744459" y="0"/>
                  </a:lnTo>
                  <a:close/>
                </a:path>
                <a:path w="10424160" h="5213350">
                  <a:moveTo>
                    <a:pt x="7749666" y="0"/>
                  </a:moveTo>
                  <a:lnTo>
                    <a:pt x="7744459" y="0"/>
                  </a:lnTo>
                  <a:lnTo>
                    <a:pt x="7744459" y="19050"/>
                  </a:lnTo>
                  <a:lnTo>
                    <a:pt x="7749666" y="19050"/>
                  </a:lnTo>
                  <a:lnTo>
                    <a:pt x="7753984" y="14732"/>
                  </a:lnTo>
                  <a:lnTo>
                    <a:pt x="7753984" y="4318"/>
                  </a:lnTo>
                  <a:lnTo>
                    <a:pt x="7749666" y="0"/>
                  </a:lnTo>
                  <a:close/>
                </a:path>
                <a:path w="10424160" h="5213350">
                  <a:moveTo>
                    <a:pt x="7782559" y="0"/>
                  </a:moveTo>
                  <a:lnTo>
                    <a:pt x="7777353" y="0"/>
                  </a:lnTo>
                  <a:lnTo>
                    <a:pt x="7773034" y="4318"/>
                  </a:lnTo>
                  <a:lnTo>
                    <a:pt x="7773034" y="14732"/>
                  </a:lnTo>
                  <a:lnTo>
                    <a:pt x="7777353" y="19050"/>
                  </a:lnTo>
                  <a:lnTo>
                    <a:pt x="7782559" y="19050"/>
                  </a:lnTo>
                  <a:lnTo>
                    <a:pt x="7782559" y="0"/>
                  </a:lnTo>
                  <a:close/>
                </a:path>
                <a:path w="10424160" h="5213350">
                  <a:moveTo>
                    <a:pt x="7787766" y="0"/>
                  </a:moveTo>
                  <a:lnTo>
                    <a:pt x="7782559" y="0"/>
                  </a:lnTo>
                  <a:lnTo>
                    <a:pt x="7782559" y="19050"/>
                  </a:lnTo>
                  <a:lnTo>
                    <a:pt x="7787766" y="19050"/>
                  </a:lnTo>
                  <a:lnTo>
                    <a:pt x="7792084" y="14732"/>
                  </a:lnTo>
                  <a:lnTo>
                    <a:pt x="7792084" y="4318"/>
                  </a:lnTo>
                  <a:lnTo>
                    <a:pt x="7787766" y="0"/>
                  </a:lnTo>
                  <a:close/>
                </a:path>
                <a:path w="10424160" h="5213350">
                  <a:moveTo>
                    <a:pt x="7820659" y="0"/>
                  </a:moveTo>
                  <a:lnTo>
                    <a:pt x="7815453" y="0"/>
                  </a:lnTo>
                  <a:lnTo>
                    <a:pt x="7811134" y="4318"/>
                  </a:lnTo>
                  <a:lnTo>
                    <a:pt x="7811134" y="14732"/>
                  </a:lnTo>
                  <a:lnTo>
                    <a:pt x="7815453" y="19050"/>
                  </a:lnTo>
                  <a:lnTo>
                    <a:pt x="7820659" y="19050"/>
                  </a:lnTo>
                  <a:lnTo>
                    <a:pt x="7820659" y="0"/>
                  </a:lnTo>
                  <a:close/>
                </a:path>
                <a:path w="10424160" h="5213350">
                  <a:moveTo>
                    <a:pt x="7825993" y="0"/>
                  </a:moveTo>
                  <a:lnTo>
                    <a:pt x="7820659" y="0"/>
                  </a:lnTo>
                  <a:lnTo>
                    <a:pt x="7820659" y="19050"/>
                  </a:lnTo>
                  <a:lnTo>
                    <a:pt x="7825993" y="19050"/>
                  </a:lnTo>
                  <a:lnTo>
                    <a:pt x="7830184" y="14732"/>
                  </a:lnTo>
                  <a:lnTo>
                    <a:pt x="7830184" y="4318"/>
                  </a:lnTo>
                  <a:lnTo>
                    <a:pt x="7825993" y="0"/>
                  </a:lnTo>
                  <a:close/>
                </a:path>
                <a:path w="10424160" h="5213350">
                  <a:moveTo>
                    <a:pt x="7858759" y="0"/>
                  </a:moveTo>
                  <a:lnTo>
                    <a:pt x="7853553" y="0"/>
                  </a:lnTo>
                  <a:lnTo>
                    <a:pt x="7849234" y="4318"/>
                  </a:lnTo>
                  <a:lnTo>
                    <a:pt x="7849234" y="14732"/>
                  </a:lnTo>
                  <a:lnTo>
                    <a:pt x="7853553" y="19050"/>
                  </a:lnTo>
                  <a:lnTo>
                    <a:pt x="7858759" y="19050"/>
                  </a:lnTo>
                  <a:lnTo>
                    <a:pt x="7858759" y="0"/>
                  </a:lnTo>
                  <a:close/>
                </a:path>
                <a:path w="10424160" h="5213350">
                  <a:moveTo>
                    <a:pt x="7864093" y="0"/>
                  </a:moveTo>
                  <a:lnTo>
                    <a:pt x="7858759" y="0"/>
                  </a:lnTo>
                  <a:lnTo>
                    <a:pt x="7858759" y="19050"/>
                  </a:lnTo>
                  <a:lnTo>
                    <a:pt x="7864093" y="19050"/>
                  </a:lnTo>
                  <a:lnTo>
                    <a:pt x="7868284" y="14732"/>
                  </a:lnTo>
                  <a:lnTo>
                    <a:pt x="7868284" y="4318"/>
                  </a:lnTo>
                  <a:lnTo>
                    <a:pt x="7864093" y="0"/>
                  </a:lnTo>
                  <a:close/>
                </a:path>
                <a:path w="10424160" h="5213350">
                  <a:moveTo>
                    <a:pt x="7896859" y="0"/>
                  </a:moveTo>
                  <a:lnTo>
                    <a:pt x="7891653" y="0"/>
                  </a:lnTo>
                  <a:lnTo>
                    <a:pt x="7887334" y="4318"/>
                  </a:lnTo>
                  <a:lnTo>
                    <a:pt x="7887334" y="14732"/>
                  </a:lnTo>
                  <a:lnTo>
                    <a:pt x="7891653" y="19050"/>
                  </a:lnTo>
                  <a:lnTo>
                    <a:pt x="7896859" y="19050"/>
                  </a:lnTo>
                  <a:lnTo>
                    <a:pt x="7896859" y="0"/>
                  </a:lnTo>
                  <a:close/>
                </a:path>
                <a:path w="10424160" h="5213350">
                  <a:moveTo>
                    <a:pt x="7902193" y="0"/>
                  </a:moveTo>
                  <a:lnTo>
                    <a:pt x="7896986" y="0"/>
                  </a:lnTo>
                  <a:lnTo>
                    <a:pt x="7896986" y="19050"/>
                  </a:lnTo>
                  <a:lnTo>
                    <a:pt x="7902193" y="19050"/>
                  </a:lnTo>
                  <a:lnTo>
                    <a:pt x="7906511" y="14732"/>
                  </a:lnTo>
                  <a:lnTo>
                    <a:pt x="7906511" y="4318"/>
                  </a:lnTo>
                  <a:lnTo>
                    <a:pt x="7902193" y="0"/>
                  </a:lnTo>
                  <a:close/>
                </a:path>
                <a:path w="10424160" h="5213350">
                  <a:moveTo>
                    <a:pt x="7935086" y="0"/>
                  </a:moveTo>
                  <a:lnTo>
                    <a:pt x="7929753" y="0"/>
                  </a:lnTo>
                  <a:lnTo>
                    <a:pt x="7925561" y="4318"/>
                  </a:lnTo>
                  <a:lnTo>
                    <a:pt x="7925561" y="14732"/>
                  </a:lnTo>
                  <a:lnTo>
                    <a:pt x="7929753" y="19050"/>
                  </a:lnTo>
                  <a:lnTo>
                    <a:pt x="7935086" y="19050"/>
                  </a:lnTo>
                  <a:lnTo>
                    <a:pt x="7935086" y="0"/>
                  </a:lnTo>
                  <a:close/>
                </a:path>
                <a:path w="10424160" h="5213350">
                  <a:moveTo>
                    <a:pt x="7940293" y="0"/>
                  </a:moveTo>
                  <a:lnTo>
                    <a:pt x="7935086" y="0"/>
                  </a:lnTo>
                  <a:lnTo>
                    <a:pt x="7935086" y="19050"/>
                  </a:lnTo>
                  <a:lnTo>
                    <a:pt x="7940293" y="19050"/>
                  </a:lnTo>
                  <a:lnTo>
                    <a:pt x="7944611" y="14732"/>
                  </a:lnTo>
                  <a:lnTo>
                    <a:pt x="7944611" y="4318"/>
                  </a:lnTo>
                  <a:lnTo>
                    <a:pt x="7940293" y="0"/>
                  </a:lnTo>
                  <a:close/>
                </a:path>
                <a:path w="10424160" h="5213350">
                  <a:moveTo>
                    <a:pt x="7973186" y="0"/>
                  </a:moveTo>
                  <a:lnTo>
                    <a:pt x="7967853" y="0"/>
                  </a:lnTo>
                  <a:lnTo>
                    <a:pt x="7963661" y="4318"/>
                  </a:lnTo>
                  <a:lnTo>
                    <a:pt x="7963661" y="14732"/>
                  </a:lnTo>
                  <a:lnTo>
                    <a:pt x="7967853" y="19050"/>
                  </a:lnTo>
                  <a:lnTo>
                    <a:pt x="7973186" y="19050"/>
                  </a:lnTo>
                  <a:lnTo>
                    <a:pt x="7973186" y="0"/>
                  </a:lnTo>
                  <a:close/>
                </a:path>
                <a:path w="10424160" h="5213350">
                  <a:moveTo>
                    <a:pt x="7978393" y="0"/>
                  </a:moveTo>
                  <a:lnTo>
                    <a:pt x="7973186" y="0"/>
                  </a:lnTo>
                  <a:lnTo>
                    <a:pt x="7973186" y="19050"/>
                  </a:lnTo>
                  <a:lnTo>
                    <a:pt x="7978393" y="19050"/>
                  </a:lnTo>
                  <a:lnTo>
                    <a:pt x="7982711" y="14732"/>
                  </a:lnTo>
                  <a:lnTo>
                    <a:pt x="7982711" y="4318"/>
                  </a:lnTo>
                  <a:lnTo>
                    <a:pt x="7978393" y="0"/>
                  </a:lnTo>
                  <a:close/>
                </a:path>
                <a:path w="10424160" h="5213350">
                  <a:moveTo>
                    <a:pt x="8011286" y="0"/>
                  </a:moveTo>
                  <a:lnTo>
                    <a:pt x="8005953" y="0"/>
                  </a:lnTo>
                  <a:lnTo>
                    <a:pt x="8001761" y="4318"/>
                  </a:lnTo>
                  <a:lnTo>
                    <a:pt x="8001761" y="14732"/>
                  </a:lnTo>
                  <a:lnTo>
                    <a:pt x="8005953" y="19050"/>
                  </a:lnTo>
                  <a:lnTo>
                    <a:pt x="8011286" y="19050"/>
                  </a:lnTo>
                  <a:lnTo>
                    <a:pt x="8011286" y="0"/>
                  </a:lnTo>
                  <a:close/>
                </a:path>
                <a:path w="10424160" h="5213350">
                  <a:moveTo>
                    <a:pt x="8016493" y="0"/>
                  </a:moveTo>
                  <a:lnTo>
                    <a:pt x="8011286" y="0"/>
                  </a:lnTo>
                  <a:lnTo>
                    <a:pt x="8011286" y="19050"/>
                  </a:lnTo>
                  <a:lnTo>
                    <a:pt x="8016493" y="19050"/>
                  </a:lnTo>
                  <a:lnTo>
                    <a:pt x="8020811" y="14732"/>
                  </a:lnTo>
                  <a:lnTo>
                    <a:pt x="8020811" y="4318"/>
                  </a:lnTo>
                  <a:lnTo>
                    <a:pt x="8016493" y="0"/>
                  </a:lnTo>
                  <a:close/>
                </a:path>
                <a:path w="10424160" h="5213350">
                  <a:moveTo>
                    <a:pt x="8049386" y="0"/>
                  </a:moveTo>
                  <a:lnTo>
                    <a:pt x="8044180" y="0"/>
                  </a:lnTo>
                  <a:lnTo>
                    <a:pt x="8039861" y="4318"/>
                  </a:lnTo>
                  <a:lnTo>
                    <a:pt x="8039861" y="14732"/>
                  </a:lnTo>
                  <a:lnTo>
                    <a:pt x="8044180" y="19050"/>
                  </a:lnTo>
                  <a:lnTo>
                    <a:pt x="8049386" y="19050"/>
                  </a:lnTo>
                  <a:lnTo>
                    <a:pt x="8049386" y="0"/>
                  </a:lnTo>
                  <a:close/>
                </a:path>
                <a:path w="10424160" h="5213350">
                  <a:moveTo>
                    <a:pt x="8054721" y="0"/>
                  </a:moveTo>
                  <a:lnTo>
                    <a:pt x="8049386" y="0"/>
                  </a:lnTo>
                  <a:lnTo>
                    <a:pt x="8049386" y="19050"/>
                  </a:lnTo>
                  <a:lnTo>
                    <a:pt x="8054721" y="19050"/>
                  </a:lnTo>
                  <a:lnTo>
                    <a:pt x="8058911" y="14732"/>
                  </a:lnTo>
                  <a:lnTo>
                    <a:pt x="8058911" y="4318"/>
                  </a:lnTo>
                  <a:lnTo>
                    <a:pt x="8054721" y="0"/>
                  </a:lnTo>
                  <a:close/>
                </a:path>
                <a:path w="10424160" h="5213350">
                  <a:moveTo>
                    <a:pt x="8087486" y="0"/>
                  </a:moveTo>
                  <a:lnTo>
                    <a:pt x="8082280" y="0"/>
                  </a:lnTo>
                  <a:lnTo>
                    <a:pt x="8077961" y="4318"/>
                  </a:lnTo>
                  <a:lnTo>
                    <a:pt x="8077961" y="14732"/>
                  </a:lnTo>
                  <a:lnTo>
                    <a:pt x="8082280" y="19050"/>
                  </a:lnTo>
                  <a:lnTo>
                    <a:pt x="8087486" y="19050"/>
                  </a:lnTo>
                  <a:lnTo>
                    <a:pt x="8087486" y="0"/>
                  </a:lnTo>
                  <a:close/>
                </a:path>
                <a:path w="10424160" h="5213350">
                  <a:moveTo>
                    <a:pt x="8092821" y="0"/>
                  </a:moveTo>
                  <a:lnTo>
                    <a:pt x="8087486" y="0"/>
                  </a:lnTo>
                  <a:lnTo>
                    <a:pt x="8087486" y="19050"/>
                  </a:lnTo>
                  <a:lnTo>
                    <a:pt x="8092821" y="19050"/>
                  </a:lnTo>
                  <a:lnTo>
                    <a:pt x="8097011" y="14732"/>
                  </a:lnTo>
                  <a:lnTo>
                    <a:pt x="8097011" y="4318"/>
                  </a:lnTo>
                  <a:lnTo>
                    <a:pt x="8092821" y="0"/>
                  </a:lnTo>
                  <a:close/>
                </a:path>
                <a:path w="10424160" h="5213350">
                  <a:moveTo>
                    <a:pt x="8125586" y="0"/>
                  </a:moveTo>
                  <a:lnTo>
                    <a:pt x="8120380" y="0"/>
                  </a:lnTo>
                  <a:lnTo>
                    <a:pt x="8116061" y="4318"/>
                  </a:lnTo>
                  <a:lnTo>
                    <a:pt x="8116061" y="14732"/>
                  </a:lnTo>
                  <a:lnTo>
                    <a:pt x="8120380" y="19050"/>
                  </a:lnTo>
                  <a:lnTo>
                    <a:pt x="8125586" y="19050"/>
                  </a:lnTo>
                  <a:lnTo>
                    <a:pt x="8125586" y="0"/>
                  </a:lnTo>
                  <a:close/>
                </a:path>
                <a:path w="10424160" h="5213350">
                  <a:moveTo>
                    <a:pt x="8130921" y="0"/>
                  </a:moveTo>
                  <a:lnTo>
                    <a:pt x="8125586" y="0"/>
                  </a:lnTo>
                  <a:lnTo>
                    <a:pt x="8125586" y="19050"/>
                  </a:lnTo>
                  <a:lnTo>
                    <a:pt x="8130921" y="19050"/>
                  </a:lnTo>
                  <a:lnTo>
                    <a:pt x="8135111" y="14732"/>
                  </a:lnTo>
                  <a:lnTo>
                    <a:pt x="8135111" y="4318"/>
                  </a:lnTo>
                  <a:lnTo>
                    <a:pt x="8130921" y="0"/>
                  </a:lnTo>
                  <a:close/>
                </a:path>
                <a:path w="10424160" h="5213350">
                  <a:moveTo>
                    <a:pt x="8163686" y="0"/>
                  </a:moveTo>
                  <a:lnTo>
                    <a:pt x="8158480" y="0"/>
                  </a:lnTo>
                  <a:lnTo>
                    <a:pt x="8154161" y="4318"/>
                  </a:lnTo>
                  <a:lnTo>
                    <a:pt x="8154161" y="14732"/>
                  </a:lnTo>
                  <a:lnTo>
                    <a:pt x="8158480" y="19050"/>
                  </a:lnTo>
                  <a:lnTo>
                    <a:pt x="8163686" y="19050"/>
                  </a:lnTo>
                  <a:lnTo>
                    <a:pt x="8163686" y="0"/>
                  </a:lnTo>
                  <a:close/>
                </a:path>
                <a:path w="10424160" h="5213350">
                  <a:moveTo>
                    <a:pt x="8169021" y="0"/>
                  </a:moveTo>
                  <a:lnTo>
                    <a:pt x="8163813" y="0"/>
                  </a:lnTo>
                  <a:lnTo>
                    <a:pt x="8163813" y="19050"/>
                  </a:lnTo>
                  <a:lnTo>
                    <a:pt x="8169021" y="19050"/>
                  </a:lnTo>
                  <a:lnTo>
                    <a:pt x="8173338" y="14732"/>
                  </a:lnTo>
                  <a:lnTo>
                    <a:pt x="8173338" y="4318"/>
                  </a:lnTo>
                  <a:lnTo>
                    <a:pt x="8169021" y="0"/>
                  </a:lnTo>
                  <a:close/>
                </a:path>
                <a:path w="10424160" h="5213350">
                  <a:moveTo>
                    <a:pt x="8201913" y="0"/>
                  </a:moveTo>
                  <a:lnTo>
                    <a:pt x="8196580" y="0"/>
                  </a:lnTo>
                  <a:lnTo>
                    <a:pt x="8192388" y="4318"/>
                  </a:lnTo>
                  <a:lnTo>
                    <a:pt x="8192388" y="14732"/>
                  </a:lnTo>
                  <a:lnTo>
                    <a:pt x="8196580" y="19050"/>
                  </a:lnTo>
                  <a:lnTo>
                    <a:pt x="8201913" y="19050"/>
                  </a:lnTo>
                  <a:lnTo>
                    <a:pt x="8201913" y="0"/>
                  </a:lnTo>
                  <a:close/>
                </a:path>
                <a:path w="10424160" h="5213350">
                  <a:moveTo>
                    <a:pt x="8207121" y="0"/>
                  </a:moveTo>
                  <a:lnTo>
                    <a:pt x="8201913" y="0"/>
                  </a:lnTo>
                  <a:lnTo>
                    <a:pt x="8201913" y="19050"/>
                  </a:lnTo>
                  <a:lnTo>
                    <a:pt x="8207121" y="19050"/>
                  </a:lnTo>
                  <a:lnTo>
                    <a:pt x="8211438" y="14732"/>
                  </a:lnTo>
                  <a:lnTo>
                    <a:pt x="8211438" y="4318"/>
                  </a:lnTo>
                  <a:lnTo>
                    <a:pt x="8207121" y="0"/>
                  </a:lnTo>
                  <a:close/>
                </a:path>
                <a:path w="10424160" h="5213350">
                  <a:moveTo>
                    <a:pt x="8240013" y="0"/>
                  </a:moveTo>
                  <a:lnTo>
                    <a:pt x="8234680" y="0"/>
                  </a:lnTo>
                  <a:lnTo>
                    <a:pt x="8230488" y="4318"/>
                  </a:lnTo>
                  <a:lnTo>
                    <a:pt x="8230488" y="14732"/>
                  </a:lnTo>
                  <a:lnTo>
                    <a:pt x="8234680" y="19050"/>
                  </a:lnTo>
                  <a:lnTo>
                    <a:pt x="8240013" y="19050"/>
                  </a:lnTo>
                  <a:lnTo>
                    <a:pt x="8240013" y="0"/>
                  </a:lnTo>
                  <a:close/>
                </a:path>
                <a:path w="10424160" h="5213350">
                  <a:moveTo>
                    <a:pt x="8245221" y="0"/>
                  </a:moveTo>
                  <a:lnTo>
                    <a:pt x="8240013" y="0"/>
                  </a:lnTo>
                  <a:lnTo>
                    <a:pt x="8240013" y="19050"/>
                  </a:lnTo>
                  <a:lnTo>
                    <a:pt x="8245221" y="19050"/>
                  </a:lnTo>
                  <a:lnTo>
                    <a:pt x="8249538" y="14732"/>
                  </a:lnTo>
                  <a:lnTo>
                    <a:pt x="8249538" y="4318"/>
                  </a:lnTo>
                  <a:lnTo>
                    <a:pt x="8245221" y="0"/>
                  </a:lnTo>
                  <a:close/>
                </a:path>
                <a:path w="10424160" h="5213350">
                  <a:moveTo>
                    <a:pt x="8278113" y="0"/>
                  </a:moveTo>
                  <a:lnTo>
                    <a:pt x="8272907" y="0"/>
                  </a:lnTo>
                  <a:lnTo>
                    <a:pt x="8268588" y="4318"/>
                  </a:lnTo>
                  <a:lnTo>
                    <a:pt x="8268588" y="14732"/>
                  </a:lnTo>
                  <a:lnTo>
                    <a:pt x="8272907" y="19050"/>
                  </a:lnTo>
                  <a:lnTo>
                    <a:pt x="8278113" y="19050"/>
                  </a:lnTo>
                  <a:lnTo>
                    <a:pt x="8278113" y="0"/>
                  </a:lnTo>
                  <a:close/>
                </a:path>
                <a:path w="10424160" h="5213350">
                  <a:moveTo>
                    <a:pt x="8283448" y="0"/>
                  </a:moveTo>
                  <a:lnTo>
                    <a:pt x="8278113" y="0"/>
                  </a:lnTo>
                  <a:lnTo>
                    <a:pt x="8278113" y="19050"/>
                  </a:lnTo>
                  <a:lnTo>
                    <a:pt x="8283448" y="19050"/>
                  </a:lnTo>
                  <a:lnTo>
                    <a:pt x="8287638" y="14732"/>
                  </a:lnTo>
                  <a:lnTo>
                    <a:pt x="8287638" y="4318"/>
                  </a:lnTo>
                  <a:lnTo>
                    <a:pt x="8283448" y="0"/>
                  </a:lnTo>
                  <a:close/>
                </a:path>
                <a:path w="10424160" h="5213350">
                  <a:moveTo>
                    <a:pt x="8316213" y="0"/>
                  </a:moveTo>
                  <a:lnTo>
                    <a:pt x="8311007" y="0"/>
                  </a:lnTo>
                  <a:lnTo>
                    <a:pt x="8306688" y="4318"/>
                  </a:lnTo>
                  <a:lnTo>
                    <a:pt x="8306688" y="14732"/>
                  </a:lnTo>
                  <a:lnTo>
                    <a:pt x="8311007" y="19050"/>
                  </a:lnTo>
                  <a:lnTo>
                    <a:pt x="8316213" y="19050"/>
                  </a:lnTo>
                  <a:lnTo>
                    <a:pt x="8316213" y="0"/>
                  </a:lnTo>
                  <a:close/>
                </a:path>
                <a:path w="10424160" h="5213350">
                  <a:moveTo>
                    <a:pt x="8321548" y="0"/>
                  </a:moveTo>
                  <a:lnTo>
                    <a:pt x="8316213" y="0"/>
                  </a:lnTo>
                  <a:lnTo>
                    <a:pt x="8316213" y="19050"/>
                  </a:lnTo>
                  <a:lnTo>
                    <a:pt x="8321548" y="19050"/>
                  </a:lnTo>
                  <a:lnTo>
                    <a:pt x="8325738" y="14732"/>
                  </a:lnTo>
                  <a:lnTo>
                    <a:pt x="8325738" y="4318"/>
                  </a:lnTo>
                  <a:lnTo>
                    <a:pt x="8321548" y="0"/>
                  </a:lnTo>
                  <a:close/>
                </a:path>
                <a:path w="10424160" h="5213350">
                  <a:moveTo>
                    <a:pt x="8354313" y="0"/>
                  </a:moveTo>
                  <a:lnTo>
                    <a:pt x="8349107" y="0"/>
                  </a:lnTo>
                  <a:lnTo>
                    <a:pt x="8344788" y="4318"/>
                  </a:lnTo>
                  <a:lnTo>
                    <a:pt x="8344788" y="14732"/>
                  </a:lnTo>
                  <a:lnTo>
                    <a:pt x="8349107" y="19050"/>
                  </a:lnTo>
                  <a:lnTo>
                    <a:pt x="8354313" y="19050"/>
                  </a:lnTo>
                  <a:lnTo>
                    <a:pt x="8354313" y="0"/>
                  </a:lnTo>
                  <a:close/>
                </a:path>
                <a:path w="10424160" h="5213350">
                  <a:moveTo>
                    <a:pt x="8359648" y="0"/>
                  </a:moveTo>
                  <a:lnTo>
                    <a:pt x="8354313" y="0"/>
                  </a:lnTo>
                  <a:lnTo>
                    <a:pt x="8354313" y="19050"/>
                  </a:lnTo>
                  <a:lnTo>
                    <a:pt x="8359648" y="19050"/>
                  </a:lnTo>
                  <a:lnTo>
                    <a:pt x="8363838" y="14732"/>
                  </a:lnTo>
                  <a:lnTo>
                    <a:pt x="8363838" y="4318"/>
                  </a:lnTo>
                  <a:lnTo>
                    <a:pt x="8359648" y="0"/>
                  </a:lnTo>
                  <a:close/>
                </a:path>
                <a:path w="10424160" h="5213350">
                  <a:moveTo>
                    <a:pt x="8392414" y="0"/>
                  </a:moveTo>
                  <a:lnTo>
                    <a:pt x="8387207" y="0"/>
                  </a:lnTo>
                  <a:lnTo>
                    <a:pt x="8382888" y="4318"/>
                  </a:lnTo>
                  <a:lnTo>
                    <a:pt x="8382888" y="14732"/>
                  </a:lnTo>
                  <a:lnTo>
                    <a:pt x="8387207" y="19050"/>
                  </a:lnTo>
                  <a:lnTo>
                    <a:pt x="8392414" y="19050"/>
                  </a:lnTo>
                  <a:lnTo>
                    <a:pt x="8392414" y="0"/>
                  </a:lnTo>
                  <a:close/>
                </a:path>
                <a:path w="10424160" h="5213350">
                  <a:moveTo>
                    <a:pt x="8397748" y="0"/>
                  </a:moveTo>
                  <a:lnTo>
                    <a:pt x="8392541" y="0"/>
                  </a:lnTo>
                  <a:lnTo>
                    <a:pt x="8392541" y="19050"/>
                  </a:lnTo>
                  <a:lnTo>
                    <a:pt x="8397748" y="19050"/>
                  </a:lnTo>
                  <a:lnTo>
                    <a:pt x="8402066" y="14732"/>
                  </a:lnTo>
                  <a:lnTo>
                    <a:pt x="8402066" y="4318"/>
                  </a:lnTo>
                  <a:lnTo>
                    <a:pt x="8397748" y="0"/>
                  </a:lnTo>
                  <a:close/>
                </a:path>
                <a:path w="10424160" h="5213350">
                  <a:moveTo>
                    <a:pt x="8430641" y="0"/>
                  </a:moveTo>
                  <a:lnTo>
                    <a:pt x="8425307" y="0"/>
                  </a:lnTo>
                  <a:lnTo>
                    <a:pt x="8421116" y="4318"/>
                  </a:lnTo>
                  <a:lnTo>
                    <a:pt x="8421116" y="14732"/>
                  </a:lnTo>
                  <a:lnTo>
                    <a:pt x="8425307" y="19050"/>
                  </a:lnTo>
                  <a:lnTo>
                    <a:pt x="8430641" y="19050"/>
                  </a:lnTo>
                  <a:lnTo>
                    <a:pt x="8430641" y="0"/>
                  </a:lnTo>
                  <a:close/>
                </a:path>
                <a:path w="10424160" h="5213350">
                  <a:moveTo>
                    <a:pt x="8435848" y="0"/>
                  </a:moveTo>
                  <a:lnTo>
                    <a:pt x="8430641" y="0"/>
                  </a:lnTo>
                  <a:lnTo>
                    <a:pt x="8430641" y="19050"/>
                  </a:lnTo>
                  <a:lnTo>
                    <a:pt x="8435848" y="19050"/>
                  </a:lnTo>
                  <a:lnTo>
                    <a:pt x="8440166" y="14732"/>
                  </a:lnTo>
                  <a:lnTo>
                    <a:pt x="8440166" y="4318"/>
                  </a:lnTo>
                  <a:lnTo>
                    <a:pt x="8435848" y="0"/>
                  </a:lnTo>
                  <a:close/>
                </a:path>
                <a:path w="10424160" h="5213350">
                  <a:moveTo>
                    <a:pt x="8468741" y="0"/>
                  </a:moveTo>
                  <a:lnTo>
                    <a:pt x="8463407" y="0"/>
                  </a:lnTo>
                  <a:lnTo>
                    <a:pt x="8459216" y="4318"/>
                  </a:lnTo>
                  <a:lnTo>
                    <a:pt x="8459216" y="14732"/>
                  </a:lnTo>
                  <a:lnTo>
                    <a:pt x="8463407" y="19050"/>
                  </a:lnTo>
                  <a:lnTo>
                    <a:pt x="8468741" y="19050"/>
                  </a:lnTo>
                  <a:lnTo>
                    <a:pt x="8468741" y="0"/>
                  </a:lnTo>
                  <a:close/>
                </a:path>
                <a:path w="10424160" h="5213350">
                  <a:moveTo>
                    <a:pt x="8473948" y="0"/>
                  </a:moveTo>
                  <a:lnTo>
                    <a:pt x="8468741" y="0"/>
                  </a:lnTo>
                  <a:lnTo>
                    <a:pt x="8468741" y="19050"/>
                  </a:lnTo>
                  <a:lnTo>
                    <a:pt x="8473948" y="19050"/>
                  </a:lnTo>
                  <a:lnTo>
                    <a:pt x="8478266" y="14732"/>
                  </a:lnTo>
                  <a:lnTo>
                    <a:pt x="8478266" y="4318"/>
                  </a:lnTo>
                  <a:lnTo>
                    <a:pt x="8473948" y="0"/>
                  </a:lnTo>
                  <a:close/>
                </a:path>
                <a:path w="10424160" h="5213350">
                  <a:moveTo>
                    <a:pt x="8506841" y="0"/>
                  </a:moveTo>
                  <a:lnTo>
                    <a:pt x="8501507" y="0"/>
                  </a:lnTo>
                  <a:lnTo>
                    <a:pt x="8497316" y="4318"/>
                  </a:lnTo>
                  <a:lnTo>
                    <a:pt x="8497316" y="14732"/>
                  </a:lnTo>
                  <a:lnTo>
                    <a:pt x="8501507" y="19050"/>
                  </a:lnTo>
                  <a:lnTo>
                    <a:pt x="8506841" y="19050"/>
                  </a:lnTo>
                  <a:lnTo>
                    <a:pt x="8506841" y="0"/>
                  </a:lnTo>
                  <a:close/>
                </a:path>
                <a:path w="10424160" h="5213350">
                  <a:moveTo>
                    <a:pt x="8512048" y="0"/>
                  </a:moveTo>
                  <a:lnTo>
                    <a:pt x="8506841" y="0"/>
                  </a:lnTo>
                  <a:lnTo>
                    <a:pt x="8506841" y="19050"/>
                  </a:lnTo>
                  <a:lnTo>
                    <a:pt x="8512048" y="19050"/>
                  </a:lnTo>
                  <a:lnTo>
                    <a:pt x="8516366" y="14732"/>
                  </a:lnTo>
                  <a:lnTo>
                    <a:pt x="8516366" y="4318"/>
                  </a:lnTo>
                  <a:lnTo>
                    <a:pt x="8512048" y="0"/>
                  </a:lnTo>
                  <a:close/>
                </a:path>
                <a:path w="10424160" h="5213350">
                  <a:moveTo>
                    <a:pt x="8544941" y="0"/>
                  </a:moveTo>
                  <a:lnTo>
                    <a:pt x="8539734" y="0"/>
                  </a:lnTo>
                  <a:lnTo>
                    <a:pt x="8535416" y="4318"/>
                  </a:lnTo>
                  <a:lnTo>
                    <a:pt x="8535416" y="14732"/>
                  </a:lnTo>
                  <a:lnTo>
                    <a:pt x="8539734" y="19050"/>
                  </a:lnTo>
                  <a:lnTo>
                    <a:pt x="8544941" y="19050"/>
                  </a:lnTo>
                  <a:lnTo>
                    <a:pt x="8544941" y="0"/>
                  </a:lnTo>
                  <a:close/>
                </a:path>
                <a:path w="10424160" h="5213350">
                  <a:moveTo>
                    <a:pt x="8550275" y="0"/>
                  </a:moveTo>
                  <a:lnTo>
                    <a:pt x="8544941" y="0"/>
                  </a:lnTo>
                  <a:lnTo>
                    <a:pt x="8544941" y="19050"/>
                  </a:lnTo>
                  <a:lnTo>
                    <a:pt x="8550275" y="19050"/>
                  </a:lnTo>
                  <a:lnTo>
                    <a:pt x="8554466" y="14732"/>
                  </a:lnTo>
                  <a:lnTo>
                    <a:pt x="8554466" y="4318"/>
                  </a:lnTo>
                  <a:lnTo>
                    <a:pt x="8550275" y="0"/>
                  </a:lnTo>
                  <a:close/>
                </a:path>
                <a:path w="10424160" h="5213350">
                  <a:moveTo>
                    <a:pt x="8583041" y="0"/>
                  </a:moveTo>
                  <a:lnTo>
                    <a:pt x="8577834" y="0"/>
                  </a:lnTo>
                  <a:lnTo>
                    <a:pt x="8573516" y="4318"/>
                  </a:lnTo>
                  <a:lnTo>
                    <a:pt x="8573516" y="14732"/>
                  </a:lnTo>
                  <a:lnTo>
                    <a:pt x="8577834" y="19050"/>
                  </a:lnTo>
                  <a:lnTo>
                    <a:pt x="8583041" y="19050"/>
                  </a:lnTo>
                  <a:lnTo>
                    <a:pt x="8583041" y="0"/>
                  </a:lnTo>
                  <a:close/>
                </a:path>
                <a:path w="10424160" h="5213350">
                  <a:moveTo>
                    <a:pt x="8588375" y="0"/>
                  </a:moveTo>
                  <a:lnTo>
                    <a:pt x="8583041" y="0"/>
                  </a:lnTo>
                  <a:lnTo>
                    <a:pt x="8583041" y="19050"/>
                  </a:lnTo>
                  <a:lnTo>
                    <a:pt x="8588375" y="19050"/>
                  </a:lnTo>
                  <a:lnTo>
                    <a:pt x="8592566" y="14732"/>
                  </a:lnTo>
                  <a:lnTo>
                    <a:pt x="8592566" y="4318"/>
                  </a:lnTo>
                  <a:lnTo>
                    <a:pt x="8588375" y="0"/>
                  </a:lnTo>
                  <a:close/>
                </a:path>
                <a:path w="10424160" h="5213350">
                  <a:moveTo>
                    <a:pt x="8621141" y="0"/>
                  </a:moveTo>
                  <a:lnTo>
                    <a:pt x="8615934" y="0"/>
                  </a:lnTo>
                  <a:lnTo>
                    <a:pt x="8611616" y="4318"/>
                  </a:lnTo>
                  <a:lnTo>
                    <a:pt x="8611616" y="14732"/>
                  </a:lnTo>
                  <a:lnTo>
                    <a:pt x="8615934" y="19050"/>
                  </a:lnTo>
                  <a:lnTo>
                    <a:pt x="8621141" y="19050"/>
                  </a:lnTo>
                  <a:lnTo>
                    <a:pt x="8621141" y="0"/>
                  </a:lnTo>
                  <a:close/>
                </a:path>
                <a:path w="10424160" h="5213350">
                  <a:moveTo>
                    <a:pt x="8626475" y="0"/>
                  </a:moveTo>
                  <a:lnTo>
                    <a:pt x="8621267" y="0"/>
                  </a:lnTo>
                  <a:lnTo>
                    <a:pt x="8621267" y="19050"/>
                  </a:lnTo>
                  <a:lnTo>
                    <a:pt x="8626475" y="19050"/>
                  </a:lnTo>
                  <a:lnTo>
                    <a:pt x="8630792" y="14732"/>
                  </a:lnTo>
                  <a:lnTo>
                    <a:pt x="8630792" y="4318"/>
                  </a:lnTo>
                  <a:lnTo>
                    <a:pt x="8626475" y="0"/>
                  </a:lnTo>
                  <a:close/>
                </a:path>
                <a:path w="10424160" h="5213350">
                  <a:moveTo>
                    <a:pt x="8659367" y="0"/>
                  </a:moveTo>
                  <a:lnTo>
                    <a:pt x="8654034" y="0"/>
                  </a:lnTo>
                  <a:lnTo>
                    <a:pt x="8649842" y="4318"/>
                  </a:lnTo>
                  <a:lnTo>
                    <a:pt x="8649842" y="14732"/>
                  </a:lnTo>
                  <a:lnTo>
                    <a:pt x="8654034" y="19050"/>
                  </a:lnTo>
                  <a:lnTo>
                    <a:pt x="8659367" y="19050"/>
                  </a:lnTo>
                  <a:lnTo>
                    <a:pt x="8659367" y="0"/>
                  </a:lnTo>
                  <a:close/>
                </a:path>
                <a:path w="10424160" h="5213350">
                  <a:moveTo>
                    <a:pt x="8664575" y="0"/>
                  </a:moveTo>
                  <a:lnTo>
                    <a:pt x="8659367" y="0"/>
                  </a:lnTo>
                  <a:lnTo>
                    <a:pt x="8659367" y="19050"/>
                  </a:lnTo>
                  <a:lnTo>
                    <a:pt x="8664575" y="19050"/>
                  </a:lnTo>
                  <a:lnTo>
                    <a:pt x="8668892" y="14732"/>
                  </a:lnTo>
                  <a:lnTo>
                    <a:pt x="8668892" y="4318"/>
                  </a:lnTo>
                  <a:lnTo>
                    <a:pt x="8664575" y="0"/>
                  </a:lnTo>
                  <a:close/>
                </a:path>
                <a:path w="10424160" h="5213350">
                  <a:moveTo>
                    <a:pt x="8697467" y="0"/>
                  </a:moveTo>
                  <a:lnTo>
                    <a:pt x="8692134" y="0"/>
                  </a:lnTo>
                  <a:lnTo>
                    <a:pt x="8687942" y="4318"/>
                  </a:lnTo>
                  <a:lnTo>
                    <a:pt x="8687942" y="14732"/>
                  </a:lnTo>
                  <a:lnTo>
                    <a:pt x="8692134" y="19050"/>
                  </a:lnTo>
                  <a:lnTo>
                    <a:pt x="8697467" y="19050"/>
                  </a:lnTo>
                  <a:lnTo>
                    <a:pt x="8697467" y="0"/>
                  </a:lnTo>
                  <a:close/>
                </a:path>
                <a:path w="10424160" h="5213350">
                  <a:moveTo>
                    <a:pt x="8702675" y="0"/>
                  </a:moveTo>
                  <a:lnTo>
                    <a:pt x="8697467" y="0"/>
                  </a:lnTo>
                  <a:lnTo>
                    <a:pt x="8697467" y="19050"/>
                  </a:lnTo>
                  <a:lnTo>
                    <a:pt x="8702675" y="19050"/>
                  </a:lnTo>
                  <a:lnTo>
                    <a:pt x="8706992" y="14732"/>
                  </a:lnTo>
                  <a:lnTo>
                    <a:pt x="8706992" y="4318"/>
                  </a:lnTo>
                  <a:lnTo>
                    <a:pt x="8702675" y="0"/>
                  </a:lnTo>
                  <a:close/>
                </a:path>
                <a:path w="10424160" h="5213350">
                  <a:moveTo>
                    <a:pt x="8735567" y="0"/>
                  </a:moveTo>
                  <a:lnTo>
                    <a:pt x="8730234" y="0"/>
                  </a:lnTo>
                  <a:lnTo>
                    <a:pt x="8726042" y="4318"/>
                  </a:lnTo>
                  <a:lnTo>
                    <a:pt x="8726042" y="14732"/>
                  </a:lnTo>
                  <a:lnTo>
                    <a:pt x="8730234" y="19050"/>
                  </a:lnTo>
                  <a:lnTo>
                    <a:pt x="8735567" y="19050"/>
                  </a:lnTo>
                  <a:lnTo>
                    <a:pt x="8735567" y="0"/>
                  </a:lnTo>
                  <a:close/>
                </a:path>
                <a:path w="10424160" h="5213350">
                  <a:moveTo>
                    <a:pt x="8740775" y="0"/>
                  </a:moveTo>
                  <a:lnTo>
                    <a:pt x="8735567" y="0"/>
                  </a:lnTo>
                  <a:lnTo>
                    <a:pt x="8735567" y="19050"/>
                  </a:lnTo>
                  <a:lnTo>
                    <a:pt x="8740775" y="19050"/>
                  </a:lnTo>
                  <a:lnTo>
                    <a:pt x="8745092" y="14732"/>
                  </a:lnTo>
                  <a:lnTo>
                    <a:pt x="8745092" y="4318"/>
                  </a:lnTo>
                  <a:lnTo>
                    <a:pt x="8740775" y="0"/>
                  </a:lnTo>
                  <a:close/>
                </a:path>
                <a:path w="10424160" h="5213350">
                  <a:moveTo>
                    <a:pt x="8773667" y="0"/>
                  </a:moveTo>
                  <a:lnTo>
                    <a:pt x="8768461" y="0"/>
                  </a:lnTo>
                  <a:lnTo>
                    <a:pt x="8764142" y="4318"/>
                  </a:lnTo>
                  <a:lnTo>
                    <a:pt x="8764142" y="14732"/>
                  </a:lnTo>
                  <a:lnTo>
                    <a:pt x="8768461" y="19050"/>
                  </a:lnTo>
                  <a:lnTo>
                    <a:pt x="8773667" y="19050"/>
                  </a:lnTo>
                  <a:lnTo>
                    <a:pt x="8773667" y="0"/>
                  </a:lnTo>
                  <a:close/>
                </a:path>
                <a:path w="10424160" h="5213350">
                  <a:moveTo>
                    <a:pt x="8779002" y="0"/>
                  </a:moveTo>
                  <a:lnTo>
                    <a:pt x="8773667" y="0"/>
                  </a:lnTo>
                  <a:lnTo>
                    <a:pt x="8773667" y="19050"/>
                  </a:lnTo>
                  <a:lnTo>
                    <a:pt x="8779002" y="19050"/>
                  </a:lnTo>
                  <a:lnTo>
                    <a:pt x="8783192" y="14732"/>
                  </a:lnTo>
                  <a:lnTo>
                    <a:pt x="8783192" y="4318"/>
                  </a:lnTo>
                  <a:lnTo>
                    <a:pt x="8779002" y="0"/>
                  </a:lnTo>
                  <a:close/>
                </a:path>
                <a:path w="10424160" h="5213350">
                  <a:moveTo>
                    <a:pt x="8811767" y="0"/>
                  </a:moveTo>
                  <a:lnTo>
                    <a:pt x="8806561" y="0"/>
                  </a:lnTo>
                  <a:lnTo>
                    <a:pt x="8802242" y="4318"/>
                  </a:lnTo>
                  <a:lnTo>
                    <a:pt x="8802242" y="14732"/>
                  </a:lnTo>
                  <a:lnTo>
                    <a:pt x="8806561" y="19050"/>
                  </a:lnTo>
                  <a:lnTo>
                    <a:pt x="8811767" y="19050"/>
                  </a:lnTo>
                  <a:lnTo>
                    <a:pt x="8811767" y="0"/>
                  </a:lnTo>
                  <a:close/>
                </a:path>
                <a:path w="10424160" h="5213350">
                  <a:moveTo>
                    <a:pt x="8817102" y="0"/>
                  </a:moveTo>
                  <a:lnTo>
                    <a:pt x="8811767" y="0"/>
                  </a:lnTo>
                  <a:lnTo>
                    <a:pt x="8811767" y="19050"/>
                  </a:lnTo>
                  <a:lnTo>
                    <a:pt x="8817102" y="19050"/>
                  </a:lnTo>
                  <a:lnTo>
                    <a:pt x="8821292" y="14732"/>
                  </a:lnTo>
                  <a:lnTo>
                    <a:pt x="8821292" y="4318"/>
                  </a:lnTo>
                  <a:lnTo>
                    <a:pt x="8817102" y="0"/>
                  </a:lnTo>
                  <a:close/>
                </a:path>
                <a:path w="10424160" h="5213350">
                  <a:moveTo>
                    <a:pt x="8849867" y="0"/>
                  </a:moveTo>
                  <a:lnTo>
                    <a:pt x="8844661" y="0"/>
                  </a:lnTo>
                  <a:lnTo>
                    <a:pt x="8840342" y="4318"/>
                  </a:lnTo>
                  <a:lnTo>
                    <a:pt x="8840342" y="14732"/>
                  </a:lnTo>
                  <a:lnTo>
                    <a:pt x="8844661" y="19050"/>
                  </a:lnTo>
                  <a:lnTo>
                    <a:pt x="8849867" y="19050"/>
                  </a:lnTo>
                  <a:lnTo>
                    <a:pt x="8849867" y="0"/>
                  </a:lnTo>
                  <a:close/>
                </a:path>
                <a:path w="10424160" h="5213350">
                  <a:moveTo>
                    <a:pt x="8855202" y="0"/>
                  </a:moveTo>
                  <a:lnTo>
                    <a:pt x="8849867" y="0"/>
                  </a:lnTo>
                  <a:lnTo>
                    <a:pt x="8849867" y="19050"/>
                  </a:lnTo>
                  <a:lnTo>
                    <a:pt x="8855202" y="19050"/>
                  </a:lnTo>
                  <a:lnTo>
                    <a:pt x="8859392" y="14732"/>
                  </a:lnTo>
                  <a:lnTo>
                    <a:pt x="8859392" y="4318"/>
                  </a:lnTo>
                  <a:lnTo>
                    <a:pt x="8855202" y="0"/>
                  </a:lnTo>
                  <a:close/>
                </a:path>
                <a:path w="10424160" h="5213350">
                  <a:moveTo>
                    <a:pt x="8887967" y="0"/>
                  </a:moveTo>
                  <a:lnTo>
                    <a:pt x="8882761" y="0"/>
                  </a:lnTo>
                  <a:lnTo>
                    <a:pt x="8878442" y="4318"/>
                  </a:lnTo>
                  <a:lnTo>
                    <a:pt x="8878442" y="14732"/>
                  </a:lnTo>
                  <a:lnTo>
                    <a:pt x="8882761" y="19050"/>
                  </a:lnTo>
                  <a:lnTo>
                    <a:pt x="8887967" y="19050"/>
                  </a:lnTo>
                  <a:lnTo>
                    <a:pt x="8887967" y="0"/>
                  </a:lnTo>
                  <a:close/>
                </a:path>
                <a:path w="10424160" h="5213350">
                  <a:moveTo>
                    <a:pt x="8893302" y="0"/>
                  </a:moveTo>
                  <a:lnTo>
                    <a:pt x="8888094" y="0"/>
                  </a:lnTo>
                  <a:lnTo>
                    <a:pt x="8888094" y="19050"/>
                  </a:lnTo>
                  <a:lnTo>
                    <a:pt x="8893302" y="19050"/>
                  </a:lnTo>
                  <a:lnTo>
                    <a:pt x="8897619" y="14732"/>
                  </a:lnTo>
                  <a:lnTo>
                    <a:pt x="8897619" y="4318"/>
                  </a:lnTo>
                  <a:lnTo>
                    <a:pt x="8893302" y="0"/>
                  </a:lnTo>
                  <a:close/>
                </a:path>
                <a:path w="10424160" h="5213350">
                  <a:moveTo>
                    <a:pt x="8926194" y="0"/>
                  </a:moveTo>
                  <a:lnTo>
                    <a:pt x="8920861" y="0"/>
                  </a:lnTo>
                  <a:lnTo>
                    <a:pt x="8916669" y="4318"/>
                  </a:lnTo>
                  <a:lnTo>
                    <a:pt x="8916669" y="14732"/>
                  </a:lnTo>
                  <a:lnTo>
                    <a:pt x="8920861" y="19050"/>
                  </a:lnTo>
                  <a:lnTo>
                    <a:pt x="8926194" y="19050"/>
                  </a:lnTo>
                  <a:lnTo>
                    <a:pt x="8926194" y="0"/>
                  </a:lnTo>
                  <a:close/>
                </a:path>
                <a:path w="10424160" h="5213350">
                  <a:moveTo>
                    <a:pt x="8931402" y="0"/>
                  </a:moveTo>
                  <a:lnTo>
                    <a:pt x="8926194" y="0"/>
                  </a:lnTo>
                  <a:lnTo>
                    <a:pt x="8926194" y="19050"/>
                  </a:lnTo>
                  <a:lnTo>
                    <a:pt x="8931402" y="19050"/>
                  </a:lnTo>
                  <a:lnTo>
                    <a:pt x="8935719" y="14732"/>
                  </a:lnTo>
                  <a:lnTo>
                    <a:pt x="8935719" y="4318"/>
                  </a:lnTo>
                  <a:lnTo>
                    <a:pt x="8931402" y="0"/>
                  </a:lnTo>
                  <a:close/>
                </a:path>
                <a:path w="10424160" h="5213350">
                  <a:moveTo>
                    <a:pt x="8964294" y="0"/>
                  </a:moveTo>
                  <a:lnTo>
                    <a:pt x="8958961" y="0"/>
                  </a:lnTo>
                  <a:lnTo>
                    <a:pt x="8954769" y="4318"/>
                  </a:lnTo>
                  <a:lnTo>
                    <a:pt x="8954769" y="14732"/>
                  </a:lnTo>
                  <a:lnTo>
                    <a:pt x="8958961" y="19050"/>
                  </a:lnTo>
                  <a:lnTo>
                    <a:pt x="8964294" y="19050"/>
                  </a:lnTo>
                  <a:lnTo>
                    <a:pt x="8964294" y="0"/>
                  </a:lnTo>
                  <a:close/>
                </a:path>
                <a:path w="10424160" h="5213350">
                  <a:moveTo>
                    <a:pt x="8969502" y="0"/>
                  </a:moveTo>
                  <a:lnTo>
                    <a:pt x="8964294" y="0"/>
                  </a:lnTo>
                  <a:lnTo>
                    <a:pt x="8964294" y="19050"/>
                  </a:lnTo>
                  <a:lnTo>
                    <a:pt x="8969502" y="19050"/>
                  </a:lnTo>
                  <a:lnTo>
                    <a:pt x="8973819" y="14732"/>
                  </a:lnTo>
                  <a:lnTo>
                    <a:pt x="8973819" y="4318"/>
                  </a:lnTo>
                  <a:lnTo>
                    <a:pt x="8969502" y="0"/>
                  </a:lnTo>
                  <a:close/>
                </a:path>
                <a:path w="10424160" h="5213350">
                  <a:moveTo>
                    <a:pt x="9002394" y="0"/>
                  </a:moveTo>
                  <a:lnTo>
                    <a:pt x="8997188" y="0"/>
                  </a:lnTo>
                  <a:lnTo>
                    <a:pt x="8992869" y="4318"/>
                  </a:lnTo>
                  <a:lnTo>
                    <a:pt x="8992869" y="14732"/>
                  </a:lnTo>
                  <a:lnTo>
                    <a:pt x="8997188" y="19050"/>
                  </a:lnTo>
                  <a:lnTo>
                    <a:pt x="9002394" y="19050"/>
                  </a:lnTo>
                  <a:lnTo>
                    <a:pt x="9002394" y="0"/>
                  </a:lnTo>
                  <a:close/>
                </a:path>
                <a:path w="10424160" h="5213350">
                  <a:moveTo>
                    <a:pt x="9007729" y="0"/>
                  </a:moveTo>
                  <a:lnTo>
                    <a:pt x="9002394" y="0"/>
                  </a:lnTo>
                  <a:lnTo>
                    <a:pt x="9002394" y="19050"/>
                  </a:lnTo>
                  <a:lnTo>
                    <a:pt x="9007729" y="19050"/>
                  </a:lnTo>
                  <a:lnTo>
                    <a:pt x="9011919" y="14732"/>
                  </a:lnTo>
                  <a:lnTo>
                    <a:pt x="9011919" y="4318"/>
                  </a:lnTo>
                  <a:lnTo>
                    <a:pt x="9007729" y="0"/>
                  </a:lnTo>
                  <a:close/>
                </a:path>
                <a:path w="10424160" h="5213350">
                  <a:moveTo>
                    <a:pt x="9040494" y="0"/>
                  </a:moveTo>
                  <a:lnTo>
                    <a:pt x="9035288" y="0"/>
                  </a:lnTo>
                  <a:lnTo>
                    <a:pt x="9030969" y="4318"/>
                  </a:lnTo>
                  <a:lnTo>
                    <a:pt x="9030969" y="14732"/>
                  </a:lnTo>
                  <a:lnTo>
                    <a:pt x="9035288" y="19050"/>
                  </a:lnTo>
                  <a:lnTo>
                    <a:pt x="9040494" y="19050"/>
                  </a:lnTo>
                  <a:lnTo>
                    <a:pt x="9040494" y="0"/>
                  </a:lnTo>
                  <a:close/>
                </a:path>
                <a:path w="10424160" h="5213350">
                  <a:moveTo>
                    <a:pt x="9045829" y="0"/>
                  </a:moveTo>
                  <a:lnTo>
                    <a:pt x="9040494" y="0"/>
                  </a:lnTo>
                  <a:lnTo>
                    <a:pt x="9040494" y="19050"/>
                  </a:lnTo>
                  <a:lnTo>
                    <a:pt x="9045829" y="19050"/>
                  </a:lnTo>
                  <a:lnTo>
                    <a:pt x="9050019" y="14732"/>
                  </a:lnTo>
                  <a:lnTo>
                    <a:pt x="9050019" y="4318"/>
                  </a:lnTo>
                  <a:lnTo>
                    <a:pt x="9045829" y="0"/>
                  </a:lnTo>
                  <a:close/>
                </a:path>
                <a:path w="10424160" h="5213350">
                  <a:moveTo>
                    <a:pt x="9078594" y="0"/>
                  </a:moveTo>
                  <a:lnTo>
                    <a:pt x="9073388" y="0"/>
                  </a:lnTo>
                  <a:lnTo>
                    <a:pt x="9069069" y="4318"/>
                  </a:lnTo>
                  <a:lnTo>
                    <a:pt x="9069069" y="14732"/>
                  </a:lnTo>
                  <a:lnTo>
                    <a:pt x="9073388" y="19050"/>
                  </a:lnTo>
                  <a:lnTo>
                    <a:pt x="9078594" y="19050"/>
                  </a:lnTo>
                  <a:lnTo>
                    <a:pt x="9078594" y="0"/>
                  </a:lnTo>
                  <a:close/>
                </a:path>
                <a:path w="10424160" h="5213350">
                  <a:moveTo>
                    <a:pt x="9083929" y="0"/>
                  </a:moveTo>
                  <a:lnTo>
                    <a:pt x="9078594" y="0"/>
                  </a:lnTo>
                  <a:lnTo>
                    <a:pt x="9078594" y="19050"/>
                  </a:lnTo>
                  <a:lnTo>
                    <a:pt x="9083929" y="19050"/>
                  </a:lnTo>
                  <a:lnTo>
                    <a:pt x="9088119" y="14732"/>
                  </a:lnTo>
                  <a:lnTo>
                    <a:pt x="9088119" y="4318"/>
                  </a:lnTo>
                  <a:lnTo>
                    <a:pt x="9083929" y="0"/>
                  </a:lnTo>
                  <a:close/>
                </a:path>
                <a:path w="10424160" h="5213350">
                  <a:moveTo>
                    <a:pt x="9116694" y="0"/>
                  </a:moveTo>
                  <a:lnTo>
                    <a:pt x="9111488" y="0"/>
                  </a:lnTo>
                  <a:lnTo>
                    <a:pt x="9107169" y="4318"/>
                  </a:lnTo>
                  <a:lnTo>
                    <a:pt x="9107169" y="14732"/>
                  </a:lnTo>
                  <a:lnTo>
                    <a:pt x="9111488" y="19050"/>
                  </a:lnTo>
                  <a:lnTo>
                    <a:pt x="9116694" y="19050"/>
                  </a:lnTo>
                  <a:lnTo>
                    <a:pt x="9116694" y="0"/>
                  </a:lnTo>
                  <a:close/>
                </a:path>
                <a:path w="10424160" h="5213350">
                  <a:moveTo>
                    <a:pt x="9116822" y="12700"/>
                  </a:moveTo>
                  <a:lnTo>
                    <a:pt x="9116694" y="12700"/>
                  </a:lnTo>
                  <a:lnTo>
                    <a:pt x="9116694" y="19050"/>
                  </a:lnTo>
                  <a:lnTo>
                    <a:pt x="9116822" y="19050"/>
                  </a:lnTo>
                  <a:lnTo>
                    <a:pt x="9116822" y="12700"/>
                  </a:lnTo>
                  <a:close/>
                </a:path>
                <a:path w="10424160" h="5213350">
                  <a:moveTo>
                    <a:pt x="9122029" y="0"/>
                  </a:moveTo>
                  <a:lnTo>
                    <a:pt x="9116822" y="0"/>
                  </a:lnTo>
                  <a:lnTo>
                    <a:pt x="9116822" y="19050"/>
                  </a:lnTo>
                  <a:lnTo>
                    <a:pt x="9122029" y="19050"/>
                  </a:lnTo>
                  <a:lnTo>
                    <a:pt x="9126347" y="14732"/>
                  </a:lnTo>
                  <a:lnTo>
                    <a:pt x="9126347" y="4318"/>
                  </a:lnTo>
                  <a:lnTo>
                    <a:pt x="9122029" y="0"/>
                  </a:lnTo>
                  <a:close/>
                </a:path>
                <a:path w="10424160" h="5213350">
                  <a:moveTo>
                    <a:pt x="9116822" y="0"/>
                  </a:moveTo>
                  <a:lnTo>
                    <a:pt x="9116694" y="0"/>
                  </a:lnTo>
                  <a:lnTo>
                    <a:pt x="9116694" y="6350"/>
                  </a:lnTo>
                  <a:lnTo>
                    <a:pt x="9116822" y="6350"/>
                  </a:lnTo>
                  <a:lnTo>
                    <a:pt x="9116822" y="0"/>
                  </a:lnTo>
                  <a:close/>
                </a:path>
                <a:path w="10424160" h="5213350">
                  <a:moveTo>
                    <a:pt x="9154922" y="0"/>
                  </a:moveTo>
                  <a:lnTo>
                    <a:pt x="9149588" y="0"/>
                  </a:lnTo>
                  <a:lnTo>
                    <a:pt x="9145397" y="4318"/>
                  </a:lnTo>
                  <a:lnTo>
                    <a:pt x="9145397" y="14732"/>
                  </a:lnTo>
                  <a:lnTo>
                    <a:pt x="9149588" y="19050"/>
                  </a:lnTo>
                  <a:lnTo>
                    <a:pt x="9154922" y="19050"/>
                  </a:lnTo>
                  <a:lnTo>
                    <a:pt x="9154922" y="0"/>
                  </a:lnTo>
                  <a:close/>
                </a:path>
                <a:path w="10424160" h="5213350">
                  <a:moveTo>
                    <a:pt x="9160129" y="0"/>
                  </a:moveTo>
                  <a:lnTo>
                    <a:pt x="9154922" y="0"/>
                  </a:lnTo>
                  <a:lnTo>
                    <a:pt x="9154922" y="19050"/>
                  </a:lnTo>
                  <a:lnTo>
                    <a:pt x="9160129" y="19050"/>
                  </a:lnTo>
                  <a:lnTo>
                    <a:pt x="9164447" y="14732"/>
                  </a:lnTo>
                  <a:lnTo>
                    <a:pt x="9164447" y="4318"/>
                  </a:lnTo>
                  <a:lnTo>
                    <a:pt x="9160129" y="0"/>
                  </a:lnTo>
                  <a:close/>
                </a:path>
                <a:path w="10424160" h="5213350">
                  <a:moveTo>
                    <a:pt x="9193022" y="0"/>
                  </a:moveTo>
                  <a:lnTo>
                    <a:pt x="9187688" y="0"/>
                  </a:lnTo>
                  <a:lnTo>
                    <a:pt x="9183497" y="4318"/>
                  </a:lnTo>
                  <a:lnTo>
                    <a:pt x="9183497" y="14732"/>
                  </a:lnTo>
                  <a:lnTo>
                    <a:pt x="9187688" y="19050"/>
                  </a:lnTo>
                  <a:lnTo>
                    <a:pt x="9193022" y="19050"/>
                  </a:lnTo>
                  <a:lnTo>
                    <a:pt x="9193022" y="0"/>
                  </a:lnTo>
                  <a:close/>
                </a:path>
                <a:path w="10424160" h="5213350">
                  <a:moveTo>
                    <a:pt x="9198229" y="0"/>
                  </a:moveTo>
                  <a:lnTo>
                    <a:pt x="9193022" y="0"/>
                  </a:lnTo>
                  <a:lnTo>
                    <a:pt x="9193022" y="19050"/>
                  </a:lnTo>
                  <a:lnTo>
                    <a:pt x="9198229" y="19050"/>
                  </a:lnTo>
                  <a:lnTo>
                    <a:pt x="9202547" y="14732"/>
                  </a:lnTo>
                  <a:lnTo>
                    <a:pt x="9202547" y="4318"/>
                  </a:lnTo>
                  <a:lnTo>
                    <a:pt x="9198229" y="0"/>
                  </a:lnTo>
                  <a:close/>
                </a:path>
                <a:path w="10424160" h="5213350">
                  <a:moveTo>
                    <a:pt x="9231122" y="0"/>
                  </a:moveTo>
                  <a:lnTo>
                    <a:pt x="9225788" y="0"/>
                  </a:lnTo>
                  <a:lnTo>
                    <a:pt x="9221597" y="4318"/>
                  </a:lnTo>
                  <a:lnTo>
                    <a:pt x="9221597" y="14732"/>
                  </a:lnTo>
                  <a:lnTo>
                    <a:pt x="9225788" y="19050"/>
                  </a:lnTo>
                  <a:lnTo>
                    <a:pt x="9231122" y="19050"/>
                  </a:lnTo>
                  <a:lnTo>
                    <a:pt x="9231122" y="0"/>
                  </a:lnTo>
                  <a:close/>
                </a:path>
                <a:path w="10424160" h="5213350">
                  <a:moveTo>
                    <a:pt x="9236329" y="0"/>
                  </a:moveTo>
                  <a:lnTo>
                    <a:pt x="9231122" y="0"/>
                  </a:lnTo>
                  <a:lnTo>
                    <a:pt x="9231122" y="19050"/>
                  </a:lnTo>
                  <a:lnTo>
                    <a:pt x="9236329" y="19050"/>
                  </a:lnTo>
                  <a:lnTo>
                    <a:pt x="9240647" y="14732"/>
                  </a:lnTo>
                  <a:lnTo>
                    <a:pt x="9240647" y="4318"/>
                  </a:lnTo>
                  <a:lnTo>
                    <a:pt x="9236329" y="0"/>
                  </a:lnTo>
                  <a:close/>
                </a:path>
                <a:path w="10424160" h="5213350">
                  <a:moveTo>
                    <a:pt x="9269222" y="0"/>
                  </a:moveTo>
                  <a:lnTo>
                    <a:pt x="9264015" y="0"/>
                  </a:lnTo>
                  <a:lnTo>
                    <a:pt x="9259697" y="4318"/>
                  </a:lnTo>
                  <a:lnTo>
                    <a:pt x="9259697" y="14732"/>
                  </a:lnTo>
                  <a:lnTo>
                    <a:pt x="9264015" y="19050"/>
                  </a:lnTo>
                  <a:lnTo>
                    <a:pt x="9269222" y="19050"/>
                  </a:lnTo>
                  <a:lnTo>
                    <a:pt x="9269222" y="0"/>
                  </a:lnTo>
                  <a:close/>
                </a:path>
                <a:path w="10424160" h="5213350">
                  <a:moveTo>
                    <a:pt x="9274556" y="0"/>
                  </a:moveTo>
                  <a:lnTo>
                    <a:pt x="9269222" y="0"/>
                  </a:lnTo>
                  <a:lnTo>
                    <a:pt x="9269222" y="19050"/>
                  </a:lnTo>
                  <a:lnTo>
                    <a:pt x="9274556" y="19050"/>
                  </a:lnTo>
                  <a:lnTo>
                    <a:pt x="9278747" y="14732"/>
                  </a:lnTo>
                  <a:lnTo>
                    <a:pt x="9278747" y="4318"/>
                  </a:lnTo>
                  <a:lnTo>
                    <a:pt x="9274556" y="0"/>
                  </a:lnTo>
                  <a:close/>
                </a:path>
                <a:path w="10424160" h="5213350">
                  <a:moveTo>
                    <a:pt x="9307322" y="0"/>
                  </a:moveTo>
                  <a:lnTo>
                    <a:pt x="9302115" y="0"/>
                  </a:lnTo>
                  <a:lnTo>
                    <a:pt x="9297797" y="4318"/>
                  </a:lnTo>
                  <a:lnTo>
                    <a:pt x="9297797" y="14732"/>
                  </a:lnTo>
                  <a:lnTo>
                    <a:pt x="9302115" y="19050"/>
                  </a:lnTo>
                  <a:lnTo>
                    <a:pt x="9307322" y="19050"/>
                  </a:lnTo>
                  <a:lnTo>
                    <a:pt x="9307322" y="0"/>
                  </a:lnTo>
                  <a:close/>
                </a:path>
                <a:path w="10424160" h="5213350">
                  <a:moveTo>
                    <a:pt x="9312656" y="0"/>
                  </a:moveTo>
                  <a:lnTo>
                    <a:pt x="9307322" y="0"/>
                  </a:lnTo>
                  <a:lnTo>
                    <a:pt x="9307322" y="19050"/>
                  </a:lnTo>
                  <a:lnTo>
                    <a:pt x="9312656" y="19050"/>
                  </a:lnTo>
                  <a:lnTo>
                    <a:pt x="9316847" y="14732"/>
                  </a:lnTo>
                  <a:lnTo>
                    <a:pt x="9316847" y="4318"/>
                  </a:lnTo>
                  <a:lnTo>
                    <a:pt x="9312656" y="0"/>
                  </a:lnTo>
                  <a:close/>
                </a:path>
                <a:path w="10424160" h="5213350">
                  <a:moveTo>
                    <a:pt x="9345422" y="0"/>
                  </a:moveTo>
                  <a:lnTo>
                    <a:pt x="9340215" y="0"/>
                  </a:lnTo>
                  <a:lnTo>
                    <a:pt x="9335897" y="4318"/>
                  </a:lnTo>
                  <a:lnTo>
                    <a:pt x="9335897" y="14732"/>
                  </a:lnTo>
                  <a:lnTo>
                    <a:pt x="9340215" y="19050"/>
                  </a:lnTo>
                  <a:lnTo>
                    <a:pt x="9345422" y="19050"/>
                  </a:lnTo>
                  <a:lnTo>
                    <a:pt x="9345422" y="0"/>
                  </a:lnTo>
                  <a:close/>
                </a:path>
                <a:path w="10424160" h="5213350">
                  <a:moveTo>
                    <a:pt x="9350756" y="0"/>
                  </a:moveTo>
                  <a:lnTo>
                    <a:pt x="9345549" y="0"/>
                  </a:lnTo>
                  <a:lnTo>
                    <a:pt x="9345549" y="19050"/>
                  </a:lnTo>
                  <a:lnTo>
                    <a:pt x="9350756" y="19050"/>
                  </a:lnTo>
                  <a:lnTo>
                    <a:pt x="9355074" y="14732"/>
                  </a:lnTo>
                  <a:lnTo>
                    <a:pt x="9355074" y="4318"/>
                  </a:lnTo>
                  <a:lnTo>
                    <a:pt x="9350756" y="0"/>
                  </a:lnTo>
                  <a:close/>
                </a:path>
                <a:path w="10424160" h="5213350">
                  <a:moveTo>
                    <a:pt x="9383649" y="0"/>
                  </a:moveTo>
                  <a:lnTo>
                    <a:pt x="9378315" y="0"/>
                  </a:lnTo>
                  <a:lnTo>
                    <a:pt x="9374124" y="4318"/>
                  </a:lnTo>
                  <a:lnTo>
                    <a:pt x="9374124" y="14732"/>
                  </a:lnTo>
                  <a:lnTo>
                    <a:pt x="9378315" y="19050"/>
                  </a:lnTo>
                  <a:lnTo>
                    <a:pt x="9383649" y="19050"/>
                  </a:lnTo>
                  <a:lnTo>
                    <a:pt x="9383649" y="0"/>
                  </a:lnTo>
                  <a:close/>
                </a:path>
                <a:path w="10424160" h="5213350">
                  <a:moveTo>
                    <a:pt x="9388856" y="0"/>
                  </a:moveTo>
                  <a:lnTo>
                    <a:pt x="9383649" y="0"/>
                  </a:lnTo>
                  <a:lnTo>
                    <a:pt x="9383649" y="19050"/>
                  </a:lnTo>
                  <a:lnTo>
                    <a:pt x="9388856" y="19050"/>
                  </a:lnTo>
                  <a:lnTo>
                    <a:pt x="9393174" y="14732"/>
                  </a:lnTo>
                  <a:lnTo>
                    <a:pt x="9393174" y="4318"/>
                  </a:lnTo>
                  <a:lnTo>
                    <a:pt x="9388856" y="0"/>
                  </a:lnTo>
                  <a:close/>
                </a:path>
                <a:path w="10424160" h="5213350">
                  <a:moveTo>
                    <a:pt x="9421749" y="0"/>
                  </a:moveTo>
                  <a:lnTo>
                    <a:pt x="9416415" y="0"/>
                  </a:lnTo>
                  <a:lnTo>
                    <a:pt x="9412224" y="4318"/>
                  </a:lnTo>
                  <a:lnTo>
                    <a:pt x="9412224" y="14732"/>
                  </a:lnTo>
                  <a:lnTo>
                    <a:pt x="9416415" y="19050"/>
                  </a:lnTo>
                  <a:lnTo>
                    <a:pt x="9421749" y="19050"/>
                  </a:lnTo>
                  <a:lnTo>
                    <a:pt x="9421749" y="0"/>
                  </a:lnTo>
                  <a:close/>
                </a:path>
                <a:path w="10424160" h="5213350">
                  <a:moveTo>
                    <a:pt x="9426956" y="0"/>
                  </a:moveTo>
                  <a:lnTo>
                    <a:pt x="9421749" y="0"/>
                  </a:lnTo>
                  <a:lnTo>
                    <a:pt x="9421749" y="19050"/>
                  </a:lnTo>
                  <a:lnTo>
                    <a:pt x="9426956" y="19050"/>
                  </a:lnTo>
                  <a:lnTo>
                    <a:pt x="9431274" y="14732"/>
                  </a:lnTo>
                  <a:lnTo>
                    <a:pt x="9431274" y="4318"/>
                  </a:lnTo>
                  <a:lnTo>
                    <a:pt x="9426956" y="0"/>
                  </a:lnTo>
                  <a:close/>
                </a:path>
                <a:path w="10424160" h="5213350">
                  <a:moveTo>
                    <a:pt x="9459849" y="0"/>
                  </a:moveTo>
                  <a:lnTo>
                    <a:pt x="9454515" y="0"/>
                  </a:lnTo>
                  <a:lnTo>
                    <a:pt x="9450324" y="4318"/>
                  </a:lnTo>
                  <a:lnTo>
                    <a:pt x="9450324" y="14732"/>
                  </a:lnTo>
                  <a:lnTo>
                    <a:pt x="9454515" y="19050"/>
                  </a:lnTo>
                  <a:lnTo>
                    <a:pt x="9459849" y="19050"/>
                  </a:lnTo>
                  <a:lnTo>
                    <a:pt x="9459849" y="0"/>
                  </a:lnTo>
                  <a:close/>
                </a:path>
                <a:path w="10424160" h="5213350">
                  <a:moveTo>
                    <a:pt x="9465056" y="0"/>
                  </a:moveTo>
                  <a:lnTo>
                    <a:pt x="9459849" y="0"/>
                  </a:lnTo>
                  <a:lnTo>
                    <a:pt x="9459849" y="19050"/>
                  </a:lnTo>
                  <a:lnTo>
                    <a:pt x="9465056" y="19050"/>
                  </a:lnTo>
                  <a:lnTo>
                    <a:pt x="9469374" y="14732"/>
                  </a:lnTo>
                  <a:lnTo>
                    <a:pt x="9469374" y="4318"/>
                  </a:lnTo>
                  <a:lnTo>
                    <a:pt x="9465056" y="0"/>
                  </a:lnTo>
                  <a:close/>
                </a:path>
                <a:path w="10424160" h="5213350">
                  <a:moveTo>
                    <a:pt x="9497949" y="0"/>
                  </a:moveTo>
                  <a:lnTo>
                    <a:pt x="9492741" y="0"/>
                  </a:lnTo>
                  <a:lnTo>
                    <a:pt x="9488424" y="4318"/>
                  </a:lnTo>
                  <a:lnTo>
                    <a:pt x="9488424" y="14732"/>
                  </a:lnTo>
                  <a:lnTo>
                    <a:pt x="9492741" y="19050"/>
                  </a:lnTo>
                  <a:lnTo>
                    <a:pt x="9497949" y="19050"/>
                  </a:lnTo>
                  <a:lnTo>
                    <a:pt x="9497949" y="0"/>
                  </a:lnTo>
                  <a:close/>
                </a:path>
                <a:path w="10424160" h="5213350">
                  <a:moveTo>
                    <a:pt x="9503283" y="0"/>
                  </a:moveTo>
                  <a:lnTo>
                    <a:pt x="9497949" y="0"/>
                  </a:lnTo>
                  <a:lnTo>
                    <a:pt x="9497949" y="19050"/>
                  </a:lnTo>
                  <a:lnTo>
                    <a:pt x="9503283" y="19050"/>
                  </a:lnTo>
                  <a:lnTo>
                    <a:pt x="9507474" y="14732"/>
                  </a:lnTo>
                  <a:lnTo>
                    <a:pt x="9507474" y="4318"/>
                  </a:lnTo>
                  <a:lnTo>
                    <a:pt x="9503283" y="0"/>
                  </a:lnTo>
                  <a:close/>
                </a:path>
                <a:path w="10424160" h="5213350">
                  <a:moveTo>
                    <a:pt x="9536049" y="0"/>
                  </a:moveTo>
                  <a:lnTo>
                    <a:pt x="9530841" y="0"/>
                  </a:lnTo>
                  <a:lnTo>
                    <a:pt x="9526524" y="4318"/>
                  </a:lnTo>
                  <a:lnTo>
                    <a:pt x="9526524" y="14732"/>
                  </a:lnTo>
                  <a:lnTo>
                    <a:pt x="9530841" y="19050"/>
                  </a:lnTo>
                  <a:lnTo>
                    <a:pt x="9536049" y="19050"/>
                  </a:lnTo>
                  <a:lnTo>
                    <a:pt x="9536049" y="0"/>
                  </a:lnTo>
                  <a:close/>
                </a:path>
                <a:path w="10424160" h="5213350">
                  <a:moveTo>
                    <a:pt x="9541383" y="0"/>
                  </a:moveTo>
                  <a:lnTo>
                    <a:pt x="9536049" y="0"/>
                  </a:lnTo>
                  <a:lnTo>
                    <a:pt x="9536049" y="19050"/>
                  </a:lnTo>
                  <a:lnTo>
                    <a:pt x="9541383" y="19050"/>
                  </a:lnTo>
                  <a:lnTo>
                    <a:pt x="9545574" y="14732"/>
                  </a:lnTo>
                  <a:lnTo>
                    <a:pt x="9545574" y="4318"/>
                  </a:lnTo>
                  <a:lnTo>
                    <a:pt x="9541383" y="0"/>
                  </a:lnTo>
                  <a:close/>
                </a:path>
                <a:path w="10424160" h="5213350">
                  <a:moveTo>
                    <a:pt x="9574149" y="0"/>
                  </a:moveTo>
                  <a:lnTo>
                    <a:pt x="9568941" y="0"/>
                  </a:lnTo>
                  <a:lnTo>
                    <a:pt x="9564624" y="4318"/>
                  </a:lnTo>
                  <a:lnTo>
                    <a:pt x="9564624" y="14732"/>
                  </a:lnTo>
                  <a:lnTo>
                    <a:pt x="9568941" y="19050"/>
                  </a:lnTo>
                  <a:lnTo>
                    <a:pt x="9574149" y="19050"/>
                  </a:lnTo>
                  <a:lnTo>
                    <a:pt x="9574149" y="0"/>
                  </a:lnTo>
                  <a:close/>
                </a:path>
                <a:path w="10424160" h="5213350">
                  <a:moveTo>
                    <a:pt x="9579483" y="0"/>
                  </a:moveTo>
                  <a:lnTo>
                    <a:pt x="9574149" y="0"/>
                  </a:lnTo>
                  <a:lnTo>
                    <a:pt x="9574149" y="19050"/>
                  </a:lnTo>
                  <a:lnTo>
                    <a:pt x="9579483" y="19050"/>
                  </a:lnTo>
                  <a:lnTo>
                    <a:pt x="9583674" y="14732"/>
                  </a:lnTo>
                  <a:lnTo>
                    <a:pt x="9583674" y="4318"/>
                  </a:lnTo>
                  <a:lnTo>
                    <a:pt x="9579483" y="0"/>
                  </a:lnTo>
                  <a:close/>
                </a:path>
                <a:path w="10424160" h="5213350">
                  <a:moveTo>
                    <a:pt x="9612249" y="0"/>
                  </a:moveTo>
                  <a:lnTo>
                    <a:pt x="9607041" y="0"/>
                  </a:lnTo>
                  <a:lnTo>
                    <a:pt x="9602724" y="4318"/>
                  </a:lnTo>
                  <a:lnTo>
                    <a:pt x="9602724" y="14732"/>
                  </a:lnTo>
                  <a:lnTo>
                    <a:pt x="9607041" y="19050"/>
                  </a:lnTo>
                  <a:lnTo>
                    <a:pt x="9612249" y="19050"/>
                  </a:lnTo>
                  <a:lnTo>
                    <a:pt x="9612249" y="0"/>
                  </a:lnTo>
                  <a:close/>
                </a:path>
                <a:path w="10424160" h="5213350">
                  <a:moveTo>
                    <a:pt x="9617583" y="0"/>
                  </a:moveTo>
                  <a:lnTo>
                    <a:pt x="9612376" y="0"/>
                  </a:lnTo>
                  <a:lnTo>
                    <a:pt x="9612376" y="19050"/>
                  </a:lnTo>
                  <a:lnTo>
                    <a:pt x="9617583" y="19050"/>
                  </a:lnTo>
                  <a:lnTo>
                    <a:pt x="9621901" y="14732"/>
                  </a:lnTo>
                  <a:lnTo>
                    <a:pt x="9621901" y="4318"/>
                  </a:lnTo>
                  <a:lnTo>
                    <a:pt x="9617583" y="0"/>
                  </a:lnTo>
                  <a:close/>
                </a:path>
                <a:path w="10424160" h="5213350">
                  <a:moveTo>
                    <a:pt x="9650476" y="0"/>
                  </a:moveTo>
                  <a:lnTo>
                    <a:pt x="9645141" y="0"/>
                  </a:lnTo>
                  <a:lnTo>
                    <a:pt x="9640951" y="4318"/>
                  </a:lnTo>
                  <a:lnTo>
                    <a:pt x="9640951" y="14732"/>
                  </a:lnTo>
                  <a:lnTo>
                    <a:pt x="9645141" y="19050"/>
                  </a:lnTo>
                  <a:lnTo>
                    <a:pt x="9650476" y="19050"/>
                  </a:lnTo>
                  <a:lnTo>
                    <a:pt x="9650476" y="0"/>
                  </a:lnTo>
                  <a:close/>
                </a:path>
                <a:path w="10424160" h="5213350">
                  <a:moveTo>
                    <a:pt x="9655683" y="0"/>
                  </a:moveTo>
                  <a:lnTo>
                    <a:pt x="9650476" y="0"/>
                  </a:lnTo>
                  <a:lnTo>
                    <a:pt x="9650476" y="19050"/>
                  </a:lnTo>
                  <a:lnTo>
                    <a:pt x="9655683" y="19050"/>
                  </a:lnTo>
                  <a:lnTo>
                    <a:pt x="9660001" y="14732"/>
                  </a:lnTo>
                  <a:lnTo>
                    <a:pt x="9660001" y="4318"/>
                  </a:lnTo>
                  <a:lnTo>
                    <a:pt x="9655683" y="0"/>
                  </a:lnTo>
                  <a:close/>
                </a:path>
                <a:path w="10424160" h="5213350">
                  <a:moveTo>
                    <a:pt x="9688576" y="0"/>
                  </a:moveTo>
                  <a:lnTo>
                    <a:pt x="9683241" y="0"/>
                  </a:lnTo>
                  <a:lnTo>
                    <a:pt x="9679051" y="4318"/>
                  </a:lnTo>
                  <a:lnTo>
                    <a:pt x="9679051" y="14732"/>
                  </a:lnTo>
                  <a:lnTo>
                    <a:pt x="9683241" y="19050"/>
                  </a:lnTo>
                  <a:lnTo>
                    <a:pt x="9688576" y="19050"/>
                  </a:lnTo>
                  <a:lnTo>
                    <a:pt x="9688576" y="0"/>
                  </a:lnTo>
                  <a:close/>
                </a:path>
                <a:path w="10424160" h="5213350">
                  <a:moveTo>
                    <a:pt x="9693783" y="0"/>
                  </a:moveTo>
                  <a:lnTo>
                    <a:pt x="9688576" y="0"/>
                  </a:lnTo>
                  <a:lnTo>
                    <a:pt x="9688576" y="19050"/>
                  </a:lnTo>
                  <a:lnTo>
                    <a:pt x="9693783" y="19050"/>
                  </a:lnTo>
                  <a:lnTo>
                    <a:pt x="9698101" y="14732"/>
                  </a:lnTo>
                  <a:lnTo>
                    <a:pt x="9698101" y="4318"/>
                  </a:lnTo>
                  <a:lnTo>
                    <a:pt x="9693783" y="0"/>
                  </a:lnTo>
                  <a:close/>
                </a:path>
                <a:path w="10424160" h="5213350">
                  <a:moveTo>
                    <a:pt x="9726676" y="0"/>
                  </a:moveTo>
                  <a:lnTo>
                    <a:pt x="9721341" y="0"/>
                  </a:lnTo>
                  <a:lnTo>
                    <a:pt x="9717151" y="4318"/>
                  </a:lnTo>
                  <a:lnTo>
                    <a:pt x="9717151" y="14732"/>
                  </a:lnTo>
                  <a:lnTo>
                    <a:pt x="9721341" y="19050"/>
                  </a:lnTo>
                  <a:lnTo>
                    <a:pt x="9726676" y="19050"/>
                  </a:lnTo>
                  <a:lnTo>
                    <a:pt x="9726676" y="0"/>
                  </a:lnTo>
                  <a:close/>
                </a:path>
                <a:path w="10424160" h="5213350">
                  <a:moveTo>
                    <a:pt x="9731883" y="0"/>
                  </a:moveTo>
                  <a:lnTo>
                    <a:pt x="9726676" y="0"/>
                  </a:lnTo>
                  <a:lnTo>
                    <a:pt x="9726676" y="19050"/>
                  </a:lnTo>
                  <a:lnTo>
                    <a:pt x="9731883" y="19050"/>
                  </a:lnTo>
                  <a:lnTo>
                    <a:pt x="9736201" y="14732"/>
                  </a:lnTo>
                  <a:lnTo>
                    <a:pt x="9736201" y="4318"/>
                  </a:lnTo>
                  <a:lnTo>
                    <a:pt x="9731883" y="0"/>
                  </a:lnTo>
                  <a:close/>
                </a:path>
                <a:path w="10424160" h="5213350">
                  <a:moveTo>
                    <a:pt x="9764776" y="0"/>
                  </a:moveTo>
                  <a:lnTo>
                    <a:pt x="9759568" y="0"/>
                  </a:lnTo>
                  <a:lnTo>
                    <a:pt x="9755251" y="4318"/>
                  </a:lnTo>
                  <a:lnTo>
                    <a:pt x="9755251" y="14732"/>
                  </a:lnTo>
                  <a:lnTo>
                    <a:pt x="9759568" y="19050"/>
                  </a:lnTo>
                  <a:lnTo>
                    <a:pt x="9764776" y="19050"/>
                  </a:lnTo>
                  <a:lnTo>
                    <a:pt x="9764776" y="0"/>
                  </a:lnTo>
                  <a:close/>
                </a:path>
                <a:path w="10424160" h="5213350">
                  <a:moveTo>
                    <a:pt x="9770110" y="0"/>
                  </a:moveTo>
                  <a:lnTo>
                    <a:pt x="9764776" y="0"/>
                  </a:lnTo>
                  <a:lnTo>
                    <a:pt x="9764776" y="19050"/>
                  </a:lnTo>
                  <a:lnTo>
                    <a:pt x="9770110" y="19050"/>
                  </a:lnTo>
                  <a:lnTo>
                    <a:pt x="9774301" y="14732"/>
                  </a:lnTo>
                  <a:lnTo>
                    <a:pt x="9774301" y="4318"/>
                  </a:lnTo>
                  <a:lnTo>
                    <a:pt x="9770110" y="0"/>
                  </a:lnTo>
                  <a:close/>
                </a:path>
                <a:path w="10424160" h="5213350">
                  <a:moveTo>
                    <a:pt x="9802876" y="0"/>
                  </a:moveTo>
                  <a:lnTo>
                    <a:pt x="9797668" y="0"/>
                  </a:lnTo>
                  <a:lnTo>
                    <a:pt x="9793351" y="4318"/>
                  </a:lnTo>
                  <a:lnTo>
                    <a:pt x="9793351" y="14732"/>
                  </a:lnTo>
                  <a:lnTo>
                    <a:pt x="9797668" y="19050"/>
                  </a:lnTo>
                  <a:lnTo>
                    <a:pt x="9802876" y="19050"/>
                  </a:lnTo>
                  <a:lnTo>
                    <a:pt x="9802876" y="0"/>
                  </a:lnTo>
                  <a:close/>
                </a:path>
                <a:path w="10424160" h="5213350">
                  <a:moveTo>
                    <a:pt x="9808210" y="0"/>
                  </a:moveTo>
                  <a:lnTo>
                    <a:pt x="9802876" y="0"/>
                  </a:lnTo>
                  <a:lnTo>
                    <a:pt x="9802876" y="19050"/>
                  </a:lnTo>
                  <a:lnTo>
                    <a:pt x="9808210" y="19050"/>
                  </a:lnTo>
                  <a:lnTo>
                    <a:pt x="9812401" y="14732"/>
                  </a:lnTo>
                  <a:lnTo>
                    <a:pt x="9812401" y="4318"/>
                  </a:lnTo>
                  <a:lnTo>
                    <a:pt x="9808210" y="0"/>
                  </a:lnTo>
                  <a:close/>
                </a:path>
                <a:path w="10424160" h="5213350">
                  <a:moveTo>
                    <a:pt x="9840976" y="0"/>
                  </a:moveTo>
                  <a:lnTo>
                    <a:pt x="9835768" y="0"/>
                  </a:lnTo>
                  <a:lnTo>
                    <a:pt x="9831451" y="4318"/>
                  </a:lnTo>
                  <a:lnTo>
                    <a:pt x="9831451" y="14732"/>
                  </a:lnTo>
                  <a:lnTo>
                    <a:pt x="9835768" y="19050"/>
                  </a:lnTo>
                  <a:lnTo>
                    <a:pt x="9840976" y="19050"/>
                  </a:lnTo>
                  <a:lnTo>
                    <a:pt x="9840976" y="0"/>
                  </a:lnTo>
                  <a:close/>
                </a:path>
                <a:path w="10424160" h="5213350">
                  <a:moveTo>
                    <a:pt x="9846310" y="0"/>
                  </a:moveTo>
                  <a:lnTo>
                    <a:pt x="9841103" y="0"/>
                  </a:lnTo>
                  <a:lnTo>
                    <a:pt x="9841103" y="19050"/>
                  </a:lnTo>
                  <a:lnTo>
                    <a:pt x="9846310" y="19050"/>
                  </a:lnTo>
                  <a:lnTo>
                    <a:pt x="9850628" y="14732"/>
                  </a:lnTo>
                  <a:lnTo>
                    <a:pt x="9850628" y="4318"/>
                  </a:lnTo>
                  <a:lnTo>
                    <a:pt x="9846310" y="0"/>
                  </a:lnTo>
                  <a:close/>
                </a:path>
                <a:path w="10424160" h="5213350">
                  <a:moveTo>
                    <a:pt x="9879203" y="0"/>
                  </a:moveTo>
                  <a:lnTo>
                    <a:pt x="9873868" y="0"/>
                  </a:lnTo>
                  <a:lnTo>
                    <a:pt x="9869678" y="4318"/>
                  </a:lnTo>
                  <a:lnTo>
                    <a:pt x="9869678" y="14732"/>
                  </a:lnTo>
                  <a:lnTo>
                    <a:pt x="9873868" y="19050"/>
                  </a:lnTo>
                  <a:lnTo>
                    <a:pt x="9879203" y="19050"/>
                  </a:lnTo>
                  <a:lnTo>
                    <a:pt x="9879203" y="0"/>
                  </a:lnTo>
                  <a:close/>
                </a:path>
                <a:path w="10424160" h="5213350">
                  <a:moveTo>
                    <a:pt x="9884410" y="0"/>
                  </a:moveTo>
                  <a:lnTo>
                    <a:pt x="9879203" y="0"/>
                  </a:lnTo>
                  <a:lnTo>
                    <a:pt x="9879203" y="19050"/>
                  </a:lnTo>
                  <a:lnTo>
                    <a:pt x="9884410" y="19050"/>
                  </a:lnTo>
                  <a:lnTo>
                    <a:pt x="9888728" y="14732"/>
                  </a:lnTo>
                  <a:lnTo>
                    <a:pt x="9888728" y="4318"/>
                  </a:lnTo>
                  <a:lnTo>
                    <a:pt x="9884410" y="0"/>
                  </a:lnTo>
                  <a:close/>
                </a:path>
                <a:path w="10424160" h="5213350">
                  <a:moveTo>
                    <a:pt x="9917303" y="0"/>
                  </a:moveTo>
                  <a:lnTo>
                    <a:pt x="9911968" y="0"/>
                  </a:lnTo>
                  <a:lnTo>
                    <a:pt x="9907778" y="4318"/>
                  </a:lnTo>
                  <a:lnTo>
                    <a:pt x="9907778" y="14732"/>
                  </a:lnTo>
                  <a:lnTo>
                    <a:pt x="9911968" y="19050"/>
                  </a:lnTo>
                  <a:lnTo>
                    <a:pt x="9917303" y="19050"/>
                  </a:lnTo>
                  <a:lnTo>
                    <a:pt x="9917303" y="0"/>
                  </a:lnTo>
                  <a:close/>
                </a:path>
                <a:path w="10424160" h="5213350">
                  <a:moveTo>
                    <a:pt x="9922510" y="0"/>
                  </a:moveTo>
                  <a:lnTo>
                    <a:pt x="9917303" y="0"/>
                  </a:lnTo>
                  <a:lnTo>
                    <a:pt x="9917303" y="19050"/>
                  </a:lnTo>
                  <a:lnTo>
                    <a:pt x="9922510" y="19050"/>
                  </a:lnTo>
                  <a:lnTo>
                    <a:pt x="9926828" y="14732"/>
                  </a:lnTo>
                  <a:lnTo>
                    <a:pt x="9926828" y="4318"/>
                  </a:lnTo>
                  <a:lnTo>
                    <a:pt x="9922510" y="0"/>
                  </a:lnTo>
                  <a:close/>
                </a:path>
                <a:path w="10424160" h="5213350">
                  <a:moveTo>
                    <a:pt x="9955403" y="0"/>
                  </a:moveTo>
                  <a:lnTo>
                    <a:pt x="9950068" y="0"/>
                  </a:lnTo>
                  <a:lnTo>
                    <a:pt x="9945878" y="4318"/>
                  </a:lnTo>
                  <a:lnTo>
                    <a:pt x="9945878" y="14732"/>
                  </a:lnTo>
                  <a:lnTo>
                    <a:pt x="9950068" y="19050"/>
                  </a:lnTo>
                  <a:lnTo>
                    <a:pt x="9955403" y="19050"/>
                  </a:lnTo>
                  <a:lnTo>
                    <a:pt x="9955403" y="0"/>
                  </a:lnTo>
                  <a:close/>
                </a:path>
                <a:path w="10424160" h="5213350">
                  <a:moveTo>
                    <a:pt x="9960610" y="0"/>
                  </a:moveTo>
                  <a:lnTo>
                    <a:pt x="9955403" y="0"/>
                  </a:lnTo>
                  <a:lnTo>
                    <a:pt x="9955403" y="19050"/>
                  </a:lnTo>
                  <a:lnTo>
                    <a:pt x="9960610" y="19050"/>
                  </a:lnTo>
                  <a:lnTo>
                    <a:pt x="9964928" y="14732"/>
                  </a:lnTo>
                  <a:lnTo>
                    <a:pt x="9964928" y="4318"/>
                  </a:lnTo>
                  <a:lnTo>
                    <a:pt x="9960610" y="0"/>
                  </a:lnTo>
                  <a:close/>
                </a:path>
                <a:path w="10424160" h="5213350">
                  <a:moveTo>
                    <a:pt x="9993503" y="0"/>
                  </a:moveTo>
                  <a:lnTo>
                    <a:pt x="9988296" y="0"/>
                  </a:lnTo>
                  <a:lnTo>
                    <a:pt x="9983978" y="4318"/>
                  </a:lnTo>
                  <a:lnTo>
                    <a:pt x="9983978" y="14732"/>
                  </a:lnTo>
                  <a:lnTo>
                    <a:pt x="9988296" y="19050"/>
                  </a:lnTo>
                  <a:lnTo>
                    <a:pt x="9993503" y="19050"/>
                  </a:lnTo>
                  <a:lnTo>
                    <a:pt x="9993503" y="0"/>
                  </a:lnTo>
                  <a:close/>
                </a:path>
                <a:path w="10424160" h="5213350">
                  <a:moveTo>
                    <a:pt x="9998837" y="0"/>
                  </a:moveTo>
                  <a:lnTo>
                    <a:pt x="9993503" y="0"/>
                  </a:lnTo>
                  <a:lnTo>
                    <a:pt x="9993503" y="19050"/>
                  </a:lnTo>
                  <a:lnTo>
                    <a:pt x="9998837" y="19050"/>
                  </a:lnTo>
                  <a:lnTo>
                    <a:pt x="10003028" y="14732"/>
                  </a:lnTo>
                  <a:lnTo>
                    <a:pt x="10003028" y="4318"/>
                  </a:lnTo>
                  <a:lnTo>
                    <a:pt x="9998837" y="0"/>
                  </a:lnTo>
                  <a:close/>
                </a:path>
                <a:path w="10424160" h="5213350">
                  <a:moveTo>
                    <a:pt x="10031603" y="0"/>
                  </a:moveTo>
                  <a:lnTo>
                    <a:pt x="10026396" y="0"/>
                  </a:lnTo>
                  <a:lnTo>
                    <a:pt x="10022078" y="4318"/>
                  </a:lnTo>
                  <a:lnTo>
                    <a:pt x="10022078" y="14732"/>
                  </a:lnTo>
                  <a:lnTo>
                    <a:pt x="10026396" y="19050"/>
                  </a:lnTo>
                  <a:lnTo>
                    <a:pt x="10031603" y="19050"/>
                  </a:lnTo>
                  <a:lnTo>
                    <a:pt x="10031603" y="0"/>
                  </a:lnTo>
                  <a:close/>
                </a:path>
                <a:path w="10424160" h="5213350">
                  <a:moveTo>
                    <a:pt x="10036937" y="0"/>
                  </a:moveTo>
                  <a:lnTo>
                    <a:pt x="10031603" y="0"/>
                  </a:lnTo>
                  <a:lnTo>
                    <a:pt x="10031603" y="19050"/>
                  </a:lnTo>
                  <a:lnTo>
                    <a:pt x="10036937" y="19050"/>
                  </a:lnTo>
                  <a:lnTo>
                    <a:pt x="10041128" y="14732"/>
                  </a:lnTo>
                  <a:lnTo>
                    <a:pt x="10041128" y="4318"/>
                  </a:lnTo>
                  <a:lnTo>
                    <a:pt x="10036937" y="0"/>
                  </a:lnTo>
                  <a:close/>
                </a:path>
                <a:path w="10424160" h="5213350">
                  <a:moveTo>
                    <a:pt x="10069703" y="0"/>
                  </a:moveTo>
                  <a:lnTo>
                    <a:pt x="10064496" y="0"/>
                  </a:lnTo>
                  <a:lnTo>
                    <a:pt x="10060178" y="4318"/>
                  </a:lnTo>
                  <a:lnTo>
                    <a:pt x="10060178" y="14732"/>
                  </a:lnTo>
                  <a:lnTo>
                    <a:pt x="10064496" y="19050"/>
                  </a:lnTo>
                  <a:lnTo>
                    <a:pt x="10069703" y="19050"/>
                  </a:lnTo>
                  <a:lnTo>
                    <a:pt x="10069703" y="0"/>
                  </a:lnTo>
                  <a:close/>
                </a:path>
                <a:path w="10424160" h="5213350">
                  <a:moveTo>
                    <a:pt x="10075037" y="0"/>
                  </a:moveTo>
                  <a:lnTo>
                    <a:pt x="10069703" y="0"/>
                  </a:lnTo>
                  <a:lnTo>
                    <a:pt x="10069703" y="19050"/>
                  </a:lnTo>
                  <a:lnTo>
                    <a:pt x="10075037" y="19050"/>
                  </a:lnTo>
                  <a:lnTo>
                    <a:pt x="10079228" y="14732"/>
                  </a:lnTo>
                  <a:lnTo>
                    <a:pt x="10079228" y="4318"/>
                  </a:lnTo>
                  <a:lnTo>
                    <a:pt x="10075037" y="0"/>
                  </a:lnTo>
                  <a:close/>
                </a:path>
                <a:path w="10424160" h="5213350">
                  <a:moveTo>
                    <a:pt x="10107930" y="0"/>
                  </a:moveTo>
                  <a:lnTo>
                    <a:pt x="10102596" y="0"/>
                  </a:lnTo>
                  <a:lnTo>
                    <a:pt x="10098405" y="4318"/>
                  </a:lnTo>
                  <a:lnTo>
                    <a:pt x="10098405" y="14732"/>
                  </a:lnTo>
                  <a:lnTo>
                    <a:pt x="10102596" y="19050"/>
                  </a:lnTo>
                  <a:lnTo>
                    <a:pt x="10107930" y="19050"/>
                  </a:lnTo>
                  <a:lnTo>
                    <a:pt x="10107930" y="0"/>
                  </a:lnTo>
                  <a:close/>
                </a:path>
                <a:path w="10424160" h="5213350">
                  <a:moveTo>
                    <a:pt x="10113137" y="0"/>
                  </a:moveTo>
                  <a:lnTo>
                    <a:pt x="10107930" y="0"/>
                  </a:lnTo>
                  <a:lnTo>
                    <a:pt x="10107930" y="19050"/>
                  </a:lnTo>
                  <a:lnTo>
                    <a:pt x="10113137" y="19050"/>
                  </a:lnTo>
                  <a:lnTo>
                    <a:pt x="10117455" y="14732"/>
                  </a:lnTo>
                  <a:lnTo>
                    <a:pt x="10117455" y="4318"/>
                  </a:lnTo>
                  <a:lnTo>
                    <a:pt x="10113137" y="0"/>
                  </a:lnTo>
                  <a:close/>
                </a:path>
                <a:path w="10424160" h="5213350">
                  <a:moveTo>
                    <a:pt x="10146030" y="0"/>
                  </a:moveTo>
                  <a:lnTo>
                    <a:pt x="10140696" y="0"/>
                  </a:lnTo>
                  <a:lnTo>
                    <a:pt x="10136505" y="4318"/>
                  </a:lnTo>
                  <a:lnTo>
                    <a:pt x="10136505" y="14732"/>
                  </a:lnTo>
                  <a:lnTo>
                    <a:pt x="10140696" y="19050"/>
                  </a:lnTo>
                  <a:lnTo>
                    <a:pt x="10146030" y="19050"/>
                  </a:lnTo>
                  <a:lnTo>
                    <a:pt x="10146030" y="0"/>
                  </a:lnTo>
                  <a:close/>
                </a:path>
                <a:path w="10424160" h="5213350">
                  <a:moveTo>
                    <a:pt x="10151237" y="0"/>
                  </a:moveTo>
                  <a:lnTo>
                    <a:pt x="10146030" y="0"/>
                  </a:lnTo>
                  <a:lnTo>
                    <a:pt x="10146030" y="19050"/>
                  </a:lnTo>
                  <a:lnTo>
                    <a:pt x="10151237" y="19050"/>
                  </a:lnTo>
                  <a:lnTo>
                    <a:pt x="10155555" y="14732"/>
                  </a:lnTo>
                  <a:lnTo>
                    <a:pt x="10155555" y="4318"/>
                  </a:lnTo>
                  <a:lnTo>
                    <a:pt x="10151237" y="0"/>
                  </a:lnTo>
                  <a:close/>
                </a:path>
                <a:path w="10424160" h="5213350">
                  <a:moveTo>
                    <a:pt x="10184130" y="0"/>
                  </a:moveTo>
                  <a:lnTo>
                    <a:pt x="10178796" y="0"/>
                  </a:lnTo>
                  <a:lnTo>
                    <a:pt x="10174605" y="4318"/>
                  </a:lnTo>
                  <a:lnTo>
                    <a:pt x="10174605" y="14732"/>
                  </a:lnTo>
                  <a:lnTo>
                    <a:pt x="10178796" y="19050"/>
                  </a:lnTo>
                  <a:lnTo>
                    <a:pt x="10184130" y="19050"/>
                  </a:lnTo>
                  <a:lnTo>
                    <a:pt x="10184130" y="0"/>
                  </a:lnTo>
                  <a:close/>
                </a:path>
                <a:path w="10424160" h="5213350">
                  <a:moveTo>
                    <a:pt x="10189337" y="0"/>
                  </a:moveTo>
                  <a:lnTo>
                    <a:pt x="10184130" y="0"/>
                  </a:lnTo>
                  <a:lnTo>
                    <a:pt x="10184130" y="19050"/>
                  </a:lnTo>
                  <a:lnTo>
                    <a:pt x="10189337" y="19050"/>
                  </a:lnTo>
                  <a:lnTo>
                    <a:pt x="10193655" y="14732"/>
                  </a:lnTo>
                  <a:lnTo>
                    <a:pt x="10193655" y="4318"/>
                  </a:lnTo>
                  <a:lnTo>
                    <a:pt x="10189337" y="0"/>
                  </a:lnTo>
                  <a:close/>
                </a:path>
                <a:path w="10424160" h="5213350">
                  <a:moveTo>
                    <a:pt x="10222230" y="0"/>
                  </a:moveTo>
                  <a:lnTo>
                    <a:pt x="10217023" y="0"/>
                  </a:lnTo>
                  <a:lnTo>
                    <a:pt x="10212705" y="4318"/>
                  </a:lnTo>
                  <a:lnTo>
                    <a:pt x="10212705" y="14732"/>
                  </a:lnTo>
                  <a:lnTo>
                    <a:pt x="10217023" y="19050"/>
                  </a:lnTo>
                  <a:lnTo>
                    <a:pt x="10222230" y="19050"/>
                  </a:lnTo>
                  <a:lnTo>
                    <a:pt x="10222230" y="0"/>
                  </a:lnTo>
                  <a:close/>
                </a:path>
                <a:path w="10424160" h="5213350">
                  <a:moveTo>
                    <a:pt x="10227564" y="0"/>
                  </a:moveTo>
                  <a:lnTo>
                    <a:pt x="10222230" y="0"/>
                  </a:lnTo>
                  <a:lnTo>
                    <a:pt x="10222230" y="19050"/>
                  </a:lnTo>
                  <a:lnTo>
                    <a:pt x="10227564" y="19050"/>
                  </a:lnTo>
                  <a:lnTo>
                    <a:pt x="10231755" y="14732"/>
                  </a:lnTo>
                  <a:lnTo>
                    <a:pt x="10231755" y="4318"/>
                  </a:lnTo>
                  <a:lnTo>
                    <a:pt x="10227564" y="0"/>
                  </a:lnTo>
                  <a:close/>
                </a:path>
                <a:path w="10424160" h="5213350">
                  <a:moveTo>
                    <a:pt x="10261727" y="1905"/>
                  </a:moveTo>
                  <a:lnTo>
                    <a:pt x="10260910" y="7620"/>
                  </a:lnTo>
                  <a:lnTo>
                    <a:pt x="10260759" y="8128"/>
                  </a:lnTo>
                  <a:lnTo>
                    <a:pt x="10260029" y="12826"/>
                  </a:lnTo>
                  <a:lnTo>
                    <a:pt x="10259822" y="14350"/>
                  </a:lnTo>
                  <a:lnTo>
                    <a:pt x="10259739" y="14986"/>
                  </a:lnTo>
                  <a:lnTo>
                    <a:pt x="10258806" y="20700"/>
                  </a:lnTo>
                  <a:lnTo>
                    <a:pt x="10270490" y="7620"/>
                  </a:lnTo>
                  <a:lnTo>
                    <a:pt x="10266934" y="2667"/>
                  </a:lnTo>
                  <a:lnTo>
                    <a:pt x="10261727" y="1905"/>
                  </a:lnTo>
                  <a:close/>
                </a:path>
                <a:path w="10424160" h="5213350">
                  <a:moveTo>
                    <a:pt x="10256519" y="1016"/>
                  </a:moveTo>
                  <a:lnTo>
                    <a:pt x="10251693" y="4572"/>
                  </a:lnTo>
                  <a:lnTo>
                    <a:pt x="10250805" y="9779"/>
                  </a:lnTo>
                  <a:lnTo>
                    <a:pt x="10250135" y="14350"/>
                  </a:lnTo>
                  <a:lnTo>
                    <a:pt x="10250042" y="14986"/>
                  </a:lnTo>
                  <a:lnTo>
                    <a:pt x="10253599" y="19812"/>
                  </a:lnTo>
                  <a:lnTo>
                    <a:pt x="10258806" y="20700"/>
                  </a:lnTo>
                  <a:lnTo>
                    <a:pt x="10261608" y="2667"/>
                  </a:lnTo>
                  <a:lnTo>
                    <a:pt x="10261727" y="1905"/>
                  </a:lnTo>
                  <a:lnTo>
                    <a:pt x="10256519" y="1016"/>
                  </a:lnTo>
                  <a:close/>
                </a:path>
                <a:path w="10424160" h="5213350">
                  <a:moveTo>
                    <a:pt x="10300589" y="11430"/>
                  </a:moveTo>
                  <a:lnTo>
                    <a:pt x="10293731" y="29210"/>
                  </a:lnTo>
                  <a:lnTo>
                    <a:pt x="10298684" y="31115"/>
                  </a:lnTo>
                  <a:lnTo>
                    <a:pt x="10304272" y="28575"/>
                  </a:lnTo>
                  <a:lnTo>
                    <a:pt x="10306050" y="23749"/>
                  </a:lnTo>
                  <a:lnTo>
                    <a:pt x="10307955" y="18796"/>
                  </a:lnTo>
                  <a:lnTo>
                    <a:pt x="10305541" y="13335"/>
                  </a:lnTo>
                  <a:lnTo>
                    <a:pt x="10300589" y="11430"/>
                  </a:lnTo>
                  <a:close/>
                </a:path>
                <a:path w="10424160" h="5213350">
                  <a:moveTo>
                    <a:pt x="10295763" y="9525"/>
                  </a:moveTo>
                  <a:lnTo>
                    <a:pt x="10290175" y="11937"/>
                  </a:lnTo>
                  <a:lnTo>
                    <a:pt x="10288269" y="16891"/>
                  </a:lnTo>
                  <a:lnTo>
                    <a:pt x="10286365" y="21717"/>
                  </a:lnTo>
                  <a:lnTo>
                    <a:pt x="10288905" y="27305"/>
                  </a:lnTo>
                  <a:lnTo>
                    <a:pt x="10293731" y="29210"/>
                  </a:lnTo>
                  <a:lnTo>
                    <a:pt x="10296016" y="23241"/>
                  </a:lnTo>
                  <a:lnTo>
                    <a:pt x="10298335" y="17272"/>
                  </a:lnTo>
                  <a:lnTo>
                    <a:pt x="10298452" y="16891"/>
                  </a:lnTo>
                  <a:lnTo>
                    <a:pt x="10300589" y="11430"/>
                  </a:lnTo>
                  <a:lnTo>
                    <a:pt x="10295763" y="9525"/>
                  </a:lnTo>
                  <a:close/>
                </a:path>
                <a:path w="10424160" h="5213350">
                  <a:moveTo>
                    <a:pt x="10336403" y="28829"/>
                  </a:moveTo>
                  <a:lnTo>
                    <a:pt x="10334560" y="31876"/>
                  </a:lnTo>
                  <a:lnTo>
                    <a:pt x="10333032" y="34290"/>
                  </a:lnTo>
                  <a:lnTo>
                    <a:pt x="10326369" y="45085"/>
                  </a:lnTo>
                  <a:lnTo>
                    <a:pt x="10330815" y="47879"/>
                  </a:lnTo>
                  <a:lnTo>
                    <a:pt x="10336657" y="46482"/>
                  </a:lnTo>
                  <a:lnTo>
                    <a:pt x="10339451" y="41910"/>
                  </a:lnTo>
                  <a:lnTo>
                    <a:pt x="10342244" y="37465"/>
                  </a:lnTo>
                  <a:lnTo>
                    <a:pt x="10340908" y="31876"/>
                  </a:lnTo>
                  <a:lnTo>
                    <a:pt x="10340848" y="31623"/>
                  </a:lnTo>
                  <a:lnTo>
                    <a:pt x="10336403" y="28829"/>
                  </a:lnTo>
                  <a:close/>
                </a:path>
                <a:path w="10424160" h="5213350">
                  <a:moveTo>
                    <a:pt x="10331958" y="26035"/>
                  </a:moveTo>
                  <a:lnTo>
                    <a:pt x="10326116" y="27432"/>
                  </a:lnTo>
                  <a:lnTo>
                    <a:pt x="10323322" y="31876"/>
                  </a:lnTo>
                  <a:lnTo>
                    <a:pt x="10320528" y="36449"/>
                  </a:lnTo>
                  <a:lnTo>
                    <a:pt x="10321833" y="41910"/>
                  </a:lnTo>
                  <a:lnTo>
                    <a:pt x="10321925" y="42291"/>
                  </a:lnTo>
                  <a:lnTo>
                    <a:pt x="10326369" y="45085"/>
                  </a:lnTo>
                  <a:lnTo>
                    <a:pt x="10328094" y="42291"/>
                  </a:lnTo>
                  <a:lnTo>
                    <a:pt x="10328289" y="41910"/>
                  </a:lnTo>
                  <a:lnTo>
                    <a:pt x="10329672" y="39624"/>
                  </a:lnTo>
                  <a:lnTo>
                    <a:pt x="10331072" y="37465"/>
                  </a:lnTo>
                  <a:lnTo>
                    <a:pt x="10336403" y="28829"/>
                  </a:lnTo>
                  <a:lnTo>
                    <a:pt x="10331958" y="26035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3680" y="57912"/>
                  </a:lnTo>
                  <a:lnTo>
                    <a:pt x="10363414" y="58166"/>
                  </a:lnTo>
                  <a:lnTo>
                    <a:pt x="10359016" y="62992"/>
                  </a:lnTo>
                  <a:lnTo>
                    <a:pt x="10354817" y="67437"/>
                  </a:lnTo>
                  <a:lnTo>
                    <a:pt x="10358755" y="70993"/>
                  </a:lnTo>
                  <a:lnTo>
                    <a:pt x="10364724" y="70738"/>
                  </a:lnTo>
                  <a:lnTo>
                    <a:pt x="10368280" y="66929"/>
                  </a:lnTo>
                  <a:lnTo>
                    <a:pt x="10371836" y="62992"/>
                  </a:lnTo>
                  <a:lnTo>
                    <a:pt x="10371630" y="58166"/>
                  </a:lnTo>
                  <a:lnTo>
                    <a:pt x="1037158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63835" y="49911"/>
                  </a:moveTo>
                  <a:lnTo>
                    <a:pt x="10357866" y="50165"/>
                  </a:lnTo>
                  <a:lnTo>
                    <a:pt x="10350627" y="57912"/>
                  </a:lnTo>
                  <a:lnTo>
                    <a:pt x="10350843" y="62992"/>
                  </a:lnTo>
                  <a:lnTo>
                    <a:pt x="10350881" y="63881"/>
                  </a:lnTo>
                  <a:lnTo>
                    <a:pt x="10354817" y="67437"/>
                  </a:lnTo>
                  <a:lnTo>
                    <a:pt x="10367644" y="53467"/>
                  </a:lnTo>
                  <a:lnTo>
                    <a:pt x="10363835" y="49911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7644" y="53467"/>
                  </a:lnTo>
                  <a:lnTo>
                    <a:pt x="1036444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93807" y="85217"/>
                  </a:moveTo>
                  <a:lnTo>
                    <a:pt x="10377042" y="94487"/>
                  </a:lnTo>
                  <a:lnTo>
                    <a:pt x="10379583" y="99060"/>
                  </a:lnTo>
                  <a:lnTo>
                    <a:pt x="10385425" y="100711"/>
                  </a:lnTo>
                  <a:lnTo>
                    <a:pt x="10389997" y="98171"/>
                  </a:lnTo>
                  <a:lnTo>
                    <a:pt x="10394696" y="95631"/>
                  </a:lnTo>
                  <a:lnTo>
                    <a:pt x="10396311" y="89916"/>
                  </a:lnTo>
                  <a:lnTo>
                    <a:pt x="10396347" y="89788"/>
                  </a:lnTo>
                  <a:lnTo>
                    <a:pt x="10393807" y="85217"/>
                  </a:lnTo>
                  <a:close/>
                </a:path>
                <a:path w="10424160" h="5213350">
                  <a:moveTo>
                    <a:pt x="10385425" y="78994"/>
                  </a:moveTo>
                  <a:lnTo>
                    <a:pt x="10380853" y="81534"/>
                  </a:lnTo>
                  <a:lnTo>
                    <a:pt x="10376154" y="84074"/>
                  </a:lnTo>
                  <a:lnTo>
                    <a:pt x="10374538" y="89788"/>
                  </a:lnTo>
                  <a:lnTo>
                    <a:pt x="10374503" y="89916"/>
                  </a:lnTo>
                  <a:lnTo>
                    <a:pt x="10377042" y="94487"/>
                  </a:lnTo>
                  <a:lnTo>
                    <a:pt x="10393807" y="85217"/>
                  </a:lnTo>
                  <a:lnTo>
                    <a:pt x="10391266" y="80645"/>
                  </a:lnTo>
                  <a:lnTo>
                    <a:pt x="10385425" y="78994"/>
                  </a:lnTo>
                  <a:close/>
                </a:path>
                <a:path w="10424160" h="5213350">
                  <a:moveTo>
                    <a:pt x="10411714" y="120776"/>
                  </a:moveTo>
                  <a:lnTo>
                    <a:pt x="10393680" y="126746"/>
                  </a:lnTo>
                  <a:lnTo>
                    <a:pt x="10395331" y="131825"/>
                  </a:lnTo>
                  <a:lnTo>
                    <a:pt x="10400665" y="134493"/>
                  </a:lnTo>
                  <a:lnTo>
                    <a:pt x="10405744" y="132842"/>
                  </a:lnTo>
                  <a:lnTo>
                    <a:pt x="10410698" y="131063"/>
                  </a:lnTo>
                  <a:lnTo>
                    <a:pt x="10413365" y="125730"/>
                  </a:lnTo>
                  <a:lnTo>
                    <a:pt x="10411714" y="120776"/>
                  </a:lnTo>
                  <a:close/>
                </a:path>
                <a:path w="10424160" h="5213350">
                  <a:moveTo>
                    <a:pt x="10404602" y="113030"/>
                  </a:moveTo>
                  <a:lnTo>
                    <a:pt x="10394696" y="116332"/>
                  </a:lnTo>
                  <a:lnTo>
                    <a:pt x="10391902" y="121793"/>
                  </a:lnTo>
                  <a:lnTo>
                    <a:pt x="10393680" y="126746"/>
                  </a:lnTo>
                  <a:lnTo>
                    <a:pt x="10411333" y="120776"/>
                  </a:lnTo>
                  <a:lnTo>
                    <a:pt x="10411756" y="120776"/>
                  </a:lnTo>
                  <a:lnTo>
                    <a:pt x="10410063" y="115697"/>
                  </a:lnTo>
                  <a:lnTo>
                    <a:pt x="10404602" y="113030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02951" y="161544"/>
                  </a:lnTo>
                  <a:lnTo>
                    <a:pt x="10403459" y="166750"/>
                  </a:lnTo>
                  <a:lnTo>
                    <a:pt x="10408158" y="170561"/>
                  </a:lnTo>
                  <a:lnTo>
                    <a:pt x="10413365" y="169925"/>
                  </a:lnTo>
                  <a:lnTo>
                    <a:pt x="10418572" y="169418"/>
                  </a:lnTo>
                  <a:lnTo>
                    <a:pt x="10422382" y="164719"/>
                  </a:lnTo>
                  <a:lnTo>
                    <a:pt x="10422072" y="161544"/>
                  </a:lnTo>
                  <a:lnTo>
                    <a:pt x="10421997" y="160782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6540" y="150495"/>
                  </a:moveTo>
                  <a:lnTo>
                    <a:pt x="10411333" y="151003"/>
                  </a:lnTo>
                  <a:lnTo>
                    <a:pt x="10406126" y="151637"/>
                  </a:lnTo>
                  <a:lnTo>
                    <a:pt x="10402316" y="156210"/>
                  </a:lnTo>
                  <a:lnTo>
                    <a:pt x="10402630" y="159512"/>
                  </a:lnTo>
                  <a:lnTo>
                    <a:pt x="10402751" y="160782"/>
                  </a:lnTo>
                  <a:lnTo>
                    <a:pt x="10402824" y="161544"/>
                  </a:lnTo>
                  <a:lnTo>
                    <a:pt x="10409174" y="160782"/>
                  </a:lnTo>
                  <a:lnTo>
                    <a:pt x="10409967" y="160782"/>
                  </a:lnTo>
                  <a:lnTo>
                    <a:pt x="10415920" y="160147"/>
                  </a:lnTo>
                  <a:lnTo>
                    <a:pt x="10415524" y="160147"/>
                  </a:lnTo>
                  <a:lnTo>
                    <a:pt x="10421874" y="159512"/>
                  </a:lnTo>
                  <a:lnTo>
                    <a:pt x="10421239" y="154305"/>
                  </a:lnTo>
                  <a:lnTo>
                    <a:pt x="10416540" y="150495"/>
                  </a:lnTo>
                  <a:close/>
                </a:path>
                <a:path w="10424160" h="5213350">
                  <a:moveTo>
                    <a:pt x="10409967" y="160782"/>
                  </a:moveTo>
                  <a:lnTo>
                    <a:pt x="10409174" y="160782"/>
                  </a:lnTo>
                  <a:lnTo>
                    <a:pt x="10402951" y="161544"/>
                  </a:lnTo>
                  <a:lnTo>
                    <a:pt x="10409967" y="160782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15524" y="160147"/>
                  </a:lnTo>
                  <a:lnTo>
                    <a:pt x="10415920" y="160147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9841" y="188975"/>
                  </a:moveTo>
                  <a:lnTo>
                    <a:pt x="10409428" y="188975"/>
                  </a:lnTo>
                  <a:lnTo>
                    <a:pt x="10405110" y="193167"/>
                  </a:lnTo>
                  <a:lnTo>
                    <a:pt x="10405110" y="203708"/>
                  </a:lnTo>
                  <a:lnTo>
                    <a:pt x="10409428" y="208025"/>
                  </a:lnTo>
                  <a:lnTo>
                    <a:pt x="10419841" y="208025"/>
                  </a:lnTo>
                  <a:lnTo>
                    <a:pt x="10424160" y="203708"/>
                  </a:lnTo>
                  <a:lnTo>
                    <a:pt x="10424160" y="193167"/>
                  </a:lnTo>
                  <a:lnTo>
                    <a:pt x="10419841" y="188975"/>
                  </a:lnTo>
                  <a:close/>
                </a:path>
                <a:path w="10424160" h="5213350">
                  <a:moveTo>
                    <a:pt x="10419841" y="227075"/>
                  </a:moveTo>
                  <a:lnTo>
                    <a:pt x="10409428" y="227075"/>
                  </a:lnTo>
                  <a:lnTo>
                    <a:pt x="10405110" y="231394"/>
                  </a:lnTo>
                  <a:lnTo>
                    <a:pt x="10405110" y="241935"/>
                  </a:lnTo>
                  <a:lnTo>
                    <a:pt x="10409428" y="246125"/>
                  </a:lnTo>
                  <a:lnTo>
                    <a:pt x="10419841" y="246125"/>
                  </a:lnTo>
                  <a:lnTo>
                    <a:pt x="10424160" y="241935"/>
                  </a:lnTo>
                  <a:lnTo>
                    <a:pt x="10424160" y="231394"/>
                  </a:lnTo>
                  <a:lnTo>
                    <a:pt x="10419841" y="227075"/>
                  </a:lnTo>
                  <a:close/>
                </a:path>
                <a:path w="10424160" h="5213350">
                  <a:moveTo>
                    <a:pt x="10419841" y="265175"/>
                  </a:moveTo>
                  <a:lnTo>
                    <a:pt x="10409428" y="265175"/>
                  </a:lnTo>
                  <a:lnTo>
                    <a:pt x="10405110" y="269494"/>
                  </a:lnTo>
                  <a:lnTo>
                    <a:pt x="10405110" y="280035"/>
                  </a:lnTo>
                  <a:lnTo>
                    <a:pt x="10409428" y="284225"/>
                  </a:lnTo>
                  <a:lnTo>
                    <a:pt x="10419841" y="284225"/>
                  </a:lnTo>
                  <a:lnTo>
                    <a:pt x="10424160" y="280035"/>
                  </a:lnTo>
                  <a:lnTo>
                    <a:pt x="10424160" y="269494"/>
                  </a:lnTo>
                  <a:lnTo>
                    <a:pt x="10419841" y="265175"/>
                  </a:lnTo>
                  <a:close/>
                </a:path>
                <a:path w="10424160" h="5213350">
                  <a:moveTo>
                    <a:pt x="10419841" y="303275"/>
                  </a:moveTo>
                  <a:lnTo>
                    <a:pt x="10409428" y="303275"/>
                  </a:lnTo>
                  <a:lnTo>
                    <a:pt x="10405110" y="307594"/>
                  </a:lnTo>
                  <a:lnTo>
                    <a:pt x="10405110" y="318135"/>
                  </a:lnTo>
                  <a:lnTo>
                    <a:pt x="10409428" y="322453"/>
                  </a:lnTo>
                  <a:lnTo>
                    <a:pt x="10419841" y="322453"/>
                  </a:lnTo>
                  <a:lnTo>
                    <a:pt x="10424160" y="318135"/>
                  </a:lnTo>
                  <a:lnTo>
                    <a:pt x="10424160" y="312928"/>
                  </a:lnTo>
                  <a:lnTo>
                    <a:pt x="10411460" y="312928"/>
                  </a:lnTo>
                  <a:lnTo>
                    <a:pt x="10411460" y="312800"/>
                  </a:lnTo>
                  <a:lnTo>
                    <a:pt x="10424160" y="312800"/>
                  </a:lnTo>
                  <a:lnTo>
                    <a:pt x="10424160" y="307594"/>
                  </a:lnTo>
                  <a:lnTo>
                    <a:pt x="10419841" y="303275"/>
                  </a:lnTo>
                  <a:close/>
                </a:path>
                <a:path w="10424160" h="5213350">
                  <a:moveTo>
                    <a:pt x="10424160" y="312800"/>
                  </a:moveTo>
                  <a:lnTo>
                    <a:pt x="10417810" y="312800"/>
                  </a:lnTo>
                  <a:lnTo>
                    <a:pt x="10417810" y="312928"/>
                  </a:lnTo>
                  <a:lnTo>
                    <a:pt x="10424160" y="312928"/>
                  </a:lnTo>
                  <a:lnTo>
                    <a:pt x="10424160" y="312800"/>
                  </a:lnTo>
                  <a:close/>
                </a:path>
                <a:path w="10424160" h="5213350">
                  <a:moveTo>
                    <a:pt x="10419841" y="341503"/>
                  </a:moveTo>
                  <a:lnTo>
                    <a:pt x="10409428" y="341503"/>
                  </a:lnTo>
                  <a:lnTo>
                    <a:pt x="10405110" y="345694"/>
                  </a:lnTo>
                  <a:lnTo>
                    <a:pt x="10405110" y="356235"/>
                  </a:lnTo>
                  <a:lnTo>
                    <a:pt x="10409428" y="360553"/>
                  </a:lnTo>
                  <a:lnTo>
                    <a:pt x="10419841" y="360553"/>
                  </a:lnTo>
                  <a:lnTo>
                    <a:pt x="10424160" y="356235"/>
                  </a:lnTo>
                  <a:lnTo>
                    <a:pt x="10424160" y="345694"/>
                  </a:lnTo>
                  <a:lnTo>
                    <a:pt x="10419841" y="341503"/>
                  </a:lnTo>
                  <a:close/>
                </a:path>
                <a:path w="10424160" h="5213350">
                  <a:moveTo>
                    <a:pt x="10419841" y="379603"/>
                  </a:moveTo>
                  <a:lnTo>
                    <a:pt x="10409428" y="379603"/>
                  </a:lnTo>
                  <a:lnTo>
                    <a:pt x="10405110" y="383794"/>
                  </a:lnTo>
                  <a:lnTo>
                    <a:pt x="10405110" y="394335"/>
                  </a:lnTo>
                  <a:lnTo>
                    <a:pt x="10409428" y="398653"/>
                  </a:lnTo>
                  <a:lnTo>
                    <a:pt x="10419841" y="398653"/>
                  </a:lnTo>
                  <a:lnTo>
                    <a:pt x="10424160" y="394335"/>
                  </a:lnTo>
                  <a:lnTo>
                    <a:pt x="10424160" y="383794"/>
                  </a:lnTo>
                  <a:lnTo>
                    <a:pt x="10419841" y="379603"/>
                  </a:lnTo>
                  <a:close/>
                </a:path>
                <a:path w="10424160" h="5213350">
                  <a:moveTo>
                    <a:pt x="10419841" y="417703"/>
                  </a:moveTo>
                  <a:lnTo>
                    <a:pt x="10409428" y="417703"/>
                  </a:lnTo>
                  <a:lnTo>
                    <a:pt x="10405110" y="421894"/>
                  </a:lnTo>
                  <a:lnTo>
                    <a:pt x="10405110" y="432435"/>
                  </a:lnTo>
                  <a:lnTo>
                    <a:pt x="10409428" y="436753"/>
                  </a:lnTo>
                  <a:lnTo>
                    <a:pt x="10419841" y="436753"/>
                  </a:lnTo>
                  <a:lnTo>
                    <a:pt x="10424160" y="432435"/>
                  </a:lnTo>
                  <a:lnTo>
                    <a:pt x="10424160" y="421894"/>
                  </a:lnTo>
                  <a:lnTo>
                    <a:pt x="10419841" y="417703"/>
                  </a:lnTo>
                  <a:close/>
                </a:path>
                <a:path w="10424160" h="5213350">
                  <a:moveTo>
                    <a:pt x="10419841" y="455803"/>
                  </a:moveTo>
                  <a:lnTo>
                    <a:pt x="10409428" y="455803"/>
                  </a:lnTo>
                  <a:lnTo>
                    <a:pt x="10405110" y="460121"/>
                  </a:lnTo>
                  <a:lnTo>
                    <a:pt x="10405110" y="470662"/>
                  </a:lnTo>
                  <a:lnTo>
                    <a:pt x="10409428" y="474853"/>
                  </a:lnTo>
                  <a:lnTo>
                    <a:pt x="10419841" y="474853"/>
                  </a:lnTo>
                  <a:lnTo>
                    <a:pt x="10424160" y="470662"/>
                  </a:lnTo>
                  <a:lnTo>
                    <a:pt x="10424160" y="460121"/>
                  </a:lnTo>
                  <a:lnTo>
                    <a:pt x="10419841" y="455803"/>
                  </a:lnTo>
                  <a:close/>
                </a:path>
                <a:path w="10424160" h="5213350">
                  <a:moveTo>
                    <a:pt x="10419841" y="493903"/>
                  </a:moveTo>
                  <a:lnTo>
                    <a:pt x="10409428" y="493903"/>
                  </a:lnTo>
                  <a:lnTo>
                    <a:pt x="10405110" y="498221"/>
                  </a:lnTo>
                  <a:lnTo>
                    <a:pt x="10405110" y="508762"/>
                  </a:lnTo>
                  <a:lnTo>
                    <a:pt x="10409428" y="512953"/>
                  </a:lnTo>
                  <a:lnTo>
                    <a:pt x="10419841" y="512953"/>
                  </a:lnTo>
                  <a:lnTo>
                    <a:pt x="10424160" y="508762"/>
                  </a:lnTo>
                  <a:lnTo>
                    <a:pt x="10424160" y="498221"/>
                  </a:lnTo>
                  <a:lnTo>
                    <a:pt x="10419841" y="493903"/>
                  </a:lnTo>
                  <a:close/>
                </a:path>
                <a:path w="10424160" h="5213350">
                  <a:moveTo>
                    <a:pt x="10419841" y="532003"/>
                  </a:moveTo>
                  <a:lnTo>
                    <a:pt x="10409428" y="532003"/>
                  </a:lnTo>
                  <a:lnTo>
                    <a:pt x="10405110" y="536321"/>
                  </a:lnTo>
                  <a:lnTo>
                    <a:pt x="10405110" y="546862"/>
                  </a:lnTo>
                  <a:lnTo>
                    <a:pt x="10409428" y="551053"/>
                  </a:lnTo>
                  <a:lnTo>
                    <a:pt x="10419841" y="551053"/>
                  </a:lnTo>
                  <a:lnTo>
                    <a:pt x="10424160" y="546862"/>
                  </a:lnTo>
                  <a:lnTo>
                    <a:pt x="10424160" y="536321"/>
                  </a:lnTo>
                  <a:lnTo>
                    <a:pt x="10419841" y="532003"/>
                  </a:lnTo>
                  <a:close/>
                </a:path>
                <a:path w="10424160" h="5213350">
                  <a:moveTo>
                    <a:pt x="10419841" y="570103"/>
                  </a:moveTo>
                  <a:lnTo>
                    <a:pt x="10409428" y="570103"/>
                  </a:lnTo>
                  <a:lnTo>
                    <a:pt x="10405110" y="574421"/>
                  </a:lnTo>
                  <a:lnTo>
                    <a:pt x="10405110" y="584962"/>
                  </a:lnTo>
                  <a:lnTo>
                    <a:pt x="10409428" y="589280"/>
                  </a:lnTo>
                  <a:lnTo>
                    <a:pt x="10419841" y="589280"/>
                  </a:lnTo>
                  <a:lnTo>
                    <a:pt x="10424160" y="584962"/>
                  </a:lnTo>
                  <a:lnTo>
                    <a:pt x="10424160" y="574421"/>
                  </a:lnTo>
                  <a:lnTo>
                    <a:pt x="10419841" y="570103"/>
                  </a:lnTo>
                  <a:close/>
                </a:path>
                <a:path w="10424160" h="5213350">
                  <a:moveTo>
                    <a:pt x="10419841" y="608330"/>
                  </a:moveTo>
                  <a:lnTo>
                    <a:pt x="10409428" y="608330"/>
                  </a:lnTo>
                  <a:lnTo>
                    <a:pt x="10405110" y="612521"/>
                  </a:lnTo>
                  <a:lnTo>
                    <a:pt x="10405110" y="623062"/>
                  </a:lnTo>
                  <a:lnTo>
                    <a:pt x="10409428" y="627380"/>
                  </a:lnTo>
                  <a:lnTo>
                    <a:pt x="10419841" y="627380"/>
                  </a:lnTo>
                  <a:lnTo>
                    <a:pt x="10424160" y="623062"/>
                  </a:lnTo>
                  <a:lnTo>
                    <a:pt x="10424160" y="612521"/>
                  </a:lnTo>
                  <a:lnTo>
                    <a:pt x="10419841" y="608330"/>
                  </a:lnTo>
                  <a:close/>
                </a:path>
                <a:path w="10424160" h="5213350">
                  <a:moveTo>
                    <a:pt x="10419841" y="646430"/>
                  </a:moveTo>
                  <a:lnTo>
                    <a:pt x="10409428" y="646430"/>
                  </a:lnTo>
                  <a:lnTo>
                    <a:pt x="10405110" y="650621"/>
                  </a:lnTo>
                  <a:lnTo>
                    <a:pt x="10405110" y="661162"/>
                  </a:lnTo>
                  <a:lnTo>
                    <a:pt x="10409428" y="665480"/>
                  </a:lnTo>
                  <a:lnTo>
                    <a:pt x="10419841" y="665480"/>
                  </a:lnTo>
                  <a:lnTo>
                    <a:pt x="10424160" y="661162"/>
                  </a:lnTo>
                  <a:lnTo>
                    <a:pt x="10424160" y="650621"/>
                  </a:lnTo>
                  <a:lnTo>
                    <a:pt x="10419841" y="646430"/>
                  </a:lnTo>
                  <a:close/>
                </a:path>
                <a:path w="10424160" h="5213350">
                  <a:moveTo>
                    <a:pt x="10419841" y="684530"/>
                  </a:moveTo>
                  <a:lnTo>
                    <a:pt x="10409428" y="684530"/>
                  </a:lnTo>
                  <a:lnTo>
                    <a:pt x="10405110" y="688721"/>
                  </a:lnTo>
                  <a:lnTo>
                    <a:pt x="10405110" y="699262"/>
                  </a:lnTo>
                  <a:lnTo>
                    <a:pt x="10409428" y="703580"/>
                  </a:lnTo>
                  <a:lnTo>
                    <a:pt x="10419841" y="703580"/>
                  </a:lnTo>
                  <a:lnTo>
                    <a:pt x="10424160" y="699262"/>
                  </a:lnTo>
                  <a:lnTo>
                    <a:pt x="10424160" y="688721"/>
                  </a:lnTo>
                  <a:lnTo>
                    <a:pt x="10419841" y="684530"/>
                  </a:lnTo>
                  <a:close/>
                </a:path>
                <a:path w="10424160" h="5213350">
                  <a:moveTo>
                    <a:pt x="10419841" y="722630"/>
                  </a:moveTo>
                  <a:lnTo>
                    <a:pt x="10409428" y="722630"/>
                  </a:lnTo>
                  <a:lnTo>
                    <a:pt x="10405110" y="726948"/>
                  </a:lnTo>
                  <a:lnTo>
                    <a:pt x="10405110" y="737488"/>
                  </a:lnTo>
                  <a:lnTo>
                    <a:pt x="10409428" y="741680"/>
                  </a:lnTo>
                  <a:lnTo>
                    <a:pt x="10419841" y="741680"/>
                  </a:lnTo>
                  <a:lnTo>
                    <a:pt x="10424160" y="737488"/>
                  </a:lnTo>
                  <a:lnTo>
                    <a:pt x="10424160" y="726948"/>
                  </a:lnTo>
                  <a:lnTo>
                    <a:pt x="10419841" y="722630"/>
                  </a:lnTo>
                  <a:close/>
                </a:path>
                <a:path w="10424160" h="5213350">
                  <a:moveTo>
                    <a:pt x="10419841" y="760730"/>
                  </a:moveTo>
                  <a:lnTo>
                    <a:pt x="10409428" y="760730"/>
                  </a:lnTo>
                  <a:lnTo>
                    <a:pt x="10405110" y="765048"/>
                  </a:lnTo>
                  <a:lnTo>
                    <a:pt x="10405110" y="775588"/>
                  </a:lnTo>
                  <a:lnTo>
                    <a:pt x="10409428" y="779780"/>
                  </a:lnTo>
                  <a:lnTo>
                    <a:pt x="10419841" y="779780"/>
                  </a:lnTo>
                  <a:lnTo>
                    <a:pt x="10424160" y="775588"/>
                  </a:lnTo>
                  <a:lnTo>
                    <a:pt x="10424160" y="765048"/>
                  </a:lnTo>
                  <a:lnTo>
                    <a:pt x="10419841" y="760730"/>
                  </a:lnTo>
                  <a:close/>
                </a:path>
                <a:path w="10424160" h="5213350">
                  <a:moveTo>
                    <a:pt x="10419841" y="798830"/>
                  </a:moveTo>
                  <a:lnTo>
                    <a:pt x="10409428" y="798830"/>
                  </a:lnTo>
                  <a:lnTo>
                    <a:pt x="10405110" y="803148"/>
                  </a:lnTo>
                  <a:lnTo>
                    <a:pt x="10405110" y="813688"/>
                  </a:lnTo>
                  <a:lnTo>
                    <a:pt x="10409428" y="817880"/>
                  </a:lnTo>
                  <a:lnTo>
                    <a:pt x="10419841" y="817880"/>
                  </a:lnTo>
                  <a:lnTo>
                    <a:pt x="10424160" y="813688"/>
                  </a:lnTo>
                  <a:lnTo>
                    <a:pt x="10424160" y="803148"/>
                  </a:lnTo>
                  <a:lnTo>
                    <a:pt x="10419841" y="798830"/>
                  </a:lnTo>
                  <a:close/>
                </a:path>
                <a:path w="10424160" h="5213350">
                  <a:moveTo>
                    <a:pt x="10419841" y="836930"/>
                  </a:moveTo>
                  <a:lnTo>
                    <a:pt x="10409428" y="836930"/>
                  </a:lnTo>
                  <a:lnTo>
                    <a:pt x="10405110" y="841248"/>
                  </a:lnTo>
                  <a:lnTo>
                    <a:pt x="10405110" y="851788"/>
                  </a:lnTo>
                  <a:lnTo>
                    <a:pt x="10409428" y="856107"/>
                  </a:lnTo>
                  <a:lnTo>
                    <a:pt x="10419841" y="856107"/>
                  </a:lnTo>
                  <a:lnTo>
                    <a:pt x="10424160" y="851788"/>
                  </a:lnTo>
                  <a:lnTo>
                    <a:pt x="10424160" y="841248"/>
                  </a:lnTo>
                  <a:lnTo>
                    <a:pt x="10419841" y="836930"/>
                  </a:lnTo>
                  <a:close/>
                </a:path>
                <a:path w="10424160" h="5213350">
                  <a:moveTo>
                    <a:pt x="10419841" y="875157"/>
                  </a:moveTo>
                  <a:lnTo>
                    <a:pt x="10409428" y="875157"/>
                  </a:lnTo>
                  <a:lnTo>
                    <a:pt x="10405110" y="879348"/>
                  </a:lnTo>
                  <a:lnTo>
                    <a:pt x="10405110" y="889888"/>
                  </a:lnTo>
                  <a:lnTo>
                    <a:pt x="10409428" y="894207"/>
                  </a:lnTo>
                  <a:lnTo>
                    <a:pt x="10419841" y="894207"/>
                  </a:lnTo>
                  <a:lnTo>
                    <a:pt x="10424160" y="889888"/>
                  </a:lnTo>
                  <a:lnTo>
                    <a:pt x="10424160" y="879348"/>
                  </a:lnTo>
                  <a:lnTo>
                    <a:pt x="10419841" y="875157"/>
                  </a:lnTo>
                  <a:close/>
                </a:path>
                <a:path w="10424160" h="5213350">
                  <a:moveTo>
                    <a:pt x="10419841" y="913257"/>
                  </a:moveTo>
                  <a:lnTo>
                    <a:pt x="10409428" y="913257"/>
                  </a:lnTo>
                  <a:lnTo>
                    <a:pt x="10405110" y="917448"/>
                  </a:lnTo>
                  <a:lnTo>
                    <a:pt x="10405110" y="927988"/>
                  </a:lnTo>
                  <a:lnTo>
                    <a:pt x="10409428" y="932307"/>
                  </a:lnTo>
                  <a:lnTo>
                    <a:pt x="10419841" y="932307"/>
                  </a:lnTo>
                  <a:lnTo>
                    <a:pt x="10424160" y="927988"/>
                  </a:lnTo>
                  <a:lnTo>
                    <a:pt x="10424160" y="917448"/>
                  </a:lnTo>
                  <a:lnTo>
                    <a:pt x="10419841" y="913257"/>
                  </a:lnTo>
                  <a:close/>
                </a:path>
                <a:path w="10424160" h="5213350">
                  <a:moveTo>
                    <a:pt x="10419841" y="951357"/>
                  </a:moveTo>
                  <a:lnTo>
                    <a:pt x="10409428" y="951357"/>
                  </a:lnTo>
                  <a:lnTo>
                    <a:pt x="10405110" y="955548"/>
                  </a:lnTo>
                  <a:lnTo>
                    <a:pt x="10405110" y="966088"/>
                  </a:lnTo>
                  <a:lnTo>
                    <a:pt x="10409428" y="970407"/>
                  </a:lnTo>
                  <a:lnTo>
                    <a:pt x="10419841" y="970407"/>
                  </a:lnTo>
                  <a:lnTo>
                    <a:pt x="10424160" y="966088"/>
                  </a:lnTo>
                  <a:lnTo>
                    <a:pt x="10424160" y="955548"/>
                  </a:lnTo>
                  <a:lnTo>
                    <a:pt x="10419841" y="951357"/>
                  </a:lnTo>
                  <a:close/>
                </a:path>
                <a:path w="10424160" h="5213350">
                  <a:moveTo>
                    <a:pt x="10419841" y="989457"/>
                  </a:moveTo>
                  <a:lnTo>
                    <a:pt x="10409428" y="989457"/>
                  </a:lnTo>
                  <a:lnTo>
                    <a:pt x="10405110" y="993775"/>
                  </a:lnTo>
                  <a:lnTo>
                    <a:pt x="10405110" y="1004316"/>
                  </a:lnTo>
                  <a:lnTo>
                    <a:pt x="10409428" y="1008507"/>
                  </a:lnTo>
                  <a:lnTo>
                    <a:pt x="10419841" y="1008507"/>
                  </a:lnTo>
                  <a:lnTo>
                    <a:pt x="10424160" y="1004316"/>
                  </a:lnTo>
                  <a:lnTo>
                    <a:pt x="10424160" y="993775"/>
                  </a:lnTo>
                  <a:lnTo>
                    <a:pt x="10419841" y="989457"/>
                  </a:lnTo>
                  <a:close/>
                </a:path>
                <a:path w="10424160" h="5213350">
                  <a:moveTo>
                    <a:pt x="10419841" y="1027557"/>
                  </a:moveTo>
                  <a:lnTo>
                    <a:pt x="10409428" y="1027557"/>
                  </a:lnTo>
                  <a:lnTo>
                    <a:pt x="10405110" y="1031875"/>
                  </a:lnTo>
                  <a:lnTo>
                    <a:pt x="10405110" y="1042416"/>
                  </a:lnTo>
                  <a:lnTo>
                    <a:pt x="10409428" y="1046607"/>
                  </a:lnTo>
                  <a:lnTo>
                    <a:pt x="10419841" y="1046607"/>
                  </a:lnTo>
                  <a:lnTo>
                    <a:pt x="10424160" y="1042416"/>
                  </a:lnTo>
                  <a:lnTo>
                    <a:pt x="10424160" y="1031875"/>
                  </a:lnTo>
                  <a:lnTo>
                    <a:pt x="10419841" y="1027557"/>
                  </a:lnTo>
                  <a:close/>
                </a:path>
                <a:path w="10424160" h="5213350">
                  <a:moveTo>
                    <a:pt x="10419841" y="1065657"/>
                  </a:moveTo>
                  <a:lnTo>
                    <a:pt x="10409428" y="1065657"/>
                  </a:lnTo>
                  <a:lnTo>
                    <a:pt x="10405110" y="1069975"/>
                  </a:lnTo>
                  <a:lnTo>
                    <a:pt x="10405110" y="1080516"/>
                  </a:lnTo>
                  <a:lnTo>
                    <a:pt x="10409428" y="1084834"/>
                  </a:lnTo>
                  <a:lnTo>
                    <a:pt x="10419841" y="1084834"/>
                  </a:lnTo>
                  <a:lnTo>
                    <a:pt x="10424160" y="1080516"/>
                  </a:lnTo>
                  <a:lnTo>
                    <a:pt x="10424160" y="1069975"/>
                  </a:lnTo>
                  <a:lnTo>
                    <a:pt x="10419841" y="1065657"/>
                  </a:lnTo>
                  <a:close/>
                </a:path>
                <a:path w="10424160" h="5213350">
                  <a:moveTo>
                    <a:pt x="10419841" y="1103884"/>
                  </a:moveTo>
                  <a:lnTo>
                    <a:pt x="10409428" y="1103884"/>
                  </a:lnTo>
                  <a:lnTo>
                    <a:pt x="10405110" y="1108075"/>
                  </a:lnTo>
                  <a:lnTo>
                    <a:pt x="10405110" y="1118616"/>
                  </a:lnTo>
                  <a:lnTo>
                    <a:pt x="10409428" y="1122934"/>
                  </a:lnTo>
                  <a:lnTo>
                    <a:pt x="10419841" y="1122934"/>
                  </a:lnTo>
                  <a:lnTo>
                    <a:pt x="10424160" y="1118616"/>
                  </a:lnTo>
                  <a:lnTo>
                    <a:pt x="10424160" y="1108075"/>
                  </a:lnTo>
                  <a:lnTo>
                    <a:pt x="10419841" y="1103884"/>
                  </a:lnTo>
                  <a:close/>
                </a:path>
                <a:path w="10424160" h="5213350">
                  <a:moveTo>
                    <a:pt x="10419841" y="1141984"/>
                  </a:moveTo>
                  <a:lnTo>
                    <a:pt x="10409428" y="1141984"/>
                  </a:lnTo>
                  <a:lnTo>
                    <a:pt x="10405110" y="1146175"/>
                  </a:lnTo>
                  <a:lnTo>
                    <a:pt x="10405110" y="1156716"/>
                  </a:lnTo>
                  <a:lnTo>
                    <a:pt x="10409428" y="1161034"/>
                  </a:lnTo>
                  <a:lnTo>
                    <a:pt x="10419841" y="1161034"/>
                  </a:lnTo>
                  <a:lnTo>
                    <a:pt x="10424160" y="1156716"/>
                  </a:lnTo>
                  <a:lnTo>
                    <a:pt x="10424160" y="1146175"/>
                  </a:lnTo>
                  <a:lnTo>
                    <a:pt x="10419841" y="1141984"/>
                  </a:lnTo>
                  <a:close/>
                </a:path>
                <a:path w="10424160" h="5213350">
                  <a:moveTo>
                    <a:pt x="10419841" y="1180084"/>
                  </a:moveTo>
                  <a:lnTo>
                    <a:pt x="10409428" y="1180084"/>
                  </a:lnTo>
                  <a:lnTo>
                    <a:pt x="10405110" y="1184275"/>
                  </a:lnTo>
                  <a:lnTo>
                    <a:pt x="10405110" y="1194816"/>
                  </a:lnTo>
                  <a:lnTo>
                    <a:pt x="10409428" y="1199134"/>
                  </a:lnTo>
                  <a:lnTo>
                    <a:pt x="10419841" y="1199134"/>
                  </a:lnTo>
                  <a:lnTo>
                    <a:pt x="10424160" y="1194816"/>
                  </a:lnTo>
                  <a:lnTo>
                    <a:pt x="10424160" y="1184275"/>
                  </a:lnTo>
                  <a:lnTo>
                    <a:pt x="10419841" y="1180084"/>
                  </a:lnTo>
                  <a:close/>
                </a:path>
                <a:path w="10424160" h="5213350">
                  <a:moveTo>
                    <a:pt x="10419841" y="1218184"/>
                  </a:moveTo>
                  <a:lnTo>
                    <a:pt x="10409428" y="1218184"/>
                  </a:lnTo>
                  <a:lnTo>
                    <a:pt x="10405110" y="1222502"/>
                  </a:lnTo>
                  <a:lnTo>
                    <a:pt x="10405110" y="1233043"/>
                  </a:lnTo>
                  <a:lnTo>
                    <a:pt x="10409428" y="1237234"/>
                  </a:lnTo>
                  <a:lnTo>
                    <a:pt x="10419841" y="1237234"/>
                  </a:lnTo>
                  <a:lnTo>
                    <a:pt x="10424160" y="1233043"/>
                  </a:lnTo>
                  <a:lnTo>
                    <a:pt x="10424160" y="1222502"/>
                  </a:lnTo>
                  <a:lnTo>
                    <a:pt x="10419841" y="1218184"/>
                  </a:lnTo>
                  <a:close/>
                </a:path>
                <a:path w="10424160" h="5213350">
                  <a:moveTo>
                    <a:pt x="10419841" y="1256284"/>
                  </a:moveTo>
                  <a:lnTo>
                    <a:pt x="10409428" y="1256284"/>
                  </a:lnTo>
                  <a:lnTo>
                    <a:pt x="10405110" y="1260602"/>
                  </a:lnTo>
                  <a:lnTo>
                    <a:pt x="10405110" y="1271143"/>
                  </a:lnTo>
                  <a:lnTo>
                    <a:pt x="10409428" y="1275334"/>
                  </a:lnTo>
                  <a:lnTo>
                    <a:pt x="10419841" y="1275334"/>
                  </a:lnTo>
                  <a:lnTo>
                    <a:pt x="10424160" y="1271143"/>
                  </a:lnTo>
                  <a:lnTo>
                    <a:pt x="10424160" y="1260602"/>
                  </a:lnTo>
                  <a:lnTo>
                    <a:pt x="10419841" y="1256284"/>
                  </a:lnTo>
                  <a:close/>
                </a:path>
                <a:path w="10424160" h="5213350">
                  <a:moveTo>
                    <a:pt x="10419841" y="1294384"/>
                  </a:moveTo>
                  <a:lnTo>
                    <a:pt x="10409428" y="1294384"/>
                  </a:lnTo>
                  <a:lnTo>
                    <a:pt x="10405110" y="1298702"/>
                  </a:lnTo>
                  <a:lnTo>
                    <a:pt x="10405110" y="1309243"/>
                  </a:lnTo>
                  <a:lnTo>
                    <a:pt x="10409428" y="1313434"/>
                  </a:lnTo>
                  <a:lnTo>
                    <a:pt x="10419841" y="1313434"/>
                  </a:lnTo>
                  <a:lnTo>
                    <a:pt x="10424160" y="1309243"/>
                  </a:lnTo>
                  <a:lnTo>
                    <a:pt x="10424160" y="1298702"/>
                  </a:lnTo>
                  <a:lnTo>
                    <a:pt x="10419841" y="1294384"/>
                  </a:lnTo>
                  <a:close/>
                </a:path>
                <a:path w="10424160" h="5213350">
                  <a:moveTo>
                    <a:pt x="10419841" y="1332484"/>
                  </a:moveTo>
                  <a:lnTo>
                    <a:pt x="10409428" y="1332484"/>
                  </a:lnTo>
                  <a:lnTo>
                    <a:pt x="10405110" y="1336802"/>
                  </a:lnTo>
                  <a:lnTo>
                    <a:pt x="10405110" y="1347343"/>
                  </a:lnTo>
                  <a:lnTo>
                    <a:pt x="10409428" y="1351661"/>
                  </a:lnTo>
                  <a:lnTo>
                    <a:pt x="10419841" y="1351661"/>
                  </a:lnTo>
                  <a:lnTo>
                    <a:pt x="10424160" y="1347343"/>
                  </a:lnTo>
                  <a:lnTo>
                    <a:pt x="10424160" y="1336802"/>
                  </a:lnTo>
                  <a:lnTo>
                    <a:pt x="10419841" y="1332484"/>
                  </a:lnTo>
                  <a:close/>
                </a:path>
                <a:path w="10424160" h="5213350">
                  <a:moveTo>
                    <a:pt x="10419841" y="1370711"/>
                  </a:moveTo>
                  <a:lnTo>
                    <a:pt x="10409428" y="1370711"/>
                  </a:lnTo>
                  <a:lnTo>
                    <a:pt x="10405110" y="1374902"/>
                  </a:lnTo>
                  <a:lnTo>
                    <a:pt x="10405110" y="1385443"/>
                  </a:lnTo>
                  <a:lnTo>
                    <a:pt x="10409428" y="1389761"/>
                  </a:lnTo>
                  <a:lnTo>
                    <a:pt x="10419841" y="1389761"/>
                  </a:lnTo>
                  <a:lnTo>
                    <a:pt x="10424160" y="1385443"/>
                  </a:lnTo>
                  <a:lnTo>
                    <a:pt x="10424160" y="1374902"/>
                  </a:lnTo>
                  <a:lnTo>
                    <a:pt x="10419841" y="1370711"/>
                  </a:lnTo>
                  <a:close/>
                </a:path>
                <a:path w="10424160" h="5213350">
                  <a:moveTo>
                    <a:pt x="10419841" y="1408811"/>
                  </a:moveTo>
                  <a:lnTo>
                    <a:pt x="10409428" y="1408811"/>
                  </a:lnTo>
                  <a:lnTo>
                    <a:pt x="10405110" y="1413002"/>
                  </a:lnTo>
                  <a:lnTo>
                    <a:pt x="10405110" y="1423543"/>
                  </a:lnTo>
                  <a:lnTo>
                    <a:pt x="10409428" y="1427861"/>
                  </a:lnTo>
                  <a:lnTo>
                    <a:pt x="10419841" y="1427861"/>
                  </a:lnTo>
                  <a:lnTo>
                    <a:pt x="10424160" y="1423543"/>
                  </a:lnTo>
                  <a:lnTo>
                    <a:pt x="10424160" y="1413002"/>
                  </a:lnTo>
                  <a:lnTo>
                    <a:pt x="10419841" y="1408811"/>
                  </a:lnTo>
                  <a:close/>
                </a:path>
                <a:path w="10424160" h="5213350">
                  <a:moveTo>
                    <a:pt x="10419841" y="1446911"/>
                  </a:moveTo>
                  <a:lnTo>
                    <a:pt x="10409428" y="1446911"/>
                  </a:lnTo>
                  <a:lnTo>
                    <a:pt x="10405110" y="1451102"/>
                  </a:lnTo>
                  <a:lnTo>
                    <a:pt x="10405110" y="1461643"/>
                  </a:lnTo>
                  <a:lnTo>
                    <a:pt x="10409428" y="1465961"/>
                  </a:lnTo>
                  <a:lnTo>
                    <a:pt x="10419841" y="1465961"/>
                  </a:lnTo>
                  <a:lnTo>
                    <a:pt x="10424160" y="1461643"/>
                  </a:lnTo>
                  <a:lnTo>
                    <a:pt x="10424160" y="1451102"/>
                  </a:lnTo>
                  <a:lnTo>
                    <a:pt x="10419841" y="1446911"/>
                  </a:lnTo>
                  <a:close/>
                </a:path>
                <a:path w="10424160" h="5213350">
                  <a:moveTo>
                    <a:pt x="10419841" y="1485011"/>
                  </a:moveTo>
                  <a:lnTo>
                    <a:pt x="10409428" y="1485011"/>
                  </a:lnTo>
                  <a:lnTo>
                    <a:pt x="10405110" y="1489329"/>
                  </a:lnTo>
                  <a:lnTo>
                    <a:pt x="10405110" y="1499870"/>
                  </a:lnTo>
                  <a:lnTo>
                    <a:pt x="10409428" y="1504061"/>
                  </a:lnTo>
                  <a:lnTo>
                    <a:pt x="10419841" y="1504061"/>
                  </a:lnTo>
                  <a:lnTo>
                    <a:pt x="10424160" y="1499870"/>
                  </a:lnTo>
                  <a:lnTo>
                    <a:pt x="10424160" y="1489329"/>
                  </a:lnTo>
                  <a:lnTo>
                    <a:pt x="10419841" y="1485011"/>
                  </a:lnTo>
                  <a:close/>
                </a:path>
                <a:path w="10424160" h="5213350">
                  <a:moveTo>
                    <a:pt x="10419841" y="1523111"/>
                  </a:moveTo>
                  <a:lnTo>
                    <a:pt x="10409428" y="1523111"/>
                  </a:lnTo>
                  <a:lnTo>
                    <a:pt x="10405110" y="1527429"/>
                  </a:lnTo>
                  <a:lnTo>
                    <a:pt x="10405110" y="1537970"/>
                  </a:lnTo>
                  <a:lnTo>
                    <a:pt x="10409428" y="1542161"/>
                  </a:lnTo>
                  <a:lnTo>
                    <a:pt x="10419841" y="1542161"/>
                  </a:lnTo>
                  <a:lnTo>
                    <a:pt x="10424160" y="1537970"/>
                  </a:lnTo>
                  <a:lnTo>
                    <a:pt x="10424160" y="1527429"/>
                  </a:lnTo>
                  <a:lnTo>
                    <a:pt x="10419841" y="1523111"/>
                  </a:lnTo>
                  <a:close/>
                </a:path>
                <a:path w="10424160" h="5213350">
                  <a:moveTo>
                    <a:pt x="10419841" y="1561211"/>
                  </a:moveTo>
                  <a:lnTo>
                    <a:pt x="10409428" y="1561211"/>
                  </a:lnTo>
                  <a:lnTo>
                    <a:pt x="10405110" y="1565529"/>
                  </a:lnTo>
                  <a:lnTo>
                    <a:pt x="10405110" y="1576070"/>
                  </a:lnTo>
                  <a:lnTo>
                    <a:pt x="10409428" y="1580261"/>
                  </a:lnTo>
                  <a:lnTo>
                    <a:pt x="10419841" y="1580261"/>
                  </a:lnTo>
                  <a:lnTo>
                    <a:pt x="10424160" y="1576070"/>
                  </a:lnTo>
                  <a:lnTo>
                    <a:pt x="10424160" y="1565529"/>
                  </a:lnTo>
                  <a:lnTo>
                    <a:pt x="10419841" y="1561211"/>
                  </a:lnTo>
                  <a:close/>
                </a:path>
                <a:path w="10424160" h="5213350">
                  <a:moveTo>
                    <a:pt x="10419841" y="1599311"/>
                  </a:moveTo>
                  <a:lnTo>
                    <a:pt x="10409428" y="1599311"/>
                  </a:lnTo>
                  <a:lnTo>
                    <a:pt x="10405110" y="1603629"/>
                  </a:lnTo>
                  <a:lnTo>
                    <a:pt x="10405110" y="1614170"/>
                  </a:lnTo>
                  <a:lnTo>
                    <a:pt x="10409428" y="1618488"/>
                  </a:lnTo>
                  <a:lnTo>
                    <a:pt x="10419841" y="1618488"/>
                  </a:lnTo>
                  <a:lnTo>
                    <a:pt x="10424160" y="1614170"/>
                  </a:lnTo>
                  <a:lnTo>
                    <a:pt x="10424160" y="1603629"/>
                  </a:lnTo>
                  <a:lnTo>
                    <a:pt x="10419841" y="1599311"/>
                  </a:lnTo>
                  <a:close/>
                </a:path>
                <a:path w="10424160" h="5213350">
                  <a:moveTo>
                    <a:pt x="10419841" y="1637538"/>
                  </a:moveTo>
                  <a:lnTo>
                    <a:pt x="10409428" y="1637538"/>
                  </a:lnTo>
                  <a:lnTo>
                    <a:pt x="10405110" y="1641729"/>
                  </a:lnTo>
                  <a:lnTo>
                    <a:pt x="10405110" y="1652270"/>
                  </a:lnTo>
                  <a:lnTo>
                    <a:pt x="10409428" y="1656588"/>
                  </a:lnTo>
                  <a:lnTo>
                    <a:pt x="10419841" y="1656588"/>
                  </a:lnTo>
                  <a:lnTo>
                    <a:pt x="10424160" y="1652270"/>
                  </a:lnTo>
                  <a:lnTo>
                    <a:pt x="10424160" y="1641729"/>
                  </a:lnTo>
                  <a:lnTo>
                    <a:pt x="10419841" y="1637538"/>
                  </a:lnTo>
                  <a:close/>
                </a:path>
                <a:path w="10424160" h="5213350">
                  <a:moveTo>
                    <a:pt x="10419841" y="1675638"/>
                  </a:moveTo>
                  <a:lnTo>
                    <a:pt x="10409428" y="1675638"/>
                  </a:lnTo>
                  <a:lnTo>
                    <a:pt x="10405110" y="1679829"/>
                  </a:lnTo>
                  <a:lnTo>
                    <a:pt x="10405110" y="1690370"/>
                  </a:lnTo>
                  <a:lnTo>
                    <a:pt x="10409428" y="1694688"/>
                  </a:lnTo>
                  <a:lnTo>
                    <a:pt x="10419841" y="1694688"/>
                  </a:lnTo>
                  <a:lnTo>
                    <a:pt x="10424160" y="1690370"/>
                  </a:lnTo>
                  <a:lnTo>
                    <a:pt x="10424160" y="1679829"/>
                  </a:lnTo>
                  <a:lnTo>
                    <a:pt x="10419841" y="1675638"/>
                  </a:lnTo>
                  <a:close/>
                </a:path>
                <a:path w="10424160" h="5213350">
                  <a:moveTo>
                    <a:pt x="10419841" y="1713738"/>
                  </a:moveTo>
                  <a:lnTo>
                    <a:pt x="10409428" y="1713738"/>
                  </a:lnTo>
                  <a:lnTo>
                    <a:pt x="10405110" y="1717929"/>
                  </a:lnTo>
                  <a:lnTo>
                    <a:pt x="10405110" y="1728470"/>
                  </a:lnTo>
                  <a:lnTo>
                    <a:pt x="10409428" y="1732788"/>
                  </a:lnTo>
                  <a:lnTo>
                    <a:pt x="10419841" y="1732788"/>
                  </a:lnTo>
                  <a:lnTo>
                    <a:pt x="10424160" y="1728470"/>
                  </a:lnTo>
                  <a:lnTo>
                    <a:pt x="10424160" y="1717929"/>
                  </a:lnTo>
                  <a:lnTo>
                    <a:pt x="10419841" y="1713738"/>
                  </a:lnTo>
                  <a:close/>
                </a:path>
                <a:path w="10424160" h="5213350">
                  <a:moveTo>
                    <a:pt x="10419841" y="1751838"/>
                  </a:moveTo>
                  <a:lnTo>
                    <a:pt x="10409428" y="1751838"/>
                  </a:lnTo>
                  <a:lnTo>
                    <a:pt x="10405110" y="1756156"/>
                  </a:lnTo>
                  <a:lnTo>
                    <a:pt x="10405110" y="1766697"/>
                  </a:lnTo>
                  <a:lnTo>
                    <a:pt x="10409428" y="1770888"/>
                  </a:lnTo>
                  <a:lnTo>
                    <a:pt x="10419841" y="1770888"/>
                  </a:lnTo>
                  <a:lnTo>
                    <a:pt x="10424160" y="1766697"/>
                  </a:lnTo>
                  <a:lnTo>
                    <a:pt x="10424160" y="1756156"/>
                  </a:lnTo>
                  <a:lnTo>
                    <a:pt x="10419841" y="1751838"/>
                  </a:lnTo>
                  <a:close/>
                </a:path>
                <a:path w="10424160" h="5213350">
                  <a:moveTo>
                    <a:pt x="10419841" y="1789938"/>
                  </a:moveTo>
                  <a:lnTo>
                    <a:pt x="10409428" y="1789938"/>
                  </a:lnTo>
                  <a:lnTo>
                    <a:pt x="10405110" y="1794256"/>
                  </a:lnTo>
                  <a:lnTo>
                    <a:pt x="10405110" y="1804797"/>
                  </a:lnTo>
                  <a:lnTo>
                    <a:pt x="10409428" y="1808988"/>
                  </a:lnTo>
                  <a:lnTo>
                    <a:pt x="10419841" y="1808988"/>
                  </a:lnTo>
                  <a:lnTo>
                    <a:pt x="10424160" y="1804797"/>
                  </a:lnTo>
                  <a:lnTo>
                    <a:pt x="10424160" y="1794256"/>
                  </a:lnTo>
                  <a:lnTo>
                    <a:pt x="10419841" y="1789938"/>
                  </a:lnTo>
                  <a:close/>
                </a:path>
                <a:path w="10424160" h="5213350">
                  <a:moveTo>
                    <a:pt x="10419841" y="1828038"/>
                  </a:moveTo>
                  <a:lnTo>
                    <a:pt x="10409428" y="1828038"/>
                  </a:lnTo>
                  <a:lnTo>
                    <a:pt x="10405110" y="1832356"/>
                  </a:lnTo>
                  <a:lnTo>
                    <a:pt x="10405110" y="1842897"/>
                  </a:lnTo>
                  <a:lnTo>
                    <a:pt x="10409428" y="1847215"/>
                  </a:lnTo>
                  <a:lnTo>
                    <a:pt x="10419841" y="1847215"/>
                  </a:lnTo>
                  <a:lnTo>
                    <a:pt x="10424160" y="1842897"/>
                  </a:lnTo>
                  <a:lnTo>
                    <a:pt x="10424160" y="1837690"/>
                  </a:lnTo>
                  <a:lnTo>
                    <a:pt x="10411460" y="1837690"/>
                  </a:lnTo>
                  <a:lnTo>
                    <a:pt x="10411460" y="1837563"/>
                  </a:lnTo>
                  <a:lnTo>
                    <a:pt x="10424160" y="1837563"/>
                  </a:lnTo>
                  <a:lnTo>
                    <a:pt x="10424160" y="1832356"/>
                  </a:lnTo>
                  <a:lnTo>
                    <a:pt x="10419841" y="1828038"/>
                  </a:lnTo>
                  <a:close/>
                </a:path>
                <a:path w="10424160" h="5213350">
                  <a:moveTo>
                    <a:pt x="10424160" y="1837563"/>
                  </a:moveTo>
                  <a:lnTo>
                    <a:pt x="10417810" y="1837563"/>
                  </a:lnTo>
                  <a:lnTo>
                    <a:pt x="10417810" y="1837690"/>
                  </a:lnTo>
                  <a:lnTo>
                    <a:pt x="10424160" y="1837690"/>
                  </a:lnTo>
                  <a:lnTo>
                    <a:pt x="10424160" y="1837563"/>
                  </a:lnTo>
                  <a:close/>
                </a:path>
                <a:path w="10424160" h="5213350">
                  <a:moveTo>
                    <a:pt x="10419841" y="1866265"/>
                  </a:moveTo>
                  <a:lnTo>
                    <a:pt x="10409428" y="1866265"/>
                  </a:lnTo>
                  <a:lnTo>
                    <a:pt x="10405110" y="1870456"/>
                  </a:lnTo>
                  <a:lnTo>
                    <a:pt x="10405110" y="1880997"/>
                  </a:lnTo>
                  <a:lnTo>
                    <a:pt x="10409428" y="1885315"/>
                  </a:lnTo>
                  <a:lnTo>
                    <a:pt x="10419841" y="1885315"/>
                  </a:lnTo>
                  <a:lnTo>
                    <a:pt x="10424160" y="1880997"/>
                  </a:lnTo>
                  <a:lnTo>
                    <a:pt x="10424160" y="1870456"/>
                  </a:lnTo>
                  <a:lnTo>
                    <a:pt x="10419841" y="1866265"/>
                  </a:lnTo>
                  <a:close/>
                </a:path>
                <a:path w="10424160" h="5213350">
                  <a:moveTo>
                    <a:pt x="10419841" y="1904365"/>
                  </a:moveTo>
                  <a:lnTo>
                    <a:pt x="10409428" y="1904365"/>
                  </a:lnTo>
                  <a:lnTo>
                    <a:pt x="10405110" y="1908556"/>
                  </a:lnTo>
                  <a:lnTo>
                    <a:pt x="10405110" y="1919097"/>
                  </a:lnTo>
                  <a:lnTo>
                    <a:pt x="10409428" y="1923415"/>
                  </a:lnTo>
                  <a:lnTo>
                    <a:pt x="10419841" y="1923415"/>
                  </a:lnTo>
                  <a:lnTo>
                    <a:pt x="10424160" y="1919097"/>
                  </a:lnTo>
                  <a:lnTo>
                    <a:pt x="10424160" y="1908556"/>
                  </a:lnTo>
                  <a:lnTo>
                    <a:pt x="10419841" y="1904365"/>
                  </a:lnTo>
                  <a:close/>
                </a:path>
                <a:path w="10424160" h="5213350">
                  <a:moveTo>
                    <a:pt x="10419841" y="1942465"/>
                  </a:moveTo>
                  <a:lnTo>
                    <a:pt x="10409428" y="1942465"/>
                  </a:lnTo>
                  <a:lnTo>
                    <a:pt x="10405110" y="1946656"/>
                  </a:lnTo>
                  <a:lnTo>
                    <a:pt x="10405110" y="1957197"/>
                  </a:lnTo>
                  <a:lnTo>
                    <a:pt x="10409428" y="1961515"/>
                  </a:lnTo>
                  <a:lnTo>
                    <a:pt x="10419841" y="1961515"/>
                  </a:lnTo>
                  <a:lnTo>
                    <a:pt x="10424160" y="1957197"/>
                  </a:lnTo>
                  <a:lnTo>
                    <a:pt x="10424160" y="1946656"/>
                  </a:lnTo>
                  <a:lnTo>
                    <a:pt x="10419841" y="1942465"/>
                  </a:lnTo>
                  <a:close/>
                </a:path>
                <a:path w="10424160" h="5213350">
                  <a:moveTo>
                    <a:pt x="10419841" y="1980565"/>
                  </a:moveTo>
                  <a:lnTo>
                    <a:pt x="10409428" y="1980565"/>
                  </a:lnTo>
                  <a:lnTo>
                    <a:pt x="10405110" y="1984883"/>
                  </a:lnTo>
                  <a:lnTo>
                    <a:pt x="10405110" y="1995424"/>
                  </a:lnTo>
                  <a:lnTo>
                    <a:pt x="10409428" y="1999615"/>
                  </a:lnTo>
                  <a:lnTo>
                    <a:pt x="10419841" y="1999615"/>
                  </a:lnTo>
                  <a:lnTo>
                    <a:pt x="10424160" y="1995424"/>
                  </a:lnTo>
                  <a:lnTo>
                    <a:pt x="10424160" y="1984883"/>
                  </a:lnTo>
                  <a:lnTo>
                    <a:pt x="10419841" y="1980565"/>
                  </a:lnTo>
                  <a:close/>
                </a:path>
                <a:path w="10424160" h="5213350">
                  <a:moveTo>
                    <a:pt x="10419841" y="2018665"/>
                  </a:moveTo>
                  <a:lnTo>
                    <a:pt x="10409428" y="2018665"/>
                  </a:lnTo>
                  <a:lnTo>
                    <a:pt x="10405110" y="2022983"/>
                  </a:lnTo>
                  <a:lnTo>
                    <a:pt x="10405110" y="2033524"/>
                  </a:lnTo>
                  <a:lnTo>
                    <a:pt x="10409428" y="2037715"/>
                  </a:lnTo>
                  <a:lnTo>
                    <a:pt x="10419841" y="2037715"/>
                  </a:lnTo>
                  <a:lnTo>
                    <a:pt x="10424160" y="2033524"/>
                  </a:lnTo>
                  <a:lnTo>
                    <a:pt x="10424160" y="2022983"/>
                  </a:lnTo>
                  <a:lnTo>
                    <a:pt x="10419841" y="2018665"/>
                  </a:lnTo>
                  <a:close/>
                </a:path>
                <a:path w="10424160" h="5213350">
                  <a:moveTo>
                    <a:pt x="10419841" y="2056765"/>
                  </a:moveTo>
                  <a:lnTo>
                    <a:pt x="10409428" y="2056765"/>
                  </a:lnTo>
                  <a:lnTo>
                    <a:pt x="10405110" y="2061083"/>
                  </a:lnTo>
                  <a:lnTo>
                    <a:pt x="10405110" y="2071624"/>
                  </a:lnTo>
                  <a:lnTo>
                    <a:pt x="10409428" y="2075815"/>
                  </a:lnTo>
                  <a:lnTo>
                    <a:pt x="10419841" y="2075815"/>
                  </a:lnTo>
                  <a:lnTo>
                    <a:pt x="10424160" y="2071624"/>
                  </a:lnTo>
                  <a:lnTo>
                    <a:pt x="10424160" y="2061083"/>
                  </a:lnTo>
                  <a:lnTo>
                    <a:pt x="10419841" y="2056765"/>
                  </a:lnTo>
                  <a:close/>
                </a:path>
                <a:path w="10424160" h="5213350">
                  <a:moveTo>
                    <a:pt x="10419841" y="2094865"/>
                  </a:moveTo>
                  <a:lnTo>
                    <a:pt x="10409428" y="2094865"/>
                  </a:lnTo>
                  <a:lnTo>
                    <a:pt x="10405110" y="2099183"/>
                  </a:lnTo>
                  <a:lnTo>
                    <a:pt x="10405110" y="2109724"/>
                  </a:lnTo>
                  <a:lnTo>
                    <a:pt x="10409428" y="2114042"/>
                  </a:lnTo>
                  <a:lnTo>
                    <a:pt x="10419841" y="2114042"/>
                  </a:lnTo>
                  <a:lnTo>
                    <a:pt x="10424160" y="2109724"/>
                  </a:lnTo>
                  <a:lnTo>
                    <a:pt x="10424160" y="2099183"/>
                  </a:lnTo>
                  <a:lnTo>
                    <a:pt x="10419841" y="2094865"/>
                  </a:lnTo>
                  <a:close/>
                </a:path>
                <a:path w="10424160" h="5213350">
                  <a:moveTo>
                    <a:pt x="10419841" y="2133092"/>
                  </a:moveTo>
                  <a:lnTo>
                    <a:pt x="10409428" y="2133092"/>
                  </a:lnTo>
                  <a:lnTo>
                    <a:pt x="10405110" y="2137283"/>
                  </a:lnTo>
                  <a:lnTo>
                    <a:pt x="10405110" y="2147824"/>
                  </a:lnTo>
                  <a:lnTo>
                    <a:pt x="10409428" y="2152142"/>
                  </a:lnTo>
                  <a:lnTo>
                    <a:pt x="10419841" y="2152142"/>
                  </a:lnTo>
                  <a:lnTo>
                    <a:pt x="10424160" y="2147824"/>
                  </a:lnTo>
                  <a:lnTo>
                    <a:pt x="10424160" y="2137283"/>
                  </a:lnTo>
                  <a:lnTo>
                    <a:pt x="10419841" y="2133092"/>
                  </a:lnTo>
                  <a:close/>
                </a:path>
                <a:path w="10424160" h="5213350">
                  <a:moveTo>
                    <a:pt x="10419841" y="2171192"/>
                  </a:moveTo>
                  <a:lnTo>
                    <a:pt x="10409428" y="2171192"/>
                  </a:lnTo>
                  <a:lnTo>
                    <a:pt x="10405110" y="2175383"/>
                  </a:lnTo>
                  <a:lnTo>
                    <a:pt x="10405110" y="2185924"/>
                  </a:lnTo>
                  <a:lnTo>
                    <a:pt x="10409428" y="2190242"/>
                  </a:lnTo>
                  <a:lnTo>
                    <a:pt x="10419841" y="2190242"/>
                  </a:lnTo>
                  <a:lnTo>
                    <a:pt x="10424160" y="2185924"/>
                  </a:lnTo>
                  <a:lnTo>
                    <a:pt x="10424160" y="2175383"/>
                  </a:lnTo>
                  <a:lnTo>
                    <a:pt x="10419841" y="2171192"/>
                  </a:lnTo>
                  <a:close/>
                </a:path>
                <a:path w="10424160" h="5213350">
                  <a:moveTo>
                    <a:pt x="10419841" y="2209292"/>
                  </a:moveTo>
                  <a:lnTo>
                    <a:pt x="10409428" y="2209292"/>
                  </a:lnTo>
                  <a:lnTo>
                    <a:pt x="10405110" y="2213483"/>
                  </a:lnTo>
                  <a:lnTo>
                    <a:pt x="10405110" y="2224024"/>
                  </a:lnTo>
                  <a:lnTo>
                    <a:pt x="10409428" y="2228342"/>
                  </a:lnTo>
                  <a:lnTo>
                    <a:pt x="10419841" y="2228342"/>
                  </a:lnTo>
                  <a:lnTo>
                    <a:pt x="10424160" y="2224024"/>
                  </a:lnTo>
                  <a:lnTo>
                    <a:pt x="10424160" y="2213483"/>
                  </a:lnTo>
                  <a:lnTo>
                    <a:pt x="10419841" y="2209292"/>
                  </a:lnTo>
                  <a:close/>
                </a:path>
                <a:path w="10424160" h="5213350">
                  <a:moveTo>
                    <a:pt x="10419841" y="2247392"/>
                  </a:moveTo>
                  <a:lnTo>
                    <a:pt x="10409428" y="2247392"/>
                  </a:lnTo>
                  <a:lnTo>
                    <a:pt x="10405110" y="2251710"/>
                  </a:lnTo>
                  <a:lnTo>
                    <a:pt x="10405110" y="2262251"/>
                  </a:lnTo>
                  <a:lnTo>
                    <a:pt x="10409428" y="2266442"/>
                  </a:lnTo>
                  <a:lnTo>
                    <a:pt x="10419841" y="2266442"/>
                  </a:lnTo>
                  <a:lnTo>
                    <a:pt x="10424160" y="2262251"/>
                  </a:lnTo>
                  <a:lnTo>
                    <a:pt x="10424160" y="2251710"/>
                  </a:lnTo>
                  <a:lnTo>
                    <a:pt x="10419841" y="2247392"/>
                  </a:lnTo>
                  <a:close/>
                </a:path>
                <a:path w="10424160" h="5213350">
                  <a:moveTo>
                    <a:pt x="10419841" y="2285492"/>
                  </a:moveTo>
                  <a:lnTo>
                    <a:pt x="10409428" y="2285492"/>
                  </a:lnTo>
                  <a:lnTo>
                    <a:pt x="10405110" y="2289810"/>
                  </a:lnTo>
                  <a:lnTo>
                    <a:pt x="10405110" y="2300351"/>
                  </a:lnTo>
                  <a:lnTo>
                    <a:pt x="10409428" y="2304542"/>
                  </a:lnTo>
                  <a:lnTo>
                    <a:pt x="10419841" y="2304542"/>
                  </a:lnTo>
                  <a:lnTo>
                    <a:pt x="10424160" y="2300351"/>
                  </a:lnTo>
                  <a:lnTo>
                    <a:pt x="10424160" y="2289810"/>
                  </a:lnTo>
                  <a:lnTo>
                    <a:pt x="10419841" y="2285492"/>
                  </a:lnTo>
                  <a:close/>
                </a:path>
                <a:path w="10424160" h="5213350">
                  <a:moveTo>
                    <a:pt x="10419841" y="2323592"/>
                  </a:moveTo>
                  <a:lnTo>
                    <a:pt x="10409428" y="2323592"/>
                  </a:lnTo>
                  <a:lnTo>
                    <a:pt x="10405110" y="2327910"/>
                  </a:lnTo>
                  <a:lnTo>
                    <a:pt x="10405110" y="2338451"/>
                  </a:lnTo>
                  <a:lnTo>
                    <a:pt x="10409428" y="2342642"/>
                  </a:lnTo>
                  <a:lnTo>
                    <a:pt x="10419841" y="2342642"/>
                  </a:lnTo>
                  <a:lnTo>
                    <a:pt x="10424160" y="2338451"/>
                  </a:lnTo>
                  <a:lnTo>
                    <a:pt x="10424160" y="2327910"/>
                  </a:lnTo>
                  <a:lnTo>
                    <a:pt x="10419841" y="2323592"/>
                  </a:lnTo>
                  <a:close/>
                </a:path>
                <a:path w="10424160" h="5213350">
                  <a:moveTo>
                    <a:pt x="10419841" y="2361692"/>
                  </a:moveTo>
                  <a:lnTo>
                    <a:pt x="10409428" y="2361692"/>
                  </a:lnTo>
                  <a:lnTo>
                    <a:pt x="10405110" y="2366010"/>
                  </a:lnTo>
                  <a:lnTo>
                    <a:pt x="10405110" y="2376551"/>
                  </a:lnTo>
                  <a:lnTo>
                    <a:pt x="10409428" y="2380869"/>
                  </a:lnTo>
                  <a:lnTo>
                    <a:pt x="10419841" y="2380869"/>
                  </a:lnTo>
                  <a:lnTo>
                    <a:pt x="10424160" y="2376551"/>
                  </a:lnTo>
                  <a:lnTo>
                    <a:pt x="10424160" y="2371344"/>
                  </a:lnTo>
                  <a:lnTo>
                    <a:pt x="10411460" y="2371344"/>
                  </a:lnTo>
                  <a:lnTo>
                    <a:pt x="10411460" y="2371217"/>
                  </a:lnTo>
                  <a:lnTo>
                    <a:pt x="10424160" y="2371217"/>
                  </a:lnTo>
                  <a:lnTo>
                    <a:pt x="10424160" y="2366010"/>
                  </a:lnTo>
                  <a:lnTo>
                    <a:pt x="10419841" y="2361692"/>
                  </a:lnTo>
                  <a:close/>
                </a:path>
                <a:path w="10424160" h="5213350">
                  <a:moveTo>
                    <a:pt x="10424160" y="2371217"/>
                  </a:moveTo>
                  <a:lnTo>
                    <a:pt x="10417810" y="2371217"/>
                  </a:lnTo>
                  <a:lnTo>
                    <a:pt x="10417810" y="2371344"/>
                  </a:lnTo>
                  <a:lnTo>
                    <a:pt x="10424160" y="2371344"/>
                  </a:lnTo>
                  <a:lnTo>
                    <a:pt x="10424160" y="2371217"/>
                  </a:lnTo>
                  <a:close/>
                </a:path>
                <a:path w="10424160" h="5213350">
                  <a:moveTo>
                    <a:pt x="10419841" y="2399919"/>
                  </a:moveTo>
                  <a:lnTo>
                    <a:pt x="10409428" y="2399919"/>
                  </a:lnTo>
                  <a:lnTo>
                    <a:pt x="10405110" y="2404110"/>
                  </a:lnTo>
                  <a:lnTo>
                    <a:pt x="10405110" y="2414651"/>
                  </a:lnTo>
                  <a:lnTo>
                    <a:pt x="10409428" y="2418969"/>
                  </a:lnTo>
                  <a:lnTo>
                    <a:pt x="10419841" y="2418969"/>
                  </a:lnTo>
                  <a:lnTo>
                    <a:pt x="10424160" y="2414651"/>
                  </a:lnTo>
                  <a:lnTo>
                    <a:pt x="10424160" y="2404110"/>
                  </a:lnTo>
                  <a:lnTo>
                    <a:pt x="10419841" y="2399919"/>
                  </a:lnTo>
                  <a:close/>
                </a:path>
                <a:path w="10424160" h="5213350">
                  <a:moveTo>
                    <a:pt x="10419841" y="2438019"/>
                  </a:moveTo>
                  <a:lnTo>
                    <a:pt x="10409428" y="2438019"/>
                  </a:lnTo>
                  <a:lnTo>
                    <a:pt x="10405110" y="2442210"/>
                  </a:lnTo>
                  <a:lnTo>
                    <a:pt x="10405110" y="2452751"/>
                  </a:lnTo>
                  <a:lnTo>
                    <a:pt x="10409428" y="2457069"/>
                  </a:lnTo>
                  <a:lnTo>
                    <a:pt x="10419841" y="2457069"/>
                  </a:lnTo>
                  <a:lnTo>
                    <a:pt x="10424160" y="2452751"/>
                  </a:lnTo>
                  <a:lnTo>
                    <a:pt x="10424160" y="2442210"/>
                  </a:lnTo>
                  <a:lnTo>
                    <a:pt x="10419841" y="2438019"/>
                  </a:lnTo>
                  <a:close/>
                </a:path>
                <a:path w="10424160" h="5213350">
                  <a:moveTo>
                    <a:pt x="10419841" y="2476119"/>
                  </a:moveTo>
                  <a:lnTo>
                    <a:pt x="10409428" y="2476119"/>
                  </a:lnTo>
                  <a:lnTo>
                    <a:pt x="10405110" y="2480310"/>
                  </a:lnTo>
                  <a:lnTo>
                    <a:pt x="10405110" y="2490851"/>
                  </a:lnTo>
                  <a:lnTo>
                    <a:pt x="10409428" y="2495169"/>
                  </a:lnTo>
                  <a:lnTo>
                    <a:pt x="10419841" y="2495169"/>
                  </a:lnTo>
                  <a:lnTo>
                    <a:pt x="10424160" y="2490851"/>
                  </a:lnTo>
                  <a:lnTo>
                    <a:pt x="10424160" y="2480310"/>
                  </a:lnTo>
                  <a:lnTo>
                    <a:pt x="10419841" y="2476119"/>
                  </a:lnTo>
                  <a:close/>
                </a:path>
                <a:path w="10424160" h="5213350">
                  <a:moveTo>
                    <a:pt x="10419841" y="2514219"/>
                  </a:moveTo>
                  <a:lnTo>
                    <a:pt x="10409428" y="2514219"/>
                  </a:lnTo>
                  <a:lnTo>
                    <a:pt x="10405110" y="2518537"/>
                  </a:lnTo>
                  <a:lnTo>
                    <a:pt x="10405110" y="2529078"/>
                  </a:lnTo>
                  <a:lnTo>
                    <a:pt x="10409428" y="2533269"/>
                  </a:lnTo>
                  <a:lnTo>
                    <a:pt x="10419841" y="2533269"/>
                  </a:lnTo>
                  <a:lnTo>
                    <a:pt x="10424160" y="2529078"/>
                  </a:lnTo>
                  <a:lnTo>
                    <a:pt x="10424160" y="2518537"/>
                  </a:lnTo>
                  <a:lnTo>
                    <a:pt x="10419841" y="2514219"/>
                  </a:lnTo>
                  <a:close/>
                </a:path>
                <a:path w="10424160" h="5213350">
                  <a:moveTo>
                    <a:pt x="10419841" y="2552319"/>
                  </a:moveTo>
                  <a:lnTo>
                    <a:pt x="10409428" y="2552319"/>
                  </a:lnTo>
                  <a:lnTo>
                    <a:pt x="10405110" y="2556637"/>
                  </a:lnTo>
                  <a:lnTo>
                    <a:pt x="10405110" y="2567178"/>
                  </a:lnTo>
                  <a:lnTo>
                    <a:pt x="10409428" y="2571369"/>
                  </a:lnTo>
                  <a:lnTo>
                    <a:pt x="10419841" y="2571369"/>
                  </a:lnTo>
                  <a:lnTo>
                    <a:pt x="10424160" y="2567178"/>
                  </a:lnTo>
                  <a:lnTo>
                    <a:pt x="10424160" y="2556637"/>
                  </a:lnTo>
                  <a:lnTo>
                    <a:pt x="10419841" y="2552319"/>
                  </a:lnTo>
                  <a:close/>
                </a:path>
                <a:path w="10424160" h="5213350">
                  <a:moveTo>
                    <a:pt x="10419841" y="2590419"/>
                  </a:moveTo>
                  <a:lnTo>
                    <a:pt x="10409428" y="2590419"/>
                  </a:lnTo>
                  <a:lnTo>
                    <a:pt x="10405110" y="2594737"/>
                  </a:lnTo>
                  <a:lnTo>
                    <a:pt x="10405110" y="2605278"/>
                  </a:lnTo>
                  <a:lnTo>
                    <a:pt x="10409428" y="2609596"/>
                  </a:lnTo>
                  <a:lnTo>
                    <a:pt x="10419841" y="2609596"/>
                  </a:lnTo>
                  <a:lnTo>
                    <a:pt x="10424160" y="2605278"/>
                  </a:lnTo>
                  <a:lnTo>
                    <a:pt x="10424160" y="2594737"/>
                  </a:lnTo>
                  <a:lnTo>
                    <a:pt x="10419841" y="2590419"/>
                  </a:lnTo>
                  <a:close/>
                </a:path>
                <a:path w="10424160" h="5213350">
                  <a:moveTo>
                    <a:pt x="10419841" y="2628646"/>
                  </a:moveTo>
                  <a:lnTo>
                    <a:pt x="10409428" y="2628646"/>
                  </a:lnTo>
                  <a:lnTo>
                    <a:pt x="10405110" y="2632837"/>
                  </a:lnTo>
                  <a:lnTo>
                    <a:pt x="10405110" y="2643378"/>
                  </a:lnTo>
                  <a:lnTo>
                    <a:pt x="10409428" y="2647696"/>
                  </a:lnTo>
                  <a:lnTo>
                    <a:pt x="10419841" y="2647696"/>
                  </a:lnTo>
                  <a:lnTo>
                    <a:pt x="10424160" y="2643378"/>
                  </a:lnTo>
                  <a:lnTo>
                    <a:pt x="10424160" y="2632837"/>
                  </a:lnTo>
                  <a:lnTo>
                    <a:pt x="10419841" y="2628646"/>
                  </a:lnTo>
                  <a:close/>
                </a:path>
                <a:path w="10424160" h="5213350">
                  <a:moveTo>
                    <a:pt x="10419841" y="2666746"/>
                  </a:moveTo>
                  <a:lnTo>
                    <a:pt x="10409428" y="2666746"/>
                  </a:lnTo>
                  <a:lnTo>
                    <a:pt x="10405110" y="2670937"/>
                  </a:lnTo>
                  <a:lnTo>
                    <a:pt x="10405110" y="2681478"/>
                  </a:lnTo>
                  <a:lnTo>
                    <a:pt x="10409428" y="2685796"/>
                  </a:lnTo>
                  <a:lnTo>
                    <a:pt x="10419841" y="2685796"/>
                  </a:lnTo>
                  <a:lnTo>
                    <a:pt x="10424160" y="2681478"/>
                  </a:lnTo>
                  <a:lnTo>
                    <a:pt x="10424160" y="2670937"/>
                  </a:lnTo>
                  <a:lnTo>
                    <a:pt x="10419841" y="2666746"/>
                  </a:lnTo>
                  <a:close/>
                </a:path>
                <a:path w="10424160" h="5213350">
                  <a:moveTo>
                    <a:pt x="10419841" y="2704846"/>
                  </a:moveTo>
                  <a:lnTo>
                    <a:pt x="10409428" y="2704846"/>
                  </a:lnTo>
                  <a:lnTo>
                    <a:pt x="10405110" y="2709037"/>
                  </a:lnTo>
                  <a:lnTo>
                    <a:pt x="10405110" y="2719578"/>
                  </a:lnTo>
                  <a:lnTo>
                    <a:pt x="10409428" y="2723896"/>
                  </a:lnTo>
                  <a:lnTo>
                    <a:pt x="10419841" y="2723896"/>
                  </a:lnTo>
                  <a:lnTo>
                    <a:pt x="10424160" y="2719578"/>
                  </a:lnTo>
                  <a:lnTo>
                    <a:pt x="10424160" y="2709037"/>
                  </a:lnTo>
                  <a:lnTo>
                    <a:pt x="10419841" y="2704846"/>
                  </a:lnTo>
                  <a:close/>
                </a:path>
                <a:path w="10424160" h="5213350">
                  <a:moveTo>
                    <a:pt x="10419841" y="2742946"/>
                  </a:moveTo>
                  <a:lnTo>
                    <a:pt x="10409428" y="2742946"/>
                  </a:lnTo>
                  <a:lnTo>
                    <a:pt x="10405110" y="2747264"/>
                  </a:lnTo>
                  <a:lnTo>
                    <a:pt x="10405110" y="2757805"/>
                  </a:lnTo>
                  <a:lnTo>
                    <a:pt x="10409428" y="2761996"/>
                  </a:lnTo>
                  <a:lnTo>
                    <a:pt x="10419841" y="2761996"/>
                  </a:lnTo>
                  <a:lnTo>
                    <a:pt x="10424160" y="2757805"/>
                  </a:lnTo>
                  <a:lnTo>
                    <a:pt x="10424160" y="2747264"/>
                  </a:lnTo>
                  <a:lnTo>
                    <a:pt x="10419841" y="2742946"/>
                  </a:lnTo>
                  <a:close/>
                </a:path>
                <a:path w="10424160" h="5213350">
                  <a:moveTo>
                    <a:pt x="10419841" y="2781046"/>
                  </a:moveTo>
                  <a:lnTo>
                    <a:pt x="10409428" y="2781046"/>
                  </a:lnTo>
                  <a:lnTo>
                    <a:pt x="10405110" y="2785364"/>
                  </a:lnTo>
                  <a:lnTo>
                    <a:pt x="10405110" y="2795905"/>
                  </a:lnTo>
                  <a:lnTo>
                    <a:pt x="10409428" y="2800096"/>
                  </a:lnTo>
                  <a:lnTo>
                    <a:pt x="10419841" y="2800096"/>
                  </a:lnTo>
                  <a:lnTo>
                    <a:pt x="10424160" y="2795905"/>
                  </a:lnTo>
                  <a:lnTo>
                    <a:pt x="10424160" y="2785364"/>
                  </a:lnTo>
                  <a:lnTo>
                    <a:pt x="10419841" y="2781046"/>
                  </a:lnTo>
                  <a:close/>
                </a:path>
                <a:path w="10424160" h="5213350">
                  <a:moveTo>
                    <a:pt x="10419841" y="2819146"/>
                  </a:moveTo>
                  <a:lnTo>
                    <a:pt x="10409428" y="2819146"/>
                  </a:lnTo>
                  <a:lnTo>
                    <a:pt x="10405110" y="2823464"/>
                  </a:lnTo>
                  <a:lnTo>
                    <a:pt x="10405110" y="2834005"/>
                  </a:lnTo>
                  <a:lnTo>
                    <a:pt x="10409428" y="2838196"/>
                  </a:lnTo>
                  <a:lnTo>
                    <a:pt x="10419841" y="2838196"/>
                  </a:lnTo>
                  <a:lnTo>
                    <a:pt x="10424160" y="2834005"/>
                  </a:lnTo>
                  <a:lnTo>
                    <a:pt x="10424160" y="2823464"/>
                  </a:lnTo>
                  <a:lnTo>
                    <a:pt x="10419841" y="2819146"/>
                  </a:lnTo>
                  <a:close/>
                </a:path>
                <a:path w="10424160" h="5213350">
                  <a:moveTo>
                    <a:pt x="10419841" y="2857246"/>
                  </a:moveTo>
                  <a:lnTo>
                    <a:pt x="10409428" y="2857246"/>
                  </a:lnTo>
                  <a:lnTo>
                    <a:pt x="10405110" y="2861564"/>
                  </a:lnTo>
                  <a:lnTo>
                    <a:pt x="10405110" y="2872105"/>
                  </a:lnTo>
                  <a:lnTo>
                    <a:pt x="10409428" y="2876423"/>
                  </a:lnTo>
                  <a:lnTo>
                    <a:pt x="10419841" y="2876423"/>
                  </a:lnTo>
                  <a:lnTo>
                    <a:pt x="10424160" y="2872105"/>
                  </a:lnTo>
                  <a:lnTo>
                    <a:pt x="10424160" y="2861564"/>
                  </a:lnTo>
                  <a:lnTo>
                    <a:pt x="10419841" y="2857246"/>
                  </a:lnTo>
                  <a:close/>
                </a:path>
                <a:path w="10424160" h="5213350">
                  <a:moveTo>
                    <a:pt x="10419841" y="2895473"/>
                  </a:moveTo>
                  <a:lnTo>
                    <a:pt x="10409428" y="2895473"/>
                  </a:lnTo>
                  <a:lnTo>
                    <a:pt x="10405110" y="2899664"/>
                  </a:lnTo>
                  <a:lnTo>
                    <a:pt x="10405110" y="2910205"/>
                  </a:lnTo>
                  <a:lnTo>
                    <a:pt x="10409428" y="2914523"/>
                  </a:lnTo>
                  <a:lnTo>
                    <a:pt x="10419841" y="2914523"/>
                  </a:lnTo>
                  <a:lnTo>
                    <a:pt x="10424160" y="2910205"/>
                  </a:lnTo>
                  <a:lnTo>
                    <a:pt x="10424160" y="2899664"/>
                  </a:lnTo>
                  <a:lnTo>
                    <a:pt x="10419841" y="2895473"/>
                  </a:lnTo>
                  <a:close/>
                </a:path>
                <a:path w="10424160" h="5213350">
                  <a:moveTo>
                    <a:pt x="10419841" y="2933573"/>
                  </a:moveTo>
                  <a:lnTo>
                    <a:pt x="10409428" y="2933573"/>
                  </a:lnTo>
                  <a:lnTo>
                    <a:pt x="10405110" y="2937764"/>
                  </a:lnTo>
                  <a:lnTo>
                    <a:pt x="10405110" y="2948305"/>
                  </a:lnTo>
                  <a:lnTo>
                    <a:pt x="10409428" y="2952623"/>
                  </a:lnTo>
                  <a:lnTo>
                    <a:pt x="10419841" y="2952623"/>
                  </a:lnTo>
                  <a:lnTo>
                    <a:pt x="10424160" y="2948305"/>
                  </a:lnTo>
                  <a:lnTo>
                    <a:pt x="10424160" y="2937764"/>
                  </a:lnTo>
                  <a:lnTo>
                    <a:pt x="10419841" y="2933573"/>
                  </a:lnTo>
                  <a:close/>
                </a:path>
                <a:path w="10424160" h="5213350">
                  <a:moveTo>
                    <a:pt x="10419841" y="2971673"/>
                  </a:moveTo>
                  <a:lnTo>
                    <a:pt x="10409428" y="2971673"/>
                  </a:lnTo>
                  <a:lnTo>
                    <a:pt x="10405110" y="2975864"/>
                  </a:lnTo>
                  <a:lnTo>
                    <a:pt x="10405110" y="2986405"/>
                  </a:lnTo>
                  <a:lnTo>
                    <a:pt x="10409428" y="2990723"/>
                  </a:lnTo>
                  <a:lnTo>
                    <a:pt x="10419841" y="2990723"/>
                  </a:lnTo>
                  <a:lnTo>
                    <a:pt x="10424160" y="2986405"/>
                  </a:lnTo>
                  <a:lnTo>
                    <a:pt x="10424160" y="2975864"/>
                  </a:lnTo>
                  <a:lnTo>
                    <a:pt x="10419841" y="2971673"/>
                  </a:lnTo>
                  <a:close/>
                </a:path>
                <a:path w="10424160" h="5213350">
                  <a:moveTo>
                    <a:pt x="10419841" y="3009773"/>
                  </a:moveTo>
                  <a:lnTo>
                    <a:pt x="10409428" y="3009773"/>
                  </a:lnTo>
                  <a:lnTo>
                    <a:pt x="10405110" y="3014091"/>
                  </a:lnTo>
                  <a:lnTo>
                    <a:pt x="10405110" y="3024632"/>
                  </a:lnTo>
                  <a:lnTo>
                    <a:pt x="10409428" y="3028823"/>
                  </a:lnTo>
                  <a:lnTo>
                    <a:pt x="10419841" y="3028823"/>
                  </a:lnTo>
                  <a:lnTo>
                    <a:pt x="10424160" y="3024632"/>
                  </a:lnTo>
                  <a:lnTo>
                    <a:pt x="10424160" y="3014091"/>
                  </a:lnTo>
                  <a:lnTo>
                    <a:pt x="10419841" y="3009773"/>
                  </a:lnTo>
                  <a:close/>
                </a:path>
                <a:path w="10424160" h="5213350">
                  <a:moveTo>
                    <a:pt x="10419841" y="3047873"/>
                  </a:moveTo>
                  <a:lnTo>
                    <a:pt x="10409428" y="3047873"/>
                  </a:lnTo>
                  <a:lnTo>
                    <a:pt x="10405110" y="3052191"/>
                  </a:lnTo>
                  <a:lnTo>
                    <a:pt x="10405110" y="3062732"/>
                  </a:lnTo>
                  <a:lnTo>
                    <a:pt x="10409428" y="3066923"/>
                  </a:lnTo>
                  <a:lnTo>
                    <a:pt x="10419841" y="3066923"/>
                  </a:lnTo>
                  <a:lnTo>
                    <a:pt x="10424160" y="3062732"/>
                  </a:lnTo>
                  <a:lnTo>
                    <a:pt x="10424160" y="3052191"/>
                  </a:lnTo>
                  <a:lnTo>
                    <a:pt x="10419841" y="3047873"/>
                  </a:lnTo>
                  <a:close/>
                </a:path>
                <a:path w="10424160" h="5213350">
                  <a:moveTo>
                    <a:pt x="10419841" y="3085973"/>
                  </a:moveTo>
                  <a:lnTo>
                    <a:pt x="10409428" y="3085973"/>
                  </a:lnTo>
                  <a:lnTo>
                    <a:pt x="10405110" y="3090291"/>
                  </a:lnTo>
                  <a:lnTo>
                    <a:pt x="10405110" y="3100832"/>
                  </a:lnTo>
                  <a:lnTo>
                    <a:pt x="10409428" y="3105023"/>
                  </a:lnTo>
                  <a:lnTo>
                    <a:pt x="10419841" y="3105023"/>
                  </a:lnTo>
                  <a:lnTo>
                    <a:pt x="10424160" y="3100832"/>
                  </a:lnTo>
                  <a:lnTo>
                    <a:pt x="10424160" y="3090291"/>
                  </a:lnTo>
                  <a:lnTo>
                    <a:pt x="10419841" y="3085973"/>
                  </a:lnTo>
                  <a:close/>
                </a:path>
                <a:path w="10424160" h="5213350">
                  <a:moveTo>
                    <a:pt x="10419841" y="3124073"/>
                  </a:moveTo>
                  <a:lnTo>
                    <a:pt x="10409428" y="3124073"/>
                  </a:lnTo>
                  <a:lnTo>
                    <a:pt x="10405110" y="3128391"/>
                  </a:lnTo>
                  <a:lnTo>
                    <a:pt x="10405110" y="3138932"/>
                  </a:lnTo>
                  <a:lnTo>
                    <a:pt x="10409428" y="3143250"/>
                  </a:lnTo>
                  <a:lnTo>
                    <a:pt x="10419841" y="3143250"/>
                  </a:lnTo>
                  <a:lnTo>
                    <a:pt x="10424160" y="3138932"/>
                  </a:lnTo>
                  <a:lnTo>
                    <a:pt x="10424160" y="3133725"/>
                  </a:lnTo>
                  <a:lnTo>
                    <a:pt x="10411460" y="3133725"/>
                  </a:lnTo>
                  <a:lnTo>
                    <a:pt x="10411460" y="3133598"/>
                  </a:lnTo>
                  <a:lnTo>
                    <a:pt x="10424160" y="3133598"/>
                  </a:lnTo>
                  <a:lnTo>
                    <a:pt x="10424160" y="3128391"/>
                  </a:lnTo>
                  <a:lnTo>
                    <a:pt x="10419841" y="3124073"/>
                  </a:lnTo>
                  <a:close/>
                </a:path>
                <a:path w="10424160" h="5213350">
                  <a:moveTo>
                    <a:pt x="10424160" y="3133598"/>
                  </a:moveTo>
                  <a:lnTo>
                    <a:pt x="10417810" y="3133598"/>
                  </a:lnTo>
                  <a:lnTo>
                    <a:pt x="10417810" y="3133725"/>
                  </a:lnTo>
                  <a:lnTo>
                    <a:pt x="10424160" y="3133725"/>
                  </a:lnTo>
                  <a:lnTo>
                    <a:pt x="10424160" y="3133598"/>
                  </a:lnTo>
                  <a:close/>
                </a:path>
                <a:path w="10424160" h="5213350">
                  <a:moveTo>
                    <a:pt x="10419841" y="3162300"/>
                  </a:moveTo>
                  <a:lnTo>
                    <a:pt x="10409428" y="3162300"/>
                  </a:lnTo>
                  <a:lnTo>
                    <a:pt x="10405110" y="3166491"/>
                  </a:lnTo>
                  <a:lnTo>
                    <a:pt x="10405110" y="3177032"/>
                  </a:lnTo>
                  <a:lnTo>
                    <a:pt x="10409428" y="3181350"/>
                  </a:lnTo>
                  <a:lnTo>
                    <a:pt x="10419841" y="3181350"/>
                  </a:lnTo>
                  <a:lnTo>
                    <a:pt x="10424160" y="3177032"/>
                  </a:lnTo>
                  <a:lnTo>
                    <a:pt x="10424160" y="3166491"/>
                  </a:lnTo>
                  <a:lnTo>
                    <a:pt x="10419841" y="3162300"/>
                  </a:lnTo>
                  <a:close/>
                </a:path>
                <a:path w="10424160" h="5213350">
                  <a:moveTo>
                    <a:pt x="10419841" y="3200400"/>
                  </a:moveTo>
                  <a:lnTo>
                    <a:pt x="10409428" y="3200400"/>
                  </a:lnTo>
                  <a:lnTo>
                    <a:pt x="10405110" y="3204591"/>
                  </a:lnTo>
                  <a:lnTo>
                    <a:pt x="10405110" y="3215132"/>
                  </a:lnTo>
                  <a:lnTo>
                    <a:pt x="10409428" y="3219450"/>
                  </a:lnTo>
                  <a:lnTo>
                    <a:pt x="10419841" y="3219450"/>
                  </a:lnTo>
                  <a:lnTo>
                    <a:pt x="10424160" y="3215132"/>
                  </a:lnTo>
                  <a:lnTo>
                    <a:pt x="10424160" y="3204591"/>
                  </a:lnTo>
                  <a:lnTo>
                    <a:pt x="10419841" y="3200400"/>
                  </a:lnTo>
                  <a:close/>
                </a:path>
                <a:path w="10424160" h="5213350">
                  <a:moveTo>
                    <a:pt x="10419841" y="3238500"/>
                  </a:moveTo>
                  <a:lnTo>
                    <a:pt x="10409428" y="3238500"/>
                  </a:lnTo>
                  <a:lnTo>
                    <a:pt x="10405110" y="3242818"/>
                  </a:lnTo>
                  <a:lnTo>
                    <a:pt x="10405110" y="3253359"/>
                  </a:lnTo>
                  <a:lnTo>
                    <a:pt x="10409428" y="3257550"/>
                  </a:lnTo>
                  <a:lnTo>
                    <a:pt x="10419841" y="3257550"/>
                  </a:lnTo>
                  <a:lnTo>
                    <a:pt x="10424160" y="3253359"/>
                  </a:lnTo>
                  <a:lnTo>
                    <a:pt x="10424160" y="3242818"/>
                  </a:lnTo>
                  <a:lnTo>
                    <a:pt x="10419841" y="3238500"/>
                  </a:lnTo>
                  <a:close/>
                </a:path>
                <a:path w="10424160" h="5213350">
                  <a:moveTo>
                    <a:pt x="10419841" y="3276600"/>
                  </a:moveTo>
                  <a:lnTo>
                    <a:pt x="10409428" y="3276600"/>
                  </a:lnTo>
                  <a:lnTo>
                    <a:pt x="10405110" y="3280918"/>
                  </a:lnTo>
                  <a:lnTo>
                    <a:pt x="10405110" y="3291459"/>
                  </a:lnTo>
                  <a:lnTo>
                    <a:pt x="10409428" y="3295650"/>
                  </a:lnTo>
                  <a:lnTo>
                    <a:pt x="10419841" y="3295650"/>
                  </a:lnTo>
                  <a:lnTo>
                    <a:pt x="10424160" y="3291459"/>
                  </a:lnTo>
                  <a:lnTo>
                    <a:pt x="10424160" y="3280918"/>
                  </a:lnTo>
                  <a:lnTo>
                    <a:pt x="10419841" y="3276600"/>
                  </a:lnTo>
                  <a:close/>
                </a:path>
                <a:path w="10424160" h="5213350">
                  <a:moveTo>
                    <a:pt x="10419841" y="3314700"/>
                  </a:moveTo>
                  <a:lnTo>
                    <a:pt x="10409428" y="3314700"/>
                  </a:lnTo>
                  <a:lnTo>
                    <a:pt x="10405110" y="3319018"/>
                  </a:lnTo>
                  <a:lnTo>
                    <a:pt x="10405110" y="3329559"/>
                  </a:lnTo>
                  <a:lnTo>
                    <a:pt x="10409428" y="3333750"/>
                  </a:lnTo>
                  <a:lnTo>
                    <a:pt x="10419841" y="3333750"/>
                  </a:lnTo>
                  <a:lnTo>
                    <a:pt x="10424160" y="3329559"/>
                  </a:lnTo>
                  <a:lnTo>
                    <a:pt x="10424160" y="3319018"/>
                  </a:lnTo>
                  <a:lnTo>
                    <a:pt x="10419841" y="3314700"/>
                  </a:lnTo>
                  <a:close/>
                </a:path>
                <a:path w="10424160" h="5213350">
                  <a:moveTo>
                    <a:pt x="10419841" y="3352800"/>
                  </a:moveTo>
                  <a:lnTo>
                    <a:pt x="10409428" y="3352800"/>
                  </a:lnTo>
                  <a:lnTo>
                    <a:pt x="10405110" y="3357118"/>
                  </a:lnTo>
                  <a:lnTo>
                    <a:pt x="10405110" y="3367659"/>
                  </a:lnTo>
                  <a:lnTo>
                    <a:pt x="10409428" y="3371977"/>
                  </a:lnTo>
                  <a:lnTo>
                    <a:pt x="10419841" y="3371977"/>
                  </a:lnTo>
                  <a:lnTo>
                    <a:pt x="10424160" y="3367659"/>
                  </a:lnTo>
                  <a:lnTo>
                    <a:pt x="10424160" y="3357118"/>
                  </a:lnTo>
                  <a:lnTo>
                    <a:pt x="10419841" y="3352800"/>
                  </a:lnTo>
                  <a:close/>
                </a:path>
                <a:path w="10424160" h="5213350">
                  <a:moveTo>
                    <a:pt x="10419841" y="3391027"/>
                  </a:moveTo>
                  <a:lnTo>
                    <a:pt x="10409428" y="3391027"/>
                  </a:lnTo>
                  <a:lnTo>
                    <a:pt x="10405110" y="3395218"/>
                  </a:lnTo>
                  <a:lnTo>
                    <a:pt x="10405110" y="3405759"/>
                  </a:lnTo>
                  <a:lnTo>
                    <a:pt x="10409428" y="3410077"/>
                  </a:lnTo>
                  <a:lnTo>
                    <a:pt x="10419841" y="3410077"/>
                  </a:lnTo>
                  <a:lnTo>
                    <a:pt x="10424160" y="3405759"/>
                  </a:lnTo>
                  <a:lnTo>
                    <a:pt x="10424160" y="3395218"/>
                  </a:lnTo>
                  <a:lnTo>
                    <a:pt x="10419841" y="3391027"/>
                  </a:lnTo>
                  <a:close/>
                </a:path>
                <a:path w="10424160" h="5213350">
                  <a:moveTo>
                    <a:pt x="10419841" y="3429127"/>
                  </a:moveTo>
                  <a:lnTo>
                    <a:pt x="10409428" y="3429127"/>
                  </a:lnTo>
                  <a:lnTo>
                    <a:pt x="10405110" y="3433318"/>
                  </a:lnTo>
                  <a:lnTo>
                    <a:pt x="10405110" y="3443859"/>
                  </a:lnTo>
                  <a:lnTo>
                    <a:pt x="10409428" y="3448177"/>
                  </a:lnTo>
                  <a:lnTo>
                    <a:pt x="10419841" y="3448177"/>
                  </a:lnTo>
                  <a:lnTo>
                    <a:pt x="10424160" y="3443859"/>
                  </a:lnTo>
                  <a:lnTo>
                    <a:pt x="10424160" y="3433318"/>
                  </a:lnTo>
                  <a:lnTo>
                    <a:pt x="10419841" y="3429127"/>
                  </a:lnTo>
                  <a:close/>
                </a:path>
                <a:path w="10424160" h="5213350">
                  <a:moveTo>
                    <a:pt x="10419841" y="3467227"/>
                  </a:moveTo>
                  <a:lnTo>
                    <a:pt x="10409428" y="3467227"/>
                  </a:lnTo>
                  <a:lnTo>
                    <a:pt x="10405110" y="3471418"/>
                  </a:lnTo>
                  <a:lnTo>
                    <a:pt x="10405110" y="3481959"/>
                  </a:lnTo>
                  <a:lnTo>
                    <a:pt x="10409428" y="3486277"/>
                  </a:lnTo>
                  <a:lnTo>
                    <a:pt x="10419841" y="3486277"/>
                  </a:lnTo>
                  <a:lnTo>
                    <a:pt x="10424160" y="3481959"/>
                  </a:lnTo>
                  <a:lnTo>
                    <a:pt x="10424160" y="3471418"/>
                  </a:lnTo>
                  <a:lnTo>
                    <a:pt x="10419841" y="3467227"/>
                  </a:lnTo>
                  <a:close/>
                </a:path>
                <a:path w="10424160" h="5213350">
                  <a:moveTo>
                    <a:pt x="10419841" y="3505327"/>
                  </a:moveTo>
                  <a:lnTo>
                    <a:pt x="10409428" y="3505327"/>
                  </a:lnTo>
                  <a:lnTo>
                    <a:pt x="10405110" y="3509645"/>
                  </a:lnTo>
                  <a:lnTo>
                    <a:pt x="10405110" y="3520186"/>
                  </a:lnTo>
                  <a:lnTo>
                    <a:pt x="10409428" y="3524377"/>
                  </a:lnTo>
                  <a:lnTo>
                    <a:pt x="10419841" y="3524377"/>
                  </a:lnTo>
                  <a:lnTo>
                    <a:pt x="10424160" y="3520186"/>
                  </a:lnTo>
                  <a:lnTo>
                    <a:pt x="10424160" y="3509645"/>
                  </a:lnTo>
                  <a:lnTo>
                    <a:pt x="10419841" y="3505327"/>
                  </a:lnTo>
                  <a:close/>
                </a:path>
                <a:path w="10424160" h="5213350">
                  <a:moveTo>
                    <a:pt x="10419841" y="3543427"/>
                  </a:moveTo>
                  <a:lnTo>
                    <a:pt x="10409428" y="3543427"/>
                  </a:lnTo>
                  <a:lnTo>
                    <a:pt x="10405110" y="3547745"/>
                  </a:lnTo>
                  <a:lnTo>
                    <a:pt x="10405110" y="3558286"/>
                  </a:lnTo>
                  <a:lnTo>
                    <a:pt x="10409428" y="3562477"/>
                  </a:lnTo>
                  <a:lnTo>
                    <a:pt x="10419841" y="3562477"/>
                  </a:lnTo>
                  <a:lnTo>
                    <a:pt x="10424160" y="3558286"/>
                  </a:lnTo>
                  <a:lnTo>
                    <a:pt x="10424160" y="3547745"/>
                  </a:lnTo>
                  <a:lnTo>
                    <a:pt x="10419841" y="3543427"/>
                  </a:lnTo>
                  <a:close/>
                </a:path>
                <a:path w="10424160" h="5213350">
                  <a:moveTo>
                    <a:pt x="10419841" y="3581527"/>
                  </a:moveTo>
                  <a:lnTo>
                    <a:pt x="10409428" y="3581527"/>
                  </a:lnTo>
                  <a:lnTo>
                    <a:pt x="10405110" y="3585845"/>
                  </a:lnTo>
                  <a:lnTo>
                    <a:pt x="10405110" y="3596386"/>
                  </a:lnTo>
                  <a:lnTo>
                    <a:pt x="10409428" y="3600577"/>
                  </a:lnTo>
                  <a:lnTo>
                    <a:pt x="10419841" y="3600577"/>
                  </a:lnTo>
                  <a:lnTo>
                    <a:pt x="10424160" y="3596386"/>
                  </a:lnTo>
                  <a:lnTo>
                    <a:pt x="10424160" y="3585845"/>
                  </a:lnTo>
                  <a:lnTo>
                    <a:pt x="10419841" y="3581527"/>
                  </a:lnTo>
                  <a:close/>
                </a:path>
                <a:path w="10424160" h="5213350">
                  <a:moveTo>
                    <a:pt x="10419841" y="3619627"/>
                  </a:moveTo>
                  <a:lnTo>
                    <a:pt x="10409428" y="3619627"/>
                  </a:lnTo>
                  <a:lnTo>
                    <a:pt x="10405110" y="3623945"/>
                  </a:lnTo>
                  <a:lnTo>
                    <a:pt x="10405110" y="3634486"/>
                  </a:lnTo>
                  <a:lnTo>
                    <a:pt x="10409428" y="3638804"/>
                  </a:lnTo>
                  <a:lnTo>
                    <a:pt x="10419841" y="3638804"/>
                  </a:lnTo>
                  <a:lnTo>
                    <a:pt x="10424160" y="3634486"/>
                  </a:lnTo>
                  <a:lnTo>
                    <a:pt x="10424160" y="3623945"/>
                  </a:lnTo>
                  <a:lnTo>
                    <a:pt x="10419841" y="3619627"/>
                  </a:lnTo>
                  <a:close/>
                </a:path>
                <a:path w="10424160" h="5213350">
                  <a:moveTo>
                    <a:pt x="10419841" y="3657854"/>
                  </a:moveTo>
                  <a:lnTo>
                    <a:pt x="10409428" y="3657854"/>
                  </a:lnTo>
                  <a:lnTo>
                    <a:pt x="10405110" y="3662045"/>
                  </a:lnTo>
                  <a:lnTo>
                    <a:pt x="10405110" y="3672586"/>
                  </a:lnTo>
                  <a:lnTo>
                    <a:pt x="10409428" y="3676904"/>
                  </a:lnTo>
                  <a:lnTo>
                    <a:pt x="10419841" y="3676904"/>
                  </a:lnTo>
                  <a:lnTo>
                    <a:pt x="10424160" y="3672586"/>
                  </a:lnTo>
                  <a:lnTo>
                    <a:pt x="10424160" y="3662045"/>
                  </a:lnTo>
                  <a:lnTo>
                    <a:pt x="10419841" y="3657854"/>
                  </a:lnTo>
                  <a:close/>
                </a:path>
                <a:path w="10424160" h="5213350">
                  <a:moveTo>
                    <a:pt x="10419841" y="3695954"/>
                  </a:moveTo>
                  <a:lnTo>
                    <a:pt x="10409428" y="3695954"/>
                  </a:lnTo>
                  <a:lnTo>
                    <a:pt x="10405110" y="3700145"/>
                  </a:lnTo>
                  <a:lnTo>
                    <a:pt x="10405110" y="3710686"/>
                  </a:lnTo>
                  <a:lnTo>
                    <a:pt x="10409428" y="3715004"/>
                  </a:lnTo>
                  <a:lnTo>
                    <a:pt x="10419841" y="3715004"/>
                  </a:lnTo>
                  <a:lnTo>
                    <a:pt x="10424160" y="3710686"/>
                  </a:lnTo>
                  <a:lnTo>
                    <a:pt x="10424160" y="3700145"/>
                  </a:lnTo>
                  <a:lnTo>
                    <a:pt x="10419841" y="3695954"/>
                  </a:lnTo>
                  <a:close/>
                </a:path>
                <a:path w="10424160" h="5213350">
                  <a:moveTo>
                    <a:pt x="10419841" y="3734054"/>
                  </a:moveTo>
                  <a:lnTo>
                    <a:pt x="10409428" y="3734054"/>
                  </a:lnTo>
                  <a:lnTo>
                    <a:pt x="10405110" y="3738245"/>
                  </a:lnTo>
                  <a:lnTo>
                    <a:pt x="10405110" y="3748786"/>
                  </a:lnTo>
                  <a:lnTo>
                    <a:pt x="10409428" y="3753104"/>
                  </a:lnTo>
                  <a:lnTo>
                    <a:pt x="10419841" y="3753104"/>
                  </a:lnTo>
                  <a:lnTo>
                    <a:pt x="10424160" y="3748786"/>
                  </a:lnTo>
                  <a:lnTo>
                    <a:pt x="10424160" y="3738245"/>
                  </a:lnTo>
                  <a:lnTo>
                    <a:pt x="10419841" y="3734054"/>
                  </a:lnTo>
                  <a:close/>
                </a:path>
                <a:path w="10424160" h="5213350">
                  <a:moveTo>
                    <a:pt x="10419841" y="3772154"/>
                  </a:moveTo>
                  <a:lnTo>
                    <a:pt x="10409428" y="3772154"/>
                  </a:lnTo>
                  <a:lnTo>
                    <a:pt x="10405110" y="3776472"/>
                  </a:lnTo>
                  <a:lnTo>
                    <a:pt x="10405110" y="3787013"/>
                  </a:lnTo>
                  <a:lnTo>
                    <a:pt x="10409428" y="3791204"/>
                  </a:lnTo>
                  <a:lnTo>
                    <a:pt x="10419841" y="3791204"/>
                  </a:lnTo>
                  <a:lnTo>
                    <a:pt x="10424160" y="3787013"/>
                  </a:lnTo>
                  <a:lnTo>
                    <a:pt x="10424160" y="3776472"/>
                  </a:lnTo>
                  <a:lnTo>
                    <a:pt x="10419841" y="3772154"/>
                  </a:lnTo>
                  <a:close/>
                </a:path>
                <a:path w="10424160" h="5213350">
                  <a:moveTo>
                    <a:pt x="10419841" y="3810254"/>
                  </a:moveTo>
                  <a:lnTo>
                    <a:pt x="10409428" y="3810254"/>
                  </a:lnTo>
                  <a:lnTo>
                    <a:pt x="10405110" y="3814572"/>
                  </a:lnTo>
                  <a:lnTo>
                    <a:pt x="10405110" y="3825113"/>
                  </a:lnTo>
                  <a:lnTo>
                    <a:pt x="10409428" y="3829304"/>
                  </a:lnTo>
                  <a:lnTo>
                    <a:pt x="10419841" y="3829304"/>
                  </a:lnTo>
                  <a:lnTo>
                    <a:pt x="10424160" y="3825113"/>
                  </a:lnTo>
                  <a:lnTo>
                    <a:pt x="10424160" y="3814572"/>
                  </a:lnTo>
                  <a:lnTo>
                    <a:pt x="10419841" y="3810254"/>
                  </a:lnTo>
                  <a:close/>
                </a:path>
                <a:path w="10424160" h="5213350">
                  <a:moveTo>
                    <a:pt x="10419841" y="3848354"/>
                  </a:moveTo>
                  <a:lnTo>
                    <a:pt x="10409428" y="3848354"/>
                  </a:lnTo>
                  <a:lnTo>
                    <a:pt x="10405110" y="3852672"/>
                  </a:lnTo>
                  <a:lnTo>
                    <a:pt x="10405110" y="3863213"/>
                  </a:lnTo>
                  <a:lnTo>
                    <a:pt x="10409428" y="3867531"/>
                  </a:lnTo>
                  <a:lnTo>
                    <a:pt x="10419841" y="3867531"/>
                  </a:lnTo>
                  <a:lnTo>
                    <a:pt x="10424160" y="3863213"/>
                  </a:lnTo>
                  <a:lnTo>
                    <a:pt x="10424160" y="3852672"/>
                  </a:lnTo>
                  <a:lnTo>
                    <a:pt x="10419841" y="3848354"/>
                  </a:lnTo>
                  <a:close/>
                </a:path>
                <a:path w="10424160" h="5213350">
                  <a:moveTo>
                    <a:pt x="10419841" y="3886581"/>
                  </a:moveTo>
                  <a:lnTo>
                    <a:pt x="10409428" y="3886581"/>
                  </a:lnTo>
                  <a:lnTo>
                    <a:pt x="10405110" y="3890772"/>
                  </a:lnTo>
                  <a:lnTo>
                    <a:pt x="10405110" y="3901313"/>
                  </a:lnTo>
                  <a:lnTo>
                    <a:pt x="10409428" y="3905631"/>
                  </a:lnTo>
                  <a:lnTo>
                    <a:pt x="10419841" y="3905631"/>
                  </a:lnTo>
                  <a:lnTo>
                    <a:pt x="10424160" y="3901313"/>
                  </a:lnTo>
                  <a:lnTo>
                    <a:pt x="10424160" y="3890772"/>
                  </a:lnTo>
                  <a:lnTo>
                    <a:pt x="10419841" y="3886581"/>
                  </a:lnTo>
                  <a:close/>
                </a:path>
                <a:path w="10424160" h="5213350">
                  <a:moveTo>
                    <a:pt x="10419841" y="3924681"/>
                  </a:moveTo>
                  <a:lnTo>
                    <a:pt x="10409428" y="3924681"/>
                  </a:lnTo>
                  <a:lnTo>
                    <a:pt x="10405110" y="3928872"/>
                  </a:lnTo>
                  <a:lnTo>
                    <a:pt x="10405110" y="3939413"/>
                  </a:lnTo>
                  <a:lnTo>
                    <a:pt x="10409428" y="3943731"/>
                  </a:lnTo>
                  <a:lnTo>
                    <a:pt x="10419841" y="3943731"/>
                  </a:lnTo>
                  <a:lnTo>
                    <a:pt x="10424160" y="3939413"/>
                  </a:lnTo>
                  <a:lnTo>
                    <a:pt x="10424160" y="3928872"/>
                  </a:lnTo>
                  <a:lnTo>
                    <a:pt x="10419841" y="3924681"/>
                  </a:lnTo>
                  <a:close/>
                </a:path>
                <a:path w="10424160" h="5213350">
                  <a:moveTo>
                    <a:pt x="10419841" y="3962781"/>
                  </a:moveTo>
                  <a:lnTo>
                    <a:pt x="10409428" y="3962781"/>
                  </a:lnTo>
                  <a:lnTo>
                    <a:pt x="10405110" y="3966972"/>
                  </a:lnTo>
                  <a:lnTo>
                    <a:pt x="10405110" y="3977513"/>
                  </a:lnTo>
                  <a:lnTo>
                    <a:pt x="10409428" y="3981831"/>
                  </a:lnTo>
                  <a:lnTo>
                    <a:pt x="10419841" y="3981831"/>
                  </a:lnTo>
                  <a:lnTo>
                    <a:pt x="10424160" y="3977513"/>
                  </a:lnTo>
                  <a:lnTo>
                    <a:pt x="10424160" y="3966972"/>
                  </a:lnTo>
                  <a:lnTo>
                    <a:pt x="10419841" y="3962781"/>
                  </a:lnTo>
                  <a:close/>
                </a:path>
                <a:path w="10424160" h="5213350">
                  <a:moveTo>
                    <a:pt x="10419841" y="4000881"/>
                  </a:moveTo>
                  <a:lnTo>
                    <a:pt x="10409428" y="4000881"/>
                  </a:lnTo>
                  <a:lnTo>
                    <a:pt x="10405110" y="4005199"/>
                  </a:lnTo>
                  <a:lnTo>
                    <a:pt x="10405110" y="4015740"/>
                  </a:lnTo>
                  <a:lnTo>
                    <a:pt x="10409428" y="4019931"/>
                  </a:lnTo>
                  <a:lnTo>
                    <a:pt x="10419841" y="4019931"/>
                  </a:lnTo>
                  <a:lnTo>
                    <a:pt x="10424160" y="4015740"/>
                  </a:lnTo>
                  <a:lnTo>
                    <a:pt x="10424160" y="4005199"/>
                  </a:lnTo>
                  <a:lnTo>
                    <a:pt x="10419841" y="4000881"/>
                  </a:lnTo>
                  <a:close/>
                </a:path>
                <a:path w="10424160" h="5213350">
                  <a:moveTo>
                    <a:pt x="10419841" y="4038981"/>
                  </a:moveTo>
                  <a:lnTo>
                    <a:pt x="10409428" y="4038981"/>
                  </a:lnTo>
                  <a:lnTo>
                    <a:pt x="10405110" y="4043299"/>
                  </a:lnTo>
                  <a:lnTo>
                    <a:pt x="10405110" y="4053840"/>
                  </a:lnTo>
                  <a:lnTo>
                    <a:pt x="10409428" y="4058031"/>
                  </a:lnTo>
                  <a:lnTo>
                    <a:pt x="10419841" y="4058031"/>
                  </a:lnTo>
                  <a:lnTo>
                    <a:pt x="10424160" y="4053840"/>
                  </a:lnTo>
                  <a:lnTo>
                    <a:pt x="10424160" y="4043299"/>
                  </a:lnTo>
                  <a:lnTo>
                    <a:pt x="10419841" y="4038981"/>
                  </a:lnTo>
                  <a:close/>
                </a:path>
                <a:path w="10424160" h="5213350">
                  <a:moveTo>
                    <a:pt x="10419841" y="4077081"/>
                  </a:moveTo>
                  <a:lnTo>
                    <a:pt x="10409428" y="4077081"/>
                  </a:lnTo>
                  <a:lnTo>
                    <a:pt x="10405110" y="4081399"/>
                  </a:lnTo>
                  <a:lnTo>
                    <a:pt x="10405110" y="4091940"/>
                  </a:lnTo>
                  <a:lnTo>
                    <a:pt x="10409428" y="4096131"/>
                  </a:lnTo>
                  <a:lnTo>
                    <a:pt x="10419841" y="4096131"/>
                  </a:lnTo>
                  <a:lnTo>
                    <a:pt x="10424160" y="4091940"/>
                  </a:lnTo>
                  <a:lnTo>
                    <a:pt x="10424160" y="4081399"/>
                  </a:lnTo>
                  <a:lnTo>
                    <a:pt x="10419841" y="4077081"/>
                  </a:lnTo>
                  <a:close/>
                </a:path>
                <a:path w="10424160" h="5213350">
                  <a:moveTo>
                    <a:pt x="10419841" y="4115181"/>
                  </a:moveTo>
                  <a:lnTo>
                    <a:pt x="10409428" y="4115181"/>
                  </a:lnTo>
                  <a:lnTo>
                    <a:pt x="10405110" y="4119499"/>
                  </a:lnTo>
                  <a:lnTo>
                    <a:pt x="10405110" y="4130040"/>
                  </a:lnTo>
                  <a:lnTo>
                    <a:pt x="10409428" y="4134358"/>
                  </a:lnTo>
                  <a:lnTo>
                    <a:pt x="10419841" y="4134358"/>
                  </a:lnTo>
                  <a:lnTo>
                    <a:pt x="10424160" y="4130040"/>
                  </a:lnTo>
                  <a:lnTo>
                    <a:pt x="10424160" y="4124833"/>
                  </a:lnTo>
                  <a:lnTo>
                    <a:pt x="10411460" y="4124833"/>
                  </a:lnTo>
                  <a:lnTo>
                    <a:pt x="10424160" y="4124706"/>
                  </a:lnTo>
                  <a:lnTo>
                    <a:pt x="10424160" y="4119499"/>
                  </a:lnTo>
                  <a:lnTo>
                    <a:pt x="10419841" y="4115181"/>
                  </a:lnTo>
                  <a:close/>
                </a:path>
                <a:path w="10424160" h="5213350">
                  <a:moveTo>
                    <a:pt x="10424160" y="4124706"/>
                  </a:moveTo>
                  <a:lnTo>
                    <a:pt x="10417810" y="4124706"/>
                  </a:lnTo>
                  <a:lnTo>
                    <a:pt x="10424160" y="4124833"/>
                  </a:lnTo>
                  <a:close/>
                </a:path>
                <a:path w="10424160" h="5213350">
                  <a:moveTo>
                    <a:pt x="10419841" y="4153408"/>
                  </a:moveTo>
                  <a:lnTo>
                    <a:pt x="10409428" y="4153408"/>
                  </a:lnTo>
                  <a:lnTo>
                    <a:pt x="10405110" y="4157599"/>
                  </a:lnTo>
                  <a:lnTo>
                    <a:pt x="10405110" y="4168140"/>
                  </a:lnTo>
                  <a:lnTo>
                    <a:pt x="10409428" y="4172458"/>
                  </a:lnTo>
                  <a:lnTo>
                    <a:pt x="10419841" y="4172458"/>
                  </a:lnTo>
                  <a:lnTo>
                    <a:pt x="10424160" y="4168140"/>
                  </a:lnTo>
                  <a:lnTo>
                    <a:pt x="10424160" y="4157599"/>
                  </a:lnTo>
                  <a:lnTo>
                    <a:pt x="10419841" y="4153408"/>
                  </a:lnTo>
                  <a:close/>
                </a:path>
                <a:path w="10424160" h="5213350">
                  <a:moveTo>
                    <a:pt x="10419841" y="4191469"/>
                  </a:moveTo>
                  <a:lnTo>
                    <a:pt x="10409428" y="4191469"/>
                  </a:lnTo>
                  <a:lnTo>
                    <a:pt x="10405110" y="4195737"/>
                  </a:lnTo>
                  <a:lnTo>
                    <a:pt x="10405110" y="4206278"/>
                  </a:lnTo>
                  <a:lnTo>
                    <a:pt x="10409428" y="4210545"/>
                  </a:lnTo>
                  <a:lnTo>
                    <a:pt x="10419841" y="4210545"/>
                  </a:lnTo>
                  <a:lnTo>
                    <a:pt x="10424160" y="4206278"/>
                  </a:lnTo>
                  <a:lnTo>
                    <a:pt x="10424160" y="4195737"/>
                  </a:lnTo>
                  <a:lnTo>
                    <a:pt x="10419841" y="4191469"/>
                  </a:lnTo>
                  <a:close/>
                </a:path>
                <a:path w="10424160" h="5213350">
                  <a:moveTo>
                    <a:pt x="10419841" y="4229595"/>
                  </a:moveTo>
                  <a:lnTo>
                    <a:pt x="10409428" y="4229595"/>
                  </a:lnTo>
                  <a:lnTo>
                    <a:pt x="10405110" y="4233862"/>
                  </a:lnTo>
                  <a:lnTo>
                    <a:pt x="10405110" y="4244403"/>
                  </a:lnTo>
                  <a:lnTo>
                    <a:pt x="10409428" y="4248658"/>
                  </a:lnTo>
                  <a:lnTo>
                    <a:pt x="10419841" y="4248658"/>
                  </a:lnTo>
                  <a:lnTo>
                    <a:pt x="10424160" y="4244403"/>
                  </a:lnTo>
                  <a:lnTo>
                    <a:pt x="10424160" y="4233862"/>
                  </a:lnTo>
                  <a:lnTo>
                    <a:pt x="10419841" y="4229595"/>
                  </a:lnTo>
                  <a:close/>
                </a:path>
                <a:path w="10424160" h="5213350">
                  <a:moveTo>
                    <a:pt x="10419841" y="4267708"/>
                  </a:moveTo>
                  <a:lnTo>
                    <a:pt x="10409428" y="4267708"/>
                  </a:lnTo>
                  <a:lnTo>
                    <a:pt x="10405110" y="4271975"/>
                  </a:lnTo>
                  <a:lnTo>
                    <a:pt x="10405110" y="4282516"/>
                  </a:lnTo>
                  <a:lnTo>
                    <a:pt x="10409428" y="4286783"/>
                  </a:lnTo>
                  <a:lnTo>
                    <a:pt x="10419841" y="4286783"/>
                  </a:lnTo>
                  <a:lnTo>
                    <a:pt x="10424160" y="4282516"/>
                  </a:lnTo>
                  <a:lnTo>
                    <a:pt x="10424160" y="4271975"/>
                  </a:lnTo>
                  <a:lnTo>
                    <a:pt x="10419841" y="4267708"/>
                  </a:lnTo>
                  <a:close/>
                </a:path>
                <a:path w="10424160" h="5213350">
                  <a:moveTo>
                    <a:pt x="10419841" y="4305833"/>
                  </a:moveTo>
                  <a:lnTo>
                    <a:pt x="10409428" y="4305833"/>
                  </a:lnTo>
                  <a:lnTo>
                    <a:pt x="10405110" y="4310100"/>
                  </a:lnTo>
                  <a:lnTo>
                    <a:pt x="10405110" y="4320641"/>
                  </a:lnTo>
                  <a:lnTo>
                    <a:pt x="10409428" y="4324908"/>
                  </a:lnTo>
                  <a:lnTo>
                    <a:pt x="10419841" y="4324908"/>
                  </a:lnTo>
                  <a:lnTo>
                    <a:pt x="10424160" y="4320641"/>
                  </a:lnTo>
                  <a:lnTo>
                    <a:pt x="10424160" y="4310100"/>
                  </a:lnTo>
                  <a:lnTo>
                    <a:pt x="10419841" y="4305833"/>
                  </a:lnTo>
                  <a:close/>
                </a:path>
                <a:path w="10424160" h="5213350">
                  <a:moveTo>
                    <a:pt x="10419841" y="4343958"/>
                  </a:moveTo>
                  <a:lnTo>
                    <a:pt x="10409428" y="4343958"/>
                  </a:lnTo>
                  <a:lnTo>
                    <a:pt x="10405110" y="4348213"/>
                  </a:lnTo>
                  <a:lnTo>
                    <a:pt x="10405110" y="4358754"/>
                  </a:lnTo>
                  <a:lnTo>
                    <a:pt x="10409428" y="4363021"/>
                  </a:lnTo>
                  <a:lnTo>
                    <a:pt x="10419841" y="4363021"/>
                  </a:lnTo>
                  <a:lnTo>
                    <a:pt x="10424160" y="4358754"/>
                  </a:lnTo>
                  <a:lnTo>
                    <a:pt x="10424160" y="4348213"/>
                  </a:lnTo>
                  <a:lnTo>
                    <a:pt x="10419841" y="4343958"/>
                  </a:lnTo>
                  <a:close/>
                </a:path>
                <a:path w="10424160" h="5213350">
                  <a:moveTo>
                    <a:pt x="10419841" y="4382071"/>
                  </a:moveTo>
                  <a:lnTo>
                    <a:pt x="10409428" y="4382071"/>
                  </a:lnTo>
                  <a:lnTo>
                    <a:pt x="10405110" y="4386338"/>
                  </a:lnTo>
                  <a:lnTo>
                    <a:pt x="10405110" y="4396879"/>
                  </a:lnTo>
                  <a:lnTo>
                    <a:pt x="10409428" y="4401146"/>
                  </a:lnTo>
                  <a:lnTo>
                    <a:pt x="10419841" y="4401146"/>
                  </a:lnTo>
                  <a:lnTo>
                    <a:pt x="10424160" y="4396879"/>
                  </a:lnTo>
                  <a:lnTo>
                    <a:pt x="10424160" y="4386338"/>
                  </a:lnTo>
                  <a:lnTo>
                    <a:pt x="10419841" y="4382071"/>
                  </a:lnTo>
                  <a:close/>
                </a:path>
                <a:path w="10424160" h="5213350">
                  <a:moveTo>
                    <a:pt x="10419841" y="4420196"/>
                  </a:moveTo>
                  <a:lnTo>
                    <a:pt x="10409428" y="4420196"/>
                  </a:lnTo>
                  <a:lnTo>
                    <a:pt x="10405110" y="4424451"/>
                  </a:lnTo>
                  <a:lnTo>
                    <a:pt x="10405110" y="4434992"/>
                  </a:lnTo>
                  <a:lnTo>
                    <a:pt x="10409428" y="4439259"/>
                  </a:lnTo>
                  <a:lnTo>
                    <a:pt x="10419841" y="4439259"/>
                  </a:lnTo>
                  <a:lnTo>
                    <a:pt x="10424160" y="4434992"/>
                  </a:lnTo>
                  <a:lnTo>
                    <a:pt x="10424160" y="4424451"/>
                  </a:lnTo>
                  <a:lnTo>
                    <a:pt x="10419841" y="4420196"/>
                  </a:lnTo>
                  <a:close/>
                </a:path>
                <a:path w="10424160" h="5213350">
                  <a:moveTo>
                    <a:pt x="10419841" y="4458309"/>
                  </a:moveTo>
                  <a:lnTo>
                    <a:pt x="10409428" y="4458309"/>
                  </a:lnTo>
                  <a:lnTo>
                    <a:pt x="10405110" y="4462576"/>
                  </a:lnTo>
                  <a:lnTo>
                    <a:pt x="10405110" y="4473117"/>
                  </a:lnTo>
                  <a:lnTo>
                    <a:pt x="10409428" y="4477385"/>
                  </a:lnTo>
                  <a:lnTo>
                    <a:pt x="10419841" y="4477385"/>
                  </a:lnTo>
                  <a:lnTo>
                    <a:pt x="10424160" y="4473117"/>
                  </a:lnTo>
                  <a:lnTo>
                    <a:pt x="10424160" y="4462576"/>
                  </a:lnTo>
                  <a:lnTo>
                    <a:pt x="10419841" y="4458309"/>
                  </a:lnTo>
                  <a:close/>
                </a:path>
                <a:path w="10424160" h="5213350">
                  <a:moveTo>
                    <a:pt x="10419841" y="4496435"/>
                  </a:moveTo>
                  <a:lnTo>
                    <a:pt x="10409428" y="4496435"/>
                  </a:lnTo>
                  <a:lnTo>
                    <a:pt x="10405110" y="4500689"/>
                  </a:lnTo>
                  <a:lnTo>
                    <a:pt x="10405110" y="4511230"/>
                  </a:lnTo>
                  <a:lnTo>
                    <a:pt x="10409428" y="4515497"/>
                  </a:lnTo>
                  <a:lnTo>
                    <a:pt x="10419841" y="4515497"/>
                  </a:lnTo>
                  <a:lnTo>
                    <a:pt x="10424160" y="4511230"/>
                  </a:lnTo>
                  <a:lnTo>
                    <a:pt x="10424160" y="4500689"/>
                  </a:lnTo>
                  <a:lnTo>
                    <a:pt x="10419841" y="4496435"/>
                  </a:lnTo>
                  <a:close/>
                </a:path>
                <a:path w="10424160" h="5213350">
                  <a:moveTo>
                    <a:pt x="10419841" y="4534547"/>
                  </a:moveTo>
                  <a:lnTo>
                    <a:pt x="10409428" y="4534547"/>
                  </a:lnTo>
                  <a:lnTo>
                    <a:pt x="10405110" y="4538814"/>
                  </a:lnTo>
                  <a:lnTo>
                    <a:pt x="10405110" y="4549355"/>
                  </a:lnTo>
                  <a:lnTo>
                    <a:pt x="10409428" y="4553623"/>
                  </a:lnTo>
                  <a:lnTo>
                    <a:pt x="10419841" y="4553623"/>
                  </a:lnTo>
                  <a:lnTo>
                    <a:pt x="10424160" y="4549355"/>
                  </a:lnTo>
                  <a:lnTo>
                    <a:pt x="10424160" y="4538814"/>
                  </a:lnTo>
                  <a:lnTo>
                    <a:pt x="10419841" y="4534547"/>
                  </a:lnTo>
                  <a:close/>
                </a:path>
                <a:path w="10424160" h="5213350">
                  <a:moveTo>
                    <a:pt x="10419841" y="4572673"/>
                  </a:moveTo>
                  <a:lnTo>
                    <a:pt x="10409428" y="4572673"/>
                  </a:lnTo>
                  <a:lnTo>
                    <a:pt x="10405110" y="4576940"/>
                  </a:lnTo>
                  <a:lnTo>
                    <a:pt x="10405110" y="4587468"/>
                  </a:lnTo>
                  <a:lnTo>
                    <a:pt x="10409428" y="4591735"/>
                  </a:lnTo>
                  <a:lnTo>
                    <a:pt x="10419841" y="4591735"/>
                  </a:lnTo>
                  <a:lnTo>
                    <a:pt x="10424160" y="4587468"/>
                  </a:lnTo>
                  <a:lnTo>
                    <a:pt x="10424160" y="4576940"/>
                  </a:lnTo>
                  <a:lnTo>
                    <a:pt x="10419841" y="4572673"/>
                  </a:lnTo>
                  <a:close/>
                </a:path>
                <a:path w="10424160" h="5213350">
                  <a:moveTo>
                    <a:pt x="10419841" y="4610785"/>
                  </a:moveTo>
                  <a:lnTo>
                    <a:pt x="10409428" y="4610785"/>
                  </a:lnTo>
                  <a:lnTo>
                    <a:pt x="10405110" y="4615053"/>
                  </a:lnTo>
                  <a:lnTo>
                    <a:pt x="10405110" y="4625594"/>
                  </a:lnTo>
                  <a:lnTo>
                    <a:pt x="10409428" y="4629861"/>
                  </a:lnTo>
                  <a:lnTo>
                    <a:pt x="10419841" y="4629861"/>
                  </a:lnTo>
                  <a:lnTo>
                    <a:pt x="10424160" y="4625594"/>
                  </a:lnTo>
                  <a:lnTo>
                    <a:pt x="10424160" y="4615053"/>
                  </a:lnTo>
                  <a:lnTo>
                    <a:pt x="10419841" y="4610785"/>
                  </a:lnTo>
                  <a:close/>
                </a:path>
                <a:path w="10424160" h="5213350">
                  <a:moveTo>
                    <a:pt x="10419841" y="4648911"/>
                  </a:moveTo>
                  <a:lnTo>
                    <a:pt x="10409428" y="4648911"/>
                  </a:lnTo>
                  <a:lnTo>
                    <a:pt x="10405110" y="4653178"/>
                  </a:lnTo>
                  <a:lnTo>
                    <a:pt x="10405110" y="4663719"/>
                  </a:lnTo>
                  <a:lnTo>
                    <a:pt x="10409428" y="4667973"/>
                  </a:lnTo>
                  <a:lnTo>
                    <a:pt x="10419841" y="4667973"/>
                  </a:lnTo>
                  <a:lnTo>
                    <a:pt x="10424160" y="4663719"/>
                  </a:lnTo>
                  <a:lnTo>
                    <a:pt x="10424160" y="4653178"/>
                  </a:lnTo>
                  <a:lnTo>
                    <a:pt x="10419841" y="4648911"/>
                  </a:lnTo>
                  <a:close/>
                </a:path>
                <a:path w="10424160" h="5213350">
                  <a:moveTo>
                    <a:pt x="10419841" y="4687023"/>
                  </a:moveTo>
                  <a:lnTo>
                    <a:pt x="10409428" y="4687023"/>
                  </a:lnTo>
                  <a:lnTo>
                    <a:pt x="10405110" y="4691291"/>
                  </a:lnTo>
                  <a:lnTo>
                    <a:pt x="10405110" y="4701832"/>
                  </a:lnTo>
                  <a:lnTo>
                    <a:pt x="10409428" y="4706099"/>
                  </a:lnTo>
                  <a:lnTo>
                    <a:pt x="10419841" y="4706099"/>
                  </a:lnTo>
                  <a:lnTo>
                    <a:pt x="10424160" y="4701832"/>
                  </a:lnTo>
                  <a:lnTo>
                    <a:pt x="10424160" y="4691291"/>
                  </a:lnTo>
                  <a:lnTo>
                    <a:pt x="10419841" y="4687023"/>
                  </a:lnTo>
                  <a:close/>
                </a:path>
                <a:path w="10424160" h="5213350">
                  <a:moveTo>
                    <a:pt x="10419841" y="4725149"/>
                  </a:moveTo>
                  <a:lnTo>
                    <a:pt x="10409428" y="4725149"/>
                  </a:lnTo>
                  <a:lnTo>
                    <a:pt x="10405110" y="4729416"/>
                  </a:lnTo>
                  <a:lnTo>
                    <a:pt x="10405110" y="4739957"/>
                  </a:lnTo>
                  <a:lnTo>
                    <a:pt x="10409428" y="4744212"/>
                  </a:lnTo>
                  <a:lnTo>
                    <a:pt x="10419841" y="4744212"/>
                  </a:lnTo>
                  <a:lnTo>
                    <a:pt x="10424160" y="4739957"/>
                  </a:lnTo>
                  <a:lnTo>
                    <a:pt x="10424160" y="4729416"/>
                  </a:lnTo>
                  <a:lnTo>
                    <a:pt x="10419841" y="4725149"/>
                  </a:lnTo>
                  <a:close/>
                </a:path>
                <a:path w="10424160" h="5213350">
                  <a:moveTo>
                    <a:pt x="10419841" y="4763262"/>
                  </a:moveTo>
                  <a:lnTo>
                    <a:pt x="10409428" y="4763262"/>
                  </a:lnTo>
                  <a:lnTo>
                    <a:pt x="10405110" y="4767529"/>
                  </a:lnTo>
                  <a:lnTo>
                    <a:pt x="10405110" y="4778070"/>
                  </a:lnTo>
                  <a:lnTo>
                    <a:pt x="10409428" y="4782337"/>
                  </a:lnTo>
                  <a:lnTo>
                    <a:pt x="10419841" y="4782337"/>
                  </a:lnTo>
                  <a:lnTo>
                    <a:pt x="10424160" y="4778070"/>
                  </a:lnTo>
                  <a:lnTo>
                    <a:pt x="10424160" y="4767529"/>
                  </a:lnTo>
                  <a:lnTo>
                    <a:pt x="10419841" y="4763262"/>
                  </a:lnTo>
                  <a:close/>
                </a:path>
                <a:path w="10424160" h="5213350">
                  <a:moveTo>
                    <a:pt x="10419841" y="4801387"/>
                  </a:moveTo>
                  <a:lnTo>
                    <a:pt x="10409428" y="4801387"/>
                  </a:lnTo>
                  <a:lnTo>
                    <a:pt x="10405110" y="4805654"/>
                  </a:lnTo>
                  <a:lnTo>
                    <a:pt x="10405110" y="4816195"/>
                  </a:lnTo>
                  <a:lnTo>
                    <a:pt x="10409428" y="4820450"/>
                  </a:lnTo>
                  <a:lnTo>
                    <a:pt x="10419841" y="4820450"/>
                  </a:lnTo>
                  <a:lnTo>
                    <a:pt x="10424160" y="4816195"/>
                  </a:lnTo>
                  <a:lnTo>
                    <a:pt x="10424160" y="4805654"/>
                  </a:lnTo>
                  <a:lnTo>
                    <a:pt x="10419841" y="4801387"/>
                  </a:lnTo>
                  <a:close/>
                </a:path>
                <a:path w="10424160" h="5213350">
                  <a:moveTo>
                    <a:pt x="10419841" y="4839500"/>
                  </a:moveTo>
                  <a:lnTo>
                    <a:pt x="10409428" y="4839500"/>
                  </a:lnTo>
                  <a:lnTo>
                    <a:pt x="10405110" y="4843767"/>
                  </a:lnTo>
                  <a:lnTo>
                    <a:pt x="10405110" y="4854308"/>
                  </a:lnTo>
                  <a:lnTo>
                    <a:pt x="10409428" y="4858575"/>
                  </a:lnTo>
                  <a:lnTo>
                    <a:pt x="10419841" y="4858575"/>
                  </a:lnTo>
                  <a:lnTo>
                    <a:pt x="10424160" y="4854308"/>
                  </a:lnTo>
                  <a:lnTo>
                    <a:pt x="10424160" y="4843767"/>
                  </a:lnTo>
                  <a:lnTo>
                    <a:pt x="10419841" y="4839500"/>
                  </a:lnTo>
                  <a:close/>
                </a:path>
                <a:path w="10424160" h="5213350">
                  <a:moveTo>
                    <a:pt x="10419841" y="4877625"/>
                  </a:moveTo>
                  <a:lnTo>
                    <a:pt x="10409428" y="4877625"/>
                  </a:lnTo>
                  <a:lnTo>
                    <a:pt x="10405110" y="4881892"/>
                  </a:lnTo>
                  <a:lnTo>
                    <a:pt x="10405110" y="4892433"/>
                  </a:lnTo>
                  <a:lnTo>
                    <a:pt x="10409428" y="4896700"/>
                  </a:lnTo>
                  <a:lnTo>
                    <a:pt x="10419841" y="4896700"/>
                  </a:lnTo>
                  <a:lnTo>
                    <a:pt x="10424160" y="4892433"/>
                  </a:lnTo>
                  <a:lnTo>
                    <a:pt x="10424160" y="4881892"/>
                  </a:lnTo>
                  <a:lnTo>
                    <a:pt x="10419841" y="4877625"/>
                  </a:lnTo>
                  <a:close/>
                </a:path>
                <a:path w="10424160" h="5213350">
                  <a:moveTo>
                    <a:pt x="10419841" y="4915750"/>
                  </a:moveTo>
                  <a:lnTo>
                    <a:pt x="10409428" y="4915750"/>
                  </a:lnTo>
                  <a:lnTo>
                    <a:pt x="10405110" y="4920005"/>
                  </a:lnTo>
                  <a:lnTo>
                    <a:pt x="10405110" y="4930546"/>
                  </a:lnTo>
                  <a:lnTo>
                    <a:pt x="10409428" y="4934813"/>
                  </a:lnTo>
                  <a:lnTo>
                    <a:pt x="10419841" y="4934813"/>
                  </a:lnTo>
                  <a:lnTo>
                    <a:pt x="10424160" y="4930546"/>
                  </a:lnTo>
                  <a:lnTo>
                    <a:pt x="10424160" y="4920005"/>
                  </a:lnTo>
                  <a:lnTo>
                    <a:pt x="10419841" y="4915750"/>
                  </a:lnTo>
                  <a:close/>
                </a:path>
                <a:path w="10424160" h="5213350">
                  <a:moveTo>
                    <a:pt x="10419841" y="4953863"/>
                  </a:moveTo>
                  <a:lnTo>
                    <a:pt x="10409428" y="4953863"/>
                  </a:lnTo>
                  <a:lnTo>
                    <a:pt x="10405110" y="4958130"/>
                  </a:lnTo>
                  <a:lnTo>
                    <a:pt x="10405110" y="4968671"/>
                  </a:lnTo>
                  <a:lnTo>
                    <a:pt x="10409428" y="4972939"/>
                  </a:lnTo>
                  <a:lnTo>
                    <a:pt x="10419841" y="4972939"/>
                  </a:lnTo>
                  <a:lnTo>
                    <a:pt x="10424160" y="4968671"/>
                  </a:lnTo>
                  <a:lnTo>
                    <a:pt x="10424160" y="4958130"/>
                  </a:lnTo>
                  <a:lnTo>
                    <a:pt x="10419841" y="4953863"/>
                  </a:lnTo>
                  <a:close/>
                </a:path>
                <a:path w="10424160" h="5213350">
                  <a:moveTo>
                    <a:pt x="10419841" y="4991989"/>
                  </a:moveTo>
                  <a:lnTo>
                    <a:pt x="10409428" y="4991989"/>
                  </a:lnTo>
                  <a:lnTo>
                    <a:pt x="10405110" y="4996256"/>
                  </a:lnTo>
                  <a:lnTo>
                    <a:pt x="10405110" y="5006784"/>
                  </a:lnTo>
                  <a:lnTo>
                    <a:pt x="10409428" y="5011051"/>
                  </a:lnTo>
                  <a:lnTo>
                    <a:pt x="10419841" y="5011051"/>
                  </a:lnTo>
                  <a:lnTo>
                    <a:pt x="10424160" y="5006784"/>
                  </a:lnTo>
                  <a:lnTo>
                    <a:pt x="10424160" y="4996256"/>
                  </a:lnTo>
                  <a:lnTo>
                    <a:pt x="10419841" y="4991989"/>
                  </a:lnTo>
                  <a:close/>
                </a:path>
                <a:path w="10424160" h="5213350">
                  <a:moveTo>
                    <a:pt x="10404348" y="5039131"/>
                  </a:moveTo>
                  <a:lnTo>
                    <a:pt x="10404093" y="5044389"/>
                  </a:lnTo>
                  <a:lnTo>
                    <a:pt x="10408158" y="5048859"/>
                  </a:lnTo>
                  <a:lnTo>
                    <a:pt x="10418699" y="5049418"/>
                  </a:lnTo>
                  <a:lnTo>
                    <a:pt x="10423143" y="5045379"/>
                  </a:lnTo>
                  <a:lnTo>
                    <a:pt x="10423398" y="5040134"/>
                  </a:lnTo>
                  <a:lnTo>
                    <a:pt x="10404348" y="5039131"/>
                  </a:lnTo>
                  <a:close/>
                </a:path>
                <a:path w="10424160" h="5213350">
                  <a:moveTo>
                    <a:pt x="10409174" y="5029822"/>
                  </a:moveTo>
                  <a:lnTo>
                    <a:pt x="10404602" y="5033860"/>
                  </a:lnTo>
                  <a:lnTo>
                    <a:pt x="10404346" y="5039131"/>
                  </a:lnTo>
                  <a:lnTo>
                    <a:pt x="10404830" y="5039131"/>
                  </a:lnTo>
                  <a:lnTo>
                    <a:pt x="10423880" y="5040134"/>
                  </a:lnTo>
                  <a:lnTo>
                    <a:pt x="10423396" y="5040134"/>
                  </a:lnTo>
                  <a:lnTo>
                    <a:pt x="10423652" y="5034864"/>
                  </a:lnTo>
                  <a:lnTo>
                    <a:pt x="10419715" y="5030381"/>
                  </a:lnTo>
                  <a:lnTo>
                    <a:pt x="10409174" y="5029822"/>
                  </a:lnTo>
                  <a:close/>
                </a:path>
                <a:path w="10424160" h="5213350">
                  <a:moveTo>
                    <a:pt x="10397916" y="5074500"/>
                  </a:moveTo>
                  <a:lnTo>
                    <a:pt x="10397408" y="5076164"/>
                  </a:lnTo>
                  <a:lnTo>
                    <a:pt x="10396488" y="5079580"/>
                  </a:lnTo>
                  <a:lnTo>
                    <a:pt x="10399317" y="5084660"/>
                  </a:lnTo>
                  <a:lnTo>
                    <a:pt x="10399394" y="5084800"/>
                  </a:lnTo>
                  <a:lnTo>
                    <a:pt x="10409555" y="5087620"/>
                  </a:lnTo>
                  <a:lnTo>
                    <a:pt x="10414762" y="5084660"/>
                  </a:lnTo>
                  <a:lnTo>
                    <a:pt x="10416159" y="5079580"/>
                  </a:lnTo>
                  <a:lnTo>
                    <a:pt x="10397916" y="5074500"/>
                  </a:lnTo>
                  <a:close/>
                </a:path>
                <a:path w="10424160" h="5213350">
                  <a:moveTo>
                    <a:pt x="10404475" y="5066436"/>
                  </a:moveTo>
                  <a:lnTo>
                    <a:pt x="10399267" y="5069395"/>
                  </a:lnTo>
                  <a:lnTo>
                    <a:pt x="10397917" y="5074500"/>
                  </a:lnTo>
                  <a:lnTo>
                    <a:pt x="10416205" y="5079580"/>
                  </a:lnTo>
                  <a:lnTo>
                    <a:pt x="10416621" y="5077891"/>
                  </a:lnTo>
                  <a:lnTo>
                    <a:pt x="10417556" y="5074500"/>
                  </a:lnTo>
                  <a:lnTo>
                    <a:pt x="10414719" y="5069395"/>
                  </a:lnTo>
                  <a:lnTo>
                    <a:pt x="10414635" y="5069243"/>
                  </a:lnTo>
                  <a:lnTo>
                    <a:pt x="10404475" y="5066436"/>
                  </a:lnTo>
                  <a:close/>
                </a:path>
                <a:path w="10424160" h="5213350">
                  <a:moveTo>
                    <a:pt x="10384155" y="5107025"/>
                  </a:moveTo>
                  <a:lnTo>
                    <a:pt x="10381361" y="5111496"/>
                  </a:lnTo>
                  <a:lnTo>
                    <a:pt x="10382578" y="5117122"/>
                  </a:lnTo>
                  <a:lnTo>
                    <a:pt x="10382631" y="5117363"/>
                  </a:lnTo>
                  <a:lnTo>
                    <a:pt x="10387203" y="5120157"/>
                  </a:lnTo>
                  <a:lnTo>
                    <a:pt x="10391648" y="5122938"/>
                  </a:lnTo>
                  <a:lnTo>
                    <a:pt x="10397490" y="5121592"/>
                  </a:lnTo>
                  <a:lnTo>
                    <a:pt x="10400284" y="5117122"/>
                  </a:lnTo>
                  <a:lnTo>
                    <a:pt x="10384155" y="5107025"/>
                  </a:lnTo>
                  <a:close/>
                </a:path>
                <a:path w="10424160" h="5213350">
                  <a:moveTo>
                    <a:pt x="10392791" y="5101196"/>
                  </a:moveTo>
                  <a:lnTo>
                    <a:pt x="10386949" y="5102555"/>
                  </a:lnTo>
                  <a:lnTo>
                    <a:pt x="10384306" y="5106771"/>
                  </a:lnTo>
                  <a:lnTo>
                    <a:pt x="10384175" y="5107025"/>
                  </a:lnTo>
                  <a:lnTo>
                    <a:pt x="10400304" y="5117122"/>
                  </a:lnTo>
                  <a:lnTo>
                    <a:pt x="10403078" y="5112651"/>
                  </a:lnTo>
                  <a:lnTo>
                    <a:pt x="10401741" y="5107025"/>
                  </a:lnTo>
                  <a:lnTo>
                    <a:pt x="10401681" y="5106771"/>
                  </a:lnTo>
                  <a:lnTo>
                    <a:pt x="10392791" y="5101196"/>
                  </a:lnTo>
                  <a:close/>
                </a:path>
                <a:path w="10424160" h="5213350">
                  <a:moveTo>
                    <a:pt x="10363200" y="5136591"/>
                  </a:moveTo>
                  <a:lnTo>
                    <a:pt x="10359643" y="5140452"/>
                  </a:lnTo>
                  <a:lnTo>
                    <a:pt x="10359653" y="5140896"/>
                  </a:lnTo>
                  <a:lnTo>
                    <a:pt x="10359771" y="5146471"/>
                  </a:lnTo>
                  <a:lnTo>
                    <a:pt x="10363708" y="5150053"/>
                  </a:lnTo>
                  <a:lnTo>
                    <a:pt x="10367517" y="5153634"/>
                  </a:lnTo>
                  <a:lnTo>
                    <a:pt x="10373614" y="5153406"/>
                  </a:lnTo>
                  <a:lnTo>
                    <a:pt x="10377169" y="5149557"/>
                  </a:lnTo>
                  <a:lnTo>
                    <a:pt x="10373845" y="5146471"/>
                  </a:lnTo>
                  <a:lnTo>
                    <a:pt x="10372471" y="5145239"/>
                  </a:lnTo>
                  <a:lnTo>
                    <a:pt x="10363200" y="5136591"/>
                  </a:lnTo>
                  <a:close/>
                </a:path>
                <a:path w="10424160" h="5213350">
                  <a:moveTo>
                    <a:pt x="10372852" y="5132501"/>
                  </a:moveTo>
                  <a:lnTo>
                    <a:pt x="10366756" y="5132730"/>
                  </a:lnTo>
                  <a:lnTo>
                    <a:pt x="10363200" y="5136591"/>
                  </a:lnTo>
                  <a:lnTo>
                    <a:pt x="10367413" y="5140452"/>
                  </a:lnTo>
                  <a:lnTo>
                    <a:pt x="10367852" y="5140896"/>
                  </a:lnTo>
                  <a:lnTo>
                    <a:pt x="10373010" y="5145684"/>
                  </a:lnTo>
                  <a:lnTo>
                    <a:pt x="10373815" y="5146471"/>
                  </a:lnTo>
                  <a:lnTo>
                    <a:pt x="10377183" y="5149557"/>
                  </a:lnTo>
                  <a:lnTo>
                    <a:pt x="10380726" y="5145684"/>
                  </a:lnTo>
                  <a:lnTo>
                    <a:pt x="10380523" y="5140896"/>
                  </a:lnTo>
                  <a:lnTo>
                    <a:pt x="10380472" y="5139664"/>
                  </a:lnTo>
                  <a:lnTo>
                    <a:pt x="10372852" y="5132501"/>
                  </a:lnTo>
                  <a:close/>
                </a:path>
                <a:path w="10424160" h="5213350">
                  <a:moveTo>
                    <a:pt x="10336657" y="5160899"/>
                  </a:moveTo>
                  <a:lnTo>
                    <a:pt x="10332339" y="5163883"/>
                  </a:lnTo>
                  <a:lnTo>
                    <a:pt x="10331323" y="5169814"/>
                  </a:lnTo>
                  <a:lnTo>
                    <a:pt x="10334243" y="5174145"/>
                  </a:lnTo>
                  <a:lnTo>
                    <a:pt x="10337291" y="5178488"/>
                  </a:lnTo>
                  <a:lnTo>
                    <a:pt x="10343134" y="5179580"/>
                  </a:lnTo>
                  <a:lnTo>
                    <a:pt x="10347452" y="5176596"/>
                  </a:lnTo>
                  <a:lnTo>
                    <a:pt x="10336657" y="5160899"/>
                  </a:lnTo>
                  <a:close/>
                </a:path>
                <a:path w="10424160" h="5213350">
                  <a:moveTo>
                    <a:pt x="10341102" y="5157914"/>
                  </a:moveTo>
                  <a:lnTo>
                    <a:pt x="10336792" y="5160899"/>
                  </a:lnTo>
                  <a:lnTo>
                    <a:pt x="10345535" y="5173611"/>
                  </a:lnTo>
                  <a:lnTo>
                    <a:pt x="10345858" y="5174145"/>
                  </a:lnTo>
                  <a:lnTo>
                    <a:pt x="10347587" y="5176596"/>
                  </a:lnTo>
                  <a:lnTo>
                    <a:pt x="10351897" y="5173611"/>
                  </a:lnTo>
                  <a:lnTo>
                    <a:pt x="10352913" y="5167680"/>
                  </a:lnTo>
                  <a:lnTo>
                    <a:pt x="10349991" y="5163350"/>
                  </a:lnTo>
                  <a:lnTo>
                    <a:pt x="10346943" y="5159006"/>
                  </a:lnTo>
                  <a:lnTo>
                    <a:pt x="10341102" y="5157914"/>
                  </a:lnTo>
                  <a:close/>
                </a:path>
                <a:path w="10424160" h="5213350">
                  <a:moveTo>
                    <a:pt x="10305420" y="5179263"/>
                  </a:moveTo>
                  <a:lnTo>
                    <a:pt x="10300589" y="5181384"/>
                  </a:lnTo>
                  <a:lnTo>
                    <a:pt x="10298430" y="5187010"/>
                  </a:lnTo>
                  <a:lnTo>
                    <a:pt x="10301795" y="5194503"/>
                  </a:lnTo>
                  <a:lnTo>
                    <a:pt x="10302813" y="5196649"/>
                  </a:lnTo>
                  <a:lnTo>
                    <a:pt x="10308336" y="5198783"/>
                  </a:lnTo>
                  <a:lnTo>
                    <a:pt x="10313162" y="5196649"/>
                  </a:lnTo>
                  <a:lnTo>
                    <a:pt x="10312222" y="5194503"/>
                  </a:lnTo>
                  <a:lnTo>
                    <a:pt x="10305420" y="5179263"/>
                  </a:lnTo>
                  <a:close/>
                </a:path>
                <a:path w="10424160" h="5213350">
                  <a:moveTo>
                    <a:pt x="10310241" y="5177104"/>
                  </a:moveTo>
                  <a:lnTo>
                    <a:pt x="10305420" y="5179263"/>
                  </a:lnTo>
                  <a:lnTo>
                    <a:pt x="10306397" y="5181384"/>
                  </a:lnTo>
                  <a:lnTo>
                    <a:pt x="10307997" y="5185041"/>
                  </a:lnTo>
                  <a:lnTo>
                    <a:pt x="10309703" y="5188877"/>
                  </a:lnTo>
                  <a:lnTo>
                    <a:pt x="10310622" y="5190845"/>
                  </a:lnTo>
                  <a:lnTo>
                    <a:pt x="10312206" y="5194503"/>
                  </a:lnTo>
                  <a:lnTo>
                    <a:pt x="10313162" y="5196649"/>
                  </a:lnTo>
                  <a:lnTo>
                    <a:pt x="10317988" y="5194503"/>
                  </a:lnTo>
                  <a:lnTo>
                    <a:pt x="10320147" y="5188877"/>
                  </a:lnTo>
                  <a:lnTo>
                    <a:pt x="10315829" y="5179263"/>
                  </a:lnTo>
                  <a:lnTo>
                    <a:pt x="10310241" y="5177104"/>
                  </a:lnTo>
                  <a:close/>
                </a:path>
                <a:path w="10424160" h="5213350">
                  <a:moveTo>
                    <a:pt x="10270871" y="5190477"/>
                  </a:moveTo>
                  <a:lnTo>
                    <a:pt x="10265791" y="5191696"/>
                  </a:lnTo>
                  <a:lnTo>
                    <a:pt x="10262718" y="5196662"/>
                  </a:lnTo>
                  <a:lnTo>
                    <a:pt x="10262616" y="5196827"/>
                  </a:lnTo>
                  <a:lnTo>
                    <a:pt x="10263886" y="5201945"/>
                  </a:lnTo>
                  <a:lnTo>
                    <a:pt x="10265029" y="5207063"/>
                  </a:lnTo>
                  <a:lnTo>
                    <a:pt x="10270236" y="5210238"/>
                  </a:lnTo>
                  <a:lnTo>
                    <a:pt x="10275316" y="5209019"/>
                  </a:lnTo>
                  <a:lnTo>
                    <a:pt x="10275040" y="5207800"/>
                  </a:lnTo>
                  <a:lnTo>
                    <a:pt x="10274847" y="5207063"/>
                  </a:lnTo>
                  <a:lnTo>
                    <a:pt x="10270871" y="5190477"/>
                  </a:lnTo>
                  <a:close/>
                </a:path>
                <a:path w="10424160" h="5213350">
                  <a:moveTo>
                    <a:pt x="10276078" y="5189270"/>
                  </a:moveTo>
                  <a:lnTo>
                    <a:pt x="10270998" y="5190477"/>
                  </a:lnTo>
                  <a:lnTo>
                    <a:pt x="10273837" y="5202669"/>
                  </a:lnTo>
                  <a:lnTo>
                    <a:pt x="10273918" y="5202847"/>
                  </a:lnTo>
                  <a:lnTo>
                    <a:pt x="10274873" y="5207063"/>
                  </a:lnTo>
                  <a:lnTo>
                    <a:pt x="10275023" y="5207800"/>
                  </a:lnTo>
                  <a:lnTo>
                    <a:pt x="10275316" y="5209019"/>
                  </a:lnTo>
                  <a:lnTo>
                    <a:pt x="10280523" y="5207800"/>
                  </a:lnTo>
                  <a:lnTo>
                    <a:pt x="10283465" y="5202847"/>
                  </a:lnTo>
                  <a:lnTo>
                    <a:pt x="10283571" y="5202669"/>
                  </a:lnTo>
                  <a:lnTo>
                    <a:pt x="10282428" y="5197551"/>
                  </a:lnTo>
                  <a:lnTo>
                    <a:pt x="10281158" y="5192433"/>
                  </a:lnTo>
                  <a:lnTo>
                    <a:pt x="10276078" y="5189270"/>
                  </a:lnTo>
                  <a:close/>
                </a:path>
                <a:path w="10424160" h="5213350">
                  <a:moveTo>
                    <a:pt x="10235311" y="5193982"/>
                  </a:moveTo>
                  <a:lnTo>
                    <a:pt x="10229977" y="5193982"/>
                  </a:lnTo>
                  <a:lnTo>
                    <a:pt x="10225786" y="5198249"/>
                  </a:lnTo>
                  <a:lnTo>
                    <a:pt x="10225786" y="5208765"/>
                  </a:lnTo>
                  <a:lnTo>
                    <a:pt x="10229977" y="5213032"/>
                  </a:lnTo>
                  <a:lnTo>
                    <a:pt x="10235311" y="5213032"/>
                  </a:lnTo>
                  <a:lnTo>
                    <a:pt x="10235311" y="5193982"/>
                  </a:lnTo>
                  <a:close/>
                </a:path>
                <a:path w="10424160" h="5213350">
                  <a:moveTo>
                    <a:pt x="10240517" y="5193982"/>
                  </a:moveTo>
                  <a:lnTo>
                    <a:pt x="10235311" y="5193982"/>
                  </a:lnTo>
                  <a:lnTo>
                    <a:pt x="10235311" y="5213032"/>
                  </a:lnTo>
                  <a:lnTo>
                    <a:pt x="10240517" y="5213032"/>
                  </a:lnTo>
                  <a:lnTo>
                    <a:pt x="10244836" y="5208765"/>
                  </a:lnTo>
                  <a:lnTo>
                    <a:pt x="10244836" y="5198249"/>
                  </a:lnTo>
                  <a:lnTo>
                    <a:pt x="10240517" y="5193982"/>
                  </a:lnTo>
                  <a:close/>
                </a:path>
                <a:path w="10424160" h="5213350">
                  <a:moveTo>
                    <a:pt x="10197084" y="5193982"/>
                  </a:moveTo>
                  <a:lnTo>
                    <a:pt x="10191877" y="5193982"/>
                  </a:lnTo>
                  <a:lnTo>
                    <a:pt x="10187559" y="5198249"/>
                  </a:lnTo>
                  <a:lnTo>
                    <a:pt x="10187559" y="5208765"/>
                  </a:lnTo>
                  <a:lnTo>
                    <a:pt x="10191877" y="5213032"/>
                  </a:lnTo>
                  <a:lnTo>
                    <a:pt x="10197084" y="5213032"/>
                  </a:lnTo>
                  <a:lnTo>
                    <a:pt x="10197084" y="5193982"/>
                  </a:lnTo>
                  <a:close/>
                </a:path>
                <a:path w="10424160" h="5213350">
                  <a:moveTo>
                    <a:pt x="10202417" y="5193982"/>
                  </a:moveTo>
                  <a:lnTo>
                    <a:pt x="10197211" y="5193982"/>
                  </a:lnTo>
                  <a:lnTo>
                    <a:pt x="10197211" y="5213032"/>
                  </a:lnTo>
                  <a:lnTo>
                    <a:pt x="10202417" y="5213032"/>
                  </a:lnTo>
                  <a:lnTo>
                    <a:pt x="10206736" y="5208765"/>
                  </a:lnTo>
                  <a:lnTo>
                    <a:pt x="10206736" y="5198249"/>
                  </a:lnTo>
                  <a:lnTo>
                    <a:pt x="10202417" y="5193982"/>
                  </a:lnTo>
                  <a:close/>
                </a:path>
                <a:path w="10424160" h="5213350">
                  <a:moveTo>
                    <a:pt x="10158984" y="5193982"/>
                  </a:moveTo>
                  <a:lnTo>
                    <a:pt x="10153777" y="5193982"/>
                  </a:lnTo>
                  <a:lnTo>
                    <a:pt x="10149459" y="5198249"/>
                  </a:lnTo>
                  <a:lnTo>
                    <a:pt x="10149459" y="5208765"/>
                  </a:lnTo>
                  <a:lnTo>
                    <a:pt x="10153777" y="5213032"/>
                  </a:lnTo>
                  <a:lnTo>
                    <a:pt x="10158984" y="5213032"/>
                  </a:lnTo>
                  <a:lnTo>
                    <a:pt x="10158984" y="5193982"/>
                  </a:lnTo>
                  <a:close/>
                </a:path>
                <a:path w="10424160" h="5213350">
                  <a:moveTo>
                    <a:pt x="10164317" y="5193982"/>
                  </a:moveTo>
                  <a:lnTo>
                    <a:pt x="10158984" y="5193982"/>
                  </a:lnTo>
                  <a:lnTo>
                    <a:pt x="10158984" y="5213032"/>
                  </a:lnTo>
                  <a:lnTo>
                    <a:pt x="10164317" y="5213032"/>
                  </a:lnTo>
                  <a:lnTo>
                    <a:pt x="10168509" y="5208765"/>
                  </a:lnTo>
                  <a:lnTo>
                    <a:pt x="10168509" y="5198249"/>
                  </a:lnTo>
                  <a:lnTo>
                    <a:pt x="10164317" y="5193982"/>
                  </a:lnTo>
                  <a:close/>
                </a:path>
                <a:path w="10424160" h="5213350">
                  <a:moveTo>
                    <a:pt x="10120884" y="5193982"/>
                  </a:moveTo>
                  <a:lnTo>
                    <a:pt x="10115677" y="5193982"/>
                  </a:lnTo>
                  <a:lnTo>
                    <a:pt x="10111359" y="5198249"/>
                  </a:lnTo>
                  <a:lnTo>
                    <a:pt x="10111359" y="5208765"/>
                  </a:lnTo>
                  <a:lnTo>
                    <a:pt x="10115677" y="5213032"/>
                  </a:lnTo>
                  <a:lnTo>
                    <a:pt x="10120884" y="5213032"/>
                  </a:lnTo>
                  <a:lnTo>
                    <a:pt x="10120884" y="5193982"/>
                  </a:lnTo>
                  <a:close/>
                </a:path>
                <a:path w="10424160" h="5213350">
                  <a:moveTo>
                    <a:pt x="10126217" y="5193982"/>
                  </a:moveTo>
                  <a:lnTo>
                    <a:pt x="10120884" y="5193982"/>
                  </a:lnTo>
                  <a:lnTo>
                    <a:pt x="10120884" y="5213032"/>
                  </a:lnTo>
                  <a:lnTo>
                    <a:pt x="10126217" y="5213032"/>
                  </a:lnTo>
                  <a:lnTo>
                    <a:pt x="10130409" y="5208765"/>
                  </a:lnTo>
                  <a:lnTo>
                    <a:pt x="10130409" y="5198249"/>
                  </a:lnTo>
                  <a:lnTo>
                    <a:pt x="10126217" y="5193982"/>
                  </a:lnTo>
                  <a:close/>
                </a:path>
                <a:path w="10424160" h="5213350">
                  <a:moveTo>
                    <a:pt x="10082784" y="5193982"/>
                  </a:moveTo>
                  <a:lnTo>
                    <a:pt x="10077450" y="5193982"/>
                  </a:lnTo>
                  <a:lnTo>
                    <a:pt x="10073259" y="5198249"/>
                  </a:lnTo>
                  <a:lnTo>
                    <a:pt x="10073259" y="5208765"/>
                  </a:lnTo>
                  <a:lnTo>
                    <a:pt x="10077450" y="5213032"/>
                  </a:lnTo>
                  <a:lnTo>
                    <a:pt x="10082784" y="5213032"/>
                  </a:lnTo>
                  <a:lnTo>
                    <a:pt x="10082784" y="5193982"/>
                  </a:lnTo>
                  <a:close/>
                </a:path>
                <a:path w="10424160" h="5213350">
                  <a:moveTo>
                    <a:pt x="10087991" y="5193982"/>
                  </a:moveTo>
                  <a:lnTo>
                    <a:pt x="10082784" y="5193982"/>
                  </a:lnTo>
                  <a:lnTo>
                    <a:pt x="10082784" y="5213032"/>
                  </a:lnTo>
                  <a:lnTo>
                    <a:pt x="10087991" y="5213032"/>
                  </a:lnTo>
                  <a:lnTo>
                    <a:pt x="10092309" y="5208765"/>
                  </a:lnTo>
                  <a:lnTo>
                    <a:pt x="10092309" y="5198249"/>
                  </a:lnTo>
                  <a:lnTo>
                    <a:pt x="10087991" y="5193982"/>
                  </a:lnTo>
                  <a:close/>
                </a:path>
                <a:path w="10424160" h="5213350">
                  <a:moveTo>
                    <a:pt x="10044684" y="5193982"/>
                  </a:moveTo>
                  <a:lnTo>
                    <a:pt x="10039350" y="5193982"/>
                  </a:lnTo>
                  <a:lnTo>
                    <a:pt x="10035159" y="5198249"/>
                  </a:lnTo>
                  <a:lnTo>
                    <a:pt x="10035159" y="5208765"/>
                  </a:lnTo>
                  <a:lnTo>
                    <a:pt x="10039350" y="5213032"/>
                  </a:lnTo>
                  <a:lnTo>
                    <a:pt x="10044684" y="5213032"/>
                  </a:lnTo>
                  <a:lnTo>
                    <a:pt x="10044684" y="5193982"/>
                  </a:lnTo>
                  <a:close/>
                </a:path>
                <a:path w="10424160" h="5213350">
                  <a:moveTo>
                    <a:pt x="10049891" y="5193982"/>
                  </a:moveTo>
                  <a:lnTo>
                    <a:pt x="10044684" y="5193982"/>
                  </a:lnTo>
                  <a:lnTo>
                    <a:pt x="10044684" y="5213032"/>
                  </a:lnTo>
                  <a:lnTo>
                    <a:pt x="10049891" y="5213032"/>
                  </a:lnTo>
                  <a:lnTo>
                    <a:pt x="10054209" y="5208765"/>
                  </a:lnTo>
                  <a:lnTo>
                    <a:pt x="10054209" y="5198249"/>
                  </a:lnTo>
                  <a:lnTo>
                    <a:pt x="10049891" y="5193982"/>
                  </a:lnTo>
                  <a:close/>
                </a:path>
                <a:path w="10424160" h="5213350">
                  <a:moveTo>
                    <a:pt x="10006584" y="5193982"/>
                  </a:moveTo>
                  <a:lnTo>
                    <a:pt x="10001250" y="5193982"/>
                  </a:lnTo>
                  <a:lnTo>
                    <a:pt x="9997059" y="5198249"/>
                  </a:lnTo>
                  <a:lnTo>
                    <a:pt x="9997059" y="5208765"/>
                  </a:lnTo>
                  <a:lnTo>
                    <a:pt x="10001250" y="5213032"/>
                  </a:lnTo>
                  <a:lnTo>
                    <a:pt x="10006584" y="5213032"/>
                  </a:lnTo>
                  <a:lnTo>
                    <a:pt x="10006584" y="5193982"/>
                  </a:lnTo>
                  <a:close/>
                </a:path>
                <a:path w="10424160" h="5213350">
                  <a:moveTo>
                    <a:pt x="10011791" y="5193982"/>
                  </a:moveTo>
                  <a:lnTo>
                    <a:pt x="10006584" y="5193982"/>
                  </a:lnTo>
                  <a:lnTo>
                    <a:pt x="10006584" y="5213032"/>
                  </a:lnTo>
                  <a:lnTo>
                    <a:pt x="10011791" y="5213032"/>
                  </a:lnTo>
                  <a:lnTo>
                    <a:pt x="10016109" y="5208765"/>
                  </a:lnTo>
                  <a:lnTo>
                    <a:pt x="10016109" y="5198249"/>
                  </a:lnTo>
                  <a:lnTo>
                    <a:pt x="10011791" y="5193982"/>
                  </a:lnTo>
                  <a:close/>
                </a:path>
                <a:path w="10424160" h="5213350">
                  <a:moveTo>
                    <a:pt x="9968357" y="5193982"/>
                  </a:moveTo>
                  <a:lnTo>
                    <a:pt x="9963150" y="5193982"/>
                  </a:lnTo>
                  <a:lnTo>
                    <a:pt x="9958832" y="5198249"/>
                  </a:lnTo>
                  <a:lnTo>
                    <a:pt x="9958832" y="5208765"/>
                  </a:lnTo>
                  <a:lnTo>
                    <a:pt x="9963150" y="5213032"/>
                  </a:lnTo>
                  <a:lnTo>
                    <a:pt x="9968357" y="5213032"/>
                  </a:lnTo>
                  <a:lnTo>
                    <a:pt x="9968357" y="5193982"/>
                  </a:lnTo>
                  <a:close/>
                </a:path>
                <a:path w="10424160" h="5213350">
                  <a:moveTo>
                    <a:pt x="9973691" y="5193982"/>
                  </a:moveTo>
                  <a:lnTo>
                    <a:pt x="9968484" y="5193982"/>
                  </a:lnTo>
                  <a:lnTo>
                    <a:pt x="9968484" y="5213032"/>
                  </a:lnTo>
                  <a:lnTo>
                    <a:pt x="9973691" y="5213032"/>
                  </a:lnTo>
                  <a:lnTo>
                    <a:pt x="9978009" y="5208765"/>
                  </a:lnTo>
                  <a:lnTo>
                    <a:pt x="9978009" y="5198249"/>
                  </a:lnTo>
                  <a:lnTo>
                    <a:pt x="9973691" y="5193982"/>
                  </a:lnTo>
                  <a:close/>
                </a:path>
                <a:path w="10424160" h="5213350">
                  <a:moveTo>
                    <a:pt x="9930257" y="5193982"/>
                  </a:moveTo>
                  <a:lnTo>
                    <a:pt x="9925050" y="5193982"/>
                  </a:lnTo>
                  <a:lnTo>
                    <a:pt x="9920732" y="5198249"/>
                  </a:lnTo>
                  <a:lnTo>
                    <a:pt x="9920732" y="5208765"/>
                  </a:lnTo>
                  <a:lnTo>
                    <a:pt x="9925050" y="5213032"/>
                  </a:lnTo>
                  <a:lnTo>
                    <a:pt x="9930257" y="5213032"/>
                  </a:lnTo>
                  <a:lnTo>
                    <a:pt x="9930257" y="5193982"/>
                  </a:lnTo>
                  <a:close/>
                </a:path>
                <a:path w="10424160" h="5213350">
                  <a:moveTo>
                    <a:pt x="9935591" y="5193982"/>
                  </a:moveTo>
                  <a:lnTo>
                    <a:pt x="9930257" y="5193982"/>
                  </a:lnTo>
                  <a:lnTo>
                    <a:pt x="9930257" y="5213032"/>
                  </a:lnTo>
                  <a:lnTo>
                    <a:pt x="9935591" y="5213032"/>
                  </a:lnTo>
                  <a:lnTo>
                    <a:pt x="9939782" y="5208765"/>
                  </a:lnTo>
                  <a:lnTo>
                    <a:pt x="9939782" y="5198249"/>
                  </a:lnTo>
                  <a:lnTo>
                    <a:pt x="9935591" y="5193982"/>
                  </a:lnTo>
                  <a:close/>
                </a:path>
                <a:path w="10424160" h="5213350">
                  <a:moveTo>
                    <a:pt x="9892157" y="5193982"/>
                  </a:moveTo>
                  <a:lnTo>
                    <a:pt x="9886950" y="5193982"/>
                  </a:lnTo>
                  <a:lnTo>
                    <a:pt x="9882632" y="5198249"/>
                  </a:lnTo>
                  <a:lnTo>
                    <a:pt x="9882632" y="5208765"/>
                  </a:lnTo>
                  <a:lnTo>
                    <a:pt x="9886950" y="5213032"/>
                  </a:lnTo>
                  <a:lnTo>
                    <a:pt x="9892157" y="5213032"/>
                  </a:lnTo>
                  <a:lnTo>
                    <a:pt x="9892157" y="5193982"/>
                  </a:lnTo>
                  <a:close/>
                </a:path>
                <a:path w="10424160" h="5213350">
                  <a:moveTo>
                    <a:pt x="9897491" y="5193982"/>
                  </a:moveTo>
                  <a:lnTo>
                    <a:pt x="9892157" y="5193982"/>
                  </a:lnTo>
                  <a:lnTo>
                    <a:pt x="9892157" y="5213032"/>
                  </a:lnTo>
                  <a:lnTo>
                    <a:pt x="9897491" y="5213032"/>
                  </a:lnTo>
                  <a:lnTo>
                    <a:pt x="9901682" y="5208765"/>
                  </a:lnTo>
                  <a:lnTo>
                    <a:pt x="9901682" y="5198249"/>
                  </a:lnTo>
                  <a:lnTo>
                    <a:pt x="9897491" y="5193982"/>
                  </a:lnTo>
                  <a:close/>
                </a:path>
                <a:path w="10424160" h="5213350">
                  <a:moveTo>
                    <a:pt x="9854057" y="5193982"/>
                  </a:moveTo>
                  <a:lnTo>
                    <a:pt x="9848850" y="5193982"/>
                  </a:lnTo>
                  <a:lnTo>
                    <a:pt x="9844532" y="5198249"/>
                  </a:lnTo>
                  <a:lnTo>
                    <a:pt x="9844532" y="5208765"/>
                  </a:lnTo>
                  <a:lnTo>
                    <a:pt x="9848850" y="5213032"/>
                  </a:lnTo>
                  <a:lnTo>
                    <a:pt x="9854057" y="5213032"/>
                  </a:lnTo>
                  <a:lnTo>
                    <a:pt x="9854057" y="5193982"/>
                  </a:lnTo>
                  <a:close/>
                </a:path>
                <a:path w="10424160" h="5213350">
                  <a:moveTo>
                    <a:pt x="9859391" y="5193982"/>
                  </a:moveTo>
                  <a:lnTo>
                    <a:pt x="9854057" y="5193982"/>
                  </a:lnTo>
                  <a:lnTo>
                    <a:pt x="9854057" y="5213032"/>
                  </a:lnTo>
                  <a:lnTo>
                    <a:pt x="9859391" y="5213032"/>
                  </a:lnTo>
                  <a:lnTo>
                    <a:pt x="9863582" y="5208765"/>
                  </a:lnTo>
                  <a:lnTo>
                    <a:pt x="9863582" y="5198249"/>
                  </a:lnTo>
                  <a:lnTo>
                    <a:pt x="9859391" y="5193982"/>
                  </a:lnTo>
                  <a:close/>
                </a:path>
                <a:path w="10424160" h="5213350">
                  <a:moveTo>
                    <a:pt x="9815957" y="5193982"/>
                  </a:moveTo>
                  <a:lnTo>
                    <a:pt x="9810623" y="5193982"/>
                  </a:lnTo>
                  <a:lnTo>
                    <a:pt x="9806432" y="5198249"/>
                  </a:lnTo>
                  <a:lnTo>
                    <a:pt x="9806432" y="5208765"/>
                  </a:lnTo>
                  <a:lnTo>
                    <a:pt x="9810623" y="5213032"/>
                  </a:lnTo>
                  <a:lnTo>
                    <a:pt x="9815957" y="5213032"/>
                  </a:lnTo>
                  <a:lnTo>
                    <a:pt x="9815957" y="5193982"/>
                  </a:lnTo>
                  <a:close/>
                </a:path>
                <a:path w="10424160" h="5213350">
                  <a:moveTo>
                    <a:pt x="9821164" y="5193982"/>
                  </a:moveTo>
                  <a:lnTo>
                    <a:pt x="9815957" y="5193982"/>
                  </a:lnTo>
                  <a:lnTo>
                    <a:pt x="9815957" y="5213032"/>
                  </a:lnTo>
                  <a:lnTo>
                    <a:pt x="9821164" y="5213032"/>
                  </a:lnTo>
                  <a:lnTo>
                    <a:pt x="9825482" y="5208765"/>
                  </a:lnTo>
                  <a:lnTo>
                    <a:pt x="9825482" y="5198249"/>
                  </a:lnTo>
                  <a:lnTo>
                    <a:pt x="9821164" y="5193982"/>
                  </a:lnTo>
                  <a:close/>
                </a:path>
                <a:path w="10424160" h="5213350">
                  <a:moveTo>
                    <a:pt x="9777857" y="5193982"/>
                  </a:moveTo>
                  <a:lnTo>
                    <a:pt x="9772523" y="5193982"/>
                  </a:lnTo>
                  <a:lnTo>
                    <a:pt x="9768332" y="5198249"/>
                  </a:lnTo>
                  <a:lnTo>
                    <a:pt x="9768332" y="5208765"/>
                  </a:lnTo>
                  <a:lnTo>
                    <a:pt x="9772523" y="5213032"/>
                  </a:lnTo>
                  <a:lnTo>
                    <a:pt x="9777857" y="5213032"/>
                  </a:lnTo>
                  <a:lnTo>
                    <a:pt x="9777857" y="5193982"/>
                  </a:lnTo>
                  <a:close/>
                </a:path>
                <a:path w="10424160" h="5213350">
                  <a:moveTo>
                    <a:pt x="9783064" y="5193982"/>
                  </a:moveTo>
                  <a:lnTo>
                    <a:pt x="9777857" y="5193982"/>
                  </a:lnTo>
                  <a:lnTo>
                    <a:pt x="9777857" y="5213032"/>
                  </a:lnTo>
                  <a:lnTo>
                    <a:pt x="9783064" y="5213032"/>
                  </a:lnTo>
                  <a:lnTo>
                    <a:pt x="9787382" y="5208765"/>
                  </a:lnTo>
                  <a:lnTo>
                    <a:pt x="9787382" y="5198249"/>
                  </a:lnTo>
                  <a:lnTo>
                    <a:pt x="9783064" y="5193982"/>
                  </a:lnTo>
                  <a:close/>
                </a:path>
                <a:path w="10424160" h="5213350">
                  <a:moveTo>
                    <a:pt x="9739630" y="5193982"/>
                  </a:moveTo>
                  <a:lnTo>
                    <a:pt x="9734423" y="5193982"/>
                  </a:lnTo>
                  <a:lnTo>
                    <a:pt x="9730105" y="5198249"/>
                  </a:lnTo>
                  <a:lnTo>
                    <a:pt x="9730105" y="5208765"/>
                  </a:lnTo>
                  <a:lnTo>
                    <a:pt x="9734423" y="5213032"/>
                  </a:lnTo>
                  <a:lnTo>
                    <a:pt x="9739630" y="5213032"/>
                  </a:lnTo>
                  <a:lnTo>
                    <a:pt x="9739630" y="5193982"/>
                  </a:lnTo>
                  <a:close/>
                </a:path>
                <a:path w="10424160" h="5213350">
                  <a:moveTo>
                    <a:pt x="9744964" y="5193982"/>
                  </a:moveTo>
                  <a:lnTo>
                    <a:pt x="9739757" y="5193982"/>
                  </a:lnTo>
                  <a:lnTo>
                    <a:pt x="9739757" y="5213032"/>
                  </a:lnTo>
                  <a:lnTo>
                    <a:pt x="9744964" y="5213032"/>
                  </a:lnTo>
                  <a:lnTo>
                    <a:pt x="9749282" y="5208765"/>
                  </a:lnTo>
                  <a:lnTo>
                    <a:pt x="9749282" y="5198249"/>
                  </a:lnTo>
                  <a:lnTo>
                    <a:pt x="9744964" y="5193982"/>
                  </a:lnTo>
                  <a:close/>
                </a:path>
                <a:path w="10424160" h="5213350">
                  <a:moveTo>
                    <a:pt x="9701530" y="5193982"/>
                  </a:moveTo>
                  <a:lnTo>
                    <a:pt x="9696323" y="5193982"/>
                  </a:lnTo>
                  <a:lnTo>
                    <a:pt x="9692005" y="5198249"/>
                  </a:lnTo>
                  <a:lnTo>
                    <a:pt x="9692005" y="5208765"/>
                  </a:lnTo>
                  <a:lnTo>
                    <a:pt x="9696323" y="5213032"/>
                  </a:lnTo>
                  <a:lnTo>
                    <a:pt x="9701530" y="5213032"/>
                  </a:lnTo>
                  <a:lnTo>
                    <a:pt x="9701530" y="5193982"/>
                  </a:lnTo>
                  <a:close/>
                </a:path>
                <a:path w="10424160" h="5213350">
                  <a:moveTo>
                    <a:pt x="9706864" y="5193982"/>
                  </a:moveTo>
                  <a:lnTo>
                    <a:pt x="9701530" y="5193982"/>
                  </a:lnTo>
                  <a:lnTo>
                    <a:pt x="9701530" y="5213032"/>
                  </a:lnTo>
                  <a:lnTo>
                    <a:pt x="9706864" y="5213032"/>
                  </a:lnTo>
                  <a:lnTo>
                    <a:pt x="9711055" y="5208765"/>
                  </a:lnTo>
                  <a:lnTo>
                    <a:pt x="9711055" y="5198249"/>
                  </a:lnTo>
                  <a:lnTo>
                    <a:pt x="9706864" y="5193982"/>
                  </a:lnTo>
                  <a:close/>
                </a:path>
                <a:path w="10424160" h="5213350">
                  <a:moveTo>
                    <a:pt x="9663430" y="5193982"/>
                  </a:moveTo>
                  <a:lnTo>
                    <a:pt x="9658223" y="5193982"/>
                  </a:lnTo>
                  <a:lnTo>
                    <a:pt x="9653905" y="5198249"/>
                  </a:lnTo>
                  <a:lnTo>
                    <a:pt x="9653905" y="5208765"/>
                  </a:lnTo>
                  <a:lnTo>
                    <a:pt x="9658223" y="5213032"/>
                  </a:lnTo>
                  <a:lnTo>
                    <a:pt x="9663430" y="5213032"/>
                  </a:lnTo>
                  <a:lnTo>
                    <a:pt x="9663430" y="5193982"/>
                  </a:lnTo>
                  <a:close/>
                </a:path>
                <a:path w="10424160" h="5213350">
                  <a:moveTo>
                    <a:pt x="9668764" y="5193982"/>
                  </a:moveTo>
                  <a:lnTo>
                    <a:pt x="9663430" y="5193982"/>
                  </a:lnTo>
                  <a:lnTo>
                    <a:pt x="9663430" y="5213032"/>
                  </a:lnTo>
                  <a:lnTo>
                    <a:pt x="9668764" y="5213032"/>
                  </a:lnTo>
                  <a:lnTo>
                    <a:pt x="9672955" y="5208765"/>
                  </a:lnTo>
                  <a:lnTo>
                    <a:pt x="9672955" y="5198249"/>
                  </a:lnTo>
                  <a:lnTo>
                    <a:pt x="9668764" y="5193982"/>
                  </a:lnTo>
                  <a:close/>
                </a:path>
                <a:path w="10424160" h="5213350">
                  <a:moveTo>
                    <a:pt x="9625330" y="5193982"/>
                  </a:moveTo>
                  <a:lnTo>
                    <a:pt x="9620123" y="5193982"/>
                  </a:lnTo>
                  <a:lnTo>
                    <a:pt x="9615805" y="5198249"/>
                  </a:lnTo>
                  <a:lnTo>
                    <a:pt x="9615805" y="5208765"/>
                  </a:lnTo>
                  <a:lnTo>
                    <a:pt x="9620123" y="5213032"/>
                  </a:lnTo>
                  <a:lnTo>
                    <a:pt x="9625330" y="5213032"/>
                  </a:lnTo>
                  <a:lnTo>
                    <a:pt x="9625330" y="5193982"/>
                  </a:lnTo>
                  <a:close/>
                </a:path>
                <a:path w="10424160" h="5213350">
                  <a:moveTo>
                    <a:pt x="9630664" y="5193982"/>
                  </a:moveTo>
                  <a:lnTo>
                    <a:pt x="9625330" y="5193982"/>
                  </a:lnTo>
                  <a:lnTo>
                    <a:pt x="9625330" y="5213032"/>
                  </a:lnTo>
                  <a:lnTo>
                    <a:pt x="9630664" y="5213032"/>
                  </a:lnTo>
                  <a:lnTo>
                    <a:pt x="9634855" y="5208765"/>
                  </a:lnTo>
                  <a:lnTo>
                    <a:pt x="9634855" y="5198249"/>
                  </a:lnTo>
                  <a:lnTo>
                    <a:pt x="9630664" y="5193982"/>
                  </a:lnTo>
                  <a:close/>
                </a:path>
                <a:path w="10424160" h="5213350">
                  <a:moveTo>
                    <a:pt x="9587230" y="5193982"/>
                  </a:moveTo>
                  <a:lnTo>
                    <a:pt x="9581896" y="5193982"/>
                  </a:lnTo>
                  <a:lnTo>
                    <a:pt x="9577705" y="5198249"/>
                  </a:lnTo>
                  <a:lnTo>
                    <a:pt x="9577705" y="5208765"/>
                  </a:lnTo>
                  <a:lnTo>
                    <a:pt x="9581896" y="5213032"/>
                  </a:lnTo>
                  <a:lnTo>
                    <a:pt x="9587230" y="5213032"/>
                  </a:lnTo>
                  <a:lnTo>
                    <a:pt x="9587230" y="5193982"/>
                  </a:lnTo>
                  <a:close/>
                </a:path>
                <a:path w="10424160" h="5213350">
                  <a:moveTo>
                    <a:pt x="9592437" y="5193982"/>
                  </a:moveTo>
                  <a:lnTo>
                    <a:pt x="9587230" y="5193982"/>
                  </a:lnTo>
                  <a:lnTo>
                    <a:pt x="9587230" y="5213032"/>
                  </a:lnTo>
                  <a:lnTo>
                    <a:pt x="9592437" y="5213032"/>
                  </a:lnTo>
                  <a:lnTo>
                    <a:pt x="9596755" y="5208765"/>
                  </a:lnTo>
                  <a:lnTo>
                    <a:pt x="9596755" y="5198249"/>
                  </a:lnTo>
                  <a:lnTo>
                    <a:pt x="9592437" y="5193982"/>
                  </a:lnTo>
                  <a:close/>
                </a:path>
                <a:path w="10424160" h="5213350">
                  <a:moveTo>
                    <a:pt x="9549130" y="5193982"/>
                  </a:moveTo>
                  <a:lnTo>
                    <a:pt x="9543796" y="5193982"/>
                  </a:lnTo>
                  <a:lnTo>
                    <a:pt x="9539605" y="5198249"/>
                  </a:lnTo>
                  <a:lnTo>
                    <a:pt x="9539605" y="5208765"/>
                  </a:lnTo>
                  <a:lnTo>
                    <a:pt x="9543796" y="5213032"/>
                  </a:lnTo>
                  <a:lnTo>
                    <a:pt x="9549130" y="5213032"/>
                  </a:lnTo>
                  <a:lnTo>
                    <a:pt x="9549130" y="5193982"/>
                  </a:lnTo>
                  <a:close/>
                </a:path>
                <a:path w="10424160" h="5213350">
                  <a:moveTo>
                    <a:pt x="9554337" y="5193982"/>
                  </a:moveTo>
                  <a:lnTo>
                    <a:pt x="9549130" y="5193982"/>
                  </a:lnTo>
                  <a:lnTo>
                    <a:pt x="9549130" y="5213032"/>
                  </a:lnTo>
                  <a:lnTo>
                    <a:pt x="9554337" y="5213032"/>
                  </a:lnTo>
                  <a:lnTo>
                    <a:pt x="9558655" y="5208765"/>
                  </a:lnTo>
                  <a:lnTo>
                    <a:pt x="9558655" y="5198249"/>
                  </a:lnTo>
                  <a:lnTo>
                    <a:pt x="9554337" y="5193982"/>
                  </a:lnTo>
                  <a:close/>
                </a:path>
                <a:path w="10424160" h="5213350">
                  <a:moveTo>
                    <a:pt x="9511030" y="5193982"/>
                  </a:moveTo>
                  <a:lnTo>
                    <a:pt x="9505696" y="5193982"/>
                  </a:lnTo>
                  <a:lnTo>
                    <a:pt x="9501505" y="5198249"/>
                  </a:lnTo>
                  <a:lnTo>
                    <a:pt x="9501505" y="5208765"/>
                  </a:lnTo>
                  <a:lnTo>
                    <a:pt x="9505696" y="5213032"/>
                  </a:lnTo>
                  <a:lnTo>
                    <a:pt x="9511030" y="5213032"/>
                  </a:lnTo>
                  <a:lnTo>
                    <a:pt x="9511030" y="5193982"/>
                  </a:lnTo>
                  <a:close/>
                </a:path>
                <a:path w="10424160" h="5213350">
                  <a:moveTo>
                    <a:pt x="9516237" y="5193982"/>
                  </a:moveTo>
                  <a:lnTo>
                    <a:pt x="9511030" y="5193982"/>
                  </a:lnTo>
                  <a:lnTo>
                    <a:pt x="9511030" y="5213032"/>
                  </a:lnTo>
                  <a:lnTo>
                    <a:pt x="9516237" y="5213032"/>
                  </a:lnTo>
                  <a:lnTo>
                    <a:pt x="9520555" y="5208765"/>
                  </a:lnTo>
                  <a:lnTo>
                    <a:pt x="9520555" y="5198249"/>
                  </a:lnTo>
                  <a:lnTo>
                    <a:pt x="9516237" y="5193982"/>
                  </a:lnTo>
                  <a:close/>
                </a:path>
                <a:path w="10424160" h="5213350">
                  <a:moveTo>
                    <a:pt x="9472803" y="5193982"/>
                  </a:moveTo>
                  <a:lnTo>
                    <a:pt x="9467596" y="5193982"/>
                  </a:lnTo>
                  <a:lnTo>
                    <a:pt x="9463278" y="5198249"/>
                  </a:lnTo>
                  <a:lnTo>
                    <a:pt x="9463278" y="5208765"/>
                  </a:lnTo>
                  <a:lnTo>
                    <a:pt x="9467596" y="5213032"/>
                  </a:lnTo>
                  <a:lnTo>
                    <a:pt x="9472803" y="5213032"/>
                  </a:lnTo>
                  <a:lnTo>
                    <a:pt x="9472803" y="5193982"/>
                  </a:lnTo>
                  <a:close/>
                </a:path>
                <a:path w="10424160" h="5213350">
                  <a:moveTo>
                    <a:pt x="9478137" y="5193982"/>
                  </a:moveTo>
                  <a:lnTo>
                    <a:pt x="9472930" y="5193982"/>
                  </a:lnTo>
                  <a:lnTo>
                    <a:pt x="9472930" y="5213032"/>
                  </a:lnTo>
                  <a:lnTo>
                    <a:pt x="9478137" y="5213032"/>
                  </a:lnTo>
                  <a:lnTo>
                    <a:pt x="9482455" y="5208765"/>
                  </a:lnTo>
                  <a:lnTo>
                    <a:pt x="9482455" y="5198249"/>
                  </a:lnTo>
                  <a:lnTo>
                    <a:pt x="9478137" y="5193982"/>
                  </a:lnTo>
                  <a:close/>
                </a:path>
                <a:path w="10424160" h="5213350">
                  <a:moveTo>
                    <a:pt x="9434703" y="5193982"/>
                  </a:moveTo>
                  <a:lnTo>
                    <a:pt x="9429496" y="5193982"/>
                  </a:lnTo>
                  <a:lnTo>
                    <a:pt x="9425178" y="5198249"/>
                  </a:lnTo>
                  <a:lnTo>
                    <a:pt x="9425178" y="5208765"/>
                  </a:lnTo>
                  <a:lnTo>
                    <a:pt x="9429496" y="5213032"/>
                  </a:lnTo>
                  <a:lnTo>
                    <a:pt x="9434703" y="5213032"/>
                  </a:lnTo>
                  <a:lnTo>
                    <a:pt x="9434703" y="5193982"/>
                  </a:lnTo>
                  <a:close/>
                </a:path>
                <a:path w="10424160" h="5213350">
                  <a:moveTo>
                    <a:pt x="9440037" y="5193982"/>
                  </a:moveTo>
                  <a:lnTo>
                    <a:pt x="9434703" y="5193982"/>
                  </a:lnTo>
                  <a:lnTo>
                    <a:pt x="9434703" y="5213032"/>
                  </a:lnTo>
                  <a:lnTo>
                    <a:pt x="9440037" y="5213032"/>
                  </a:lnTo>
                  <a:lnTo>
                    <a:pt x="9444228" y="5208765"/>
                  </a:lnTo>
                  <a:lnTo>
                    <a:pt x="9444228" y="5198249"/>
                  </a:lnTo>
                  <a:lnTo>
                    <a:pt x="9440037" y="5193982"/>
                  </a:lnTo>
                  <a:close/>
                </a:path>
                <a:path w="10424160" h="5213350">
                  <a:moveTo>
                    <a:pt x="9396603" y="5193982"/>
                  </a:moveTo>
                  <a:lnTo>
                    <a:pt x="9391396" y="5193982"/>
                  </a:lnTo>
                  <a:lnTo>
                    <a:pt x="9387078" y="5198249"/>
                  </a:lnTo>
                  <a:lnTo>
                    <a:pt x="9387078" y="5208765"/>
                  </a:lnTo>
                  <a:lnTo>
                    <a:pt x="9391396" y="5213032"/>
                  </a:lnTo>
                  <a:lnTo>
                    <a:pt x="9396603" y="5213032"/>
                  </a:lnTo>
                  <a:lnTo>
                    <a:pt x="9396603" y="5193982"/>
                  </a:lnTo>
                  <a:close/>
                </a:path>
                <a:path w="10424160" h="5213350">
                  <a:moveTo>
                    <a:pt x="9401937" y="5193982"/>
                  </a:moveTo>
                  <a:lnTo>
                    <a:pt x="9396603" y="5193982"/>
                  </a:lnTo>
                  <a:lnTo>
                    <a:pt x="9396603" y="5213032"/>
                  </a:lnTo>
                  <a:lnTo>
                    <a:pt x="9401937" y="5213032"/>
                  </a:lnTo>
                  <a:lnTo>
                    <a:pt x="9406128" y="5208765"/>
                  </a:lnTo>
                  <a:lnTo>
                    <a:pt x="9406128" y="5198249"/>
                  </a:lnTo>
                  <a:lnTo>
                    <a:pt x="9401937" y="5193982"/>
                  </a:lnTo>
                  <a:close/>
                </a:path>
                <a:path w="10424160" h="5213350">
                  <a:moveTo>
                    <a:pt x="9358503" y="5193982"/>
                  </a:moveTo>
                  <a:lnTo>
                    <a:pt x="9353168" y="5193982"/>
                  </a:lnTo>
                  <a:lnTo>
                    <a:pt x="9348978" y="5198249"/>
                  </a:lnTo>
                  <a:lnTo>
                    <a:pt x="9348978" y="5208765"/>
                  </a:lnTo>
                  <a:lnTo>
                    <a:pt x="9353168" y="5213032"/>
                  </a:lnTo>
                  <a:lnTo>
                    <a:pt x="9358503" y="5213032"/>
                  </a:lnTo>
                  <a:lnTo>
                    <a:pt x="9358503" y="5193982"/>
                  </a:lnTo>
                  <a:close/>
                </a:path>
                <a:path w="10424160" h="5213350">
                  <a:moveTo>
                    <a:pt x="9363710" y="5193982"/>
                  </a:moveTo>
                  <a:lnTo>
                    <a:pt x="9358503" y="5193982"/>
                  </a:lnTo>
                  <a:lnTo>
                    <a:pt x="9358503" y="5213032"/>
                  </a:lnTo>
                  <a:lnTo>
                    <a:pt x="9363710" y="5213032"/>
                  </a:lnTo>
                  <a:lnTo>
                    <a:pt x="9368028" y="5208765"/>
                  </a:lnTo>
                  <a:lnTo>
                    <a:pt x="9368028" y="5198249"/>
                  </a:lnTo>
                  <a:lnTo>
                    <a:pt x="9363710" y="5193982"/>
                  </a:lnTo>
                  <a:close/>
                </a:path>
                <a:path w="10424160" h="5213350">
                  <a:moveTo>
                    <a:pt x="9320403" y="5193982"/>
                  </a:moveTo>
                  <a:lnTo>
                    <a:pt x="9315068" y="5193982"/>
                  </a:lnTo>
                  <a:lnTo>
                    <a:pt x="9310878" y="5198249"/>
                  </a:lnTo>
                  <a:lnTo>
                    <a:pt x="9310878" y="5208765"/>
                  </a:lnTo>
                  <a:lnTo>
                    <a:pt x="9315068" y="5213032"/>
                  </a:lnTo>
                  <a:lnTo>
                    <a:pt x="9320403" y="5213032"/>
                  </a:lnTo>
                  <a:lnTo>
                    <a:pt x="9320403" y="5193982"/>
                  </a:lnTo>
                  <a:close/>
                </a:path>
                <a:path w="10424160" h="5213350">
                  <a:moveTo>
                    <a:pt x="9325610" y="5193982"/>
                  </a:moveTo>
                  <a:lnTo>
                    <a:pt x="9320403" y="5193982"/>
                  </a:lnTo>
                  <a:lnTo>
                    <a:pt x="9320403" y="5213032"/>
                  </a:lnTo>
                  <a:lnTo>
                    <a:pt x="9325610" y="5213032"/>
                  </a:lnTo>
                  <a:lnTo>
                    <a:pt x="9329928" y="5208765"/>
                  </a:lnTo>
                  <a:lnTo>
                    <a:pt x="9329928" y="5198249"/>
                  </a:lnTo>
                  <a:lnTo>
                    <a:pt x="9325610" y="5193982"/>
                  </a:lnTo>
                  <a:close/>
                </a:path>
                <a:path w="10424160" h="5213350">
                  <a:moveTo>
                    <a:pt x="9282303" y="5193982"/>
                  </a:moveTo>
                  <a:lnTo>
                    <a:pt x="9276968" y="5193982"/>
                  </a:lnTo>
                  <a:lnTo>
                    <a:pt x="9272778" y="5198249"/>
                  </a:lnTo>
                  <a:lnTo>
                    <a:pt x="9272778" y="5208765"/>
                  </a:lnTo>
                  <a:lnTo>
                    <a:pt x="9276968" y="5213032"/>
                  </a:lnTo>
                  <a:lnTo>
                    <a:pt x="9282303" y="5213032"/>
                  </a:lnTo>
                  <a:lnTo>
                    <a:pt x="9282303" y="5193982"/>
                  </a:lnTo>
                  <a:close/>
                </a:path>
                <a:path w="10424160" h="5213350">
                  <a:moveTo>
                    <a:pt x="9287510" y="5193982"/>
                  </a:moveTo>
                  <a:lnTo>
                    <a:pt x="9282303" y="5193982"/>
                  </a:lnTo>
                  <a:lnTo>
                    <a:pt x="9282303" y="5213032"/>
                  </a:lnTo>
                  <a:lnTo>
                    <a:pt x="9287510" y="5213032"/>
                  </a:lnTo>
                  <a:lnTo>
                    <a:pt x="9291828" y="5208765"/>
                  </a:lnTo>
                  <a:lnTo>
                    <a:pt x="9291828" y="5198249"/>
                  </a:lnTo>
                  <a:lnTo>
                    <a:pt x="9287510" y="5193982"/>
                  </a:lnTo>
                  <a:close/>
                </a:path>
                <a:path w="10424160" h="5213350">
                  <a:moveTo>
                    <a:pt x="9244076" y="5193982"/>
                  </a:moveTo>
                  <a:lnTo>
                    <a:pt x="9238868" y="5193982"/>
                  </a:lnTo>
                  <a:lnTo>
                    <a:pt x="9234551" y="5198249"/>
                  </a:lnTo>
                  <a:lnTo>
                    <a:pt x="9234551" y="5208765"/>
                  </a:lnTo>
                  <a:lnTo>
                    <a:pt x="9238868" y="5213032"/>
                  </a:lnTo>
                  <a:lnTo>
                    <a:pt x="9244076" y="5213032"/>
                  </a:lnTo>
                  <a:lnTo>
                    <a:pt x="9244076" y="5193982"/>
                  </a:lnTo>
                  <a:close/>
                </a:path>
                <a:path w="10424160" h="5213350">
                  <a:moveTo>
                    <a:pt x="9249410" y="5193982"/>
                  </a:moveTo>
                  <a:lnTo>
                    <a:pt x="9244203" y="5193982"/>
                  </a:lnTo>
                  <a:lnTo>
                    <a:pt x="9244203" y="5213032"/>
                  </a:lnTo>
                  <a:lnTo>
                    <a:pt x="9249410" y="5213032"/>
                  </a:lnTo>
                  <a:lnTo>
                    <a:pt x="9253728" y="5208765"/>
                  </a:lnTo>
                  <a:lnTo>
                    <a:pt x="9253728" y="5198249"/>
                  </a:lnTo>
                  <a:lnTo>
                    <a:pt x="9249410" y="5193982"/>
                  </a:lnTo>
                  <a:close/>
                </a:path>
                <a:path w="10424160" h="5213350">
                  <a:moveTo>
                    <a:pt x="9205976" y="5193982"/>
                  </a:moveTo>
                  <a:lnTo>
                    <a:pt x="9200768" y="5193982"/>
                  </a:lnTo>
                  <a:lnTo>
                    <a:pt x="9196451" y="5198249"/>
                  </a:lnTo>
                  <a:lnTo>
                    <a:pt x="9196451" y="5208765"/>
                  </a:lnTo>
                  <a:lnTo>
                    <a:pt x="9200768" y="5213032"/>
                  </a:lnTo>
                  <a:lnTo>
                    <a:pt x="9205976" y="5213032"/>
                  </a:lnTo>
                  <a:lnTo>
                    <a:pt x="9205976" y="5193982"/>
                  </a:lnTo>
                  <a:close/>
                </a:path>
                <a:path w="10424160" h="5213350">
                  <a:moveTo>
                    <a:pt x="9211310" y="5193982"/>
                  </a:moveTo>
                  <a:lnTo>
                    <a:pt x="9205976" y="5193982"/>
                  </a:lnTo>
                  <a:lnTo>
                    <a:pt x="9205976" y="5213032"/>
                  </a:lnTo>
                  <a:lnTo>
                    <a:pt x="9211310" y="5213032"/>
                  </a:lnTo>
                  <a:lnTo>
                    <a:pt x="9215501" y="5208765"/>
                  </a:lnTo>
                  <a:lnTo>
                    <a:pt x="9215501" y="5198249"/>
                  </a:lnTo>
                  <a:lnTo>
                    <a:pt x="9211310" y="5193982"/>
                  </a:lnTo>
                  <a:close/>
                </a:path>
                <a:path w="10424160" h="5213350">
                  <a:moveTo>
                    <a:pt x="9167876" y="5193982"/>
                  </a:moveTo>
                  <a:lnTo>
                    <a:pt x="9162668" y="5193982"/>
                  </a:lnTo>
                  <a:lnTo>
                    <a:pt x="9158351" y="5198249"/>
                  </a:lnTo>
                  <a:lnTo>
                    <a:pt x="9158351" y="5208765"/>
                  </a:lnTo>
                  <a:lnTo>
                    <a:pt x="9162668" y="5213032"/>
                  </a:lnTo>
                  <a:lnTo>
                    <a:pt x="9167876" y="5213032"/>
                  </a:lnTo>
                  <a:lnTo>
                    <a:pt x="9167876" y="5193982"/>
                  </a:lnTo>
                  <a:close/>
                </a:path>
                <a:path w="10424160" h="5213350">
                  <a:moveTo>
                    <a:pt x="9173210" y="5193982"/>
                  </a:moveTo>
                  <a:lnTo>
                    <a:pt x="9167876" y="5193982"/>
                  </a:lnTo>
                  <a:lnTo>
                    <a:pt x="9167876" y="5213032"/>
                  </a:lnTo>
                  <a:lnTo>
                    <a:pt x="9173210" y="5213032"/>
                  </a:lnTo>
                  <a:lnTo>
                    <a:pt x="9177401" y="5208765"/>
                  </a:lnTo>
                  <a:lnTo>
                    <a:pt x="9177401" y="5198249"/>
                  </a:lnTo>
                  <a:lnTo>
                    <a:pt x="9173210" y="5193982"/>
                  </a:lnTo>
                  <a:close/>
                </a:path>
                <a:path w="10424160" h="5213350">
                  <a:moveTo>
                    <a:pt x="9129776" y="5193982"/>
                  </a:moveTo>
                  <a:lnTo>
                    <a:pt x="9124568" y="5193982"/>
                  </a:lnTo>
                  <a:lnTo>
                    <a:pt x="9120251" y="5198249"/>
                  </a:lnTo>
                  <a:lnTo>
                    <a:pt x="9120251" y="5208765"/>
                  </a:lnTo>
                  <a:lnTo>
                    <a:pt x="9124568" y="5213032"/>
                  </a:lnTo>
                  <a:lnTo>
                    <a:pt x="9129776" y="5213032"/>
                  </a:lnTo>
                  <a:lnTo>
                    <a:pt x="9129776" y="5193982"/>
                  </a:lnTo>
                  <a:close/>
                </a:path>
                <a:path w="10424160" h="5213350">
                  <a:moveTo>
                    <a:pt x="9135110" y="5193982"/>
                  </a:moveTo>
                  <a:lnTo>
                    <a:pt x="9129776" y="5193982"/>
                  </a:lnTo>
                  <a:lnTo>
                    <a:pt x="9129776" y="5213032"/>
                  </a:lnTo>
                  <a:lnTo>
                    <a:pt x="9135110" y="5213032"/>
                  </a:lnTo>
                  <a:lnTo>
                    <a:pt x="9139301" y="5208765"/>
                  </a:lnTo>
                  <a:lnTo>
                    <a:pt x="9139301" y="5198249"/>
                  </a:lnTo>
                  <a:lnTo>
                    <a:pt x="9135110" y="5193982"/>
                  </a:lnTo>
                  <a:close/>
                </a:path>
                <a:path w="10424160" h="5213350">
                  <a:moveTo>
                    <a:pt x="9091676" y="5193982"/>
                  </a:moveTo>
                  <a:lnTo>
                    <a:pt x="9086341" y="5193982"/>
                  </a:lnTo>
                  <a:lnTo>
                    <a:pt x="9082151" y="5198249"/>
                  </a:lnTo>
                  <a:lnTo>
                    <a:pt x="9082151" y="5208765"/>
                  </a:lnTo>
                  <a:lnTo>
                    <a:pt x="9086341" y="5213032"/>
                  </a:lnTo>
                  <a:lnTo>
                    <a:pt x="9091676" y="5213032"/>
                  </a:lnTo>
                  <a:lnTo>
                    <a:pt x="9091676" y="5193982"/>
                  </a:lnTo>
                  <a:close/>
                </a:path>
                <a:path w="10424160" h="5213350">
                  <a:moveTo>
                    <a:pt x="9096883" y="5193982"/>
                  </a:moveTo>
                  <a:lnTo>
                    <a:pt x="9091676" y="5193982"/>
                  </a:lnTo>
                  <a:lnTo>
                    <a:pt x="9091676" y="5213032"/>
                  </a:lnTo>
                  <a:lnTo>
                    <a:pt x="9096883" y="5213032"/>
                  </a:lnTo>
                  <a:lnTo>
                    <a:pt x="9101201" y="5208765"/>
                  </a:lnTo>
                  <a:lnTo>
                    <a:pt x="9101201" y="5198249"/>
                  </a:lnTo>
                  <a:lnTo>
                    <a:pt x="9096883" y="5193982"/>
                  </a:lnTo>
                  <a:close/>
                </a:path>
                <a:path w="10424160" h="5213350">
                  <a:moveTo>
                    <a:pt x="9053576" y="5193982"/>
                  </a:moveTo>
                  <a:lnTo>
                    <a:pt x="9048241" y="5193982"/>
                  </a:lnTo>
                  <a:lnTo>
                    <a:pt x="9044051" y="5198249"/>
                  </a:lnTo>
                  <a:lnTo>
                    <a:pt x="9044051" y="5208765"/>
                  </a:lnTo>
                  <a:lnTo>
                    <a:pt x="9048241" y="5213032"/>
                  </a:lnTo>
                  <a:lnTo>
                    <a:pt x="9053576" y="5213032"/>
                  </a:lnTo>
                  <a:lnTo>
                    <a:pt x="9053576" y="5193982"/>
                  </a:lnTo>
                  <a:close/>
                </a:path>
                <a:path w="10424160" h="5213350">
                  <a:moveTo>
                    <a:pt x="9058783" y="5193982"/>
                  </a:moveTo>
                  <a:lnTo>
                    <a:pt x="9053576" y="5193982"/>
                  </a:lnTo>
                  <a:lnTo>
                    <a:pt x="9053576" y="5213032"/>
                  </a:lnTo>
                  <a:lnTo>
                    <a:pt x="9058783" y="5213032"/>
                  </a:lnTo>
                  <a:lnTo>
                    <a:pt x="9063101" y="5208765"/>
                  </a:lnTo>
                  <a:lnTo>
                    <a:pt x="9063101" y="5198249"/>
                  </a:lnTo>
                  <a:lnTo>
                    <a:pt x="9058783" y="5193982"/>
                  </a:lnTo>
                  <a:close/>
                </a:path>
                <a:path w="10424160" h="5213350">
                  <a:moveTo>
                    <a:pt x="9015349" y="5193982"/>
                  </a:moveTo>
                  <a:lnTo>
                    <a:pt x="9010141" y="5193982"/>
                  </a:lnTo>
                  <a:lnTo>
                    <a:pt x="9005824" y="5198249"/>
                  </a:lnTo>
                  <a:lnTo>
                    <a:pt x="9005824" y="5208765"/>
                  </a:lnTo>
                  <a:lnTo>
                    <a:pt x="9010141" y="5213032"/>
                  </a:lnTo>
                  <a:lnTo>
                    <a:pt x="9015349" y="5213032"/>
                  </a:lnTo>
                  <a:lnTo>
                    <a:pt x="9015349" y="5193982"/>
                  </a:lnTo>
                  <a:close/>
                </a:path>
                <a:path w="10424160" h="5213350">
                  <a:moveTo>
                    <a:pt x="9020683" y="5193982"/>
                  </a:moveTo>
                  <a:lnTo>
                    <a:pt x="9015476" y="5193982"/>
                  </a:lnTo>
                  <a:lnTo>
                    <a:pt x="9015476" y="5213032"/>
                  </a:lnTo>
                  <a:lnTo>
                    <a:pt x="9020683" y="5213032"/>
                  </a:lnTo>
                  <a:lnTo>
                    <a:pt x="9025001" y="5208765"/>
                  </a:lnTo>
                  <a:lnTo>
                    <a:pt x="9025001" y="5198249"/>
                  </a:lnTo>
                  <a:lnTo>
                    <a:pt x="9020683" y="5193982"/>
                  </a:lnTo>
                  <a:close/>
                </a:path>
                <a:path w="10424160" h="5213350">
                  <a:moveTo>
                    <a:pt x="8977249" y="5193982"/>
                  </a:moveTo>
                  <a:lnTo>
                    <a:pt x="8972041" y="5193982"/>
                  </a:lnTo>
                  <a:lnTo>
                    <a:pt x="8967724" y="5198249"/>
                  </a:lnTo>
                  <a:lnTo>
                    <a:pt x="8967724" y="5208765"/>
                  </a:lnTo>
                  <a:lnTo>
                    <a:pt x="8972041" y="5213032"/>
                  </a:lnTo>
                  <a:lnTo>
                    <a:pt x="8977249" y="5213032"/>
                  </a:lnTo>
                  <a:lnTo>
                    <a:pt x="8977249" y="5193982"/>
                  </a:lnTo>
                  <a:close/>
                </a:path>
                <a:path w="10424160" h="5213350">
                  <a:moveTo>
                    <a:pt x="8982583" y="5193982"/>
                  </a:moveTo>
                  <a:lnTo>
                    <a:pt x="8977249" y="5193982"/>
                  </a:lnTo>
                  <a:lnTo>
                    <a:pt x="8977249" y="5213032"/>
                  </a:lnTo>
                  <a:lnTo>
                    <a:pt x="8982583" y="5213032"/>
                  </a:lnTo>
                  <a:lnTo>
                    <a:pt x="8986774" y="5208765"/>
                  </a:lnTo>
                  <a:lnTo>
                    <a:pt x="8986774" y="5198249"/>
                  </a:lnTo>
                  <a:lnTo>
                    <a:pt x="8982583" y="5193982"/>
                  </a:lnTo>
                  <a:close/>
                </a:path>
                <a:path w="10424160" h="5213350">
                  <a:moveTo>
                    <a:pt x="8939149" y="5193982"/>
                  </a:moveTo>
                  <a:lnTo>
                    <a:pt x="8933941" y="5193982"/>
                  </a:lnTo>
                  <a:lnTo>
                    <a:pt x="8929624" y="5198249"/>
                  </a:lnTo>
                  <a:lnTo>
                    <a:pt x="8929624" y="5208765"/>
                  </a:lnTo>
                  <a:lnTo>
                    <a:pt x="8933941" y="5213032"/>
                  </a:lnTo>
                  <a:lnTo>
                    <a:pt x="8939149" y="5213032"/>
                  </a:lnTo>
                  <a:lnTo>
                    <a:pt x="8939149" y="5193982"/>
                  </a:lnTo>
                  <a:close/>
                </a:path>
                <a:path w="10424160" h="5213350">
                  <a:moveTo>
                    <a:pt x="8944483" y="5193982"/>
                  </a:moveTo>
                  <a:lnTo>
                    <a:pt x="8939149" y="5193982"/>
                  </a:lnTo>
                  <a:lnTo>
                    <a:pt x="8939149" y="5213032"/>
                  </a:lnTo>
                  <a:lnTo>
                    <a:pt x="8944483" y="5213032"/>
                  </a:lnTo>
                  <a:lnTo>
                    <a:pt x="8948674" y="5208765"/>
                  </a:lnTo>
                  <a:lnTo>
                    <a:pt x="8948674" y="5198249"/>
                  </a:lnTo>
                  <a:lnTo>
                    <a:pt x="8944483" y="5193982"/>
                  </a:lnTo>
                  <a:close/>
                </a:path>
                <a:path w="10424160" h="5213350">
                  <a:moveTo>
                    <a:pt x="8901049" y="5193982"/>
                  </a:moveTo>
                  <a:lnTo>
                    <a:pt x="8895841" y="5193982"/>
                  </a:lnTo>
                  <a:lnTo>
                    <a:pt x="8891524" y="5198249"/>
                  </a:lnTo>
                  <a:lnTo>
                    <a:pt x="8891524" y="5208765"/>
                  </a:lnTo>
                  <a:lnTo>
                    <a:pt x="8895841" y="5213032"/>
                  </a:lnTo>
                  <a:lnTo>
                    <a:pt x="8901049" y="5213032"/>
                  </a:lnTo>
                  <a:lnTo>
                    <a:pt x="8901049" y="5193982"/>
                  </a:lnTo>
                  <a:close/>
                </a:path>
                <a:path w="10424160" h="5213350">
                  <a:moveTo>
                    <a:pt x="8906383" y="5193982"/>
                  </a:moveTo>
                  <a:lnTo>
                    <a:pt x="8901049" y="5193982"/>
                  </a:lnTo>
                  <a:lnTo>
                    <a:pt x="8901049" y="5213032"/>
                  </a:lnTo>
                  <a:lnTo>
                    <a:pt x="8906383" y="5213032"/>
                  </a:lnTo>
                  <a:lnTo>
                    <a:pt x="8910574" y="5208765"/>
                  </a:lnTo>
                  <a:lnTo>
                    <a:pt x="8910574" y="5198249"/>
                  </a:lnTo>
                  <a:lnTo>
                    <a:pt x="8906383" y="5193982"/>
                  </a:lnTo>
                  <a:close/>
                </a:path>
                <a:path w="10424160" h="5213350">
                  <a:moveTo>
                    <a:pt x="8862949" y="5193982"/>
                  </a:moveTo>
                  <a:lnTo>
                    <a:pt x="8857615" y="5193982"/>
                  </a:lnTo>
                  <a:lnTo>
                    <a:pt x="8853424" y="5198249"/>
                  </a:lnTo>
                  <a:lnTo>
                    <a:pt x="8853424" y="5208765"/>
                  </a:lnTo>
                  <a:lnTo>
                    <a:pt x="8857615" y="5213032"/>
                  </a:lnTo>
                  <a:lnTo>
                    <a:pt x="8862949" y="5213032"/>
                  </a:lnTo>
                  <a:lnTo>
                    <a:pt x="8862949" y="5193982"/>
                  </a:lnTo>
                  <a:close/>
                </a:path>
                <a:path w="10424160" h="5213350">
                  <a:moveTo>
                    <a:pt x="8868156" y="5193982"/>
                  </a:moveTo>
                  <a:lnTo>
                    <a:pt x="8862949" y="5193982"/>
                  </a:lnTo>
                  <a:lnTo>
                    <a:pt x="8862949" y="5213032"/>
                  </a:lnTo>
                  <a:lnTo>
                    <a:pt x="8868156" y="5213032"/>
                  </a:lnTo>
                  <a:lnTo>
                    <a:pt x="8872474" y="5208765"/>
                  </a:lnTo>
                  <a:lnTo>
                    <a:pt x="8872474" y="5198249"/>
                  </a:lnTo>
                  <a:lnTo>
                    <a:pt x="8868156" y="5193982"/>
                  </a:lnTo>
                  <a:close/>
                </a:path>
                <a:path w="10424160" h="5213350">
                  <a:moveTo>
                    <a:pt x="8824849" y="5193982"/>
                  </a:moveTo>
                  <a:lnTo>
                    <a:pt x="8819515" y="5193982"/>
                  </a:lnTo>
                  <a:lnTo>
                    <a:pt x="8815324" y="5198249"/>
                  </a:lnTo>
                  <a:lnTo>
                    <a:pt x="8815324" y="5208765"/>
                  </a:lnTo>
                  <a:lnTo>
                    <a:pt x="8819515" y="5213032"/>
                  </a:lnTo>
                  <a:lnTo>
                    <a:pt x="8824849" y="5213032"/>
                  </a:lnTo>
                  <a:lnTo>
                    <a:pt x="8824849" y="5193982"/>
                  </a:lnTo>
                  <a:close/>
                </a:path>
                <a:path w="10424160" h="5213350">
                  <a:moveTo>
                    <a:pt x="8830056" y="5193982"/>
                  </a:moveTo>
                  <a:lnTo>
                    <a:pt x="8824849" y="5193982"/>
                  </a:lnTo>
                  <a:lnTo>
                    <a:pt x="8824849" y="5213032"/>
                  </a:lnTo>
                  <a:lnTo>
                    <a:pt x="8830056" y="5213032"/>
                  </a:lnTo>
                  <a:lnTo>
                    <a:pt x="8834374" y="5208765"/>
                  </a:lnTo>
                  <a:lnTo>
                    <a:pt x="8834374" y="5198249"/>
                  </a:lnTo>
                  <a:lnTo>
                    <a:pt x="8830056" y="5193982"/>
                  </a:lnTo>
                  <a:close/>
                </a:path>
                <a:path w="10424160" h="5213350">
                  <a:moveTo>
                    <a:pt x="8786749" y="5193982"/>
                  </a:moveTo>
                  <a:lnTo>
                    <a:pt x="8781415" y="5193982"/>
                  </a:lnTo>
                  <a:lnTo>
                    <a:pt x="8777224" y="5198249"/>
                  </a:lnTo>
                  <a:lnTo>
                    <a:pt x="8777224" y="5208765"/>
                  </a:lnTo>
                  <a:lnTo>
                    <a:pt x="8781415" y="5213032"/>
                  </a:lnTo>
                  <a:lnTo>
                    <a:pt x="8786749" y="5213032"/>
                  </a:lnTo>
                  <a:lnTo>
                    <a:pt x="8786749" y="5193982"/>
                  </a:lnTo>
                  <a:close/>
                </a:path>
                <a:path w="10424160" h="5213350">
                  <a:moveTo>
                    <a:pt x="8791956" y="5193982"/>
                  </a:moveTo>
                  <a:lnTo>
                    <a:pt x="8786749" y="5193982"/>
                  </a:lnTo>
                  <a:lnTo>
                    <a:pt x="8786749" y="5213032"/>
                  </a:lnTo>
                  <a:lnTo>
                    <a:pt x="8791956" y="5213032"/>
                  </a:lnTo>
                  <a:lnTo>
                    <a:pt x="8796274" y="5208765"/>
                  </a:lnTo>
                  <a:lnTo>
                    <a:pt x="8796274" y="5198249"/>
                  </a:lnTo>
                  <a:lnTo>
                    <a:pt x="8791956" y="5193982"/>
                  </a:lnTo>
                  <a:close/>
                </a:path>
                <a:path w="10424160" h="5213350">
                  <a:moveTo>
                    <a:pt x="8748522" y="5193982"/>
                  </a:moveTo>
                  <a:lnTo>
                    <a:pt x="8743315" y="5193982"/>
                  </a:lnTo>
                  <a:lnTo>
                    <a:pt x="8738997" y="5198249"/>
                  </a:lnTo>
                  <a:lnTo>
                    <a:pt x="8738997" y="5208765"/>
                  </a:lnTo>
                  <a:lnTo>
                    <a:pt x="8743315" y="5213032"/>
                  </a:lnTo>
                  <a:lnTo>
                    <a:pt x="8748522" y="5213032"/>
                  </a:lnTo>
                  <a:lnTo>
                    <a:pt x="8748522" y="5193982"/>
                  </a:lnTo>
                  <a:close/>
                </a:path>
                <a:path w="10424160" h="5213350">
                  <a:moveTo>
                    <a:pt x="8753856" y="5193982"/>
                  </a:moveTo>
                  <a:lnTo>
                    <a:pt x="8748649" y="5193982"/>
                  </a:lnTo>
                  <a:lnTo>
                    <a:pt x="8748649" y="5213032"/>
                  </a:lnTo>
                  <a:lnTo>
                    <a:pt x="8753856" y="5213032"/>
                  </a:lnTo>
                  <a:lnTo>
                    <a:pt x="8758174" y="5208765"/>
                  </a:lnTo>
                  <a:lnTo>
                    <a:pt x="8758174" y="5198249"/>
                  </a:lnTo>
                  <a:lnTo>
                    <a:pt x="8753856" y="5193982"/>
                  </a:lnTo>
                  <a:close/>
                </a:path>
                <a:path w="10424160" h="5213350">
                  <a:moveTo>
                    <a:pt x="8710422" y="5193982"/>
                  </a:moveTo>
                  <a:lnTo>
                    <a:pt x="8705215" y="5193982"/>
                  </a:lnTo>
                  <a:lnTo>
                    <a:pt x="8700897" y="5198249"/>
                  </a:lnTo>
                  <a:lnTo>
                    <a:pt x="8700897" y="5208765"/>
                  </a:lnTo>
                  <a:lnTo>
                    <a:pt x="8705215" y="5213032"/>
                  </a:lnTo>
                  <a:lnTo>
                    <a:pt x="8710422" y="5213032"/>
                  </a:lnTo>
                  <a:lnTo>
                    <a:pt x="8710422" y="5193982"/>
                  </a:lnTo>
                  <a:close/>
                </a:path>
                <a:path w="10424160" h="5213350">
                  <a:moveTo>
                    <a:pt x="8715756" y="5193982"/>
                  </a:moveTo>
                  <a:lnTo>
                    <a:pt x="8710422" y="5193982"/>
                  </a:lnTo>
                  <a:lnTo>
                    <a:pt x="8710422" y="5213032"/>
                  </a:lnTo>
                  <a:lnTo>
                    <a:pt x="8715756" y="5213032"/>
                  </a:lnTo>
                  <a:lnTo>
                    <a:pt x="8719947" y="5208765"/>
                  </a:lnTo>
                  <a:lnTo>
                    <a:pt x="8719947" y="5198249"/>
                  </a:lnTo>
                  <a:lnTo>
                    <a:pt x="8715756" y="5193982"/>
                  </a:lnTo>
                  <a:close/>
                </a:path>
                <a:path w="10424160" h="5213350">
                  <a:moveTo>
                    <a:pt x="8672322" y="5193982"/>
                  </a:moveTo>
                  <a:lnTo>
                    <a:pt x="8667115" y="5193982"/>
                  </a:lnTo>
                  <a:lnTo>
                    <a:pt x="8662797" y="5198249"/>
                  </a:lnTo>
                  <a:lnTo>
                    <a:pt x="8662797" y="5208765"/>
                  </a:lnTo>
                  <a:lnTo>
                    <a:pt x="8667115" y="5213032"/>
                  </a:lnTo>
                  <a:lnTo>
                    <a:pt x="8672322" y="5213032"/>
                  </a:lnTo>
                  <a:lnTo>
                    <a:pt x="8672322" y="5193982"/>
                  </a:lnTo>
                  <a:close/>
                </a:path>
                <a:path w="10424160" h="5213350">
                  <a:moveTo>
                    <a:pt x="8677656" y="5193982"/>
                  </a:moveTo>
                  <a:lnTo>
                    <a:pt x="8672322" y="5193982"/>
                  </a:lnTo>
                  <a:lnTo>
                    <a:pt x="8672322" y="5213032"/>
                  </a:lnTo>
                  <a:lnTo>
                    <a:pt x="8677656" y="5213032"/>
                  </a:lnTo>
                  <a:lnTo>
                    <a:pt x="8681847" y="5208765"/>
                  </a:lnTo>
                  <a:lnTo>
                    <a:pt x="8681847" y="5198249"/>
                  </a:lnTo>
                  <a:lnTo>
                    <a:pt x="8677656" y="5193982"/>
                  </a:lnTo>
                  <a:close/>
                </a:path>
                <a:path w="10424160" h="5213350">
                  <a:moveTo>
                    <a:pt x="8634222" y="5193982"/>
                  </a:moveTo>
                  <a:lnTo>
                    <a:pt x="8628888" y="5193982"/>
                  </a:lnTo>
                  <a:lnTo>
                    <a:pt x="8624697" y="5198249"/>
                  </a:lnTo>
                  <a:lnTo>
                    <a:pt x="8624697" y="5208765"/>
                  </a:lnTo>
                  <a:lnTo>
                    <a:pt x="8628888" y="5213032"/>
                  </a:lnTo>
                  <a:lnTo>
                    <a:pt x="8634222" y="5213032"/>
                  </a:lnTo>
                  <a:lnTo>
                    <a:pt x="8634222" y="5193982"/>
                  </a:lnTo>
                  <a:close/>
                </a:path>
                <a:path w="10424160" h="5213350">
                  <a:moveTo>
                    <a:pt x="8639429" y="5193982"/>
                  </a:moveTo>
                  <a:lnTo>
                    <a:pt x="8634222" y="5193982"/>
                  </a:lnTo>
                  <a:lnTo>
                    <a:pt x="8634222" y="5213032"/>
                  </a:lnTo>
                  <a:lnTo>
                    <a:pt x="8639429" y="5213032"/>
                  </a:lnTo>
                  <a:lnTo>
                    <a:pt x="8643747" y="5208765"/>
                  </a:lnTo>
                  <a:lnTo>
                    <a:pt x="8643747" y="5198249"/>
                  </a:lnTo>
                  <a:lnTo>
                    <a:pt x="8639429" y="5193982"/>
                  </a:lnTo>
                  <a:close/>
                </a:path>
                <a:path w="10424160" h="5213350">
                  <a:moveTo>
                    <a:pt x="8596122" y="5193982"/>
                  </a:moveTo>
                  <a:lnTo>
                    <a:pt x="8590788" y="5193982"/>
                  </a:lnTo>
                  <a:lnTo>
                    <a:pt x="8586597" y="5198249"/>
                  </a:lnTo>
                  <a:lnTo>
                    <a:pt x="8586597" y="5208765"/>
                  </a:lnTo>
                  <a:lnTo>
                    <a:pt x="8590788" y="5213032"/>
                  </a:lnTo>
                  <a:lnTo>
                    <a:pt x="8596122" y="5213032"/>
                  </a:lnTo>
                  <a:lnTo>
                    <a:pt x="8596122" y="5193982"/>
                  </a:lnTo>
                  <a:close/>
                </a:path>
                <a:path w="10424160" h="5213350">
                  <a:moveTo>
                    <a:pt x="8601329" y="5193982"/>
                  </a:moveTo>
                  <a:lnTo>
                    <a:pt x="8596122" y="5193982"/>
                  </a:lnTo>
                  <a:lnTo>
                    <a:pt x="8596122" y="5213032"/>
                  </a:lnTo>
                  <a:lnTo>
                    <a:pt x="8601329" y="5213032"/>
                  </a:lnTo>
                  <a:lnTo>
                    <a:pt x="8605647" y="5208765"/>
                  </a:lnTo>
                  <a:lnTo>
                    <a:pt x="8605647" y="5198249"/>
                  </a:lnTo>
                  <a:lnTo>
                    <a:pt x="8601329" y="5193982"/>
                  </a:lnTo>
                  <a:close/>
                </a:path>
                <a:path w="10424160" h="5213350">
                  <a:moveTo>
                    <a:pt x="8558022" y="5193982"/>
                  </a:moveTo>
                  <a:lnTo>
                    <a:pt x="8552688" y="5193982"/>
                  </a:lnTo>
                  <a:lnTo>
                    <a:pt x="8548497" y="5198249"/>
                  </a:lnTo>
                  <a:lnTo>
                    <a:pt x="8548497" y="5208765"/>
                  </a:lnTo>
                  <a:lnTo>
                    <a:pt x="8552688" y="5213032"/>
                  </a:lnTo>
                  <a:lnTo>
                    <a:pt x="8558022" y="5213032"/>
                  </a:lnTo>
                  <a:lnTo>
                    <a:pt x="8558022" y="5193982"/>
                  </a:lnTo>
                  <a:close/>
                </a:path>
                <a:path w="10424160" h="5213350">
                  <a:moveTo>
                    <a:pt x="8563229" y="5193982"/>
                  </a:moveTo>
                  <a:lnTo>
                    <a:pt x="8558022" y="5193982"/>
                  </a:lnTo>
                  <a:lnTo>
                    <a:pt x="8558022" y="5213032"/>
                  </a:lnTo>
                  <a:lnTo>
                    <a:pt x="8563229" y="5213032"/>
                  </a:lnTo>
                  <a:lnTo>
                    <a:pt x="8567547" y="5208765"/>
                  </a:lnTo>
                  <a:lnTo>
                    <a:pt x="8567547" y="5198249"/>
                  </a:lnTo>
                  <a:lnTo>
                    <a:pt x="8563229" y="5193982"/>
                  </a:lnTo>
                  <a:close/>
                </a:path>
                <a:path w="10424160" h="5213350">
                  <a:moveTo>
                    <a:pt x="8519794" y="5193982"/>
                  </a:moveTo>
                  <a:lnTo>
                    <a:pt x="8514588" y="5193982"/>
                  </a:lnTo>
                  <a:lnTo>
                    <a:pt x="8510269" y="5198249"/>
                  </a:lnTo>
                  <a:lnTo>
                    <a:pt x="8510269" y="5208765"/>
                  </a:lnTo>
                  <a:lnTo>
                    <a:pt x="8514588" y="5213032"/>
                  </a:lnTo>
                  <a:lnTo>
                    <a:pt x="8519794" y="5213032"/>
                  </a:lnTo>
                  <a:lnTo>
                    <a:pt x="8519794" y="5193982"/>
                  </a:lnTo>
                  <a:close/>
                </a:path>
                <a:path w="10424160" h="5213350">
                  <a:moveTo>
                    <a:pt x="8519922" y="5206682"/>
                  </a:moveTo>
                  <a:lnTo>
                    <a:pt x="8519794" y="5206682"/>
                  </a:lnTo>
                  <a:lnTo>
                    <a:pt x="8519794" y="5213032"/>
                  </a:lnTo>
                  <a:lnTo>
                    <a:pt x="8519922" y="5213032"/>
                  </a:lnTo>
                  <a:lnTo>
                    <a:pt x="8519922" y="5206682"/>
                  </a:lnTo>
                  <a:close/>
                </a:path>
                <a:path w="10424160" h="5213350">
                  <a:moveTo>
                    <a:pt x="8525129" y="5193982"/>
                  </a:moveTo>
                  <a:lnTo>
                    <a:pt x="8519922" y="5193982"/>
                  </a:lnTo>
                  <a:lnTo>
                    <a:pt x="8519922" y="5213032"/>
                  </a:lnTo>
                  <a:lnTo>
                    <a:pt x="8525129" y="5213032"/>
                  </a:lnTo>
                  <a:lnTo>
                    <a:pt x="8529447" y="5208765"/>
                  </a:lnTo>
                  <a:lnTo>
                    <a:pt x="8529447" y="5198249"/>
                  </a:lnTo>
                  <a:lnTo>
                    <a:pt x="8525129" y="5193982"/>
                  </a:lnTo>
                  <a:close/>
                </a:path>
                <a:path w="10424160" h="5213350">
                  <a:moveTo>
                    <a:pt x="8519922" y="5193982"/>
                  </a:moveTo>
                  <a:lnTo>
                    <a:pt x="8519794" y="5193982"/>
                  </a:lnTo>
                  <a:lnTo>
                    <a:pt x="8519794" y="5200332"/>
                  </a:lnTo>
                  <a:lnTo>
                    <a:pt x="8519922" y="5200332"/>
                  </a:lnTo>
                  <a:lnTo>
                    <a:pt x="8519922" y="5193982"/>
                  </a:lnTo>
                  <a:close/>
                </a:path>
                <a:path w="10424160" h="5213350">
                  <a:moveTo>
                    <a:pt x="8481694" y="5193982"/>
                  </a:moveTo>
                  <a:lnTo>
                    <a:pt x="8476488" y="5193982"/>
                  </a:lnTo>
                  <a:lnTo>
                    <a:pt x="8472169" y="5198249"/>
                  </a:lnTo>
                  <a:lnTo>
                    <a:pt x="8472169" y="5208765"/>
                  </a:lnTo>
                  <a:lnTo>
                    <a:pt x="8476488" y="5213032"/>
                  </a:lnTo>
                  <a:lnTo>
                    <a:pt x="8481694" y="5213032"/>
                  </a:lnTo>
                  <a:lnTo>
                    <a:pt x="8481694" y="5193982"/>
                  </a:lnTo>
                  <a:close/>
                </a:path>
                <a:path w="10424160" h="5213350">
                  <a:moveTo>
                    <a:pt x="8487029" y="5193982"/>
                  </a:moveTo>
                  <a:lnTo>
                    <a:pt x="8481694" y="5193982"/>
                  </a:lnTo>
                  <a:lnTo>
                    <a:pt x="8481694" y="5213032"/>
                  </a:lnTo>
                  <a:lnTo>
                    <a:pt x="8487029" y="5213032"/>
                  </a:lnTo>
                  <a:lnTo>
                    <a:pt x="8491219" y="5208765"/>
                  </a:lnTo>
                  <a:lnTo>
                    <a:pt x="8491219" y="5198249"/>
                  </a:lnTo>
                  <a:lnTo>
                    <a:pt x="8487029" y="5193982"/>
                  </a:lnTo>
                  <a:close/>
                </a:path>
                <a:path w="10424160" h="5213350">
                  <a:moveTo>
                    <a:pt x="8443594" y="5193982"/>
                  </a:moveTo>
                  <a:lnTo>
                    <a:pt x="8438388" y="5193982"/>
                  </a:lnTo>
                  <a:lnTo>
                    <a:pt x="8434069" y="5198249"/>
                  </a:lnTo>
                  <a:lnTo>
                    <a:pt x="8434069" y="5208765"/>
                  </a:lnTo>
                  <a:lnTo>
                    <a:pt x="8438388" y="5213032"/>
                  </a:lnTo>
                  <a:lnTo>
                    <a:pt x="8443594" y="5213032"/>
                  </a:lnTo>
                  <a:lnTo>
                    <a:pt x="8443594" y="5193982"/>
                  </a:lnTo>
                  <a:close/>
                </a:path>
                <a:path w="10424160" h="5213350">
                  <a:moveTo>
                    <a:pt x="8448929" y="5193982"/>
                  </a:moveTo>
                  <a:lnTo>
                    <a:pt x="8443594" y="5193982"/>
                  </a:lnTo>
                  <a:lnTo>
                    <a:pt x="8443594" y="5213032"/>
                  </a:lnTo>
                  <a:lnTo>
                    <a:pt x="8448929" y="5213032"/>
                  </a:lnTo>
                  <a:lnTo>
                    <a:pt x="8453119" y="5208765"/>
                  </a:lnTo>
                  <a:lnTo>
                    <a:pt x="8453119" y="5198249"/>
                  </a:lnTo>
                  <a:lnTo>
                    <a:pt x="8448929" y="5193982"/>
                  </a:lnTo>
                  <a:close/>
                </a:path>
                <a:path w="10424160" h="5213350">
                  <a:moveTo>
                    <a:pt x="8405494" y="5193982"/>
                  </a:moveTo>
                  <a:lnTo>
                    <a:pt x="8400288" y="5193982"/>
                  </a:lnTo>
                  <a:lnTo>
                    <a:pt x="8395969" y="5198249"/>
                  </a:lnTo>
                  <a:lnTo>
                    <a:pt x="8395969" y="5208765"/>
                  </a:lnTo>
                  <a:lnTo>
                    <a:pt x="8400288" y="5213032"/>
                  </a:lnTo>
                  <a:lnTo>
                    <a:pt x="8405494" y="5213032"/>
                  </a:lnTo>
                  <a:lnTo>
                    <a:pt x="8405494" y="5193982"/>
                  </a:lnTo>
                  <a:close/>
                </a:path>
                <a:path w="10424160" h="5213350">
                  <a:moveTo>
                    <a:pt x="8410829" y="5193982"/>
                  </a:moveTo>
                  <a:lnTo>
                    <a:pt x="8405494" y="5193982"/>
                  </a:lnTo>
                  <a:lnTo>
                    <a:pt x="8405494" y="5213032"/>
                  </a:lnTo>
                  <a:lnTo>
                    <a:pt x="8410829" y="5213032"/>
                  </a:lnTo>
                  <a:lnTo>
                    <a:pt x="8415019" y="5208765"/>
                  </a:lnTo>
                  <a:lnTo>
                    <a:pt x="8415019" y="5198249"/>
                  </a:lnTo>
                  <a:lnTo>
                    <a:pt x="8410829" y="5193982"/>
                  </a:lnTo>
                  <a:close/>
                </a:path>
                <a:path w="10424160" h="5213350">
                  <a:moveTo>
                    <a:pt x="8367394" y="5193982"/>
                  </a:moveTo>
                  <a:lnTo>
                    <a:pt x="8362060" y="5193982"/>
                  </a:lnTo>
                  <a:lnTo>
                    <a:pt x="8357869" y="5198249"/>
                  </a:lnTo>
                  <a:lnTo>
                    <a:pt x="8357869" y="5208765"/>
                  </a:lnTo>
                  <a:lnTo>
                    <a:pt x="8362060" y="5213032"/>
                  </a:lnTo>
                  <a:lnTo>
                    <a:pt x="8367394" y="5213032"/>
                  </a:lnTo>
                  <a:lnTo>
                    <a:pt x="8367394" y="5193982"/>
                  </a:lnTo>
                  <a:close/>
                </a:path>
                <a:path w="10424160" h="5213350">
                  <a:moveTo>
                    <a:pt x="8372602" y="5193982"/>
                  </a:moveTo>
                  <a:lnTo>
                    <a:pt x="8367394" y="5193982"/>
                  </a:lnTo>
                  <a:lnTo>
                    <a:pt x="8367394" y="5213032"/>
                  </a:lnTo>
                  <a:lnTo>
                    <a:pt x="8372602" y="5213032"/>
                  </a:lnTo>
                  <a:lnTo>
                    <a:pt x="8376919" y="5208765"/>
                  </a:lnTo>
                  <a:lnTo>
                    <a:pt x="8376919" y="5198249"/>
                  </a:lnTo>
                  <a:lnTo>
                    <a:pt x="8372602" y="5193982"/>
                  </a:lnTo>
                  <a:close/>
                </a:path>
                <a:path w="10424160" h="5213350">
                  <a:moveTo>
                    <a:pt x="8329294" y="5193982"/>
                  </a:moveTo>
                  <a:lnTo>
                    <a:pt x="8323960" y="5193982"/>
                  </a:lnTo>
                  <a:lnTo>
                    <a:pt x="8319769" y="5198249"/>
                  </a:lnTo>
                  <a:lnTo>
                    <a:pt x="8319769" y="5208765"/>
                  </a:lnTo>
                  <a:lnTo>
                    <a:pt x="8323960" y="5213032"/>
                  </a:lnTo>
                  <a:lnTo>
                    <a:pt x="8329294" y="5213032"/>
                  </a:lnTo>
                  <a:lnTo>
                    <a:pt x="8329294" y="5193982"/>
                  </a:lnTo>
                  <a:close/>
                </a:path>
                <a:path w="10424160" h="5213350">
                  <a:moveTo>
                    <a:pt x="8334502" y="5193982"/>
                  </a:moveTo>
                  <a:lnTo>
                    <a:pt x="8329294" y="5193982"/>
                  </a:lnTo>
                  <a:lnTo>
                    <a:pt x="8329294" y="5213032"/>
                  </a:lnTo>
                  <a:lnTo>
                    <a:pt x="8334502" y="5213032"/>
                  </a:lnTo>
                  <a:lnTo>
                    <a:pt x="8338819" y="5208765"/>
                  </a:lnTo>
                  <a:lnTo>
                    <a:pt x="8338819" y="5198249"/>
                  </a:lnTo>
                  <a:lnTo>
                    <a:pt x="8334502" y="5193982"/>
                  </a:lnTo>
                  <a:close/>
                </a:path>
                <a:path w="10424160" h="5213350">
                  <a:moveTo>
                    <a:pt x="8291194" y="5193982"/>
                  </a:moveTo>
                  <a:lnTo>
                    <a:pt x="8285860" y="5193982"/>
                  </a:lnTo>
                  <a:lnTo>
                    <a:pt x="8281669" y="5198249"/>
                  </a:lnTo>
                  <a:lnTo>
                    <a:pt x="8281669" y="5208765"/>
                  </a:lnTo>
                  <a:lnTo>
                    <a:pt x="8285860" y="5213032"/>
                  </a:lnTo>
                  <a:lnTo>
                    <a:pt x="8291194" y="5213032"/>
                  </a:lnTo>
                  <a:lnTo>
                    <a:pt x="8291194" y="5193982"/>
                  </a:lnTo>
                  <a:close/>
                </a:path>
                <a:path w="10424160" h="5213350">
                  <a:moveTo>
                    <a:pt x="8296402" y="5193982"/>
                  </a:moveTo>
                  <a:lnTo>
                    <a:pt x="8291194" y="5193982"/>
                  </a:lnTo>
                  <a:lnTo>
                    <a:pt x="8291194" y="5213032"/>
                  </a:lnTo>
                  <a:lnTo>
                    <a:pt x="8296402" y="5213032"/>
                  </a:lnTo>
                  <a:lnTo>
                    <a:pt x="8300719" y="5208765"/>
                  </a:lnTo>
                  <a:lnTo>
                    <a:pt x="8300719" y="5198249"/>
                  </a:lnTo>
                  <a:lnTo>
                    <a:pt x="8296402" y="5193982"/>
                  </a:lnTo>
                  <a:close/>
                </a:path>
                <a:path w="10424160" h="5213350">
                  <a:moveTo>
                    <a:pt x="8252967" y="5193982"/>
                  </a:moveTo>
                  <a:lnTo>
                    <a:pt x="8247760" y="5193982"/>
                  </a:lnTo>
                  <a:lnTo>
                    <a:pt x="8243442" y="5198249"/>
                  </a:lnTo>
                  <a:lnTo>
                    <a:pt x="8243442" y="5208765"/>
                  </a:lnTo>
                  <a:lnTo>
                    <a:pt x="8247760" y="5213032"/>
                  </a:lnTo>
                  <a:lnTo>
                    <a:pt x="8252967" y="5213032"/>
                  </a:lnTo>
                  <a:lnTo>
                    <a:pt x="8252967" y="5193982"/>
                  </a:lnTo>
                  <a:close/>
                </a:path>
                <a:path w="10424160" h="5213350">
                  <a:moveTo>
                    <a:pt x="8258302" y="5193982"/>
                  </a:moveTo>
                  <a:lnTo>
                    <a:pt x="8253094" y="5193982"/>
                  </a:lnTo>
                  <a:lnTo>
                    <a:pt x="8253094" y="5213032"/>
                  </a:lnTo>
                  <a:lnTo>
                    <a:pt x="8258302" y="5213032"/>
                  </a:lnTo>
                  <a:lnTo>
                    <a:pt x="8262619" y="5208765"/>
                  </a:lnTo>
                  <a:lnTo>
                    <a:pt x="8262619" y="5198249"/>
                  </a:lnTo>
                  <a:lnTo>
                    <a:pt x="8258302" y="5193982"/>
                  </a:lnTo>
                  <a:close/>
                </a:path>
                <a:path w="10424160" h="5213350">
                  <a:moveTo>
                    <a:pt x="8214867" y="5193982"/>
                  </a:moveTo>
                  <a:lnTo>
                    <a:pt x="8209660" y="5193982"/>
                  </a:lnTo>
                  <a:lnTo>
                    <a:pt x="8205342" y="5198249"/>
                  </a:lnTo>
                  <a:lnTo>
                    <a:pt x="8205342" y="5208765"/>
                  </a:lnTo>
                  <a:lnTo>
                    <a:pt x="8209660" y="5213032"/>
                  </a:lnTo>
                  <a:lnTo>
                    <a:pt x="8214867" y="5213032"/>
                  </a:lnTo>
                  <a:lnTo>
                    <a:pt x="8214867" y="5193982"/>
                  </a:lnTo>
                  <a:close/>
                </a:path>
                <a:path w="10424160" h="5213350">
                  <a:moveTo>
                    <a:pt x="8220202" y="5193982"/>
                  </a:moveTo>
                  <a:lnTo>
                    <a:pt x="8214867" y="5193982"/>
                  </a:lnTo>
                  <a:lnTo>
                    <a:pt x="8214867" y="5213032"/>
                  </a:lnTo>
                  <a:lnTo>
                    <a:pt x="8220202" y="5213032"/>
                  </a:lnTo>
                  <a:lnTo>
                    <a:pt x="8224392" y="5208765"/>
                  </a:lnTo>
                  <a:lnTo>
                    <a:pt x="8224392" y="5198249"/>
                  </a:lnTo>
                  <a:lnTo>
                    <a:pt x="8220202" y="5193982"/>
                  </a:lnTo>
                  <a:close/>
                </a:path>
                <a:path w="10424160" h="5213350">
                  <a:moveTo>
                    <a:pt x="8176767" y="5193982"/>
                  </a:moveTo>
                  <a:lnTo>
                    <a:pt x="8171560" y="5193982"/>
                  </a:lnTo>
                  <a:lnTo>
                    <a:pt x="8167242" y="5198249"/>
                  </a:lnTo>
                  <a:lnTo>
                    <a:pt x="8167242" y="5208765"/>
                  </a:lnTo>
                  <a:lnTo>
                    <a:pt x="8171560" y="5213032"/>
                  </a:lnTo>
                  <a:lnTo>
                    <a:pt x="8176767" y="5213032"/>
                  </a:lnTo>
                  <a:lnTo>
                    <a:pt x="8176767" y="5193982"/>
                  </a:lnTo>
                  <a:close/>
                </a:path>
                <a:path w="10424160" h="5213350">
                  <a:moveTo>
                    <a:pt x="8182102" y="5193982"/>
                  </a:moveTo>
                  <a:lnTo>
                    <a:pt x="8176767" y="5193982"/>
                  </a:lnTo>
                  <a:lnTo>
                    <a:pt x="8176767" y="5213032"/>
                  </a:lnTo>
                  <a:lnTo>
                    <a:pt x="8182102" y="5213032"/>
                  </a:lnTo>
                  <a:lnTo>
                    <a:pt x="8186292" y="5208765"/>
                  </a:lnTo>
                  <a:lnTo>
                    <a:pt x="8186292" y="5198249"/>
                  </a:lnTo>
                  <a:lnTo>
                    <a:pt x="8182102" y="5193982"/>
                  </a:lnTo>
                  <a:close/>
                </a:path>
                <a:path w="10424160" h="5213350">
                  <a:moveTo>
                    <a:pt x="8138667" y="5193982"/>
                  </a:moveTo>
                  <a:lnTo>
                    <a:pt x="8133333" y="5193982"/>
                  </a:lnTo>
                  <a:lnTo>
                    <a:pt x="8129142" y="5198249"/>
                  </a:lnTo>
                  <a:lnTo>
                    <a:pt x="8129142" y="5208765"/>
                  </a:lnTo>
                  <a:lnTo>
                    <a:pt x="8133333" y="5213032"/>
                  </a:lnTo>
                  <a:lnTo>
                    <a:pt x="8138667" y="5213032"/>
                  </a:lnTo>
                  <a:lnTo>
                    <a:pt x="8138667" y="5193982"/>
                  </a:lnTo>
                  <a:close/>
                </a:path>
                <a:path w="10424160" h="5213350">
                  <a:moveTo>
                    <a:pt x="8143875" y="5193982"/>
                  </a:moveTo>
                  <a:lnTo>
                    <a:pt x="8138667" y="5193982"/>
                  </a:lnTo>
                  <a:lnTo>
                    <a:pt x="8138667" y="5213032"/>
                  </a:lnTo>
                  <a:lnTo>
                    <a:pt x="8143875" y="5213032"/>
                  </a:lnTo>
                  <a:lnTo>
                    <a:pt x="8148192" y="5208765"/>
                  </a:lnTo>
                  <a:lnTo>
                    <a:pt x="8148192" y="5198249"/>
                  </a:lnTo>
                  <a:lnTo>
                    <a:pt x="8143875" y="5193982"/>
                  </a:lnTo>
                  <a:close/>
                </a:path>
                <a:path w="10424160" h="5213350">
                  <a:moveTo>
                    <a:pt x="8100567" y="5193982"/>
                  </a:moveTo>
                  <a:lnTo>
                    <a:pt x="8095233" y="5193982"/>
                  </a:lnTo>
                  <a:lnTo>
                    <a:pt x="8091042" y="5198249"/>
                  </a:lnTo>
                  <a:lnTo>
                    <a:pt x="8091042" y="5208765"/>
                  </a:lnTo>
                  <a:lnTo>
                    <a:pt x="8095233" y="5213032"/>
                  </a:lnTo>
                  <a:lnTo>
                    <a:pt x="8100567" y="5213032"/>
                  </a:lnTo>
                  <a:lnTo>
                    <a:pt x="8100567" y="5193982"/>
                  </a:lnTo>
                  <a:close/>
                </a:path>
                <a:path w="10424160" h="5213350">
                  <a:moveTo>
                    <a:pt x="8105775" y="5193982"/>
                  </a:moveTo>
                  <a:lnTo>
                    <a:pt x="8100567" y="5193982"/>
                  </a:lnTo>
                  <a:lnTo>
                    <a:pt x="8100567" y="5213032"/>
                  </a:lnTo>
                  <a:lnTo>
                    <a:pt x="8105775" y="5213032"/>
                  </a:lnTo>
                  <a:lnTo>
                    <a:pt x="8110092" y="5208765"/>
                  </a:lnTo>
                  <a:lnTo>
                    <a:pt x="8110092" y="5198249"/>
                  </a:lnTo>
                  <a:lnTo>
                    <a:pt x="8105775" y="5193982"/>
                  </a:lnTo>
                  <a:close/>
                </a:path>
                <a:path w="10424160" h="5213350">
                  <a:moveTo>
                    <a:pt x="8062467" y="5193982"/>
                  </a:moveTo>
                  <a:lnTo>
                    <a:pt x="8057133" y="5193982"/>
                  </a:lnTo>
                  <a:lnTo>
                    <a:pt x="8052942" y="5198249"/>
                  </a:lnTo>
                  <a:lnTo>
                    <a:pt x="8052942" y="5208765"/>
                  </a:lnTo>
                  <a:lnTo>
                    <a:pt x="8057133" y="5213032"/>
                  </a:lnTo>
                  <a:lnTo>
                    <a:pt x="8062467" y="5213032"/>
                  </a:lnTo>
                  <a:lnTo>
                    <a:pt x="8062467" y="5193982"/>
                  </a:lnTo>
                  <a:close/>
                </a:path>
                <a:path w="10424160" h="5213350">
                  <a:moveTo>
                    <a:pt x="8067675" y="5193982"/>
                  </a:moveTo>
                  <a:lnTo>
                    <a:pt x="8062467" y="5193982"/>
                  </a:lnTo>
                  <a:lnTo>
                    <a:pt x="8062467" y="5213032"/>
                  </a:lnTo>
                  <a:lnTo>
                    <a:pt x="8067675" y="5213032"/>
                  </a:lnTo>
                  <a:lnTo>
                    <a:pt x="8071992" y="5208765"/>
                  </a:lnTo>
                  <a:lnTo>
                    <a:pt x="8071992" y="5198249"/>
                  </a:lnTo>
                  <a:lnTo>
                    <a:pt x="8067675" y="5193982"/>
                  </a:lnTo>
                  <a:close/>
                </a:path>
                <a:path w="10424160" h="5213350">
                  <a:moveTo>
                    <a:pt x="8024240" y="5193982"/>
                  </a:moveTo>
                  <a:lnTo>
                    <a:pt x="8019033" y="5193982"/>
                  </a:lnTo>
                  <a:lnTo>
                    <a:pt x="8014715" y="5198249"/>
                  </a:lnTo>
                  <a:lnTo>
                    <a:pt x="8014715" y="5208765"/>
                  </a:lnTo>
                  <a:lnTo>
                    <a:pt x="8019033" y="5213032"/>
                  </a:lnTo>
                  <a:lnTo>
                    <a:pt x="8024240" y="5213032"/>
                  </a:lnTo>
                  <a:lnTo>
                    <a:pt x="8024240" y="5193982"/>
                  </a:lnTo>
                  <a:close/>
                </a:path>
                <a:path w="10424160" h="5213350">
                  <a:moveTo>
                    <a:pt x="8029575" y="5193982"/>
                  </a:moveTo>
                  <a:lnTo>
                    <a:pt x="8024367" y="5193982"/>
                  </a:lnTo>
                  <a:lnTo>
                    <a:pt x="8024367" y="5213032"/>
                  </a:lnTo>
                  <a:lnTo>
                    <a:pt x="8029575" y="5213032"/>
                  </a:lnTo>
                  <a:lnTo>
                    <a:pt x="8033892" y="5208765"/>
                  </a:lnTo>
                  <a:lnTo>
                    <a:pt x="8033892" y="5198249"/>
                  </a:lnTo>
                  <a:lnTo>
                    <a:pt x="8029575" y="5193982"/>
                  </a:lnTo>
                  <a:close/>
                </a:path>
                <a:path w="10424160" h="5213350">
                  <a:moveTo>
                    <a:pt x="7986140" y="5193982"/>
                  </a:moveTo>
                  <a:lnTo>
                    <a:pt x="7980933" y="5193982"/>
                  </a:lnTo>
                  <a:lnTo>
                    <a:pt x="7976615" y="5198249"/>
                  </a:lnTo>
                  <a:lnTo>
                    <a:pt x="7976615" y="5208765"/>
                  </a:lnTo>
                  <a:lnTo>
                    <a:pt x="7980933" y="5213032"/>
                  </a:lnTo>
                  <a:lnTo>
                    <a:pt x="7986140" y="5213032"/>
                  </a:lnTo>
                  <a:lnTo>
                    <a:pt x="7986140" y="5193982"/>
                  </a:lnTo>
                  <a:close/>
                </a:path>
                <a:path w="10424160" h="5213350">
                  <a:moveTo>
                    <a:pt x="7991475" y="5193982"/>
                  </a:moveTo>
                  <a:lnTo>
                    <a:pt x="7986140" y="5193982"/>
                  </a:lnTo>
                  <a:lnTo>
                    <a:pt x="7986140" y="5213032"/>
                  </a:lnTo>
                  <a:lnTo>
                    <a:pt x="7991475" y="5213032"/>
                  </a:lnTo>
                  <a:lnTo>
                    <a:pt x="7995665" y="5208765"/>
                  </a:lnTo>
                  <a:lnTo>
                    <a:pt x="7995665" y="5198249"/>
                  </a:lnTo>
                  <a:lnTo>
                    <a:pt x="7991475" y="5193982"/>
                  </a:lnTo>
                  <a:close/>
                </a:path>
                <a:path w="10424160" h="5213350">
                  <a:moveTo>
                    <a:pt x="7948040" y="5193982"/>
                  </a:moveTo>
                  <a:lnTo>
                    <a:pt x="7942833" y="5193982"/>
                  </a:lnTo>
                  <a:lnTo>
                    <a:pt x="7938515" y="5198249"/>
                  </a:lnTo>
                  <a:lnTo>
                    <a:pt x="7938515" y="5208765"/>
                  </a:lnTo>
                  <a:lnTo>
                    <a:pt x="7942833" y="5213032"/>
                  </a:lnTo>
                  <a:lnTo>
                    <a:pt x="7948040" y="5213032"/>
                  </a:lnTo>
                  <a:lnTo>
                    <a:pt x="7948040" y="5193982"/>
                  </a:lnTo>
                  <a:close/>
                </a:path>
                <a:path w="10424160" h="5213350">
                  <a:moveTo>
                    <a:pt x="7953375" y="5193982"/>
                  </a:moveTo>
                  <a:lnTo>
                    <a:pt x="7948040" y="5193982"/>
                  </a:lnTo>
                  <a:lnTo>
                    <a:pt x="7948040" y="5213032"/>
                  </a:lnTo>
                  <a:lnTo>
                    <a:pt x="7953375" y="5213032"/>
                  </a:lnTo>
                  <a:lnTo>
                    <a:pt x="7957565" y="5208765"/>
                  </a:lnTo>
                  <a:lnTo>
                    <a:pt x="7957565" y="5198249"/>
                  </a:lnTo>
                  <a:lnTo>
                    <a:pt x="7953375" y="5193982"/>
                  </a:lnTo>
                  <a:close/>
                </a:path>
                <a:path w="10424160" h="5213350">
                  <a:moveTo>
                    <a:pt x="7909940" y="5193982"/>
                  </a:moveTo>
                  <a:lnTo>
                    <a:pt x="7904733" y="5193982"/>
                  </a:lnTo>
                  <a:lnTo>
                    <a:pt x="7900415" y="5198249"/>
                  </a:lnTo>
                  <a:lnTo>
                    <a:pt x="7900415" y="5208765"/>
                  </a:lnTo>
                  <a:lnTo>
                    <a:pt x="7904733" y="5213032"/>
                  </a:lnTo>
                  <a:lnTo>
                    <a:pt x="7909940" y="5213032"/>
                  </a:lnTo>
                  <a:lnTo>
                    <a:pt x="7909940" y="5193982"/>
                  </a:lnTo>
                  <a:close/>
                </a:path>
                <a:path w="10424160" h="5213350">
                  <a:moveTo>
                    <a:pt x="7915275" y="5193982"/>
                  </a:moveTo>
                  <a:lnTo>
                    <a:pt x="7909940" y="5193982"/>
                  </a:lnTo>
                  <a:lnTo>
                    <a:pt x="7909940" y="5213032"/>
                  </a:lnTo>
                  <a:lnTo>
                    <a:pt x="7915275" y="5213032"/>
                  </a:lnTo>
                  <a:lnTo>
                    <a:pt x="7919465" y="5208765"/>
                  </a:lnTo>
                  <a:lnTo>
                    <a:pt x="7919465" y="5198249"/>
                  </a:lnTo>
                  <a:lnTo>
                    <a:pt x="7915275" y="5193982"/>
                  </a:lnTo>
                  <a:close/>
                </a:path>
                <a:path w="10424160" h="5213350">
                  <a:moveTo>
                    <a:pt x="7871840" y="5193982"/>
                  </a:moveTo>
                  <a:lnTo>
                    <a:pt x="7866507" y="5193982"/>
                  </a:lnTo>
                  <a:lnTo>
                    <a:pt x="7862315" y="5198249"/>
                  </a:lnTo>
                  <a:lnTo>
                    <a:pt x="7862315" y="5208765"/>
                  </a:lnTo>
                  <a:lnTo>
                    <a:pt x="7866507" y="5213032"/>
                  </a:lnTo>
                  <a:lnTo>
                    <a:pt x="7871840" y="5213032"/>
                  </a:lnTo>
                  <a:lnTo>
                    <a:pt x="7871840" y="5193982"/>
                  </a:lnTo>
                  <a:close/>
                </a:path>
                <a:path w="10424160" h="5213350">
                  <a:moveTo>
                    <a:pt x="7877048" y="5193982"/>
                  </a:moveTo>
                  <a:lnTo>
                    <a:pt x="7871840" y="5193982"/>
                  </a:lnTo>
                  <a:lnTo>
                    <a:pt x="7871840" y="5213032"/>
                  </a:lnTo>
                  <a:lnTo>
                    <a:pt x="7877048" y="5213032"/>
                  </a:lnTo>
                  <a:lnTo>
                    <a:pt x="7881365" y="5208765"/>
                  </a:lnTo>
                  <a:lnTo>
                    <a:pt x="7881365" y="5198249"/>
                  </a:lnTo>
                  <a:lnTo>
                    <a:pt x="7877048" y="5193982"/>
                  </a:lnTo>
                  <a:close/>
                </a:path>
                <a:path w="10424160" h="5213350">
                  <a:moveTo>
                    <a:pt x="7833740" y="5193982"/>
                  </a:moveTo>
                  <a:lnTo>
                    <a:pt x="7828407" y="5193982"/>
                  </a:lnTo>
                  <a:lnTo>
                    <a:pt x="7824215" y="5198249"/>
                  </a:lnTo>
                  <a:lnTo>
                    <a:pt x="7824215" y="5208765"/>
                  </a:lnTo>
                  <a:lnTo>
                    <a:pt x="7828407" y="5213032"/>
                  </a:lnTo>
                  <a:lnTo>
                    <a:pt x="7833740" y="5213032"/>
                  </a:lnTo>
                  <a:lnTo>
                    <a:pt x="7833740" y="5193982"/>
                  </a:lnTo>
                  <a:close/>
                </a:path>
                <a:path w="10424160" h="5213350">
                  <a:moveTo>
                    <a:pt x="7838948" y="5193982"/>
                  </a:moveTo>
                  <a:lnTo>
                    <a:pt x="7833740" y="5193982"/>
                  </a:lnTo>
                  <a:lnTo>
                    <a:pt x="7833740" y="5213032"/>
                  </a:lnTo>
                  <a:lnTo>
                    <a:pt x="7838948" y="5213032"/>
                  </a:lnTo>
                  <a:lnTo>
                    <a:pt x="7843265" y="5208765"/>
                  </a:lnTo>
                  <a:lnTo>
                    <a:pt x="7843265" y="5198249"/>
                  </a:lnTo>
                  <a:lnTo>
                    <a:pt x="7838948" y="5193982"/>
                  </a:lnTo>
                  <a:close/>
                </a:path>
                <a:path w="10424160" h="5213350">
                  <a:moveTo>
                    <a:pt x="7795640" y="5193982"/>
                  </a:moveTo>
                  <a:lnTo>
                    <a:pt x="7790307" y="5193982"/>
                  </a:lnTo>
                  <a:lnTo>
                    <a:pt x="7786115" y="5198249"/>
                  </a:lnTo>
                  <a:lnTo>
                    <a:pt x="7786115" y="5208765"/>
                  </a:lnTo>
                  <a:lnTo>
                    <a:pt x="7790307" y="5213032"/>
                  </a:lnTo>
                  <a:lnTo>
                    <a:pt x="7795640" y="5213032"/>
                  </a:lnTo>
                  <a:lnTo>
                    <a:pt x="7795640" y="5193982"/>
                  </a:lnTo>
                  <a:close/>
                </a:path>
                <a:path w="10424160" h="5213350">
                  <a:moveTo>
                    <a:pt x="7800848" y="5193982"/>
                  </a:moveTo>
                  <a:lnTo>
                    <a:pt x="7795640" y="5193982"/>
                  </a:lnTo>
                  <a:lnTo>
                    <a:pt x="7795640" y="5213032"/>
                  </a:lnTo>
                  <a:lnTo>
                    <a:pt x="7800848" y="5213032"/>
                  </a:lnTo>
                  <a:lnTo>
                    <a:pt x="7805165" y="5208765"/>
                  </a:lnTo>
                  <a:lnTo>
                    <a:pt x="7805165" y="5198249"/>
                  </a:lnTo>
                  <a:lnTo>
                    <a:pt x="7800848" y="5193982"/>
                  </a:lnTo>
                  <a:close/>
                </a:path>
                <a:path w="10424160" h="5213350">
                  <a:moveTo>
                    <a:pt x="7757413" y="5193982"/>
                  </a:moveTo>
                  <a:lnTo>
                    <a:pt x="7752207" y="5193982"/>
                  </a:lnTo>
                  <a:lnTo>
                    <a:pt x="7747888" y="5198249"/>
                  </a:lnTo>
                  <a:lnTo>
                    <a:pt x="7747888" y="5208765"/>
                  </a:lnTo>
                  <a:lnTo>
                    <a:pt x="7752207" y="5213032"/>
                  </a:lnTo>
                  <a:lnTo>
                    <a:pt x="7757413" y="5213032"/>
                  </a:lnTo>
                  <a:lnTo>
                    <a:pt x="7757413" y="5193982"/>
                  </a:lnTo>
                  <a:close/>
                </a:path>
                <a:path w="10424160" h="5213350">
                  <a:moveTo>
                    <a:pt x="7762748" y="5193982"/>
                  </a:moveTo>
                  <a:lnTo>
                    <a:pt x="7757540" y="5193982"/>
                  </a:lnTo>
                  <a:lnTo>
                    <a:pt x="7757540" y="5213032"/>
                  </a:lnTo>
                  <a:lnTo>
                    <a:pt x="7762748" y="5213032"/>
                  </a:lnTo>
                  <a:lnTo>
                    <a:pt x="7767065" y="5208765"/>
                  </a:lnTo>
                  <a:lnTo>
                    <a:pt x="7767065" y="5198249"/>
                  </a:lnTo>
                  <a:lnTo>
                    <a:pt x="7762748" y="5193982"/>
                  </a:lnTo>
                  <a:close/>
                </a:path>
                <a:path w="10424160" h="5213350">
                  <a:moveTo>
                    <a:pt x="7719313" y="5193982"/>
                  </a:moveTo>
                  <a:lnTo>
                    <a:pt x="7714107" y="5193982"/>
                  </a:lnTo>
                  <a:lnTo>
                    <a:pt x="7709788" y="5198249"/>
                  </a:lnTo>
                  <a:lnTo>
                    <a:pt x="7709788" y="5208765"/>
                  </a:lnTo>
                  <a:lnTo>
                    <a:pt x="7714107" y="5213032"/>
                  </a:lnTo>
                  <a:lnTo>
                    <a:pt x="7719313" y="5213032"/>
                  </a:lnTo>
                  <a:lnTo>
                    <a:pt x="7719313" y="5193982"/>
                  </a:lnTo>
                  <a:close/>
                </a:path>
                <a:path w="10424160" h="5213350">
                  <a:moveTo>
                    <a:pt x="7724648" y="5193982"/>
                  </a:moveTo>
                  <a:lnTo>
                    <a:pt x="7719313" y="5193982"/>
                  </a:lnTo>
                  <a:lnTo>
                    <a:pt x="7719313" y="5213032"/>
                  </a:lnTo>
                  <a:lnTo>
                    <a:pt x="7724648" y="5213032"/>
                  </a:lnTo>
                  <a:lnTo>
                    <a:pt x="7728838" y="5208765"/>
                  </a:lnTo>
                  <a:lnTo>
                    <a:pt x="7728838" y="5198249"/>
                  </a:lnTo>
                  <a:lnTo>
                    <a:pt x="7724648" y="5193982"/>
                  </a:lnTo>
                  <a:close/>
                </a:path>
                <a:path w="10424160" h="5213350">
                  <a:moveTo>
                    <a:pt x="7681213" y="5193982"/>
                  </a:moveTo>
                  <a:lnTo>
                    <a:pt x="7676007" y="5193982"/>
                  </a:lnTo>
                  <a:lnTo>
                    <a:pt x="7671688" y="5198249"/>
                  </a:lnTo>
                  <a:lnTo>
                    <a:pt x="7671688" y="5208765"/>
                  </a:lnTo>
                  <a:lnTo>
                    <a:pt x="7676007" y="5213032"/>
                  </a:lnTo>
                  <a:lnTo>
                    <a:pt x="7681213" y="5213032"/>
                  </a:lnTo>
                  <a:lnTo>
                    <a:pt x="7681213" y="5193982"/>
                  </a:lnTo>
                  <a:close/>
                </a:path>
                <a:path w="10424160" h="5213350">
                  <a:moveTo>
                    <a:pt x="7686548" y="5193982"/>
                  </a:moveTo>
                  <a:lnTo>
                    <a:pt x="7681213" y="5193982"/>
                  </a:lnTo>
                  <a:lnTo>
                    <a:pt x="7681213" y="5213032"/>
                  </a:lnTo>
                  <a:lnTo>
                    <a:pt x="7686548" y="5213032"/>
                  </a:lnTo>
                  <a:lnTo>
                    <a:pt x="7690738" y="5208765"/>
                  </a:lnTo>
                  <a:lnTo>
                    <a:pt x="7690738" y="5198249"/>
                  </a:lnTo>
                  <a:lnTo>
                    <a:pt x="7686548" y="5193982"/>
                  </a:lnTo>
                  <a:close/>
                </a:path>
                <a:path w="10424160" h="5213350">
                  <a:moveTo>
                    <a:pt x="7643113" y="5193982"/>
                  </a:moveTo>
                  <a:lnTo>
                    <a:pt x="7637780" y="5193982"/>
                  </a:lnTo>
                  <a:lnTo>
                    <a:pt x="7633588" y="5198249"/>
                  </a:lnTo>
                  <a:lnTo>
                    <a:pt x="7633588" y="5208765"/>
                  </a:lnTo>
                  <a:lnTo>
                    <a:pt x="7637780" y="5213032"/>
                  </a:lnTo>
                  <a:lnTo>
                    <a:pt x="7643113" y="5213032"/>
                  </a:lnTo>
                  <a:lnTo>
                    <a:pt x="7643113" y="5193982"/>
                  </a:lnTo>
                  <a:close/>
                </a:path>
                <a:path w="10424160" h="5213350">
                  <a:moveTo>
                    <a:pt x="7648321" y="5193982"/>
                  </a:moveTo>
                  <a:lnTo>
                    <a:pt x="7643113" y="5193982"/>
                  </a:lnTo>
                  <a:lnTo>
                    <a:pt x="7643113" y="5213032"/>
                  </a:lnTo>
                  <a:lnTo>
                    <a:pt x="7648321" y="5213032"/>
                  </a:lnTo>
                  <a:lnTo>
                    <a:pt x="7652638" y="5208765"/>
                  </a:lnTo>
                  <a:lnTo>
                    <a:pt x="7652638" y="5198249"/>
                  </a:lnTo>
                  <a:lnTo>
                    <a:pt x="7648321" y="5193982"/>
                  </a:lnTo>
                  <a:close/>
                </a:path>
                <a:path w="10424160" h="5213350">
                  <a:moveTo>
                    <a:pt x="7605013" y="5193982"/>
                  </a:moveTo>
                  <a:lnTo>
                    <a:pt x="7599680" y="5193982"/>
                  </a:lnTo>
                  <a:lnTo>
                    <a:pt x="7595488" y="5198249"/>
                  </a:lnTo>
                  <a:lnTo>
                    <a:pt x="7595488" y="5208765"/>
                  </a:lnTo>
                  <a:lnTo>
                    <a:pt x="7599680" y="5213032"/>
                  </a:lnTo>
                  <a:lnTo>
                    <a:pt x="7605013" y="5213032"/>
                  </a:lnTo>
                  <a:lnTo>
                    <a:pt x="7605013" y="5193982"/>
                  </a:lnTo>
                  <a:close/>
                </a:path>
                <a:path w="10424160" h="5213350">
                  <a:moveTo>
                    <a:pt x="7610221" y="5193982"/>
                  </a:moveTo>
                  <a:lnTo>
                    <a:pt x="7605013" y="5193982"/>
                  </a:lnTo>
                  <a:lnTo>
                    <a:pt x="7605013" y="5213032"/>
                  </a:lnTo>
                  <a:lnTo>
                    <a:pt x="7610221" y="5213032"/>
                  </a:lnTo>
                  <a:lnTo>
                    <a:pt x="7614538" y="5208765"/>
                  </a:lnTo>
                  <a:lnTo>
                    <a:pt x="7614538" y="5198249"/>
                  </a:lnTo>
                  <a:lnTo>
                    <a:pt x="7610221" y="5193982"/>
                  </a:lnTo>
                  <a:close/>
                </a:path>
                <a:path w="10424160" h="5213350">
                  <a:moveTo>
                    <a:pt x="7566913" y="5193982"/>
                  </a:moveTo>
                  <a:lnTo>
                    <a:pt x="7561580" y="5193982"/>
                  </a:lnTo>
                  <a:lnTo>
                    <a:pt x="7557388" y="5198249"/>
                  </a:lnTo>
                  <a:lnTo>
                    <a:pt x="7557388" y="5208765"/>
                  </a:lnTo>
                  <a:lnTo>
                    <a:pt x="7561580" y="5213032"/>
                  </a:lnTo>
                  <a:lnTo>
                    <a:pt x="7566913" y="5213032"/>
                  </a:lnTo>
                  <a:lnTo>
                    <a:pt x="7566913" y="5193982"/>
                  </a:lnTo>
                  <a:close/>
                </a:path>
                <a:path w="10424160" h="5213350">
                  <a:moveTo>
                    <a:pt x="7572121" y="5193982"/>
                  </a:moveTo>
                  <a:lnTo>
                    <a:pt x="7566913" y="5193982"/>
                  </a:lnTo>
                  <a:lnTo>
                    <a:pt x="7566913" y="5213032"/>
                  </a:lnTo>
                  <a:lnTo>
                    <a:pt x="7572121" y="5213032"/>
                  </a:lnTo>
                  <a:lnTo>
                    <a:pt x="7576438" y="5208765"/>
                  </a:lnTo>
                  <a:lnTo>
                    <a:pt x="7576438" y="5198249"/>
                  </a:lnTo>
                  <a:lnTo>
                    <a:pt x="7572121" y="5193982"/>
                  </a:lnTo>
                  <a:close/>
                </a:path>
                <a:path w="10424160" h="5213350">
                  <a:moveTo>
                    <a:pt x="7528686" y="5193982"/>
                  </a:moveTo>
                  <a:lnTo>
                    <a:pt x="7523480" y="5193982"/>
                  </a:lnTo>
                  <a:lnTo>
                    <a:pt x="7519161" y="5198249"/>
                  </a:lnTo>
                  <a:lnTo>
                    <a:pt x="7519161" y="5208765"/>
                  </a:lnTo>
                  <a:lnTo>
                    <a:pt x="7523480" y="5213032"/>
                  </a:lnTo>
                  <a:lnTo>
                    <a:pt x="7528686" y="5213032"/>
                  </a:lnTo>
                  <a:lnTo>
                    <a:pt x="7528686" y="5193982"/>
                  </a:lnTo>
                  <a:close/>
                </a:path>
                <a:path w="10424160" h="5213350">
                  <a:moveTo>
                    <a:pt x="7534021" y="5193982"/>
                  </a:moveTo>
                  <a:lnTo>
                    <a:pt x="7528813" y="5193982"/>
                  </a:lnTo>
                  <a:lnTo>
                    <a:pt x="7528813" y="5213032"/>
                  </a:lnTo>
                  <a:lnTo>
                    <a:pt x="7534021" y="5213032"/>
                  </a:lnTo>
                  <a:lnTo>
                    <a:pt x="7538338" y="5208765"/>
                  </a:lnTo>
                  <a:lnTo>
                    <a:pt x="7538338" y="5198249"/>
                  </a:lnTo>
                  <a:lnTo>
                    <a:pt x="7534021" y="5193982"/>
                  </a:lnTo>
                  <a:close/>
                </a:path>
                <a:path w="10424160" h="5213350">
                  <a:moveTo>
                    <a:pt x="7490586" y="5193982"/>
                  </a:moveTo>
                  <a:lnTo>
                    <a:pt x="7485380" y="5193982"/>
                  </a:lnTo>
                  <a:lnTo>
                    <a:pt x="7481061" y="5198249"/>
                  </a:lnTo>
                  <a:lnTo>
                    <a:pt x="7481061" y="5208765"/>
                  </a:lnTo>
                  <a:lnTo>
                    <a:pt x="7485380" y="5213032"/>
                  </a:lnTo>
                  <a:lnTo>
                    <a:pt x="7490586" y="5213032"/>
                  </a:lnTo>
                  <a:lnTo>
                    <a:pt x="7490586" y="5193982"/>
                  </a:lnTo>
                  <a:close/>
                </a:path>
                <a:path w="10424160" h="5213350">
                  <a:moveTo>
                    <a:pt x="7495921" y="5193982"/>
                  </a:moveTo>
                  <a:lnTo>
                    <a:pt x="7490586" y="5193982"/>
                  </a:lnTo>
                  <a:lnTo>
                    <a:pt x="7490586" y="5213032"/>
                  </a:lnTo>
                  <a:lnTo>
                    <a:pt x="7495921" y="5213032"/>
                  </a:lnTo>
                  <a:lnTo>
                    <a:pt x="7500111" y="5208765"/>
                  </a:lnTo>
                  <a:lnTo>
                    <a:pt x="7500111" y="5198249"/>
                  </a:lnTo>
                  <a:lnTo>
                    <a:pt x="7495921" y="5193982"/>
                  </a:lnTo>
                  <a:close/>
                </a:path>
                <a:path w="10424160" h="5213350">
                  <a:moveTo>
                    <a:pt x="7452486" y="5193982"/>
                  </a:moveTo>
                  <a:lnTo>
                    <a:pt x="7447280" y="5193982"/>
                  </a:lnTo>
                  <a:lnTo>
                    <a:pt x="7442961" y="5198249"/>
                  </a:lnTo>
                  <a:lnTo>
                    <a:pt x="7442961" y="5208765"/>
                  </a:lnTo>
                  <a:lnTo>
                    <a:pt x="7447280" y="5213032"/>
                  </a:lnTo>
                  <a:lnTo>
                    <a:pt x="7452486" y="5213032"/>
                  </a:lnTo>
                  <a:lnTo>
                    <a:pt x="7452486" y="5193982"/>
                  </a:lnTo>
                  <a:close/>
                </a:path>
                <a:path w="10424160" h="5213350">
                  <a:moveTo>
                    <a:pt x="7457821" y="5193982"/>
                  </a:moveTo>
                  <a:lnTo>
                    <a:pt x="7452486" y="5193982"/>
                  </a:lnTo>
                  <a:lnTo>
                    <a:pt x="7452486" y="5213032"/>
                  </a:lnTo>
                  <a:lnTo>
                    <a:pt x="7457821" y="5213032"/>
                  </a:lnTo>
                  <a:lnTo>
                    <a:pt x="7462011" y="5208765"/>
                  </a:lnTo>
                  <a:lnTo>
                    <a:pt x="7462011" y="5198249"/>
                  </a:lnTo>
                  <a:lnTo>
                    <a:pt x="7457821" y="5193982"/>
                  </a:lnTo>
                  <a:close/>
                </a:path>
                <a:path w="10424160" h="5213350">
                  <a:moveTo>
                    <a:pt x="7414386" y="5193982"/>
                  </a:moveTo>
                  <a:lnTo>
                    <a:pt x="7409180" y="5193982"/>
                  </a:lnTo>
                  <a:lnTo>
                    <a:pt x="7404861" y="5198249"/>
                  </a:lnTo>
                  <a:lnTo>
                    <a:pt x="7404861" y="5208765"/>
                  </a:lnTo>
                  <a:lnTo>
                    <a:pt x="7409180" y="5213032"/>
                  </a:lnTo>
                  <a:lnTo>
                    <a:pt x="7414386" y="5213032"/>
                  </a:lnTo>
                  <a:lnTo>
                    <a:pt x="7414386" y="5193982"/>
                  </a:lnTo>
                  <a:close/>
                </a:path>
                <a:path w="10424160" h="5213350">
                  <a:moveTo>
                    <a:pt x="7419721" y="5193982"/>
                  </a:moveTo>
                  <a:lnTo>
                    <a:pt x="7414386" y="5193982"/>
                  </a:lnTo>
                  <a:lnTo>
                    <a:pt x="7414386" y="5213032"/>
                  </a:lnTo>
                  <a:lnTo>
                    <a:pt x="7419721" y="5213032"/>
                  </a:lnTo>
                  <a:lnTo>
                    <a:pt x="7423911" y="5208765"/>
                  </a:lnTo>
                  <a:lnTo>
                    <a:pt x="7423911" y="5198249"/>
                  </a:lnTo>
                  <a:lnTo>
                    <a:pt x="7419721" y="5193982"/>
                  </a:lnTo>
                  <a:close/>
                </a:path>
                <a:path w="10424160" h="5213350">
                  <a:moveTo>
                    <a:pt x="7376286" y="5193982"/>
                  </a:moveTo>
                  <a:lnTo>
                    <a:pt x="7370953" y="5193982"/>
                  </a:lnTo>
                  <a:lnTo>
                    <a:pt x="7366761" y="5198249"/>
                  </a:lnTo>
                  <a:lnTo>
                    <a:pt x="7366761" y="5208765"/>
                  </a:lnTo>
                  <a:lnTo>
                    <a:pt x="7370953" y="5213032"/>
                  </a:lnTo>
                  <a:lnTo>
                    <a:pt x="7376286" y="5213032"/>
                  </a:lnTo>
                  <a:lnTo>
                    <a:pt x="7376286" y="5193982"/>
                  </a:lnTo>
                  <a:close/>
                </a:path>
                <a:path w="10424160" h="5213350">
                  <a:moveTo>
                    <a:pt x="7381493" y="5193982"/>
                  </a:moveTo>
                  <a:lnTo>
                    <a:pt x="7376286" y="5193982"/>
                  </a:lnTo>
                  <a:lnTo>
                    <a:pt x="7376286" y="5213032"/>
                  </a:lnTo>
                  <a:lnTo>
                    <a:pt x="7381493" y="5213032"/>
                  </a:lnTo>
                  <a:lnTo>
                    <a:pt x="7385811" y="5208765"/>
                  </a:lnTo>
                  <a:lnTo>
                    <a:pt x="7385811" y="5198249"/>
                  </a:lnTo>
                  <a:lnTo>
                    <a:pt x="7381493" y="5193982"/>
                  </a:lnTo>
                  <a:close/>
                </a:path>
                <a:path w="10424160" h="5213350">
                  <a:moveTo>
                    <a:pt x="7338186" y="5193982"/>
                  </a:moveTo>
                  <a:lnTo>
                    <a:pt x="7332853" y="5193982"/>
                  </a:lnTo>
                  <a:lnTo>
                    <a:pt x="7328661" y="5198249"/>
                  </a:lnTo>
                  <a:lnTo>
                    <a:pt x="7328661" y="5208765"/>
                  </a:lnTo>
                  <a:lnTo>
                    <a:pt x="7332853" y="5213032"/>
                  </a:lnTo>
                  <a:lnTo>
                    <a:pt x="7338186" y="5213032"/>
                  </a:lnTo>
                  <a:lnTo>
                    <a:pt x="7338186" y="5193982"/>
                  </a:lnTo>
                  <a:close/>
                </a:path>
                <a:path w="10424160" h="5213350">
                  <a:moveTo>
                    <a:pt x="7343393" y="5193982"/>
                  </a:moveTo>
                  <a:lnTo>
                    <a:pt x="7338186" y="5193982"/>
                  </a:lnTo>
                  <a:lnTo>
                    <a:pt x="7338186" y="5213032"/>
                  </a:lnTo>
                  <a:lnTo>
                    <a:pt x="7343393" y="5213032"/>
                  </a:lnTo>
                  <a:lnTo>
                    <a:pt x="7347711" y="5208765"/>
                  </a:lnTo>
                  <a:lnTo>
                    <a:pt x="7347711" y="5198249"/>
                  </a:lnTo>
                  <a:lnTo>
                    <a:pt x="7343393" y="5193982"/>
                  </a:lnTo>
                  <a:close/>
                </a:path>
                <a:path w="10424160" h="5213350">
                  <a:moveTo>
                    <a:pt x="7300086" y="5193982"/>
                  </a:moveTo>
                  <a:lnTo>
                    <a:pt x="7294753" y="5193982"/>
                  </a:lnTo>
                  <a:lnTo>
                    <a:pt x="7290561" y="5198249"/>
                  </a:lnTo>
                  <a:lnTo>
                    <a:pt x="7290561" y="5208765"/>
                  </a:lnTo>
                  <a:lnTo>
                    <a:pt x="7294753" y="5213032"/>
                  </a:lnTo>
                  <a:lnTo>
                    <a:pt x="7300086" y="5213032"/>
                  </a:lnTo>
                  <a:lnTo>
                    <a:pt x="7300086" y="5193982"/>
                  </a:lnTo>
                  <a:close/>
                </a:path>
                <a:path w="10424160" h="5213350">
                  <a:moveTo>
                    <a:pt x="7305293" y="5193982"/>
                  </a:moveTo>
                  <a:lnTo>
                    <a:pt x="7300086" y="5193982"/>
                  </a:lnTo>
                  <a:lnTo>
                    <a:pt x="7300086" y="5213032"/>
                  </a:lnTo>
                  <a:lnTo>
                    <a:pt x="7305293" y="5213032"/>
                  </a:lnTo>
                  <a:lnTo>
                    <a:pt x="7309611" y="5208765"/>
                  </a:lnTo>
                  <a:lnTo>
                    <a:pt x="7309611" y="5198249"/>
                  </a:lnTo>
                  <a:lnTo>
                    <a:pt x="7305293" y="5193982"/>
                  </a:lnTo>
                  <a:close/>
                </a:path>
                <a:path w="10424160" h="5213350">
                  <a:moveTo>
                    <a:pt x="7261859" y="5193982"/>
                  </a:moveTo>
                  <a:lnTo>
                    <a:pt x="7256653" y="5193982"/>
                  </a:lnTo>
                  <a:lnTo>
                    <a:pt x="7252334" y="5198249"/>
                  </a:lnTo>
                  <a:lnTo>
                    <a:pt x="7252334" y="5208765"/>
                  </a:lnTo>
                  <a:lnTo>
                    <a:pt x="7256653" y="5213032"/>
                  </a:lnTo>
                  <a:lnTo>
                    <a:pt x="7261859" y="5213032"/>
                  </a:lnTo>
                  <a:lnTo>
                    <a:pt x="7261859" y="5193982"/>
                  </a:lnTo>
                  <a:close/>
                </a:path>
                <a:path w="10424160" h="5213350">
                  <a:moveTo>
                    <a:pt x="7267193" y="5193982"/>
                  </a:moveTo>
                  <a:lnTo>
                    <a:pt x="7261986" y="5193982"/>
                  </a:lnTo>
                  <a:lnTo>
                    <a:pt x="7261986" y="5213032"/>
                  </a:lnTo>
                  <a:lnTo>
                    <a:pt x="7267193" y="5213032"/>
                  </a:lnTo>
                  <a:lnTo>
                    <a:pt x="7271511" y="5208765"/>
                  </a:lnTo>
                  <a:lnTo>
                    <a:pt x="7271511" y="5198249"/>
                  </a:lnTo>
                  <a:lnTo>
                    <a:pt x="7267193" y="5193982"/>
                  </a:lnTo>
                  <a:close/>
                </a:path>
                <a:path w="10424160" h="5213350">
                  <a:moveTo>
                    <a:pt x="7223759" y="5193982"/>
                  </a:moveTo>
                  <a:lnTo>
                    <a:pt x="7218553" y="5193982"/>
                  </a:lnTo>
                  <a:lnTo>
                    <a:pt x="7214234" y="5198249"/>
                  </a:lnTo>
                  <a:lnTo>
                    <a:pt x="7214234" y="5208765"/>
                  </a:lnTo>
                  <a:lnTo>
                    <a:pt x="7218553" y="5213032"/>
                  </a:lnTo>
                  <a:lnTo>
                    <a:pt x="7223759" y="5213032"/>
                  </a:lnTo>
                  <a:lnTo>
                    <a:pt x="7223759" y="5193982"/>
                  </a:lnTo>
                  <a:close/>
                </a:path>
                <a:path w="10424160" h="5213350">
                  <a:moveTo>
                    <a:pt x="7229093" y="5193982"/>
                  </a:moveTo>
                  <a:lnTo>
                    <a:pt x="7223759" y="5193982"/>
                  </a:lnTo>
                  <a:lnTo>
                    <a:pt x="7223759" y="5213032"/>
                  </a:lnTo>
                  <a:lnTo>
                    <a:pt x="7229093" y="5213032"/>
                  </a:lnTo>
                  <a:lnTo>
                    <a:pt x="7233284" y="5208765"/>
                  </a:lnTo>
                  <a:lnTo>
                    <a:pt x="7233284" y="5198249"/>
                  </a:lnTo>
                  <a:lnTo>
                    <a:pt x="7229093" y="5193982"/>
                  </a:lnTo>
                  <a:close/>
                </a:path>
                <a:path w="10424160" h="5213350">
                  <a:moveTo>
                    <a:pt x="7185659" y="5193982"/>
                  </a:moveTo>
                  <a:lnTo>
                    <a:pt x="7180453" y="5193982"/>
                  </a:lnTo>
                  <a:lnTo>
                    <a:pt x="7176134" y="5198249"/>
                  </a:lnTo>
                  <a:lnTo>
                    <a:pt x="7176134" y="5208765"/>
                  </a:lnTo>
                  <a:lnTo>
                    <a:pt x="7180453" y="5213032"/>
                  </a:lnTo>
                  <a:lnTo>
                    <a:pt x="7185659" y="5213032"/>
                  </a:lnTo>
                  <a:lnTo>
                    <a:pt x="7185659" y="5193982"/>
                  </a:lnTo>
                  <a:close/>
                </a:path>
                <a:path w="10424160" h="5213350">
                  <a:moveTo>
                    <a:pt x="7190993" y="5193982"/>
                  </a:moveTo>
                  <a:lnTo>
                    <a:pt x="7185659" y="5193982"/>
                  </a:lnTo>
                  <a:lnTo>
                    <a:pt x="7185659" y="5213032"/>
                  </a:lnTo>
                  <a:lnTo>
                    <a:pt x="7190993" y="5213032"/>
                  </a:lnTo>
                  <a:lnTo>
                    <a:pt x="7195184" y="5208765"/>
                  </a:lnTo>
                  <a:lnTo>
                    <a:pt x="7195184" y="5198249"/>
                  </a:lnTo>
                  <a:lnTo>
                    <a:pt x="7190993" y="5193982"/>
                  </a:lnTo>
                  <a:close/>
                </a:path>
                <a:path w="10424160" h="5213350">
                  <a:moveTo>
                    <a:pt x="7147559" y="5193982"/>
                  </a:moveTo>
                  <a:lnTo>
                    <a:pt x="7142226" y="5193982"/>
                  </a:lnTo>
                  <a:lnTo>
                    <a:pt x="7138034" y="5198249"/>
                  </a:lnTo>
                  <a:lnTo>
                    <a:pt x="7138034" y="5208765"/>
                  </a:lnTo>
                  <a:lnTo>
                    <a:pt x="7142226" y="5213032"/>
                  </a:lnTo>
                  <a:lnTo>
                    <a:pt x="7147559" y="5213032"/>
                  </a:lnTo>
                  <a:lnTo>
                    <a:pt x="7147559" y="5193982"/>
                  </a:lnTo>
                  <a:close/>
                </a:path>
                <a:path w="10424160" h="5213350">
                  <a:moveTo>
                    <a:pt x="7152766" y="5193982"/>
                  </a:moveTo>
                  <a:lnTo>
                    <a:pt x="7147559" y="5193982"/>
                  </a:lnTo>
                  <a:lnTo>
                    <a:pt x="7147559" y="5213032"/>
                  </a:lnTo>
                  <a:lnTo>
                    <a:pt x="7152766" y="5213032"/>
                  </a:lnTo>
                  <a:lnTo>
                    <a:pt x="7157084" y="5208765"/>
                  </a:lnTo>
                  <a:lnTo>
                    <a:pt x="7157084" y="5198249"/>
                  </a:lnTo>
                  <a:lnTo>
                    <a:pt x="7152766" y="5193982"/>
                  </a:lnTo>
                  <a:close/>
                </a:path>
                <a:path w="10424160" h="5213350">
                  <a:moveTo>
                    <a:pt x="7109459" y="5193982"/>
                  </a:moveTo>
                  <a:lnTo>
                    <a:pt x="7104126" y="5193982"/>
                  </a:lnTo>
                  <a:lnTo>
                    <a:pt x="7099934" y="5198249"/>
                  </a:lnTo>
                  <a:lnTo>
                    <a:pt x="7099934" y="5208765"/>
                  </a:lnTo>
                  <a:lnTo>
                    <a:pt x="7104126" y="5213032"/>
                  </a:lnTo>
                  <a:lnTo>
                    <a:pt x="7109459" y="5213032"/>
                  </a:lnTo>
                  <a:lnTo>
                    <a:pt x="7109459" y="5193982"/>
                  </a:lnTo>
                  <a:close/>
                </a:path>
                <a:path w="10424160" h="5213350">
                  <a:moveTo>
                    <a:pt x="7114666" y="5193982"/>
                  </a:moveTo>
                  <a:lnTo>
                    <a:pt x="7109459" y="5193982"/>
                  </a:lnTo>
                  <a:lnTo>
                    <a:pt x="7109459" y="5213032"/>
                  </a:lnTo>
                  <a:lnTo>
                    <a:pt x="7114666" y="5213032"/>
                  </a:lnTo>
                  <a:lnTo>
                    <a:pt x="7118984" y="5208765"/>
                  </a:lnTo>
                  <a:lnTo>
                    <a:pt x="7118984" y="5198249"/>
                  </a:lnTo>
                  <a:lnTo>
                    <a:pt x="7114666" y="5193982"/>
                  </a:lnTo>
                  <a:close/>
                </a:path>
                <a:path w="10424160" h="5213350">
                  <a:moveTo>
                    <a:pt x="7071359" y="5193982"/>
                  </a:moveTo>
                  <a:lnTo>
                    <a:pt x="7066026" y="5193982"/>
                  </a:lnTo>
                  <a:lnTo>
                    <a:pt x="7061834" y="5198249"/>
                  </a:lnTo>
                  <a:lnTo>
                    <a:pt x="7061834" y="5208765"/>
                  </a:lnTo>
                  <a:lnTo>
                    <a:pt x="7066026" y="5213032"/>
                  </a:lnTo>
                  <a:lnTo>
                    <a:pt x="7071359" y="5213032"/>
                  </a:lnTo>
                  <a:lnTo>
                    <a:pt x="7071359" y="5193982"/>
                  </a:lnTo>
                  <a:close/>
                </a:path>
                <a:path w="10424160" h="5213350">
                  <a:moveTo>
                    <a:pt x="7076566" y="5193982"/>
                  </a:moveTo>
                  <a:lnTo>
                    <a:pt x="7071359" y="5193982"/>
                  </a:lnTo>
                  <a:lnTo>
                    <a:pt x="7071359" y="5213032"/>
                  </a:lnTo>
                  <a:lnTo>
                    <a:pt x="7076566" y="5213032"/>
                  </a:lnTo>
                  <a:lnTo>
                    <a:pt x="7080884" y="5208765"/>
                  </a:lnTo>
                  <a:lnTo>
                    <a:pt x="7080884" y="5198249"/>
                  </a:lnTo>
                  <a:lnTo>
                    <a:pt x="7076566" y="5193982"/>
                  </a:lnTo>
                  <a:close/>
                </a:path>
                <a:path w="10424160" h="5213350">
                  <a:moveTo>
                    <a:pt x="7033133" y="5193982"/>
                  </a:moveTo>
                  <a:lnTo>
                    <a:pt x="7027926" y="5193982"/>
                  </a:lnTo>
                  <a:lnTo>
                    <a:pt x="7023608" y="5198249"/>
                  </a:lnTo>
                  <a:lnTo>
                    <a:pt x="7023608" y="5208765"/>
                  </a:lnTo>
                  <a:lnTo>
                    <a:pt x="7027926" y="5213032"/>
                  </a:lnTo>
                  <a:lnTo>
                    <a:pt x="7033133" y="5213032"/>
                  </a:lnTo>
                  <a:lnTo>
                    <a:pt x="7033133" y="5193982"/>
                  </a:lnTo>
                  <a:close/>
                </a:path>
                <a:path w="10424160" h="5213350">
                  <a:moveTo>
                    <a:pt x="7038466" y="5193982"/>
                  </a:moveTo>
                  <a:lnTo>
                    <a:pt x="7033259" y="5193982"/>
                  </a:lnTo>
                  <a:lnTo>
                    <a:pt x="7033259" y="5213032"/>
                  </a:lnTo>
                  <a:lnTo>
                    <a:pt x="7038466" y="5213032"/>
                  </a:lnTo>
                  <a:lnTo>
                    <a:pt x="7042784" y="5208765"/>
                  </a:lnTo>
                  <a:lnTo>
                    <a:pt x="7042784" y="5198249"/>
                  </a:lnTo>
                  <a:lnTo>
                    <a:pt x="7038466" y="5193982"/>
                  </a:lnTo>
                  <a:close/>
                </a:path>
                <a:path w="10424160" h="5213350">
                  <a:moveTo>
                    <a:pt x="6995033" y="5193982"/>
                  </a:moveTo>
                  <a:lnTo>
                    <a:pt x="6989826" y="5193982"/>
                  </a:lnTo>
                  <a:lnTo>
                    <a:pt x="6985508" y="5198249"/>
                  </a:lnTo>
                  <a:lnTo>
                    <a:pt x="6985508" y="5208765"/>
                  </a:lnTo>
                  <a:lnTo>
                    <a:pt x="6989826" y="5213032"/>
                  </a:lnTo>
                  <a:lnTo>
                    <a:pt x="6995033" y="5213032"/>
                  </a:lnTo>
                  <a:lnTo>
                    <a:pt x="6995033" y="5193982"/>
                  </a:lnTo>
                  <a:close/>
                </a:path>
                <a:path w="10424160" h="5213350">
                  <a:moveTo>
                    <a:pt x="7000366" y="5193982"/>
                  </a:moveTo>
                  <a:lnTo>
                    <a:pt x="6995033" y="5193982"/>
                  </a:lnTo>
                  <a:lnTo>
                    <a:pt x="6995033" y="5213032"/>
                  </a:lnTo>
                  <a:lnTo>
                    <a:pt x="7000366" y="5213032"/>
                  </a:lnTo>
                  <a:lnTo>
                    <a:pt x="7004558" y="5208765"/>
                  </a:lnTo>
                  <a:lnTo>
                    <a:pt x="7004558" y="5198249"/>
                  </a:lnTo>
                  <a:lnTo>
                    <a:pt x="7000366" y="5193982"/>
                  </a:lnTo>
                  <a:close/>
                </a:path>
                <a:path w="10424160" h="5213350">
                  <a:moveTo>
                    <a:pt x="6956933" y="5193982"/>
                  </a:moveTo>
                  <a:lnTo>
                    <a:pt x="6951726" y="5193982"/>
                  </a:lnTo>
                  <a:lnTo>
                    <a:pt x="6947408" y="5198249"/>
                  </a:lnTo>
                  <a:lnTo>
                    <a:pt x="6947408" y="5208765"/>
                  </a:lnTo>
                  <a:lnTo>
                    <a:pt x="6951726" y="5213032"/>
                  </a:lnTo>
                  <a:lnTo>
                    <a:pt x="6956933" y="5213032"/>
                  </a:lnTo>
                  <a:lnTo>
                    <a:pt x="6956933" y="5193982"/>
                  </a:lnTo>
                  <a:close/>
                </a:path>
                <a:path w="10424160" h="5213350">
                  <a:moveTo>
                    <a:pt x="6962266" y="5193982"/>
                  </a:moveTo>
                  <a:lnTo>
                    <a:pt x="6956933" y="5193982"/>
                  </a:lnTo>
                  <a:lnTo>
                    <a:pt x="6956933" y="5213032"/>
                  </a:lnTo>
                  <a:lnTo>
                    <a:pt x="6962266" y="5213032"/>
                  </a:lnTo>
                  <a:lnTo>
                    <a:pt x="6966458" y="5208765"/>
                  </a:lnTo>
                  <a:lnTo>
                    <a:pt x="6966458" y="5198249"/>
                  </a:lnTo>
                  <a:lnTo>
                    <a:pt x="6962266" y="5193982"/>
                  </a:lnTo>
                  <a:close/>
                </a:path>
                <a:path w="10424160" h="5213350">
                  <a:moveTo>
                    <a:pt x="6918833" y="5193982"/>
                  </a:moveTo>
                  <a:lnTo>
                    <a:pt x="6913626" y="5193982"/>
                  </a:lnTo>
                  <a:lnTo>
                    <a:pt x="6909308" y="5198249"/>
                  </a:lnTo>
                  <a:lnTo>
                    <a:pt x="6909308" y="5208765"/>
                  </a:lnTo>
                  <a:lnTo>
                    <a:pt x="6913626" y="5213032"/>
                  </a:lnTo>
                  <a:lnTo>
                    <a:pt x="6918833" y="5213032"/>
                  </a:lnTo>
                  <a:lnTo>
                    <a:pt x="6918833" y="5193982"/>
                  </a:lnTo>
                  <a:close/>
                </a:path>
                <a:path w="10424160" h="5213350">
                  <a:moveTo>
                    <a:pt x="6924166" y="5193982"/>
                  </a:moveTo>
                  <a:lnTo>
                    <a:pt x="6918833" y="5193982"/>
                  </a:lnTo>
                  <a:lnTo>
                    <a:pt x="6918833" y="5213032"/>
                  </a:lnTo>
                  <a:lnTo>
                    <a:pt x="6924166" y="5213032"/>
                  </a:lnTo>
                  <a:lnTo>
                    <a:pt x="6928358" y="5208765"/>
                  </a:lnTo>
                  <a:lnTo>
                    <a:pt x="6928358" y="5198249"/>
                  </a:lnTo>
                  <a:lnTo>
                    <a:pt x="6924166" y="5193982"/>
                  </a:lnTo>
                  <a:close/>
                </a:path>
                <a:path w="10424160" h="5213350">
                  <a:moveTo>
                    <a:pt x="6880733" y="5193982"/>
                  </a:moveTo>
                  <a:lnTo>
                    <a:pt x="6875399" y="5193982"/>
                  </a:lnTo>
                  <a:lnTo>
                    <a:pt x="6871208" y="5198249"/>
                  </a:lnTo>
                  <a:lnTo>
                    <a:pt x="6871208" y="5208765"/>
                  </a:lnTo>
                  <a:lnTo>
                    <a:pt x="6875399" y="5213032"/>
                  </a:lnTo>
                  <a:lnTo>
                    <a:pt x="6880733" y="5213032"/>
                  </a:lnTo>
                  <a:lnTo>
                    <a:pt x="6880733" y="5193982"/>
                  </a:lnTo>
                  <a:close/>
                </a:path>
                <a:path w="10424160" h="5213350">
                  <a:moveTo>
                    <a:pt x="6885939" y="5193982"/>
                  </a:moveTo>
                  <a:lnTo>
                    <a:pt x="6880733" y="5193982"/>
                  </a:lnTo>
                  <a:lnTo>
                    <a:pt x="6880733" y="5213032"/>
                  </a:lnTo>
                  <a:lnTo>
                    <a:pt x="6885939" y="5213032"/>
                  </a:lnTo>
                  <a:lnTo>
                    <a:pt x="6890258" y="5208765"/>
                  </a:lnTo>
                  <a:lnTo>
                    <a:pt x="6890258" y="5198249"/>
                  </a:lnTo>
                  <a:lnTo>
                    <a:pt x="6885939" y="5193982"/>
                  </a:lnTo>
                  <a:close/>
                </a:path>
                <a:path w="10424160" h="5213350">
                  <a:moveTo>
                    <a:pt x="6842633" y="5193982"/>
                  </a:moveTo>
                  <a:lnTo>
                    <a:pt x="6837299" y="5193982"/>
                  </a:lnTo>
                  <a:lnTo>
                    <a:pt x="6833108" y="5198249"/>
                  </a:lnTo>
                  <a:lnTo>
                    <a:pt x="6833108" y="5208765"/>
                  </a:lnTo>
                  <a:lnTo>
                    <a:pt x="6837299" y="5213032"/>
                  </a:lnTo>
                  <a:lnTo>
                    <a:pt x="6842633" y="5213032"/>
                  </a:lnTo>
                  <a:lnTo>
                    <a:pt x="6842633" y="5193982"/>
                  </a:lnTo>
                  <a:close/>
                </a:path>
                <a:path w="10424160" h="5213350">
                  <a:moveTo>
                    <a:pt x="6847839" y="5193982"/>
                  </a:moveTo>
                  <a:lnTo>
                    <a:pt x="6842633" y="5193982"/>
                  </a:lnTo>
                  <a:lnTo>
                    <a:pt x="6842633" y="5213032"/>
                  </a:lnTo>
                  <a:lnTo>
                    <a:pt x="6847839" y="5213032"/>
                  </a:lnTo>
                  <a:lnTo>
                    <a:pt x="6852158" y="5208765"/>
                  </a:lnTo>
                  <a:lnTo>
                    <a:pt x="6852158" y="5198249"/>
                  </a:lnTo>
                  <a:lnTo>
                    <a:pt x="6847839" y="5193982"/>
                  </a:lnTo>
                  <a:close/>
                </a:path>
                <a:path w="10424160" h="5213350">
                  <a:moveTo>
                    <a:pt x="6804533" y="5193982"/>
                  </a:moveTo>
                  <a:lnTo>
                    <a:pt x="6799199" y="5193982"/>
                  </a:lnTo>
                  <a:lnTo>
                    <a:pt x="6795008" y="5198249"/>
                  </a:lnTo>
                  <a:lnTo>
                    <a:pt x="6795008" y="5208765"/>
                  </a:lnTo>
                  <a:lnTo>
                    <a:pt x="6799199" y="5213032"/>
                  </a:lnTo>
                  <a:lnTo>
                    <a:pt x="6804533" y="5213032"/>
                  </a:lnTo>
                  <a:lnTo>
                    <a:pt x="6804533" y="5193982"/>
                  </a:lnTo>
                  <a:close/>
                </a:path>
                <a:path w="10424160" h="5213350">
                  <a:moveTo>
                    <a:pt x="6809739" y="5193982"/>
                  </a:moveTo>
                  <a:lnTo>
                    <a:pt x="6804533" y="5193982"/>
                  </a:lnTo>
                  <a:lnTo>
                    <a:pt x="6804533" y="5213032"/>
                  </a:lnTo>
                  <a:lnTo>
                    <a:pt x="6809739" y="5213032"/>
                  </a:lnTo>
                  <a:lnTo>
                    <a:pt x="6814058" y="5208765"/>
                  </a:lnTo>
                  <a:lnTo>
                    <a:pt x="6814058" y="5198249"/>
                  </a:lnTo>
                  <a:lnTo>
                    <a:pt x="6809739" y="5193982"/>
                  </a:lnTo>
                  <a:close/>
                </a:path>
                <a:path w="10424160" h="5213350">
                  <a:moveTo>
                    <a:pt x="6766306" y="5193982"/>
                  </a:moveTo>
                  <a:lnTo>
                    <a:pt x="6761099" y="5193982"/>
                  </a:lnTo>
                  <a:lnTo>
                    <a:pt x="6756781" y="5198249"/>
                  </a:lnTo>
                  <a:lnTo>
                    <a:pt x="6756781" y="5208765"/>
                  </a:lnTo>
                  <a:lnTo>
                    <a:pt x="6761099" y="5213032"/>
                  </a:lnTo>
                  <a:lnTo>
                    <a:pt x="6766306" y="5213032"/>
                  </a:lnTo>
                  <a:lnTo>
                    <a:pt x="6766306" y="5193982"/>
                  </a:lnTo>
                  <a:close/>
                </a:path>
                <a:path w="10424160" h="5213350">
                  <a:moveTo>
                    <a:pt x="6771639" y="5193982"/>
                  </a:moveTo>
                  <a:lnTo>
                    <a:pt x="6766433" y="5193982"/>
                  </a:lnTo>
                  <a:lnTo>
                    <a:pt x="6766433" y="5213032"/>
                  </a:lnTo>
                  <a:lnTo>
                    <a:pt x="6771639" y="5213032"/>
                  </a:lnTo>
                  <a:lnTo>
                    <a:pt x="6775958" y="5208765"/>
                  </a:lnTo>
                  <a:lnTo>
                    <a:pt x="6775958" y="5198249"/>
                  </a:lnTo>
                  <a:lnTo>
                    <a:pt x="6771639" y="5193982"/>
                  </a:lnTo>
                  <a:close/>
                </a:path>
                <a:path w="10424160" h="5213350">
                  <a:moveTo>
                    <a:pt x="6728206" y="5193982"/>
                  </a:moveTo>
                  <a:lnTo>
                    <a:pt x="6722999" y="5193982"/>
                  </a:lnTo>
                  <a:lnTo>
                    <a:pt x="6718681" y="5198249"/>
                  </a:lnTo>
                  <a:lnTo>
                    <a:pt x="6718681" y="5208765"/>
                  </a:lnTo>
                  <a:lnTo>
                    <a:pt x="6722999" y="5213032"/>
                  </a:lnTo>
                  <a:lnTo>
                    <a:pt x="6728206" y="5213032"/>
                  </a:lnTo>
                  <a:lnTo>
                    <a:pt x="6728206" y="5193982"/>
                  </a:lnTo>
                  <a:close/>
                </a:path>
                <a:path w="10424160" h="5213350">
                  <a:moveTo>
                    <a:pt x="6733539" y="5193982"/>
                  </a:moveTo>
                  <a:lnTo>
                    <a:pt x="6728206" y="5193982"/>
                  </a:lnTo>
                  <a:lnTo>
                    <a:pt x="6728206" y="5213032"/>
                  </a:lnTo>
                  <a:lnTo>
                    <a:pt x="6733539" y="5213032"/>
                  </a:lnTo>
                  <a:lnTo>
                    <a:pt x="6737731" y="5208765"/>
                  </a:lnTo>
                  <a:lnTo>
                    <a:pt x="6737731" y="5198249"/>
                  </a:lnTo>
                  <a:lnTo>
                    <a:pt x="6733539" y="5193982"/>
                  </a:lnTo>
                  <a:close/>
                </a:path>
                <a:path w="10424160" h="5213350">
                  <a:moveTo>
                    <a:pt x="6690106" y="5193982"/>
                  </a:moveTo>
                  <a:lnTo>
                    <a:pt x="6684899" y="5193982"/>
                  </a:lnTo>
                  <a:lnTo>
                    <a:pt x="6680581" y="5198249"/>
                  </a:lnTo>
                  <a:lnTo>
                    <a:pt x="6680581" y="5208765"/>
                  </a:lnTo>
                  <a:lnTo>
                    <a:pt x="6684899" y="5213032"/>
                  </a:lnTo>
                  <a:lnTo>
                    <a:pt x="6690106" y="5213032"/>
                  </a:lnTo>
                  <a:lnTo>
                    <a:pt x="6690106" y="5193982"/>
                  </a:lnTo>
                  <a:close/>
                </a:path>
                <a:path w="10424160" h="5213350">
                  <a:moveTo>
                    <a:pt x="6695439" y="5193982"/>
                  </a:moveTo>
                  <a:lnTo>
                    <a:pt x="6690106" y="5193982"/>
                  </a:lnTo>
                  <a:lnTo>
                    <a:pt x="6690106" y="5213032"/>
                  </a:lnTo>
                  <a:lnTo>
                    <a:pt x="6695439" y="5213032"/>
                  </a:lnTo>
                  <a:lnTo>
                    <a:pt x="6699631" y="5208765"/>
                  </a:lnTo>
                  <a:lnTo>
                    <a:pt x="6699631" y="5198249"/>
                  </a:lnTo>
                  <a:lnTo>
                    <a:pt x="6695439" y="5193982"/>
                  </a:lnTo>
                  <a:close/>
                </a:path>
                <a:path w="10424160" h="5213350">
                  <a:moveTo>
                    <a:pt x="6652006" y="5193982"/>
                  </a:moveTo>
                  <a:lnTo>
                    <a:pt x="6646672" y="5193982"/>
                  </a:lnTo>
                  <a:lnTo>
                    <a:pt x="6642481" y="5198249"/>
                  </a:lnTo>
                  <a:lnTo>
                    <a:pt x="6642481" y="5208765"/>
                  </a:lnTo>
                  <a:lnTo>
                    <a:pt x="6646672" y="5213032"/>
                  </a:lnTo>
                  <a:lnTo>
                    <a:pt x="6652006" y="5213032"/>
                  </a:lnTo>
                  <a:lnTo>
                    <a:pt x="6652006" y="5193982"/>
                  </a:lnTo>
                  <a:close/>
                </a:path>
                <a:path w="10424160" h="5213350">
                  <a:moveTo>
                    <a:pt x="6657212" y="5193982"/>
                  </a:moveTo>
                  <a:lnTo>
                    <a:pt x="6652006" y="5193982"/>
                  </a:lnTo>
                  <a:lnTo>
                    <a:pt x="6652006" y="5213032"/>
                  </a:lnTo>
                  <a:lnTo>
                    <a:pt x="6657212" y="5213032"/>
                  </a:lnTo>
                  <a:lnTo>
                    <a:pt x="6661531" y="5208765"/>
                  </a:lnTo>
                  <a:lnTo>
                    <a:pt x="6661531" y="5198249"/>
                  </a:lnTo>
                  <a:lnTo>
                    <a:pt x="6657212" y="5193982"/>
                  </a:lnTo>
                  <a:close/>
                </a:path>
                <a:path w="10424160" h="5213350">
                  <a:moveTo>
                    <a:pt x="6613906" y="5193982"/>
                  </a:moveTo>
                  <a:lnTo>
                    <a:pt x="6608572" y="5193982"/>
                  </a:lnTo>
                  <a:lnTo>
                    <a:pt x="6604381" y="5198249"/>
                  </a:lnTo>
                  <a:lnTo>
                    <a:pt x="6604381" y="5208765"/>
                  </a:lnTo>
                  <a:lnTo>
                    <a:pt x="6608572" y="5213032"/>
                  </a:lnTo>
                  <a:lnTo>
                    <a:pt x="6613906" y="5213032"/>
                  </a:lnTo>
                  <a:lnTo>
                    <a:pt x="6613906" y="5193982"/>
                  </a:lnTo>
                  <a:close/>
                </a:path>
                <a:path w="10424160" h="5213350">
                  <a:moveTo>
                    <a:pt x="6619112" y="5193982"/>
                  </a:moveTo>
                  <a:lnTo>
                    <a:pt x="6613906" y="5193982"/>
                  </a:lnTo>
                  <a:lnTo>
                    <a:pt x="6613906" y="5213032"/>
                  </a:lnTo>
                  <a:lnTo>
                    <a:pt x="6619112" y="5213032"/>
                  </a:lnTo>
                  <a:lnTo>
                    <a:pt x="6623431" y="5208765"/>
                  </a:lnTo>
                  <a:lnTo>
                    <a:pt x="6623431" y="5198249"/>
                  </a:lnTo>
                  <a:lnTo>
                    <a:pt x="6619112" y="5193982"/>
                  </a:lnTo>
                  <a:close/>
                </a:path>
                <a:path w="10424160" h="5213350">
                  <a:moveTo>
                    <a:pt x="6575806" y="5193982"/>
                  </a:moveTo>
                  <a:lnTo>
                    <a:pt x="6570472" y="5193982"/>
                  </a:lnTo>
                  <a:lnTo>
                    <a:pt x="6566281" y="5198249"/>
                  </a:lnTo>
                  <a:lnTo>
                    <a:pt x="6566281" y="5208765"/>
                  </a:lnTo>
                  <a:lnTo>
                    <a:pt x="6570472" y="5213032"/>
                  </a:lnTo>
                  <a:lnTo>
                    <a:pt x="6575806" y="5213032"/>
                  </a:lnTo>
                  <a:lnTo>
                    <a:pt x="6575806" y="5193982"/>
                  </a:lnTo>
                  <a:close/>
                </a:path>
                <a:path w="10424160" h="5213350">
                  <a:moveTo>
                    <a:pt x="6581012" y="5193982"/>
                  </a:moveTo>
                  <a:lnTo>
                    <a:pt x="6575806" y="5193982"/>
                  </a:lnTo>
                  <a:lnTo>
                    <a:pt x="6575806" y="5213032"/>
                  </a:lnTo>
                  <a:lnTo>
                    <a:pt x="6581012" y="5213032"/>
                  </a:lnTo>
                  <a:lnTo>
                    <a:pt x="6585331" y="5208765"/>
                  </a:lnTo>
                  <a:lnTo>
                    <a:pt x="6585331" y="5198249"/>
                  </a:lnTo>
                  <a:lnTo>
                    <a:pt x="6581012" y="5193982"/>
                  </a:lnTo>
                  <a:close/>
                </a:path>
                <a:path w="10424160" h="5213350">
                  <a:moveTo>
                    <a:pt x="6537579" y="5193982"/>
                  </a:moveTo>
                  <a:lnTo>
                    <a:pt x="6532372" y="5193982"/>
                  </a:lnTo>
                  <a:lnTo>
                    <a:pt x="6528054" y="5198249"/>
                  </a:lnTo>
                  <a:lnTo>
                    <a:pt x="6528054" y="5208765"/>
                  </a:lnTo>
                  <a:lnTo>
                    <a:pt x="6532372" y="5213032"/>
                  </a:lnTo>
                  <a:lnTo>
                    <a:pt x="6537579" y="5213032"/>
                  </a:lnTo>
                  <a:lnTo>
                    <a:pt x="6537579" y="5193982"/>
                  </a:lnTo>
                  <a:close/>
                </a:path>
                <a:path w="10424160" h="5213350">
                  <a:moveTo>
                    <a:pt x="6542912" y="5193982"/>
                  </a:moveTo>
                  <a:lnTo>
                    <a:pt x="6537706" y="5193982"/>
                  </a:lnTo>
                  <a:lnTo>
                    <a:pt x="6537706" y="5213032"/>
                  </a:lnTo>
                  <a:lnTo>
                    <a:pt x="6542912" y="5213032"/>
                  </a:lnTo>
                  <a:lnTo>
                    <a:pt x="6547231" y="5208765"/>
                  </a:lnTo>
                  <a:lnTo>
                    <a:pt x="6547231" y="5198249"/>
                  </a:lnTo>
                  <a:lnTo>
                    <a:pt x="6542912" y="5193982"/>
                  </a:lnTo>
                  <a:close/>
                </a:path>
                <a:path w="10424160" h="5213350">
                  <a:moveTo>
                    <a:pt x="6499479" y="5193982"/>
                  </a:moveTo>
                  <a:lnTo>
                    <a:pt x="6494272" y="5193982"/>
                  </a:lnTo>
                  <a:lnTo>
                    <a:pt x="6489954" y="5198249"/>
                  </a:lnTo>
                  <a:lnTo>
                    <a:pt x="6489954" y="5208765"/>
                  </a:lnTo>
                  <a:lnTo>
                    <a:pt x="6494272" y="5213032"/>
                  </a:lnTo>
                  <a:lnTo>
                    <a:pt x="6499479" y="5213032"/>
                  </a:lnTo>
                  <a:lnTo>
                    <a:pt x="6499479" y="5193982"/>
                  </a:lnTo>
                  <a:close/>
                </a:path>
                <a:path w="10424160" h="5213350">
                  <a:moveTo>
                    <a:pt x="6504812" y="5193982"/>
                  </a:moveTo>
                  <a:lnTo>
                    <a:pt x="6499479" y="5193982"/>
                  </a:lnTo>
                  <a:lnTo>
                    <a:pt x="6499479" y="5213032"/>
                  </a:lnTo>
                  <a:lnTo>
                    <a:pt x="6504812" y="5213032"/>
                  </a:lnTo>
                  <a:lnTo>
                    <a:pt x="6509004" y="5208765"/>
                  </a:lnTo>
                  <a:lnTo>
                    <a:pt x="6509004" y="5198249"/>
                  </a:lnTo>
                  <a:lnTo>
                    <a:pt x="6504812" y="5193982"/>
                  </a:lnTo>
                  <a:close/>
                </a:path>
                <a:path w="10424160" h="5213350">
                  <a:moveTo>
                    <a:pt x="6461379" y="5193982"/>
                  </a:moveTo>
                  <a:lnTo>
                    <a:pt x="6456172" y="5193982"/>
                  </a:lnTo>
                  <a:lnTo>
                    <a:pt x="6451854" y="5198249"/>
                  </a:lnTo>
                  <a:lnTo>
                    <a:pt x="6451854" y="5208765"/>
                  </a:lnTo>
                  <a:lnTo>
                    <a:pt x="6456172" y="5213032"/>
                  </a:lnTo>
                  <a:lnTo>
                    <a:pt x="6461379" y="5213032"/>
                  </a:lnTo>
                  <a:lnTo>
                    <a:pt x="6461379" y="5193982"/>
                  </a:lnTo>
                  <a:close/>
                </a:path>
                <a:path w="10424160" h="5213350">
                  <a:moveTo>
                    <a:pt x="6466713" y="5193982"/>
                  </a:moveTo>
                  <a:lnTo>
                    <a:pt x="6461379" y="5193982"/>
                  </a:lnTo>
                  <a:lnTo>
                    <a:pt x="6461379" y="5213032"/>
                  </a:lnTo>
                  <a:lnTo>
                    <a:pt x="6466713" y="5213032"/>
                  </a:lnTo>
                  <a:lnTo>
                    <a:pt x="6470904" y="5208765"/>
                  </a:lnTo>
                  <a:lnTo>
                    <a:pt x="6470904" y="5198249"/>
                  </a:lnTo>
                  <a:lnTo>
                    <a:pt x="6466713" y="5193982"/>
                  </a:lnTo>
                  <a:close/>
                </a:path>
                <a:path w="10424160" h="5213350">
                  <a:moveTo>
                    <a:pt x="6423279" y="5193982"/>
                  </a:moveTo>
                  <a:lnTo>
                    <a:pt x="6418072" y="5193982"/>
                  </a:lnTo>
                  <a:lnTo>
                    <a:pt x="6413754" y="5198249"/>
                  </a:lnTo>
                  <a:lnTo>
                    <a:pt x="6413754" y="5208765"/>
                  </a:lnTo>
                  <a:lnTo>
                    <a:pt x="6418072" y="5213032"/>
                  </a:lnTo>
                  <a:lnTo>
                    <a:pt x="6423279" y="5213032"/>
                  </a:lnTo>
                  <a:lnTo>
                    <a:pt x="6423279" y="5193982"/>
                  </a:lnTo>
                  <a:close/>
                </a:path>
                <a:path w="10424160" h="5213350">
                  <a:moveTo>
                    <a:pt x="6428613" y="5193982"/>
                  </a:moveTo>
                  <a:lnTo>
                    <a:pt x="6423279" y="5193982"/>
                  </a:lnTo>
                  <a:lnTo>
                    <a:pt x="6423279" y="5213032"/>
                  </a:lnTo>
                  <a:lnTo>
                    <a:pt x="6428613" y="5213032"/>
                  </a:lnTo>
                  <a:lnTo>
                    <a:pt x="6432804" y="5208765"/>
                  </a:lnTo>
                  <a:lnTo>
                    <a:pt x="6432804" y="5198249"/>
                  </a:lnTo>
                  <a:lnTo>
                    <a:pt x="6428613" y="5193982"/>
                  </a:lnTo>
                  <a:close/>
                </a:path>
                <a:path w="10424160" h="5213350">
                  <a:moveTo>
                    <a:pt x="6385179" y="5193982"/>
                  </a:moveTo>
                  <a:lnTo>
                    <a:pt x="6379845" y="5193982"/>
                  </a:lnTo>
                  <a:lnTo>
                    <a:pt x="6375654" y="5198249"/>
                  </a:lnTo>
                  <a:lnTo>
                    <a:pt x="6375654" y="5208765"/>
                  </a:lnTo>
                  <a:lnTo>
                    <a:pt x="6379845" y="5213032"/>
                  </a:lnTo>
                  <a:lnTo>
                    <a:pt x="6385179" y="5213032"/>
                  </a:lnTo>
                  <a:lnTo>
                    <a:pt x="6385179" y="5193982"/>
                  </a:lnTo>
                  <a:close/>
                </a:path>
                <a:path w="10424160" h="5213350">
                  <a:moveTo>
                    <a:pt x="6390386" y="5193982"/>
                  </a:moveTo>
                  <a:lnTo>
                    <a:pt x="6385179" y="5193982"/>
                  </a:lnTo>
                  <a:lnTo>
                    <a:pt x="6385179" y="5213032"/>
                  </a:lnTo>
                  <a:lnTo>
                    <a:pt x="6390386" y="5213032"/>
                  </a:lnTo>
                  <a:lnTo>
                    <a:pt x="6394704" y="5208765"/>
                  </a:lnTo>
                  <a:lnTo>
                    <a:pt x="6394704" y="5198249"/>
                  </a:lnTo>
                  <a:lnTo>
                    <a:pt x="6390386" y="5193982"/>
                  </a:lnTo>
                  <a:close/>
                </a:path>
                <a:path w="10424160" h="5213350">
                  <a:moveTo>
                    <a:pt x="6347079" y="5193982"/>
                  </a:moveTo>
                  <a:lnTo>
                    <a:pt x="6341745" y="5193982"/>
                  </a:lnTo>
                  <a:lnTo>
                    <a:pt x="6337554" y="5198249"/>
                  </a:lnTo>
                  <a:lnTo>
                    <a:pt x="6337554" y="5208765"/>
                  </a:lnTo>
                  <a:lnTo>
                    <a:pt x="6341745" y="5213032"/>
                  </a:lnTo>
                  <a:lnTo>
                    <a:pt x="6347079" y="5213032"/>
                  </a:lnTo>
                  <a:lnTo>
                    <a:pt x="6347079" y="5193982"/>
                  </a:lnTo>
                  <a:close/>
                </a:path>
                <a:path w="10424160" h="5213350">
                  <a:moveTo>
                    <a:pt x="6352286" y="5193982"/>
                  </a:moveTo>
                  <a:lnTo>
                    <a:pt x="6347079" y="5193982"/>
                  </a:lnTo>
                  <a:lnTo>
                    <a:pt x="6347079" y="5213032"/>
                  </a:lnTo>
                  <a:lnTo>
                    <a:pt x="6352286" y="5213032"/>
                  </a:lnTo>
                  <a:lnTo>
                    <a:pt x="6356604" y="5208765"/>
                  </a:lnTo>
                  <a:lnTo>
                    <a:pt x="6356604" y="5198249"/>
                  </a:lnTo>
                  <a:lnTo>
                    <a:pt x="6352286" y="5193982"/>
                  </a:lnTo>
                  <a:close/>
                </a:path>
                <a:path w="10424160" h="5213350">
                  <a:moveTo>
                    <a:pt x="6308979" y="5193982"/>
                  </a:moveTo>
                  <a:lnTo>
                    <a:pt x="6303645" y="5193982"/>
                  </a:lnTo>
                  <a:lnTo>
                    <a:pt x="6299454" y="5198249"/>
                  </a:lnTo>
                  <a:lnTo>
                    <a:pt x="6299454" y="5208765"/>
                  </a:lnTo>
                  <a:lnTo>
                    <a:pt x="6303645" y="5213032"/>
                  </a:lnTo>
                  <a:lnTo>
                    <a:pt x="6308979" y="5213032"/>
                  </a:lnTo>
                  <a:lnTo>
                    <a:pt x="6308979" y="5193982"/>
                  </a:lnTo>
                  <a:close/>
                </a:path>
                <a:path w="10424160" h="5213350">
                  <a:moveTo>
                    <a:pt x="6314186" y="5193982"/>
                  </a:moveTo>
                  <a:lnTo>
                    <a:pt x="6308979" y="5193982"/>
                  </a:lnTo>
                  <a:lnTo>
                    <a:pt x="6308979" y="5213032"/>
                  </a:lnTo>
                  <a:lnTo>
                    <a:pt x="6314186" y="5213032"/>
                  </a:lnTo>
                  <a:lnTo>
                    <a:pt x="6318504" y="5208765"/>
                  </a:lnTo>
                  <a:lnTo>
                    <a:pt x="6318504" y="5198249"/>
                  </a:lnTo>
                  <a:lnTo>
                    <a:pt x="6314186" y="5193982"/>
                  </a:lnTo>
                  <a:close/>
                </a:path>
                <a:path w="10424160" h="5213350">
                  <a:moveTo>
                    <a:pt x="6270752" y="5193982"/>
                  </a:moveTo>
                  <a:lnTo>
                    <a:pt x="6265545" y="5193982"/>
                  </a:lnTo>
                  <a:lnTo>
                    <a:pt x="6261227" y="5198249"/>
                  </a:lnTo>
                  <a:lnTo>
                    <a:pt x="6261227" y="5208765"/>
                  </a:lnTo>
                  <a:lnTo>
                    <a:pt x="6265545" y="5213032"/>
                  </a:lnTo>
                  <a:lnTo>
                    <a:pt x="6270752" y="5213032"/>
                  </a:lnTo>
                  <a:lnTo>
                    <a:pt x="6270752" y="5193982"/>
                  </a:lnTo>
                  <a:close/>
                </a:path>
                <a:path w="10424160" h="5213350">
                  <a:moveTo>
                    <a:pt x="6276086" y="5193982"/>
                  </a:moveTo>
                  <a:lnTo>
                    <a:pt x="6270879" y="5193982"/>
                  </a:lnTo>
                  <a:lnTo>
                    <a:pt x="6270879" y="5213032"/>
                  </a:lnTo>
                  <a:lnTo>
                    <a:pt x="6276086" y="5213032"/>
                  </a:lnTo>
                  <a:lnTo>
                    <a:pt x="6280404" y="5208765"/>
                  </a:lnTo>
                  <a:lnTo>
                    <a:pt x="6280404" y="5198249"/>
                  </a:lnTo>
                  <a:lnTo>
                    <a:pt x="6276086" y="5193982"/>
                  </a:lnTo>
                  <a:close/>
                </a:path>
                <a:path w="10424160" h="5213350">
                  <a:moveTo>
                    <a:pt x="6232652" y="5193982"/>
                  </a:moveTo>
                  <a:lnTo>
                    <a:pt x="6227445" y="5193982"/>
                  </a:lnTo>
                  <a:lnTo>
                    <a:pt x="6223127" y="5198249"/>
                  </a:lnTo>
                  <a:lnTo>
                    <a:pt x="6223127" y="5208765"/>
                  </a:lnTo>
                  <a:lnTo>
                    <a:pt x="6227445" y="5213032"/>
                  </a:lnTo>
                  <a:lnTo>
                    <a:pt x="6232652" y="5213032"/>
                  </a:lnTo>
                  <a:lnTo>
                    <a:pt x="6232652" y="5193982"/>
                  </a:lnTo>
                  <a:close/>
                </a:path>
                <a:path w="10424160" h="5213350">
                  <a:moveTo>
                    <a:pt x="6237986" y="5193982"/>
                  </a:moveTo>
                  <a:lnTo>
                    <a:pt x="6232652" y="5193982"/>
                  </a:lnTo>
                  <a:lnTo>
                    <a:pt x="6232652" y="5213032"/>
                  </a:lnTo>
                  <a:lnTo>
                    <a:pt x="6237986" y="5213032"/>
                  </a:lnTo>
                  <a:lnTo>
                    <a:pt x="6242177" y="5208765"/>
                  </a:lnTo>
                  <a:lnTo>
                    <a:pt x="6242177" y="5198249"/>
                  </a:lnTo>
                  <a:lnTo>
                    <a:pt x="6237986" y="5193982"/>
                  </a:lnTo>
                  <a:close/>
                </a:path>
                <a:path w="10424160" h="5213350">
                  <a:moveTo>
                    <a:pt x="6194552" y="5193982"/>
                  </a:moveTo>
                  <a:lnTo>
                    <a:pt x="6189345" y="5193982"/>
                  </a:lnTo>
                  <a:lnTo>
                    <a:pt x="6185027" y="5198249"/>
                  </a:lnTo>
                  <a:lnTo>
                    <a:pt x="6185027" y="5208765"/>
                  </a:lnTo>
                  <a:lnTo>
                    <a:pt x="6189345" y="5213032"/>
                  </a:lnTo>
                  <a:lnTo>
                    <a:pt x="6194552" y="5213032"/>
                  </a:lnTo>
                  <a:lnTo>
                    <a:pt x="6194552" y="5193982"/>
                  </a:lnTo>
                  <a:close/>
                </a:path>
                <a:path w="10424160" h="5213350">
                  <a:moveTo>
                    <a:pt x="6199886" y="5193982"/>
                  </a:moveTo>
                  <a:lnTo>
                    <a:pt x="6194552" y="5193982"/>
                  </a:lnTo>
                  <a:lnTo>
                    <a:pt x="6194552" y="5213032"/>
                  </a:lnTo>
                  <a:lnTo>
                    <a:pt x="6199886" y="5213032"/>
                  </a:lnTo>
                  <a:lnTo>
                    <a:pt x="6204077" y="5208765"/>
                  </a:lnTo>
                  <a:lnTo>
                    <a:pt x="6204077" y="5198249"/>
                  </a:lnTo>
                  <a:lnTo>
                    <a:pt x="6199886" y="5193982"/>
                  </a:lnTo>
                  <a:close/>
                </a:path>
                <a:path w="10424160" h="5213350">
                  <a:moveTo>
                    <a:pt x="6156452" y="5193982"/>
                  </a:moveTo>
                  <a:lnTo>
                    <a:pt x="6151118" y="5193982"/>
                  </a:lnTo>
                  <a:lnTo>
                    <a:pt x="6146927" y="5198249"/>
                  </a:lnTo>
                  <a:lnTo>
                    <a:pt x="6146927" y="5208765"/>
                  </a:lnTo>
                  <a:lnTo>
                    <a:pt x="6151118" y="5213032"/>
                  </a:lnTo>
                  <a:lnTo>
                    <a:pt x="6156452" y="5213032"/>
                  </a:lnTo>
                  <a:lnTo>
                    <a:pt x="6156452" y="5193982"/>
                  </a:lnTo>
                  <a:close/>
                </a:path>
                <a:path w="10424160" h="5213350">
                  <a:moveTo>
                    <a:pt x="6161659" y="5193982"/>
                  </a:moveTo>
                  <a:lnTo>
                    <a:pt x="6156452" y="5193982"/>
                  </a:lnTo>
                  <a:lnTo>
                    <a:pt x="6156452" y="5213032"/>
                  </a:lnTo>
                  <a:lnTo>
                    <a:pt x="6161659" y="5213032"/>
                  </a:lnTo>
                  <a:lnTo>
                    <a:pt x="6165977" y="5208765"/>
                  </a:lnTo>
                  <a:lnTo>
                    <a:pt x="6165977" y="5198249"/>
                  </a:lnTo>
                  <a:lnTo>
                    <a:pt x="6161659" y="5193982"/>
                  </a:lnTo>
                  <a:close/>
                </a:path>
                <a:path w="10424160" h="5213350">
                  <a:moveTo>
                    <a:pt x="6118352" y="5193982"/>
                  </a:moveTo>
                  <a:lnTo>
                    <a:pt x="6113018" y="5193982"/>
                  </a:lnTo>
                  <a:lnTo>
                    <a:pt x="6108827" y="5198249"/>
                  </a:lnTo>
                  <a:lnTo>
                    <a:pt x="6108827" y="5208765"/>
                  </a:lnTo>
                  <a:lnTo>
                    <a:pt x="6113018" y="5213032"/>
                  </a:lnTo>
                  <a:lnTo>
                    <a:pt x="6118352" y="5213032"/>
                  </a:lnTo>
                  <a:lnTo>
                    <a:pt x="6118352" y="5193982"/>
                  </a:lnTo>
                  <a:close/>
                </a:path>
                <a:path w="10424160" h="5213350">
                  <a:moveTo>
                    <a:pt x="6123559" y="5193982"/>
                  </a:moveTo>
                  <a:lnTo>
                    <a:pt x="6118352" y="5193982"/>
                  </a:lnTo>
                  <a:lnTo>
                    <a:pt x="6118352" y="5213032"/>
                  </a:lnTo>
                  <a:lnTo>
                    <a:pt x="6123559" y="5213032"/>
                  </a:lnTo>
                  <a:lnTo>
                    <a:pt x="6127877" y="5208765"/>
                  </a:lnTo>
                  <a:lnTo>
                    <a:pt x="6127877" y="5198249"/>
                  </a:lnTo>
                  <a:lnTo>
                    <a:pt x="6123559" y="5193982"/>
                  </a:lnTo>
                  <a:close/>
                </a:path>
                <a:path w="10424160" h="5213350">
                  <a:moveTo>
                    <a:pt x="6080252" y="5193982"/>
                  </a:moveTo>
                  <a:lnTo>
                    <a:pt x="6074918" y="5193982"/>
                  </a:lnTo>
                  <a:lnTo>
                    <a:pt x="6070727" y="5198249"/>
                  </a:lnTo>
                  <a:lnTo>
                    <a:pt x="6070727" y="5208765"/>
                  </a:lnTo>
                  <a:lnTo>
                    <a:pt x="6074918" y="5213032"/>
                  </a:lnTo>
                  <a:lnTo>
                    <a:pt x="6080252" y="5213032"/>
                  </a:lnTo>
                  <a:lnTo>
                    <a:pt x="6080252" y="5193982"/>
                  </a:lnTo>
                  <a:close/>
                </a:path>
                <a:path w="10424160" h="5213350">
                  <a:moveTo>
                    <a:pt x="6085459" y="5193982"/>
                  </a:moveTo>
                  <a:lnTo>
                    <a:pt x="6080252" y="5193982"/>
                  </a:lnTo>
                  <a:lnTo>
                    <a:pt x="6080252" y="5213032"/>
                  </a:lnTo>
                  <a:lnTo>
                    <a:pt x="6085459" y="5213032"/>
                  </a:lnTo>
                  <a:lnTo>
                    <a:pt x="6089777" y="5208765"/>
                  </a:lnTo>
                  <a:lnTo>
                    <a:pt x="6089777" y="5198249"/>
                  </a:lnTo>
                  <a:lnTo>
                    <a:pt x="6085459" y="5193982"/>
                  </a:lnTo>
                  <a:close/>
                </a:path>
                <a:path w="10424160" h="5213350">
                  <a:moveTo>
                    <a:pt x="6042025" y="5193982"/>
                  </a:moveTo>
                  <a:lnTo>
                    <a:pt x="6036818" y="5193982"/>
                  </a:lnTo>
                  <a:lnTo>
                    <a:pt x="6032500" y="5198249"/>
                  </a:lnTo>
                  <a:lnTo>
                    <a:pt x="6032500" y="5208765"/>
                  </a:lnTo>
                  <a:lnTo>
                    <a:pt x="6036818" y="5213032"/>
                  </a:lnTo>
                  <a:lnTo>
                    <a:pt x="6042025" y="5213032"/>
                  </a:lnTo>
                  <a:lnTo>
                    <a:pt x="6042025" y="5193982"/>
                  </a:lnTo>
                  <a:close/>
                </a:path>
                <a:path w="10424160" h="5213350">
                  <a:moveTo>
                    <a:pt x="6047359" y="5193982"/>
                  </a:moveTo>
                  <a:lnTo>
                    <a:pt x="6042152" y="5193982"/>
                  </a:lnTo>
                  <a:lnTo>
                    <a:pt x="6042152" y="5213032"/>
                  </a:lnTo>
                  <a:lnTo>
                    <a:pt x="6047359" y="5213032"/>
                  </a:lnTo>
                  <a:lnTo>
                    <a:pt x="6051677" y="5208765"/>
                  </a:lnTo>
                  <a:lnTo>
                    <a:pt x="6051677" y="5198249"/>
                  </a:lnTo>
                  <a:lnTo>
                    <a:pt x="6047359" y="5193982"/>
                  </a:lnTo>
                  <a:close/>
                </a:path>
                <a:path w="10424160" h="5213350">
                  <a:moveTo>
                    <a:pt x="6003925" y="5193982"/>
                  </a:moveTo>
                  <a:lnTo>
                    <a:pt x="5998718" y="5193982"/>
                  </a:lnTo>
                  <a:lnTo>
                    <a:pt x="5994400" y="5198249"/>
                  </a:lnTo>
                  <a:lnTo>
                    <a:pt x="5994400" y="5208765"/>
                  </a:lnTo>
                  <a:lnTo>
                    <a:pt x="5998718" y="5213032"/>
                  </a:lnTo>
                  <a:lnTo>
                    <a:pt x="6003925" y="5213032"/>
                  </a:lnTo>
                  <a:lnTo>
                    <a:pt x="6003925" y="5193982"/>
                  </a:lnTo>
                  <a:close/>
                </a:path>
                <a:path w="10424160" h="5213350">
                  <a:moveTo>
                    <a:pt x="6009259" y="5193982"/>
                  </a:moveTo>
                  <a:lnTo>
                    <a:pt x="6003925" y="5193982"/>
                  </a:lnTo>
                  <a:lnTo>
                    <a:pt x="6003925" y="5213032"/>
                  </a:lnTo>
                  <a:lnTo>
                    <a:pt x="6009259" y="5213032"/>
                  </a:lnTo>
                  <a:lnTo>
                    <a:pt x="6013450" y="5208765"/>
                  </a:lnTo>
                  <a:lnTo>
                    <a:pt x="6013450" y="5198249"/>
                  </a:lnTo>
                  <a:lnTo>
                    <a:pt x="6009259" y="5193982"/>
                  </a:lnTo>
                  <a:close/>
                </a:path>
                <a:path w="10424160" h="5213350">
                  <a:moveTo>
                    <a:pt x="5965825" y="5193982"/>
                  </a:moveTo>
                  <a:lnTo>
                    <a:pt x="5960618" y="5193982"/>
                  </a:lnTo>
                  <a:lnTo>
                    <a:pt x="5956300" y="5198249"/>
                  </a:lnTo>
                  <a:lnTo>
                    <a:pt x="5956300" y="5208765"/>
                  </a:lnTo>
                  <a:lnTo>
                    <a:pt x="5960618" y="5213032"/>
                  </a:lnTo>
                  <a:lnTo>
                    <a:pt x="5965825" y="5213032"/>
                  </a:lnTo>
                  <a:lnTo>
                    <a:pt x="5965825" y="5193982"/>
                  </a:lnTo>
                  <a:close/>
                </a:path>
                <a:path w="10424160" h="5213350">
                  <a:moveTo>
                    <a:pt x="5971159" y="5193982"/>
                  </a:moveTo>
                  <a:lnTo>
                    <a:pt x="5965825" y="5193982"/>
                  </a:lnTo>
                  <a:lnTo>
                    <a:pt x="5965825" y="5213032"/>
                  </a:lnTo>
                  <a:lnTo>
                    <a:pt x="5971159" y="5213032"/>
                  </a:lnTo>
                  <a:lnTo>
                    <a:pt x="5975350" y="5208765"/>
                  </a:lnTo>
                  <a:lnTo>
                    <a:pt x="5975350" y="5198249"/>
                  </a:lnTo>
                  <a:lnTo>
                    <a:pt x="5971159" y="5193982"/>
                  </a:lnTo>
                  <a:close/>
                </a:path>
                <a:path w="10424160" h="5213350">
                  <a:moveTo>
                    <a:pt x="5927725" y="5193982"/>
                  </a:moveTo>
                  <a:lnTo>
                    <a:pt x="5922518" y="5193982"/>
                  </a:lnTo>
                  <a:lnTo>
                    <a:pt x="5918200" y="5198249"/>
                  </a:lnTo>
                  <a:lnTo>
                    <a:pt x="5918200" y="5208765"/>
                  </a:lnTo>
                  <a:lnTo>
                    <a:pt x="5922518" y="5213032"/>
                  </a:lnTo>
                  <a:lnTo>
                    <a:pt x="5927725" y="5213032"/>
                  </a:lnTo>
                  <a:lnTo>
                    <a:pt x="5927725" y="5193982"/>
                  </a:lnTo>
                  <a:close/>
                </a:path>
                <a:path w="10424160" h="5213350">
                  <a:moveTo>
                    <a:pt x="5933059" y="5193982"/>
                  </a:moveTo>
                  <a:lnTo>
                    <a:pt x="5927725" y="5193982"/>
                  </a:lnTo>
                  <a:lnTo>
                    <a:pt x="5927725" y="5213032"/>
                  </a:lnTo>
                  <a:lnTo>
                    <a:pt x="5933059" y="5213032"/>
                  </a:lnTo>
                  <a:lnTo>
                    <a:pt x="5937250" y="5208765"/>
                  </a:lnTo>
                  <a:lnTo>
                    <a:pt x="5937250" y="5198249"/>
                  </a:lnTo>
                  <a:lnTo>
                    <a:pt x="5933059" y="5193982"/>
                  </a:lnTo>
                  <a:close/>
                </a:path>
                <a:path w="10424160" h="5213350">
                  <a:moveTo>
                    <a:pt x="5889625" y="5193982"/>
                  </a:moveTo>
                  <a:lnTo>
                    <a:pt x="5884291" y="5193982"/>
                  </a:lnTo>
                  <a:lnTo>
                    <a:pt x="5880100" y="5198249"/>
                  </a:lnTo>
                  <a:lnTo>
                    <a:pt x="5880100" y="5208765"/>
                  </a:lnTo>
                  <a:lnTo>
                    <a:pt x="5884291" y="5213032"/>
                  </a:lnTo>
                  <a:lnTo>
                    <a:pt x="5889625" y="5213032"/>
                  </a:lnTo>
                  <a:lnTo>
                    <a:pt x="5889625" y="5193982"/>
                  </a:lnTo>
                  <a:close/>
                </a:path>
                <a:path w="10424160" h="5213350">
                  <a:moveTo>
                    <a:pt x="5894832" y="5193982"/>
                  </a:moveTo>
                  <a:lnTo>
                    <a:pt x="5889625" y="5193982"/>
                  </a:lnTo>
                  <a:lnTo>
                    <a:pt x="5889625" y="5213032"/>
                  </a:lnTo>
                  <a:lnTo>
                    <a:pt x="5894832" y="5213032"/>
                  </a:lnTo>
                  <a:lnTo>
                    <a:pt x="5899150" y="5208765"/>
                  </a:lnTo>
                  <a:lnTo>
                    <a:pt x="5899150" y="5198249"/>
                  </a:lnTo>
                  <a:lnTo>
                    <a:pt x="5894832" y="5193982"/>
                  </a:lnTo>
                  <a:close/>
                </a:path>
                <a:path w="10424160" h="5213350">
                  <a:moveTo>
                    <a:pt x="5851525" y="5193982"/>
                  </a:moveTo>
                  <a:lnTo>
                    <a:pt x="5846191" y="5193982"/>
                  </a:lnTo>
                  <a:lnTo>
                    <a:pt x="5842000" y="5198249"/>
                  </a:lnTo>
                  <a:lnTo>
                    <a:pt x="5842000" y="5208765"/>
                  </a:lnTo>
                  <a:lnTo>
                    <a:pt x="5846191" y="5213032"/>
                  </a:lnTo>
                  <a:lnTo>
                    <a:pt x="5851525" y="5213032"/>
                  </a:lnTo>
                  <a:lnTo>
                    <a:pt x="5851525" y="5193982"/>
                  </a:lnTo>
                  <a:close/>
                </a:path>
                <a:path w="10424160" h="5213350">
                  <a:moveTo>
                    <a:pt x="5856732" y="5193982"/>
                  </a:moveTo>
                  <a:lnTo>
                    <a:pt x="5851525" y="5193982"/>
                  </a:lnTo>
                  <a:lnTo>
                    <a:pt x="5851525" y="5213032"/>
                  </a:lnTo>
                  <a:lnTo>
                    <a:pt x="5856732" y="5213032"/>
                  </a:lnTo>
                  <a:lnTo>
                    <a:pt x="5861050" y="5208765"/>
                  </a:lnTo>
                  <a:lnTo>
                    <a:pt x="5861050" y="5198249"/>
                  </a:lnTo>
                  <a:lnTo>
                    <a:pt x="5856732" y="5193982"/>
                  </a:lnTo>
                  <a:close/>
                </a:path>
                <a:path w="10424160" h="5213350">
                  <a:moveTo>
                    <a:pt x="5813425" y="5193982"/>
                  </a:moveTo>
                  <a:lnTo>
                    <a:pt x="5808091" y="5193982"/>
                  </a:lnTo>
                  <a:lnTo>
                    <a:pt x="5803900" y="5198249"/>
                  </a:lnTo>
                  <a:lnTo>
                    <a:pt x="5803900" y="5208765"/>
                  </a:lnTo>
                  <a:lnTo>
                    <a:pt x="5808091" y="5213032"/>
                  </a:lnTo>
                  <a:lnTo>
                    <a:pt x="5813425" y="5213032"/>
                  </a:lnTo>
                  <a:lnTo>
                    <a:pt x="5813425" y="5193982"/>
                  </a:lnTo>
                  <a:close/>
                </a:path>
                <a:path w="10424160" h="5213350">
                  <a:moveTo>
                    <a:pt x="5818632" y="5193982"/>
                  </a:moveTo>
                  <a:lnTo>
                    <a:pt x="5813425" y="5193982"/>
                  </a:lnTo>
                  <a:lnTo>
                    <a:pt x="5813425" y="5213032"/>
                  </a:lnTo>
                  <a:lnTo>
                    <a:pt x="5818632" y="5213032"/>
                  </a:lnTo>
                  <a:lnTo>
                    <a:pt x="5822950" y="5208765"/>
                  </a:lnTo>
                  <a:lnTo>
                    <a:pt x="5822950" y="5198249"/>
                  </a:lnTo>
                  <a:lnTo>
                    <a:pt x="5818632" y="5193982"/>
                  </a:lnTo>
                  <a:close/>
                </a:path>
                <a:path w="10424160" h="5213350">
                  <a:moveTo>
                    <a:pt x="5775198" y="5193982"/>
                  </a:moveTo>
                  <a:lnTo>
                    <a:pt x="5769991" y="5193982"/>
                  </a:lnTo>
                  <a:lnTo>
                    <a:pt x="5765673" y="5198249"/>
                  </a:lnTo>
                  <a:lnTo>
                    <a:pt x="5765673" y="5208765"/>
                  </a:lnTo>
                  <a:lnTo>
                    <a:pt x="5769991" y="5213032"/>
                  </a:lnTo>
                  <a:lnTo>
                    <a:pt x="5775198" y="5213032"/>
                  </a:lnTo>
                  <a:lnTo>
                    <a:pt x="5775198" y="5193982"/>
                  </a:lnTo>
                  <a:close/>
                </a:path>
                <a:path w="10424160" h="5213350">
                  <a:moveTo>
                    <a:pt x="5780532" y="5193982"/>
                  </a:moveTo>
                  <a:lnTo>
                    <a:pt x="5775325" y="5193982"/>
                  </a:lnTo>
                  <a:lnTo>
                    <a:pt x="5775325" y="5213032"/>
                  </a:lnTo>
                  <a:lnTo>
                    <a:pt x="5780532" y="5213032"/>
                  </a:lnTo>
                  <a:lnTo>
                    <a:pt x="5784850" y="5208765"/>
                  </a:lnTo>
                  <a:lnTo>
                    <a:pt x="5784850" y="5198249"/>
                  </a:lnTo>
                  <a:lnTo>
                    <a:pt x="5780532" y="5193982"/>
                  </a:lnTo>
                  <a:close/>
                </a:path>
                <a:path w="10424160" h="5213350">
                  <a:moveTo>
                    <a:pt x="5737098" y="5193982"/>
                  </a:moveTo>
                  <a:lnTo>
                    <a:pt x="5731891" y="5193982"/>
                  </a:lnTo>
                  <a:lnTo>
                    <a:pt x="5727573" y="5198249"/>
                  </a:lnTo>
                  <a:lnTo>
                    <a:pt x="5727573" y="5208765"/>
                  </a:lnTo>
                  <a:lnTo>
                    <a:pt x="5731891" y="5213032"/>
                  </a:lnTo>
                  <a:lnTo>
                    <a:pt x="5737098" y="5213032"/>
                  </a:lnTo>
                  <a:lnTo>
                    <a:pt x="5737098" y="5193982"/>
                  </a:lnTo>
                  <a:close/>
                </a:path>
                <a:path w="10424160" h="5213350">
                  <a:moveTo>
                    <a:pt x="5742432" y="5193982"/>
                  </a:moveTo>
                  <a:lnTo>
                    <a:pt x="5737098" y="5193982"/>
                  </a:lnTo>
                  <a:lnTo>
                    <a:pt x="5737098" y="5213032"/>
                  </a:lnTo>
                  <a:lnTo>
                    <a:pt x="5742432" y="5213032"/>
                  </a:lnTo>
                  <a:lnTo>
                    <a:pt x="5746623" y="5208765"/>
                  </a:lnTo>
                  <a:lnTo>
                    <a:pt x="5746623" y="5198249"/>
                  </a:lnTo>
                  <a:lnTo>
                    <a:pt x="5742432" y="5193982"/>
                  </a:lnTo>
                  <a:close/>
                </a:path>
                <a:path w="10424160" h="5213350">
                  <a:moveTo>
                    <a:pt x="5698998" y="5193982"/>
                  </a:moveTo>
                  <a:lnTo>
                    <a:pt x="5693791" y="5193982"/>
                  </a:lnTo>
                  <a:lnTo>
                    <a:pt x="5689473" y="5198249"/>
                  </a:lnTo>
                  <a:lnTo>
                    <a:pt x="5689473" y="5208765"/>
                  </a:lnTo>
                  <a:lnTo>
                    <a:pt x="5693791" y="5213032"/>
                  </a:lnTo>
                  <a:lnTo>
                    <a:pt x="5698998" y="5213032"/>
                  </a:lnTo>
                  <a:lnTo>
                    <a:pt x="5698998" y="5193982"/>
                  </a:lnTo>
                  <a:close/>
                </a:path>
                <a:path w="10424160" h="5213350">
                  <a:moveTo>
                    <a:pt x="5704332" y="5193982"/>
                  </a:moveTo>
                  <a:lnTo>
                    <a:pt x="5698998" y="5193982"/>
                  </a:lnTo>
                  <a:lnTo>
                    <a:pt x="5698998" y="5213032"/>
                  </a:lnTo>
                  <a:lnTo>
                    <a:pt x="5704332" y="5213032"/>
                  </a:lnTo>
                  <a:lnTo>
                    <a:pt x="5708523" y="5208765"/>
                  </a:lnTo>
                  <a:lnTo>
                    <a:pt x="5708523" y="5198249"/>
                  </a:lnTo>
                  <a:lnTo>
                    <a:pt x="5704332" y="5193982"/>
                  </a:lnTo>
                  <a:close/>
                </a:path>
                <a:path w="10424160" h="5213350">
                  <a:moveTo>
                    <a:pt x="5660898" y="5193982"/>
                  </a:moveTo>
                  <a:lnTo>
                    <a:pt x="5655564" y="5193982"/>
                  </a:lnTo>
                  <a:lnTo>
                    <a:pt x="5651373" y="5198249"/>
                  </a:lnTo>
                  <a:lnTo>
                    <a:pt x="5651373" y="5208765"/>
                  </a:lnTo>
                  <a:lnTo>
                    <a:pt x="5655564" y="5213032"/>
                  </a:lnTo>
                  <a:lnTo>
                    <a:pt x="5660898" y="5213032"/>
                  </a:lnTo>
                  <a:lnTo>
                    <a:pt x="5660898" y="5193982"/>
                  </a:lnTo>
                  <a:close/>
                </a:path>
                <a:path w="10424160" h="5213350">
                  <a:moveTo>
                    <a:pt x="5666105" y="5193982"/>
                  </a:moveTo>
                  <a:lnTo>
                    <a:pt x="5660898" y="5193982"/>
                  </a:lnTo>
                  <a:lnTo>
                    <a:pt x="5660898" y="5213032"/>
                  </a:lnTo>
                  <a:lnTo>
                    <a:pt x="5666105" y="5213032"/>
                  </a:lnTo>
                  <a:lnTo>
                    <a:pt x="5670423" y="5208765"/>
                  </a:lnTo>
                  <a:lnTo>
                    <a:pt x="5670423" y="5198249"/>
                  </a:lnTo>
                  <a:lnTo>
                    <a:pt x="5666105" y="5193982"/>
                  </a:lnTo>
                  <a:close/>
                </a:path>
                <a:path w="10424160" h="5213350">
                  <a:moveTo>
                    <a:pt x="5622798" y="5193982"/>
                  </a:moveTo>
                  <a:lnTo>
                    <a:pt x="5617464" y="5193982"/>
                  </a:lnTo>
                  <a:lnTo>
                    <a:pt x="5613273" y="5198249"/>
                  </a:lnTo>
                  <a:lnTo>
                    <a:pt x="5613273" y="5208765"/>
                  </a:lnTo>
                  <a:lnTo>
                    <a:pt x="5617464" y="5213032"/>
                  </a:lnTo>
                  <a:lnTo>
                    <a:pt x="5622798" y="5213032"/>
                  </a:lnTo>
                  <a:lnTo>
                    <a:pt x="5622798" y="5193982"/>
                  </a:lnTo>
                  <a:close/>
                </a:path>
                <a:path w="10424160" h="5213350">
                  <a:moveTo>
                    <a:pt x="5628005" y="5193982"/>
                  </a:moveTo>
                  <a:lnTo>
                    <a:pt x="5622798" y="5193982"/>
                  </a:lnTo>
                  <a:lnTo>
                    <a:pt x="5622798" y="5213032"/>
                  </a:lnTo>
                  <a:lnTo>
                    <a:pt x="5628005" y="5213032"/>
                  </a:lnTo>
                  <a:lnTo>
                    <a:pt x="5632323" y="5208765"/>
                  </a:lnTo>
                  <a:lnTo>
                    <a:pt x="5632323" y="5198249"/>
                  </a:lnTo>
                  <a:lnTo>
                    <a:pt x="5628005" y="5193982"/>
                  </a:lnTo>
                  <a:close/>
                </a:path>
                <a:path w="10424160" h="5213350">
                  <a:moveTo>
                    <a:pt x="5584698" y="5193982"/>
                  </a:moveTo>
                  <a:lnTo>
                    <a:pt x="5579364" y="5193982"/>
                  </a:lnTo>
                  <a:lnTo>
                    <a:pt x="5575173" y="5198249"/>
                  </a:lnTo>
                  <a:lnTo>
                    <a:pt x="5575173" y="5208765"/>
                  </a:lnTo>
                  <a:lnTo>
                    <a:pt x="5579364" y="5213032"/>
                  </a:lnTo>
                  <a:lnTo>
                    <a:pt x="5584698" y="5213032"/>
                  </a:lnTo>
                  <a:lnTo>
                    <a:pt x="5584698" y="5193982"/>
                  </a:lnTo>
                  <a:close/>
                </a:path>
                <a:path w="10424160" h="5213350">
                  <a:moveTo>
                    <a:pt x="5589905" y="5193982"/>
                  </a:moveTo>
                  <a:lnTo>
                    <a:pt x="5584698" y="5193982"/>
                  </a:lnTo>
                  <a:lnTo>
                    <a:pt x="5584698" y="5213032"/>
                  </a:lnTo>
                  <a:lnTo>
                    <a:pt x="5589905" y="5213032"/>
                  </a:lnTo>
                  <a:lnTo>
                    <a:pt x="5594223" y="5208765"/>
                  </a:lnTo>
                  <a:lnTo>
                    <a:pt x="5594223" y="5198249"/>
                  </a:lnTo>
                  <a:lnTo>
                    <a:pt x="5589905" y="5193982"/>
                  </a:lnTo>
                  <a:close/>
                </a:path>
                <a:path w="10424160" h="5213350">
                  <a:moveTo>
                    <a:pt x="5546471" y="5193982"/>
                  </a:moveTo>
                  <a:lnTo>
                    <a:pt x="5541264" y="5193982"/>
                  </a:lnTo>
                  <a:lnTo>
                    <a:pt x="5536946" y="5198249"/>
                  </a:lnTo>
                  <a:lnTo>
                    <a:pt x="5536946" y="5208765"/>
                  </a:lnTo>
                  <a:lnTo>
                    <a:pt x="5541264" y="5213032"/>
                  </a:lnTo>
                  <a:lnTo>
                    <a:pt x="5546471" y="5213032"/>
                  </a:lnTo>
                  <a:lnTo>
                    <a:pt x="5546471" y="5193982"/>
                  </a:lnTo>
                  <a:close/>
                </a:path>
                <a:path w="10424160" h="5213350">
                  <a:moveTo>
                    <a:pt x="5551805" y="5193982"/>
                  </a:moveTo>
                  <a:lnTo>
                    <a:pt x="5546598" y="5193982"/>
                  </a:lnTo>
                  <a:lnTo>
                    <a:pt x="5546598" y="5213032"/>
                  </a:lnTo>
                  <a:lnTo>
                    <a:pt x="5551805" y="5213032"/>
                  </a:lnTo>
                  <a:lnTo>
                    <a:pt x="5556123" y="5208765"/>
                  </a:lnTo>
                  <a:lnTo>
                    <a:pt x="5556123" y="5198249"/>
                  </a:lnTo>
                  <a:lnTo>
                    <a:pt x="5551805" y="5193982"/>
                  </a:lnTo>
                  <a:close/>
                </a:path>
                <a:path w="10424160" h="5213350">
                  <a:moveTo>
                    <a:pt x="5508371" y="5193982"/>
                  </a:moveTo>
                  <a:lnTo>
                    <a:pt x="5503164" y="5193982"/>
                  </a:lnTo>
                  <a:lnTo>
                    <a:pt x="5498846" y="5198249"/>
                  </a:lnTo>
                  <a:lnTo>
                    <a:pt x="5498846" y="5208765"/>
                  </a:lnTo>
                  <a:lnTo>
                    <a:pt x="5503164" y="5213032"/>
                  </a:lnTo>
                  <a:lnTo>
                    <a:pt x="5508371" y="5213032"/>
                  </a:lnTo>
                  <a:lnTo>
                    <a:pt x="5508371" y="5193982"/>
                  </a:lnTo>
                  <a:close/>
                </a:path>
                <a:path w="10424160" h="5213350">
                  <a:moveTo>
                    <a:pt x="5513705" y="5193982"/>
                  </a:moveTo>
                  <a:lnTo>
                    <a:pt x="5508371" y="5193982"/>
                  </a:lnTo>
                  <a:lnTo>
                    <a:pt x="5508371" y="5213032"/>
                  </a:lnTo>
                  <a:lnTo>
                    <a:pt x="5513705" y="5213032"/>
                  </a:lnTo>
                  <a:lnTo>
                    <a:pt x="5517896" y="5208765"/>
                  </a:lnTo>
                  <a:lnTo>
                    <a:pt x="5517896" y="5198249"/>
                  </a:lnTo>
                  <a:lnTo>
                    <a:pt x="5513705" y="5193982"/>
                  </a:lnTo>
                  <a:close/>
                </a:path>
                <a:path w="10424160" h="5213350">
                  <a:moveTo>
                    <a:pt x="5470271" y="5193982"/>
                  </a:moveTo>
                  <a:lnTo>
                    <a:pt x="5465064" y="5193982"/>
                  </a:lnTo>
                  <a:lnTo>
                    <a:pt x="5460746" y="5198249"/>
                  </a:lnTo>
                  <a:lnTo>
                    <a:pt x="5460746" y="5208765"/>
                  </a:lnTo>
                  <a:lnTo>
                    <a:pt x="5465064" y="5213032"/>
                  </a:lnTo>
                  <a:lnTo>
                    <a:pt x="5470271" y="5213032"/>
                  </a:lnTo>
                  <a:lnTo>
                    <a:pt x="5470271" y="5193982"/>
                  </a:lnTo>
                  <a:close/>
                </a:path>
                <a:path w="10424160" h="5213350">
                  <a:moveTo>
                    <a:pt x="5475605" y="5193982"/>
                  </a:moveTo>
                  <a:lnTo>
                    <a:pt x="5470271" y="5193982"/>
                  </a:lnTo>
                  <a:lnTo>
                    <a:pt x="5470271" y="5213032"/>
                  </a:lnTo>
                  <a:lnTo>
                    <a:pt x="5475605" y="5213032"/>
                  </a:lnTo>
                  <a:lnTo>
                    <a:pt x="5479796" y="5208765"/>
                  </a:lnTo>
                  <a:lnTo>
                    <a:pt x="5479796" y="5198249"/>
                  </a:lnTo>
                  <a:lnTo>
                    <a:pt x="5475605" y="5193982"/>
                  </a:lnTo>
                  <a:close/>
                </a:path>
                <a:path w="10424160" h="5213350">
                  <a:moveTo>
                    <a:pt x="5432171" y="5193982"/>
                  </a:moveTo>
                  <a:lnTo>
                    <a:pt x="5426964" y="5193982"/>
                  </a:lnTo>
                  <a:lnTo>
                    <a:pt x="5422646" y="5198249"/>
                  </a:lnTo>
                  <a:lnTo>
                    <a:pt x="5422646" y="5208765"/>
                  </a:lnTo>
                  <a:lnTo>
                    <a:pt x="5426964" y="5213032"/>
                  </a:lnTo>
                  <a:lnTo>
                    <a:pt x="5432171" y="5213032"/>
                  </a:lnTo>
                  <a:lnTo>
                    <a:pt x="5432171" y="5193982"/>
                  </a:lnTo>
                  <a:close/>
                </a:path>
                <a:path w="10424160" h="5213350">
                  <a:moveTo>
                    <a:pt x="5437505" y="5193982"/>
                  </a:moveTo>
                  <a:lnTo>
                    <a:pt x="5432171" y="5193982"/>
                  </a:lnTo>
                  <a:lnTo>
                    <a:pt x="5432171" y="5213032"/>
                  </a:lnTo>
                  <a:lnTo>
                    <a:pt x="5437505" y="5213032"/>
                  </a:lnTo>
                  <a:lnTo>
                    <a:pt x="5441696" y="5208765"/>
                  </a:lnTo>
                  <a:lnTo>
                    <a:pt x="5441696" y="5198249"/>
                  </a:lnTo>
                  <a:lnTo>
                    <a:pt x="5437505" y="5193982"/>
                  </a:lnTo>
                  <a:close/>
                </a:path>
                <a:path w="10424160" h="5213350">
                  <a:moveTo>
                    <a:pt x="5394071" y="5193982"/>
                  </a:moveTo>
                  <a:lnTo>
                    <a:pt x="5388737" y="5193982"/>
                  </a:lnTo>
                  <a:lnTo>
                    <a:pt x="5384546" y="5198249"/>
                  </a:lnTo>
                  <a:lnTo>
                    <a:pt x="5384546" y="5208765"/>
                  </a:lnTo>
                  <a:lnTo>
                    <a:pt x="5388737" y="5213032"/>
                  </a:lnTo>
                  <a:lnTo>
                    <a:pt x="5394071" y="5213032"/>
                  </a:lnTo>
                  <a:lnTo>
                    <a:pt x="5394071" y="5193982"/>
                  </a:lnTo>
                  <a:close/>
                </a:path>
                <a:path w="10424160" h="5213350">
                  <a:moveTo>
                    <a:pt x="5399278" y="5193982"/>
                  </a:moveTo>
                  <a:lnTo>
                    <a:pt x="5394071" y="5193982"/>
                  </a:lnTo>
                  <a:lnTo>
                    <a:pt x="5394071" y="5213032"/>
                  </a:lnTo>
                  <a:lnTo>
                    <a:pt x="5399278" y="5213032"/>
                  </a:lnTo>
                  <a:lnTo>
                    <a:pt x="5403596" y="5208765"/>
                  </a:lnTo>
                  <a:lnTo>
                    <a:pt x="5403596" y="5198249"/>
                  </a:lnTo>
                  <a:lnTo>
                    <a:pt x="5399278" y="5193982"/>
                  </a:lnTo>
                  <a:close/>
                </a:path>
                <a:path w="10424160" h="5213350">
                  <a:moveTo>
                    <a:pt x="5355971" y="5193982"/>
                  </a:moveTo>
                  <a:lnTo>
                    <a:pt x="5350637" y="5193982"/>
                  </a:lnTo>
                  <a:lnTo>
                    <a:pt x="5346446" y="5198249"/>
                  </a:lnTo>
                  <a:lnTo>
                    <a:pt x="5346446" y="5208765"/>
                  </a:lnTo>
                  <a:lnTo>
                    <a:pt x="5350637" y="5213032"/>
                  </a:lnTo>
                  <a:lnTo>
                    <a:pt x="5355971" y="5213032"/>
                  </a:lnTo>
                  <a:lnTo>
                    <a:pt x="5355971" y="5193982"/>
                  </a:lnTo>
                  <a:close/>
                </a:path>
                <a:path w="10424160" h="5213350">
                  <a:moveTo>
                    <a:pt x="5361178" y="5193982"/>
                  </a:moveTo>
                  <a:lnTo>
                    <a:pt x="5355971" y="5193982"/>
                  </a:lnTo>
                  <a:lnTo>
                    <a:pt x="5355971" y="5213032"/>
                  </a:lnTo>
                  <a:lnTo>
                    <a:pt x="5361178" y="5213032"/>
                  </a:lnTo>
                  <a:lnTo>
                    <a:pt x="5365496" y="5208765"/>
                  </a:lnTo>
                  <a:lnTo>
                    <a:pt x="5365496" y="5198249"/>
                  </a:lnTo>
                  <a:lnTo>
                    <a:pt x="5361178" y="5193982"/>
                  </a:lnTo>
                  <a:close/>
                </a:path>
                <a:path w="10424160" h="5213350">
                  <a:moveTo>
                    <a:pt x="5317871" y="5193982"/>
                  </a:moveTo>
                  <a:lnTo>
                    <a:pt x="5312537" y="5193982"/>
                  </a:lnTo>
                  <a:lnTo>
                    <a:pt x="5308346" y="5198249"/>
                  </a:lnTo>
                  <a:lnTo>
                    <a:pt x="5308346" y="5208765"/>
                  </a:lnTo>
                  <a:lnTo>
                    <a:pt x="5312537" y="5213032"/>
                  </a:lnTo>
                  <a:lnTo>
                    <a:pt x="5317871" y="5213032"/>
                  </a:lnTo>
                  <a:lnTo>
                    <a:pt x="5317871" y="5193982"/>
                  </a:lnTo>
                  <a:close/>
                </a:path>
                <a:path w="10424160" h="5213350">
                  <a:moveTo>
                    <a:pt x="5323078" y="5193982"/>
                  </a:moveTo>
                  <a:lnTo>
                    <a:pt x="5317871" y="5193982"/>
                  </a:lnTo>
                  <a:lnTo>
                    <a:pt x="5317871" y="5213032"/>
                  </a:lnTo>
                  <a:lnTo>
                    <a:pt x="5323078" y="5213032"/>
                  </a:lnTo>
                  <a:lnTo>
                    <a:pt x="5327396" y="5208765"/>
                  </a:lnTo>
                  <a:lnTo>
                    <a:pt x="5327396" y="5198249"/>
                  </a:lnTo>
                  <a:lnTo>
                    <a:pt x="5323078" y="5193982"/>
                  </a:lnTo>
                  <a:close/>
                </a:path>
                <a:path w="10424160" h="5213350">
                  <a:moveTo>
                    <a:pt x="5279644" y="5193982"/>
                  </a:moveTo>
                  <a:lnTo>
                    <a:pt x="5274437" y="5193982"/>
                  </a:lnTo>
                  <a:lnTo>
                    <a:pt x="5270119" y="5198249"/>
                  </a:lnTo>
                  <a:lnTo>
                    <a:pt x="5270119" y="5208765"/>
                  </a:lnTo>
                  <a:lnTo>
                    <a:pt x="5274437" y="5213032"/>
                  </a:lnTo>
                  <a:lnTo>
                    <a:pt x="5279644" y="5213032"/>
                  </a:lnTo>
                  <a:lnTo>
                    <a:pt x="5279644" y="5193982"/>
                  </a:lnTo>
                  <a:close/>
                </a:path>
                <a:path w="10424160" h="5213350">
                  <a:moveTo>
                    <a:pt x="5284978" y="5193982"/>
                  </a:moveTo>
                  <a:lnTo>
                    <a:pt x="5279771" y="5193982"/>
                  </a:lnTo>
                  <a:lnTo>
                    <a:pt x="5279771" y="5213032"/>
                  </a:lnTo>
                  <a:lnTo>
                    <a:pt x="5284978" y="5213032"/>
                  </a:lnTo>
                  <a:lnTo>
                    <a:pt x="5289296" y="5208765"/>
                  </a:lnTo>
                  <a:lnTo>
                    <a:pt x="5289296" y="5198249"/>
                  </a:lnTo>
                  <a:lnTo>
                    <a:pt x="5284978" y="5193982"/>
                  </a:lnTo>
                  <a:close/>
                </a:path>
                <a:path w="10424160" h="5213350">
                  <a:moveTo>
                    <a:pt x="5241544" y="5193982"/>
                  </a:moveTo>
                  <a:lnTo>
                    <a:pt x="5236337" y="5193982"/>
                  </a:lnTo>
                  <a:lnTo>
                    <a:pt x="5232019" y="5198249"/>
                  </a:lnTo>
                  <a:lnTo>
                    <a:pt x="5232019" y="5208765"/>
                  </a:lnTo>
                  <a:lnTo>
                    <a:pt x="5236337" y="5213032"/>
                  </a:lnTo>
                  <a:lnTo>
                    <a:pt x="5241544" y="5213032"/>
                  </a:lnTo>
                  <a:lnTo>
                    <a:pt x="5241544" y="5193982"/>
                  </a:lnTo>
                  <a:close/>
                </a:path>
                <a:path w="10424160" h="5213350">
                  <a:moveTo>
                    <a:pt x="5246878" y="5193982"/>
                  </a:moveTo>
                  <a:lnTo>
                    <a:pt x="5241544" y="5193982"/>
                  </a:lnTo>
                  <a:lnTo>
                    <a:pt x="5241544" y="5213032"/>
                  </a:lnTo>
                  <a:lnTo>
                    <a:pt x="5246878" y="5213032"/>
                  </a:lnTo>
                  <a:lnTo>
                    <a:pt x="5251069" y="5208765"/>
                  </a:lnTo>
                  <a:lnTo>
                    <a:pt x="5251069" y="5198249"/>
                  </a:lnTo>
                  <a:lnTo>
                    <a:pt x="5246878" y="5193982"/>
                  </a:lnTo>
                  <a:close/>
                </a:path>
                <a:path w="10424160" h="5213350">
                  <a:moveTo>
                    <a:pt x="5203444" y="5193982"/>
                  </a:moveTo>
                  <a:lnTo>
                    <a:pt x="5198237" y="5193982"/>
                  </a:lnTo>
                  <a:lnTo>
                    <a:pt x="5193919" y="5198249"/>
                  </a:lnTo>
                  <a:lnTo>
                    <a:pt x="5193919" y="5208765"/>
                  </a:lnTo>
                  <a:lnTo>
                    <a:pt x="5198237" y="5213032"/>
                  </a:lnTo>
                  <a:lnTo>
                    <a:pt x="5203444" y="5213032"/>
                  </a:lnTo>
                  <a:lnTo>
                    <a:pt x="5203444" y="5193982"/>
                  </a:lnTo>
                  <a:close/>
                </a:path>
                <a:path w="10424160" h="5213350">
                  <a:moveTo>
                    <a:pt x="5208778" y="5193982"/>
                  </a:moveTo>
                  <a:lnTo>
                    <a:pt x="5203444" y="5193982"/>
                  </a:lnTo>
                  <a:lnTo>
                    <a:pt x="5203444" y="5213032"/>
                  </a:lnTo>
                  <a:lnTo>
                    <a:pt x="5208778" y="5213032"/>
                  </a:lnTo>
                  <a:lnTo>
                    <a:pt x="5212969" y="5208765"/>
                  </a:lnTo>
                  <a:lnTo>
                    <a:pt x="5212969" y="5198249"/>
                  </a:lnTo>
                  <a:lnTo>
                    <a:pt x="5208778" y="5193982"/>
                  </a:lnTo>
                  <a:close/>
                </a:path>
                <a:path w="10424160" h="5213350">
                  <a:moveTo>
                    <a:pt x="5165344" y="5193982"/>
                  </a:moveTo>
                  <a:lnTo>
                    <a:pt x="5160010" y="5193982"/>
                  </a:lnTo>
                  <a:lnTo>
                    <a:pt x="5155819" y="5198249"/>
                  </a:lnTo>
                  <a:lnTo>
                    <a:pt x="5155819" y="5208765"/>
                  </a:lnTo>
                  <a:lnTo>
                    <a:pt x="5160010" y="5213032"/>
                  </a:lnTo>
                  <a:lnTo>
                    <a:pt x="5165344" y="5213032"/>
                  </a:lnTo>
                  <a:lnTo>
                    <a:pt x="5165344" y="5193982"/>
                  </a:lnTo>
                  <a:close/>
                </a:path>
                <a:path w="10424160" h="5213350">
                  <a:moveTo>
                    <a:pt x="5170551" y="5193982"/>
                  </a:moveTo>
                  <a:lnTo>
                    <a:pt x="5165344" y="5193982"/>
                  </a:lnTo>
                  <a:lnTo>
                    <a:pt x="5165344" y="5213032"/>
                  </a:lnTo>
                  <a:lnTo>
                    <a:pt x="5170551" y="5213032"/>
                  </a:lnTo>
                  <a:lnTo>
                    <a:pt x="5174869" y="5208765"/>
                  </a:lnTo>
                  <a:lnTo>
                    <a:pt x="5174869" y="5198249"/>
                  </a:lnTo>
                  <a:lnTo>
                    <a:pt x="5170551" y="5193982"/>
                  </a:lnTo>
                  <a:close/>
                </a:path>
                <a:path w="10424160" h="5213350">
                  <a:moveTo>
                    <a:pt x="5127244" y="5193982"/>
                  </a:moveTo>
                  <a:lnTo>
                    <a:pt x="5121910" y="5193982"/>
                  </a:lnTo>
                  <a:lnTo>
                    <a:pt x="5117719" y="5198249"/>
                  </a:lnTo>
                  <a:lnTo>
                    <a:pt x="5117719" y="5208765"/>
                  </a:lnTo>
                  <a:lnTo>
                    <a:pt x="5121910" y="5213032"/>
                  </a:lnTo>
                  <a:lnTo>
                    <a:pt x="5127244" y="5213032"/>
                  </a:lnTo>
                  <a:lnTo>
                    <a:pt x="5127244" y="5193982"/>
                  </a:lnTo>
                  <a:close/>
                </a:path>
                <a:path w="10424160" h="5213350">
                  <a:moveTo>
                    <a:pt x="5132451" y="5193982"/>
                  </a:moveTo>
                  <a:lnTo>
                    <a:pt x="5127244" y="5193982"/>
                  </a:lnTo>
                  <a:lnTo>
                    <a:pt x="5127244" y="5213032"/>
                  </a:lnTo>
                  <a:lnTo>
                    <a:pt x="5132451" y="5213032"/>
                  </a:lnTo>
                  <a:lnTo>
                    <a:pt x="5136769" y="5208765"/>
                  </a:lnTo>
                  <a:lnTo>
                    <a:pt x="5136769" y="5198249"/>
                  </a:lnTo>
                  <a:lnTo>
                    <a:pt x="5132451" y="5193982"/>
                  </a:lnTo>
                  <a:close/>
                </a:path>
                <a:path w="10424160" h="5213350">
                  <a:moveTo>
                    <a:pt x="5089144" y="5193982"/>
                  </a:moveTo>
                  <a:lnTo>
                    <a:pt x="5083810" y="5193982"/>
                  </a:lnTo>
                  <a:lnTo>
                    <a:pt x="5079619" y="5198249"/>
                  </a:lnTo>
                  <a:lnTo>
                    <a:pt x="5079619" y="5208765"/>
                  </a:lnTo>
                  <a:lnTo>
                    <a:pt x="5083810" y="5213032"/>
                  </a:lnTo>
                  <a:lnTo>
                    <a:pt x="5089144" y="5213032"/>
                  </a:lnTo>
                  <a:lnTo>
                    <a:pt x="5089144" y="5193982"/>
                  </a:lnTo>
                  <a:close/>
                </a:path>
                <a:path w="10424160" h="5213350">
                  <a:moveTo>
                    <a:pt x="5094351" y="5193982"/>
                  </a:moveTo>
                  <a:lnTo>
                    <a:pt x="5089144" y="5193982"/>
                  </a:lnTo>
                  <a:lnTo>
                    <a:pt x="5089144" y="5213032"/>
                  </a:lnTo>
                  <a:lnTo>
                    <a:pt x="5094351" y="5213032"/>
                  </a:lnTo>
                  <a:lnTo>
                    <a:pt x="5098669" y="5208765"/>
                  </a:lnTo>
                  <a:lnTo>
                    <a:pt x="5098669" y="5198249"/>
                  </a:lnTo>
                  <a:lnTo>
                    <a:pt x="5094351" y="5193982"/>
                  </a:lnTo>
                  <a:close/>
                </a:path>
                <a:path w="10424160" h="5213350">
                  <a:moveTo>
                    <a:pt x="5050917" y="5193982"/>
                  </a:moveTo>
                  <a:lnTo>
                    <a:pt x="5045710" y="5193982"/>
                  </a:lnTo>
                  <a:lnTo>
                    <a:pt x="5041392" y="5198249"/>
                  </a:lnTo>
                  <a:lnTo>
                    <a:pt x="5041392" y="5208765"/>
                  </a:lnTo>
                  <a:lnTo>
                    <a:pt x="5045710" y="5213032"/>
                  </a:lnTo>
                  <a:lnTo>
                    <a:pt x="5050917" y="5213032"/>
                  </a:lnTo>
                  <a:lnTo>
                    <a:pt x="5050917" y="5193982"/>
                  </a:lnTo>
                  <a:close/>
                </a:path>
                <a:path w="10424160" h="5213350">
                  <a:moveTo>
                    <a:pt x="5056251" y="5193982"/>
                  </a:moveTo>
                  <a:lnTo>
                    <a:pt x="5051044" y="5193982"/>
                  </a:lnTo>
                  <a:lnTo>
                    <a:pt x="5051044" y="5213032"/>
                  </a:lnTo>
                  <a:lnTo>
                    <a:pt x="5056251" y="5213032"/>
                  </a:lnTo>
                  <a:lnTo>
                    <a:pt x="5060569" y="5208765"/>
                  </a:lnTo>
                  <a:lnTo>
                    <a:pt x="5060569" y="5198249"/>
                  </a:lnTo>
                  <a:lnTo>
                    <a:pt x="5056251" y="5193982"/>
                  </a:lnTo>
                  <a:close/>
                </a:path>
                <a:path w="10424160" h="5213350">
                  <a:moveTo>
                    <a:pt x="5012817" y="5193982"/>
                  </a:moveTo>
                  <a:lnTo>
                    <a:pt x="5007610" y="5193982"/>
                  </a:lnTo>
                  <a:lnTo>
                    <a:pt x="5003292" y="5198249"/>
                  </a:lnTo>
                  <a:lnTo>
                    <a:pt x="5003292" y="5208765"/>
                  </a:lnTo>
                  <a:lnTo>
                    <a:pt x="5007610" y="5213032"/>
                  </a:lnTo>
                  <a:lnTo>
                    <a:pt x="5012817" y="5213032"/>
                  </a:lnTo>
                  <a:lnTo>
                    <a:pt x="5012817" y="5193982"/>
                  </a:lnTo>
                  <a:close/>
                </a:path>
                <a:path w="10424160" h="5213350">
                  <a:moveTo>
                    <a:pt x="5018151" y="5193982"/>
                  </a:moveTo>
                  <a:lnTo>
                    <a:pt x="5012817" y="5193982"/>
                  </a:lnTo>
                  <a:lnTo>
                    <a:pt x="5012817" y="5213032"/>
                  </a:lnTo>
                  <a:lnTo>
                    <a:pt x="5018151" y="5213032"/>
                  </a:lnTo>
                  <a:lnTo>
                    <a:pt x="5022342" y="5208765"/>
                  </a:lnTo>
                  <a:lnTo>
                    <a:pt x="5022342" y="5198249"/>
                  </a:lnTo>
                  <a:lnTo>
                    <a:pt x="5018151" y="5193982"/>
                  </a:lnTo>
                  <a:close/>
                </a:path>
                <a:path w="10424160" h="5213350">
                  <a:moveTo>
                    <a:pt x="4974717" y="5193982"/>
                  </a:moveTo>
                  <a:lnTo>
                    <a:pt x="4969510" y="5193982"/>
                  </a:lnTo>
                  <a:lnTo>
                    <a:pt x="4965192" y="5198249"/>
                  </a:lnTo>
                  <a:lnTo>
                    <a:pt x="4965192" y="5208765"/>
                  </a:lnTo>
                  <a:lnTo>
                    <a:pt x="4969510" y="5213032"/>
                  </a:lnTo>
                  <a:lnTo>
                    <a:pt x="4974717" y="5213032"/>
                  </a:lnTo>
                  <a:lnTo>
                    <a:pt x="4974717" y="5193982"/>
                  </a:lnTo>
                  <a:close/>
                </a:path>
                <a:path w="10424160" h="5213350">
                  <a:moveTo>
                    <a:pt x="4980051" y="5193982"/>
                  </a:moveTo>
                  <a:lnTo>
                    <a:pt x="4974717" y="5193982"/>
                  </a:lnTo>
                  <a:lnTo>
                    <a:pt x="4974717" y="5213032"/>
                  </a:lnTo>
                  <a:lnTo>
                    <a:pt x="4980051" y="5213032"/>
                  </a:lnTo>
                  <a:lnTo>
                    <a:pt x="4984242" y="5208765"/>
                  </a:lnTo>
                  <a:lnTo>
                    <a:pt x="4984242" y="5198249"/>
                  </a:lnTo>
                  <a:lnTo>
                    <a:pt x="4980051" y="5193982"/>
                  </a:lnTo>
                  <a:close/>
                </a:path>
                <a:path w="10424160" h="5213350">
                  <a:moveTo>
                    <a:pt x="4936617" y="5193982"/>
                  </a:moveTo>
                  <a:lnTo>
                    <a:pt x="4931410" y="5193982"/>
                  </a:lnTo>
                  <a:lnTo>
                    <a:pt x="4927092" y="5198249"/>
                  </a:lnTo>
                  <a:lnTo>
                    <a:pt x="4927092" y="5208765"/>
                  </a:lnTo>
                  <a:lnTo>
                    <a:pt x="4931410" y="5213032"/>
                  </a:lnTo>
                  <a:lnTo>
                    <a:pt x="4936617" y="5213032"/>
                  </a:lnTo>
                  <a:lnTo>
                    <a:pt x="4936617" y="5193982"/>
                  </a:lnTo>
                  <a:close/>
                </a:path>
                <a:path w="10424160" h="5213350">
                  <a:moveTo>
                    <a:pt x="4941951" y="5193982"/>
                  </a:moveTo>
                  <a:lnTo>
                    <a:pt x="4936617" y="5193982"/>
                  </a:lnTo>
                  <a:lnTo>
                    <a:pt x="4936617" y="5213032"/>
                  </a:lnTo>
                  <a:lnTo>
                    <a:pt x="4941951" y="5213032"/>
                  </a:lnTo>
                  <a:lnTo>
                    <a:pt x="4946142" y="5208765"/>
                  </a:lnTo>
                  <a:lnTo>
                    <a:pt x="4946142" y="5198249"/>
                  </a:lnTo>
                  <a:lnTo>
                    <a:pt x="4941951" y="5193982"/>
                  </a:lnTo>
                  <a:close/>
                </a:path>
                <a:path w="10424160" h="5213350">
                  <a:moveTo>
                    <a:pt x="4898517" y="5193982"/>
                  </a:moveTo>
                  <a:lnTo>
                    <a:pt x="4893183" y="5193982"/>
                  </a:lnTo>
                  <a:lnTo>
                    <a:pt x="4888992" y="5198249"/>
                  </a:lnTo>
                  <a:lnTo>
                    <a:pt x="4888992" y="5208765"/>
                  </a:lnTo>
                  <a:lnTo>
                    <a:pt x="4893183" y="5213032"/>
                  </a:lnTo>
                  <a:lnTo>
                    <a:pt x="4898517" y="5213032"/>
                  </a:lnTo>
                  <a:lnTo>
                    <a:pt x="4898517" y="5193982"/>
                  </a:lnTo>
                  <a:close/>
                </a:path>
                <a:path w="10424160" h="5213350">
                  <a:moveTo>
                    <a:pt x="4903724" y="5193982"/>
                  </a:moveTo>
                  <a:lnTo>
                    <a:pt x="4898517" y="5193982"/>
                  </a:lnTo>
                  <a:lnTo>
                    <a:pt x="4898517" y="5213032"/>
                  </a:lnTo>
                  <a:lnTo>
                    <a:pt x="4903724" y="5213032"/>
                  </a:lnTo>
                  <a:lnTo>
                    <a:pt x="4908042" y="5208765"/>
                  </a:lnTo>
                  <a:lnTo>
                    <a:pt x="4908042" y="5198249"/>
                  </a:lnTo>
                  <a:lnTo>
                    <a:pt x="4903724" y="5193982"/>
                  </a:lnTo>
                  <a:close/>
                </a:path>
                <a:path w="10424160" h="5213350">
                  <a:moveTo>
                    <a:pt x="4860417" y="5193982"/>
                  </a:moveTo>
                  <a:lnTo>
                    <a:pt x="4855083" y="5193982"/>
                  </a:lnTo>
                  <a:lnTo>
                    <a:pt x="4850892" y="5198249"/>
                  </a:lnTo>
                  <a:lnTo>
                    <a:pt x="4850892" y="5208765"/>
                  </a:lnTo>
                  <a:lnTo>
                    <a:pt x="4855083" y="5213032"/>
                  </a:lnTo>
                  <a:lnTo>
                    <a:pt x="4860417" y="5213032"/>
                  </a:lnTo>
                  <a:lnTo>
                    <a:pt x="4860417" y="5193982"/>
                  </a:lnTo>
                  <a:close/>
                </a:path>
                <a:path w="10424160" h="5213350">
                  <a:moveTo>
                    <a:pt x="4865624" y="5193982"/>
                  </a:moveTo>
                  <a:lnTo>
                    <a:pt x="4860417" y="5193982"/>
                  </a:lnTo>
                  <a:lnTo>
                    <a:pt x="4860417" y="5213032"/>
                  </a:lnTo>
                  <a:lnTo>
                    <a:pt x="4865624" y="5213032"/>
                  </a:lnTo>
                  <a:lnTo>
                    <a:pt x="4869942" y="5208765"/>
                  </a:lnTo>
                  <a:lnTo>
                    <a:pt x="4869942" y="5198249"/>
                  </a:lnTo>
                  <a:lnTo>
                    <a:pt x="4865624" y="5193982"/>
                  </a:lnTo>
                  <a:close/>
                </a:path>
                <a:path w="10424160" h="5213350">
                  <a:moveTo>
                    <a:pt x="4822317" y="5193982"/>
                  </a:moveTo>
                  <a:lnTo>
                    <a:pt x="4816983" y="5193982"/>
                  </a:lnTo>
                  <a:lnTo>
                    <a:pt x="4812792" y="5198249"/>
                  </a:lnTo>
                  <a:lnTo>
                    <a:pt x="4812792" y="5208765"/>
                  </a:lnTo>
                  <a:lnTo>
                    <a:pt x="4816983" y="5213032"/>
                  </a:lnTo>
                  <a:lnTo>
                    <a:pt x="4822317" y="5213032"/>
                  </a:lnTo>
                  <a:lnTo>
                    <a:pt x="4822317" y="5193982"/>
                  </a:lnTo>
                  <a:close/>
                </a:path>
                <a:path w="10424160" h="5213350">
                  <a:moveTo>
                    <a:pt x="4827524" y="5193982"/>
                  </a:moveTo>
                  <a:lnTo>
                    <a:pt x="4822317" y="5193982"/>
                  </a:lnTo>
                  <a:lnTo>
                    <a:pt x="4822317" y="5213032"/>
                  </a:lnTo>
                  <a:lnTo>
                    <a:pt x="4827524" y="5213032"/>
                  </a:lnTo>
                  <a:lnTo>
                    <a:pt x="4831842" y="5208765"/>
                  </a:lnTo>
                  <a:lnTo>
                    <a:pt x="4831842" y="5198249"/>
                  </a:lnTo>
                  <a:lnTo>
                    <a:pt x="4827524" y="5193982"/>
                  </a:lnTo>
                  <a:close/>
                </a:path>
                <a:path w="10424160" h="5213350">
                  <a:moveTo>
                    <a:pt x="4784090" y="5193982"/>
                  </a:moveTo>
                  <a:lnTo>
                    <a:pt x="4778883" y="5193982"/>
                  </a:lnTo>
                  <a:lnTo>
                    <a:pt x="4774565" y="5198249"/>
                  </a:lnTo>
                  <a:lnTo>
                    <a:pt x="4774565" y="5208765"/>
                  </a:lnTo>
                  <a:lnTo>
                    <a:pt x="4778883" y="5213032"/>
                  </a:lnTo>
                  <a:lnTo>
                    <a:pt x="4784090" y="5213032"/>
                  </a:lnTo>
                  <a:lnTo>
                    <a:pt x="4784090" y="5193982"/>
                  </a:lnTo>
                  <a:close/>
                </a:path>
                <a:path w="10424160" h="5213350">
                  <a:moveTo>
                    <a:pt x="4789424" y="5193982"/>
                  </a:moveTo>
                  <a:lnTo>
                    <a:pt x="4784217" y="5193982"/>
                  </a:lnTo>
                  <a:lnTo>
                    <a:pt x="4784217" y="5213032"/>
                  </a:lnTo>
                  <a:lnTo>
                    <a:pt x="4789424" y="5213032"/>
                  </a:lnTo>
                  <a:lnTo>
                    <a:pt x="4793742" y="5208765"/>
                  </a:lnTo>
                  <a:lnTo>
                    <a:pt x="4793742" y="5198249"/>
                  </a:lnTo>
                  <a:lnTo>
                    <a:pt x="4789424" y="5193982"/>
                  </a:lnTo>
                  <a:close/>
                </a:path>
                <a:path w="10424160" h="5213350">
                  <a:moveTo>
                    <a:pt x="4745990" y="5193982"/>
                  </a:moveTo>
                  <a:lnTo>
                    <a:pt x="4740783" y="5193982"/>
                  </a:lnTo>
                  <a:lnTo>
                    <a:pt x="4736465" y="5198249"/>
                  </a:lnTo>
                  <a:lnTo>
                    <a:pt x="4736465" y="5208765"/>
                  </a:lnTo>
                  <a:lnTo>
                    <a:pt x="4740783" y="5213032"/>
                  </a:lnTo>
                  <a:lnTo>
                    <a:pt x="4745990" y="5213032"/>
                  </a:lnTo>
                  <a:lnTo>
                    <a:pt x="4745990" y="5193982"/>
                  </a:lnTo>
                  <a:close/>
                </a:path>
                <a:path w="10424160" h="5213350">
                  <a:moveTo>
                    <a:pt x="4751324" y="5193982"/>
                  </a:moveTo>
                  <a:lnTo>
                    <a:pt x="4745990" y="5193982"/>
                  </a:lnTo>
                  <a:lnTo>
                    <a:pt x="4745990" y="5213032"/>
                  </a:lnTo>
                  <a:lnTo>
                    <a:pt x="4751324" y="5213032"/>
                  </a:lnTo>
                  <a:lnTo>
                    <a:pt x="4755515" y="5208765"/>
                  </a:lnTo>
                  <a:lnTo>
                    <a:pt x="4755515" y="5198249"/>
                  </a:lnTo>
                  <a:lnTo>
                    <a:pt x="4751324" y="5193982"/>
                  </a:lnTo>
                  <a:close/>
                </a:path>
                <a:path w="10424160" h="5213350">
                  <a:moveTo>
                    <a:pt x="4707890" y="5193982"/>
                  </a:moveTo>
                  <a:lnTo>
                    <a:pt x="4702683" y="5193982"/>
                  </a:lnTo>
                  <a:lnTo>
                    <a:pt x="4698365" y="5198249"/>
                  </a:lnTo>
                  <a:lnTo>
                    <a:pt x="4698365" y="5208765"/>
                  </a:lnTo>
                  <a:lnTo>
                    <a:pt x="4702683" y="5213032"/>
                  </a:lnTo>
                  <a:lnTo>
                    <a:pt x="4707890" y="5213032"/>
                  </a:lnTo>
                  <a:lnTo>
                    <a:pt x="4707890" y="5193982"/>
                  </a:lnTo>
                  <a:close/>
                </a:path>
                <a:path w="10424160" h="5213350">
                  <a:moveTo>
                    <a:pt x="4713224" y="5193982"/>
                  </a:moveTo>
                  <a:lnTo>
                    <a:pt x="4707890" y="5193982"/>
                  </a:lnTo>
                  <a:lnTo>
                    <a:pt x="4707890" y="5213032"/>
                  </a:lnTo>
                  <a:lnTo>
                    <a:pt x="4713224" y="5213032"/>
                  </a:lnTo>
                  <a:lnTo>
                    <a:pt x="4717415" y="5208765"/>
                  </a:lnTo>
                  <a:lnTo>
                    <a:pt x="4717415" y="5198249"/>
                  </a:lnTo>
                  <a:lnTo>
                    <a:pt x="4713224" y="5193982"/>
                  </a:lnTo>
                  <a:close/>
                </a:path>
                <a:path w="10424160" h="5213350">
                  <a:moveTo>
                    <a:pt x="4669790" y="5193982"/>
                  </a:moveTo>
                  <a:lnTo>
                    <a:pt x="4664583" y="5193982"/>
                  </a:lnTo>
                  <a:lnTo>
                    <a:pt x="4660265" y="5198249"/>
                  </a:lnTo>
                  <a:lnTo>
                    <a:pt x="4660265" y="5208765"/>
                  </a:lnTo>
                  <a:lnTo>
                    <a:pt x="4664583" y="5213032"/>
                  </a:lnTo>
                  <a:lnTo>
                    <a:pt x="4669790" y="5213032"/>
                  </a:lnTo>
                  <a:lnTo>
                    <a:pt x="4669790" y="5193982"/>
                  </a:lnTo>
                  <a:close/>
                </a:path>
                <a:path w="10424160" h="5213350">
                  <a:moveTo>
                    <a:pt x="4675124" y="5193982"/>
                  </a:moveTo>
                  <a:lnTo>
                    <a:pt x="4669790" y="5193982"/>
                  </a:lnTo>
                  <a:lnTo>
                    <a:pt x="4669790" y="5213032"/>
                  </a:lnTo>
                  <a:lnTo>
                    <a:pt x="4675124" y="5213032"/>
                  </a:lnTo>
                  <a:lnTo>
                    <a:pt x="4679315" y="5208765"/>
                  </a:lnTo>
                  <a:lnTo>
                    <a:pt x="4679315" y="5198249"/>
                  </a:lnTo>
                  <a:lnTo>
                    <a:pt x="4675124" y="5193982"/>
                  </a:lnTo>
                  <a:close/>
                </a:path>
                <a:path w="10424160" h="5213350">
                  <a:moveTo>
                    <a:pt x="4631690" y="5193982"/>
                  </a:moveTo>
                  <a:lnTo>
                    <a:pt x="4626356" y="5193982"/>
                  </a:lnTo>
                  <a:lnTo>
                    <a:pt x="4622165" y="5198249"/>
                  </a:lnTo>
                  <a:lnTo>
                    <a:pt x="4622165" y="5208765"/>
                  </a:lnTo>
                  <a:lnTo>
                    <a:pt x="4626356" y="5213032"/>
                  </a:lnTo>
                  <a:lnTo>
                    <a:pt x="4631690" y="5213032"/>
                  </a:lnTo>
                  <a:lnTo>
                    <a:pt x="4631690" y="5193982"/>
                  </a:lnTo>
                  <a:close/>
                </a:path>
                <a:path w="10424160" h="5213350">
                  <a:moveTo>
                    <a:pt x="4636897" y="5193982"/>
                  </a:moveTo>
                  <a:lnTo>
                    <a:pt x="4631690" y="5193982"/>
                  </a:lnTo>
                  <a:lnTo>
                    <a:pt x="4631690" y="5213032"/>
                  </a:lnTo>
                  <a:lnTo>
                    <a:pt x="4636897" y="5213032"/>
                  </a:lnTo>
                  <a:lnTo>
                    <a:pt x="4641215" y="5208765"/>
                  </a:lnTo>
                  <a:lnTo>
                    <a:pt x="4641215" y="5198249"/>
                  </a:lnTo>
                  <a:lnTo>
                    <a:pt x="4636897" y="5193982"/>
                  </a:lnTo>
                  <a:close/>
                </a:path>
                <a:path w="10424160" h="5213350">
                  <a:moveTo>
                    <a:pt x="4593590" y="5193982"/>
                  </a:moveTo>
                  <a:lnTo>
                    <a:pt x="4588256" y="5193982"/>
                  </a:lnTo>
                  <a:lnTo>
                    <a:pt x="4584065" y="5198249"/>
                  </a:lnTo>
                  <a:lnTo>
                    <a:pt x="4584065" y="5208765"/>
                  </a:lnTo>
                  <a:lnTo>
                    <a:pt x="4588256" y="5213032"/>
                  </a:lnTo>
                  <a:lnTo>
                    <a:pt x="4593590" y="5213032"/>
                  </a:lnTo>
                  <a:lnTo>
                    <a:pt x="4593590" y="5193982"/>
                  </a:lnTo>
                  <a:close/>
                </a:path>
                <a:path w="10424160" h="5213350">
                  <a:moveTo>
                    <a:pt x="4598797" y="5193982"/>
                  </a:moveTo>
                  <a:lnTo>
                    <a:pt x="4593590" y="5193982"/>
                  </a:lnTo>
                  <a:lnTo>
                    <a:pt x="4593590" y="5213032"/>
                  </a:lnTo>
                  <a:lnTo>
                    <a:pt x="4598797" y="5213032"/>
                  </a:lnTo>
                  <a:lnTo>
                    <a:pt x="4603115" y="5208765"/>
                  </a:lnTo>
                  <a:lnTo>
                    <a:pt x="4603115" y="5198249"/>
                  </a:lnTo>
                  <a:lnTo>
                    <a:pt x="4598797" y="5193982"/>
                  </a:lnTo>
                  <a:close/>
                </a:path>
                <a:path w="10424160" h="5213350">
                  <a:moveTo>
                    <a:pt x="4555363" y="5193982"/>
                  </a:moveTo>
                  <a:lnTo>
                    <a:pt x="4550156" y="5193982"/>
                  </a:lnTo>
                  <a:lnTo>
                    <a:pt x="4545838" y="5198249"/>
                  </a:lnTo>
                  <a:lnTo>
                    <a:pt x="4545838" y="5208765"/>
                  </a:lnTo>
                  <a:lnTo>
                    <a:pt x="4550156" y="5213032"/>
                  </a:lnTo>
                  <a:lnTo>
                    <a:pt x="4555363" y="5213032"/>
                  </a:lnTo>
                  <a:lnTo>
                    <a:pt x="4555363" y="5193982"/>
                  </a:lnTo>
                  <a:close/>
                </a:path>
                <a:path w="10424160" h="5213350">
                  <a:moveTo>
                    <a:pt x="4555490" y="5206682"/>
                  </a:moveTo>
                  <a:lnTo>
                    <a:pt x="4555363" y="5206682"/>
                  </a:lnTo>
                  <a:lnTo>
                    <a:pt x="4555363" y="5213032"/>
                  </a:lnTo>
                  <a:lnTo>
                    <a:pt x="4555490" y="5213032"/>
                  </a:lnTo>
                  <a:lnTo>
                    <a:pt x="4555490" y="5206682"/>
                  </a:lnTo>
                  <a:close/>
                </a:path>
                <a:path w="10424160" h="5213350">
                  <a:moveTo>
                    <a:pt x="4560697" y="5193982"/>
                  </a:moveTo>
                  <a:lnTo>
                    <a:pt x="4555490" y="5193982"/>
                  </a:lnTo>
                  <a:lnTo>
                    <a:pt x="4555490" y="5213032"/>
                  </a:lnTo>
                  <a:lnTo>
                    <a:pt x="4560697" y="5213032"/>
                  </a:lnTo>
                  <a:lnTo>
                    <a:pt x="4565015" y="5208765"/>
                  </a:lnTo>
                  <a:lnTo>
                    <a:pt x="4565015" y="5198249"/>
                  </a:lnTo>
                  <a:lnTo>
                    <a:pt x="4560697" y="5193982"/>
                  </a:lnTo>
                  <a:close/>
                </a:path>
                <a:path w="10424160" h="5213350">
                  <a:moveTo>
                    <a:pt x="4555490" y="5193982"/>
                  </a:moveTo>
                  <a:lnTo>
                    <a:pt x="4555363" y="5193982"/>
                  </a:lnTo>
                  <a:lnTo>
                    <a:pt x="4555363" y="5200332"/>
                  </a:lnTo>
                  <a:lnTo>
                    <a:pt x="4555490" y="5200332"/>
                  </a:lnTo>
                  <a:lnTo>
                    <a:pt x="4555490" y="5193982"/>
                  </a:lnTo>
                  <a:close/>
                </a:path>
                <a:path w="10424160" h="5213350">
                  <a:moveTo>
                    <a:pt x="4517263" y="5193982"/>
                  </a:moveTo>
                  <a:lnTo>
                    <a:pt x="4512056" y="5193982"/>
                  </a:lnTo>
                  <a:lnTo>
                    <a:pt x="4507738" y="5198249"/>
                  </a:lnTo>
                  <a:lnTo>
                    <a:pt x="4507738" y="5208765"/>
                  </a:lnTo>
                  <a:lnTo>
                    <a:pt x="4512056" y="5213032"/>
                  </a:lnTo>
                  <a:lnTo>
                    <a:pt x="4517263" y="5213032"/>
                  </a:lnTo>
                  <a:lnTo>
                    <a:pt x="4517263" y="5193982"/>
                  </a:lnTo>
                  <a:close/>
                </a:path>
                <a:path w="10424160" h="5213350">
                  <a:moveTo>
                    <a:pt x="4522597" y="5193982"/>
                  </a:moveTo>
                  <a:lnTo>
                    <a:pt x="4517263" y="5193982"/>
                  </a:lnTo>
                  <a:lnTo>
                    <a:pt x="4517263" y="5213032"/>
                  </a:lnTo>
                  <a:lnTo>
                    <a:pt x="4522597" y="5213032"/>
                  </a:lnTo>
                  <a:lnTo>
                    <a:pt x="4526788" y="5208765"/>
                  </a:lnTo>
                  <a:lnTo>
                    <a:pt x="4526788" y="5198249"/>
                  </a:lnTo>
                  <a:lnTo>
                    <a:pt x="4522597" y="5193982"/>
                  </a:lnTo>
                  <a:close/>
                </a:path>
                <a:path w="10424160" h="5213350">
                  <a:moveTo>
                    <a:pt x="4479163" y="5193982"/>
                  </a:moveTo>
                  <a:lnTo>
                    <a:pt x="4473956" y="5193982"/>
                  </a:lnTo>
                  <a:lnTo>
                    <a:pt x="4469638" y="5198249"/>
                  </a:lnTo>
                  <a:lnTo>
                    <a:pt x="4469638" y="5208765"/>
                  </a:lnTo>
                  <a:lnTo>
                    <a:pt x="4473956" y="5213032"/>
                  </a:lnTo>
                  <a:lnTo>
                    <a:pt x="4479163" y="5213032"/>
                  </a:lnTo>
                  <a:lnTo>
                    <a:pt x="4479163" y="5193982"/>
                  </a:lnTo>
                  <a:close/>
                </a:path>
                <a:path w="10424160" h="5213350">
                  <a:moveTo>
                    <a:pt x="4484497" y="5193982"/>
                  </a:moveTo>
                  <a:lnTo>
                    <a:pt x="4479163" y="5193982"/>
                  </a:lnTo>
                  <a:lnTo>
                    <a:pt x="4479163" y="5213032"/>
                  </a:lnTo>
                  <a:lnTo>
                    <a:pt x="4484497" y="5213032"/>
                  </a:lnTo>
                  <a:lnTo>
                    <a:pt x="4488688" y="5208765"/>
                  </a:lnTo>
                  <a:lnTo>
                    <a:pt x="4488688" y="5198249"/>
                  </a:lnTo>
                  <a:lnTo>
                    <a:pt x="4484497" y="5193982"/>
                  </a:lnTo>
                  <a:close/>
                </a:path>
                <a:path w="10424160" h="5213350">
                  <a:moveTo>
                    <a:pt x="4441063" y="5193982"/>
                  </a:moveTo>
                  <a:lnTo>
                    <a:pt x="4435856" y="5193982"/>
                  </a:lnTo>
                  <a:lnTo>
                    <a:pt x="4431538" y="5198249"/>
                  </a:lnTo>
                  <a:lnTo>
                    <a:pt x="4431538" y="5208765"/>
                  </a:lnTo>
                  <a:lnTo>
                    <a:pt x="4435856" y="5213032"/>
                  </a:lnTo>
                  <a:lnTo>
                    <a:pt x="4441063" y="5213032"/>
                  </a:lnTo>
                  <a:lnTo>
                    <a:pt x="4441063" y="5193982"/>
                  </a:lnTo>
                  <a:close/>
                </a:path>
                <a:path w="10424160" h="5213350">
                  <a:moveTo>
                    <a:pt x="4446397" y="5193982"/>
                  </a:moveTo>
                  <a:lnTo>
                    <a:pt x="4441063" y="5193982"/>
                  </a:lnTo>
                  <a:lnTo>
                    <a:pt x="4441063" y="5213032"/>
                  </a:lnTo>
                  <a:lnTo>
                    <a:pt x="4446397" y="5213032"/>
                  </a:lnTo>
                  <a:lnTo>
                    <a:pt x="4450588" y="5208765"/>
                  </a:lnTo>
                  <a:lnTo>
                    <a:pt x="4450588" y="5198249"/>
                  </a:lnTo>
                  <a:lnTo>
                    <a:pt x="4446397" y="5193982"/>
                  </a:lnTo>
                  <a:close/>
                </a:path>
                <a:path w="10424160" h="5213350">
                  <a:moveTo>
                    <a:pt x="4402963" y="5193982"/>
                  </a:moveTo>
                  <a:lnTo>
                    <a:pt x="4397629" y="5193982"/>
                  </a:lnTo>
                  <a:lnTo>
                    <a:pt x="4393438" y="5198249"/>
                  </a:lnTo>
                  <a:lnTo>
                    <a:pt x="4393438" y="5208765"/>
                  </a:lnTo>
                  <a:lnTo>
                    <a:pt x="4397629" y="5213032"/>
                  </a:lnTo>
                  <a:lnTo>
                    <a:pt x="4402963" y="5213032"/>
                  </a:lnTo>
                  <a:lnTo>
                    <a:pt x="4402963" y="5193982"/>
                  </a:lnTo>
                  <a:close/>
                </a:path>
                <a:path w="10424160" h="5213350">
                  <a:moveTo>
                    <a:pt x="4408170" y="5193982"/>
                  </a:moveTo>
                  <a:lnTo>
                    <a:pt x="4402963" y="5193982"/>
                  </a:lnTo>
                  <a:lnTo>
                    <a:pt x="4402963" y="5213032"/>
                  </a:lnTo>
                  <a:lnTo>
                    <a:pt x="4408170" y="5213032"/>
                  </a:lnTo>
                  <a:lnTo>
                    <a:pt x="4412488" y="5208765"/>
                  </a:lnTo>
                  <a:lnTo>
                    <a:pt x="4412488" y="5198249"/>
                  </a:lnTo>
                  <a:lnTo>
                    <a:pt x="4408170" y="5193982"/>
                  </a:lnTo>
                  <a:close/>
                </a:path>
                <a:path w="10424160" h="5213350">
                  <a:moveTo>
                    <a:pt x="4364863" y="5193982"/>
                  </a:moveTo>
                  <a:lnTo>
                    <a:pt x="4359529" y="5193982"/>
                  </a:lnTo>
                  <a:lnTo>
                    <a:pt x="4355338" y="5198249"/>
                  </a:lnTo>
                  <a:lnTo>
                    <a:pt x="4355338" y="5208765"/>
                  </a:lnTo>
                  <a:lnTo>
                    <a:pt x="4359529" y="5213032"/>
                  </a:lnTo>
                  <a:lnTo>
                    <a:pt x="4364863" y="5213032"/>
                  </a:lnTo>
                  <a:lnTo>
                    <a:pt x="4364863" y="5193982"/>
                  </a:lnTo>
                  <a:close/>
                </a:path>
                <a:path w="10424160" h="5213350">
                  <a:moveTo>
                    <a:pt x="4370070" y="5193982"/>
                  </a:moveTo>
                  <a:lnTo>
                    <a:pt x="4364863" y="5193982"/>
                  </a:lnTo>
                  <a:lnTo>
                    <a:pt x="4364863" y="5213032"/>
                  </a:lnTo>
                  <a:lnTo>
                    <a:pt x="4370070" y="5213032"/>
                  </a:lnTo>
                  <a:lnTo>
                    <a:pt x="4374388" y="5208765"/>
                  </a:lnTo>
                  <a:lnTo>
                    <a:pt x="4374388" y="5198249"/>
                  </a:lnTo>
                  <a:lnTo>
                    <a:pt x="4370070" y="5193982"/>
                  </a:lnTo>
                  <a:close/>
                </a:path>
                <a:path w="10424160" h="5213350">
                  <a:moveTo>
                    <a:pt x="4326763" y="5193982"/>
                  </a:moveTo>
                  <a:lnTo>
                    <a:pt x="4321429" y="5193982"/>
                  </a:lnTo>
                  <a:lnTo>
                    <a:pt x="4317238" y="5198249"/>
                  </a:lnTo>
                  <a:lnTo>
                    <a:pt x="4317238" y="5208765"/>
                  </a:lnTo>
                  <a:lnTo>
                    <a:pt x="4321429" y="5213032"/>
                  </a:lnTo>
                  <a:lnTo>
                    <a:pt x="4326763" y="5213032"/>
                  </a:lnTo>
                  <a:lnTo>
                    <a:pt x="4326763" y="5193982"/>
                  </a:lnTo>
                  <a:close/>
                </a:path>
                <a:path w="10424160" h="5213350">
                  <a:moveTo>
                    <a:pt x="4331970" y="5193982"/>
                  </a:moveTo>
                  <a:lnTo>
                    <a:pt x="4326763" y="5193982"/>
                  </a:lnTo>
                  <a:lnTo>
                    <a:pt x="4326763" y="5213032"/>
                  </a:lnTo>
                  <a:lnTo>
                    <a:pt x="4331970" y="5213032"/>
                  </a:lnTo>
                  <a:lnTo>
                    <a:pt x="4336288" y="5208765"/>
                  </a:lnTo>
                  <a:lnTo>
                    <a:pt x="4336288" y="5198249"/>
                  </a:lnTo>
                  <a:lnTo>
                    <a:pt x="4331970" y="5193982"/>
                  </a:lnTo>
                  <a:close/>
                </a:path>
                <a:path w="10424160" h="5213350">
                  <a:moveTo>
                    <a:pt x="4288536" y="5193982"/>
                  </a:moveTo>
                  <a:lnTo>
                    <a:pt x="4283329" y="5193982"/>
                  </a:lnTo>
                  <a:lnTo>
                    <a:pt x="4279011" y="5198249"/>
                  </a:lnTo>
                  <a:lnTo>
                    <a:pt x="4279011" y="5208765"/>
                  </a:lnTo>
                  <a:lnTo>
                    <a:pt x="4283329" y="5213032"/>
                  </a:lnTo>
                  <a:lnTo>
                    <a:pt x="4288536" y="5213032"/>
                  </a:lnTo>
                  <a:lnTo>
                    <a:pt x="4288536" y="5193982"/>
                  </a:lnTo>
                  <a:close/>
                </a:path>
                <a:path w="10424160" h="5213350">
                  <a:moveTo>
                    <a:pt x="4293870" y="5193982"/>
                  </a:moveTo>
                  <a:lnTo>
                    <a:pt x="4288663" y="5193982"/>
                  </a:lnTo>
                  <a:lnTo>
                    <a:pt x="4288663" y="5213032"/>
                  </a:lnTo>
                  <a:lnTo>
                    <a:pt x="4293870" y="5213032"/>
                  </a:lnTo>
                  <a:lnTo>
                    <a:pt x="4298188" y="5208765"/>
                  </a:lnTo>
                  <a:lnTo>
                    <a:pt x="4298188" y="5198249"/>
                  </a:lnTo>
                  <a:lnTo>
                    <a:pt x="4293870" y="5193982"/>
                  </a:lnTo>
                  <a:close/>
                </a:path>
                <a:path w="10424160" h="5213350">
                  <a:moveTo>
                    <a:pt x="4250436" y="5193982"/>
                  </a:moveTo>
                  <a:lnTo>
                    <a:pt x="4245229" y="5193982"/>
                  </a:lnTo>
                  <a:lnTo>
                    <a:pt x="4240911" y="5198249"/>
                  </a:lnTo>
                  <a:lnTo>
                    <a:pt x="4240911" y="5208765"/>
                  </a:lnTo>
                  <a:lnTo>
                    <a:pt x="4245229" y="5213032"/>
                  </a:lnTo>
                  <a:lnTo>
                    <a:pt x="4250436" y="5213032"/>
                  </a:lnTo>
                  <a:lnTo>
                    <a:pt x="4250436" y="5193982"/>
                  </a:lnTo>
                  <a:close/>
                </a:path>
                <a:path w="10424160" h="5213350">
                  <a:moveTo>
                    <a:pt x="4255770" y="5193982"/>
                  </a:moveTo>
                  <a:lnTo>
                    <a:pt x="4250436" y="5193982"/>
                  </a:lnTo>
                  <a:lnTo>
                    <a:pt x="4250436" y="5213032"/>
                  </a:lnTo>
                  <a:lnTo>
                    <a:pt x="4255770" y="5213032"/>
                  </a:lnTo>
                  <a:lnTo>
                    <a:pt x="4259961" y="5208765"/>
                  </a:lnTo>
                  <a:lnTo>
                    <a:pt x="4259961" y="5198249"/>
                  </a:lnTo>
                  <a:lnTo>
                    <a:pt x="4255770" y="5193982"/>
                  </a:lnTo>
                  <a:close/>
                </a:path>
                <a:path w="10424160" h="5213350">
                  <a:moveTo>
                    <a:pt x="4212336" y="5193982"/>
                  </a:moveTo>
                  <a:lnTo>
                    <a:pt x="4207129" y="5193982"/>
                  </a:lnTo>
                  <a:lnTo>
                    <a:pt x="4202811" y="5198249"/>
                  </a:lnTo>
                  <a:lnTo>
                    <a:pt x="4202811" y="5208765"/>
                  </a:lnTo>
                  <a:lnTo>
                    <a:pt x="4207129" y="5213032"/>
                  </a:lnTo>
                  <a:lnTo>
                    <a:pt x="4212336" y="5213032"/>
                  </a:lnTo>
                  <a:lnTo>
                    <a:pt x="4212336" y="5193982"/>
                  </a:lnTo>
                  <a:close/>
                </a:path>
                <a:path w="10424160" h="5213350">
                  <a:moveTo>
                    <a:pt x="4217670" y="5193982"/>
                  </a:moveTo>
                  <a:lnTo>
                    <a:pt x="4212336" y="5193982"/>
                  </a:lnTo>
                  <a:lnTo>
                    <a:pt x="4212336" y="5213032"/>
                  </a:lnTo>
                  <a:lnTo>
                    <a:pt x="4217670" y="5213032"/>
                  </a:lnTo>
                  <a:lnTo>
                    <a:pt x="4221861" y="5208765"/>
                  </a:lnTo>
                  <a:lnTo>
                    <a:pt x="4221861" y="5198249"/>
                  </a:lnTo>
                  <a:lnTo>
                    <a:pt x="4217670" y="5193982"/>
                  </a:lnTo>
                  <a:close/>
                </a:path>
                <a:path w="10424160" h="5213350">
                  <a:moveTo>
                    <a:pt x="4174236" y="5193982"/>
                  </a:moveTo>
                  <a:lnTo>
                    <a:pt x="4169029" y="5193982"/>
                  </a:lnTo>
                  <a:lnTo>
                    <a:pt x="4164711" y="5198249"/>
                  </a:lnTo>
                  <a:lnTo>
                    <a:pt x="4164711" y="5208765"/>
                  </a:lnTo>
                  <a:lnTo>
                    <a:pt x="4169029" y="5213032"/>
                  </a:lnTo>
                  <a:lnTo>
                    <a:pt x="4174236" y="5213032"/>
                  </a:lnTo>
                  <a:lnTo>
                    <a:pt x="4174236" y="5193982"/>
                  </a:lnTo>
                  <a:close/>
                </a:path>
                <a:path w="10424160" h="5213350">
                  <a:moveTo>
                    <a:pt x="4179570" y="5193982"/>
                  </a:moveTo>
                  <a:lnTo>
                    <a:pt x="4174236" y="5193982"/>
                  </a:lnTo>
                  <a:lnTo>
                    <a:pt x="4174236" y="5213032"/>
                  </a:lnTo>
                  <a:lnTo>
                    <a:pt x="4179570" y="5213032"/>
                  </a:lnTo>
                  <a:lnTo>
                    <a:pt x="4183761" y="5208765"/>
                  </a:lnTo>
                  <a:lnTo>
                    <a:pt x="4183761" y="5198249"/>
                  </a:lnTo>
                  <a:lnTo>
                    <a:pt x="4179570" y="5193982"/>
                  </a:lnTo>
                  <a:close/>
                </a:path>
                <a:path w="10424160" h="5213350">
                  <a:moveTo>
                    <a:pt x="4136136" y="5193982"/>
                  </a:moveTo>
                  <a:lnTo>
                    <a:pt x="4130802" y="5193982"/>
                  </a:lnTo>
                  <a:lnTo>
                    <a:pt x="4126611" y="5198249"/>
                  </a:lnTo>
                  <a:lnTo>
                    <a:pt x="4126611" y="5208765"/>
                  </a:lnTo>
                  <a:lnTo>
                    <a:pt x="4130802" y="5213032"/>
                  </a:lnTo>
                  <a:lnTo>
                    <a:pt x="4136136" y="5213032"/>
                  </a:lnTo>
                  <a:lnTo>
                    <a:pt x="4136136" y="5193982"/>
                  </a:lnTo>
                  <a:close/>
                </a:path>
                <a:path w="10424160" h="5213350">
                  <a:moveTo>
                    <a:pt x="4141343" y="5193982"/>
                  </a:moveTo>
                  <a:lnTo>
                    <a:pt x="4136136" y="5193982"/>
                  </a:lnTo>
                  <a:lnTo>
                    <a:pt x="4136136" y="5213032"/>
                  </a:lnTo>
                  <a:lnTo>
                    <a:pt x="4141343" y="5213032"/>
                  </a:lnTo>
                  <a:lnTo>
                    <a:pt x="4145661" y="5208765"/>
                  </a:lnTo>
                  <a:lnTo>
                    <a:pt x="4145661" y="5198249"/>
                  </a:lnTo>
                  <a:lnTo>
                    <a:pt x="4141343" y="5193982"/>
                  </a:lnTo>
                  <a:close/>
                </a:path>
                <a:path w="10424160" h="5213350">
                  <a:moveTo>
                    <a:pt x="4098036" y="5193982"/>
                  </a:moveTo>
                  <a:lnTo>
                    <a:pt x="4092702" y="5193982"/>
                  </a:lnTo>
                  <a:lnTo>
                    <a:pt x="4088511" y="5198249"/>
                  </a:lnTo>
                  <a:lnTo>
                    <a:pt x="4088511" y="5208765"/>
                  </a:lnTo>
                  <a:lnTo>
                    <a:pt x="4092702" y="5213032"/>
                  </a:lnTo>
                  <a:lnTo>
                    <a:pt x="4098036" y="5213032"/>
                  </a:lnTo>
                  <a:lnTo>
                    <a:pt x="4098036" y="5193982"/>
                  </a:lnTo>
                  <a:close/>
                </a:path>
                <a:path w="10424160" h="5213350">
                  <a:moveTo>
                    <a:pt x="4103243" y="5193982"/>
                  </a:moveTo>
                  <a:lnTo>
                    <a:pt x="4098036" y="5193982"/>
                  </a:lnTo>
                  <a:lnTo>
                    <a:pt x="4098036" y="5213032"/>
                  </a:lnTo>
                  <a:lnTo>
                    <a:pt x="4103243" y="5213032"/>
                  </a:lnTo>
                  <a:lnTo>
                    <a:pt x="4107561" y="5208765"/>
                  </a:lnTo>
                  <a:lnTo>
                    <a:pt x="4107561" y="5198249"/>
                  </a:lnTo>
                  <a:lnTo>
                    <a:pt x="4103243" y="5193982"/>
                  </a:lnTo>
                  <a:close/>
                </a:path>
                <a:path w="10424160" h="5213350">
                  <a:moveTo>
                    <a:pt x="4059809" y="5193982"/>
                  </a:moveTo>
                  <a:lnTo>
                    <a:pt x="4054602" y="5193982"/>
                  </a:lnTo>
                  <a:lnTo>
                    <a:pt x="4050284" y="5198249"/>
                  </a:lnTo>
                  <a:lnTo>
                    <a:pt x="4050284" y="5208765"/>
                  </a:lnTo>
                  <a:lnTo>
                    <a:pt x="4054602" y="5213032"/>
                  </a:lnTo>
                  <a:lnTo>
                    <a:pt x="4059809" y="5213032"/>
                  </a:lnTo>
                  <a:lnTo>
                    <a:pt x="4059809" y="5193982"/>
                  </a:lnTo>
                  <a:close/>
                </a:path>
                <a:path w="10424160" h="5213350">
                  <a:moveTo>
                    <a:pt x="4065143" y="5193982"/>
                  </a:moveTo>
                  <a:lnTo>
                    <a:pt x="4059936" y="5193982"/>
                  </a:lnTo>
                  <a:lnTo>
                    <a:pt x="4059936" y="5213032"/>
                  </a:lnTo>
                  <a:lnTo>
                    <a:pt x="4065143" y="5213032"/>
                  </a:lnTo>
                  <a:lnTo>
                    <a:pt x="4069461" y="5208765"/>
                  </a:lnTo>
                  <a:lnTo>
                    <a:pt x="4069461" y="5198249"/>
                  </a:lnTo>
                  <a:lnTo>
                    <a:pt x="4065143" y="5193982"/>
                  </a:lnTo>
                  <a:close/>
                </a:path>
                <a:path w="10424160" h="5213350">
                  <a:moveTo>
                    <a:pt x="4021709" y="5193982"/>
                  </a:moveTo>
                  <a:lnTo>
                    <a:pt x="4016502" y="5193982"/>
                  </a:lnTo>
                  <a:lnTo>
                    <a:pt x="4012184" y="5198249"/>
                  </a:lnTo>
                  <a:lnTo>
                    <a:pt x="4012184" y="5208765"/>
                  </a:lnTo>
                  <a:lnTo>
                    <a:pt x="4016502" y="5213032"/>
                  </a:lnTo>
                  <a:lnTo>
                    <a:pt x="4021709" y="5213032"/>
                  </a:lnTo>
                  <a:lnTo>
                    <a:pt x="4021709" y="5193982"/>
                  </a:lnTo>
                  <a:close/>
                </a:path>
                <a:path w="10424160" h="5213350">
                  <a:moveTo>
                    <a:pt x="4027043" y="5193982"/>
                  </a:moveTo>
                  <a:lnTo>
                    <a:pt x="4021709" y="5193982"/>
                  </a:lnTo>
                  <a:lnTo>
                    <a:pt x="4021709" y="5213032"/>
                  </a:lnTo>
                  <a:lnTo>
                    <a:pt x="4027043" y="5213032"/>
                  </a:lnTo>
                  <a:lnTo>
                    <a:pt x="4031234" y="5208765"/>
                  </a:lnTo>
                  <a:lnTo>
                    <a:pt x="4031234" y="5198249"/>
                  </a:lnTo>
                  <a:lnTo>
                    <a:pt x="4027043" y="5193982"/>
                  </a:lnTo>
                  <a:close/>
                </a:path>
                <a:path w="10424160" h="5213350">
                  <a:moveTo>
                    <a:pt x="3983609" y="5193982"/>
                  </a:moveTo>
                  <a:lnTo>
                    <a:pt x="3978402" y="5193982"/>
                  </a:lnTo>
                  <a:lnTo>
                    <a:pt x="3974084" y="5198249"/>
                  </a:lnTo>
                  <a:lnTo>
                    <a:pt x="3974084" y="5208765"/>
                  </a:lnTo>
                  <a:lnTo>
                    <a:pt x="3978402" y="5213032"/>
                  </a:lnTo>
                  <a:lnTo>
                    <a:pt x="3983609" y="5213032"/>
                  </a:lnTo>
                  <a:lnTo>
                    <a:pt x="3983609" y="5193982"/>
                  </a:lnTo>
                  <a:close/>
                </a:path>
                <a:path w="10424160" h="5213350">
                  <a:moveTo>
                    <a:pt x="3988943" y="5193982"/>
                  </a:moveTo>
                  <a:lnTo>
                    <a:pt x="3983609" y="5193982"/>
                  </a:lnTo>
                  <a:lnTo>
                    <a:pt x="3983609" y="5213032"/>
                  </a:lnTo>
                  <a:lnTo>
                    <a:pt x="3988943" y="5213032"/>
                  </a:lnTo>
                  <a:lnTo>
                    <a:pt x="3993134" y="5208765"/>
                  </a:lnTo>
                  <a:lnTo>
                    <a:pt x="3993134" y="5198249"/>
                  </a:lnTo>
                  <a:lnTo>
                    <a:pt x="3988943" y="5193982"/>
                  </a:lnTo>
                  <a:close/>
                </a:path>
                <a:path w="10424160" h="5213350">
                  <a:moveTo>
                    <a:pt x="3945509" y="5193982"/>
                  </a:moveTo>
                  <a:lnTo>
                    <a:pt x="3940302" y="5193982"/>
                  </a:lnTo>
                  <a:lnTo>
                    <a:pt x="3935984" y="5198249"/>
                  </a:lnTo>
                  <a:lnTo>
                    <a:pt x="3935984" y="5208765"/>
                  </a:lnTo>
                  <a:lnTo>
                    <a:pt x="3940302" y="5213032"/>
                  </a:lnTo>
                  <a:lnTo>
                    <a:pt x="3945509" y="5213032"/>
                  </a:lnTo>
                  <a:lnTo>
                    <a:pt x="3945509" y="5193982"/>
                  </a:lnTo>
                  <a:close/>
                </a:path>
                <a:path w="10424160" h="5213350">
                  <a:moveTo>
                    <a:pt x="3950843" y="5193982"/>
                  </a:moveTo>
                  <a:lnTo>
                    <a:pt x="3945509" y="5193982"/>
                  </a:lnTo>
                  <a:lnTo>
                    <a:pt x="3945509" y="5213032"/>
                  </a:lnTo>
                  <a:lnTo>
                    <a:pt x="3950843" y="5213032"/>
                  </a:lnTo>
                  <a:lnTo>
                    <a:pt x="3955034" y="5208765"/>
                  </a:lnTo>
                  <a:lnTo>
                    <a:pt x="3955034" y="5198249"/>
                  </a:lnTo>
                  <a:lnTo>
                    <a:pt x="3950843" y="5193982"/>
                  </a:lnTo>
                  <a:close/>
                </a:path>
                <a:path w="10424160" h="5213350">
                  <a:moveTo>
                    <a:pt x="3907409" y="5193982"/>
                  </a:moveTo>
                  <a:lnTo>
                    <a:pt x="3902075" y="5193982"/>
                  </a:lnTo>
                  <a:lnTo>
                    <a:pt x="3897884" y="5198249"/>
                  </a:lnTo>
                  <a:lnTo>
                    <a:pt x="3897884" y="5208765"/>
                  </a:lnTo>
                  <a:lnTo>
                    <a:pt x="3902075" y="5213032"/>
                  </a:lnTo>
                  <a:lnTo>
                    <a:pt x="3907409" y="5213032"/>
                  </a:lnTo>
                  <a:lnTo>
                    <a:pt x="3907409" y="5193982"/>
                  </a:lnTo>
                  <a:close/>
                </a:path>
                <a:path w="10424160" h="5213350">
                  <a:moveTo>
                    <a:pt x="3912616" y="5193982"/>
                  </a:moveTo>
                  <a:lnTo>
                    <a:pt x="3907409" y="5193982"/>
                  </a:lnTo>
                  <a:lnTo>
                    <a:pt x="3907409" y="5213032"/>
                  </a:lnTo>
                  <a:lnTo>
                    <a:pt x="3912616" y="5213032"/>
                  </a:lnTo>
                  <a:lnTo>
                    <a:pt x="3916934" y="5208765"/>
                  </a:lnTo>
                  <a:lnTo>
                    <a:pt x="3916934" y="5198249"/>
                  </a:lnTo>
                  <a:lnTo>
                    <a:pt x="3912616" y="5193982"/>
                  </a:lnTo>
                  <a:close/>
                </a:path>
                <a:path w="10424160" h="5213350">
                  <a:moveTo>
                    <a:pt x="3869309" y="5193982"/>
                  </a:moveTo>
                  <a:lnTo>
                    <a:pt x="3863975" y="5193982"/>
                  </a:lnTo>
                  <a:lnTo>
                    <a:pt x="3859784" y="5198249"/>
                  </a:lnTo>
                  <a:lnTo>
                    <a:pt x="3859784" y="5208765"/>
                  </a:lnTo>
                  <a:lnTo>
                    <a:pt x="3863975" y="5213032"/>
                  </a:lnTo>
                  <a:lnTo>
                    <a:pt x="3869309" y="5213032"/>
                  </a:lnTo>
                  <a:lnTo>
                    <a:pt x="3869309" y="5193982"/>
                  </a:lnTo>
                  <a:close/>
                </a:path>
                <a:path w="10424160" h="5213350">
                  <a:moveTo>
                    <a:pt x="3874516" y="5193982"/>
                  </a:moveTo>
                  <a:lnTo>
                    <a:pt x="3869309" y="5193982"/>
                  </a:lnTo>
                  <a:lnTo>
                    <a:pt x="3869309" y="5213032"/>
                  </a:lnTo>
                  <a:lnTo>
                    <a:pt x="3874516" y="5213032"/>
                  </a:lnTo>
                  <a:lnTo>
                    <a:pt x="3878834" y="5208765"/>
                  </a:lnTo>
                  <a:lnTo>
                    <a:pt x="3878834" y="5198249"/>
                  </a:lnTo>
                  <a:lnTo>
                    <a:pt x="3874516" y="5193982"/>
                  </a:lnTo>
                  <a:close/>
                </a:path>
                <a:path w="10424160" h="5213350">
                  <a:moveTo>
                    <a:pt x="3831209" y="5193982"/>
                  </a:moveTo>
                  <a:lnTo>
                    <a:pt x="3825875" y="5193982"/>
                  </a:lnTo>
                  <a:lnTo>
                    <a:pt x="3821684" y="5198249"/>
                  </a:lnTo>
                  <a:lnTo>
                    <a:pt x="3821684" y="5208765"/>
                  </a:lnTo>
                  <a:lnTo>
                    <a:pt x="3825875" y="5213032"/>
                  </a:lnTo>
                  <a:lnTo>
                    <a:pt x="3831209" y="5213032"/>
                  </a:lnTo>
                  <a:lnTo>
                    <a:pt x="3831209" y="5193982"/>
                  </a:lnTo>
                  <a:close/>
                </a:path>
                <a:path w="10424160" h="5213350">
                  <a:moveTo>
                    <a:pt x="3836416" y="5193982"/>
                  </a:moveTo>
                  <a:lnTo>
                    <a:pt x="3831209" y="5193982"/>
                  </a:lnTo>
                  <a:lnTo>
                    <a:pt x="3831209" y="5213032"/>
                  </a:lnTo>
                  <a:lnTo>
                    <a:pt x="3836416" y="5213032"/>
                  </a:lnTo>
                  <a:lnTo>
                    <a:pt x="3840734" y="5208765"/>
                  </a:lnTo>
                  <a:lnTo>
                    <a:pt x="3840734" y="5198249"/>
                  </a:lnTo>
                  <a:lnTo>
                    <a:pt x="3836416" y="5193982"/>
                  </a:lnTo>
                  <a:close/>
                </a:path>
                <a:path w="10424160" h="5213350">
                  <a:moveTo>
                    <a:pt x="3792982" y="5193982"/>
                  </a:moveTo>
                  <a:lnTo>
                    <a:pt x="3787775" y="5193982"/>
                  </a:lnTo>
                  <a:lnTo>
                    <a:pt x="3783457" y="5198249"/>
                  </a:lnTo>
                  <a:lnTo>
                    <a:pt x="3783457" y="5208765"/>
                  </a:lnTo>
                  <a:lnTo>
                    <a:pt x="3787775" y="5213032"/>
                  </a:lnTo>
                  <a:lnTo>
                    <a:pt x="3792982" y="5213032"/>
                  </a:lnTo>
                  <a:lnTo>
                    <a:pt x="3792982" y="5193982"/>
                  </a:lnTo>
                  <a:close/>
                </a:path>
                <a:path w="10424160" h="5213350">
                  <a:moveTo>
                    <a:pt x="3798316" y="5193982"/>
                  </a:moveTo>
                  <a:lnTo>
                    <a:pt x="3793109" y="5193982"/>
                  </a:lnTo>
                  <a:lnTo>
                    <a:pt x="3793109" y="5213032"/>
                  </a:lnTo>
                  <a:lnTo>
                    <a:pt x="3798316" y="5213032"/>
                  </a:lnTo>
                  <a:lnTo>
                    <a:pt x="3802634" y="5208765"/>
                  </a:lnTo>
                  <a:lnTo>
                    <a:pt x="3802634" y="5198249"/>
                  </a:lnTo>
                  <a:lnTo>
                    <a:pt x="3798316" y="5193982"/>
                  </a:lnTo>
                  <a:close/>
                </a:path>
                <a:path w="10424160" h="5213350">
                  <a:moveTo>
                    <a:pt x="3754882" y="5193982"/>
                  </a:moveTo>
                  <a:lnTo>
                    <a:pt x="3749675" y="5193982"/>
                  </a:lnTo>
                  <a:lnTo>
                    <a:pt x="3745357" y="5198249"/>
                  </a:lnTo>
                  <a:lnTo>
                    <a:pt x="3745357" y="5208765"/>
                  </a:lnTo>
                  <a:lnTo>
                    <a:pt x="3749675" y="5213032"/>
                  </a:lnTo>
                  <a:lnTo>
                    <a:pt x="3754882" y="5213032"/>
                  </a:lnTo>
                  <a:lnTo>
                    <a:pt x="3754882" y="5193982"/>
                  </a:lnTo>
                  <a:close/>
                </a:path>
                <a:path w="10424160" h="5213350">
                  <a:moveTo>
                    <a:pt x="3760216" y="5193982"/>
                  </a:moveTo>
                  <a:lnTo>
                    <a:pt x="3754882" y="5193982"/>
                  </a:lnTo>
                  <a:lnTo>
                    <a:pt x="3754882" y="5213032"/>
                  </a:lnTo>
                  <a:lnTo>
                    <a:pt x="3760216" y="5213032"/>
                  </a:lnTo>
                  <a:lnTo>
                    <a:pt x="3764407" y="5208765"/>
                  </a:lnTo>
                  <a:lnTo>
                    <a:pt x="3764407" y="5198249"/>
                  </a:lnTo>
                  <a:lnTo>
                    <a:pt x="3760216" y="5193982"/>
                  </a:lnTo>
                  <a:close/>
                </a:path>
                <a:path w="10424160" h="5213350">
                  <a:moveTo>
                    <a:pt x="3716782" y="5193982"/>
                  </a:moveTo>
                  <a:lnTo>
                    <a:pt x="3711575" y="5193982"/>
                  </a:lnTo>
                  <a:lnTo>
                    <a:pt x="3707257" y="5198249"/>
                  </a:lnTo>
                  <a:lnTo>
                    <a:pt x="3707257" y="5208765"/>
                  </a:lnTo>
                  <a:lnTo>
                    <a:pt x="3711575" y="5213032"/>
                  </a:lnTo>
                  <a:lnTo>
                    <a:pt x="3716782" y="5213032"/>
                  </a:lnTo>
                  <a:lnTo>
                    <a:pt x="3716782" y="5193982"/>
                  </a:lnTo>
                  <a:close/>
                </a:path>
                <a:path w="10424160" h="5213350">
                  <a:moveTo>
                    <a:pt x="3722116" y="5193982"/>
                  </a:moveTo>
                  <a:lnTo>
                    <a:pt x="3716782" y="5193982"/>
                  </a:lnTo>
                  <a:lnTo>
                    <a:pt x="3716782" y="5213032"/>
                  </a:lnTo>
                  <a:lnTo>
                    <a:pt x="3722116" y="5213032"/>
                  </a:lnTo>
                  <a:lnTo>
                    <a:pt x="3726307" y="5208765"/>
                  </a:lnTo>
                  <a:lnTo>
                    <a:pt x="3726307" y="5198249"/>
                  </a:lnTo>
                  <a:lnTo>
                    <a:pt x="3722116" y="5193982"/>
                  </a:lnTo>
                  <a:close/>
                </a:path>
                <a:path w="10424160" h="5213350">
                  <a:moveTo>
                    <a:pt x="3678682" y="5193982"/>
                  </a:moveTo>
                  <a:lnTo>
                    <a:pt x="3673475" y="5193982"/>
                  </a:lnTo>
                  <a:lnTo>
                    <a:pt x="3669157" y="5198249"/>
                  </a:lnTo>
                  <a:lnTo>
                    <a:pt x="3669157" y="5208765"/>
                  </a:lnTo>
                  <a:lnTo>
                    <a:pt x="3673475" y="5213032"/>
                  </a:lnTo>
                  <a:lnTo>
                    <a:pt x="3678682" y="5213032"/>
                  </a:lnTo>
                  <a:lnTo>
                    <a:pt x="3678682" y="5193982"/>
                  </a:lnTo>
                  <a:close/>
                </a:path>
                <a:path w="10424160" h="5213350">
                  <a:moveTo>
                    <a:pt x="3684016" y="5193982"/>
                  </a:moveTo>
                  <a:lnTo>
                    <a:pt x="3678682" y="5193982"/>
                  </a:lnTo>
                  <a:lnTo>
                    <a:pt x="3678682" y="5213032"/>
                  </a:lnTo>
                  <a:lnTo>
                    <a:pt x="3684016" y="5213032"/>
                  </a:lnTo>
                  <a:lnTo>
                    <a:pt x="3688207" y="5208765"/>
                  </a:lnTo>
                  <a:lnTo>
                    <a:pt x="3688207" y="5198249"/>
                  </a:lnTo>
                  <a:lnTo>
                    <a:pt x="3684016" y="5193982"/>
                  </a:lnTo>
                  <a:close/>
                </a:path>
                <a:path w="10424160" h="5213350">
                  <a:moveTo>
                    <a:pt x="3640582" y="5193982"/>
                  </a:moveTo>
                  <a:lnTo>
                    <a:pt x="3635248" y="5193982"/>
                  </a:lnTo>
                  <a:lnTo>
                    <a:pt x="3631057" y="5198249"/>
                  </a:lnTo>
                  <a:lnTo>
                    <a:pt x="3631057" y="5208765"/>
                  </a:lnTo>
                  <a:lnTo>
                    <a:pt x="3635248" y="5213032"/>
                  </a:lnTo>
                  <a:lnTo>
                    <a:pt x="3640582" y="5213032"/>
                  </a:lnTo>
                  <a:lnTo>
                    <a:pt x="3640582" y="5193982"/>
                  </a:lnTo>
                  <a:close/>
                </a:path>
                <a:path w="10424160" h="5213350">
                  <a:moveTo>
                    <a:pt x="3645789" y="5193982"/>
                  </a:moveTo>
                  <a:lnTo>
                    <a:pt x="3640582" y="5193982"/>
                  </a:lnTo>
                  <a:lnTo>
                    <a:pt x="3640582" y="5213032"/>
                  </a:lnTo>
                  <a:lnTo>
                    <a:pt x="3645789" y="5213032"/>
                  </a:lnTo>
                  <a:lnTo>
                    <a:pt x="3650107" y="5208765"/>
                  </a:lnTo>
                  <a:lnTo>
                    <a:pt x="3650107" y="5198249"/>
                  </a:lnTo>
                  <a:lnTo>
                    <a:pt x="3645789" y="5193982"/>
                  </a:lnTo>
                  <a:close/>
                </a:path>
                <a:path w="10424160" h="5213350">
                  <a:moveTo>
                    <a:pt x="3602482" y="5193982"/>
                  </a:moveTo>
                  <a:lnTo>
                    <a:pt x="3597148" y="5193982"/>
                  </a:lnTo>
                  <a:lnTo>
                    <a:pt x="3592957" y="5198249"/>
                  </a:lnTo>
                  <a:lnTo>
                    <a:pt x="3592957" y="5208765"/>
                  </a:lnTo>
                  <a:lnTo>
                    <a:pt x="3597148" y="5213032"/>
                  </a:lnTo>
                  <a:lnTo>
                    <a:pt x="3602482" y="5213032"/>
                  </a:lnTo>
                  <a:lnTo>
                    <a:pt x="3602482" y="5193982"/>
                  </a:lnTo>
                  <a:close/>
                </a:path>
                <a:path w="10424160" h="5213350">
                  <a:moveTo>
                    <a:pt x="3607689" y="5193982"/>
                  </a:moveTo>
                  <a:lnTo>
                    <a:pt x="3602482" y="5193982"/>
                  </a:lnTo>
                  <a:lnTo>
                    <a:pt x="3602482" y="5213032"/>
                  </a:lnTo>
                  <a:lnTo>
                    <a:pt x="3607689" y="5213032"/>
                  </a:lnTo>
                  <a:lnTo>
                    <a:pt x="3612007" y="5208765"/>
                  </a:lnTo>
                  <a:lnTo>
                    <a:pt x="3612007" y="5198249"/>
                  </a:lnTo>
                  <a:lnTo>
                    <a:pt x="3607689" y="5193982"/>
                  </a:lnTo>
                  <a:close/>
                </a:path>
                <a:path w="10424160" h="5213350">
                  <a:moveTo>
                    <a:pt x="3564382" y="5193982"/>
                  </a:moveTo>
                  <a:lnTo>
                    <a:pt x="3559048" y="5193982"/>
                  </a:lnTo>
                  <a:lnTo>
                    <a:pt x="3554857" y="5198249"/>
                  </a:lnTo>
                  <a:lnTo>
                    <a:pt x="3554857" y="5208765"/>
                  </a:lnTo>
                  <a:lnTo>
                    <a:pt x="3559048" y="5213032"/>
                  </a:lnTo>
                  <a:lnTo>
                    <a:pt x="3564382" y="5213032"/>
                  </a:lnTo>
                  <a:lnTo>
                    <a:pt x="3564382" y="5193982"/>
                  </a:lnTo>
                  <a:close/>
                </a:path>
                <a:path w="10424160" h="5213350">
                  <a:moveTo>
                    <a:pt x="3569589" y="5193982"/>
                  </a:moveTo>
                  <a:lnTo>
                    <a:pt x="3564382" y="5193982"/>
                  </a:lnTo>
                  <a:lnTo>
                    <a:pt x="3564382" y="5213032"/>
                  </a:lnTo>
                  <a:lnTo>
                    <a:pt x="3569589" y="5213032"/>
                  </a:lnTo>
                  <a:lnTo>
                    <a:pt x="3573907" y="5208765"/>
                  </a:lnTo>
                  <a:lnTo>
                    <a:pt x="3573907" y="5198249"/>
                  </a:lnTo>
                  <a:lnTo>
                    <a:pt x="3569589" y="5193982"/>
                  </a:lnTo>
                  <a:close/>
                </a:path>
                <a:path w="10424160" h="5213350">
                  <a:moveTo>
                    <a:pt x="3526155" y="5193982"/>
                  </a:moveTo>
                  <a:lnTo>
                    <a:pt x="3520948" y="5193982"/>
                  </a:lnTo>
                  <a:lnTo>
                    <a:pt x="3516630" y="5198249"/>
                  </a:lnTo>
                  <a:lnTo>
                    <a:pt x="3516630" y="5208765"/>
                  </a:lnTo>
                  <a:lnTo>
                    <a:pt x="3520948" y="5213032"/>
                  </a:lnTo>
                  <a:lnTo>
                    <a:pt x="3526155" y="5213032"/>
                  </a:lnTo>
                  <a:lnTo>
                    <a:pt x="3526155" y="5193982"/>
                  </a:lnTo>
                  <a:close/>
                </a:path>
                <a:path w="10424160" h="5213350">
                  <a:moveTo>
                    <a:pt x="3531489" y="5193982"/>
                  </a:moveTo>
                  <a:lnTo>
                    <a:pt x="3526282" y="5193982"/>
                  </a:lnTo>
                  <a:lnTo>
                    <a:pt x="3526282" y="5213032"/>
                  </a:lnTo>
                  <a:lnTo>
                    <a:pt x="3531489" y="5213032"/>
                  </a:lnTo>
                  <a:lnTo>
                    <a:pt x="3535807" y="5208765"/>
                  </a:lnTo>
                  <a:lnTo>
                    <a:pt x="3535807" y="5198249"/>
                  </a:lnTo>
                  <a:lnTo>
                    <a:pt x="3531489" y="5193982"/>
                  </a:lnTo>
                  <a:close/>
                </a:path>
                <a:path w="10424160" h="5213350">
                  <a:moveTo>
                    <a:pt x="3488055" y="5193982"/>
                  </a:moveTo>
                  <a:lnTo>
                    <a:pt x="3482848" y="5193982"/>
                  </a:lnTo>
                  <a:lnTo>
                    <a:pt x="3478530" y="5198249"/>
                  </a:lnTo>
                  <a:lnTo>
                    <a:pt x="3478530" y="5208765"/>
                  </a:lnTo>
                  <a:lnTo>
                    <a:pt x="3482848" y="5213032"/>
                  </a:lnTo>
                  <a:lnTo>
                    <a:pt x="3488055" y="5213032"/>
                  </a:lnTo>
                  <a:lnTo>
                    <a:pt x="3488055" y="5193982"/>
                  </a:lnTo>
                  <a:close/>
                </a:path>
                <a:path w="10424160" h="5213350">
                  <a:moveTo>
                    <a:pt x="3493389" y="5193982"/>
                  </a:moveTo>
                  <a:lnTo>
                    <a:pt x="3488055" y="5193982"/>
                  </a:lnTo>
                  <a:lnTo>
                    <a:pt x="3488055" y="5213032"/>
                  </a:lnTo>
                  <a:lnTo>
                    <a:pt x="3493389" y="5213032"/>
                  </a:lnTo>
                  <a:lnTo>
                    <a:pt x="3497580" y="5208765"/>
                  </a:lnTo>
                  <a:lnTo>
                    <a:pt x="3497580" y="5198249"/>
                  </a:lnTo>
                  <a:lnTo>
                    <a:pt x="3493389" y="5193982"/>
                  </a:lnTo>
                  <a:close/>
                </a:path>
                <a:path w="10424160" h="5213350">
                  <a:moveTo>
                    <a:pt x="3449955" y="5193982"/>
                  </a:moveTo>
                  <a:lnTo>
                    <a:pt x="3444748" y="5193982"/>
                  </a:lnTo>
                  <a:lnTo>
                    <a:pt x="3440430" y="5198249"/>
                  </a:lnTo>
                  <a:lnTo>
                    <a:pt x="3440430" y="5208765"/>
                  </a:lnTo>
                  <a:lnTo>
                    <a:pt x="3444748" y="5213032"/>
                  </a:lnTo>
                  <a:lnTo>
                    <a:pt x="3449955" y="5213032"/>
                  </a:lnTo>
                  <a:lnTo>
                    <a:pt x="3449955" y="5193982"/>
                  </a:lnTo>
                  <a:close/>
                </a:path>
                <a:path w="10424160" h="5213350">
                  <a:moveTo>
                    <a:pt x="3455289" y="5193982"/>
                  </a:moveTo>
                  <a:lnTo>
                    <a:pt x="3449955" y="5193982"/>
                  </a:lnTo>
                  <a:lnTo>
                    <a:pt x="3449955" y="5213032"/>
                  </a:lnTo>
                  <a:lnTo>
                    <a:pt x="3455289" y="5213032"/>
                  </a:lnTo>
                  <a:lnTo>
                    <a:pt x="3459480" y="5208765"/>
                  </a:lnTo>
                  <a:lnTo>
                    <a:pt x="3459480" y="5198249"/>
                  </a:lnTo>
                  <a:lnTo>
                    <a:pt x="3455289" y="5193982"/>
                  </a:lnTo>
                  <a:close/>
                </a:path>
                <a:path w="10424160" h="5213350">
                  <a:moveTo>
                    <a:pt x="3411855" y="5193982"/>
                  </a:moveTo>
                  <a:lnTo>
                    <a:pt x="3406521" y="5193982"/>
                  </a:lnTo>
                  <a:lnTo>
                    <a:pt x="3402330" y="5198249"/>
                  </a:lnTo>
                  <a:lnTo>
                    <a:pt x="3402330" y="5208765"/>
                  </a:lnTo>
                  <a:lnTo>
                    <a:pt x="3406521" y="5213032"/>
                  </a:lnTo>
                  <a:lnTo>
                    <a:pt x="3411855" y="5213032"/>
                  </a:lnTo>
                  <a:lnTo>
                    <a:pt x="3411855" y="5193982"/>
                  </a:lnTo>
                  <a:close/>
                </a:path>
                <a:path w="10424160" h="5213350">
                  <a:moveTo>
                    <a:pt x="3417062" y="5193982"/>
                  </a:moveTo>
                  <a:lnTo>
                    <a:pt x="3411855" y="5193982"/>
                  </a:lnTo>
                  <a:lnTo>
                    <a:pt x="3411855" y="5213032"/>
                  </a:lnTo>
                  <a:lnTo>
                    <a:pt x="3417062" y="5213032"/>
                  </a:lnTo>
                  <a:lnTo>
                    <a:pt x="3421380" y="5208765"/>
                  </a:lnTo>
                  <a:lnTo>
                    <a:pt x="3421380" y="5198249"/>
                  </a:lnTo>
                  <a:lnTo>
                    <a:pt x="3417062" y="5193982"/>
                  </a:lnTo>
                  <a:close/>
                </a:path>
                <a:path w="10424160" h="5213350">
                  <a:moveTo>
                    <a:pt x="3373755" y="5193982"/>
                  </a:moveTo>
                  <a:lnTo>
                    <a:pt x="3368421" y="5193982"/>
                  </a:lnTo>
                  <a:lnTo>
                    <a:pt x="3364230" y="5198249"/>
                  </a:lnTo>
                  <a:lnTo>
                    <a:pt x="3364230" y="5208765"/>
                  </a:lnTo>
                  <a:lnTo>
                    <a:pt x="3368421" y="5213032"/>
                  </a:lnTo>
                  <a:lnTo>
                    <a:pt x="3373755" y="5213032"/>
                  </a:lnTo>
                  <a:lnTo>
                    <a:pt x="3373755" y="5193982"/>
                  </a:lnTo>
                  <a:close/>
                </a:path>
                <a:path w="10424160" h="5213350">
                  <a:moveTo>
                    <a:pt x="3378962" y="5193982"/>
                  </a:moveTo>
                  <a:lnTo>
                    <a:pt x="3373755" y="5193982"/>
                  </a:lnTo>
                  <a:lnTo>
                    <a:pt x="3373755" y="5213032"/>
                  </a:lnTo>
                  <a:lnTo>
                    <a:pt x="3378962" y="5213032"/>
                  </a:lnTo>
                  <a:lnTo>
                    <a:pt x="3383280" y="5208765"/>
                  </a:lnTo>
                  <a:lnTo>
                    <a:pt x="3383280" y="5198249"/>
                  </a:lnTo>
                  <a:lnTo>
                    <a:pt x="3378962" y="5193982"/>
                  </a:lnTo>
                  <a:close/>
                </a:path>
                <a:path w="10424160" h="5213350">
                  <a:moveTo>
                    <a:pt x="3335655" y="5193982"/>
                  </a:moveTo>
                  <a:lnTo>
                    <a:pt x="3330321" y="5193982"/>
                  </a:lnTo>
                  <a:lnTo>
                    <a:pt x="3326130" y="5198249"/>
                  </a:lnTo>
                  <a:lnTo>
                    <a:pt x="3326130" y="5208765"/>
                  </a:lnTo>
                  <a:lnTo>
                    <a:pt x="3330321" y="5213032"/>
                  </a:lnTo>
                  <a:lnTo>
                    <a:pt x="3335655" y="5213032"/>
                  </a:lnTo>
                  <a:lnTo>
                    <a:pt x="3335655" y="5193982"/>
                  </a:lnTo>
                  <a:close/>
                </a:path>
                <a:path w="10424160" h="5213350">
                  <a:moveTo>
                    <a:pt x="3340862" y="5193982"/>
                  </a:moveTo>
                  <a:lnTo>
                    <a:pt x="3335655" y="5193982"/>
                  </a:lnTo>
                  <a:lnTo>
                    <a:pt x="3335655" y="5213032"/>
                  </a:lnTo>
                  <a:lnTo>
                    <a:pt x="3340862" y="5213032"/>
                  </a:lnTo>
                  <a:lnTo>
                    <a:pt x="3345180" y="5208765"/>
                  </a:lnTo>
                  <a:lnTo>
                    <a:pt x="3345180" y="5198249"/>
                  </a:lnTo>
                  <a:lnTo>
                    <a:pt x="3340862" y="5193982"/>
                  </a:lnTo>
                  <a:close/>
                </a:path>
                <a:path w="10424160" h="5213350">
                  <a:moveTo>
                    <a:pt x="3297428" y="5193982"/>
                  </a:moveTo>
                  <a:lnTo>
                    <a:pt x="3292221" y="5193982"/>
                  </a:lnTo>
                  <a:lnTo>
                    <a:pt x="3287903" y="5198249"/>
                  </a:lnTo>
                  <a:lnTo>
                    <a:pt x="3287903" y="5208765"/>
                  </a:lnTo>
                  <a:lnTo>
                    <a:pt x="3292221" y="5213032"/>
                  </a:lnTo>
                  <a:lnTo>
                    <a:pt x="3297428" y="5213032"/>
                  </a:lnTo>
                  <a:lnTo>
                    <a:pt x="3297428" y="5193982"/>
                  </a:lnTo>
                  <a:close/>
                </a:path>
                <a:path w="10424160" h="5213350">
                  <a:moveTo>
                    <a:pt x="3302762" y="5193982"/>
                  </a:moveTo>
                  <a:lnTo>
                    <a:pt x="3297555" y="5193982"/>
                  </a:lnTo>
                  <a:lnTo>
                    <a:pt x="3297555" y="5213032"/>
                  </a:lnTo>
                  <a:lnTo>
                    <a:pt x="3302762" y="5213032"/>
                  </a:lnTo>
                  <a:lnTo>
                    <a:pt x="3307080" y="5208765"/>
                  </a:lnTo>
                  <a:lnTo>
                    <a:pt x="3307080" y="5198249"/>
                  </a:lnTo>
                  <a:lnTo>
                    <a:pt x="3302762" y="5193982"/>
                  </a:lnTo>
                  <a:close/>
                </a:path>
                <a:path w="10424160" h="5213350">
                  <a:moveTo>
                    <a:pt x="3259328" y="5193982"/>
                  </a:moveTo>
                  <a:lnTo>
                    <a:pt x="3254121" y="5193982"/>
                  </a:lnTo>
                  <a:lnTo>
                    <a:pt x="3249803" y="5198249"/>
                  </a:lnTo>
                  <a:lnTo>
                    <a:pt x="3249803" y="5208765"/>
                  </a:lnTo>
                  <a:lnTo>
                    <a:pt x="3254121" y="5213032"/>
                  </a:lnTo>
                  <a:lnTo>
                    <a:pt x="3259328" y="5213032"/>
                  </a:lnTo>
                  <a:lnTo>
                    <a:pt x="3259328" y="5193982"/>
                  </a:lnTo>
                  <a:close/>
                </a:path>
                <a:path w="10424160" h="5213350">
                  <a:moveTo>
                    <a:pt x="3264662" y="5193982"/>
                  </a:moveTo>
                  <a:lnTo>
                    <a:pt x="3259328" y="5193982"/>
                  </a:lnTo>
                  <a:lnTo>
                    <a:pt x="3259328" y="5213032"/>
                  </a:lnTo>
                  <a:lnTo>
                    <a:pt x="3264662" y="5213032"/>
                  </a:lnTo>
                  <a:lnTo>
                    <a:pt x="3268853" y="5208765"/>
                  </a:lnTo>
                  <a:lnTo>
                    <a:pt x="3268853" y="5198249"/>
                  </a:lnTo>
                  <a:lnTo>
                    <a:pt x="3264662" y="5193982"/>
                  </a:lnTo>
                  <a:close/>
                </a:path>
                <a:path w="10424160" h="5213350">
                  <a:moveTo>
                    <a:pt x="3221228" y="5193982"/>
                  </a:moveTo>
                  <a:lnTo>
                    <a:pt x="3216021" y="5193982"/>
                  </a:lnTo>
                  <a:lnTo>
                    <a:pt x="3211703" y="5198249"/>
                  </a:lnTo>
                  <a:lnTo>
                    <a:pt x="3211703" y="5208765"/>
                  </a:lnTo>
                  <a:lnTo>
                    <a:pt x="3216021" y="5213032"/>
                  </a:lnTo>
                  <a:lnTo>
                    <a:pt x="3221228" y="5213032"/>
                  </a:lnTo>
                  <a:lnTo>
                    <a:pt x="3221228" y="5193982"/>
                  </a:lnTo>
                  <a:close/>
                </a:path>
                <a:path w="10424160" h="5213350">
                  <a:moveTo>
                    <a:pt x="3226561" y="5193982"/>
                  </a:moveTo>
                  <a:lnTo>
                    <a:pt x="3221228" y="5193982"/>
                  </a:lnTo>
                  <a:lnTo>
                    <a:pt x="3221228" y="5213032"/>
                  </a:lnTo>
                  <a:lnTo>
                    <a:pt x="3226561" y="5213032"/>
                  </a:lnTo>
                  <a:lnTo>
                    <a:pt x="3230753" y="5208765"/>
                  </a:lnTo>
                  <a:lnTo>
                    <a:pt x="3230753" y="5198249"/>
                  </a:lnTo>
                  <a:lnTo>
                    <a:pt x="3226561" y="5193982"/>
                  </a:lnTo>
                  <a:close/>
                </a:path>
                <a:path w="10424160" h="5213350">
                  <a:moveTo>
                    <a:pt x="3183128" y="5193982"/>
                  </a:moveTo>
                  <a:lnTo>
                    <a:pt x="3177921" y="5193982"/>
                  </a:lnTo>
                  <a:lnTo>
                    <a:pt x="3173603" y="5198249"/>
                  </a:lnTo>
                  <a:lnTo>
                    <a:pt x="3173603" y="5208765"/>
                  </a:lnTo>
                  <a:lnTo>
                    <a:pt x="3177921" y="5213032"/>
                  </a:lnTo>
                  <a:lnTo>
                    <a:pt x="3183128" y="5213032"/>
                  </a:lnTo>
                  <a:lnTo>
                    <a:pt x="3183128" y="5193982"/>
                  </a:lnTo>
                  <a:close/>
                </a:path>
                <a:path w="10424160" h="5213350">
                  <a:moveTo>
                    <a:pt x="3188461" y="5193982"/>
                  </a:moveTo>
                  <a:lnTo>
                    <a:pt x="3183128" y="5193982"/>
                  </a:lnTo>
                  <a:lnTo>
                    <a:pt x="3183128" y="5213032"/>
                  </a:lnTo>
                  <a:lnTo>
                    <a:pt x="3188461" y="5213032"/>
                  </a:lnTo>
                  <a:lnTo>
                    <a:pt x="3192653" y="5208765"/>
                  </a:lnTo>
                  <a:lnTo>
                    <a:pt x="3192653" y="5198249"/>
                  </a:lnTo>
                  <a:lnTo>
                    <a:pt x="3188461" y="5193982"/>
                  </a:lnTo>
                  <a:close/>
                </a:path>
                <a:path w="10424160" h="5213350">
                  <a:moveTo>
                    <a:pt x="3145028" y="5193982"/>
                  </a:moveTo>
                  <a:lnTo>
                    <a:pt x="3139694" y="5193982"/>
                  </a:lnTo>
                  <a:lnTo>
                    <a:pt x="3135503" y="5198249"/>
                  </a:lnTo>
                  <a:lnTo>
                    <a:pt x="3135503" y="5208765"/>
                  </a:lnTo>
                  <a:lnTo>
                    <a:pt x="3139694" y="5213032"/>
                  </a:lnTo>
                  <a:lnTo>
                    <a:pt x="3145028" y="5213032"/>
                  </a:lnTo>
                  <a:lnTo>
                    <a:pt x="3145028" y="5193982"/>
                  </a:lnTo>
                  <a:close/>
                </a:path>
                <a:path w="10424160" h="5213350">
                  <a:moveTo>
                    <a:pt x="3150235" y="5193982"/>
                  </a:moveTo>
                  <a:lnTo>
                    <a:pt x="3145028" y="5193982"/>
                  </a:lnTo>
                  <a:lnTo>
                    <a:pt x="3145028" y="5213032"/>
                  </a:lnTo>
                  <a:lnTo>
                    <a:pt x="3150235" y="5213032"/>
                  </a:lnTo>
                  <a:lnTo>
                    <a:pt x="3154553" y="5208765"/>
                  </a:lnTo>
                  <a:lnTo>
                    <a:pt x="3154553" y="5198249"/>
                  </a:lnTo>
                  <a:lnTo>
                    <a:pt x="3150235" y="5193982"/>
                  </a:lnTo>
                  <a:close/>
                </a:path>
                <a:path w="10424160" h="5213350">
                  <a:moveTo>
                    <a:pt x="3106928" y="5193982"/>
                  </a:moveTo>
                  <a:lnTo>
                    <a:pt x="3101594" y="5193982"/>
                  </a:lnTo>
                  <a:lnTo>
                    <a:pt x="3097403" y="5198249"/>
                  </a:lnTo>
                  <a:lnTo>
                    <a:pt x="3097403" y="5208765"/>
                  </a:lnTo>
                  <a:lnTo>
                    <a:pt x="3101594" y="5213032"/>
                  </a:lnTo>
                  <a:lnTo>
                    <a:pt x="3106928" y="5213032"/>
                  </a:lnTo>
                  <a:lnTo>
                    <a:pt x="3106928" y="5193982"/>
                  </a:lnTo>
                  <a:close/>
                </a:path>
                <a:path w="10424160" h="5213350">
                  <a:moveTo>
                    <a:pt x="3112135" y="5193982"/>
                  </a:moveTo>
                  <a:lnTo>
                    <a:pt x="3106928" y="5193982"/>
                  </a:lnTo>
                  <a:lnTo>
                    <a:pt x="3106928" y="5213032"/>
                  </a:lnTo>
                  <a:lnTo>
                    <a:pt x="3112135" y="5213032"/>
                  </a:lnTo>
                  <a:lnTo>
                    <a:pt x="3116453" y="5208765"/>
                  </a:lnTo>
                  <a:lnTo>
                    <a:pt x="3116453" y="5198249"/>
                  </a:lnTo>
                  <a:lnTo>
                    <a:pt x="3112135" y="5193982"/>
                  </a:lnTo>
                  <a:close/>
                </a:path>
                <a:path w="10424160" h="5213350">
                  <a:moveTo>
                    <a:pt x="3068828" y="5193982"/>
                  </a:moveTo>
                  <a:lnTo>
                    <a:pt x="3063494" y="5193982"/>
                  </a:lnTo>
                  <a:lnTo>
                    <a:pt x="3059303" y="5198249"/>
                  </a:lnTo>
                  <a:lnTo>
                    <a:pt x="3059303" y="5208765"/>
                  </a:lnTo>
                  <a:lnTo>
                    <a:pt x="3063494" y="5213032"/>
                  </a:lnTo>
                  <a:lnTo>
                    <a:pt x="3068828" y="5213032"/>
                  </a:lnTo>
                  <a:lnTo>
                    <a:pt x="3068828" y="5193982"/>
                  </a:lnTo>
                  <a:close/>
                </a:path>
                <a:path w="10424160" h="5213350">
                  <a:moveTo>
                    <a:pt x="3074035" y="5193982"/>
                  </a:moveTo>
                  <a:lnTo>
                    <a:pt x="3068828" y="5193982"/>
                  </a:lnTo>
                  <a:lnTo>
                    <a:pt x="3068828" y="5213032"/>
                  </a:lnTo>
                  <a:lnTo>
                    <a:pt x="3074035" y="5213032"/>
                  </a:lnTo>
                  <a:lnTo>
                    <a:pt x="3078353" y="5208765"/>
                  </a:lnTo>
                  <a:lnTo>
                    <a:pt x="3078353" y="5198249"/>
                  </a:lnTo>
                  <a:lnTo>
                    <a:pt x="3074035" y="5193982"/>
                  </a:lnTo>
                  <a:close/>
                </a:path>
                <a:path w="10424160" h="5213350">
                  <a:moveTo>
                    <a:pt x="3030600" y="5193982"/>
                  </a:moveTo>
                  <a:lnTo>
                    <a:pt x="3025394" y="5193982"/>
                  </a:lnTo>
                  <a:lnTo>
                    <a:pt x="3021075" y="5198249"/>
                  </a:lnTo>
                  <a:lnTo>
                    <a:pt x="3021075" y="5208765"/>
                  </a:lnTo>
                  <a:lnTo>
                    <a:pt x="3025394" y="5213032"/>
                  </a:lnTo>
                  <a:lnTo>
                    <a:pt x="3030600" y="5213032"/>
                  </a:lnTo>
                  <a:lnTo>
                    <a:pt x="3030600" y="5193982"/>
                  </a:lnTo>
                  <a:close/>
                </a:path>
                <a:path w="10424160" h="5213350">
                  <a:moveTo>
                    <a:pt x="3030728" y="5206682"/>
                  </a:moveTo>
                  <a:lnTo>
                    <a:pt x="3030600" y="5206682"/>
                  </a:lnTo>
                  <a:lnTo>
                    <a:pt x="3030600" y="5213032"/>
                  </a:lnTo>
                  <a:lnTo>
                    <a:pt x="3030728" y="5213032"/>
                  </a:lnTo>
                  <a:lnTo>
                    <a:pt x="3030728" y="5206682"/>
                  </a:lnTo>
                  <a:close/>
                </a:path>
                <a:path w="10424160" h="5213350">
                  <a:moveTo>
                    <a:pt x="3035935" y="5193982"/>
                  </a:moveTo>
                  <a:lnTo>
                    <a:pt x="3030728" y="5193982"/>
                  </a:lnTo>
                  <a:lnTo>
                    <a:pt x="3030728" y="5213032"/>
                  </a:lnTo>
                  <a:lnTo>
                    <a:pt x="3035935" y="5213032"/>
                  </a:lnTo>
                  <a:lnTo>
                    <a:pt x="3040253" y="5208765"/>
                  </a:lnTo>
                  <a:lnTo>
                    <a:pt x="3040253" y="5198249"/>
                  </a:lnTo>
                  <a:lnTo>
                    <a:pt x="3035935" y="5193982"/>
                  </a:lnTo>
                  <a:close/>
                </a:path>
                <a:path w="10424160" h="5213350">
                  <a:moveTo>
                    <a:pt x="3030728" y="5193982"/>
                  </a:moveTo>
                  <a:lnTo>
                    <a:pt x="3030600" y="5193982"/>
                  </a:lnTo>
                  <a:lnTo>
                    <a:pt x="3030600" y="5200332"/>
                  </a:lnTo>
                  <a:lnTo>
                    <a:pt x="3030728" y="5200332"/>
                  </a:lnTo>
                  <a:lnTo>
                    <a:pt x="3030728" y="5193982"/>
                  </a:lnTo>
                  <a:close/>
                </a:path>
                <a:path w="10424160" h="5213350">
                  <a:moveTo>
                    <a:pt x="2992500" y="5193982"/>
                  </a:moveTo>
                  <a:lnTo>
                    <a:pt x="2987294" y="5193982"/>
                  </a:lnTo>
                  <a:lnTo>
                    <a:pt x="2982975" y="5198249"/>
                  </a:lnTo>
                  <a:lnTo>
                    <a:pt x="2982975" y="5208765"/>
                  </a:lnTo>
                  <a:lnTo>
                    <a:pt x="2987294" y="5213032"/>
                  </a:lnTo>
                  <a:lnTo>
                    <a:pt x="2992500" y="5213032"/>
                  </a:lnTo>
                  <a:lnTo>
                    <a:pt x="2992500" y="5193982"/>
                  </a:lnTo>
                  <a:close/>
                </a:path>
                <a:path w="10424160" h="5213350">
                  <a:moveTo>
                    <a:pt x="2997835" y="5193982"/>
                  </a:moveTo>
                  <a:lnTo>
                    <a:pt x="2992500" y="5193982"/>
                  </a:lnTo>
                  <a:lnTo>
                    <a:pt x="2992500" y="5213032"/>
                  </a:lnTo>
                  <a:lnTo>
                    <a:pt x="2997835" y="5213032"/>
                  </a:lnTo>
                  <a:lnTo>
                    <a:pt x="3002025" y="5208765"/>
                  </a:lnTo>
                  <a:lnTo>
                    <a:pt x="3002025" y="5198249"/>
                  </a:lnTo>
                  <a:lnTo>
                    <a:pt x="2997835" y="5193982"/>
                  </a:lnTo>
                  <a:close/>
                </a:path>
                <a:path w="10424160" h="5213350">
                  <a:moveTo>
                    <a:pt x="2954400" y="5193982"/>
                  </a:moveTo>
                  <a:lnTo>
                    <a:pt x="2949194" y="5193982"/>
                  </a:lnTo>
                  <a:lnTo>
                    <a:pt x="2944875" y="5198249"/>
                  </a:lnTo>
                  <a:lnTo>
                    <a:pt x="2944875" y="5208765"/>
                  </a:lnTo>
                  <a:lnTo>
                    <a:pt x="2949194" y="5213032"/>
                  </a:lnTo>
                  <a:lnTo>
                    <a:pt x="2954400" y="5213032"/>
                  </a:lnTo>
                  <a:lnTo>
                    <a:pt x="2954400" y="5193982"/>
                  </a:lnTo>
                  <a:close/>
                </a:path>
                <a:path w="10424160" h="5213350">
                  <a:moveTo>
                    <a:pt x="2959735" y="5193982"/>
                  </a:moveTo>
                  <a:lnTo>
                    <a:pt x="2954400" y="5193982"/>
                  </a:lnTo>
                  <a:lnTo>
                    <a:pt x="2954400" y="5213032"/>
                  </a:lnTo>
                  <a:lnTo>
                    <a:pt x="2959735" y="5213032"/>
                  </a:lnTo>
                  <a:lnTo>
                    <a:pt x="2963925" y="5208765"/>
                  </a:lnTo>
                  <a:lnTo>
                    <a:pt x="2963925" y="5198249"/>
                  </a:lnTo>
                  <a:lnTo>
                    <a:pt x="2959735" y="5193982"/>
                  </a:lnTo>
                  <a:close/>
                </a:path>
                <a:path w="10424160" h="5213350">
                  <a:moveTo>
                    <a:pt x="2916300" y="5193982"/>
                  </a:moveTo>
                  <a:lnTo>
                    <a:pt x="2911094" y="5193982"/>
                  </a:lnTo>
                  <a:lnTo>
                    <a:pt x="2906775" y="5198249"/>
                  </a:lnTo>
                  <a:lnTo>
                    <a:pt x="2906775" y="5208765"/>
                  </a:lnTo>
                  <a:lnTo>
                    <a:pt x="2911094" y="5213032"/>
                  </a:lnTo>
                  <a:lnTo>
                    <a:pt x="2916300" y="5213032"/>
                  </a:lnTo>
                  <a:lnTo>
                    <a:pt x="2916300" y="5193982"/>
                  </a:lnTo>
                  <a:close/>
                </a:path>
                <a:path w="10424160" h="5213350">
                  <a:moveTo>
                    <a:pt x="2921635" y="5193982"/>
                  </a:moveTo>
                  <a:lnTo>
                    <a:pt x="2916300" y="5193982"/>
                  </a:lnTo>
                  <a:lnTo>
                    <a:pt x="2916300" y="5213032"/>
                  </a:lnTo>
                  <a:lnTo>
                    <a:pt x="2921635" y="5213032"/>
                  </a:lnTo>
                  <a:lnTo>
                    <a:pt x="2925825" y="5208765"/>
                  </a:lnTo>
                  <a:lnTo>
                    <a:pt x="2925825" y="5198249"/>
                  </a:lnTo>
                  <a:lnTo>
                    <a:pt x="2921635" y="5193982"/>
                  </a:lnTo>
                  <a:close/>
                </a:path>
                <a:path w="10424160" h="5213350">
                  <a:moveTo>
                    <a:pt x="2878200" y="5193982"/>
                  </a:moveTo>
                  <a:lnTo>
                    <a:pt x="2872867" y="5193982"/>
                  </a:lnTo>
                  <a:lnTo>
                    <a:pt x="2868675" y="5198249"/>
                  </a:lnTo>
                  <a:lnTo>
                    <a:pt x="2868675" y="5208765"/>
                  </a:lnTo>
                  <a:lnTo>
                    <a:pt x="2872867" y="5213032"/>
                  </a:lnTo>
                  <a:lnTo>
                    <a:pt x="2878200" y="5213032"/>
                  </a:lnTo>
                  <a:lnTo>
                    <a:pt x="2878200" y="5193982"/>
                  </a:lnTo>
                  <a:close/>
                </a:path>
                <a:path w="10424160" h="5213350">
                  <a:moveTo>
                    <a:pt x="2883408" y="5193982"/>
                  </a:moveTo>
                  <a:lnTo>
                    <a:pt x="2878200" y="5193982"/>
                  </a:lnTo>
                  <a:lnTo>
                    <a:pt x="2878200" y="5213032"/>
                  </a:lnTo>
                  <a:lnTo>
                    <a:pt x="2883408" y="5213032"/>
                  </a:lnTo>
                  <a:lnTo>
                    <a:pt x="2887725" y="5208765"/>
                  </a:lnTo>
                  <a:lnTo>
                    <a:pt x="2887725" y="5198249"/>
                  </a:lnTo>
                  <a:lnTo>
                    <a:pt x="2883408" y="5193982"/>
                  </a:lnTo>
                  <a:close/>
                </a:path>
                <a:path w="10424160" h="5213350">
                  <a:moveTo>
                    <a:pt x="2840100" y="5193982"/>
                  </a:moveTo>
                  <a:lnTo>
                    <a:pt x="2834767" y="5193982"/>
                  </a:lnTo>
                  <a:lnTo>
                    <a:pt x="2830575" y="5198249"/>
                  </a:lnTo>
                  <a:lnTo>
                    <a:pt x="2830575" y="5208765"/>
                  </a:lnTo>
                  <a:lnTo>
                    <a:pt x="2834767" y="5213032"/>
                  </a:lnTo>
                  <a:lnTo>
                    <a:pt x="2840100" y="5213032"/>
                  </a:lnTo>
                  <a:lnTo>
                    <a:pt x="2840100" y="5193982"/>
                  </a:lnTo>
                  <a:close/>
                </a:path>
                <a:path w="10424160" h="5213350">
                  <a:moveTo>
                    <a:pt x="2845308" y="5193982"/>
                  </a:moveTo>
                  <a:lnTo>
                    <a:pt x="2840100" y="5193982"/>
                  </a:lnTo>
                  <a:lnTo>
                    <a:pt x="2840100" y="5213032"/>
                  </a:lnTo>
                  <a:lnTo>
                    <a:pt x="2845308" y="5213032"/>
                  </a:lnTo>
                  <a:lnTo>
                    <a:pt x="2849625" y="5208765"/>
                  </a:lnTo>
                  <a:lnTo>
                    <a:pt x="2849625" y="5198249"/>
                  </a:lnTo>
                  <a:lnTo>
                    <a:pt x="2845308" y="5193982"/>
                  </a:lnTo>
                  <a:close/>
                </a:path>
                <a:path w="10424160" h="5213350">
                  <a:moveTo>
                    <a:pt x="2801873" y="5193982"/>
                  </a:moveTo>
                  <a:lnTo>
                    <a:pt x="2796667" y="5193982"/>
                  </a:lnTo>
                  <a:lnTo>
                    <a:pt x="2792348" y="5198249"/>
                  </a:lnTo>
                  <a:lnTo>
                    <a:pt x="2792348" y="5208765"/>
                  </a:lnTo>
                  <a:lnTo>
                    <a:pt x="2796667" y="5213032"/>
                  </a:lnTo>
                  <a:lnTo>
                    <a:pt x="2801873" y="5213032"/>
                  </a:lnTo>
                  <a:lnTo>
                    <a:pt x="2801873" y="5193982"/>
                  </a:lnTo>
                  <a:close/>
                </a:path>
                <a:path w="10424160" h="5213350">
                  <a:moveTo>
                    <a:pt x="2807208" y="5193982"/>
                  </a:moveTo>
                  <a:lnTo>
                    <a:pt x="2802000" y="5193982"/>
                  </a:lnTo>
                  <a:lnTo>
                    <a:pt x="2802000" y="5213032"/>
                  </a:lnTo>
                  <a:lnTo>
                    <a:pt x="2807208" y="5213032"/>
                  </a:lnTo>
                  <a:lnTo>
                    <a:pt x="2811525" y="5208765"/>
                  </a:lnTo>
                  <a:lnTo>
                    <a:pt x="2811525" y="5198249"/>
                  </a:lnTo>
                  <a:lnTo>
                    <a:pt x="2807208" y="5193982"/>
                  </a:lnTo>
                  <a:close/>
                </a:path>
                <a:path w="10424160" h="5213350">
                  <a:moveTo>
                    <a:pt x="2763773" y="5193982"/>
                  </a:moveTo>
                  <a:lnTo>
                    <a:pt x="2758567" y="5193982"/>
                  </a:lnTo>
                  <a:lnTo>
                    <a:pt x="2754248" y="5198249"/>
                  </a:lnTo>
                  <a:lnTo>
                    <a:pt x="2754248" y="5208765"/>
                  </a:lnTo>
                  <a:lnTo>
                    <a:pt x="2758567" y="5213032"/>
                  </a:lnTo>
                  <a:lnTo>
                    <a:pt x="2763773" y="5213032"/>
                  </a:lnTo>
                  <a:lnTo>
                    <a:pt x="2763773" y="5193982"/>
                  </a:lnTo>
                  <a:close/>
                </a:path>
                <a:path w="10424160" h="5213350">
                  <a:moveTo>
                    <a:pt x="2769108" y="5193982"/>
                  </a:moveTo>
                  <a:lnTo>
                    <a:pt x="2763773" y="5193982"/>
                  </a:lnTo>
                  <a:lnTo>
                    <a:pt x="2763773" y="5213032"/>
                  </a:lnTo>
                  <a:lnTo>
                    <a:pt x="2769108" y="5213032"/>
                  </a:lnTo>
                  <a:lnTo>
                    <a:pt x="2773298" y="5208765"/>
                  </a:lnTo>
                  <a:lnTo>
                    <a:pt x="2773298" y="5198249"/>
                  </a:lnTo>
                  <a:lnTo>
                    <a:pt x="2769108" y="5193982"/>
                  </a:lnTo>
                  <a:close/>
                </a:path>
                <a:path w="10424160" h="5213350">
                  <a:moveTo>
                    <a:pt x="2725673" y="5193982"/>
                  </a:moveTo>
                  <a:lnTo>
                    <a:pt x="2720467" y="5193982"/>
                  </a:lnTo>
                  <a:lnTo>
                    <a:pt x="2716148" y="5198249"/>
                  </a:lnTo>
                  <a:lnTo>
                    <a:pt x="2716148" y="5208765"/>
                  </a:lnTo>
                  <a:lnTo>
                    <a:pt x="2720467" y="5213032"/>
                  </a:lnTo>
                  <a:lnTo>
                    <a:pt x="2725673" y="5213032"/>
                  </a:lnTo>
                  <a:lnTo>
                    <a:pt x="2725673" y="5193982"/>
                  </a:lnTo>
                  <a:close/>
                </a:path>
                <a:path w="10424160" h="5213350">
                  <a:moveTo>
                    <a:pt x="2731008" y="5193982"/>
                  </a:moveTo>
                  <a:lnTo>
                    <a:pt x="2725673" y="5193982"/>
                  </a:lnTo>
                  <a:lnTo>
                    <a:pt x="2725673" y="5213032"/>
                  </a:lnTo>
                  <a:lnTo>
                    <a:pt x="2731008" y="5213032"/>
                  </a:lnTo>
                  <a:lnTo>
                    <a:pt x="2735198" y="5208765"/>
                  </a:lnTo>
                  <a:lnTo>
                    <a:pt x="2735198" y="5198249"/>
                  </a:lnTo>
                  <a:lnTo>
                    <a:pt x="2731008" y="5193982"/>
                  </a:lnTo>
                  <a:close/>
                </a:path>
                <a:path w="10424160" h="5213350">
                  <a:moveTo>
                    <a:pt x="2687573" y="5193982"/>
                  </a:moveTo>
                  <a:lnTo>
                    <a:pt x="2682367" y="5193982"/>
                  </a:lnTo>
                  <a:lnTo>
                    <a:pt x="2678048" y="5198249"/>
                  </a:lnTo>
                  <a:lnTo>
                    <a:pt x="2678048" y="5208765"/>
                  </a:lnTo>
                  <a:lnTo>
                    <a:pt x="2682367" y="5213032"/>
                  </a:lnTo>
                  <a:lnTo>
                    <a:pt x="2687573" y="5213032"/>
                  </a:lnTo>
                  <a:lnTo>
                    <a:pt x="2687573" y="5193982"/>
                  </a:lnTo>
                  <a:close/>
                </a:path>
                <a:path w="10424160" h="5213350">
                  <a:moveTo>
                    <a:pt x="2692908" y="5193982"/>
                  </a:moveTo>
                  <a:lnTo>
                    <a:pt x="2687573" y="5193982"/>
                  </a:lnTo>
                  <a:lnTo>
                    <a:pt x="2687573" y="5213032"/>
                  </a:lnTo>
                  <a:lnTo>
                    <a:pt x="2692908" y="5213032"/>
                  </a:lnTo>
                  <a:lnTo>
                    <a:pt x="2697098" y="5208765"/>
                  </a:lnTo>
                  <a:lnTo>
                    <a:pt x="2697098" y="5198249"/>
                  </a:lnTo>
                  <a:lnTo>
                    <a:pt x="2692908" y="5193982"/>
                  </a:lnTo>
                  <a:close/>
                </a:path>
                <a:path w="10424160" h="5213350">
                  <a:moveTo>
                    <a:pt x="2649473" y="5193982"/>
                  </a:moveTo>
                  <a:lnTo>
                    <a:pt x="2644140" y="5193982"/>
                  </a:lnTo>
                  <a:lnTo>
                    <a:pt x="2639949" y="5198249"/>
                  </a:lnTo>
                  <a:lnTo>
                    <a:pt x="2639949" y="5208765"/>
                  </a:lnTo>
                  <a:lnTo>
                    <a:pt x="2644140" y="5213032"/>
                  </a:lnTo>
                  <a:lnTo>
                    <a:pt x="2649473" y="5213032"/>
                  </a:lnTo>
                  <a:lnTo>
                    <a:pt x="2649473" y="5193982"/>
                  </a:lnTo>
                  <a:close/>
                </a:path>
                <a:path w="10424160" h="5213350">
                  <a:moveTo>
                    <a:pt x="2654681" y="5193982"/>
                  </a:moveTo>
                  <a:lnTo>
                    <a:pt x="2649473" y="5193982"/>
                  </a:lnTo>
                  <a:lnTo>
                    <a:pt x="2649473" y="5213032"/>
                  </a:lnTo>
                  <a:lnTo>
                    <a:pt x="2654681" y="5213032"/>
                  </a:lnTo>
                  <a:lnTo>
                    <a:pt x="2658998" y="5208765"/>
                  </a:lnTo>
                  <a:lnTo>
                    <a:pt x="2658998" y="5198249"/>
                  </a:lnTo>
                  <a:lnTo>
                    <a:pt x="2654681" y="5193982"/>
                  </a:lnTo>
                  <a:close/>
                </a:path>
                <a:path w="10424160" h="5213350">
                  <a:moveTo>
                    <a:pt x="2611374" y="5193982"/>
                  </a:moveTo>
                  <a:lnTo>
                    <a:pt x="2606040" y="5193982"/>
                  </a:lnTo>
                  <a:lnTo>
                    <a:pt x="2601849" y="5198249"/>
                  </a:lnTo>
                  <a:lnTo>
                    <a:pt x="2601849" y="5208765"/>
                  </a:lnTo>
                  <a:lnTo>
                    <a:pt x="2606040" y="5213032"/>
                  </a:lnTo>
                  <a:lnTo>
                    <a:pt x="2611374" y="5213032"/>
                  </a:lnTo>
                  <a:lnTo>
                    <a:pt x="2611374" y="5193982"/>
                  </a:lnTo>
                  <a:close/>
                </a:path>
                <a:path w="10424160" h="5213350">
                  <a:moveTo>
                    <a:pt x="2616581" y="5193982"/>
                  </a:moveTo>
                  <a:lnTo>
                    <a:pt x="2611374" y="5193982"/>
                  </a:lnTo>
                  <a:lnTo>
                    <a:pt x="2611374" y="5213032"/>
                  </a:lnTo>
                  <a:lnTo>
                    <a:pt x="2616581" y="5213032"/>
                  </a:lnTo>
                  <a:lnTo>
                    <a:pt x="2620899" y="5208765"/>
                  </a:lnTo>
                  <a:lnTo>
                    <a:pt x="2620899" y="5198249"/>
                  </a:lnTo>
                  <a:lnTo>
                    <a:pt x="2616581" y="5193982"/>
                  </a:lnTo>
                  <a:close/>
                </a:path>
                <a:path w="10424160" h="5213350">
                  <a:moveTo>
                    <a:pt x="2573274" y="5193982"/>
                  </a:moveTo>
                  <a:lnTo>
                    <a:pt x="2567940" y="5193982"/>
                  </a:lnTo>
                  <a:lnTo>
                    <a:pt x="2563749" y="5198249"/>
                  </a:lnTo>
                  <a:lnTo>
                    <a:pt x="2563749" y="5208765"/>
                  </a:lnTo>
                  <a:lnTo>
                    <a:pt x="2567940" y="5213032"/>
                  </a:lnTo>
                  <a:lnTo>
                    <a:pt x="2573274" y="5213032"/>
                  </a:lnTo>
                  <a:lnTo>
                    <a:pt x="2573274" y="5193982"/>
                  </a:lnTo>
                  <a:close/>
                </a:path>
                <a:path w="10424160" h="5213350">
                  <a:moveTo>
                    <a:pt x="2578481" y="5193982"/>
                  </a:moveTo>
                  <a:lnTo>
                    <a:pt x="2573274" y="5193982"/>
                  </a:lnTo>
                  <a:lnTo>
                    <a:pt x="2573274" y="5213032"/>
                  </a:lnTo>
                  <a:lnTo>
                    <a:pt x="2578481" y="5213032"/>
                  </a:lnTo>
                  <a:lnTo>
                    <a:pt x="2582799" y="5208765"/>
                  </a:lnTo>
                  <a:lnTo>
                    <a:pt x="2582799" y="5198249"/>
                  </a:lnTo>
                  <a:lnTo>
                    <a:pt x="2578481" y="5193982"/>
                  </a:lnTo>
                  <a:close/>
                </a:path>
                <a:path w="10424160" h="5213350">
                  <a:moveTo>
                    <a:pt x="2535047" y="5193982"/>
                  </a:moveTo>
                  <a:lnTo>
                    <a:pt x="2529840" y="5193982"/>
                  </a:lnTo>
                  <a:lnTo>
                    <a:pt x="2525522" y="5198249"/>
                  </a:lnTo>
                  <a:lnTo>
                    <a:pt x="2525522" y="5208765"/>
                  </a:lnTo>
                  <a:lnTo>
                    <a:pt x="2529840" y="5213032"/>
                  </a:lnTo>
                  <a:lnTo>
                    <a:pt x="2535047" y="5213032"/>
                  </a:lnTo>
                  <a:lnTo>
                    <a:pt x="2535047" y="5193982"/>
                  </a:lnTo>
                  <a:close/>
                </a:path>
                <a:path w="10424160" h="5213350">
                  <a:moveTo>
                    <a:pt x="2535174" y="5206682"/>
                  </a:moveTo>
                  <a:lnTo>
                    <a:pt x="2535047" y="5206682"/>
                  </a:lnTo>
                  <a:lnTo>
                    <a:pt x="2535047" y="5213032"/>
                  </a:lnTo>
                  <a:lnTo>
                    <a:pt x="2535174" y="5213032"/>
                  </a:lnTo>
                  <a:lnTo>
                    <a:pt x="2535174" y="5206682"/>
                  </a:lnTo>
                  <a:close/>
                </a:path>
                <a:path w="10424160" h="5213350">
                  <a:moveTo>
                    <a:pt x="2540381" y="5193982"/>
                  </a:moveTo>
                  <a:lnTo>
                    <a:pt x="2535174" y="5193982"/>
                  </a:lnTo>
                  <a:lnTo>
                    <a:pt x="2535174" y="5213032"/>
                  </a:lnTo>
                  <a:lnTo>
                    <a:pt x="2540381" y="5213032"/>
                  </a:lnTo>
                  <a:lnTo>
                    <a:pt x="2544699" y="5208765"/>
                  </a:lnTo>
                  <a:lnTo>
                    <a:pt x="2544699" y="5198249"/>
                  </a:lnTo>
                  <a:lnTo>
                    <a:pt x="2540381" y="5193982"/>
                  </a:lnTo>
                  <a:close/>
                </a:path>
                <a:path w="10424160" h="5213350">
                  <a:moveTo>
                    <a:pt x="2535174" y="5193982"/>
                  </a:moveTo>
                  <a:lnTo>
                    <a:pt x="2535047" y="5193982"/>
                  </a:lnTo>
                  <a:lnTo>
                    <a:pt x="2535047" y="5200332"/>
                  </a:lnTo>
                  <a:lnTo>
                    <a:pt x="2535174" y="5200332"/>
                  </a:lnTo>
                  <a:lnTo>
                    <a:pt x="2535174" y="5193982"/>
                  </a:lnTo>
                  <a:close/>
                </a:path>
                <a:path w="10424160" h="5213350">
                  <a:moveTo>
                    <a:pt x="2496947" y="5193982"/>
                  </a:moveTo>
                  <a:lnTo>
                    <a:pt x="2491740" y="5193982"/>
                  </a:lnTo>
                  <a:lnTo>
                    <a:pt x="2487422" y="5198249"/>
                  </a:lnTo>
                  <a:lnTo>
                    <a:pt x="2487422" y="5208765"/>
                  </a:lnTo>
                  <a:lnTo>
                    <a:pt x="2491740" y="5213032"/>
                  </a:lnTo>
                  <a:lnTo>
                    <a:pt x="2496947" y="5213032"/>
                  </a:lnTo>
                  <a:lnTo>
                    <a:pt x="2496947" y="5193982"/>
                  </a:lnTo>
                  <a:close/>
                </a:path>
                <a:path w="10424160" h="5213350">
                  <a:moveTo>
                    <a:pt x="2502281" y="5193982"/>
                  </a:moveTo>
                  <a:lnTo>
                    <a:pt x="2496947" y="5193982"/>
                  </a:lnTo>
                  <a:lnTo>
                    <a:pt x="2496947" y="5213032"/>
                  </a:lnTo>
                  <a:lnTo>
                    <a:pt x="2502281" y="5213032"/>
                  </a:lnTo>
                  <a:lnTo>
                    <a:pt x="2506472" y="5208765"/>
                  </a:lnTo>
                  <a:lnTo>
                    <a:pt x="2506472" y="5198249"/>
                  </a:lnTo>
                  <a:lnTo>
                    <a:pt x="2502281" y="5193982"/>
                  </a:lnTo>
                  <a:close/>
                </a:path>
                <a:path w="10424160" h="5213350">
                  <a:moveTo>
                    <a:pt x="2458847" y="5193982"/>
                  </a:moveTo>
                  <a:lnTo>
                    <a:pt x="2453640" y="5193982"/>
                  </a:lnTo>
                  <a:lnTo>
                    <a:pt x="2449322" y="5198249"/>
                  </a:lnTo>
                  <a:lnTo>
                    <a:pt x="2449322" y="5208765"/>
                  </a:lnTo>
                  <a:lnTo>
                    <a:pt x="2453640" y="5213032"/>
                  </a:lnTo>
                  <a:lnTo>
                    <a:pt x="2458847" y="5213032"/>
                  </a:lnTo>
                  <a:lnTo>
                    <a:pt x="2458847" y="5193982"/>
                  </a:lnTo>
                  <a:close/>
                </a:path>
                <a:path w="10424160" h="5213350">
                  <a:moveTo>
                    <a:pt x="2464181" y="5193982"/>
                  </a:moveTo>
                  <a:lnTo>
                    <a:pt x="2458847" y="5193982"/>
                  </a:lnTo>
                  <a:lnTo>
                    <a:pt x="2458847" y="5213032"/>
                  </a:lnTo>
                  <a:lnTo>
                    <a:pt x="2464181" y="5213032"/>
                  </a:lnTo>
                  <a:lnTo>
                    <a:pt x="2468372" y="5208765"/>
                  </a:lnTo>
                  <a:lnTo>
                    <a:pt x="2468372" y="5198249"/>
                  </a:lnTo>
                  <a:lnTo>
                    <a:pt x="2464181" y="5193982"/>
                  </a:lnTo>
                  <a:close/>
                </a:path>
                <a:path w="10424160" h="5213350">
                  <a:moveTo>
                    <a:pt x="2420747" y="5193982"/>
                  </a:moveTo>
                  <a:lnTo>
                    <a:pt x="2415540" y="5193982"/>
                  </a:lnTo>
                  <a:lnTo>
                    <a:pt x="2411222" y="5198249"/>
                  </a:lnTo>
                  <a:lnTo>
                    <a:pt x="2411222" y="5208765"/>
                  </a:lnTo>
                  <a:lnTo>
                    <a:pt x="2415540" y="5213032"/>
                  </a:lnTo>
                  <a:lnTo>
                    <a:pt x="2420747" y="5213032"/>
                  </a:lnTo>
                  <a:lnTo>
                    <a:pt x="2420747" y="5193982"/>
                  </a:lnTo>
                  <a:close/>
                </a:path>
                <a:path w="10424160" h="5213350">
                  <a:moveTo>
                    <a:pt x="2426081" y="5193982"/>
                  </a:moveTo>
                  <a:lnTo>
                    <a:pt x="2420747" y="5193982"/>
                  </a:lnTo>
                  <a:lnTo>
                    <a:pt x="2420747" y="5213032"/>
                  </a:lnTo>
                  <a:lnTo>
                    <a:pt x="2426081" y="5213032"/>
                  </a:lnTo>
                  <a:lnTo>
                    <a:pt x="2430272" y="5208765"/>
                  </a:lnTo>
                  <a:lnTo>
                    <a:pt x="2430272" y="5198249"/>
                  </a:lnTo>
                  <a:lnTo>
                    <a:pt x="2426081" y="5193982"/>
                  </a:lnTo>
                  <a:close/>
                </a:path>
                <a:path w="10424160" h="5213350">
                  <a:moveTo>
                    <a:pt x="2382647" y="5193982"/>
                  </a:moveTo>
                  <a:lnTo>
                    <a:pt x="2377313" y="5193982"/>
                  </a:lnTo>
                  <a:lnTo>
                    <a:pt x="2373122" y="5198249"/>
                  </a:lnTo>
                  <a:lnTo>
                    <a:pt x="2373122" y="5208765"/>
                  </a:lnTo>
                  <a:lnTo>
                    <a:pt x="2377313" y="5213032"/>
                  </a:lnTo>
                  <a:lnTo>
                    <a:pt x="2382647" y="5213032"/>
                  </a:lnTo>
                  <a:lnTo>
                    <a:pt x="2382647" y="5193982"/>
                  </a:lnTo>
                  <a:close/>
                </a:path>
                <a:path w="10424160" h="5213350">
                  <a:moveTo>
                    <a:pt x="2387854" y="5193982"/>
                  </a:moveTo>
                  <a:lnTo>
                    <a:pt x="2382647" y="5193982"/>
                  </a:lnTo>
                  <a:lnTo>
                    <a:pt x="2382647" y="5213032"/>
                  </a:lnTo>
                  <a:lnTo>
                    <a:pt x="2387854" y="5213032"/>
                  </a:lnTo>
                  <a:lnTo>
                    <a:pt x="2392172" y="5208765"/>
                  </a:lnTo>
                  <a:lnTo>
                    <a:pt x="2392172" y="5198249"/>
                  </a:lnTo>
                  <a:lnTo>
                    <a:pt x="2387854" y="5193982"/>
                  </a:lnTo>
                  <a:close/>
                </a:path>
                <a:path w="10424160" h="5213350">
                  <a:moveTo>
                    <a:pt x="2344547" y="5193982"/>
                  </a:moveTo>
                  <a:lnTo>
                    <a:pt x="2339213" y="5193982"/>
                  </a:lnTo>
                  <a:lnTo>
                    <a:pt x="2335022" y="5198249"/>
                  </a:lnTo>
                  <a:lnTo>
                    <a:pt x="2335022" y="5208765"/>
                  </a:lnTo>
                  <a:lnTo>
                    <a:pt x="2339213" y="5213032"/>
                  </a:lnTo>
                  <a:lnTo>
                    <a:pt x="2344547" y="5213032"/>
                  </a:lnTo>
                  <a:lnTo>
                    <a:pt x="2344547" y="5193982"/>
                  </a:lnTo>
                  <a:close/>
                </a:path>
                <a:path w="10424160" h="5213350">
                  <a:moveTo>
                    <a:pt x="2349754" y="5193982"/>
                  </a:moveTo>
                  <a:lnTo>
                    <a:pt x="2344547" y="5193982"/>
                  </a:lnTo>
                  <a:lnTo>
                    <a:pt x="2344547" y="5213032"/>
                  </a:lnTo>
                  <a:lnTo>
                    <a:pt x="2349754" y="5213032"/>
                  </a:lnTo>
                  <a:lnTo>
                    <a:pt x="2354072" y="5208765"/>
                  </a:lnTo>
                  <a:lnTo>
                    <a:pt x="2354072" y="5198249"/>
                  </a:lnTo>
                  <a:lnTo>
                    <a:pt x="2349754" y="5193982"/>
                  </a:lnTo>
                  <a:close/>
                </a:path>
                <a:path w="10424160" h="5213350">
                  <a:moveTo>
                    <a:pt x="2306447" y="5193982"/>
                  </a:moveTo>
                  <a:lnTo>
                    <a:pt x="2301113" y="5193982"/>
                  </a:lnTo>
                  <a:lnTo>
                    <a:pt x="2296922" y="5198249"/>
                  </a:lnTo>
                  <a:lnTo>
                    <a:pt x="2296922" y="5208765"/>
                  </a:lnTo>
                  <a:lnTo>
                    <a:pt x="2301113" y="5213032"/>
                  </a:lnTo>
                  <a:lnTo>
                    <a:pt x="2306447" y="5213032"/>
                  </a:lnTo>
                  <a:lnTo>
                    <a:pt x="2306447" y="5193982"/>
                  </a:lnTo>
                  <a:close/>
                </a:path>
                <a:path w="10424160" h="5213350">
                  <a:moveTo>
                    <a:pt x="2311654" y="5193982"/>
                  </a:moveTo>
                  <a:lnTo>
                    <a:pt x="2306447" y="5193982"/>
                  </a:lnTo>
                  <a:lnTo>
                    <a:pt x="2306447" y="5213032"/>
                  </a:lnTo>
                  <a:lnTo>
                    <a:pt x="2311654" y="5213032"/>
                  </a:lnTo>
                  <a:lnTo>
                    <a:pt x="2315972" y="5208765"/>
                  </a:lnTo>
                  <a:lnTo>
                    <a:pt x="2315972" y="5198249"/>
                  </a:lnTo>
                  <a:lnTo>
                    <a:pt x="2311654" y="5193982"/>
                  </a:lnTo>
                  <a:close/>
                </a:path>
                <a:path w="10424160" h="5213350">
                  <a:moveTo>
                    <a:pt x="2268220" y="5193982"/>
                  </a:moveTo>
                  <a:lnTo>
                    <a:pt x="2263013" y="5193982"/>
                  </a:lnTo>
                  <a:lnTo>
                    <a:pt x="2258695" y="5198249"/>
                  </a:lnTo>
                  <a:lnTo>
                    <a:pt x="2258695" y="5208765"/>
                  </a:lnTo>
                  <a:lnTo>
                    <a:pt x="2263013" y="5213032"/>
                  </a:lnTo>
                  <a:lnTo>
                    <a:pt x="2268220" y="5213032"/>
                  </a:lnTo>
                  <a:lnTo>
                    <a:pt x="2268220" y="5193982"/>
                  </a:lnTo>
                  <a:close/>
                </a:path>
                <a:path w="10424160" h="5213350">
                  <a:moveTo>
                    <a:pt x="2273554" y="5193982"/>
                  </a:moveTo>
                  <a:lnTo>
                    <a:pt x="2268347" y="5193982"/>
                  </a:lnTo>
                  <a:lnTo>
                    <a:pt x="2268347" y="5213032"/>
                  </a:lnTo>
                  <a:lnTo>
                    <a:pt x="2273554" y="5213032"/>
                  </a:lnTo>
                  <a:lnTo>
                    <a:pt x="2277872" y="5208765"/>
                  </a:lnTo>
                  <a:lnTo>
                    <a:pt x="2277872" y="5198249"/>
                  </a:lnTo>
                  <a:lnTo>
                    <a:pt x="2273554" y="5193982"/>
                  </a:lnTo>
                  <a:close/>
                </a:path>
                <a:path w="10424160" h="5213350">
                  <a:moveTo>
                    <a:pt x="2230120" y="5193982"/>
                  </a:moveTo>
                  <a:lnTo>
                    <a:pt x="2224913" y="5193982"/>
                  </a:lnTo>
                  <a:lnTo>
                    <a:pt x="2220595" y="5198249"/>
                  </a:lnTo>
                  <a:lnTo>
                    <a:pt x="2220595" y="5208765"/>
                  </a:lnTo>
                  <a:lnTo>
                    <a:pt x="2224913" y="5213032"/>
                  </a:lnTo>
                  <a:lnTo>
                    <a:pt x="2230120" y="5213032"/>
                  </a:lnTo>
                  <a:lnTo>
                    <a:pt x="2230120" y="5193982"/>
                  </a:lnTo>
                  <a:close/>
                </a:path>
                <a:path w="10424160" h="5213350">
                  <a:moveTo>
                    <a:pt x="2235454" y="5193982"/>
                  </a:moveTo>
                  <a:lnTo>
                    <a:pt x="2230120" y="5193982"/>
                  </a:lnTo>
                  <a:lnTo>
                    <a:pt x="2230120" y="5213032"/>
                  </a:lnTo>
                  <a:lnTo>
                    <a:pt x="2235454" y="5213032"/>
                  </a:lnTo>
                  <a:lnTo>
                    <a:pt x="2239645" y="5208765"/>
                  </a:lnTo>
                  <a:lnTo>
                    <a:pt x="2239645" y="5198249"/>
                  </a:lnTo>
                  <a:lnTo>
                    <a:pt x="2235454" y="5193982"/>
                  </a:lnTo>
                  <a:close/>
                </a:path>
                <a:path w="10424160" h="5213350">
                  <a:moveTo>
                    <a:pt x="2192020" y="5193982"/>
                  </a:moveTo>
                  <a:lnTo>
                    <a:pt x="2186813" y="5193982"/>
                  </a:lnTo>
                  <a:lnTo>
                    <a:pt x="2182495" y="5198249"/>
                  </a:lnTo>
                  <a:lnTo>
                    <a:pt x="2182495" y="5208765"/>
                  </a:lnTo>
                  <a:lnTo>
                    <a:pt x="2186813" y="5213032"/>
                  </a:lnTo>
                  <a:lnTo>
                    <a:pt x="2192020" y="5213032"/>
                  </a:lnTo>
                  <a:lnTo>
                    <a:pt x="2192020" y="5193982"/>
                  </a:lnTo>
                  <a:close/>
                </a:path>
                <a:path w="10424160" h="5213350">
                  <a:moveTo>
                    <a:pt x="2197354" y="5193982"/>
                  </a:moveTo>
                  <a:lnTo>
                    <a:pt x="2192020" y="5193982"/>
                  </a:lnTo>
                  <a:lnTo>
                    <a:pt x="2192020" y="5213032"/>
                  </a:lnTo>
                  <a:lnTo>
                    <a:pt x="2197354" y="5213032"/>
                  </a:lnTo>
                  <a:lnTo>
                    <a:pt x="2201545" y="5208765"/>
                  </a:lnTo>
                  <a:lnTo>
                    <a:pt x="2201545" y="5198249"/>
                  </a:lnTo>
                  <a:lnTo>
                    <a:pt x="2197354" y="5193982"/>
                  </a:lnTo>
                  <a:close/>
                </a:path>
                <a:path w="10424160" h="5213350">
                  <a:moveTo>
                    <a:pt x="2153920" y="5193982"/>
                  </a:moveTo>
                  <a:lnTo>
                    <a:pt x="2148585" y="5193982"/>
                  </a:lnTo>
                  <a:lnTo>
                    <a:pt x="2144395" y="5198249"/>
                  </a:lnTo>
                  <a:lnTo>
                    <a:pt x="2144395" y="5208765"/>
                  </a:lnTo>
                  <a:lnTo>
                    <a:pt x="2148585" y="5213032"/>
                  </a:lnTo>
                  <a:lnTo>
                    <a:pt x="2153920" y="5213032"/>
                  </a:lnTo>
                  <a:lnTo>
                    <a:pt x="2153920" y="5193982"/>
                  </a:lnTo>
                  <a:close/>
                </a:path>
                <a:path w="10424160" h="5213350">
                  <a:moveTo>
                    <a:pt x="2159127" y="5193982"/>
                  </a:moveTo>
                  <a:lnTo>
                    <a:pt x="2153920" y="5193982"/>
                  </a:lnTo>
                  <a:lnTo>
                    <a:pt x="2153920" y="5213032"/>
                  </a:lnTo>
                  <a:lnTo>
                    <a:pt x="2159127" y="5213032"/>
                  </a:lnTo>
                  <a:lnTo>
                    <a:pt x="2163445" y="5208765"/>
                  </a:lnTo>
                  <a:lnTo>
                    <a:pt x="2163445" y="5198249"/>
                  </a:lnTo>
                  <a:lnTo>
                    <a:pt x="2159127" y="5193982"/>
                  </a:lnTo>
                  <a:close/>
                </a:path>
                <a:path w="10424160" h="5213350">
                  <a:moveTo>
                    <a:pt x="2115820" y="5193982"/>
                  </a:moveTo>
                  <a:lnTo>
                    <a:pt x="2110485" y="5193982"/>
                  </a:lnTo>
                  <a:lnTo>
                    <a:pt x="2106295" y="5198249"/>
                  </a:lnTo>
                  <a:lnTo>
                    <a:pt x="2106295" y="5208765"/>
                  </a:lnTo>
                  <a:lnTo>
                    <a:pt x="2110485" y="5213032"/>
                  </a:lnTo>
                  <a:lnTo>
                    <a:pt x="2115820" y="5213032"/>
                  </a:lnTo>
                  <a:lnTo>
                    <a:pt x="2115820" y="5193982"/>
                  </a:lnTo>
                  <a:close/>
                </a:path>
                <a:path w="10424160" h="5213350">
                  <a:moveTo>
                    <a:pt x="2121027" y="5193982"/>
                  </a:moveTo>
                  <a:lnTo>
                    <a:pt x="2115820" y="5193982"/>
                  </a:lnTo>
                  <a:lnTo>
                    <a:pt x="2115820" y="5213032"/>
                  </a:lnTo>
                  <a:lnTo>
                    <a:pt x="2121027" y="5213032"/>
                  </a:lnTo>
                  <a:lnTo>
                    <a:pt x="2125345" y="5208765"/>
                  </a:lnTo>
                  <a:lnTo>
                    <a:pt x="2125345" y="5198249"/>
                  </a:lnTo>
                  <a:lnTo>
                    <a:pt x="2121027" y="5193982"/>
                  </a:lnTo>
                  <a:close/>
                </a:path>
                <a:path w="10424160" h="5213350">
                  <a:moveTo>
                    <a:pt x="2077720" y="5193982"/>
                  </a:moveTo>
                  <a:lnTo>
                    <a:pt x="2072385" y="5193982"/>
                  </a:lnTo>
                  <a:lnTo>
                    <a:pt x="2068195" y="5198249"/>
                  </a:lnTo>
                  <a:lnTo>
                    <a:pt x="2068195" y="5208765"/>
                  </a:lnTo>
                  <a:lnTo>
                    <a:pt x="2072385" y="5213032"/>
                  </a:lnTo>
                  <a:lnTo>
                    <a:pt x="2077720" y="5213032"/>
                  </a:lnTo>
                  <a:lnTo>
                    <a:pt x="2077720" y="5193982"/>
                  </a:lnTo>
                  <a:close/>
                </a:path>
                <a:path w="10424160" h="5213350">
                  <a:moveTo>
                    <a:pt x="2082927" y="5193982"/>
                  </a:moveTo>
                  <a:lnTo>
                    <a:pt x="2077720" y="5193982"/>
                  </a:lnTo>
                  <a:lnTo>
                    <a:pt x="2077720" y="5213032"/>
                  </a:lnTo>
                  <a:lnTo>
                    <a:pt x="2082927" y="5213032"/>
                  </a:lnTo>
                  <a:lnTo>
                    <a:pt x="2087245" y="5208765"/>
                  </a:lnTo>
                  <a:lnTo>
                    <a:pt x="2087245" y="5198249"/>
                  </a:lnTo>
                  <a:lnTo>
                    <a:pt x="2082927" y="5193982"/>
                  </a:lnTo>
                  <a:close/>
                </a:path>
                <a:path w="10424160" h="5213350">
                  <a:moveTo>
                    <a:pt x="2039493" y="5193982"/>
                  </a:moveTo>
                  <a:lnTo>
                    <a:pt x="2034285" y="5193982"/>
                  </a:lnTo>
                  <a:lnTo>
                    <a:pt x="2029968" y="5198249"/>
                  </a:lnTo>
                  <a:lnTo>
                    <a:pt x="2029968" y="5208765"/>
                  </a:lnTo>
                  <a:lnTo>
                    <a:pt x="2034285" y="5213032"/>
                  </a:lnTo>
                  <a:lnTo>
                    <a:pt x="2039493" y="5213032"/>
                  </a:lnTo>
                  <a:lnTo>
                    <a:pt x="2039493" y="5193982"/>
                  </a:lnTo>
                  <a:close/>
                </a:path>
                <a:path w="10424160" h="5213350">
                  <a:moveTo>
                    <a:pt x="2044827" y="5193982"/>
                  </a:moveTo>
                  <a:lnTo>
                    <a:pt x="2039620" y="5193982"/>
                  </a:lnTo>
                  <a:lnTo>
                    <a:pt x="2039620" y="5213032"/>
                  </a:lnTo>
                  <a:lnTo>
                    <a:pt x="2044827" y="5213032"/>
                  </a:lnTo>
                  <a:lnTo>
                    <a:pt x="2049145" y="5208765"/>
                  </a:lnTo>
                  <a:lnTo>
                    <a:pt x="2049145" y="5198249"/>
                  </a:lnTo>
                  <a:lnTo>
                    <a:pt x="2044827" y="5193982"/>
                  </a:lnTo>
                  <a:close/>
                </a:path>
                <a:path w="10424160" h="5213350">
                  <a:moveTo>
                    <a:pt x="2001393" y="5193982"/>
                  </a:moveTo>
                  <a:lnTo>
                    <a:pt x="1996185" y="5193982"/>
                  </a:lnTo>
                  <a:lnTo>
                    <a:pt x="1991868" y="5198249"/>
                  </a:lnTo>
                  <a:lnTo>
                    <a:pt x="1991868" y="5208765"/>
                  </a:lnTo>
                  <a:lnTo>
                    <a:pt x="1996185" y="5213032"/>
                  </a:lnTo>
                  <a:lnTo>
                    <a:pt x="2001393" y="5213032"/>
                  </a:lnTo>
                  <a:lnTo>
                    <a:pt x="2001393" y="5193982"/>
                  </a:lnTo>
                  <a:close/>
                </a:path>
                <a:path w="10424160" h="5213350">
                  <a:moveTo>
                    <a:pt x="2006727" y="5193982"/>
                  </a:moveTo>
                  <a:lnTo>
                    <a:pt x="2001393" y="5193982"/>
                  </a:lnTo>
                  <a:lnTo>
                    <a:pt x="2001393" y="5213032"/>
                  </a:lnTo>
                  <a:lnTo>
                    <a:pt x="2006727" y="5213032"/>
                  </a:lnTo>
                  <a:lnTo>
                    <a:pt x="2010918" y="5208765"/>
                  </a:lnTo>
                  <a:lnTo>
                    <a:pt x="2010918" y="5198249"/>
                  </a:lnTo>
                  <a:lnTo>
                    <a:pt x="2006727" y="5193982"/>
                  </a:lnTo>
                  <a:close/>
                </a:path>
                <a:path w="10424160" h="5213350">
                  <a:moveTo>
                    <a:pt x="1963293" y="5193982"/>
                  </a:moveTo>
                  <a:lnTo>
                    <a:pt x="1958085" y="5193982"/>
                  </a:lnTo>
                  <a:lnTo>
                    <a:pt x="1953768" y="5198249"/>
                  </a:lnTo>
                  <a:lnTo>
                    <a:pt x="1953768" y="5208765"/>
                  </a:lnTo>
                  <a:lnTo>
                    <a:pt x="1958085" y="5213032"/>
                  </a:lnTo>
                  <a:lnTo>
                    <a:pt x="1963293" y="5213032"/>
                  </a:lnTo>
                  <a:lnTo>
                    <a:pt x="1963293" y="5193982"/>
                  </a:lnTo>
                  <a:close/>
                </a:path>
                <a:path w="10424160" h="5213350">
                  <a:moveTo>
                    <a:pt x="1968627" y="5193982"/>
                  </a:moveTo>
                  <a:lnTo>
                    <a:pt x="1963293" y="5193982"/>
                  </a:lnTo>
                  <a:lnTo>
                    <a:pt x="1963293" y="5213032"/>
                  </a:lnTo>
                  <a:lnTo>
                    <a:pt x="1968627" y="5213032"/>
                  </a:lnTo>
                  <a:lnTo>
                    <a:pt x="1972818" y="5208765"/>
                  </a:lnTo>
                  <a:lnTo>
                    <a:pt x="1972818" y="5198249"/>
                  </a:lnTo>
                  <a:lnTo>
                    <a:pt x="1968627" y="5193982"/>
                  </a:lnTo>
                  <a:close/>
                </a:path>
                <a:path w="10424160" h="5213350">
                  <a:moveTo>
                    <a:pt x="1925193" y="5193982"/>
                  </a:moveTo>
                  <a:lnTo>
                    <a:pt x="1919985" y="5193982"/>
                  </a:lnTo>
                  <a:lnTo>
                    <a:pt x="1915668" y="5198249"/>
                  </a:lnTo>
                  <a:lnTo>
                    <a:pt x="1915668" y="5208765"/>
                  </a:lnTo>
                  <a:lnTo>
                    <a:pt x="1919985" y="5213032"/>
                  </a:lnTo>
                  <a:lnTo>
                    <a:pt x="1925193" y="5213032"/>
                  </a:lnTo>
                  <a:lnTo>
                    <a:pt x="1925193" y="5193982"/>
                  </a:lnTo>
                  <a:close/>
                </a:path>
                <a:path w="10424160" h="5213350">
                  <a:moveTo>
                    <a:pt x="1930527" y="5193982"/>
                  </a:moveTo>
                  <a:lnTo>
                    <a:pt x="1925193" y="5193982"/>
                  </a:lnTo>
                  <a:lnTo>
                    <a:pt x="1925193" y="5213032"/>
                  </a:lnTo>
                  <a:lnTo>
                    <a:pt x="1930527" y="5213032"/>
                  </a:lnTo>
                  <a:lnTo>
                    <a:pt x="1934718" y="5208765"/>
                  </a:lnTo>
                  <a:lnTo>
                    <a:pt x="1934718" y="5198249"/>
                  </a:lnTo>
                  <a:lnTo>
                    <a:pt x="1930527" y="5193982"/>
                  </a:lnTo>
                  <a:close/>
                </a:path>
                <a:path w="10424160" h="5213350">
                  <a:moveTo>
                    <a:pt x="1887093" y="5193982"/>
                  </a:moveTo>
                  <a:lnTo>
                    <a:pt x="1881758" y="5193982"/>
                  </a:lnTo>
                  <a:lnTo>
                    <a:pt x="1877568" y="5198249"/>
                  </a:lnTo>
                  <a:lnTo>
                    <a:pt x="1877568" y="5208765"/>
                  </a:lnTo>
                  <a:lnTo>
                    <a:pt x="1881758" y="5213032"/>
                  </a:lnTo>
                  <a:lnTo>
                    <a:pt x="1887093" y="5213032"/>
                  </a:lnTo>
                  <a:lnTo>
                    <a:pt x="1887093" y="5193982"/>
                  </a:lnTo>
                  <a:close/>
                </a:path>
                <a:path w="10424160" h="5213350">
                  <a:moveTo>
                    <a:pt x="1892300" y="5193982"/>
                  </a:moveTo>
                  <a:lnTo>
                    <a:pt x="1887093" y="5193982"/>
                  </a:lnTo>
                  <a:lnTo>
                    <a:pt x="1887093" y="5213032"/>
                  </a:lnTo>
                  <a:lnTo>
                    <a:pt x="1892300" y="5213032"/>
                  </a:lnTo>
                  <a:lnTo>
                    <a:pt x="1896618" y="5208765"/>
                  </a:lnTo>
                  <a:lnTo>
                    <a:pt x="1896618" y="5198249"/>
                  </a:lnTo>
                  <a:lnTo>
                    <a:pt x="1892300" y="5193982"/>
                  </a:lnTo>
                  <a:close/>
                </a:path>
                <a:path w="10424160" h="5213350">
                  <a:moveTo>
                    <a:pt x="1848993" y="5193982"/>
                  </a:moveTo>
                  <a:lnTo>
                    <a:pt x="1843658" y="5193982"/>
                  </a:lnTo>
                  <a:lnTo>
                    <a:pt x="1839468" y="5198249"/>
                  </a:lnTo>
                  <a:lnTo>
                    <a:pt x="1839468" y="5208765"/>
                  </a:lnTo>
                  <a:lnTo>
                    <a:pt x="1843658" y="5213032"/>
                  </a:lnTo>
                  <a:lnTo>
                    <a:pt x="1848993" y="5213032"/>
                  </a:lnTo>
                  <a:lnTo>
                    <a:pt x="1848993" y="5193982"/>
                  </a:lnTo>
                  <a:close/>
                </a:path>
                <a:path w="10424160" h="5213350">
                  <a:moveTo>
                    <a:pt x="1854200" y="5193982"/>
                  </a:moveTo>
                  <a:lnTo>
                    <a:pt x="1848993" y="5193982"/>
                  </a:lnTo>
                  <a:lnTo>
                    <a:pt x="1848993" y="5213032"/>
                  </a:lnTo>
                  <a:lnTo>
                    <a:pt x="1854200" y="5213032"/>
                  </a:lnTo>
                  <a:lnTo>
                    <a:pt x="1858518" y="5208765"/>
                  </a:lnTo>
                  <a:lnTo>
                    <a:pt x="1858518" y="5198249"/>
                  </a:lnTo>
                  <a:lnTo>
                    <a:pt x="1854200" y="5193982"/>
                  </a:lnTo>
                  <a:close/>
                </a:path>
                <a:path w="10424160" h="5213350">
                  <a:moveTo>
                    <a:pt x="1810893" y="5193982"/>
                  </a:moveTo>
                  <a:lnTo>
                    <a:pt x="1805558" y="5193982"/>
                  </a:lnTo>
                  <a:lnTo>
                    <a:pt x="1801368" y="5198249"/>
                  </a:lnTo>
                  <a:lnTo>
                    <a:pt x="1801368" y="5208765"/>
                  </a:lnTo>
                  <a:lnTo>
                    <a:pt x="1805558" y="5213032"/>
                  </a:lnTo>
                  <a:lnTo>
                    <a:pt x="1810893" y="5213032"/>
                  </a:lnTo>
                  <a:lnTo>
                    <a:pt x="1810893" y="5193982"/>
                  </a:lnTo>
                  <a:close/>
                </a:path>
                <a:path w="10424160" h="5213350">
                  <a:moveTo>
                    <a:pt x="1816100" y="5193982"/>
                  </a:moveTo>
                  <a:lnTo>
                    <a:pt x="1810893" y="5193982"/>
                  </a:lnTo>
                  <a:lnTo>
                    <a:pt x="1810893" y="5213032"/>
                  </a:lnTo>
                  <a:lnTo>
                    <a:pt x="1816100" y="5213032"/>
                  </a:lnTo>
                  <a:lnTo>
                    <a:pt x="1820418" y="5208765"/>
                  </a:lnTo>
                  <a:lnTo>
                    <a:pt x="1820418" y="5198249"/>
                  </a:lnTo>
                  <a:lnTo>
                    <a:pt x="1816100" y="5193982"/>
                  </a:lnTo>
                  <a:close/>
                </a:path>
                <a:path w="10424160" h="5213350">
                  <a:moveTo>
                    <a:pt x="1772665" y="5193982"/>
                  </a:moveTo>
                  <a:lnTo>
                    <a:pt x="1767458" y="5193982"/>
                  </a:lnTo>
                  <a:lnTo>
                    <a:pt x="1763140" y="5198249"/>
                  </a:lnTo>
                  <a:lnTo>
                    <a:pt x="1763140" y="5208765"/>
                  </a:lnTo>
                  <a:lnTo>
                    <a:pt x="1767458" y="5213032"/>
                  </a:lnTo>
                  <a:lnTo>
                    <a:pt x="1772665" y="5213032"/>
                  </a:lnTo>
                  <a:lnTo>
                    <a:pt x="1772665" y="5193982"/>
                  </a:lnTo>
                  <a:close/>
                </a:path>
                <a:path w="10424160" h="5213350">
                  <a:moveTo>
                    <a:pt x="1772793" y="5206682"/>
                  </a:moveTo>
                  <a:lnTo>
                    <a:pt x="1772665" y="5206682"/>
                  </a:lnTo>
                  <a:lnTo>
                    <a:pt x="1772665" y="5213032"/>
                  </a:lnTo>
                  <a:lnTo>
                    <a:pt x="1772793" y="5213032"/>
                  </a:lnTo>
                  <a:lnTo>
                    <a:pt x="1772793" y="5206682"/>
                  </a:lnTo>
                  <a:close/>
                </a:path>
                <a:path w="10424160" h="5213350">
                  <a:moveTo>
                    <a:pt x="1778000" y="5193982"/>
                  </a:moveTo>
                  <a:lnTo>
                    <a:pt x="1772793" y="5193982"/>
                  </a:lnTo>
                  <a:lnTo>
                    <a:pt x="1772793" y="5213032"/>
                  </a:lnTo>
                  <a:lnTo>
                    <a:pt x="1778000" y="5213032"/>
                  </a:lnTo>
                  <a:lnTo>
                    <a:pt x="1782318" y="5208765"/>
                  </a:lnTo>
                  <a:lnTo>
                    <a:pt x="1782318" y="5198249"/>
                  </a:lnTo>
                  <a:lnTo>
                    <a:pt x="1778000" y="5193982"/>
                  </a:lnTo>
                  <a:close/>
                </a:path>
                <a:path w="10424160" h="5213350">
                  <a:moveTo>
                    <a:pt x="1772793" y="5193982"/>
                  </a:moveTo>
                  <a:lnTo>
                    <a:pt x="1772665" y="5193982"/>
                  </a:lnTo>
                  <a:lnTo>
                    <a:pt x="1772665" y="5200332"/>
                  </a:lnTo>
                  <a:lnTo>
                    <a:pt x="1772793" y="5200332"/>
                  </a:lnTo>
                  <a:lnTo>
                    <a:pt x="1772793" y="5193982"/>
                  </a:lnTo>
                  <a:close/>
                </a:path>
                <a:path w="10424160" h="5213350">
                  <a:moveTo>
                    <a:pt x="1734565" y="5193982"/>
                  </a:moveTo>
                  <a:lnTo>
                    <a:pt x="1729358" y="5193982"/>
                  </a:lnTo>
                  <a:lnTo>
                    <a:pt x="1725040" y="5198249"/>
                  </a:lnTo>
                  <a:lnTo>
                    <a:pt x="1725040" y="5208765"/>
                  </a:lnTo>
                  <a:lnTo>
                    <a:pt x="1729358" y="5213032"/>
                  </a:lnTo>
                  <a:lnTo>
                    <a:pt x="1734565" y="5213032"/>
                  </a:lnTo>
                  <a:lnTo>
                    <a:pt x="1734565" y="5193982"/>
                  </a:lnTo>
                  <a:close/>
                </a:path>
                <a:path w="10424160" h="5213350">
                  <a:moveTo>
                    <a:pt x="1739900" y="5193982"/>
                  </a:moveTo>
                  <a:lnTo>
                    <a:pt x="1734565" y="5193982"/>
                  </a:lnTo>
                  <a:lnTo>
                    <a:pt x="1734565" y="5213032"/>
                  </a:lnTo>
                  <a:lnTo>
                    <a:pt x="1739900" y="5213032"/>
                  </a:lnTo>
                  <a:lnTo>
                    <a:pt x="1744090" y="5208765"/>
                  </a:lnTo>
                  <a:lnTo>
                    <a:pt x="1744090" y="5198249"/>
                  </a:lnTo>
                  <a:lnTo>
                    <a:pt x="1739900" y="5193982"/>
                  </a:lnTo>
                  <a:close/>
                </a:path>
                <a:path w="10424160" h="5213350">
                  <a:moveTo>
                    <a:pt x="1696465" y="5193982"/>
                  </a:moveTo>
                  <a:lnTo>
                    <a:pt x="1691258" y="5193982"/>
                  </a:lnTo>
                  <a:lnTo>
                    <a:pt x="1686940" y="5198249"/>
                  </a:lnTo>
                  <a:lnTo>
                    <a:pt x="1686940" y="5208765"/>
                  </a:lnTo>
                  <a:lnTo>
                    <a:pt x="1691258" y="5213032"/>
                  </a:lnTo>
                  <a:lnTo>
                    <a:pt x="1696465" y="5213032"/>
                  </a:lnTo>
                  <a:lnTo>
                    <a:pt x="1696465" y="5193982"/>
                  </a:lnTo>
                  <a:close/>
                </a:path>
                <a:path w="10424160" h="5213350">
                  <a:moveTo>
                    <a:pt x="1701800" y="5193982"/>
                  </a:moveTo>
                  <a:lnTo>
                    <a:pt x="1696465" y="5193982"/>
                  </a:lnTo>
                  <a:lnTo>
                    <a:pt x="1696465" y="5213032"/>
                  </a:lnTo>
                  <a:lnTo>
                    <a:pt x="1701800" y="5213032"/>
                  </a:lnTo>
                  <a:lnTo>
                    <a:pt x="1705990" y="5208765"/>
                  </a:lnTo>
                  <a:lnTo>
                    <a:pt x="1705990" y="5198249"/>
                  </a:lnTo>
                  <a:lnTo>
                    <a:pt x="1701800" y="5193982"/>
                  </a:lnTo>
                  <a:close/>
                </a:path>
                <a:path w="10424160" h="5213350">
                  <a:moveTo>
                    <a:pt x="1658365" y="5193982"/>
                  </a:moveTo>
                  <a:lnTo>
                    <a:pt x="1653158" y="5193982"/>
                  </a:lnTo>
                  <a:lnTo>
                    <a:pt x="1648840" y="5198249"/>
                  </a:lnTo>
                  <a:lnTo>
                    <a:pt x="1648840" y="5208765"/>
                  </a:lnTo>
                  <a:lnTo>
                    <a:pt x="1653158" y="5213032"/>
                  </a:lnTo>
                  <a:lnTo>
                    <a:pt x="1658365" y="5213032"/>
                  </a:lnTo>
                  <a:lnTo>
                    <a:pt x="1658365" y="5193982"/>
                  </a:lnTo>
                  <a:close/>
                </a:path>
                <a:path w="10424160" h="5213350">
                  <a:moveTo>
                    <a:pt x="1663700" y="5193982"/>
                  </a:moveTo>
                  <a:lnTo>
                    <a:pt x="1658365" y="5193982"/>
                  </a:lnTo>
                  <a:lnTo>
                    <a:pt x="1658365" y="5213032"/>
                  </a:lnTo>
                  <a:lnTo>
                    <a:pt x="1663700" y="5213032"/>
                  </a:lnTo>
                  <a:lnTo>
                    <a:pt x="1667890" y="5208765"/>
                  </a:lnTo>
                  <a:lnTo>
                    <a:pt x="1667890" y="5198249"/>
                  </a:lnTo>
                  <a:lnTo>
                    <a:pt x="1663700" y="5193982"/>
                  </a:lnTo>
                  <a:close/>
                </a:path>
                <a:path w="10424160" h="5213350">
                  <a:moveTo>
                    <a:pt x="1620265" y="5193982"/>
                  </a:moveTo>
                  <a:lnTo>
                    <a:pt x="1614932" y="5193982"/>
                  </a:lnTo>
                  <a:lnTo>
                    <a:pt x="1610740" y="5198249"/>
                  </a:lnTo>
                  <a:lnTo>
                    <a:pt x="1610740" y="5208765"/>
                  </a:lnTo>
                  <a:lnTo>
                    <a:pt x="1614932" y="5213032"/>
                  </a:lnTo>
                  <a:lnTo>
                    <a:pt x="1620265" y="5213032"/>
                  </a:lnTo>
                  <a:lnTo>
                    <a:pt x="1620265" y="5193982"/>
                  </a:lnTo>
                  <a:close/>
                </a:path>
                <a:path w="10424160" h="5213350">
                  <a:moveTo>
                    <a:pt x="1625472" y="5193982"/>
                  </a:moveTo>
                  <a:lnTo>
                    <a:pt x="1620265" y="5193982"/>
                  </a:lnTo>
                  <a:lnTo>
                    <a:pt x="1620265" y="5213032"/>
                  </a:lnTo>
                  <a:lnTo>
                    <a:pt x="1625472" y="5213032"/>
                  </a:lnTo>
                  <a:lnTo>
                    <a:pt x="1629790" y="5208765"/>
                  </a:lnTo>
                  <a:lnTo>
                    <a:pt x="1629790" y="5198249"/>
                  </a:lnTo>
                  <a:lnTo>
                    <a:pt x="1625472" y="5193982"/>
                  </a:lnTo>
                  <a:close/>
                </a:path>
                <a:path w="10424160" h="5213350">
                  <a:moveTo>
                    <a:pt x="1582165" y="5193982"/>
                  </a:moveTo>
                  <a:lnTo>
                    <a:pt x="1576832" y="5193982"/>
                  </a:lnTo>
                  <a:lnTo>
                    <a:pt x="1572640" y="5198249"/>
                  </a:lnTo>
                  <a:lnTo>
                    <a:pt x="1572640" y="5208765"/>
                  </a:lnTo>
                  <a:lnTo>
                    <a:pt x="1576832" y="5213032"/>
                  </a:lnTo>
                  <a:lnTo>
                    <a:pt x="1582165" y="5213032"/>
                  </a:lnTo>
                  <a:lnTo>
                    <a:pt x="1582165" y="5193982"/>
                  </a:lnTo>
                  <a:close/>
                </a:path>
                <a:path w="10424160" h="5213350">
                  <a:moveTo>
                    <a:pt x="1587372" y="5193982"/>
                  </a:moveTo>
                  <a:lnTo>
                    <a:pt x="1582165" y="5193982"/>
                  </a:lnTo>
                  <a:lnTo>
                    <a:pt x="1582165" y="5213032"/>
                  </a:lnTo>
                  <a:lnTo>
                    <a:pt x="1587372" y="5213032"/>
                  </a:lnTo>
                  <a:lnTo>
                    <a:pt x="1591690" y="5208765"/>
                  </a:lnTo>
                  <a:lnTo>
                    <a:pt x="1591690" y="5198249"/>
                  </a:lnTo>
                  <a:lnTo>
                    <a:pt x="1587372" y="5193982"/>
                  </a:lnTo>
                  <a:close/>
                </a:path>
                <a:path w="10424160" h="5213350">
                  <a:moveTo>
                    <a:pt x="1543939" y="5193982"/>
                  </a:moveTo>
                  <a:lnTo>
                    <a:pt x="1538732" y="5193982"/>
                  </a:lnTo>
                  <a:lnTo>
                    <a:pt x="1534414" y="5198249"/>
                  </a:lnTo>
                  <a:lnTo>
                    <a:pt x="1534414" y="5208765"/>
                  </a:lnTo>
                  <a:lnTo>
                    <a:pt x="1538732" y="5213032"/>
                  </a:lnTo>
                  <a:lnTo>
                    <a:pt x="1543939" y="5213032"/>
                  </a:lnTo>
                  <a:lnTo>
                    <a:pt x="1543939" y="5193982"/>
                  </a:lnTo>
                  <a:close/>
                </a:path>
                <a:path w="10424160" h="5213350">
                  <a:moveTo>
                    <a:pt x="1549272" y="5193982"/>
                  </a:moveTo>
                  <a:lnTo>
                    <a:pt x="1544065" y="5193982"/>
                  </a:lnTo>
                  <a:lnTo>
                    <a:pt x="1544065" y="5213032"/>
                  </a:lnTo>
                  <a:lnTo>
                    <a:pt x="1549272" y="5213032"/>
                  </a:lnTo>
                  <a:lnTo>
                    <a:pt x="1553590" y="5208765"/>
                  </a:lnTo>
                  <a:lnTo>
                    <a:pt x="1553590" y="5198249"/>
                  </a:lnTo>
                  <a:lnTo>
                    <a:pt x="1549272" y="5193982"/>
                  </a:lnTo>
                  <a:close/>
                </a:path>
                <a:path w="10424160" h="5213350">
                  <a:moveTo>
                    <a:pt x="1505839" y="5193982"/>
                  </a:moveTo>
                  <a:lnTo>
                    <a:pt x="1500632" y="5193982"/>
                  </a:lnTo>
                  <a:lnTo>
                    <a:pt x="1496314" y="5198249"/>
                  </a:lnTo>
                  <a:lnTo>
                    <a:pt x="1496314" y="5208765"/>
                  </a:lnTo>
                  <a:lnTo>
                    <a:pt x="1500632" y="5213032"/>
                  </a:lnTo>
                  <a:lnTo>
                    <a:pt x="1505839" y="5213032"/>
                  </a:lnTo>
                  <a:lnTo>
                    <a:pt x="1505839" y="5193982"/>
                  </a:lnTo>
                  <a:close/>
                </a:path>
                <a:path w="10424160" h="5213350">
                  <a:moveTo>
                    <a:pt x="1511172" y="5193982"/>
                  </a:moveTo>
                  <a:lnTo>
                    <a:pt x="1505839" y="5193982"/>
                  </a:lnTo>
                  <a:lnTo>
                    <a:pt x="1505839" y="5213032"/>
                  </a:lnTo>
                  <a:lnTo>
                    <a:pt x="1511172" y="5213032"/>
                  </a:lnTo>
                  <a:lnTo>
                    <a:pt x="1515364" y="5208765"/>
                  </a:lnTo>
                  <a:lnTo>
                    <a:pt x="1515364" y="5198249"/>
                  </a:lnTo>
                  <a:lnTo>
                    <a:pt x="1511172" y="5193982"/>
                  </a:lnTo>
                  <a:close/>
                </a:path>
                <a:path w="10424160" h="5213350">
                  <a:moveTo>
                    <a:pt x="1467739" y="5193982"/>
                  </a:moveTo>
                  <a:lnTo>
                    <a:pt x="1462532" y="5193982"/>
                  </a:lnTo>
                  <a:lnTo>
                    <a:pt x="1458214" y="5198249"/>
                  </a:lnTo>
                  <a:lnTo>
                    <a:pt x="1458214" y="5208765"/>
                  </a:lnTo>
                  <a:lnTo>
                    <a:pt x="1462532" y="5213032"/>
                  </a:lnTo>
                  <a:lnTo>
                    <a:pt x="1467739" y="5213032"/>
                  </a:lnTo>
                  <a:lnTo>
                    <a:pt x="1467739" y="5193982"/>
                  </a:lnTo>
                  <a:close/>
                </a:path>
                <a:path w="10424160" h="5213350">
                  <a:moveTo>
                    <a:pt x="1473072" y="5193982"/>
                  </a:moveTo>
                  <a:lnTo>
                    <a:pt x="1467739" y="5193982"/>
                  </a:lnTo>
                  <a:lnTo>
                    <a:pt x="1467739" y="5213032"/>
                  </a:lnTo>
                  <a:lnTo>
                    <a:pt x="1473072" y="5213032"/>
                  </a:lnTo>
                  <a:lnTo>
                    <a:pt x="1477264" y="5208765"/>
                  </a:lnTo>
                  <a:lnTo>
                    <a:pt x="1477264" y="5198249"/>
                  </a:lnTo>
                  <a:lnTo>
                    <a:pt x="1473072" y="5193982"/>
                  </a:lnTo>
                  <a:close/>
                </a:path>
                <a:path w="10424160" h="5213350">
                  <a:moveTo>
                    <a:pt x="1429639" y="5193982"/>
                  </a:moveTo>
                  <a:lnTo>
                    <a:pt x="1424432" y="5193982"/>
                  </a:lnTo>
                  <a:lnTo>
                    <a:pt x="1420114" y="5198249"/>
                  </a:lnTo>
                  <a:lnTo>
                    <a:pt x="1420114" y="5208765"/>
                  </a:lnTo>
                  <a:lnTo>
                    <a:pt x="1424432" y="5213032"/>
                  </a:lnTo>
                  <a:lnTo>
                    <a:pt x="1429639" y="5213032"/>
                  </a:lnTo>
                  <a:lnTo>
                    <a:pt x="1429639" y="5193982"/>
                  </a:lnTo>
                  <a:close/>
                </a:path>
                <a:path w="10424160" h="5213350">
                  <a:moveTo>
                    <a:pt x="1434972" y="5193982"/>
                  </a:moveTo>
                  <a:lnTo>
                    <a:pt x="1429639" y="5193982"/>
                  </a:lnTo>
                  <a:lnTo>
                    <a:pt x="1429639" y="5213032"/>
                  </a:lnTo>
                  <a:lnTo>
                    <a:pt x="1434972" y="5213032"/>
                  </a:lnTo>
                  <a:lnTo>
                    <a:pt x="1439164" y="5208765"/>
                  </a:lnTo>
                  <a:lnTo>
                    <a:pt x="1439164" y="5198249"/>
                  </a:lnTo>
                  <a:lnTo>
                    <a:pt x="1434972" y="5193982"/>
                  </a:lnTo>
                  <a:close/>
                </a:path>
                <a:path w="10424160" h="5213350">
                  <a:moveTo>
                    <a:pt x="1391539" y="5193982"/>
                  </a:moveTo>
                  <a:lnTo>
                    <a:pt x="1386205" y="5193982"/>
                  </a:lnTo>
                  <a:lnTo>
                    <a:pt x="1382014" y="5198249"/>
                  </a:lnTo>
                  <a:lnTo>
                    <a:pt x="1382014" y="5208765"/>
                  </a:lnTo>
                  <a:lnTo>
                    <a:pt x="1386205" y="5213032"/>
                  </a:lnTo>
                  <a:lnTo>
                    <a:pt x="1391539" y="5213032"/>
                  </a:lnTo>
                  <a:lnTo>
                    <a:pt x="1391539" y="5193982"/>
                  </a:lnTo>
                  <a:close/>
                </a:path>
                <a:path w="10424160" h="5213350">
                  <a:moveTo>
                    <a:pt x="1396745" y="5193982"/>
                  </a:moveTo>
                  <a:lnTo>
                    <a:pt x="1391539" y="5193982"/>
                  </a:lnTo>
                  <a:lnTo>
                    <a:pt x="1391539" y="5213032"/>
                  </a:lnTo>
                  <a:lnTo>
                    <a:pt x="1396745" y="5213032"/>
                  </a:lnTo>
                  <a:lnTo>
                    <a:pt x="1401064" y="5208765"/>
                  </a:lnTo>
                  <a:lnTo>
                    <a:pt x="1401064" y="5198249"/>
                  </a:lnTo>
                  <a:lnTo>
                    <a:pt x="1396745" y="5193982"/>
                  </a:lnTo>
                  <a:close/>
                </a:path>
                <a:path w="10424160" h="5213350">
                  <a:moveTo>
                    <a:pt x="1353439" y="5193982"/>
                  </a:moveTo>
                  <a:lnTo>
                    <a:pt x="1348105" y="5193982"/>
                  </a:lnTo>
                  <a:lnTo>
                    <a:pt x="1343914" y="5198249"/>
                  </a:lnTo>
                  <a:lnTo>
                    <a:pt x="1343914" y="5208765"/>
                  </a:lnTo>
                  <a:lnTo>
                    <a:pt x="1348105" y="5213032"/>
                  </a:lnTo>
                  <a:lnTo>
                    <a:pt x="1353439" y="5213032"/>
                  </a:lnTo>
                  <a:lnTo>
                    <a:pt x="1353439" y="5193982"/>
                  </a:lnTo>
                  <a:close/>
                </a:path>
                <a:path w="10424160" h="5213350">
                  <a:moveTo>
                    <a:pt x="1358645" y="5193982"/>
                  </a:moveTo>
                  <a:lnTo>
                    <a:pt x="1353439" y="5193982"/>
                  </a:lnTo>
                  <a:lnTo>
                    <a:pt x="1353439" y="5213032"/>
                  </a:lnTo>
                  <a:lnTo>
                    <a:pt x="1358645" y="5213032"/>
                  </a:lnTo>
                  <a:lnTo>
                    <a:pt x="1362964" y="5208765"/>
                  </a:lnTo>
                  <a:lnTo>
                    <a:pt x="1362964" y="5198249"/>
                  </a:lnTo>
                  <a:lnTo>
                    <a:pt x="1358645" y="5193982"/>
                  </a:lnTo>
                  <a:close/>
                </a:path>
                <a:path w="10424160" h="5213350">
                  <a:moveTo>
                    <a:pt x="1315339" y="5193982"/>
                  </a:moveTo>
                  <a:lnTo>
                    <a:pt x="1310005" y="5193982"/>
                  </a:lnTo>
                  <a:lnTo>
                    <a:pt x="1305814" y="5198249"/>
                  </a:lnTo>
                  <a:lnTo>
                    <a:pt x="1305814" y="5208765"/>
                  </a:lnTo>
                  <a:lnTo>
                    <a:pt x="1310005" y="5213032"/>
                  </a:lnTo>
                  <a:lnTo>
                    <a:pt x="1315339" y="5213032"/>
                  </a:lnTo>
                  <a:lnTo>
                    <a:pt x="1315339" y="5193982"/>
                  </a:lnTo>
                  <a:close/>
                </a:path>
                <a:path w="10424160" h="5213350">
                  <a:moveTo>
                    <a:pt x="1320545" y="5193982"/>
                  </a:moveTo>
                  <a:lnTo>
                    <a:pt x="1315339" y="5193982"/>
                  </a:lnTo>
                  <a:lnTo>
                    <a:pt x="1315339" y="5213032"/>
                  </a:lnTo>
                  <a:lnTo>
                    <a:pt x="1320545" y="5213032"/>
                  </a:lnTo>
                  <a:lnTo>
                    <a:pt x="1324864" y="5208765"/>
                  </a:lnTo>
                  <a:lnTo>
                    <a:pt x="1324864" y="5198249"/>
                  </a:lnTo>
                  <a:lnTo>
                    <a:pt x="1320545" y="5193982"/>
                  </a:lnTo>
                  <a:close/>
                </a:path>
                <a:path w="10424160" h="5213350">
                  <a:moveTo>
                    <a:pt x="1277112" y="5193982"/>
                  </a:moveTo>
                  <a:lnTo>
                    <a:pt x="1271905" y="5193982"/>
                  </a:lnTo>
                  <a:lnTo>
                    <a:pt x="1267587" y="5198249"/>
                  </a:lnTo>
                  <a:lnTo>
                    <a:pt x="1267587" y="5208765"/>
                  </a:lnTo>
                  <a:lnTo>
                    <a:pt x="1271905" y="5213032"/>
                  </a:lnTo>
                  <a:lnTo>
                    <a:pt x="1277112" y="5213032"/>
                  </a:lnTo>
                  <a:lnTo>
                    <a:pt x="1277112" y="5193982"/>
                  </a:lnTo>
                  <a:close/>
                </a:path>
                <a:path w="10424160" h="5213350">
                  <a:moveTo>
                    <a:pt x="1282445" y="5193982"/>
                  </a:moveTo>
                  <a:lnTo>
                    <a:pt x="1277239" y="5193982"/>
                  </a:lnTo>
                  <a:lnTo>
                    <a:pt x="1277239" y="5213032"/>
                  </a:lnTo>
                  <a:lnTo>
                    <a:pt x="1282445" y="5213032"/>
                  </a:lnTo>
                  <a:lnTo>
                    <a:pt x="1286764" y="5208765"/>
                  </a:lnTo>
                  <a:lnTo>
                    <a:pt x="1286764" y="5198249"/>
                  </a:lnTo>
                  <a:lnTo>
                    <a:pt x="1282445" y="5193982"/>
                  </a:lnTo>
                  <a:close/>
                </a:path>
                <a:path w="10424160" h="5213350">
                  <a:moveTo>
                    <a:pt x="1239012" y="5193982"/>
                  </a:moveTo>
                  <a:lnTo>
                    <a:pt x="1233805" y="5193982"/>
                  </a:lnTo>
                  <a:lnTo>
                    <a:pt x="1229487" y="5198249"/>
                  </a:lnTo>
                  <a:lnTo>
                    <a:pt x="1229487" y="5208765"/>
                  </a:lnTo>
                  <a:lnTo>
                    <a:pt x="1233805" y="5213032"/>
                  </a:lnTo>
                  <a:lnTo>
                    <a:pt x="1239012" y="5213032"/>
                  </a:lnTo>
                  <a:lnTo>
                    <a:pt x="1239012" y="5193982"/>
                  </a:lnTo>
                  <a:close/>
                </a:path>
                <a:path w="10424160" h="5213350">
                  <a:moveTo>
                    <a:pt x="1244345" y="5193982"/>
                  </a:moveTo>
                  <a:lnTo>
                    <a:pt x="1239012" y="5193982"/>
                  </a:lnTo>
                  <a:lnTo>
                    <a:pt x="1239012" y="5213032"/>
                  </a:lnTo>
                  <a:lnTo>
                    <a:pt x="1244345" y="5213032"/>
                  </a:lnTo>
                  <a:lnTo>
                    <a:pt x="1248537" y="5208765"/>
                  </a:lnTo>
                  <a:lnTo>
                    <a:pt x="1248537" y="5198249"/>
                  </a:lnTo>
                  <a:lnTo>
                    <a:pt x="1244345" y="5193982"/>
                  </a:lnTo>
                  <a:close/>
                </a:path>
                <a:path w="10424160" h="5213350">
                  <a:moveTo>
                    <a:pt x="1200912" y="5193982"/>
                  </a:moveTo>
                  <a:lnTo>
                    <a:pt x="1195705" y="5193982"/>
                  </a:lnTo>
                  <a:lnTo>
                    <a:pt x="1191387" y="5198249"/>
                  </a:lnTo>
                  <a:lnTo>
                    <a:pt x="1191387" y="5208765"/>
                  </a:lnTo>
                  <a:lnTo>
                    <a:pt x="1195705" y="5213032"/>
                  </a:lnTo>
                  <a:lnTo>
                    <a:pt x="1200912" y="5213032"/>
                  </a:lnTo>
                  <a:lnTo>
                    <a:pt x="1200912" y="5193982"/>
                  </a:lnTo>
                  <a:close/>
                </a:path>
                <a:path w="10424160" h="5213350">
                  <a:moveTo>
                    <a:pt x="1206245" y="5193982"/>
                  </a:moveTo>
                  <a:lnTo>
                    <a:pt x="1200912" y="5193982"/>
                  </a:lnTo>
                  <a:lnTo>
                    <a:pt x="1200912" y="5213032"/>
                  </a:lnTo>
                  <a:lnTo>
                    <a:pt x="1206245" y="5213032"/>
                  </a:lnTo>
                  <a:lnTo>
                    <a:pt x="1210437" y="5208765"/>
                  </a:lnTo>
                  <a:lnTo>
                    <a:pt x="1210437" y="5198249"/>
                  </a:lnTo>
                  <a:lnTo>
                    <a:pt x="1206245" y="5193982"/>
                  </a:lnTo>
                  <a:close/>
                </a:path>
                <a:path w="10424160" h="5213350">
                  <a:moveTo>
                    <a:pt x="1162812" y="5193982"/>
                  </a:moveTo>
                  <a:lnTo>
                    <a:pt x="1157605" y="5193982"/>
                  </a:lnTo>
                  <a:lnTo>
                    <a:pt x="1153287" y="5198249"/>
                  </a:lnTo>
                  <a:lnTo>
                    <a:pt x="1153287" y="5208765"/>
                  </a:lnTo>
                  <a:lnTo>
                    <a:pt x="1157605" y="5213032"/>
                  </a:lnTo>
                  <a:lnTo>
                    <a:pt x="1162812" y="5213032"/>
                  </a:lnTo>
                  <a:lnTo>
                    <a:pt x="1162812" y="5193982"/>
                  </a:lnTo>
                  <a:close/>
                </a:path>
                <a:path w="10424160" h="5213350">
                  <a:moveTo>
                    <a:pt x="1168145" y="5193982"/>
                  </a:moveTo>
                  <a:lnTo>
                    <a:pt x="1162812" y="5193982"/>
                  </a:lnTo>
                  <a:lnTo>
                    <a:pt x="1162812" y="5213032"/>
                  </a:lnTo>
                  <a:lnTo>
                    <a:pt x="1168145" y="5213032"/>
                  </a:lnTo>
                  <a:lnTo>
                    <a:pt x="1172337" y="5208765"/>
                  </a:lnTo>
                  <a:lnTo>
                    <a:pt x="1172337" y="5198249"/>
                  </a:lnTo>
                  <a:lnTo>
                    <a:pt x="1168145" y="5193982"/>
                  </a:lnTo>
                  <a:close/>
                </a:path>
                <a:path w="10424160" h="5213350">
                  <a:moveTo>
                    <a:pt x="1124712" y="5193982"/>
                  </a:moveTo>
                  <a:lnTo>
                    <a:pt x="1119377" y="5193982"/>
                  </a:lnTo>
                  <a:lnTo>
                    <a:pt x="1115187" y="5198249"/>
                  </a:lnTo>
                  <a:lnTo>
                    <a:pt x="1115187" y="5208765"/>
                  </a:lnTo>
                  <a:lnTo>
                    <a:pt x="1119377" y="5213032"/>
                  </a:lnTo>
                  <a:lnTo>
                    <a:pt x="1124712" y="5213032"/>
                  </a:lnTo>
                  <a:lnTo>
                    <a:pt x="1124712" y="5193982"/>
                  </a:lnTo>
                  <a:close/>
                </a:path>
                <a:path w="10424160" h="5213350">
                  <a:moveTo>
                    <a:pt x="1129919" y="5193982"/>
                  </a:moveTo>
                  <a:lnTo>
                    <a:pt x="1124712" y="5193982"/>
                  </a:lnTo>
                  <a:lnTo>
                    <a:pt x="1124712" y="5213032"/>
                  </a:lnTo>
                  <a:lnTo>
                    <a:pt x="1129919" y="5213032"/>
                  </a:lnTo>
                  <a:lnTo>
                    <a:pt x="1134237" y="5208765"/>
                  </a:lnTo>
                  <a:lnTo>
                    <a:pt x="1134237" y="5198249"/>
                  </a:lnTo>
                  <a:lnTo>
                    <a:pt x="1129919" y="5193982"/>
                  </a:lnTo>
                  <a:close/>
                </a:path>
                <a:path w="10424160" h="5213350">
                  <a:moveTo>
                    <a:pt x="1086612" y="5193982"/>
                  </a:moveTo>
                  <a:lnTo>
                    <a:pt x="1081277" y="5193982"/>
                  </a:lnTo>
                  <a:lnTo>
                    <a:pt x="1077087" y="5198249"/>
                  </a:lnTo>
                  <a:lnTo>
                    <a:pt x="1077087" y="5208765"/>
                  </a:lnTo>
                  <a:lnTo>
                    <a:pt x="1081277" y="5213032"/>
                  </a:lnTo>
                  <a:lnTo>
                    <a:pt x="1086612" y="5213032"/>
                  </a:lnTo>
                  <a:lnTo>
                    <a:pt x="1086612" y="5193982"/>
                  </a:lnTo>
                  <a:close/>
                </a:path>
                <a:path w="10424160" h="5213350">
                  <a:moveTo>
                    <a:pt x="1091819" y="5193982"/>
                  </a:moveTo>
                  <a:lnTo>
                    <a:pt x="1086612" y="5193982"/>
                  </a:lnTo>
                  <a:lnTo>
                    <a:pt x="1086612" y="5213032"/>
                  </a:lnTo>
                  <a:lnTo>
                    <a:pt x="1091819" y="5213032"/>
                  </a:lnTo>
                  <a:lnTo>
                    <a:pt x="1096137" y="5208765"/>
                  </a:lnTo>
                  <a:lnTo>
                    <a:pt x="1096137" y="5198249"/>
                  </a:lnTo>
                  <a:lnTo>
                    <a:pt x="1091819" y="5193982"/>
                  </a:lnTo>
                  <a:close/>
                </a:path>
                <a:path w="10424160" h="5213350">
                  <a:moveTo>
                    <a:pt x="1048512" y="5193982"/>
                  </a:moveTo>
                  <a:lnTo>
                    <a:pt x="1043177" y="5193982"/>
                  </a:lnTo>
                  <a:lnTo>
                    <a:pt x="1038987" y="5198249"/>
                  </a:lnTo>
                  <a:lnTo>
                    <a:pt x="1038987" y="5208765"/>
                  </a:lnTo>
                  <a:lnTo>
                    <a:pt x="1043177" y="5213032"/>
                  </a:lnTo>
                  <a:lnTo>
                    <a:pt x="1048512" y="5213032"/>
                  </a:lnTo>
                  <a:lnTo>
                    <a:pt x="1048512" y="5193982"/>
                  </a:lnTo>
                  <a:close/>
                </a:path>
                <a:path w="10424160" h="5213350">
                  <a:moveTo>
                    <a:pt x="1053719" y="5193982"/>
                  </a:moveTo>
                  <a:lnTo>
                    <a:pt x="1048512" y="5193982"/>
                  </a:lnTo>
                  <a:lnTo>
                    <a:pt x="1048512" y="5213032"/>
                  </a:lnTo>
                  <a:lnTo>
                    <a:pt x="1053719" y="5213032"/>
                  </a:lnTo>
                  <a:lnTo>
                    <a:pt x="1058037" y="5208765"/>
                  </a:lnTo>
                  <a:lnTo>
                    <a:pt x="1058037" y="5198249"/>
                  </a:lnTo>
                  <a:lnTo>
                    <a:pt x="1053719" y="5193982"/>
                  </a:lnTo>
                  <a:close/>
                </a:path>
                <a:path w="10424160" h="5213350">
                  <a:moveTo>
                    <a:pt x="1010285" y="5193982"/>
                  </a:moveTo>
                  <a:lnTo>
                    <a:pt x="1005077" y="5193982"/>
                  </a:lnTo>
                  <a:lnTo>
                    <a:pt x="1000760" y="5198249"/>
                  </a:lnTo>
                  <a:lnTo>
                    <a:pt x="1000760" y="5208765"/>
                  </a:lnTo>
                  <a:lnTo>
                    <a:pt x="1005077" y="5213032"/>
                  </a:lnTo>
                  <a:lnTo>
                    <a:pt x="1010285" y="5213032"/>
                  </a:lnTo>
                  <a:lnTo>
                    <a:pt x="1010285" y="5193982"/>
                  </a:lnTo>
                  <a:close/>
                </a:path>
                <a:path w="10424160" h="5213350">
                  <a:moveTo>
                    <a:pt x="1015619" y="5193982"/>
                  </a:moveTo>
                  <a:lnTo>
                    <a:pt x="1010412" y="5193982"/>
                  </a:lnTo>
                  <a:lnTo>
                    <a:pt x="1010412" y="5213032"/>
                  </a:lnTo>
                  <a:lnTo>
                    <a:pt x="1015619" y="5213032"/>
                  </a:lnTo>
                  <a:lnTo>
                    <a:pt x="1019937" y="5208765"/>
                  </a:lnTo>
                  <a:lnTo>
                    <a:pt x="1019937" y="5198249"/>
                  </a:lnTo>
                  <a:lnTo>
                    <a:pt x="1015619" y="5193982"/>
                  </a:lnTo>
                  <a:close/>
                </a:path>
                <a:path w="10424160" h="5213350">
                  <a:moveTo>
                    <a:pt x="972185" y="5193982"/>
                  </a:moveTo>
                  <a:lnTo>
                    <a:pt x="966977" y="5193982"/>
                  </a:lnTo>
                  <a:lnTo>
                    <a:pt x="962660" y="5198249"/>
                  </a:lnTo>
                  <a:lnTo>
                    <a:pt x="962660" y="5208765"/>
                  </a:lnTo>
                  <a:lnTo>
                    <a:pt x="966977" y="5213032"/>
                  </a:lnTo>
                  <a:lnTo>
                    <a:pt x="972185" y="5213032"/>
                  </a:lnTo>
                  <a:lnTo>
                    <a:pt x="972185" y="5193982"/>
                  </a:lnTo>
                  <a:close/>
                </a:path>
                <a:path w="10424160" h="5213350">
                  <a:moveTo>
                    <a:pt x="977519" y="5193982"/>
                  </a:moveTo>
                  <a:lnTo>
                    <a:pt x="972185" y="5193982"/>
                  </a:lnTo>
                  <a:lnTo>
                    <a:pt x="972185" y="5213032"/>
                  </a:lnTo>
                  <a:lnTo>
                    <a:pt x="977519" y="5213032"/>
                  </a:lnTo>
                  <a:lnTo>
                    <a:pt x="981710" y="5208765"/>
                  </a:lnTo>
                  <a:lnTo>
                    <a:pt x="981710" y="5198249"/>
                  </a:lnTo>
                  <a:lnTo>
                    <a:pt x="977519" y="5193982"/>
                  </a:lnTo>
                  <a:close/>
                </a:path>
                <a:path w="10424160" h="5213350">
                  <a:moveTo>
                    <a:pt x="934085" y="5193982"/>
                  </a:moveTo>
                  <a:lnTo>
                    <a:pt x="928877" y="5193982"/>
                  </a:lnTo>
                  <a:lnTo>
                    <a:pt x="924560" y="5198249"/>
                  </a:lnTo>
                  <a:lnTo>
                    <a:pt x="924560" y="5208765"/>
                  </a:lnTo>
                  <a:lnTo>
                    <a:pt x="928877" y="5213032"/>
                  </a:lnTo>
                  <a:lnTo>
                    <a:pt x="934085" y="5213032"/>
                  </a:lnTo>
                  <a:lnTo>
                    <a:pt x="934085" y="5193982"/>
                  </a:lnTo>
                  <a:close/>
                </a:path>
                <a:path w="10424160" h="5213350">
                  <a:moveTo>
                    <a:pt x="939419" y="5193982"/>
                  </a:moveTo>
                  <a:lnTo>
                    <a:pt x="934085" y="5193982"/>
                  </a:lnTo>
                  <a:lnTo>
                    <a:pt x="934085" y="5213032"/>
                  </a:lnTo>
                  <a:lnTo>
                    <a:pt x="939419" y="5213032"/>
                  </a:lnTo>
                  <a:lnTo>
                    <a:pt x="943610" y="5208765"/>
                  </a:lnTo>
                  <a:lnTo>
                    <a:pt x="943610" y="5198249"/>
                  </a:lnTo>
                  <a:lnTo>
                    <a:pt x="939419" y="5193982"/>
                  </a:lnTo>
                  <a:close/>
                </a:path>
                <a:path w="10424160" h="5213350">
                  <a:moveTo>
                    <a:pt x="895985" y="5193982"/>
                  </a:moveTo>
                  <a:lnTo>
                    <a:pt x="890777" y="5193982"/>
                  </a:lnTo>
                  <a:lnTo>
                    <a:pt x="886460" y="5198249"/>
                  </a:lnTo>
                  <a:lnTo>
                    <a:pt x="886460" y="5208765"/>
                  </a:lnTo>
                  <a:lnTo>
                    <a:pt x="890777" y="5213032"/>
                  </a:lnTo>
                  <a:lnTo>
                    <a:pt x="895985" y="5213032"/>
                  </a:lnTo>
                  <a:lnTo>
                    <a:pt x="895985" y="5193982"/>
                  </a:lnTo>
                  <a:close/>
                </a:path>
                <a:path w="10424160" h="5213350">
                  <a:moveTo>
                    <a:pt x="901319" y="5193982"/>
                  </a:moveTo>
                  <a:lnTo>
                    <a:pt x="895985" y="5193982"/>
                  </a:lnTo>
                  <a:lnTo>
                    <a:pt x="895985" y="5213032"/>
                  </a:lnTo>
                  <a:lnTo>
                    <a:pt x="901319" y="5213032"/>
                  </a:lnTo>
                  <a:lnTo>
                    <a:pt x="905510" y="5208765"/>
                  </a:lnTo>
                  <a:lnTo>
                    <a:pt x="905510" y="5198249"/>
                  </a:lnTo>
                  <a:lnTo>
                    <a:pt x="901319" y="5193982"/>
                  </a:lnTo>
                  <a:close/>
                </a:path>
                <a:path w="10424160" h="5213350">
                  <a:moveTo>
                    <a:pt x="857885" y="5193982"/>
                  </a:moveTo>
                  <a:lnTo>
                    <a:pt x="852551" y="5193982"/>
                  </a:lnTo>
                  <a:lnTo>
                    <a:pt x="848360" y="5198249"/>
                  </a:lnTo>
                  <a:lnTo>
                    <a:pt x="848360" y="5208765"/>
                  </a:lnTo>
                  <a:lnTo>
                    <a:pt x="852551" y="5213032"/>
                  </a:lnTo>
                  <a:lnTo>
                    <a:pt x="857885" y="5213032"/>
                  </a:lnTo>
                  <a:lnTo>
                    <a:pt x="857885" y="5193982"/>
                  </a:lnTo>
                  <a:close/>
                </a:path>
                <a:path w="10424160" h="5213350">
                  <a:moveTo>
                    <a:pt x="863092" y="5193982"/>
                  </a:moveTo>
                  <a:lnTo>
                    <a:pt x="857885" y="5193982"/>
                  </a:lnTo>
                  <a:lnTo>
                    <a:pt x="857885" y="5213032"/>
                  </a:lnTo>
                  <a:lnTo>
                    <a:pt x="863092" y="5213032"/>
                  </a:lnTo>
                  <a:lnTo>
                    <a:pt x="867410" y="5208765"/>
                  </a:lnTo>
                  <a:lnTo>
                    <a:pt x="867410" y="5198249"/>
                  </a:lnTo>
                  <a:lnTo>
                    <a:pt x="863092" y="5193982"/>
                  </a:lnTo>
                  <a:close/>
                </a:path>
                <a:path w="10424160" h="5213350">
                  <a:moveTo>
                    <a:pt x="819785" y="5193982"/>
                  </a:moveTo>
                  <a:lnTo>
                    <a:pt x="814451" y="5193982"/>
                  </a:lnTo>
                  <a:lnTo>
                    <a:pt x="810260" y="5198249"/>
                  </a:lnTo>
                  <a:lnTo>
                    <a:pt x="810260" y="5208765"/>
                  </a:lnTo>
                  <a:lnTo>
                    <a:pt x="814451" y="5213032"/>
                  </a:lnTo>
                  <a:lnTo>
                    <a:pt x="819785" y="5213032"/>
                  </a:lnTo>
                  <a:lnTo>
                    <a:pt x="819785" y="5193982"/>
                  </a:lnTo>
                  <a:close/>
                </a:path>
                <a:path w="10424160" h="5213350">
                  <a:moveTo>
                    <a:pt x="824992" y="5193982"/>
                  </a:moveTo>
                  <a:lnTo>
                    <a:pt x="819785" y="5193982"/>
                  </a:lnTo>
                  <a:lnTo>
                    <a:pt x="819785" y="5213032"/>
                  </a:lnTo>
                  <a:lnTo>
                    <a:pt x="824992" y="5213032"/>
                  </a:lnTo>
                  <a:lnTo>
                    <a:pt x="829310" y="5208765"/>
                  </a:lnTo>
                  <a:lnTo>
                    <a:pt x="829310" y="5198249"/>
                  </a:lnTo>
                  <a:lnTo>
                    <a:pt x="824992" y="5193982"/>
                  </a:lnTo>
                  <a:close/>
                </a:path>
                <a:path w="10424160" h="5213350">
                  <a:moveTo>
                    <a:pt x="781685" y="5193982"/>
                  </a:moveTo>
                  <a:lnTo>
                    <a:pt x="776351" y="5193982"/>
                  </a:lnTo>
                  <a:lnTo>
                    <a:pt x="772160" y="5198249"/>
                  </a:lnTo>
                  <a:lnTo>
                    <a:pt x="772160" y="5208765"/>
                  </a:lnTo>
                  <a:lnTo>
                    <a:pt x="776351" y="5213032"/>
                  </a:lnTo>
                  <a:lnTo>
                    <a:pt x="781685" y="5213032"/>
                  </a:lnTo>
                  <a:lnTo>
                    <a:pt x="781685" y="5193982"/>
                  </a:lnTo>
                  <a:close/>
                </a:path>
                <a:path w="10424160" h="5213350">
                  <a:moveTo>
                    <a:pt x="786892" y="5193982"/>
                  </a:moveTo>
                  <a:lnTo>
                    <a:pt x="781685" y="5193982"/>
                  </a:lnTo>
                  <a:lnTo>
                    <a:pt x="781685" y="5213032"/>
                  </a:lnTo>
                  <a:lnTo>
                    <a:pt x="786892" y="5213032"/>
                  </a:lnTo>
                  <a:lnTo>
                    <a:pt x="791210" y="5208765"/>
                  </a:lnTo>
                  <a:lnTo>
                    <a:pt x="791210" y="5198249"/>
                  </a:lnTo>
                  <a:lnTo>
                    <a:pt x="786892" y="5193982"/>
                  </a:lnTo>
                  <a:close/>
                </a:path>
                <a:path w="10424160" h="5213350">
                  <a:moveTo>
                    <a:pt x="743458" y="5193982"/>
                  </a:moveTo>
                  <a:lnTo>
                    <a:pt x="738251" y="5193982"/>
                  </a:lnTo>
                  <a:lnTo>
                    <a:pt x="733933" y="5198249"/>
                  </a:lnTo>
                  <a:lnTo>
                    <a:pt x="733933" y="5208765"/>
                  </a:lnTo>
                  <a:lnTo>
                    <a:pt x="738251" y="5213032"/>
                  </a:lnTo>
                  <a:lnTo>
                    <a:pt x="743458" y="5213032"/>
                  </a:lnTo>
                  <a:lnTo>
                    <a:pt x="743458" y="5193982"/>
                  </a:lnTo>
                  <a:close/>
                </a:path>
                <a:path w="10424160" h="5213350">
                  <a:moveTo>
                    <a:pt x="743585" y="5206682"/>
                  </a:moveTo>
                  <a:lnTo>
                    <a:pt x="743458" y="5206682"/>
                  </a:lnTo>
                  <a:lnTo>
                    <a:pt x="743458" y="5213032"/>
                  </a:lnTo>
                  <a:lnTo>
                    <a:pt x="743585" y="5213032"/>
                  </a:lnTo>
                  <a:lnTo>
                    <a:pt x="743585" y="5206682"/>
                  </a:lnTo>
                  <a:close/>
                </a:path>
                <a:path w="10424160" h="5213350">
                  <a:moveTo>
                    <a:pt x="748792" y="5193982"/>
                  </a:moveTo>
                  <a:lnTo>
                    <a:pt x="743585" y="5193982"/>
                  </a:lnTo>
                  <a:lnTo>
                    <a:pt x="743585" y="5213032"/>
                  </a:lnTo>
                  <a:lnTo>
                    <a:pt x="748792" y="5213032"/>
                  </a:lnTo>
                  <a:lnTo>
                    <a:pt x="753110" y="5208765"/>
                  </a:lnTo>
                  <a:lnTo>
                    <a:pt x="753110" y="5198249"/>
                  </a:lnTo>
                  <a:lnTo>
                    <a:pt x="748792" y="5193982"/>
                  </a:lnTo>
                  <a:close/>
                </a:path>
                <a:path w="10424160" h="5213350">
                  <a:moveTo>
                    <a:pt x="743585" y="5193982"/>
                  </a:moveTo>
                  <a:lnTo>
                    <a:pt x="743458" y="5193982"/>
                  </a:lnTo>
                  <a:lnTo>
                    <a:pt x="743458" y="5200332"/>
                  </a:lnTo>
                  <a:lnTo>
                    <a:pt x="743585" y="5200332"/>
                  </a:lnTo>
                  <a:lnTo>
                    <a:pt x="743585" y="5193982"/>
                  </a:lnTo>
                  <a:close/>
                </a:path>
                <a:path w="10424160" h="5213350">
                  <a:moveTo>
                    <a:pt x="705358" y="5193982"/>
                  </a:moveTo>
                  <a:lnTo>
                    <a:pt x="700151" y="5193982"/>
                  </a:lnTo>
                  <a:lnTo>
                    <a:pt x="695833" y="5198249"/>
                  </a:lnTo>
                  <a:lnTo>
                    <a:pt x="695833" y="5208765"/>
                  </a:lnTo>
                  <a:lnTo>
                    <a:pt x="700151" y="5213032"/>
                  </a:lnTo>
                  <a:lnTo>
                    <a:pt x="705358" y="5213032"/>
                  </a:lnTo>
                  <a:lnTo>
                    <a:pt x="705358" y="5193982"/>
                  </a:lnTo>
                  <a:close/>
                </a:path>
                <a:path w="10424160" h="5213350">
                  <a:moveTo>
                    <a:pt x="710692" y="5193982"/>
                  </a:moveTo>
                  <a:lnTo>
                    <a:pt x="705358" y="5193982"/>
                  </a:lnTo>
                  <a:lnTo>
                    <a:pt x="705358" y="5213032"/>
                  </a:lnTo>
                  <a:lnTo>
                    <a:pt x="710692" y="5213032"/>
                  </a:lnTo>
                  <a:lnTo>
                    <a:pt x="714883" y="5208765"/>
                  </a:lnTo>
                  <a:lnTo>
                    <a:pt x="714883" y="5198249"/>
                  </a:lnTo>
                  <a:lnTo>
                    <a:pt x="710692" y="5193982"/>
                  </a:lnTo>
                  <a:close/>
                </a:path>
                <a:path w="10424160" h="5213350">
                  <a:moveTo>
                    <a:pt x="667258" y="5193982"/>
                  </a:moveTo>
                  <a:lnTo>
                    <a:pt x="662000" y="5193982"/>
                  </a:lnTo>
                  <a:lnTo>
                    <a:pt x="657745" y="5198249"/>
                  </a:lnTo>
                  <a:lnTo>
                    <a:pt x="657745" y="5208765"/>
                  </a:lnTo>
                  <a:lnTo>
                    <a:pt x="662000" y="5213032"/>
                  </a:lnTo>
                  <a:lnTo>
                    <a:pt x="667258" y="5213032"/>
                  </a:lnTo>
                  <a:lnTo>
                    <a:pt x="667258" y="5193982"/>
                  </a:lnTo>
                  <a:close/>
                </a:path>
                <a:path w="10424160" h="5213350">
                  <a:moveTo>
                    <a:pt x="672592" y="5193982"/>
                  </a:moveTo>
                  <a:lnTo>
                    <a:pt x="667258" y="5193982"/>
                  </a:lnTo>
                  <a:lnTo>
                    <a:pt x="667258" y="5213032"/>
                  </a:lnTo>
                  <a:lnTo>
                    <a:pt x="672592" y="5213032"/>
                  </a:lnTo>
                  <a:lnTo>
                    <a:pt x="676783" y="5208765"/>
                  </a:lnTo>
                  <a:lnTo>
                    <a:pt x="676783" y="5198249"/>
                  </a:lnTo>
                  <a:lnTo>
                    <a:pt x="672592" y="5193982"/>
                  </a:lnTo>
                  <a:close/>
                </a:path>
                <a:path w="10424160" h="5213350">
                  <a:moveTo>
                    <a:pt x="629145" y="5193982"/>
                  </a:moveTo>
                  <a:lnTo>
                    <a:pt x="623887" y="5193982"/>
                  </a:lnTo>
                  <a:lnTo>
                    <a:pt x="619620" y="5198249"/>
                  </a:lnTo>
                  <a:lnTo>
                    <a:pt x="619620" y="5208765"/>
                  </a:lnTo>
                  <a:lnTo>
                    <a:pt x="623887" y="5213032"/>
                  </a:lnTo>
                  <a:lnTo>
                    <a:pt x="629145" y="5213032"/>
                  </a:lnTo>
                  <a:lnTo>
                    <a:pt x="629145" y="5193982"/>
                  </a:lnTo>
                  <a:close/>
                </a:path>
                <a:path w="10424160" h="5213350">
                  <a:moveTo>
                    <a:pt x="634428" y="5193982"/>
                  </a:moveTo>
                  <a:lnTo>
                    <a:pt x="629170" y="5193982"/>
                  </a:lnTo>
                  <a:lnTo>
                    <a:pt x="629170" y="5213032"/>
                  </a:lnTo>
                  <a:lnTo>
                    <a:pt x="634428" y="5213032"/>
                  </a:lnTo>
                  <a:lnTo>
                    <a:pt x="638695" y="5208765"/>
                  </a:lnTo>
                  <a:lnTo>
                    <a:pt x="638695" y="5198249"/>
                  </a:lnTo>
                  <a:lnTo>
                    <a:pt x="634428" y="5193982"/>
                  </a:lnTo>
                  <a:close/>
                </a:path>
                <a:path w="10424160" h="5213350">
                  <a:moveTo>
                    <a:pt x="591032" y="5193982"/>
                  </a:moveTo>
                  <a:lnTo>
                    <a:pt x="585762" y="5193982"/>
                  </a:lnTo>
                  <a:lnTo>
                    <a:pt x="581507" y="5198249"/>
                  </a:lnTo>
                  <a:lnTo>
                    <a:pt x="581507" y="5208765"/>
                  </a:lnTo>
                  <a:lnTo>
                    <a:pt x="585762" y="5213032"/>
                  </a:lnTo>
                  <a:lnTo>
                    <a:pt x="591032" y="5213032"/>
                  </a:lnTo>
                  <a:lnTo>
                    <a:pt x="591032" y="5193982"/>
                  </a:lnTo>
                  <a:close/>
                </a:path>
                <a:path w="10424160" h="5213350">
                  <a:moveTo>
                    <a:pt x="596303" y="5193982"/>
                  </a:moveTo>
                  <a:lnTo>
                    <a:pt x="591045" y="5193982"/>
                  </a:lnTo>
                  <a:lnTo>
                    <a:pt x="591045" y="5213032"/>
                  </a:lnTo>
                  <a:lnTo>
                    <a:pt x="596303" y="5213032"/>
                  </a:lnTo>
                  <a:lnTo>
                    <a:pt x="600570" y="5208765"/>
                  </a:lnTo>
                  <a:lnTo>
                    <a:pt x="600570" y="5198249"/>
                  </a:lnTo>
                  <a:lnTo>
                    <a:pt x="596303" y="5193982"/>
                  </a:lnTo>
                  <a:close/>
                </a:path>
                <a:path w="10424160" h="5213350">
                  <a:moveTo>
                    <a:pt x="552907" y="5193982"/>
                  </a:moveTo>
                  <a:lnTo>
                    <a:pt x="547649" y="5193982"/>
                  </a:lnTo>
                  <a:lnTo>
                    <a:pt x="543382" y="5198249"/>
                  </a:lnTo>
                  <a:lnTo>
                    <a:pt x="543382" y="5208765"/>
                  </a:lnTo>
                  <a:lnTo>
                    <a:pt x="547649" y="5213032"/>
                  </a:lnTo>
                  <a:lnTo>
                    <a:pt x="552907" y="5213032"/>
                  </a:lnTo>
                  <a:lnTo>
                    <a:pt x="552907" y="5193982"/>
                  </a:lnTo>
                  <a:close/>
                </a:path>
                <a:path w="10424160" h="5213350">
                  <a:moveTo>
                    <a:pt x="558190" y="5193982"/>
                  </a:moveTo>
                  <a:lnTo>
                    <a:pt x="552932" y="5193982"/>
                  </a:lnTo>
                  <a:lnTo>
                    <a:pt x="552932" y="5213032"/>
                  </a:lnTo>
                  <a:lnTo>
                    <a:pt x="558190" y="5213032"/>
                  </a:lnTo>
                  <a:lnTo>
                    <a:pt x="562457" y="5208765"/>
                  </a:lnTo>
                  <a:lnTo>
                    <a:pt x="562457" y="5198249"/>
                  </a:lnTo>
                  <a:lnTo>
                    <a:pt x="558190" y="5193982"/>
                  </a:lnTo>
                  <a:close/>
                </a:path>
                <a:path w="10424160" h="5213350">
                  <a:moveTo>
                    <a:pt x="514794" y="5193982"/>
                  </a:moveTo>
                  <a:lnTo>
                    <a:pt x="509523" y="5193982"/>
                  </a:lnTo>
                  <a:lnTo>
                    <a:pt x="505269" y="5198249"/>
                  </a:lnTo>
                  <a:lnTo>
                    <a:pt x="505269" y="5208765"/>
                  </a:lnTo>
                  <a:lnTo>
                    <a:pt x="509523" y="5213032"/>
                  </a:lnTo>
                  <a:lnTo>
                    <a:pt x="514794" y="5213032"/>
                  </a:lnTo>
                  <a:lnTo>
                    <a:pt x="514794" y="5193982"/>
                  </a:lnTo>
                  <a:close/>
                </a:path>
                <a:path w="10424160" h="5213350">
                  <a:moveTo>
                    <a:pt x="520064" y="5193982"/>
                  </a:moveTo>
                  <a:lnTo>
                    <a:pt x="514807" y="5193982"/>
                  </a:lnTo>
                  <a:lnTo>
                    <a:pt x="514807" y="5213032"/>
                  </a:lnTo>
                  <a:lnTo>
                    <a:pt x="520064" y="5213032"/>
                  </a:lnTo>
                  <a:lnTo>
                    <a:pt x="524332" y="5208765"/>
                  </a:lnTo>
                  <a:lnTo>
                    <a:pt x="524332" y="5198249"/>
                  </a:lnTo>
                  <a:lnTo>
                    <a:pt x="520064" y="5193982"/>
                  </a:lnTo>
                  <a:close/>
                </a:path>
                <a:path w="10424160" h="5213350">
                  <a:moveTo>
                    <a:pt x="476669" y="5193982"/>
                  </a:moveTo>
                  <a:lnTo>
                    <a:pt x="471411" y="5193982"/>
                  </a:lnTo>
                  <a:lnTo>
                    <a:pt x="467144" y="5198249"/>
                  </a:lnTo>
                  <a:lnTo>
                    <a:pt x="467144" y="5208765"/>
                  </a:lnTo>
                  <a:lnTo>
                    <a:pt x="471411" y="5213032"/>
                  </a:lnTo>
                  <a:lnTo>
                    <a:pt x="476669" y="5213032"/>
                  </a:lnTo>
                  <a:lnTo>
                    <a:pt x="476669" y="5193982"/>
                  </a:lnTo>
                  <a:close/>
                </a:path>
                <a:path w="10424160" h="5213350">
                  <a:moveTo>
                    <a:pt x="481952" y="5193982"/>
                  </a:moveTo>
                  <a:lnTo>
                    <a:pt x="476694" y="5193982"/>
                  </a:lnTo>
                  <a:lnTo>
                    <a:pt x="476694" y="5213032"/>
                  </a:lnTo>
                  <a:lnTo>
                    <a:pt x="481952" y="5213032"/>
                  </a:lnTo>
                  <a:lnTo>
                    <a:pt x="486219" y="5208765"/>
                  </a:lnTo>
                  <a:lnTo>
                    <a:pt x="486219" y="5198249"/>
                  </a:lnTo>
                  <a:lnTo>
                    <a:pt x="481952" y="5193982"/>
                  </a:lnTo>
                  <a:close/>
                </a:path>
                <a:path w="10424160" h="5213350">
                  <a:moveTo>
                    <a:pt x="438556" y="5193982"/>
                  </a:moveTo>
                  <a:lnTo>
                    <a:pt x="433285" y="5193982"/>
                  </a:lnTo>
                  <a:lnTo>
                    <a:pt x="429031" y="5198249"/>
                  </a:lnTo>
                  <a:lnTo>
                    <a:pt x="429031" y="5208765"/>
                  </a:lnTo>
                  <a:lnTo>
                    <a:pt x="433285" y="5213032"/>
                  </a:lnTo>
                  <a:lnTo>
                    <a:pt x="438556" y="5213032"/>
                  </a:lnTo>
                  <a:lnTo>
                    <a:pt x="438556" y="5193982"/>
                  </a:lnTo>
                  <a:close/>
                </a:path>
                <a:path w="10424160" h="5213350">
                  <a:moveTo>
                    <a:pt x="443826" y="5193982"/>
                  </a:moveTo>
                  <a:lnTo>
                    <a:pt x="438569" y="5193982"/>
                  </a:lnTo>
                  <a:lnTo>
                    <a:pt x="438569" y="5213032"/>
                  </a:lnTo>
                  <a:lnTo>
                    <a:pt x="443826" y="5213032"/>
                  </a:lnTo>
                  <a:lnTo>
                    <a:pt x="448094" y="5208765"/>
                  </a:lnTo>
                  <a:lnTo>
                    <a:pt x="448094" y="5198249"/>
                  </a:lnTo>
                  <a:lnTo>
                    <a:pt x="443826" y="5193982"/>
                  </a:lnTo>
                  <a:close/>
                </a:path>
                <a:path w="10424160" h="5213350">
                  <a:moveTo>
                    <a:pt x="400430" y="5193982"/>
                  </a:moveTo>
                  <a:lnTo>
                    <a:pt x="395173" y="5193982"/>
                  </a:lnTo>
                  <a:lnTo>
                    <a:pt x="390905" y="5198249"/>
                  </a:lnTo>
                  <a:lnTo>
                    <a:pt x="390905" y="5208765"/>
                  </a:lnTo>
                  <a:lnTo>
                    <a:pt x="395173" y="5213032"/>
                  </a:lnTo>
                  <a:lnTo>
                    <a:pt x="400430" y="5213032"/>
                  </a:lnTo>
                  <a:lnTo>
                    <a:pt x="400430" y="5193982"/>
                  </a:lnTo>
                  <a:close/>
                </a:path>
                <a:path w="10424160" h="5213350">
                  <a:moveTo>
                    <a:pt x="405714" y="5193982"/>
                  </a:moveTo>
                  <a:lnTo>
                    <a:pt x="400456" y="5193982"/>
                  </a:lnTo>
                  <a:lnTo>
                    <a:pt x="400456" y="5213032"/>
                  </a:lnTo>
                  <a:lnTo>
                    <a:pt x="405714" y="5213032"/>
                  </a:lnTo>
                  <a:lnTo>
                    <a:pt x="409981" y="5208765"/>
                  </a:lnTo>
                  <a:lnTo>
                    <a:pt x="409981" y="5198249"/>
                  </a:lnTo>
                  <a:lnTo>
                    <a:pt x="405714" y="5193982"/>
                  </a:lnTo>
                  <a:close/>
                </a:path>
                <a:path w="10424160" h="5213350">
                  <a:moveTo>
                    <a:pt x="362318" y="5193982"/>
                  </a:moveTo>
                  <a:lnTo>
                    <a:pt x="357047" y="5193982"/>
                  </a:lnTo>
                  <a:lnTo>
                    <a:pt x="352793" y="5198249"/>
                  </a:lnTo>
                  <a:lnTo>
                    <a:pt x="352793" y="5208765"/>
                  </a:lnTo>
                  <a:lnTo>
                    <a:pt x="357047" y="5213032"/>
                  </a:lnTo>
                  <a:lnTo>
                    <a:pt x="362318" y="5213032"/>
                  </a:lnTo>
                  <a:lnTo>
                    <a:pt x="362318" y="5193982"/>
                  </a:lnTo>
                  <a:close/>
                </a:path>
                <a:path w="10424160" h="5213350">
                  <a:moveTo>
                    <a:pt x="367588" y="5193982"/>
                  </a:moveTo>
                  <a:lnTo>
                    <a:pt x="362330" y="5193982"/>
                  </a:lnTo>
                  <a:lnTo>
                    <a:pt x="362330" y="5213032"/>
                  </a:lnTo>
                  <a:lnTo>
                    <a:pt x="367588" y="5213032"/>
                  </a:lnTo>
                  <a:lnTo>
                    <a:pt x="371855" y="5208765"/>
                  </a:lnTo>
                  <a:lnTo>
                    <a:pt x="371855" y="5198249"/>
                  </a:lnTo>
                  <a:lnTo>
                    <a:pt x="367588" y="5193982"/>
                  </a:lnTo>
                  <a:close/>
                </a:path>
                <a:path w="10424160" h="5213350">
                  <a:moveTo>
                    <a:pt x="324192" y="5193982"/>
                  </a:moveTo>
                  <a:lnTo>
                    <a:pt x="318935" y="5193982"/>
                  </a:lnTo>
                  <a:lnTo>
                    <a:pt x="314667" y="5198249"/>
                  </a:lnTo>
                  <a:lnTo>
                    <a:pt x="314667" y="5208765"/>
                  </a:lnTo>
                  <a:lnTo>
                    <a:pt x="318935" y="5213032"/>
                  </a:lnTo>
                  <a:lnTo>
                    <a:pt x="324192" y="5213032"/>
                  </a:lnTo>
                  <a:lnTo>
                    <a:pt x="324192" y="5193982"/>
                  </a:lnTo>
                  <a:close/>
                </a:path>
                <a:path w="10424160" h="5213350">
                  <a:moveTo>
                    <a:pt x="329476" y="5193982"/>
                  </a:moveTo>
                  <a:lnTo>
                    <a:pt x="324218" y="5193982"/>
                  </a:lnTo>
                  <a:lnTo>
                    <a:pt x="324218" y="5213032"/>
                  </a:lnTo>
                  <a:lnTo>
                    <a:pt x="329476" y="5213032"/>
                  </a:lnTo>
                  <a:lnTo>
                    <a:pt x="333743" y="5208765"/>
                  </a:lnTo>
                  <a:lnTo>
                    <a:pt x="333743" y="5198249"/>
                  </a:lnTo>
                  <a:lnTo>
                    <a:pt x="329476" y="5193982"/>
                  </a:lnTo>
                  <a:close/>
                </a:path>
                <a:path w="10424160" h="5213350">
                  <a:moveTo>
                    <a:pt x="286080" y="5193982"/>
                  </a:moveTo>
                  <a:lnTo>
                    <a:pt x="280822" y="5193982"/>
                  </a:lnTo>
                  <a:lnTo>
                    <a:pt x="276555" y="5198249"/>
                  </a:lnTo>
                  <a:lnTo>
                    <a:pt x="276555" y="5208765"/>
                  </a:lnTo>
                  <a:lnTo>
                    <a:pt x="280822" y="5213032"/>
                  </a:lnTo>
                  <a:lnTo>
                    <a:pt x="286080" y="5213032"/>
                  </a:lnTo>
                  <a:lnTo>
                    <a:pt x="286080" y="5193982"/>
                  </a:lnTo>
                  <a:close/>
                </a:path>
                <a:path w="10424160" h="5213350">
                  <a:moveTo>
                    <a:pt x="291350" y="5193982"/>
                  </a:moveTo>
                  <a:lnTo>
                    <a:pt x="286092" y="5193982"/>
                  </a:lnTo>
                  <a:lnTo>
                    <a:pt x="286092" y="5213032"/>
                  </a:lnTo>
                  <a:lnTo>
                    <a:pt x="291350" y="5213032"/>
                  </a:lnTo>
                  <a:lnTo>
                    <a:pt x="295617" y="5208765"/>
                  </a:lnTo>
                  <a:lnTo>
                    <a:pt x="295617" y="5198249"/>
                  </a:lnTo>
                  <a:lnTo>
                    <a:pt x="291350" y="5193982"/>
                  </a:lnTo>
                  <a:close/>
                </a:path>
                <a:path w="10424160" h="5213350">
                  <a:moveTo>
                    <a:pt x="247954" y="5193982"/>
                  </a:moveTo>
                  <a:lnTo>
                    <a:pt x="242696" y="5193982"/>
                  </a:lnTo>
                  <a:lnTo>
                    <a:pt x="238429" y="5198249"/>
                  </a:lnTo>
                  <a:lnTo>
                    <a:pt x="238429" y="5208765"/>
                  </a:lnTo>
                  <a:lnTo>
                    <a:pt x="242696" y="5213032"/>
                  </a:lnTo>
                  <a:lnTo>
                    <a:pt x="247954" y="5213032"/>
                  </a:lnTo>
                  <a:lnTo>
                    <a:pt x="247954" y="5193982"/>
                  </a:lnTo>
                  <a:close/>
                </a:path>
                <a:path w="10424160" h="5213350">
                  <a:moveTo>
                    <a:pt x="253238" y="5193982"/>
                  </a:moveTo>
                  <a:lnTo>
                    <a:pt x="247980" y="5193982"/>
                  </a:lnTo>
                  <a:lnTo>
                    <a:pt x="247980" y="5213032"/>
                  </a:lnTo>
                  <a:lnTo>
                    <a:pt x="253238" y="5213032"/>
                  </a:lnTo>
                  <a:lnTo>
                    <a:pt x="257505" y="5208765"/>
                  </a:lnTo>
                  <a:lnTo>
                    <a:pt x="257505" y="5198249"/>
                  </a:lnTo>
                  <a:lnTo>
                    <a:pt x="253238" y="5193982"/>
                  </a:lnTo>
                  <a:close/>
                </a:path>
                <a:path w="10424160" h="5213350">
                  <a:moveTo>
                    <a:pt x="209842" y="5193982"/>
                  </a:moveTo>
                  <a:lnTo>
                    <a:pt x="204584" y="5193982"/>
                  </a:lnTo>
                  <a:lnTo>
                    <a:pt x="200317" y="5198249"/>
                  </a:lnTo>
                  <a:lnTo>
                    <a:pt x="200317" y="5208765"/>
                  </a:lnTo>
                  <a:lnTo>
                    <a:pt x="204584" y="5213032"/>
                  </a:lnTo>
                  <a:lnTo>
                    <a:pt x="209842" y="5213032"/>
                  </a:lnTo>
                  <a:lnTo>
                    <a:pt x="209842" y="5193982"/>
                  </a:lnTo>
                  <a:close/>
                </a:path>
                <a:path w="10424160" h="5213350">
                  <a:moveTo>
                    <a:pt x="215112" y="5193982"/>
                  </a:moveTo>
                  <a:lnTo>
                    <a:pt x="209854" y="5193982"/>
                  </a:lnTo>
                  <a:lnTo>
                    <a:pt x="209854" y="5213032"/>
                  </a:lnTo>
                  <a:lnTo>
                    <a:pt x="215112" y="5213032"/>
                  </a:lnTo>
                  <a:lnTo>
                    <a:pt x="219379" y="5208765"/>
                  </a:lnTo>
                  <a:lnTo>
                    <a:pt x="219379" y="5198249"/>
                  </a:lnTo>
                  <a:lnTo>
                    <a:pt x="215112" y="5193982"/>
                  </a:lnTo>
                  <a:close/>
                </a:path>
                <a:path w="10424160" h="5213350">
                  <a:moveTo>
                    <a:pt x="172262" y="5193169"/>
                  </a:moveTo>
                  <a:lnTo>
                    <a:pt x="171274" y="5211914"/>
                  </a:lnTo>
                  <a:lnTo>
                    <a:pt x="171259" y="5212194"/>
                  </a:lnTo>
                  <a:lnTo>
                    <a:pt x="176517" y="5212473"/>
                  </a:lnTo>
                  <a:lnTo>
                    <a:pt x="181000" y="5208435"/>
                  </a:lnTo>
                  <a:lnTo>
                    <a:pt x="181464" y="5199507"/>
                  </a:lnTo>
                  <a:lnTo>
                    <a:pt x="181546" y="5197932"/>
                  </a:lnTo>
                  <a:lnTo>
                    <a:pt x="177507" y="5193449"/>
                  </a:lnTo>
                  <a:lnTo>
                    <a:pt x="172262" y="5193169"/>
                  </a:lnTo>
                  <a:close/>
                </a:path>
                <a:path w="10424160" h="5213350">
                  <a:moveTo>
                    <a:pt x="166992" y="5192890"/>
                  </a:moveTo>
                  <a:lnTo>
                    <a:pt x="162509" y="5196928"/>
                  </a:lnTo>
                  <a:lnTo>
                    <a:pt x="162034" y="5205857"/>
                  </a:lnTo>
                  <a:lnTo>
                    <a:pt x="161950" y="5207431"/>
                  </a:lnTo>
                  <a:lnTo>
                    <a:pt x="165989" y="5211914"/>
                  </a:lnTo>
                  <a:lnTo>
                    <a:pt x="171246" y="5212194"/>
                  </a:lnTo>
                  <a:lnTo>
                    <a:pt x="172222" y="5193449"/>
                  </a:lnTo>
                  <a:lnTo>
                    <a:pt x="172237" y="5193169"/>
                  </a:lnTo>
                  <a:lnTo>
                    <a:pt x="166992" y="5192890"/>
                  </a:lnTo>
                  <a:close/>
                </a:path>
                <a:path w="10424160" h="5213350">
                  <a:moveTo>
                    <a:pt x="137871" y="5186603"/>
                  </a:moveTo>
                  <a:lnTo>
                    <a:pt x="130937" y="5204345"/>
                  </a:lnTo>
                  <a:lnTo>
                    <a:pt x="135826" y="5206263"/>
                  </a:lnTo>
                  <a:lnTo>
                    <a:pt x="141351" y="5203837"/>
                  </a:lnTo>
                  <a:lnTo>
                    <a:pt x="145186" y="5194046"/>
                  </a:lnTo>
                  <a:lnTo>
                    <a:pt x="142773" y="5188521"/>
                  </a:lnTo>
                  <a:lnTo>
                    <a:pt x="137871" y="5186603"/>
                  </a:lnTo>
                  <a:close/>
                </a:path>
                <a:path w="10424160" h="5213350">
                  <a:moveTo>
                    <a:pt x="132956" y="5184673"/>
                  </a:moveTo>
                  <a:lnTo>
                    <a:pt x="127431" y="5187099"/>
                  </a:lnTo>
                  <a:lnTo>
                    <a:pt x="123596" y="5196890"/>
                  </a:lnTo>
                  <a:lnTo>
                    <a:pt x="126022" y="5202415"/>
                  </a:lnTo>
                  <a:lnTo>
                    <a:pt x="130943" y="5204345"/>
                  </a:lnTo>
                  <a:lnTo>
                    <a:pt x="131105" y="5203837"/>
                  </a:lnTo>
                  <a:lnTo>
                    <a:pt x="137853" y="5186603"/>
                  </a:lnTo>
                  <a:lnTo>
                    <a:pt x="132956" y="5184673"/>
                  </a:lnTo>
                  <a:close/>
                </a:path>
                <a:path w="10424160" h="5213350">
                  <a:moveTo>
                    <a:pt x="104533" y="5172100"/>
                  </a:moveTo>
                  <a:lnTo>
                    <a:pt x="94564" y="5188331"/>
                  </a:lnTo>
                  <a:lnTo>
                    <a:pt x="99034" y="5191086"/>
                  </a:lnTo>
                  <a:lnTo>
                    <a:pt x="104901" y="5189689"/>
                  </a:lnTo>
                  <a:lnTo>
                    <a:pt x="110413" y="5180723"/>
                  </a:lnTo>
                  <a:lnTo>
                    <a:pt x="109016" y="5174856"/>
                  </a:lnTo>
                  <a:lnTo>
                    <a:pt x="104533" y="5172100"/>
                  </a:lnTo>
                  <a:close/>
                </a:path>
                <a:path w="10424160" h="5213350">
                  <a:moveTo>
                    <a:pt x="100037" y="5169344"/>
                  </a:moveTo>
                  <a:lnTo>
                    <a:pt x="94170" y="5170741"/>
                  </a:lnTo>
                  <a:lnTo>
                    <a:pt x="88658" y="5179707"/>
                  </a:lnTo>
                  <a:lnTo>
                    <a:pt x="90055" y="5185575"/>
                  </a:lnTo>
                  <a:lnTo>
                    <a:pt x="94559" y="5188331"/>
                  </a:lnTo>
                  <a:lnTo>
                    <a:pt x="96227" y="5185575"/>
                  </a:lnTo>
                  <a:lnTo>
                    <a:pt x="104520" y="5172100"/>
                  </a:lnTo>
                  <a:lnTo>
                    <a:pt x="100037" y="5169344"/>
                  </a:lnTo>
                  <a:close/>
                </a:path>
                <a:path w="10424160" h="5213350">
                  <a:moveTo>
                    <a:pt x="75222" y="5150891"/>
                  </a:moveTo>
                  <a:lnTo>
                    <a:pt x="62306" y="5164899"/>
                  </a:lnTo>
                  <a:lnTo>
                    <a:pt x="66167" y="5168468"/>
                  </a:lnTo>
                  <a:lnTo>
                    <a:pt x="72199" y="5168214"/>
                  </a:lnTo>
                  <a:lnTo>
                    <a:pt x="79324" y="5160479"/>
                  </a:lnTo>
                  <a:lnTo>
                    <a:pt x="79127" y="5155565"/>
                  </a:lnTo>
                  <a:lnTo>
                    <a:pt x="79082" y="5154460"/>
                  </a:lnTo>
                  <a:lnTo>
                    <a:pt x="75222" y="5150891"/>
                  </a:lnTo>
                  <a:close/>
                </a:path>
                <a:path w="10424160" h="5213350">
                  <a:moveTo>
                    <a:pt x="71335" y="5147310"/>
                  </a:moveTo>
                  <a:lnTo>
                    <a:pt x="65316" y="5147551"/>
                  </a:lnTo>
                  <a:lnTo>
                    <a:pt x="58178" y="5155285"/>
                  </a:lnTo>
                  <a:lnTo>
                    <a:pt x="58375" y="5160213"/>
                  </a:lnTo>
                  <a:lnTo>
                    <a:pt x="58420" y="5161318"/>
                  </a:lnTo>
                  <a:lnTo>
                    <a:pt x="62307" y="5164899"/>
                  </a:lnTo>
                  <a:lnTo>
                    <a:pt x="66598" y="5160213"/>
                  </a:lnTo>
                  <a:lnTo>
                    <a:pt x="75197" y="5150891"/>
                  </a:lnTo>
                  <a:lnTo>
                    <a:pt x="71335" y="5147310"/>
                  </a:lnTo>
                  <a:close/>
                </a:path>
                <a:path w="10424160" h="5213350">
                  <a:moveTo>
                    <a:pt x="50977" y="5124030"/>
                  </a:moveTo>
                  <a:lnTo>
                    <a:pt x="35610" y="5135295"/>
                  </a:lnTo>
                  <a:lnTo>
                    <a:pt x="38722" y="5139537"/>
                  </a:lnTo>
                  <a:lnTo>
                    <a:pt x="44678" y="5140464"/>
                  </a:lnTo>
                  <a:lnTo>
                    <a:pt x="53162" y="5134241"/>
                  </a:lnTo>
                  <a:lnTo>
                    <a:pt x="54089" y="5128272"/>
                  </a:lnTo>
                  <a:lnTo>
                    <a:pt x="50977" y="5124030"/>
                  </a:lnTo>
                  <a:close/>
                </a:path>
                <a:path w="10424160" h="5213350">
                  <a:moveTo>
                    <a:pt x="41897" y="5118862"/>
                  </a:moveTo>
                  <a:lnTo>
                    <a:pt x="33401" y="5125085"/>
                  </a:lnTo>
                  <a:lnTo>
                    <a:pt x="32486" y="5131041"/>
                  </a:lnTo>
                  <a:lnTo>
                    <a:pt x="35607" y="5135295"/>
                  </a:lnTo>
                  <a:lnTo>
                    <a:pt x="37018" y="5134241"/>
                  </a:lnTo>
                  <a:lnTo>
                    <a:pt x="50947" y="5124030"/>
                  </a:lnTo>
                  <a:lnTo>
                    <a:pt x="47853" y="5119776"/>
                  </a:lnTo>
                  <a:lnTo>
                    <a:pt x="41897" y="5118862"/>
                  </a:lnTo>
                  <a:close/>
                </a:path>
                <a:path w="10424160" h="5213350">
                  <a:moveTo>
                    <a:pt x="32994" y="5092623"/>
                  </a:moveTo>
                  <a:lnTo>
                    <a:pt x="15748" y="5100726"/>
                  </a:lnTo>
                  <a:lnTo>
                    <a:pt x="17983" y="5105488"/>
                  </a:lnTo>
                  <a:lnTo>
                    <a:pt x="23660" y="5107533"/>
                  </a:lnTo>
                  <a:lnTo>
                    <a:pt x="33185" y="5103063"/>
                  </a:lnTo>
                  <a:lnTo>
                    <a:pt x="35229" y="5097386"/>
                  </a:lnTo>
                  <a:lnTo>
                    <a:pt x="32994" y="5092623"/>
                  </a:lnTo>
                  <a:close/>
                </a:path>
                <a:path w="10424160" h="5213350">
                  <a:moveTo>
                    <a:pt x="25069" y="5085803"/>
                  </a:moveTo>
                  <a:lnTo>
                    <a:pt x="15544" y="5090274"/>
                  </a:lnTo>
                  <a:lnTo>
                    <a:pt x="13500" y="5095951"/>
                  </a:lnTo>
                  <a:lnTo>
                    <a:pt x="15741" y="5100726"/>
                  </a:lnTo>
                  <a:lnTo>
                    <a:pt x="32954" y="5092623"/>
                  </a:lnTo>
                  <a:lnTo>
                    <a:pt x="31885" y="5090274"/>
                  </a:lnTo>
                  <a:lnTo>
                    <a:pt x="30746" y="5087848"/>
                  </a:lnTo>
                  <a:lnTo>
                    <a:pt x="25069" y="5085803"/>
                  </a:lnTo>
                  <a:close/>
                </a:path>
                <a:path w="10424160" h="5213350">
                  <a:moveTo>
                    <a:pt x="16764" y="5050167"/>
                  </a:moveTo>
                  <a:lnTo>
                    <a:pt x="6362" y="5051729"/>
                  </a:lnTo>
                  <a:lnTo>
                    <a:pt x="2768" y="5056568"/>
                  </a:lnTo>
                  <a:lnTo>
                    <a:pt x="4343" y="5066995"/>
                  </a:lnTo>
                  <a:lnTo>
                    <a:pt x="9182" y="5070576"/>
                  </a:lnTo>
                  <a:lnTo>
                    <a:pt x="19596" y="5069014"/>
                  </a:lnTo>
                  <a:lnTo>
                    <a:pt x="23177" y="5064175"/>
                  </a:lnTo>
                  <a:lnTo>
                    <a:pt x="22824" y="5061800"/>
                  </a:lnTo>
                  <a:lnTo>
                    <a:pt x="3387" y="5061800"/>
                  </a:lnTo>
                  <a:lnTo>
                    <a:pt x="22221" y="5058968"/>
                  </a:lnTo>
                  <a:lnTo>
                    <a:pt x="22393" y="5058968"/>
                  </a:lnTo>
                  <a:lnTo>
                    <a:pt x="21615" y="5053749"/>
                  </a:lnTo>
                  <a:lnTo>
                    <a:pt x="16764" y="5050167"/>
                  </a:lnTo>
                  <a:close/>
                </a:path>
                <a:path w="10424160" h="5213350">
                  <a:moveTo>
                    <a:pt x="22402" y="5058968"/>
                  </a:moveTo>
                  <a:lnTo>
                    <a:pt x="3556" y="5061800"/>
                  </a:lnTo>
                  <a:lnTo>
                    <a:pt x="22824" y="5061800"/>
                  </a:lnTo>
                  <a:lnTo>
                    <a:pt x="22402" y="5058968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5" y="1215389"/>
              <a:ext cx="4090035" cy="395605"/>
            </a:xfrm>
            <a:custGeom>
              <a:avLst/>
              <a:gdLst/>
              <a:ahLst/>
              <a:cxnLst/>
              <a:rect l="l" t="t" r="r" b="b"/>
              <a:pathLst>
                <a:path w="4090035" h="395605">
                  <a:moveTo>
                    <a:pt x="4089654" y="0"/>
                  </a:moveTo>
                  <a:lnTo>
                    <a:pt x="98869" y="0"/>
                  </a:lnTo>
                  <a:lnTo>
                    <a:pt x="0" y="395478"/>
                  </a:lnTo>
                  <a:lnTo>
                    <a:pt x="3990720" y="395478"/>
                  </a:lnTo>
                  <a:lnTo>
                    <a:pt x="4089654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1600" y="1263053"/>
            <a:ext cx="3338321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238" dirty="0" err="1" smtClean="0">
                <a:solidFill>
                  <a:srgbClr val="FFFFFF"/>
                </a:solidFill>
                <a:latin typeface="Malgun Gothic"/>
                <a:cs typeface="Malgun Gothic"/>
              </a:rPr>
              <a:t>네트워크계</a:t>
            </a:r>
            <a:r>
              <a:rPr lang="ko-KR" altLang="en-US"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r>
              <a:rPr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과</a:t>
            </a:r>
            <a:r>
              <a:rPr sz="2539" b="1" spc="-169" dirty="0" smtClean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22" dirty="0" err="1" smtClean="0">
                <a:solidFill>
                  <a:srgbClr val="FFFFFF"/>
                </a:solidFill>
                <a:latin typeface="Malgun Gothic"/>
                <a:cs typeface="Malgun Gothic"/>
              </a:rPr>
              <a:t>전송계</a:t>
            </a:r>
            <a:r>
              <a:rPr lang="ko-KR" altLang="en-US" sz="2539" b="1" spc="-222" dirty="0" smtClean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endParaRPr sz="2539" dirty="0">
              <a:latin typeface="Malgun Gothic"/>
              <a:cs typeface="Malgun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126" y="2194023"/>
            <a:ext cx="9430590" cy="37424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19417" y="6288362"/>
            <a:ext cx="604054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4">
              <a:lnSpc>
                <a:spcPts val="1661"/>
              </a:lnSpc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2013,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5판,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1" dirty="0">
                <a:solidFill>
                  <a:srgbClr val="404040"/>
                </a:solidFill>
                <a:latin typeface="Batang"/>
                <a:cs typeface="Batang"/>
              </a:rPr>
              <a:t>p713</a:t>
            </a:r>
            <a:endParaRPr sz="1481">
              <a:latin typeface="Batang"/>
              <a:cs typeface="Batang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57578" y="6517813"/>
            <a:ext cx="34928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4">
              <a:lnSpc>
                <a:spcPts val="2327"/>
              </a:lnSpc>
            </a:pPr>
            <a:r>
              <a:rPr sz="2116" spc="63" dirty="0">
                <a:latin typeface="Malgun Gothic"/>
                <a:cs typeface="Malgun Gothic"/>
              </a:rPr>
              <a:t>26</a:t>
            </a:r>
            <a:endParaRPr sz="2116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584658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8328" y="22569"/>
            <a:ext cx="988062" cy="338489"/>
          </a:xfrm>
          <a:prstGeom prst="rect">
            <a:avLst/>
          </a:prstGeom>
        </p:spPr>
        <p:txBody>
          <a:bodyPr vert="horz" wrap="square" lIns="0" tIns="12762" rIns="0" bIns="0" rtlCol="0">
            <a:spAutoFit/>
          </a:bodyPr>
          <a:lstStyle/>
          <a:p>
            <a:pPr marL="13434">
              <a:spcBef>
                <a:spcPts val="100"/>
              </a:spcBef>
            </a:pPr>
            <a:r>
              <a:rPr sz="2116" spc="100" dirty="0">
                <a:latin typeface="Malgun Gothic"/>
                <a:cs typeface="Malgun Gothic"/>
              </a:rPr>
              <a:t>EE0127</a:t>
            </a:r>
            <a:endParaRPr sz="2116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693" y="123054"/>
            <a:ext cx="4803958" cy="567115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3597" spc="-476" dirty="0">
                <a:latin typeface="Batang"/>
                <a:cs typeface="Batang"/>
              </a:rPr>
              <a:t>전송</a:t>
            </a:r>
            <a:r>
              <a:rPr sz="3597" spc="-651" dirty="0">
                <a:latin typeface="Batang"/>
                <a:cs typeface="Batang"/>
              </a:rPr>
              <a:t> </a:t>
            </a:r>
            <a:r>
              <a:rPr sz="3597" spc="-296" dirty="0">
                <a:latin typeface="Batang"/>
                <a:cs typeface="Batang"/>
              </a:rPr>
              <a:t>계층</a:t>
            </a:r>
            <a:r>
              <a:rPr sz="3385" spc="-254" dirty="0">
                <a:latin typeface="Batang"/>
                <a:cs typeface="Batang"/>
              </a:rPr>
              <a:t>(</a:t>
            </a:r>
            <a:r>
              <a:rPr sz="3385" spc="-672" dirty="0">
                <a:latin typeface="Batang"/>
                <a:cs typeface="Batang"/>
              </a:rPr>
              <a:t>T</a:t>
            </a:r>
            <a:r>
              <a:rPr sz="3385" spc="-349" dirty="0">
                <a:latin typeface="Batang"/>
                <a:cs typeface="Batang"/>
              </a:rPr>
              <a:t>r</a:t>
            </a:r>
            <a:r>
              <a:rPr sz="3385" spc="-433" dirty="0">
                <a:latin typeface="Batang"/>
                <a:cs typeface="Batang"/>
              </a:rPr>
              <a:t>a</a:t>
            </a:r>
            <a:r>
              <a:rPr sz="3385" spc="-275" dirty="0">
                <a:latin typeface="Batang"/>
                <a:cs typeface="Batang"/>
              </a:rPr>
              <a:t>n</a:t>
            </a:r>
            <a:r>
              <a:rPr sz="3385" spc="-301" dirty="0">
                <a:latin typeface="Batang"/>
                <a:cs typeface="Batang"/>
              </a:rPr>
              <a:t>s</a:t>
            </a:r>
            <a:r>
              <a:rPr sz="3385" spc="-280" dirty="0">
                <a:latin typeface="Batang"/>
                <a:cs typeface="Batang"/>
              </a:rPr>
              <a:t>po</a:t>
            </a:r>
            <a:r>
              <a:rPr sz="3385" spc="-227" dirty="0">
                <a:latin typeface="Batang"/>
                <a:cs typeface="Batang"/>
              </a:rPr>
              <a:t>r</a:t>
            </a:r>
            <a:r>
              <a:rPr sz="3385" spc="-116" dirty="0">
                <a:latin typeface="Batang"/>
                <a:cs typeface="Batang"/>
              </a:rPr>
              <a:t>t</a:t>
            </a:r>
            <a:r>
              <a:rPr sz="3385" spc="-614" dirty="0">
                <a:latin typeface="Batang"/>
                <a:cs typeface="Batang"/>
              </a:rPr>
              <a:t> </a:t>
            </a:r>
            <a:r>
              <a:rPr sz="3385" spc="-216" dirty="0">
                <a:latin typeface="Batang"/>
                <a:cs typeface="Batang"/>
              </a:rPr>
              <a:t>Layer)</a:t>
            </a:r>
            <a:endParaRPr sz="3385">
              <a:latin typeface="Batang"/>
              <a:cs typeface="Batang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404988" y="161361"/>
            <a:ext cx="385332" cy="713629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pc="-53" dirty="0"/>
              <a:t>6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13950" y="1084920"/>
            <a:ext cx="11154157" cy="5514611"/>
            <a:chOff x="482345" y="1025651"/>
            <a:chExt cx="10544810" cy="5213350"/>
          </a:xfrm>
        </p:grpSpPr>
        <p:sp>
          <p:nvSpPr>
            <p:cNvPr id="6" name="object 6"/>
            <p:cNvSpPr/>
            <p:nvPr/>
          </p:nvSpPr>
          <p:spPr>
            <a:xfrm>
              <a:off x="612266" y="1035176"/>
              <a:ext cx="10405110" cy="5194300"/>
            </a:xfrm>
            <a:custGeom>
              <a:avLst/>
              <a:gdLst/>
              <a:ahLst/>
              <a:cxnLst/>
              <a:rect l="l" t="t" r="r" b="b"/>
              <a:pathLst>
                <a:path w="10405110" h="5194300">
                  <a:moveTo>
                    <a:pt x="10227310" y="0"/>
                  </a:moveTo>
                  <a:lnTo>
                    <a:pt x="177850" y="0"/>
                  </a:lnTo>
                  <a:lnTo>
                    <a:pt x="130571" y="6352"/>
                  </a:lnTo>
                  <a:lnTo>
                    <a:pt x="88087" y="24280"/>
                  </a:lnTo>
                  <a:lnTo>
                    <a:pt x="52092" y="52085"/>
                  </a:lnTo>
                  <a:lnTo>
                    <a:pt x="24282" y="88072"/>
                  </a:lnTo>
                  <a:lnTo>
                    <a:pt x="6353" y="130542"/>
                  </a:lnTo>
                  <a:lnTo>
                    <a:pt x="0" y="177800"/>
                  </a:lnTo>
                  <a:lnTo>
                    <a:pt x="0" y="5016080"/>
                  </a:lnTo>
                  <a:lnTo>
                    <a:pt x="6353" y="5063359"/>
                  </a:lnTo>
                  <a:lnTo>
                    <a:pt x="24282" y="5105844"/>
                  </a:lnTo>
                  <a:lnTo>
                    <a:pt x="52092" y="5141839"/>
                  </a:lnTo>
                  <a:lnTo>
                    <a:pt x="88087" y="5169649"/>
                  </a:lnTo>
                  <a:lnTo>
                    <a:pt x="130571" y="5187578"/>
                  </a:lnTo>
                  <a:lnTo>
                    <a:pt x="177850" y="5193931"/>
                  </a:lnTo>
                  <a:lnTo>
                    <a:pt x="10227310" y="5193931"/>
                  </a:lnTo>
                  <a:lnTo>
                    <a:pt x="10274567" y="5187578"/>
                  </a:lnTo>
                  <a:lnTo>
                    <a:pt x="10317037" y="5169649"/>
                  </a:lnTo>
                  <a:lnTo>
                    <a:pt x="10353024" y="5141839"/>
                  </a:lnTo>
                  <a:lnTo>
                    <a:pt x="10380829" y="5105844"/>
                  </a:lnTo>
                  <a:lnTo>
                    <a:pt x="10398757" y="5063359"/>
                  </a:lnTo>
                  <a:lnTo>
                    <a:pt x="10405110" y="5016080"/>
                  </a:lnTo>
                  <a:lnTo>
                    <a:pt x="10405110" y="177800"/>
                  </a:lnTo>
                  <a:lnTo>
                    <a:pt x="10398757" y="130542"/>
                  </a:lnTo>
                  <a:lnTo>
                    <a:pt x="10380829" y="88072"/>
                  </a:lnTo>
                  <a:lnTo>
                    <a:pt x="10353024" y="52085"/>
                  </a:lnTo>
                  <a:lnTo>
                    <a:pt x="10317037" y="24280"/>
                  </a:lnTo>
                  <a:lnTo>
                    <a:pt x="10274567" y="6352"/>
                  </a:lnTo>
                  <a:lnTo>
                    <a:pt x="10227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7" name="object 7"/>
            <p:cNvSpPr/>
            <p:nvPr/>
          </p:nvSpPr>
          <p:spPr>
            <a:xfrm>
              <a:off x="602741" y="1025651"/>
              <a:ext cx="10424160" cy="5213350"/>
            </a:xfrm>
            <a:custGeom>
              <a:avLst/>
              <a:gdLst/>
              <a:ahLst/>
              <a:cxnLst/>
              <a:rect l="l" t="t" r="r" b="b"/>
              <a:pathLst>
                <a:path w="10424160" h="5213350">
                  <a:moveTo>
                    <a:pt x="14782" y="4997081"/>
                  </a:moveTo>
                  <a:lnTo>
                    <a:pt x="4267" y="4997081"/>
                  </a:lnTo>
                  <a:lnTo>
                    <a:pt x="0" y="5001348"/>
                  </a:lnTo>
                  <a:lnTo>
                    <a:pt x="0" y="5011889"/>
                  </a:lnTo>
                  <a:lnTo>
                    <a:pt x="4267" y="5016144"/>
                  </a:lnTo>
                  <a:lnTo>
                    <a:pt x="14782" y="5016144"/>
                  </a:lnTo>
                  <a:lnTo>
                    <a:pt x="19050" y="5011889"/>
                  </a:lnTo>
                  <a:lnTo>
                    <a:pt x="19050" y="5001348"/>
                  </a:lnTo>
                  <a:lnTo>
                    <a:pt x="14782" y="4997081"/>
                  </a:lnTo>
                  <a:close/>
                </a:path>
                <a:path w="10424160" h="5213350">
                  <a:moveTo>
                    <a:pt x="14782" y="4958956"/>
                  </a:moveTo>
                  <a:lnTo>
                    <a:pt x="4267" y="4958956"/>
                  </a:lnTo>
                  <a:lnTo>
                    <a:pt x="0" y="4963223"/>
                  </a:lnTo>
                  <a:lnTo>
                    <a:pt x="0" y="4973764"/>
                  </a:lnTo>
                  <a:lnTo>
                    <a:pt x="4267" y="4978031"/>
                  </a:lnTo>
                  <a:lnTo>
                    <a:pt x="14782" y="4978031"/>
                  </a:lnTo>
                  <a:lnTo>
                    <a:pt x="19050" y="4973764"/>
                  </a:lnTo>
                  <a:lnTo>
                    <a:pt x="19050" y="4963223"/>
                  </a:lnTo>
                  <a:lnTo>
                    <a:pt x="14782" y="4958956"/>
                  </a:lnTo>
                  <a:close/>
                </a:path>
                <a:path w="10424160" h="5213350">
                  <a:moveTo>
                    <a:pt x="14782" y="4920843"/>
                  </a:moveTo>
                  <a:lnTo>
                    <a:pt x="4267" y="4920843"/>
                  </a:lnTo>
                  <a:lnTo>
                    <a:pt x="0" y="4925098"/>
                  </a:lnTo>
                  <a:lnTo>
                    <a:pt x="0" y="4935639"/>
                  </a:lnTo>
                  <a:lnTo>
                    <a:pt x="4267" y="4939906"/>
                  </a:lnTo>
                  <a:lnTo>
                    <a:pt x="14782" y="4939906"/>
                  </a:lnTo>
                  <a:lnTo>
                    <a:pt x="19050" y="4935639"/>
                  </a:lnTo>
                  <a:lnTo>
                    <a:pt x="19050" y="4925098"/>
                  </a:lnTo>
                  <a:lnTo>
                    <a:pt x="14782" y="4920843"/>
                  </a:lnTo>
                  <a:close/>
                </a:path>
                <a:path w="10424160" h="5213350">
                  <a:moveTo>
                    <a:pt x="14782" y="4882718"/>
                  </a:moveTo>
                  <a:lnTo>
                    <a:pt x="4267" y="4882718"/>
                  </a:lnTo>
                  <a:lnTo>
                    <a:pt x="0" y="4886985"/>
                  </a:lnTo>
                  <a:lnTo>
                    <a:pt x="0" y="4897526"/>
                  </a:lnTo>
                  <a:lnTo>
                    <a:pt x="4267" y="4901793"/>
                  </a:lnTo>
                  <a:lnTo>
                    <a:pt x="14782" y="4901793"/>
                  </a:lnTo>
                  <a:lnTo>
                    <a:pt x="19050" y="4897526"/>
                  </a:lnTo>
                  <a:lnTo>
                    <a:pt x="19050" y="4886985"/>
                  </a:lnTo>
                  <a:lnTo>
                    <a:pt x="14782" y="4882718"/>
                  </a:lnTo>
                  <a:close/>
                </a:path>
                <a:path w="10424160" h="5213350">
                  <a:moveTo>
                    <a:pt x="14782" y="4844605"/>
                  </a:moveTo>
                  <a:lnTo>
                    <a:pt x="4267" y="4844605"/>
                  </a:lnTo>
                  <a:lnTo>
                    <a:pt x="0" y="4848860"/>
                  </a:lnTo>
                  <a:lnTo>
                    <a:pt x="0" y="4859401"/>
                  </a:lnTo>
                  <a:lnTo>
                    <a:pt x="4267" y="4863668"/>
                  </a:lnTo>
                  <a:lnTo>
                    <a:pt x="14782" y="4863668"/>
                  </a:lnTo>
                  <a:lnTo>
                    <a:pt x="19050" y="4859401"/>
                  </a:lnTo>
                  <a:lnTo>
                    <a:pt x="19050" y="4848860"/>
                  </a:lnTo>
                  <a:lnTo>
                    <a:pt x="14782" y="4844605"/>
                  </a:lnTo>
                  <a:close/>
                </a:path>
                <a:path w="10424160" h="5213350">
                  <a:moveTo>
                    <a:pt x="14782" y="4806480"/>
                  </a:moveTo>
                  <a:lnTo>
                    <a:pt x="4267" y="4806480"/>
                  </a:lnTo>
                  <a:lnTo>
                    <a:pt x="0" y="4810747"/>
                  </a:lnTo>
                  <a:lnTo>
                    <a:pt x="0" y="4821288"/>
                  </a:lnTo>
                  <a:lnTo>
                    <a:pt x="4267" y="4825555"/>
                  </a:lnTo>
                  <a:lnTo>
                    <a:pt x="14782" y="4825555"/>
                  </a:lnTo>
                  <a:lnTo>
                    <a:pt x="19050" y="4821288"/>
                  </a:lnTo>
                  <a:lnTo>
                    <a:pt x="19050" y="4810747"/>
                  </a:lnTo>
                  <a:lnTo>
                    <a:pt x="14782" y="4806480"/>
                  </a:lnTo>
                  <a:close/>
                </a:path>
                <a:path w="10424160" h="5213350">
                  <a:moveTo>
                    <a:pt x="14782" y="4768367"/>
                  </a:moveTo>
                  <a:lnTo>
                    <a:pt x="4267" y="4768367"/>
                  </a:lnTo>
                  <a:lnTo>
                    <a:pt x="0" y="4772621"/>
                  </a:lnTo>
                  <a:lnTo>
                    <a:pt x="0" y="4783162"/>
                  </a:lnTo>
                  <a:lnTo>
                    <a:pt x="4267" y="4787430"/>
                  </a:lnTo>
                  <a:lnTo>
                    <a:pt x="14782" y="4787430"/>
                  </a:lnTo>
                  <a:lnTo>
                    <a:pt x="19050" y="4783162"/>
                  </a:lnTo>
                  <a:lnTo>
                    <a:pt x="19050" y="4772621"/>
                  </a:lnTo>
                  <a:lnTo>
                    <a:pt x="14782" y="4768367"/>
                  </a:lnTo>
                  <a:close/>
                </a:path>
                <a:path w="10424160" h="5213350">
                  <a:moveTo>
                    <a:pt x="14782" y="4730242"/>
                  </a:moveTo>
                  <a:lnTo>
                    <a:pt x="4267" y="4730242"/>
                  </a:lnTo>
                  <a:lnTo>
                    <a:pt x="0" y="4734509"/>
                  </a:lnTo>
                  <a:lnTo>
                    <a:pt x="0" y="4745050"/>
                  </a:lnTo>
                  <a:lnTo>
                    <a:pt x="4267" y="4749317"/>
                  </a:lnTo>
                  <a:lnTo>
                    <a:pt x="14782" y="4749317"/>
                  </a:lnTo>
                  <a:lnTo>
                    <a:pt x="19050" y="4745050"/>
                  </a:lnTo>
                  <a:lnTo>
                    <a:pt x="19050" y="4734509"/>
                  </a:lnTo>
                  <a:lnTo>
                    <a:pt x="14782" y="4730242"/>
                  </a:lnTo>
                  <a:close/>
                </a:path>
                <a:path w="10424160" h="5213350">
                  <a:moveTo>
                    <a:pt x="14782" y="4692116"/>
                  </a:moveTo>
                  <a:lnTo>
                    <a:pt x="4267" y="4692116"/>
                  </a:lnTo>
                  <a:lnTo>
                    <a:pt x="0" y="4696383"/>
                  </a:lnTo>
                  <a:lnTo>
                    <a:pt x="0" y="4706924"/>
                  </a:lnTo>
                  <a:lnTo>
                    <a:pt x="4267" y="4711192"/>
                  </a:lnTo>
                  <a:lnTo>
                    <a:pt x="14782" y="4711192"/>
                  </a:lnTo>
                  <a:lnTo>
                    <a:pt x="19050" y="4706924"/>
                  </a:lnTo>
                  <a:lnTo>
                    <a:pt x="19050" y="4696383"/>
                  </a:lnTo>
                  <a:lnTo>
                    <a:pt x="14782" y="4692116"/>
                  </a:lnTo>
                  <a:close/>
                </a:path>
                <a:path w="10424160" h="5213350">
                  <a:moveTo>
                    <a:pt x="14782" y="4654003"/>
                  </a:moveTo>
                  <a:lnTo>
                    <a:pt x="4267" y="4654003"/>
                  </a:lnTo>
                  <a:lnTo>
                    <a:pt x="0" y="4658271"/>
                  </a:lnTo>
                  <a:lnTo>
                    <a:pt x="0" y="4668812"/>
                  </a:lnTo>
                  <a:lnTo>
                    <a:pt x="4267" y="4673066"/>
                  </a:lnTo>
                  <a:lnTo>
                    <a:pt x="14782" y="4673066"/>
                  </a:lnTo>
                  <a:lnTo>
                    <a:pt x="19050" y="4668812"/>
                  </a:lnTo>
                  <a:lnTo>
                    <a:pt x="19050" y="4658271"/>
                  </a:lnTo>
                  <a:lnTo>
                    <a:pt x="14782" y="4654003"/>
                  </a:lnTo>
                  <a:close/>
                </a:path>
                <a:path w="10424160" h="5213350">
                  <a:moveTo>
                    <a:pt x="14782" y="4615878"/>
                  </a:moveTo>
                  <a:lnTo>
                    <a:pt x="4267" y="4615878"/>
                  </a:lnTo>
                  <a:lnTo>
                    <a:pt x="0" y="4620145"/>
                  </a:lnTo>
                  <a:lnTo>
                    <a:pt x="0" y="4630686"/>
                  </a:lnTo>
                  <a:lnTo>
                    <a:pt x="4267" y="4634953"/>
                  </a:lnTo>
                  <a:lnTo>
                    <a:pt x="14782" y="4634953"/>
                  </a:lnTo>
                  <a:lnTo>
                    <a:pt x="19050" y="4630686"/>
                  </a:lnTo>
                  <a:lnTo>
                    <a:pt x="19050" y="4620145"/>
                  </a:lnTo>
                  <a:lnTo>
                    <a:pt x="14782" y="4615878"/>
                  </a:lnTo>
                  <a:close/>
                </a:path>
                <a:path w="10424160" h="5213350">
                  <a:moveTo>
                    <a:pt x="14782" y="4577765"/>
                  </a:moveTo>
                  <a:lnTo>
                    <a:pt x="4267" y="4577765"/>
                  </a:lnTo>
                  <a:lnTo>
                    <a:pt x="0" y="4582033"/>
                  </a:lnTo>
                  <a:lnTo>
                    <a:pt x="0" y="4592574"/>
                  </a:lnTo>
                  <a:lnTo>
                    <a:pt x="4267" y="4596828"/>
                  </a:lnTo>
                  <a:lnTo>
                    <a:pt x="14782" y="4596828"/>
                  </a:lnTo>
                  <a:lnTo>
                    <a:pt x="19050" y="4592574"/>
                  </a:lnTo>
                  <a:lnTo>
                    <a:pt x="19050" y="4582033"/>
                  </a:lnTo>
                  <a:lnTo>
                    <a:pt x="14782" y="4577765"/>
                  </a:lnTo>
                  <a:close/>
                </a:path>
                <a:path w="10424160" h="5213350">
                  <a:moveTo>
                    <a:pt x="14782" y="4539640"/>
                  </a:moveTo>
                  <a:lnTo>
                    <a:pt x="4267" y="4539640"/>
                  </a:lnTo>
                  <a:lnTo>
                    <a:pt x="0" y="4543907"/>
                  </a:lnTo>
                  <a:lnTo>
                    <a:pt x="0" y="4554448"/>
                  </a:lnTo>
                  <a:lnTo>
                    <a:pt x="4267" y="4558715"/>
                  </a:lnTo>
                  <a:lnTo>
                    <a:pt x="14782" y="4558715"/>
                  </a:lnTo>
                  <a:lnTo>
                    <a:pt x="19050" y="4554448"/>
                  </a:lnTo>
                  <a:lnTo>
                    <a:pt x="19050" y="4543907"/>
                  </a:lnTo>
                  <a:lnTo>
                    <a:pt x="14782" y="4539640"/>
                  </a:lnTo>
                  <a:close/>
                </a:path>
                <a:path w="10424160" h="5213350">
                  <a:moveTo>
                    <a:pt x="14782" y="4501527"/>
                  </a:moveTo>
                  <a:lnTo>
                    <a:pt x="4267" y="4501527"/>
                  </a:lnTo>
                  <a:lnTo>
                    <a:pt x="0" y="4505794"/>
                  </a:lnTo>
                  <a:lnTo>
                    <a:pt x="0" y="4516335"/>
                  </a:lnTo>
                  <a:lnTo>
                    <a:pt x="4267" y="4520590"/>
                  </a:lnTo>
                  <a:lnTo>
                    <a:pt x="14782" y="4520590"/>
                  </a:lnTo>
                  <a:lnTo>
                    <a:pt x="19050" y="4516335"/>
                  </a:lnTo>
                  <a:lnTo>
                    <a:pt x="19050" y="4505794"/>
                  </a:lnTo>
                  <a:lnTo>
                    <a:pt x="14782" y="4501527"/>
                  </a:lnTo>
                  <a:close/>
                </a:path>
                <a:path w="10424160" h="5213350">
                  <a:moveTo>
                    <a:pt x="14782" y="4463402"/>
                  </a:moveTo>
                  <a:lnTo>
                    <a:pt x="4267" y="4463402"/>
                  </a:lnTo>
                  <a:lnTo>
                    <a:pt x="0" y="4467669"/>
                  </a:lnTo>
                  <a:lnTo>
                    <a:pt x="0" y="4478210"/>
                  </a:lnTo>
                  <a:lnTo>
                    <a:pt x="4267" y="4482477"/>
                  </a:lnTo>
                  <a:lnTo>
                    <a:pt x="14782" y="4482477"/>
                  </a:lnTo>
                  <a:lnTo>
                    <a:pt x="19050" y="4478210"/>
                  </a:lnTo>
                  <a:lnTo>
                    <a:pt x="19050" y="4467669"/>
                  </a:lnTo>
                  <a:lnTo>
                    <a:pt x="14782" y="4463402"/>
                  </a:lnTo>
                  <a:close/>
                </a:path>
                <a:path w="10424160" h="5213350">
                  <a:moveTo>
                    <a:pt x="14782" y="4425289"/>
                  </a:moveTo>
                  <a:lnTo>
                    <a:pt x="4267" y="4425289"/>
                  </a:lnTo>
                  <a:lnTo>
                    <a:pt x="0" y="4429556"/>
                  </a:lnTo>
                  <a:lnTo>
                    <a:pt x="0" y="4440085"/>
                  </a:lnTo>
                  <a:lnTo>
                    <a:pt x="4267" y="4444352"/>
                  </a:lnTo>
                  <a:lnTo>
                    <a:pt x="14782" y="4444352"/>
                  </a:lnTo>
                  <a:lnTo>
                    <a:pt x="19050" y="4440085"/>
                  </a:lnTo>
                  <a:lnTo>
                    <a:pt x="19050" y="4429556"/>
                  </a:lnTo>
                  <a:lnTo>
                    <a:pt x="14782" y="4425289"/>
                  </a:lnTo>
                  <a:close/>
                </a:path>
                <a:path w="10424160" h="5213350">
                  <a:moveTo>
                    <a:pt x="14782" y="4387164"/>
                  </a:moveTo>
                  <a:lnTo>
                    <a:pt x="4267" y="4387164"/>
                  </a:lnTo>
                  <a:lnTo>
                    <a:pt x="0" y="4391431"/>
                  </a:lnTo>
                  <a:lnTo>
                    <a:pt x="0" y="4401972"/>
                  </a:lnTo>
                  <a:lnTo>
                    <a:pt x="4267" y="4406239"/>
                  </a:lnTo>
                  <a:lnTo>
                    <a:pt x="14782" y="4406239"/>
                  </a:lnTo>
                  <a:lnTo>
                    <a:pt x="19050" y="4401972"/>
                  </a:lnTo>
                  <a:lnTo>
                    <a:pt x="19050" y="4391431"/>
                  </a:lnTo>
                  <a:lnTo>
                    <a:pt x="14782" y="4387164"/>
                  </a:lnTo>
                  <a:close/>
                </a:path>
                <a:path w="10424160" h="5213350">
                  <a:moveTo>
                    <a:pt x="14782" y="4349051"/>
                  </a:moveTo>
                  <a:lnTo>
                    <a:pt x="4267" y="4349051"/>
                  </a:lnTo>
                  <a:lnTo>
                    <a:pt x="0" y="4353306"/>
                  </a:lnTo>
                  <a:lnTo>
                    <a:pt x="0" y="4363847"/>
                  </a:lnTo>
                  <a:lnTo>
                    <a:pt x="4267" y="4368114"/>
                  </a:lnTo>
                  <a:lnTo>
                    <a:pt x="14782" y="4368114"/>
                  </a:lnTo>
                  <a:lnTo>
                    <a:pt x="19050" y="4363847"/>
                  </a:lnTo>
                  <a:lnTo>
                    <a:pt x="19050" y="4353306"/>
                  </a:lnTo>
                  <a:lnTo>
                    <a:pt x="14782" y="4349051"/>
                  </a:lnTo>
                  <a:close/>
                </a:path>
                <a:path w="10424160" h="5213350">
                  <a:moveTo>
                    <a:pt x="14782" y="4310926"/>
                  </a:moveTo>
                  <a:lnTo>
                    <a:pt x="4267" y="4310926"/>
                  </a:lnTo>
                  <a:lnTo>
                    <a:pt x="0" y="4315193"/>
                  </a:lnTo>
                  <a:lnTo>
                    <a:pt x="0" y="4325734"/>
                  </a:lnTo>
                  <a:lnTo>
                    <a:pt x="4267" y="4330001"/>
                  </a:lnTo>
                  <a:lnTo>
                    <a:pt x="14782" y="4330001"/>
                  </a:lnTo>
                  <a:lnTo>
                    <a:pt x="19050" y="4325734"/>
                  </a:lnTo>
                  <a:lnTo>
                    <a:pt x="19050" y="4315193"/>
                  </a:lnTo>
                  <a:lnTo>
                    <a:pt x="14782" y="4310926"/>
                  </a:lnTo>
                  <a:close/>
                </a:path>
                <a:path w="10424160" h="5213350">
                  <a:moveTo>
                    <a:pt x="14782" y="4272813"/>
                  </a:moveTo>
                  <a:lnTo>
                    <a:pt x="4267" y="4272813"/>
                  </a:lnTo>
                  <a:lnTo>
                    <a:pt x="0" y="4277067"/>
                  </a:lnTo>
                  <a:lnTo>
                    <a:pt x="0" y="4287608"/>
                  </a:lnTo>
                  <a:lnTo>
                    <a:pt x="4267" y="4291876"/>
                  </a:lnTo>
                  <a:lnTo>
                    <a:pt x="14782" y="4291876"/>
                  </a:lnTo>
                  <a:lnTo>
                    <a:pt x="19050" y="4287608"/>
                  </a:lnTo>
                  <a:lnTo>
                    <a:pt x="19050" y="4277067"/>
                  </a:lnTo>
                  <a:lnTo>
                    <a:pt x="14782" y="4272813"/>
                  </a:lnTo>
                  <a:close/>
                </a:path>
                <a:path w="10424160" h="5213350">
                  <a:moveTo>
                    <a:pt x="14782" y="4234688"/>
                  </a:moveTo>
                  <a:lnTo>
                    <a:pt x="4267" y="4234688"/>
                  </a:lnTo>
                  <a:lnTo>
                    <a:pt x="0" y="4238955"/>
                  </a:lnTo>
                  <a:lnTo>
                    <a:pt x="0" y="4249496"/>
                  </a:lnTo>
                  <a:lnTo>
                    <a:pt x="4267" y="4253763"/>
                  </a:lnTo>
                  <a:lnTo>
                    <a:pt x="14782" y="4253763"/>
                  </a:lnTo>
                  <a:lnTo>
                    <a:pt x="19050" y="4249496"/>
                  </a:lnTo>
                  <a:lnTo>
                    <a:pt x="19050" y="4238955"/>
                  </a:lnTo>
                  <a:lnTo>
                    <a:pt x="14782" y="4234688"/>
                  </a:lnTo>
                  <a:close/>
                </a:path>
                <a:path w="10424160" h="5213350">
                  <a:moveTo>
                    <a:pt x="14782" y="4196575"/>
                  </a:moveTo>
                  <a:lnTo>
                    <a:pt x="4267" y="4196575"/>
                  </a:lnTo>
                  <a:lnTo>
                    <a:pt x="0" y="4200829"/>
                  </a:lnTo>
                  <a:lnTo>
                    <a:pt x="0" y="4211370"/>
                  </a:lnTo>
                  <a:lnTo>
                    <a:pt x="4267" y="4215638"/>
                  </a:lnTo>
                  <a:lnTo>
                    <a:pt x="14782" y="4215638"/>
                  </a:lnTo>
                  <a:lnTo>
                    <a:pt x="19050" y="4211370"/>
                  </a:lnTo>
                  <a:lnTo>
                    <a:pt x="19050" y="4200829"/>
                  </a:lnTo>
                  <a:lnTo>
                    <a:pt x="14782" y="4196575"/>
                  </a:lnTo>
                  <a:close/>
                </a:path>
                <a:path w="10424160" h="5213350">
                  <a:moveTo>
                    <a:pt x="14782" y="4158488"/>
                  </a:moveTo>
                  <a:lnTo>
                    <a:pt x="4267" y="4158488"/>
                  </a:lnTo>
                  <a:lnTo>
                    <a:pt x="0" y="4162679"/>
                  </a:lnTo>
                  <a:lnTo>
                    <a:pt x="0" y="4173220"/>
                  </a:lnTo>
                  <a:lnTo>
                    <a:pt x="4267" y="4177538"/>
                  </a:lnTo>
                  <a:lnTo>
                    <a:pt x="14782" y="4177538"/>
                  </a:lnTo>
                  <a:lnTo>
                    <a:pt x="19050" y="4173220"/>
                  </a:lnTo>
                  <a:lnTo>
                    <a:pt x="19050" y="4162679"/>
                  </a:lnTo>
                  <a:lnTo>
                    <a:pt x="14782" y="4158488"/>
                  </a:lnTo>
                  <a:close/>
                </a:path>
                <a:path w="10424160" h="5213350">
                  <a:moveTo>
                    <a:pt x="14782" y="4120388"/>
                  </a:moveTo>
                  <a:lnTo>
                    <a:pt x="4267" y="4120388"/>
                  </a:lnTo>
                  <a:lnTo>
                    <a:pt x="0" y="4124579"/>
                  </a:lnTo>
                  <a:lnTo>
                    <a:pt x="0" y="4135120"/>
                  </a:lnTo>
                  <a:lnTo>
                    <a:pt x="4267" y="4139438"/>
                  </a:lnTo>
                  <a:lnTo>
                    <a:pt x="14782" y="4139438"/>
                  </a:lnTo>
                  <a:lnTo>
                    <a:pt x="19050" y="4135120"/>
                  </a:lnTo>
                  <a:lnTo>
                    <a:pt x="19050" y="4124579"/>
                  </a:lnTo>
                  <a:lnTo>
                    <a:pt x="14782" y="4120388"/>
                  </a:lnTo>
                  <a:close/>
                </a:path>
                <a:path w="10424160" h="5213350">
                  <a:moveTo>
                    <a:pt x="14782" y="4082161"/>
                  </a:moveTo>
                  <a:lnTo>
                    <a:pt x="4267" y="4082161"/>
                  </a:lnTo>
                  <a:lnTo>
                    <a:pt x="0" y="4086479"/>
                  </a:lnTo>
                  <a:lnTo>
                    <a:pt x="0" y="4097020"/>
                  </a:lnTo>
                  <a:lnTo>
                    <a:pt x="4267" y="4101338"/>
                  </a:lnTo>
                  <a:lnTo>
                    <a:pt x="14782" y="4101338"/>
                  </a:lnTo>
                  <a:lnTo>
                    <a:pt x="19050" y="4097020"/>
                  </a:lnTo>
                  <a:lnTo>
                    <a:pt x="19050" y="4086479"/>
                  </a:lnTo>
                  <a:lnTo>
                    <a:pt x="14782" y="4082161"/>
                  </a:lnTo>
                  <a:close/>
                </a:path>
                <a:path w="10424160" h="5213350">
                  <a:moveTo>
                    <a:pt x="14782" y="4044061"/>
                  </a:moveTo>
                  <a:lnTo>
                    <a:pt x="4267" y="4044061"/>
                  </a:lnTo>
                  <a:lnTo>
                    <a:pt x="0" y="4048379"/>
                  </a:lnTo>
                  <a:lnTo>
                    <a:pt x="0" y="4058920"/>
                  </a:lnTo>
                  <a:lnTo>
                    <a:pt x="4267" y="4063111"/>
                  </a:lnTo>
                  <a:lnTo>
                    <a:pt x="14782" y="4063111"/>
                  </a:lnTo>
                  <a:lnTo>
                    <a:pt x="19050" y="4058920"/>
                  </a:lnTo>
                  <a:lnTo>
                    <a:pt x="19050" y="4048379"/>
                  </a:lnTo>
                  <a:lnTo>
                    <a:pt x="14782" y="4044061"/>
                  </a:lnTo>
                  <a:close/>
                </a:path>
                <a:path w="10424160" h="5213350">
                  <a:moveTo>
                    <a:pt x="14782" y="4005961"/>
                  </a:moveTo>
                  <a:lnTo>
                    <a:pt x="4267" y="4005961"/>
                  </a:lnTo>
                  <a:lnTo>
                    <a:pt x="0" y="4010279"/>
                  </a:lnTo>
                  <a:lnTo>
                    <a:pt x="0" y="4020820"/>
                  </a:lnTo>
                  <a:lnTo>
                    <a:pt x="4267" y="4025011"/>
                  </a:lnTo>
                  <a:lnTo>
                    <a:pt x="14782" y="4025011"/>
                  </a:lnTo>
                  <a:lnTo>
                    <a:pt x="19050" y="4020820"/>
                  </a:lnTo>
                  <a:lnTo>
                    <a:pt x="19050" y="4010279"/>
                  </a:lnTo>
                  <a:lnTo>
                    <a:pt x="14782" y="4005961"/>
                  </a:lnTo>
                  <a:close/>
                </a:path>
                <a:path w="10424160" h="5213350">
                  <a:moveTo>
                    <a:pt x="14782" y="3967861"/>
                  </a:moveTo>
                  <a:lnTo>
                    <a:pt x="4267" y="3967861"/>
                  </a:lnTo>
                  <a:lnTo>
                    <a:pt x="0" y="3972179"/>
                  </a:lnTo>
                  <a:lnTo>
                    <a:pt x="0" y="3982720"/>
                  </a:lnTo>
                  <a:lnTo>
                    <a:pt x="4267" y="3986911"/>
                  </a:lnTo>
                  <a:lnTo>
                    <a:pt x="14782" y="3986911"/>
                  </a:lnTo>
                  <a:lnTo>
                    <a:pt x="19050" y="3982720"/>
                  </a:lnTo>
                  <a:lnTo>
                    <a:pt x="19050" y="3972179"/>
                  </a:lnTo>
                  <a:lnTo>
                    <a:pt x="14782" y="3967861"/>
                  </a:lnTo>
                  <a:close/>
                </a:path>
                <a:path w="10424160" h="5213350">
                  <a:moveTo>
                    <a:pt x="14782" y="3929761"/>
                  </a:moveTo>
                  <a:lnTo>
                    <a:pt x="4267" y="3929761"/>
                  </a:lnTo>
                  <a:lnTo>
                    <a:pt x="0" y="3933952"/>
                  </a:lnTo>
                  <a:lnTo>
                    <a:pt x="0" y="3944493"/>
                  </a:lnTo>
                  <a:lnTo>
                    <a:pt x="4267" y="3948811"/>
                  </a:lnTo>
                  <a:lnTo>
                    <a:pt x="14782" y="3948811"/>
                  </a:lnTo>
                  <a:lnTo>
                    <a:pt x="19050" y="3944493"/>
                  </a:lnTo>
                  <a:lnTo>
                    <a:pt x="19050" y="3933952"/>
                  </a:lnTo>
                  <a:lnTo>
                    <a:pt x="14782" y="3929761"/>
                  </a:lnTo>
                  <a:close/>
                </a:path>
                <a:path w="10424160" h="5213350">
                  <a:moveTo>
                    <a:pt x="14782" y="3891661"/>
                  </a:moveTo>
                  <a:lnTo>
                    <a:pt x="4267" y="3891661"/>
                  </a:lnTo>
                  <a:lnTo>
                    <a:pt x="0" y="3895852"/>
                  </a:lnTo>
                  <a:lnTo>
                    <a:pt x="0" y="3906393"/>
                  </a:lnTo>
                  <a:lnTo>
                    <a:pt x="4267" y="3910711"/>
                  </a:lnTo>
                  <a:lnTo>
                    <a:pt x="14782" y="3910711"/>
                  </a:lnTo>
                  <a:lnTo>
                    <a:pt x="19050" y="3906393"/>
                  </a:lnTo>
                  <a:lnTo>
                    <a:pt x="19050" y="3895852"/>
                  </a:lnTo>
                  <a:lnTo>
                    <a:pt x="14782" y="3891661"/>
                  </a:lnTo>
                  <a:close/>
                </a:path>
                <a:path w="10424160" h="5213350">
                  <a:moveTo>
                    <a:pt x="14782" y="3853434"/>
                  </a:moveTo>
                  <a:lnTo>
                    <a:pt x="4267" y="3853434"/>
                  </a:lnTo>
                  <a:lnTo>
                    <a:pt x="0" y="3857752"/>
                  </a:lnTo>
                  <a:lnTo>
                    <a:pt x="0" y="3868293"/>
                  </a:lnTo>
                  <a:lnTo>
                    <a:pt x="4267" y="3872611"/>
                  </a:lnTo>
                  <a:lnTo>
                    <a:pt x="14782" y="3872611"/>
                  </a:lnTo>
                  <a:lnTo>
                    <a:pt x="19050" y="3868293"/>
                  </a:lnTo>
                  <a:lnTo>
                    <a:pt x="19050" y="3863086"/>
                  </a:lnTo>
                  <a:lnTo>
                    <a:pt x="6350" y="3863086"/>
                  </a:lnTo>
                  <a:lnTo>
                    <a:pt x="19050" y="3862959"/>
                  </a:lnTo>
                  <a:lnTo>
                    <a:pt x="19050" y="3857752"/>
                  </a:lnTo>
                  <a:lnTo>
                    <a:pt x="14782" y="3853434"/>
                  </a:lnTo>
                  <a:close/>
                </a:path>
                <a:path w="10424160" h="5213350">
                  <a:moveTo>
                    <a:pt x="19050" y="3862959"/>
                  </a:moveTo>
                  <a:lnTo>
                    <a:pt x="12700" y="3862959"/>
                  </a:lnTo>
                  <a:lnTo>
                    <a:pt x="19050" y="3863086"/>
                  </a:lnTo>
                  <a:close/>
                </a:path>
                <a:path w="10424160" h="5213350">
                  <a:moveTo>
                    <a:pt x="14782" y="3815334"/>
                  </a:moveTo>
                  <a:lnTo>
                    <a:pt x="4267" y="3815334"/>
                  </a:lnTo>
                  <a:lnTo>
                    <a:pt x="0" y="3819652"/>
                  </a:lnTo>
                  <a:lnTo>
                    <a:pt x="0" y="3830193"/>
                  </a:lnTo>
                  <a:lnTo>
                    <a:pt x="4267" y="3834384"/>
                  </a:lnTo>
                  <a:lnTo>
                    <a:pt x="14782" y="3834384"/>
                  </a:lnTo>
                  <a:lnTo>
                    <a:pt x="19050" y="3830193"/>
                  </a:lnTo>
                  <a:lnTo>
                    <a:pt x="19050" y="3819652"/>
                  </a:lnTo>
                  <a:lnTo>
                    <a:pt x="14782" y="3815334"/>
                  </a:lnTo>
                  <a:close/>
                </a:path>
                <a:path w="10424160" h="5213350">
                  <a:moveTo>
                    <a:pt x="14782" y="3777234"/>
                  </a:moveTo>
                  <a:lnTo>
                    <a:pt x="4267" y="3777234"/>
                  </a:lnTo>
                  <a:lnTo>
                    <a:pt x="0" y="3781552"/>
                  </a:lnTo>
                  <a:lnTo>
                    <a:pt x="0" y="3792093"/>
                  </a:lnTo>
                  <a:lnTo>
                    <a:pt x="4267" y="3796284"/>
                  </a:lnTo>
                  <a:lnTo>
                    <a:pt x="14782" y="3796284"/>
                  </a:lnTo>
                  <a:lnTo>
                    <a:pt x="19050" y="3792093"/>
                  </a:lnTo>
                  <a:lnTo>
                    <a:pt x="19050" y="3781552"/>
                  </a:lnTo>
                  <a:lnTo>
                    <a:pt x="14782" y="3777234"/>
                  </a:lnTo>
                  <a:close/>
                </a:path>
                <a:path w="10424160" h="5213350">
                  <a:moveTo>
                    <a:pt x="14782" y="3739134"/>
                  </a:moveTo>
                  <a:lnTo>
                    <a:pt x="4267" y="3739134"/>
                  </a:lnTo>
                  <a:lnTo>
                    <a:pt x="0" y="3743452"/>
                  </a:lnTo>
                  <a:lnTo>
                    <a:pt x="0" y="3753993"/>
                  </a:lnTo>
                  <a:lnTo>
                    <a:pt x="4267" y="3758184"/>
                  </a:lnTo>
                  <a:lnTo>
                    <a:pt x="14782" y="3758184"/>
                  </a:lnTo>
                  <a:lnTo>
                    <a:pt x="19050" y="3753993"/>
                  </a:lnTo>
                  <a:lnTo>
                    <a:pt x="19050" y="3743452"/>
                  </a:lnTo>
                  <a:lnTo>
                    <a:pt x="14782" y="3739134"/>
                  </a:lnTo>
                  <a:close/>
                </a:path>
                <a:path w="10424160" h="5213350">
                  <a:moveTo>
                    <a:pt x="14782" y="3701034"/>
                  </a:moveTo>
                  <a:lnTo>
                    <a:pt x="4267" y="3701034"/>
                  </a:lnTo>
                  <a:lnTo>
                    <a:pt x="0" y="3705225"/>
                  </a:lnTo>
                  <a:lnTo>
                    <a:pt x="0" y="3715766"/>
                  </a:lnTo>
                  <a:lnTo>
                    <a:pt x="4267" y="3720084"/>
                  </a:lnTo>
                  <a:lnTo>
                    <a:pt x="14782" y="3720084"/>
                  </a:lnTo>
                  <a:lnTo>
                    <a:pt x="19050" y="3715766"/>
                  </a:lnTo>
                  <a:lnTo>
                    <a:pt x="19050" y="3705225"/>
                  </a:lnTo>
                  <a:lnTo>
                    <a:pt x="14782" y="3701034"/>
                  </a:lnTo>
                  <a:close/>
                </a:path>
                <a:path w="10424160" h="5213350">
                  <a:moveTo>
                    <a:pt x="14782" y="3662934"/>
                  </a:moveTo>
                  <a:lnTo>
                    <a:pt x="4267" y="3662934"/>
                  </a:lnTo>
                  <a:lnTo>
                    <a:pt x="0" y="3667125"/>
                  </a:lnTo>
                  <a:lnTo>
                    <a:pt x="0" y="3677666"/>
                  </a:lnTo>
                  <a:lnTo>
                    <a:pt x="4267" y="3681984"/>
                  </a:lnTo>
                  <a:lnTo>
                    <a:pt x="14782" y="3681984"/>
                  </a:lnTo>
                  <a:lnTo>
                    <a:pt x="19050" y="3677666"/>
                  </a:lnTo>
                  <a:lnTo>
                    <a:pt x="19050" y="3667125"/>
                  </a:lnTo>
                  <a:lnTo>
                    <a:pt x="14782" y="3662934"/>
                  </a:lnTo>
                  <a:close/>
                </a:path>
                <a:path w="10424160" h="5213350">
                  <a:moveTo>
                    <a:pt x="14782" y="3624834"/>
                  </a:moveTo>
                  <a:lnTo>
                    <a:pt x="4267" y="3624834"/>
                  </a:lnTo>
                  <a:lnTo>
                    <a:pt x="0" y="3629025"/>
                  </a:lnTo>
                  <a:lnTo>
                    <a:pt x="0" y="3639566"/>
                  </a:lnTo>
                  <a:lnTo>
                    <a:pt x="4267" y="3643884"/>
                  </a:lnTo>
                  <a:lnTo>
                    <a:pt x="14782" y="3643884"/>
                  </a:lnTo>
                  <a:lnTo>
                    <a:pt x="19050" y="3639566"/>
                  </a:lnTo>
                  <a:lnTo>
                    <a:pt x="19050" y="3629025"/>
                  </a:lnTo>
                  <a:lnTo>
                    <a:pt x="14782" y="3624834"/>
                  </a:lnTo>
                  <a:close/>
                </a:path>
                <a:path w="10424160" h="5213350">
                  <a:moveTo>
                    <a:pt x="14782" y="3586607"/>
                  </a:moveTo>
                  <a:lnTo>
                    <a:pt x="4267" y="3586607"/>
                  </a:lnTo>
                  <a:lnTo>
                    <a:pt x="0" y="3590925"/>
                  </a:lnTo>
                  <a:lnTo>
                    <a:pt x="0" y="3601466"/>
                  </a:lnTo>
                  <a:lnTo>
                    <a:pt x="4267" y="3605784"/>
                  </a:lnTo>
                  <a:lnTo>
                    <a:pt x="14782" y="3605784"/>
                  </a:lnTo>
                  <a:lnTo>
                    <a:pt x="19050" y="3601466"/>
                  </a:lnTo>
                  <a:lnTo>
                    <a:pt x="19050" y="3590925"/>
                  </a:lnTo>
                  <a:lnTo>
                    <a:pt x="14782" y="3586607"/>
                  </a:lnTo>
                  <a:close/>
                </a:path>
                <a:path w="10424160" h="5213350">
                  <a:moveTo>
                    <a:pt x="14782" y="3548507"/>
                  </a:moveTo>
                  <a:lnTo>
                    <a:pt x="4267" y="3548507"/>
                  </a:lnTo>
                  <a:lnTo>
                    <a:pt x="0" y="3552825"/>
                  </a:lnTo>
                  <a:lnTo>
                    <a:pt x="0" y="3563366"/>
                  </a:lnTo>
                  <a:lnTo>
                    <a:pt x="4267" y="3567557"/>
                  </a:lnTo>
                  <a:lnTo>
                    <a:pt x="14782" y="3567557"/>
                  </a:lnTo>
                  <a:lnTo>
                    <a:pt x="19050" y="3563366"/>
                  </a:lnTo>
                  <a:lnTo>
                    <a:pt x="19050" y="3552825"/>
                  </a:lnTo>
                  <a:lnTo>
                    <a:pt x="14782" y="3548507"/>
                  </a:lnTo>
                  <a:close/>
                </a:path>
                <a:path w="10424160" h="5213350">
                  <a:moveTo>
                    <a:pt x="14782" y="3510407"/>
                  </a:moveTo>
                  <a:lnTo>
                    <a:pt x="4267" y="3510407"/>
                  </a:lnTo>
                  <a:lnTo>
                    <a:pt x="0" y="3514725"/>
                  </a:lnTo>
                  <a:lnTo>
                    <a:pt x="0" y="3525266"/>
                  </a:lnTo>
                  <a:lnTo>
                    <a:pt x="4267" y="3529457"/>
                  </a:lnTo>
                  <a:lnTo>
                    <a:pt x="14782" y="3529457"/>
                  </a:lnTo>
                  <a:lnTo>
                    <a:pt x="19050" y="3525266"/>
                  </a:lnTo>
                  <a:lnTo>
                    <a:pt x="19050" y="3514725"/>
                  </a:lnTo>
                  <a:lnTo>
                    <a:pt x="14782" y="3510407"/>
                  </a:lnTo>
                  <a:close/>
                </a:path>
                <a:path w="10424160" h="5213350">
                  <a:moveTo>
                    <a:pt x="14782" y="3472307"/>
                  </a:moveTo>
                  <a:lnTo>
                    <a:pt x="4267" y="3472307"/>
                  </a:lnTo>
                  <a:lnTo>
                    <a:pt x="0" y="3476625"/>
                  </a:lnTo>
                  <a:lnTo>
                    <a:pt x="0" y="3487166"/>
                  </a:lnTo>
                  <a:lnTo>
                    <a:pt x="4267" y="3491357"/>
                  </a:lnTo>
                  <a:lnTo>
                    <a:pt x="14782" y="3491357"/>
                  </a:lnTo>
                  <a:lnTo>
                    <a:pt x="19050" y="3487166"/>
                  </a:lnTo>
                  <a:lnTo>
                    <a:pt x="19050" y="3476625"/>
                  </a:lnTo>
                  <a:lnTo>
                    <a:pt x="14782" y="3472307"/>
                  </a:lnTo>
                  <a:close/>
                </a:path>
                <a:path w="10424160" h="5213350">
                  <a:moveTo>
                    <a:pt x="14782" y="3434207"/>
                  </a:moveTo>
                  <a:lnTo>
                    <a:pt x="4267" y="3434207"/>
                  </a:lnTo>
                  <a:lnTo>
                    <a:pt x="0" y="3438398"/>
                  </a:lnTo>
                  <a:lnTo>
                    <a:pt x="0" y="3448939"/>
                  </a:lnTo>
                  <a:lnTo>
                    <a:pt x="4267" y="3453257"/>
                  </a:lnTo>
                  <a:lnTo>
                    <a:pt x="14782" y="3453257"/>
                  </a:lnTo>
                  <a:lnTo>
                    <a:pt x="19050" y="3448939"/>
                  </a:lnTo>
                  <a:lnTo>
                    <a:pt x="19050" y="3438398"/>
                  </a:lnTo>
                  <a:lnTo>
                    <a:pt x="14782" y="3434207"/>
                  </a:lnTo>
                  <a:close/>
                </a:path>
                <a:path w="10424160" h="5213350">
                  <a:moveTo>
                    <a:pt x="14782" y="3396107"/>
                  </a:moveTo>
                  <a:lnTo>
                    <a:pt x="4267" y="3396107"/>
                  </a:lnTo>
                  <a:lnTo>
                    <a:pt x="0" y="3400298"/>
                  </a:lnTo>
                  <a:lnTo>
                    <a:pt x="0" y="3410839"/>
                  </a:lnTo>
                  <a:lnTo>
                    <a:pt x="4267" y="3415157"/>
                  </a:lnTo>
                  <a:lnTo>
                    <a:pt x="14782" y="3415157"/>
                  </a:lnTo>
                  <a:lnTo>
                    <a:pt x="19050" y="3410839"/>
                  </a:lnTo>
                  <a:lnTo>
                    <a:pt x="19050" y="3400298"/>
                  </a:lnTo>
                  <a:lnTo>
                    <a:pt x="14782" y="3396107"/>
                  </a:lnTo>
                  <a:close/>
                </a:path>
                <a:path w="10424160" h="5213350">
                  <a:moveTo>
                    <a:pt x="14782" y="3358007"/>
                  </a:moveTo>
                  <a:lnTo>
                    <a:pt x="4267" y="3358007"/>
                  </a:lnTo>
                  <a:lnTo>
                    <a:pt x="0" y="3362198"/>
                  </a:lnTo>
                  <a:lnTo>
                    <a:pt x="0" y="3372739"/>
                  </a:lnTo>
                  <a:lnTo>
                    <a:pt x="4267" y="3377057"/>
                  </a:lnTo>
                  <a:lnTo>
                    <a:pt x="14782" y="3377057"/>
                  </a:lnTo>
                  <a:lnTo>
                    <a:pt x="19050" y="3372739"/>
                  </a:lnTo>
                  <a:lnTo>
                    <a:pt x="19050" y="3362198"/>
                  </a:lnTo>
                  <a:lnTo>
                    <a:pt x="14782" y="3358007"/>
                  </a:lnTo>
                  <a:close/>
                </a:path>
                <a:path w="10424160" h="5213350">
                  <a:moveTo>
                    <a:pt x="14782" y="3319779"/>
                  </a:moveTo>
                  <a:lnTo>
                    <a:pt x="4267" y="3319779"/>
                  </a:lnTo>
                  <a:lnTo>
                    <a:pt x="0" y="3324098"/>
                  </a:lnTo>
                  <a:lnTo>
                    <a:pt x="0" y="3334639"/>
                  </a:lnTo>
                  <a:lnTo>
                    <a:pt x="4267" y="3338957"/>
                  </a:lnTo>
                  <a:lnTo>
                    <a:pt x="14782" y="3338957"/>
                  </a:lnTo>
                  <a:lnTo>
                    <a:pt x="19050" y="3334639"/>
                  </a:lnTo>
                  <a:lnTo>
                    <a:pt x="19050" y="3329432"/>
                  </a:lnTo>
                  <a:lnTo>
                    <a:pt x="6350" y="3329432"/>
                  </a:lnTo>
                  <a:lnTo>
                    <a:pt x="6350" y="3329304"/>
                  </a:lnTo>
                  <a:lnTo>
                    <a:pt x="19050" y="3329304"/>
                  </a:lnTo>
                  <a:lnTo>
                    <a:pt x="19050" y="3324098"/>
                  </a:lnTo>
                  <a:lnTo>
                    <a:pt x="14782" y="3319779"/>
                  </a:lnTo>
                  <a:close/>
                </a:path>
                <a:path w="10424160" h="5213350">
                  <a:moveTo>
                    <a:pt x="19050" y="3329304"/>
                  </a:moveTo>
                  <a:lnTo>
                    <a:pt x="12700" y="3329304"/>
                  </a:lnTo>
                  <a:lnTo>
                    <a:pt x="12700" y="3329432"/>
                  </a:lnTo>
                  <a:lnTo>
                    <a:pt x="19050" y="3329432"/>
                  </a:lnTo>
                  <a:lnTo>
                    <a:pt x="19050" y="3329304"/>
                  </a:lnTo>
                  <a:close/>
                </a:path>
                <a:path w="10424160" h="5213350">
                  <a:moveTo>
                    <a:pt x="14782" y="3281679"/>
                  </a:moveTo>
                  <a:lnTo>
                    <a:pt x="4267" y="3281679"/>
                  </a:lnTo>
                  <a:lnTo>
                    <a:pt x="0" y="3285998"/>
                  </a:lnTo>
                  <a:lnTo>
                    <a:pt x="0" y="3296539"/>
                  </a:lnTo>
                  <a:lnTo>
                    <a:pt x="4267" y="3300729"/>
                  </a:lnTo>
                  <a:lnTo>
                    <a:pt x="14782" y="3300729"/>
                  </a:lnTo>
                  <a:lnTo>
                    <a:pt x="19050" y="3296539"/>
                  </a:lnTo>
                  <a:lnTo>
                    <a:pt x="19050" y="3285998"/>
                  </a:lnTo>
                  <a:lnTo>
                    <a:pt x="14782" y="3281679"/>
                  </a:lnTo>
                  <a:close/>
                </a:path>
                <a:path w="10424160" h="5213350">
                  <a:moveTo>
                    <a:pt x="14782" y="3243580"/>
                  </a:moveTo>
                  <a:lnTo>
                    <a:pt x="4267" y="3243580"/>
                  </a:lnTo>
                  <a:lnTo>
                    <a:pt x="0" y="3247898"/>
                  </a:lnTo>
                  <a:lnTo>
                    <a:pt x="0" y="3258439"/>
                  </a:lnTo>
                  <a:lnTo>
                    <a:pt x="4267" y="3262629"/>
                  </a:lnTo>
                  <a:lnTo>
                    <a:pt x="14782" y="3262629"/>
                  </a:lnTo>
                  <a:lnTo>
                    <a:pt x="19050" y="3258439"/>
                  </a:lnTo>
                  <a:lnTo>
                    <a:pt x="19050" y="3247898"/>
                  </a:lnTo>
                  <a:lnTo>
                    <a:pt x="14782" y="3243580"/>
                  </a:lnTo>
                  <a:close/>
                </a:path>
                <a:path w="10424160" h="5213350">
                  <a:moveTo>
                    <a:pt x="14782" y="3205480"/>
                  </a:moveTo>
                  <a:lnTo>
                    <a:pt x="4267" y="3205480"/>
                  </a:lnTo>
                  <a:lnTo>
                    <a:pt x="0" y="3209671"/>
                  </a:lnTo>
                  <a:lnTo>
                    <a:pt x="0" y="3220212"/>
                  </a:lnTo>
                  <a:lnTo>
                    <a:pt x="4267" y="3224530"/>
                  </a:lnTo>
                  <a:lnTo>
                    <a:pt x="14782" y="3224530"/>
                  </a:lnTo>
                  <a:lnTo>
                    <a:pt x="19050" y="3220212"/>
                  </a:lnTo>
                  <a:lnTo>
                    <a:pt x="19050" y="3209671"/>
                  </a:lnTo>
                  <a:lnTo>
                    <a:pt x="14782" y="3205480"/>
                  </a:lnTo>
                  <a:close/>
                </a:path>
                <a:path w="10424160" h="5213350">
                  <a:moveTo>
                    <a:pt x="14782" y="3167380"/>
                  </a:moveTo>
                  <a:lnTo>
                    <a:pt x="4267" y="3167380"/>
                  </a:lnTo>
                  <a:lnTo>
                    <a:pt x="0" y="3171571"/>
                  </a:lnTo>
                  <a:lnTo>
                    <a:pt x="0" y="3182112"/>
                  </a:lnTo>
                  <a:lnTo>
                    <a:pt x="4267" y="3186430"/>
                  </a:lnTo>
                  <a:lnTo>
                    <a:pt x="14782" y="3186430"/>
                  </a:lnTo>
                  <a:lnTo>
                    <a:pt x="19050" y="3182112"/>
                  </a:lnTo>
                  <a:lnTo>
                    <a:pt x="19050" y="3171571"/>
                  </a:lnTo>
                  <a:lnTo>
                    <a:pt x="14782" y="3167380"/>
                  </a:lnTo>
                  <a:close/>
                </a:path>
                <a:path w="10424160" h="5213350">
                  <a:moveTo>
                    <a:pt x="14782" y="3129280"/>
                  </a:moveTo>
                  <a:lnTo>
                    <a:pt x="4267" y="3129280"/>
                  </a:lnTo>
                  <a:lnTo>
                    <a:pt x="0" y="3133471"/>
                  </a:lnTo>
                  <a:lnTo>
                    <a:pt x="0" y="3144012"/>
                  </a:lnTo>
                  <a:lnTo>
                    <a:pt x="4267" y="3148330"/>
                  </a:lnTo>
                  <a:lnTo>
                    <a:pt x="14782" y="3148330"/>
                  </a:lnTo>
                  <a:lnTo>
                    <a:pt x="19050" y="3144012"/>
                  </a:lnTo>
                  <a:lnTo>
                    <a:pt x="19050" y="3133471"/>
                  </a:lnTo>
                  <a:lnTo>
                    <a:pt x="14782" y="3129280"/>
                  </a:lnTo>
                  <a:close/>
                </a:path>
                <a:path w="10424160" h="5213350">
                  <a:moveTo>
                    <a:pt x="14782" y="3091053"/>
                  </a:moveTo>
                  <a:lnTo>
                    <a:pt x="4267" y="3091053"/>
                  </a:lnTo>
                  <a:lnTo>
                    <a:pt x="0" y="3095371"/>
                  </a:lnTo>
                  <a:lnTo>
                    <a:pt x="0" y="3105912"/>
                  </a:lnTo>
                  <a:lnTo>
                    <a:pt x="4267" y="3110230"/>
                  </a:lnTo>
                  <a:lnTo>
                    <a:pt x="14782" y="3110230"/>
                  </a:lnTo>
                  <a:lnTo>
                    <a:pt x="19050" y="3105912"/>
                  </a:lnTo>
                  <a:lnTo>
                    <a:pt x="19050" y="3095371"/>
                  </a:lnTo>
                  <a:lnTo>
                    <a:pt x="14782" y="3091053"/>
                  </a:lnTo>
                  <a:close/>
                </a:path>
                <a:path w="10424160" h="5213350">
                  <a:moveTo>
                    <a:pt x="14782" y="3052953"/>
                  </a:moveTo>
                  <a:lnTo>
                    <a:pt x="4267" y="3052953"/>
                  </a:lnTo>
                  <a:lnTo>
                    <a:pt x="0" y="3057271"/>
                  </a:lnTo>
                  <a:lnTo>
                    <a:pt x="0" y="3067812"/>
                  </a:lnTo>
                  <a:lnTo>
                    <a:pt x="4267" y="3072003"/>
                  </a:lnTo>
                  <a:lnTo>
                    <a:pt x="14782" y="3072003"/>
                  </a:lnTo>
                  <a:lnTo>
                    <a:pt x="19050" y="3067812"/>
                  </a:lnTo>
                  <a:lnTo>
                    <a:pt x="19050" y="3057271"/>
                  </a:lnTo>
                  <a:lnTo>
                    <a:pt x="14782" y="3052953"/>
                  </a:lnTo>
                  <a:close/>
                </a:path>
                <a:path w="10424160" h="5213350">
                  <a:moveTo>
                    <a:pt x="14782" y="3014853"/>
                  </a:moveTo>
                  <a:lnTo>
                    <a:pt x="4267" y="3014853"/>
                  </a:lnTo>
                  <a:lnTo>
                    <a:pt x="0" y="3019171"/>
                  </a:lnTo>
                  <a:lnTo>
                    <a:pt x="0" y="3029712"/>
                  </a:lnTo>
                  <a:lnTo>
                    <a:pt x="4267" y="3033903"/>
                  </a:lnTo>
                  <a:lnTo>
                    <a:pt x="14782" y="3033903"/>
                  </a:lnTo>
                  <a:lnTo>
                    <a:pt x="19050" y="3029712"/>
                  </a:lnTo>
                  <a:lnTo>
                    <a:pt x="19050" y="3019171"/>
                  </a:lnTo>
                  <a:lnTo>
                    <a:pt x="14782" y="3014853"/>
                  </a:lnTo>
                  <a:close/>
                </a:path>
                <a:path w="10424160" h="5213350">
                  <a:moveTo>
                    <a:pt x="14782" y="2976753"/>
                  </a:moveTo>
                  <a:lnTo>
                    <a:pt x="4267" y="2976753"/>
                  </a:lnTo>
                  <a:lnTo>
                    <a:pt x="0" y="2981071"/>
                  </a:lnTo>
                  <a:lnTo>
                    <a:pt x="0" y="2991612"/>
                  </a:lnTo>
                  <a:lnTo>
                    <a:pt x="4267" y="2995803"/>
                  </a:lnTo>
                  <a:lnTo>
                    <a:pt x="14782" y="2995803"/>
                  </a:lnTo>
                  <a:lnTo>
                    <a:pt x="19050" y="2991612"/>
                  </a:lnTo>
                  <a:lnTo>
                    <a:pt x="19050" y="2981071"/>
                  </a:lnTo>
                  <a:lnTo>
                    <a:pt x="14782" y="2976753"/>
                  </a:lnTo>
                  <a:close/>
                </a:path>
                <a:path w="10424160" h="5213350">
                  <a:moveTo>
                    <a:pt x="14782" y="2938653"/>
                  </a:moveTo>
                  <a:lnTo>
                    <a:pt x="4267" y="2938653"/>
                  </a:lnTo>
                  <a:lnTo>
                    <a:pt x="0" y="2942844"/>
                  </a:lnTo>
                  <a:lnTo>
                    <a:pt x="0" y="2953385"/>
                  </a:lnTo>
                  <a:lnTo>
                    <a:pt x="4267" y="2957703"/>
                  </a:lnTo>
                  <a:lnTo>
                    <a:pt x="14782" y="2957703"/>
                  </a:lnTo>
                  <a:lnTo>
                    <a:pt x="19050" y="2953385"/>
                  </a:lnTo>
                  <a:lnTo>
                    <a:pt x="19050" y="2942844"/>
                  </a:lnTo>
                  <a:lnTo>
                    <a:pt x="14782" y="2938653"/>
                  </a:lnTo>
                  <a:close/>
                </a:path>
                <a:path w="10424160" h="5213350">
                  <a:moveTo>
                    <a:pt x="14782" y="2900553"/>
                  </a:moveTo>
                  <a:lnTo>
                    <a:pt x="4267" y="2900553"/>
                  </a:lnTo>
                  <a:lnTo>
                    <a:pt x="0" y="2904744"/>
                  </a:lnTo>
                  <a:lnTo>
                    <a:pt x="0" y="2915285"/>
                  </a:lnTo>
                  <a:lnTo>
                    <a:pt x="4267" y="2919603"/>
                  </a:lnTo>
                  <a:lnTo>
                    <a:pt x="14782" y="2919603"/>
                  </a:lnTo>
                  <a:lnTo>
                    <a:pt x="19050" y="2915285"/>
                  </a:lnTo>
                  <a:lnTo>
                    <a:pt x="19050" y="2904744"/>
                  </a:lnTo>
                  <a:lnTo>
                    <a:pt x="14782" y="2900553"/>
                  </a:lnTo>
                  <a:close/>
                </a:path>
                <a:path w="10424160" h="5213350">
                  <a:moveTo>
                    <a:pt x="14782" y="2862453"/>
                  </a:moveTo>
                  <a:lnTo>
                    <a:pt x="4267" y="2862453"/>
                  </a:lnTo>
                  <a:lnTo>
                    <a:pt x="0" y="2866644"/>
                  </a:lnTo>
                  <a:lnTo>
                    <a:pt x="0" y="2877185"/>
                  </a:lnTo>
                  <a:lnTo>
                    <a:pt x="4267" y="2881503"/>
                  </a:lnTo>
                  <a:lnTo>
                    <a:pt x="14782" y="2881503"/>
                  </a:lnTo>
                  <a:lnTo>
                    <a:pt x="19050" y="2877185"/>
                  </a:lnTo>
                  <a:lnTo>
                    <a:pt x="19050" y="2866644"/>
                  </a:lnTo>
                  <a:lnTo>
                    <a:pt x="14782" y="2862453"/>
                  </a:lnTo>
                  <a:close/>
                </a:path>
                <a:path w="10424160" h="5213350">
                  <a:moveTo>
                    <a:pt x="14782" y="2824226"/>
                  </a:moveTo>
                  <a:lnTo>
                    <a:pt x="4267" y="2824226"/>
                  </a:lnTo>
                  <a:lnTo>
                    <a:pt x="0" y="2828544"/>
                  </a:lnTo>
                  <a:lnTo>
                    <a:pt x="0" y="2839085"/>
                  </a:lnTo>
                  <a:lnTo>
                    <a:pt x="4267" y="2843403"/>
                  </a:lnTo>
                  <a:lnTo>
                    <a:pt x="14782" y="2843403"/>
                  </a:lnTo>
                  <a:lnTo>
                    <a:pt x="19050" y="2839085"/>
                  </a:lnTo>
                  <a:lnTo>
                    <a:pt x="19050" y="2828544"/>
                  </a:lnTo>
                  <a:lnTo>
                    <a:pt x="14782" y="2824226"/>
                  </a:lnTo>
                  <a:close/>
                </a:path>
                <a:path w="10424160" h="5213350">
                  <a:moveTo>
                    <a:pt x="14782" y="2786126"/>
                  </a:moveTo>
                  <a:lnTo>
                    <a:pt x="4267" y="2786126"/>
                  </a:lnTo>
                  <a:lnTo>
                    <a:pt x="0" y="2790444"/>
                  </a:lnTo>
                  <a:lnTo>
                    <a:pt x="0" y="2800985"/>
                  </a:lnTo>
                  <a:lnTo>
                    <a:pt x="4267" y="2805176"/>
                  </a:lnTo>
                  <a:lnTo>
                    <a:pt x="14782" y="2805176"/>
                  </a:lnTo>
                  <a:lnTo>
                    <a:pt x="19050" y="2800985"/>
                  </a:lnTo>
                  <a:lnTo>
                    <a:pt x="19050" y="2790444"/>
                  </a:lnTo>
                  <a:lnTo>
                    <a:pt x="14782" y="2786126"/>
                  </a:lnTo>
                  <a:close/>
                </a:path>
                <a:path w="10424160" h="5213350">
                  <a:moveTo>
                    <a:pt x="14782" y="2748026"/>
                  </a:moveTo>
                  <a:lnTo>
                    <a:pt x="4267" y="2748026"/>
                  </a:lnTo>
                  <a:lnTo>
                    <a:pt x="0" y="2752344"/>
                  </a:lnTo>
                  <a:lnTo>
                    <a:pt x="0" y="2762885"/>
                  </a:lnTo>
                  <a:lnTo>
                    <a:pt x="4267" y="2767076"/>
                  </a:lnTo>
                  <a:lnTo>
                    <a:pt x="14782" y="2767076"/>
                  </a:lnTo>
                  <a:lnTo>
                    <a:pt x="19050" y="2762885"/>
                  </a:lnTo>
                  <a:lnTo>
                    <a:pt x="19050" y="2752344"/>
                  </a:lnTo>
                  <a:lnTo>
                    <a:pt x="14782" y="2748026"/>
                  </a:lnTo>
                  <a:close/>
                </a:path>
                <a:path w="10424160" h="5213350">
                  <a:moveTo>
                    <a:pt x="14782" y="2709926"/>
                  </a:moveTo>
                  <a:lnTo>
                    <a:pt x="4267" y="2709926"/>
                  </a:lnTo>
                  <a:lnTo>
                    <a:pt x="0" y="2714244"/>
                  </a:lnTo>
                  <a:lnTo>
                    <a:pt x="0" y="2724785"/>
                  </a:lnTo>
                  <a:lnTo>
                    <a:pt x="4267" y="2728976"/>
                  </a:lnTo>
                  <a:lnTo>
                    <a:pt x="14782" y="2728976"/>
                  </a:lnTo>
                  <a:lnTo>
                    <a:pt x="19050" y="2724785"/>
                  </a:lnTo>
                  <a:lnTo>
                    <a:pt x="19050" y="2714244"/>
                  </a:lnTo>
                  <a:lnTo>
                    <a:pt x="14782" y="2709926"/>
                  </a:lnTo>
                  <a:close/>
                </a:path>
                <a:path w="10424160" h="5213350">
                  <a:moveTo>
                    <a:pt x="14782" y="2671826"/>
                  </a:moveTo>
                  <a:lnTo>
                    <a:pt x="4267" y="2671826"/>
                  </a:lnTo>
                  <a:lnTo>
                    <a:pt x="0" y="2676017"/>
                  </a:lnTo>
                  <a:lnTo>
                    <a:pt x="0" y="2686558"/>
                  </a:lnTo>
                  <a:lnTo>
                    <a:pt x="4267" y="2690876"/>
                  </a:lnTo>
                  <a:lnTo>
                    <a:pt x="14782" y="2690876"/>
                  </a:lnTo>
                  <a:lnTo>
                    <a:pt x="19050" y="2686558"/>
                  </a:lnTo>
                  <a:lnTo>
                    <a:pt x="19050" y="2676017"/>
                  </a:lnTo>
                  <a:lnTo>
                    <a:pt x="14782" y="2671826"/>
                  </a:lnTo>
                  <a:close/>
                </a:path>
                <a:path w="10424160" h="5213350">
                  <a:moveTo>
                    <a:pt x="14782" y="2633726"/>
                  </a:moveTo>
                  <a:lnTo>
                    <a:pt x="4267" y="2633726"/>
                  </a:lnTo>
                  <a:lnTo>
                    <a:pt x="0" y="2637917"/>
                  </a:lnTo>
                  <a:lnTo>
                    <a:pt x="0" y="2648458"/>
                  </a:lnTo>
                  <a:lnTo>
                    <a:pt x="4267" y="2652776"/>
                  </a:lnTo>
                  <a:lnTo>
                    <a:pt x="14782" y="2652776"/>
                  </a:lnTo>
                  <a:lnTo>
                    <a:pt x="19050" y="2648458"/>
                  </a:lnTo>
                  <a:lnTo>
                    <a:pt x="19050" y="2637917"/>
                  </a:lnTo>
                  <a:lnTo>
                    <a:pt x="14782" y="2633726"/>
                  </a:lnTo>
                  <a:close/>
                </a:path>
                <a:path w="10424160" h="5213350">
                  <a:moveTo>
                    <a:pt x="14782" y="2595499"/>
                  </a:moveTo>
                  <a:lnTo>
                    <a:pt x="4267" y="2595499"/>
                  </a:lnTo>
                  <a:lnTo>
                    <a:pt x="0" y="2599817"/>
                  </a:lnTo>
                  <a:lnTo>
                    <a:pt x="0" y="2610358"/>
                  </a:lnTo>
                  <a:lnTo>
                    <a:pt x="4267" y="2614676"/>
                  </a:lnTo>
                  <a:lnTo>
                    <a:pt x="14782" y="2614676"/>
                  </a:lnTo>
                  <a:lnTo>
                    <a:pt x="19050" y="2610358"/>
                  </a:lnTo>
                  <a:lnTo>
                    <a:pt x="19050" y="2605151"/>
                  </a:lnTo>
                  <a:lnTo>
                    <a:pt x="6350" y="2605151"/>
                  </a:lnTo>
                  <a:lnTo>
                    <a:pt x="6350" y="2605024"/>
                  </a:lnTo>
                  <a:lnTo>
                    <a:pt x="19050" y="2605024"/>
                  </a:lnTo>
                  <a:lnTo>
                    <a:pt x="19050" y="2599817"/>
                  </a:lnTo>
                  <a:lnTo>
                    <a:pt x="14782" y="2595499"/>
                  </a:lnTo>
                  <a:close/>
                </a:path>
                <a:path w="10424160" h="5213350">
                  <a:moveTo>
                    <a:pt x="19050" y="2605024"/>
                  </a:moveTo>
                  <a:lnTo>
                    <a:pt x="12700" y="2605024"/>
                  </a:lnTo>
                  <a:lnTo>
                    <a:pt x="12700" y="2605151"/>
                  </a:lnTo>
                  <a:lnTo>
                    <a:pt x="19050" y="2605151"/>
                  </a:lnTo>
                  <a:lnTo>
                    <a:pt x="19050" y="2605024"/>
                  </a:lnTo>
                  <a:close/>
                </a:path>
                <a:path w="10424160" h="5213350">
                  <a:moveTo>
                    <a:pt x="14782" y="2557399"/>
                  </a:moveTo>
                  <a:lnTo>
                    <a:pt x="4267" y="2557399"/>
                  </a:lnTo>
                  <a:lnTo>
                    <a:pt x="0" y="2561717"/>
                  </a:lnTo>
                  <a:lnTo>
                    <a:pt x="0" y="2572258"/>
                  </a:lnTo>
                  <a:lnTo>
                    <a:pt x="4267" y="2576449"/>
                  </a:lnTo>
                  <a:lnTo>
                    <a:pt x="14782" y="2576449"/>
                  </a:lnTo>
                  <a:lnTo>
                    <a:pt x="19050" y="2572258"/>
                  </a:lnTo>
                  <a:lnTo>
                    <a:pt x="19050" y="2561717"/>
                  </a:lnTo>
                  <a:lnTo>
                    <a:pt x="14782" y="2557399"/>
                  </a:lnTo>
                  <a:close/>
                </a:path>
                <a:path w="10424160" h="5213350">
                  <a:moveTo>
                    <a:pt x="14782" y="2519299"/>
                  </a:moveTo>
                  <a:lnTo>
                    <a:pt x="4267" y="2519299"/>
                  </a:lnTo>
                  <a:lnTo>
                    <a:pt x="0" y="2523617"/>
                  </a:lnTo>
                  <a:lnTo>
                    <a:pt x="0" y="2534158"/>
                  </a:lnTo>
                  <a:lnTo>
                    <a:pt x="4267" y="2538349"/>
                  </a:lnTo>
                  <a:lnTo>
                    <a:pt x="14782" y="2538349"/>
                  </a:lnTo>
                  <a:lnTo>
                    <a:pt x="19050" y="2534158"/>
                  </a:lnTo>
                  <a:lnTo>
                    <a:pt x="19050" y="2523617"/>
                  </a:lnTo>
                  <a:lnTo>
                    <a:pt x="14782" y="2519299"/>
                  </a:lnTo>
                  <a:close/>
                </a:path>
                <a:path w="10424160" h="5213350">
                  <a:moveTo>
                    <a:pt x="14782" y="2481199"/>
                  </a:moveTo>
                  <a:lnTo>
                    <a:pt x="4267" y="2481199"/>
                  </a:lnTo>
                  <a:lnTo>
                    <a:pt x="0" y="2485517"/>
                  </a:lnTo>
                  <a:lnTo>
                    <a:pt x="0" y="2496058"/>
                  </a:lnTo>
                  <a:lnTo>
                    <a:pt x="4267" y="2500249"/>
                  </a:lnTo>
                  <a:lnTo>
                    <a:pt x="14782" y="2500249"/>
                  </a:lnTo>
                  <a:lnTo>
                    <a:pt x="19050" y="2496058"/>
                  </a:lnTo>
                  <a:lnTo>
                    <a:pt x="19050" y="2485517"/>
                  </a:lnTo>
                  <a:lnTo>
                    <a:pt x="14782" y="2481199"/>
                  </a:lnTo>
                  <a:close/>
                </a:path>
                <a:path w="10424160" h="5213350">
                  <a:moveTo>
                    <a:pt x="14782" y="2443099"/>
                  </a:moveTo>
                  <a:lnTo>
                    <a:pt x="4267" y="2443099"/>
                  </a:lnTo>
                  <a:lnTo>
                    <a:pt x="0" y="2447290"/>
                  </a:lnTo>
                  <a:lnTo>
                    <a:pt x="0" y="2457831"/>
                  </a:lnTo>
                  <a:lnTo>
                    <a:pt x="4267" y="2462149"/>
                  </a:lnTo>
                  <a:lnTo>
                    <a:pt x="14782" y="2462149"/>
                  </a:lnTo>
                  <a:lnTo>
                    <a:pt x="19050" y="2457831"/>
                  </a:lnTo>
                  <a:lnTo>
                    <a:pt x="19050" y="2447290"/>
                  </a:lnTo>
                  <a:lnTo>
                    <a:pt x="14782" y="2443099"/>
                  </a:lnTo>
                  <a:close/>
                </a:path>
                <a:path w="10424160" h="5213350">
                  <a:moveTo>
                    <a:pt x="14782" y="2404999"/>
                  </a:moveTo>
                  <a:lnTo>
                    <a:pt x="4267" y="2404999"/>
                  </a:lnTo>
                  <a:lnTo>
                    <a:pt x="0" y="2409190"/>
                  </a:lnTo>
                  <a:lnTo>
                    <a:pt x="0" y="2419731"/>
                  </a:lnTo>
                  <a:lnTo>
                    <a:pt x="4267" y="2424049"/>
                  </a:lnTo>
                  <a:lnTo>
                    <a:pt x="14782" y="2424049"/>
                  </a:lnTo>
                  <a:lnTo>
                    <a:pt x="19050" y="2419731"/>
                  </a:lnTo>
                  <a:lnTo>
                    <a:pt x="19050" y="2409190"/>
                  </a:lnTo>
                  <a:lnTo>
                    <a:pt x="14782" y="2404999"/>
                  </a:lnTo>
                  <a:close/>
                </a:path>
                <a:path w="10424160" h="5213350">
                  <a:moveTo>
                    <a:pt x="14782" y="2366899"/>
                  </a:moveTo>
                  <a:lnTo>
                    <a:pt x="4267" y="2366899"/>
                  </a:lnTo>
                  <a:lnTo>
                    <a:pt x="0" y="2371090"/>
                  </a:lnTo>
                  <a:lnTo>
                    <a:pt x="0" y="2381631"/>
                  </a:lnTo>
                  <a:lnTo>
                    <a:pt x="4267" y="2385949"/>
                  </a:lnTo>
                  <a:lnTo>
                    <a:pt x="14782" y="2385949"/>
                  </a:lnTo>
                  <a:lnTo>
                    <a:pt x="19050" y="2381631"/>
                  </a:lnTo>
                  <a:lnTo>
                    <a:pt x="19050" y="2371090"/>
                  </a:lnTo>
                  <a:lnTo>
                    <a:pt x="14782" y="2366899"/>
                  </a:lnTo>
                  <a:close/>
                </a:path>
                <a:path w="10424160" h="5213350">
                  <a:moveTo>
                    <a:pt x="14782" y="2328672"/>
                  </a:moveTo>
                  <a:lnTo>
                    <a:pt x="4267" y="2328672"/>
                  </a:lnTo>
                  <a:lnTo>
                    <a:pt x="0" y="2332990"/>
                  </a:lnTo>
                  <a:lnTo>
                    <a:pt x="0" y="2343531"/>
                  </a:lnTo>
                  <a:lnTo>
                    <a:pt x="4267" y="2347849"/>
                  </a:lnTo>
                  <a:lnTo>
                    <a:pt x="14782" y="2347849"/>
                  </a:lnTo>
                  <a:lnTo>
                    <a:pt x="19050" y="2343531"/>
                  </a:lnTo>
                  <a:lnTo>
                    <a:pt x="19050" y="2332990"/>
                  </a:lnTo>
                  <a:lnTo>
                    <a:pt x="14782" y="2328672"/>
                  </a:lnTo>
                  <a:close/>
                </a:path>
                <a:path w="10424160" h="5213350">
                  <a:moveTo>
                    <a:pt x="14782" y="2290572"/>
                  </a:moveTo>
                  <a:lnTo>
                    <a:pt x="4267" y="2290572"/>
                  </a:lnTo>
                  <a:lnTo>
                    <a:pt x="0" y="2294890"/>
                  </a:lnTo>
                  <a:lnTo>
                    <a:pt x="0" y="2305431"/>
                  </a:lnTo>
                  <a:lnTo>
                    <a:pt x="4267" y="2309622"/>
                  </a:lnTo>
                  <a:lnTo>
                    <a:pt x="14782" y="2309622"/>
                  </a:lnTo>
                  <a:lnTo>
                    <a:pt x="19050" y="2305431"/>
                  </a:lnTo>
                  <a:lnTo>
                    <a:pt x="19050" y="2294890"/>
                  </a:lnTo>
                  <a:lnTo>
                    <a:pt x="14782" y="2290572"/>
                  </a:lnTo>
                  <a:close/>
                </a:path>
                <a:path w="10424160" h="5213350">
                  <a:moveTo>
                    <a:pt x="14782" y="2252472"/>
                  </a:moveTo>
                  <a:lnTo>
                    <a:pt x="4267" y="2252472"/>
                  </a:lnTo>
                  <a:lnTo>
                    <a:pt x="0" y="2256790"/>
                  </a:lnTo>
                  <a:lnTo>
                    <a:pt x="0" y="2267331"/>
                  </a:lnTo>
                  <a:lnTo>
                    <a:pt x="4267" y="2271522"/>
                  </a:lnTo>
                  <a:lnTo>
                    <a:pt x="14782" y="2271522"/>
                  </a:lnTo>
                  <a:lnTo>
                    <a:pt x="19050" y="2267331"/>
                  </a:lnTo>
                  <a:lnTo>
                    <a:pt x="19050" y="2256790"/>
                  </a:lnTo>
                  <a:lnTo>
                    <a:pt x="14782" y="2252472"/>
                  </a:lnTo>
                  <a:close/>
                </a:path>
                <a:path w="10424160" h="5213350">
                  <a:moveTo>
                    <a:pt x="14782" y="2214372"/>
                  </a:moveTo>
                  <a:lnTo>
                    <a:pt x="4267" y="2214372"/>
                  </a:lnTo>
                  <a:lnTo>
                    <a:pt x="0" y="2218690"/>
                  </a:lnTo>
                  <a:lnTo>
                    <a:pt x="0" y="2229231"/>
                  </a:lnTo>
                  <a:lnTo>
                    <a:pt x="4267" y="2233422"/>
                  </a:lnTo>
                  <a:lnTo>
                    <a:pt x="14782" y="2233422"/>
                  </a:lnTo>
                  <a:lnTo>
                    <a:pt x="19050" y="2229231"/>
                  </a:lnTo>
                  <a:lnTo>
                    <a:pt x="19050" y="2218690"/>
                  </a:lnTo>
                  <a:lnTo>
                    <a:pt x="14782" y="2214372"/>
                  </a:lnTo>
                  <a:close/>
                </a:path>
                <a:path w="10424160" h="5213350">
                  <a:moveTo>
                    <a:pt x="14782" y="2176272"/>
                  </a:moveTo>
                  <a:lnTo>
                    <a:pt x="4267" y="2176272"/>
                  </a:lnTo>
                  <a:lnTo>
                    <a:pt x="0" y="2180463"/>
                  </a:lnTo>
                  <a:lnTo>
                    <a:pt x="0" y="2191004"/>
                  </a:lnTo>
                  <a:lnTo>
                    <a:pt x="4267" y="2195322"/>
                  </a:lnTo>
                  <a:lnTo>
                    <a:pt x="14782" y="2195322"/>
                  </a:lnTo>
                  <a:lnTo>
                    <a:pt x="19050" y="2191004"/>
                  </a:lnTo>
                  <a:lnTo>
                    <a:pt x="19050" y="2180463"/>
                  </a:lnTo>
                  <a:lnTo>
                    <a:pt x="14782" y="2176272"/>
                  </a:lnTo>
                  <a:close/>
                </a:path>
                <a:path w="10424160" h="5213350">
                  <a:moveTo>
                    <a:pt x="14782" y="2138172"/>
                  </a:moveTo>
                  <a:lnTo>
                    <a:pt x="4267" y="2138172"/>
                  </a:lnTo>
                  <a:lnTo>
                    <a:pt x="0" y="2142363"/>
                  </a:lnTo>
                  <a:lnTo>
                    <a:pt x="0" y="2152904"/>
                  </a:lnTo>
                  <a:lnTo>
                    <a:pt x="4267" y="2157222"/>
                  </a:lnTo>
                  <a:lnTo>
                    <a:pt x="14782" y="2157222"/>
                  </a:lnTo>
                  <a:lnTo>
                    <a:pt x="19050" y="2152904"/>
                  </a:lnTo>
                  <a:lnTo>
                    <a:pt x="19050" y="2142363"/>
                  </a:lnTo>
                  <a:lnTo>
                    <a:pt x="14782" y="2138172"/>
                  </a:lnTo>
                  <a:close/>
                </a:path>
                <a:path w="10424160" h="5213350">
                  <a:moveTo>
                    <a:pt x="14782" y="2100072"/>
                  </a:moveTo>
                  <a:lnTo>
                    <a:pt x="4267" y="2100072"/>
                  </a:lnTo>
                  <a:lnTo>
                    <a:pt x="0" y="2104263"/>
                  </a:lnTo>
                  <a:lnTo>
                    <a:pt x="0" y="2114804"/>
                  </a:lnTo>
                  <a:lnTo>
                    <a:pt x="4267" y="2119122"/>
                  </a:lnTo>
                  <a:lnTo>
                    <a:pt x="14782" y="2119122"/>
                  </a:lnTo>
                  <a:lnTo>
                    <a:pt x="19050" y="2114804"/>
                  </a:lnTo>
                  <a:lnTo>
                    <a:pt x="19050" y="2104263"/>
                  </a:lnTo>
                  <a:lnTo>
                    <a:pt x="14782" y="2100072"/>
                  </a:lnTo>
                  <a:close/>
                </a:path>
                <a:path w="10424160" h="5213350">
                  <a:moveTo>
                    <a:pt x="14782" y="2061845"/>
                  </a:moveTo>
                  <a:lnTo>
                    <a:pt x="4267" y="2061845"/>
                  </a:lnTo>
                  <a:lnTo>
                    <a:pt x="0" y="2066163"/>
                  </a:lnTo>
                  <a:lnTo>
                    <a:pt x="0" y="2076704"/>
                  </a:lnTo>
                  <a:lnTo>
                    <a:pt x="4267" y="2081022"/>
                  </a:lnTo>
                  <a:lnTo>
                    <a:pt x="14782" y="2081022"/>
                  </a:lnTo>
                  <a:lnTo>
                    <a:pt x="19050" y="2076704"/>
                  </a:lnTo>
                  <a:lnTo>
                    <a:pt x="19050" y="2066163"/>
                  </a:lnTo>
                  <a:lnTo>
                    <a:pt x="14782" y="2061845"/>
                  </a:lnTo>
                  <a:close/>
                </a:path>
                <a:path w="10424160" h="5213350">
                  <a:moveTo>
                    <a:pt x="14782" y="2023745"/>
                  </a:moveTo>
                  <a:lnTo>
                    <a:pt x="4267" y="2023745"/>
                  </a:lnTo>
                  <a:lnTo>
                    <a:pt x="0" y="2028063"/>
                  </a:lnTo>
                  <a:lnTo>
                    <a:pt x="0" y="2038604"/>
                  </a:lnTo>
                  <a:lnTo>
                    <a:pt x="4267" y="2042795"/>
                  </a:lnTo>
                  <a:lnTo>
                    <a:pt x="14782" y="2042795"/>
                  </a:lnTo>
                  <a:lnTo>
                    <a:pt x="19050" y="2038604"/>
                  </a:lnTo>
                  <a:lnTo>
                    <a:pt x="19050" y="2028063"/>
                  </a:lnTo>
                  <a:lnTo>
                    <a:pt x="14782" y="2023745"/>
                  </a:lnTo>
                  <a:close/>
                </a:path>
                <a:path w="10424160" h="5213350">
                  <a:moveTo>
                    <a:pt x="14782" y="1985645"/>
                  </a:moveTo>
                  <a:lnTo>
                    <a:pt x="4267" y="1985645"/>
                  </a:lnTo>
                  <a:lnTo>
                    <a:pt x="0" y="1989963"/>
                  </a:lnTo>
                  <a:lnTo>
                    <a:pt x="0" y="2000504"/>
                  </a:lnTo>
                  <a:lnTo>
                    <a:pt x="4267" y="2004695"/>
                  </a:lnTo>
                  <a:lnTo>
                    <a:pt x="14782" y="2004695"/>
                  </a:lnTo>
                  <a:lnTo>
                    <a:pt x="19050" y="2000504"/>
                  </a:lnTo>
                  <a:lnTo>
                    <a:pt x="19050" y="1989963"/>
                  </a:lnTo>
                  <a:lnTo>
                    <a:pt x="14782" y="1985645"/>
                  </a:lnTo>
                  <a:close/>
                </a:path>
                <a:path w="10424160" h="5213350">
                  <a:moveTo>
                    <a:pt x="14782" y="1947545"/>
                  </a:moveTo>
                  <a:lnTo>
                    <a:pt x="4267" y="1947545"/>
                  </a:lnTo>
                  <a:lnTo>
                    <a:pt x="0" y="1951736"/>
                  </a:lnTo>
                  <a:lnTo>
                    <a:pt x="0" y="1962277"/>
                  </a:lnTo>
                  <a:lnTo>
                    <a:pt x="4267" y="1966595"/>
                  </a:lnTo>
                  <a:lnTo>
                    <a:pt x="14782" y="1966595"/>
                  </a:lnTo>
                  <a:lnTo>
                    <a:pt x="19050" y="1962277"/>
                  </a:lnTo>
                  <a:lnTo>
                    <a:pt x="19050" y="1951736"/>
                  </a:lnTo>
                  <a:lnTo>
                    <a:pt x="14782" y="1947545"/>
                  </a:lnTo>
                  <a:close/>
                </a:path>
                <a:path w="10424160" h="5213350">
                  <a:moveTo>
                    <a:pt x="14782" y="1909445"/>
                  </a:moveTo>
                  <a:lnTo>
                    <a:pt x="4267" y="1909445"/>
                  </a:lnTo>
                  <a:lnTo>
                    <a:pt x="0" y="1913636"/>
                  </a:lnTo>
                  <a:lnTo>
                    <a:pt x="0" y="1924177"/>
                  </a:lnTo>
                  <a:lnTo>
                    <a:pt x="4267" y="1928495"/>
                  </a:lnTo>
                  <a:lnTo>
                    <a:pt x="14782" y="1928495"/>
                  </a:lnTo>
                  <a:lnTo>
                    <a:pt x="19050" y="1924177"/>
                  </a:lnTo>
                  <a:lnTo>
                    <a:pt x="19050" y="1913636"/>
                  </a:lnTo>
                  <a:lnTo>
                    <a:pt x="14782" y="1909445"/>
                  </a:lnTo>
                  <a:close/>
                </a:path>
                <a:path w="10424160" h="5213350">
                  <a:moveTo>
                    <a:pt x="14782" y="1871345"/>
                  </a:moveTo>
                  <a:lnTo>
                    <a:pt x="4267" y="1871345"/>
                  </a:lnTo>
                  <a:lnTo>
                    <a:pt x="0" y="1875536"/>
                  </a:lnTo>
                  <a:lnTo>
                    <a:pt x="0" y="1886077"/>
                  </a:lnTo>
                  <a:lnTo>
                    <a:pt x="4267" y="1890395"/>
                  </a:lnTo>
                  <a:lnTo>
                    <a:pt x="14782" y="1890395"/>
                  </a:lnTo>
                  <a:lnTo>
                    <a:pt x="19050" y="1886077"/>
                  </a:lnTo>
                  <a:lnTo>
                    <a:pt x="19050" y="1875536"/>
                  </a:lnTo>
                  <a:lnTo>
                    <a:pt x="14782" y="1871345"/>
                  </a:lnTo>
                  <a:close/>
                </a:path>
                <a:path w="10424160" h="5213350">
                  <a:moveTo>
                    <a:pt x="14782" y="1833118"/>
                  </a:moveTo>
                  <a:lnTo>
                    <a:pt x="4267" y="1833118"/>
                  </a:lnTo>
                  <a:lnTo>
                    <a:pt x="0" y="1837436"/>
                  </a:lnTo>
                  <a:lnTo>
                    <a:pt x="0" y="1847977"/>
                  </a:lnTo>
                  <a:lnTo>
                    <a:pt x="4267" y="1852295"/>
                  </a:lnTo>
                  <a:lnTo>
                    <a:pt x="14782" y="1852295"/>
                  </a:lnTo>
                  <a:lnTo>
                    <a:pt x="19050" y="1847977"/>
                  </a:lnTo>
                  <a:lnTo>
                    <a:pt x="19050" y="1837436"/>
                  </a:lnTo>
                  <a:lnTo>
                    <a:pt x="14782" y="1833118"/>
                  </a:lnTo>
                  <a:close/>
                </a:path>
                <a:path w="10424160" h="5213350">
                  <a:moveTo>
                    <a:pt x="14782" y="1795018"/>
                  </a:moveTo>
                  <a:lnTo>
                    <a:pt x="4267" y="1795018"/>
                  </a:lnTo>
                  <a:lnTo>
                    <a:pt x="0" y="1799336"/>
                  </a:lnTo>
                  <a:lnTo>
                    <a:pt x="0" y="1809877"/>
                  </a:lnTo>
                  <a:lnTo>
                    <a:pt x="4267" y="1814068"/>
                  </a:lnTo>
                  <a:lnTo>
                    <a:pt x="14782" y="1814068"/>
                  </a:lnTo>
                  <a:lnTo>
                    <a:pt x="19050" y="1809877"/>
                  </a:lnTo>
                  <a:lnTo>
                    <a:pt x="19050" y="1799336"/>
                  </a:lnTo>
                  <a:lnTo>
                    <a:pt x="14782" y="1795018"/>
                  </a:lnTo>
                  <a:close/>
                </a:path>
                <a:path w="10424160" h="5213350">
                  <a:moveTo>
                    <a:pt x="14782" y="1756918"/>
                  </a:moveTo>
                  <a:lnTo>
                    <a:pt x="4267" y="1756918"/>
                  </a:lnTo>
                  <a:lnTo>
                    <a:pt x="0" y="1761236"/>
                  </a:lnTo>
                  <a:lnTo>
                    <a:pt x="0" y="1771777"/>
                  </a:lnTo>
                  <a:lnTo>
                    <a:pt x="4267" y="1775968"/>
                  </a:lnTo>
                  <a:lnTo>
                    <a:pt x="14782" y="1775968"/>
                  </a:lnTo>
                  <a:lnTo>
                    <a:pt x="19050" y="1771777"/>
                  </a:lnTo>
                  <a:lnTo>
                    <a:pt x="19050" y="1761236"/>
                  </a:lnTo>
                  <a:lnTo>
                    <a:pt x="14782" y="1756918"/>
                  </a:lnTo>
                  <a:close/>
                </a:path>
                <a:path w="10424160" h="5213350">
                  <a:moveTo>
                    <a:pt x="14782" y="1718818"/>
                  </a:moveTo>
                  <a:lnTo>
                    <a:pt x="4267" y="1718818"/>
                  </a:lnTo>
                  <a:lnTo>
                    <a:pt x="0" y="1723136"/>
                  </a:lnTo>
                  <a:lnTo>
                    <a:pt x="0" y="1733677"/>
                  </a:lnTo>
                  <a:lnTo>
                    <a:pt x="4267" y="1737868"/>
                  </a:lnTo>
                  <a:lnTo>
                    <a:pt x="14782" y="1737868"/>
                  </a:lnTo>
                  <a:lnTo>
                    <a:pt x="19050" y="1733677"/>
                  </a:lnTo>
                  <a:lnTo>
                    <a:pt x="19050" y="1723136"/>
                  </a:lnTo>
                  <a:lnTo>
                    <a:pt x="14782" y="1718818"/>
                  </a:lnTo>
                  <a:close/>
                </a:path>
                <a:path w="10424160" h="5213350">
                  <a:moveTo>
                    <a:pt x="14782" y="1680718"/>
                  </a:moveTo>
                  <a:lnTo>
                    <a:pt x="4267" y="1680718"/>
                  </a:lnTo>
                  <a:lnTo>
                    <a:pt x="0" y="1684909"/>
                  </a:lnTo>
                  <a:lnTo>
                    <a:pt x="0" y="1695450"/>
                  </a:lnTo>
                  <a:lnTo>
                    <a:pt x="4267" y="1699768"/>
                  </a:lnTo>
                  <a:lnTo>
                    <a:pt x="14782" y="1699768"/>
                  </a:lnTo>
                  <a:lnTo>
                    <a:pt x="19050" y="1695450"/>
                  </a:lnTo>
                  <a:lnTo>
                    <a:pt x="19050" y="1684909"/>
                  </a:lnTo>
                  <a:lnTo>
                    <a:pt x="14782" y="1680718"/>
                  </a:lnTo>
                  <a:close/>
                </a:path>
                <a:path w="10424160" h="5213350">
                  <a:moveTo>
                    <a:pt x="14782" y="1642618"/>
                  </a:moveTo>
                  <a:lnTo>
                    <a:pt x="4267" y="1642618"/>
                  </a:lnTo>
                  <a:lnTo>
                    <a:pt x="0" y="1646809"/>
                  </a:lnTo>
                  <a:lnTo>
                    <a:pt x="0" y="1657350"/>
                  </a:lnTo>
                  <a:lnTo>
                    <a:pt x="4267" y="1661668"/>
                  </a:lnTo>
                  <a:lnTo>
                    <a:pt x="14782" y="1661668"/>
                  </a:lnTo>
                  <a:lnTo>
                    <a:pt x="19050" y="1657350"/>
                  </a:lnTo>
                  <a:lnTo>
                    <a:pt x="19050" y="1646809"/>
                  </a:lnTo>
                  <a:lnTo>
                    <a:pt x="14782" y="1642618"/>
                  </a:lnTo>
                  <a:close/>
                </a:path>
                <a:path w="10424160" h="5213350">
                  <a:moveTo>
                    <a:pt x="14782" y="1604518"/>
                  </a:moveTo>
                  <a:lnTo>
                    <a:pt x="4267" y="1604518"/>
                  </a:lnTo>
                  <a:lnTo>
                    <a:pt x="0" y="1608709"/>
                  </a:lnTo>
                  <a:lnTo>
                    <a:pt x="0" y="1619250"/>
                  </a:lnTo>
                  <a:lnTo>
                    <a:pt x="4267" y="1623568"/>
                  </a:lnTo>
                  <a:lnTo>
                    <a:pt x="14782" y="1623568"/>
                  </a:lnTo>
                  <a:lnTo>
                    <a:pt x="19050" y="1619250"/>
                  </a:lnTo>
                  <a:lnTo>
                    <a:pt x="19050" y="1608709"/>
                  </a:lnTo>
                  <a:lnTo>
                    <a:pt x="14782" y="1604518"/>
                  </a:lnTo>
                  <a:close/>
                </a:path>
                <a:path w="10424160" h="5213350">
                  <a:moveTo>
                    <a:pt x="14782" y="1566291"/>
                  </a:moveTo>
                  <a:lnTo>
                    <a:pt x="4267" y="1566291"/>
                  </a:lnTo>
                  <a:lnTo>
                    <a:pt x="0" y="1570609"/>
                  </a:lnTo>
                  <a:lnTo>
                    <a:pt x="0" y="1581150"/>
                  </a:lnTo>
                  <a:lnTo>
                    <a:pt x="4267" y="1585468"/>
                  </a:lnTo>
                  <a:lnTo>
                    <a:pt x="14782" y="1585468"/>
                  </a:lnTo>
                  <a:lnTo>
                    <a:pt x="19050" y="1581150"/>
                  </a:lnTo>
                  <a:lnTo>
                    <a:pt x="19050" y="1570609"/>
                  </a:lnTo>
                  <a:lnTo>
                    <a:pt x="14782" y="1566291"/>
                  </a:lnTo>
                  <a:close/>
                </a:path>
                <a:path w="10424160" h="5213350">
                  <a:moveTo>
                    <a:pt x="14782" y="1528191"/>
                  </a:moveTo>
                  <a:lnTo>
                    <a:pt x="4267" y="1528191"/>
                  </a:lnTo>
                  <a:lnTo>
                    <a:pt x="0" y="1532509"/>
                  </a:lnTo>
                  <a:lnTo>
                    <a:pt x="0" y="1543050"/>
                  </a:lnTo>
                  <a:lnTo>
                    <a:pt x="4267" y="1547241"/>
                  </a:lnTo>
                  <a:lnTo>
                    <a:pt x="14782" y="1547241"/>
                  </a:lnTo>
                  <a:lnTo>
                    <a:pt x="19050" y="1543050"/>
                  </a:lnTo>
                  <a:lnTo>
                    <a:pt x="19050" y="1532509"/>
                  </a:lnTo>
                  <a:lnTo>
                    <a:pt x="14782" y="1528191"/>
                  </a:lnTo>
                  <a:close/>
                </a:path>
                <a:path w="10424160" h="5213350">
                  <a:moveTo>
                    <a:pt x="14782" y="1490091"/>
                  </a:moveTo>
                  <a:lnTo>
                    <a:pt x="4267" y="1490091"/>
                  </a:lnTo>
                  <a:lnTo>
                    <a:pt x="0" y="1494409"/>
                  </a:lnTo>
                  <a:lnTo>
                    <a:pt x="0" y="1504950"/>
                  </a:lnTo>
                  <a:lnTo>
                    <a:pt x="4267" y="1509141"/>
                  </a:lnTo>
                  <a:lnTo>
                    <a:pt x="14782" y="1509141"/>
                  </a:lnTo>
                  <a:lnTo>
                    <a:pt x="19050" y="1504950"/>
                  </a:lnTo>
                  <a:lnTo>
                    <a:pt x="19050" y="1494409"/>
                  </a:lnTo>
                  <a:lnTo>
                    <a:pt x="14782" y="1490091"/>
                  </a:lnTo>
                  <a:close/>
                </a:path>
                <a:path w="10424160" h="5213350">
                  <a:moveTo>
                    <a:pt x="14782" y="1451991"/>
                  </a:moveTo>
                  <a:lnTo>
                    <a:pt x="4267" y="1451991"/>
                  </a:lnTo>
                  <a:lnTo>
                    <a:pt x="0" y="1456309"/>
                  </a:lnTo>
                  <a:lnTo>
                    <a:pt x="0" y="1466850"/>
                  </a:lnTo>
                  <a:lnTo>
                    <a:pt x="4267" y="1471041"/>
                  </a:lnTo>
                  <a:lnTo>
                    <a:pt x="14782" y="1471041"/>
                  </a:lnTo>
                  <a:lnTo>
                    <a:pt x="19050" y="1466850"/>
                  </a:lnTo>
                  <a:lnTo>
                    <a:pt x="19050" y="1456309"/>
                  </a:lnTo>
                  <a:lnTo>
                    <a:pt x="14782" y="1451991"/>
                  </a:lnTo>
                  <a:close/>
                </a:path>
                <a:path w="10424160" h="5213350">
                  <a:moveTo>
                    <a:pt x="14782" y="1413891"/>
                  </a:moveTo>
                  <a:lnTo>
                    <a:pt x="4267" y="1413891"/>
                  </a:lnTo>
                  <a:lnTo>
                    <a:pt x="0" y="1418082"/>
                  </a:lnTo>
                  <a:lnTo>
                    <a:pt x="0" y="1428623"/>
                  </a:lnTo>
                  <a:lnTo>
                    <a:pt x="4267" y="1432941"/>
                  </a:lnTo>
                  <a:lnTo>
                    <a:pt x="14782" y="1432941"/>
                  </a:lnTo>
                  <a:lnTo>
                    <a:pt x="19050" y="1428623"/>
                  </a:lnTo>
                  <a:lnTo>
                    <a:pt x="19050" y="1418082"/>
                  </a:lnTo>
                  <a:lnTo>
                    <a:pt x="14782" y="1413891"/>
                  </a:lnTo>
                  <a:close/>
                </a:path>
                <a:path w="10424160" h="5213350">
                  <a:moveTo>
                    <a:pt x="14782" y="1375791"/>
                  </a:moveTo>
                  <a:lnTo>
                    <a:pt x="4267" y="1375791"/>
                  </a:lnTo>
                  <a:lnTo>
                    <a:pt x="0" y="1379982"/>
                  </a:lnTo>
                  <a:lnTo>
                    <a:pt x="0" y="1390523"/>
                  </a:lnTo>
                  <a:lnTo>
                    <a:pt x="4267" y="1394841"/>
                  </a:lnTo>
                  <a:lnTo>
                    <a:pt x="14782" y="1394841"/>
                  </a:lnTo>
                  <a:lnTo>
                    <a:pt x="19050" y="1390523"/>
                  </a:lnTo>
                  <a:lnTo>
                    <a:pt x="19050" y="1379982"/>
                  </a:lnTo>
                  <a:lnTo>
                    <a:pt x="14782" y="1375791"/>
                  </a:lnTo>
                  <a:close/>
                </a:path>
                <a:path w="10424160" h="5213350">
                  <a:moveTo>
                    <a:pt x="14782" y="1337691"/>
                  </a:moveTo>
                  <a:lnTo>
                    <a:pt x="4267" y="1337691"/>
                  </a:lnTo>
                  <a:lnTo>
                    <a:pt x="0" y="1341882"/>
                  </a:lnTo>
                  <a:lnTo>
                    <a:pt x="0" y="1352423"/>
                  </a:lnTo>
                  <a:lnTo>
                    <a:pt x="4267" y="1356741"/>
                  </a:lnTo>
                  <a:lnTo>
                    <a:pt x="14782" y="1356741"/>
                  </a:lnTo>
                  <a:lnTo>
                    <a:pt x="19050" y="1352423"/>
                  </a:lnTo>
                  <a:lnTo>
                    <a:pt x="19050" y="1341882"/>
                  </a:lnTo>
                  <a:lnTo>
                    <a:pt x="14782" y="1337691"/>
                  </a:lnTo>
                  <a:close/>
                </a:path>
                <a:path w="10424160" h="5213350">
                  <a:moveTo>
                    <a:pt x="14782" y="1299464"/>
                  </a:moveTo>
                  <a:lnTo>
                    <a:pt x="4267" y="1299464"/>
                  </a:lnTo>
                  <a:lnTo>
                    <a:pt x="0" y="1303782"/>
                  </a:lnTo>
                  <a:lnTo>
                    <a:pt x="0" y="1314323"/>
                  </a:lnTo>
                  <a:lnTo>
                    <a:pt x="4267" y="1318641"/>
                  </a:lnTo>
                  <a:lnTo>
                    <a:pt x="14782" y="1318641"/>
                  </a:lnTo>
                  <a:lnTo>
                    <a:pt x="19050" y="1314323"/>
                  </a:lnTo>
                  <a:lnTo>
                    <a:pt x="19050" y="1309116"/>
                  </a:lnTo>
                  <a:lnTo>
                    <a:pt x="6350" y="1309116"/>
                  </a:lnTo>
                  <a:lnTo>
                    <a:pt x="6350" y="1308989"/>
                  </a:lnTo>
                  <a:lnTo>
                    <a:pt x="19050" y="1308989"/>
                  </a:lnTo>
                  <a:lnTo>
                    <a:pt x="19050" y="1303782"/>
                  </a:lnTo>
                  <a:lnTo>
                    <a:pt x="14782" y="1299464"/>
                  </a:lnTo>
                  <a:close/>
                </a:path>
                <a:path w="10424160" h="5213350">
                  <a:moveTo>
                    <a:pt x="19050" y="1308989"/>
                  </a:moveTo>
                  <a:lnTo>
                    <a:pt x="12700" y="1308989"/>
                  </a:lnTo>
                  <a:lnTo>
                    <a:pt x="12700" y="1309116"/>
                  </a:lnTo>
                  <a:lnTo>
                    <a:pt x="19050" y="1309116"/>
                  </a:lnTo>
                  <a:lnTo>
                    <a:pt x="19050" y="1308989"/>
                  </a:lnTo>
                  <a:close/>
                </a:path>
                <a:path w="10424160" h="5213350">
                  <a:moveTo>
                    <a:pt x="14782" y="1261364"/>
                  </a:moveTo>
                  <a:lnTo>
                    <a:pt x="4267" y="1261364"/>
                  </a:lnTo>
                  <a:lnTo>
                    <a:pt x="0" y="1265682"/>
                  </a:lnTo>
                  <a:lnTo>
                    <a:pt x="0" y="1276223"/>
                  </a:lnTo>
                  <a:lnTo>
                    <a:pt x="4267" y="1280414"/>
                  </a:lnTo>
                  <a:lnTo>
                    <a:pt x="14782" y="1280414"/>
                  </a:lnTo>
                  <a:lnTo>
                    <a:pt x="19050" y="1276223"/>
                  </a:lnTo>
                  <a:lnTo>
                    <a:pt x="19050" y="1265682"/>
                  </a:lnTo>
                  <a:lnTo>
                    <a:pt x="14782" y="1261364"/>
                  </a:lnTo>
                  <a:close/>
                </a:path>
                <a:path w="10424160" h="5213350">
                  <a:moveTo>
                    <a:pt x="14782" y="1223264"/>
                  </a:moveTo>
                  <a:lnTo>
                    <a:pt x="4267" y="1223264"/>
                  </a:lnTo>
                  <a:lnTo>
                    <a:pt x="0" y="1227582"/>
                  </a:lnTo>
                  <a:lnTo>
                    <a:pt x="0" y="1238123"/>
                  </a:lnTo>
                  <a:lnTo>
                    <a:pt x="4267" y="1242314"/>
                  </a:lnTo>
                  <a:lnTo>
                    <a:pt x="14782" y="1242314"/>
                  </a:lnTo>
                  <a:lnTo>
                    <a:pt x="19050" y="1238123"/>
                  </a:lnTo>
                  <a:lnTo>
                    <a:pt x="19050" y="1227582"/>
                  </a:lnTo>
                  <a:lnTo>
                    <a:pt x="14782" y="1223264"/>
                  </a:lnTo>
                  <a:close/>
                </a:path>
                <a:path w="10424160" h="5213350">
                  <a:moveTo>
                    <a:pt x="14782" y="1185164"/>
                  </a:moveTo>
                  <a:lnTo>
                    <a:pt x="4267" y="1185164"/>
                  </a:lnTo>
                  <a:lnTo>
                    <a:pt x="0" y="1189355"/>
                  </a:lnTo>
                  <a:lnTo>
                    <a:pt x="0" y="1199896"/>
                  </a:lnTo>
                  <a:lnTo>
                    <a:pt x="4267" y="1204214"/>
                  </a:lnTo>
                  <a:lnTo>
                    <a:pt x="14782" y="1204214"/>
                  </a:lnTo>
                  <a:lnTo>
                    <a:pt x="19050" y="1199896"/>
                  </a:lnTo>
                  <a:lnTo>
                    <a:pt x="19050" y="1189355"/>
                  </a:lnTo>
                  <a:lnTo>
                    <a:pt x="14782" y="1185164"/>
                  </a:lnTo>
                  <a:close/>
                </a:path>
                <a:path w="10424160" h="5213350">
                  <a:moveTo>
                    <a:pt x="14782" y="1147064"/>
                  </a:moveTo>
                  <a:lnTo>
                    <a:pt x="4267" y="1147064"/>
                  </a:lnTo>
                  <a:lnTo>
                    <a:pt x="0" y="1151255"/>
                  </a:lnTo>
                  <a:lnTo>
                    <a:pt x="0" y="1161796"/>
                  </a:lnTo>
                  <a:lnTo>
                    <a:pt x="4267" y="1166114"/>
                  </a:lnTo>
                  <a:lnTo>
                    <a:pt x="14782" y="1166114"/>
                  </a:lnTo>
                  <a:lnTo>
                    <a:pt x="19050" y="1161796"/>
                  </a:lnTo>
                  <a:lnTo>
                    <a:pt x="19050" y="1151255"/>
                  </a:lnTo>
                  <a:lnTo>
                    <a:pt x="14782" y="1147064"/>
                  </a:lnTo>
                  <a:close/>
                </a:path>
                <a:path w="10424160" h="5213350">
                  <a:moveTo>
                    <a:pt x="14782" y="1108964"/>
                  </a:moveTo>
                  <a:lnTo>
                    <a:pt x="4267" y="1108964"/>
                  </a:lnTo>
                  <a:lnTo>
                    <a:pt x="0" y="1113155"/>
                  </a:lnTo>
                  <a:lnTo>
                    <a:pt x="0" y="1123696"/>
                  </a:lnTo>
                  <a:lnTo>
                    <a:pt x="4267" y="1128014"/>
                  </a:lnTo>
                  <a:lnTo>
                    <a:pt x="14782" y="1128014"/>
                  </a:lnTo>
                  <a:lnTo>
                    <a:pt x="19050" y="1123696"/>
                  </a:lnTo>
                  <a:lnTo>
                    <a:pt x="19050" y="1113155"/>
                  </a:lnTo>
                  <a:lnTo>
                    <a:pt x="14782" y="1108964"/>
                  </a:lnTo>
                  <a:close/>
                </a:path>
                <a:path w="10424160" h="5213350">
                  <a:moveTo>
                    <a:pt x="14782" y="1070737"/>
                  </a:moveTo>
                  <a:lnTo>
                    <a:pt x="4267" y="1070737"/>
                  </a:lnTo>
                  <a:lnTo>
                    <a:pt x="0" y="1075055"/>
                  </a:lnTo>
                  <a:lnTo>
                    <a:pt x="0" y="1085596"/>
                  </a:lnTo>
                  <a:lnTo>
                    <a:pt x="4267" y="1089914"/>
                  </a:lnTo>
                  <a:lnTo>
                    <a:pt x="14782" y="1089914"/>
                  </a:lnTo>
                  <a:lnTo>
                    <a:pt x="19050" y="1085596"/>
                  </a:lnTo>
                  <a:lnTo>
                    <a:pt x="19050" y="1075055"/>
                  </a:lnTo>
                  <a:lnTo>
                    <a:pt x="14782" y="1070737"/>
                  </a:lnTo>
                  <a:close/>
                </a:path>
                <a:path w="10424160" h="5213350">
                  <a:moveTo>
                    <a:pt x="14782" y="1032637"/>
                  </a:moveTo>
                  <a:lnTo>
                    <a:pt x="4267" y="1032637"/>
                  </a:lnTo>
                  <a:lnTo>
                    <a:pt x="0" y="1036955"/>
                  </a:lnTo>
                  <a:lnTo>
                    <a:pt x="0" y="1047496"/>
                  </a:lnTo>
                  <a:lnTo>
                    <a:pt x="4267" y="1051687"/>
                  </a:lnTo>
                  <a:lnTo>
                    <a:pt x="14782" y="1051687"/>
                  </a:lnTo>
                  <a:lnTo>
                    <a:pt x="19050" y="1047496"/>
                  </a:lnTo>
                  <a:lnTo>
                    <a:pt x="19050" y="1036955"/>
                  </a:lnTo>
                  <a:lnTo>
                    <a:pt x="14782" y="1032637"/>
                  </a:lnTo>
                  <a:close/>
                </a:path>
                <a:path w="10424160" h="5213350">
                  <a:moveTo>
                    <a:pt x="14782" y="994537"/>
                  </a:moveTo>
                  <a:lnTo>
                    <a:pt x="4267" y="994537"/>
                  </a:lnTo>
                  <a:lnTo>
                    <a:pt x="0" y="998855"/>
                  </a:lnTo>
                  <a:lnTo>
                    <a:pt x="0" y="1009396"/>
                  </a:lnTo>
                  <a:lnTo>
                    <a:pt x="4267" y="1013587"/>
                  </a:lnTo>
                  <a:lnTo>
                    <a:pt x="14782" y="1013587"/>
                  </a:lnTo>
                  <a:lnTo>
                    <a:pt x="19050" y="1009396"/>
                  </a:lnTo>
                  <a:lnTo>
                    <a:pt x="19050" y="998855"/>
                  </a:lnTo>
                  <a:lnTo>
                    <a:pt x="14782" y="994537"/>
                  </a:lnTo>
                  <a:close/>
                </a:path>
                <a:path w="10424160" h="5213350">
                  <a:moveTo>
                    <a:pt x="14782" y="956437"/>
                  </a:moveTo>
                  <a:lnTo>
                    <a:pt x="4267" y="956437"/>
                  </a:lnTo>
                  <a:lnTo>
                    <a:pt x="0" y="960755"/>
                  </a:lnTo>
                  <a:lnTo>
                    <a:pt x="0" y="971296"/>
                  </a:lnTo>
                  <a:lnTo>
                    <a:pt x="4267" y="975487"/>
                  </a:lnTo>
                  <a:lnTo>
                    <a:pt x="14782" y="975487"/>
                  </a:lnTo>
                  <a:lnTo>
                    <a:pt x="19050" y="971296"/>
                  </a:lnTo>
                  <a:lnTo>
                    <a:pt x="19050" y="960755"/>
                  </a:lnTo>
                  <a:lnTo>
                    <a:pt x="14782" y="956437"/>
                  </a:lnTo>
                  <a:close/>
                </a:path>
                <a:path w="10424160" h="5213350">
                  <a:moveTo>
                    <a:pt x="14782" y="918337"/>
                  </a:moveTo>
                  <a:lnTo>
                    <a:pt x="4267" y="918337"/>
                  </a:lnTo>
                  <a:lnTo>
                    <a:pt x="0" y="922528"/>
                  </a:lnTo>
                  <a:lnTo>
                    <a:pt x="0" y="933069"/>
                  </a:lnTo>
                  <a:lnTo>
                    <a:pt x="4267" y="937387"/>
                  </a:lnTo>
                  <a:lnTo>
                    <a:pt x="14782" y="937387"/>
                  </a:lnTo>
                  <a:lnTo>
                    <a:pt x="19050" y="933069"/>
                  </a:lnTo>
                  <a:lnTo>
                    <a:pt x="19050" y="922528"/>
                  </a:lnTo>
                  <a:lnTo>
                    <a:pt x="14782" y="918337"/>
                  </a:lnTo>
                  <a:close/>
                </a:path>
                <a:path w="10424160" h="5213350">
                  <a:moveTo>
                    <a:pt x="14782" y="880237"/>
                  </a:moveTo>
                  <a:lnTo>
                    <a:pt x="4267" y="880237"/>
                  </a:lnTo>
                  <a:lnTo>
                    <a:pt x="0" y="884428"/>
                  </a:lnTo>
                  <a:lnTo>
                    <a:pt x="0" y="894969"/>
                  </a:lnTo>
                  <a:lnTo>
                    <a:pt x="4267" y="899287"/>
                  </a:lnTo>
                  <a:lnTo>
                    <a:pt x="14782" y="899287"/>
                  </a:lnTo>
                  <a:lnTo>
                    <a:pt x="19050" y="894969"/>
                  </a:lnTo>
                  <a:lnTo>
                    <a:pt x="19050" y="884428"/>
                  </a:lnTo>
                  <a:lnTo>
                    <a:pt x="14782" y="880237"/>
                  </a:lnTo>
                  <a:close/>
                </a:path>
                <a:path w="10424160" h="5213350">
                  <a:moveTo>
                    <a:pt x="14782" y="842137"/>
                  </a:moveTo>
                  <a:lnTo>
                    <a:pt x="4267" y="842137"/>
                  </a:lnTo>
                  <a:lnTo>
                    <a:pt x="0" y="846328"/>
                  </a:lnTo>
                  <a:lnTo>
                    <a:pt x="0" y="856869"/>
                  </a:lnTo>
                  <a:lnTo>
                    <a:pt x="4267" y="861187"/>
                  </a:lnTo>
                  <a:lnTo>
                    <a:pt x="14782" y="861187"/>
                  </a:lnTo>
                  <a:lnTo>
                    <a:pt x="19050" y="856869"/>
                  </a:lnTo>
                  <a:lnTo>
                    <a:pt x="19050" y="846328"/>
                  </a:lnTo>
                  <a:lnTo>
                    <a:pt x="14782" y="842137"/>
                  </a:lnTo>
                  <a:close/>
                </a:path>
                <a:path w="10424160" h="5213350">
                  <a:moveTo>
                    <a:pt x="14782" y="803910"/>
                  </a:moveTo>
                  <a:lnTo>
                    <a:pt x="4267" y="803910"/>
                  </a:lnTo>
                  <a:lnTo>
                    <a:pt x="0" y="808228"/>
                  </a:lnTo>
                  <a:lnTo>
                    <a:pt x="0" y="818769"/>
                  </a:lnTo>
                  <a:lnTo>
                    <a:pt x="4267" y="823087"/>
                  </a:lnTo>
                  <a:lnTo>
                    <a:pt x="14782" y="823087"/>
                  </a:lnTo>
                  <a:lnTo>
                    <a:pt x="19050" y="818769"/>
                  </a:lnTo>
                  <a:lnTo>
                    <a:pt x="19050" y="808228"/>
                  </a:lnTo>
                  <a:lnTo>
                    <a:pt x="14782" y="803910"/>
                  </a:lnTo>
                  <a:close/>
                </a:path>
                <a:path w="10424160" h="5213350">
                  <a:moveTo>
                    <a:pt x="14782" y="765810"/>
                  </a:moveTo>
                  <a:lnTo>
                    <a:pt x="4267" y="765810"/>
                  </a:lnTo>
                  <a:lnTo>
                    <a:pt x="0" y="770128"/>
                  </a:lnTo>
                  <a:lnTo>
                    <a:pt x="0" y="780669"/>
                  </a:lnTo>
                  <a:lnTo>
                    <a:pt x="4267" y="784860"/>
                  </a:lnTo>
                  <a:lnTo>
                    <a:pt x="14782" y="784860"/>
                  </a:lnTo>
                  <a:lnTo>
                    <a:pt x="19050" y="780669"/>
                  </a:lnTo>
                  <a:lnTo>
                    <a:pt x="19050" y="770128"/>
                  </a:lnTo>
                  <a:lnTo>
                    <a:pt x="14782" y="765810"/>
                  </a:lnTo>
                  <a:close/>
                </a:path>
                <a:path w="10424160" h="5213350">
                  <a:moveTo>
                    <a:pt x="14782" y="727710"/>
                  </a:moveTo>
                  <a:lnTo>
                    <a:pt x="4267" y="727710"/>
                  </a:lnTo>
                  <a:lnTo>
                    <a:pt x="0" y="732028"/>
                  </a:lnTo>
                  <a:lnTo>
                    <a:pt x="0" y="742569"/>
                  </a:lnTo>
                  <a:lnTo>
                    <a:pt x="4267" y="746760"/>
                  </a:lnTo>
                  <a:lnTo>
                    <a:pt x="14782" y="746760"/>
                  </a:lnTo>
                  <a:lnTo>
                    <a:pt x="19050" y="742569"/>
                  </a:lnTo>
                  <a:lnTo>
                    <a:pt x="19050" y="732028"/>
                  </a:lnTo>
                  <a:lnTo>
                    <a:pt x="14782" y="727710"/>
                  </a:lnTo>
                  <a:close/>
                </a:path>
                <a:path w="10424160" h="5213350">
                  <a:moveTo>
                    <a:pt x="14782" y="689610"/>
                  </a:moveTo>
                  <a:lnTo>
                    <a:pt x="4267" y="689610"/>
                  </a:lnTo>
                  <a:lnTo>
                    <a:pt x="0" y="693928"/>
                  </a:lnTo>
                  <a:lnTo>
                    <a:pt x="0" y="704469"/>
                  </a:lnTo>
                  <a:lnTo>
                    <a:pt x="4267" y="708660"/>
                  </a:lnTo>
                  <a:lnTo>
                    <a:pt x="14782" y="708660"/>
                  </a:lnTo>
                  <a:lnTo>
                    <a:pt x="19050" y="704469"/>
                  </a:lnTo>
                  <a:lnTo>
                    <a:pt x="19050" y="693928"/>
                  </a:lnTo>
                  <a:lnTo>
                    <a:pt x="14782" y="689610"/>
                  </a:lnTo>
                  <a:close/>
                </a:path>
                <a:path w="10424160" h="5213350">
                  <a:moveTo>
                    <a:pt x="14782" y="651510"/>
                  </a:moveTo>
                  <a:lnTo>
                    <a:pt x="4267" y="651510"/>
                  </a:lnTo>
                  <a:lnTo>
                    <a:pt x="0" y="655701"/>
                  </a:lnTo>
                  <a:lnTo>
                    <a:pt x="0" y="666242"/>
                  </a:lnTo>
                  <a:lnTo>
                    <a:pt x="4267" y="670560"/>
                  </a:lnTo>
                  <a:lnTo>
                    <a:pt x="14782" y="670560"/>
                  </a:lnTo>
                  <a:lnTo>
                    <a:pt x="19050" y="666242"/>
                  </a:lnTo>
                  <a:lnTo>
                    <a:pt x="19050" y="655701"/>
                  </a:lnTo>
                  <a:lnTo>
                    <a:pt x="14782" y="651510"/>
                  </a:lnTo>
                  <a:close/>
                </a:path>
                <a:path w="10424160" h="5213350">
                  <a:moveTo>
                    <a:pt x="14782" y="613410"/>
                  </a:moveTo>
                  <a:lnTo>
                    <a:pt x="4267" y="613410"/>
                  </a:lnTo>
                  <a:lnTo>
                    <a:pt x="0" y="617601"/>
                  </a:lnTo>
                  <a:lnTo>
                    <a:pt x="0" y="628142"/>
                  </a:lnTo>
                  <a:lnTo>
                    <a:pt x="4267" y="632460"/>
                  </a:lnTo>
                  <a:lnTo>
                    <a:pt x="14782" y="632460"/>
                  </a:lnTo>
                  <a:lnTo>
                    <a:pt x="19050" y="628142"/>
                  </a:lnTo>
                  <a:lnTo>
                    <a:pt x="19050" y="617601"/>
                  </a:lnTo>
                  <a:lnTo>
                    <a:pt x="14782" y="613410"/>
                  </a:lnTo>
                  <a:close/>
                </a:path>
                <a:path w="10424160" h="5213350">
                  <a:moveTo>
                    <a:pt x="14782" y="575310"/>
                  </a:moveTo>
                  <a:lnTo>
                    <a:pt x="4267" y="575310"/>
                  </a:lnTo>
                  <a:lnTo>
                    <a:pt x="0" y="579501"/>
                  </a:lnTo>
                  <a:lnTo>
                    <a:pt x="0" y="590042"/>
                  </a:lnTo>
                  <a:lnTo>
                    <a:pt x="4267" y="594360"/>
                  </a:lnTo>
                  <a:lnTo>
                    <a:pt x="14782" y="594360"/>
                  </a:lnTo>
                  <a:lnTo>
                    <a:pt x="19050" y="590042"/>
                  </a:lnTo>
                  <a:lnTo>
                    <a:pt x="19050" y="579501"/>
                  </a:lnTo>
                  <a:lnTo>
                    <a:pt x="14782" y="575310"/>
                  </a:lnTo>
                  <a:close/>
                </a:path>
                <a:path w="10424160" h="5213350">
                  <a:moveTo>
                    <a:pt x="14782" y="537083"/>
                  </a:moveTo>
                  <a:lnTo>
                    <a:pt x="4267" y="537083"/>
                  </a:lnTo>
                  <a:lnTo>
                    <a:pt x="0" y="541401"/>
                  </a:lnTo>
                  <a:lnTo>
                    <a:pt x="0" y="551942"/>
                  </a:lnTo>
                  <a:lnTo>
                    <a:pt x="4267" y="556260"/>
                  </a:lnTo>
                  <a:lnTo>
                    <a:pt x="14782" y="556260"/>
                  </a:lnTo>
                  <a:lnTo>
                    <a:pt x="19050" y="551942"/>
                  </a:lnTo>
                  <a:lnTo>
                    <a:pt x="19050" y="541401"/>
                  </a:lnTo>
                  <a:lnTo>
                    <a:pt x="14782" y="537083"/>
                  </a:lnTo>
                  <a:close/>
                </a:path>
                <a:path w="10424160" h="5213350">
                  <a:moveTo>
                    <a:pt x="14782" y="498983"/>
                  </a:moveTo>
                  <a:lnTo>
                    <a:pt x="4267" y="498983"/>
                  </a:lnTo>
                  <a:lnTo>
                    <a:pt x="0" y="503300"/>
                  </a:lnTo>
                  <a:lnTo>
                    <a:pt x="0" y="513842"/>
                  </a:lnTo>
                  <a:lnTo>
                    <a:pt x="4267" y="518033"/>
                  </a:lnTo>
                  <a:lnTo>
                    <a:pt x="14782" y="518033"/>
                  </a:lnTo>
                  <a:lnTo>
                    <a:pt x="19050" y="513842"/>
                  </a:lnTo>
                  <a:lnTo>
                    <a:pt x="19050" y="503300"/>
                  </a:lnTo>
                  <a:lnTo>
                    <a:pt x="14782" y="498983"/>
                  </a:lnTo>
                  <a:close/>
                </a:path>
                <a:path w="10424160" h="5213350">
                  <a:moveTo>
                    <a:pt x="14782" y="460883"/>
                  </a:moveTo>
                  <a:lnTo>
                    <a:pt x="4267" y="460883"/>
                  </a:lnTo>
                  <a:lnTo>
                    <a:pt x="0" y="465200"/>
                  </a:lnTo>
                  <a:lnTo>
                    <a:pt x="0" y="475742"/>
                  </a:lnTo>
                  <a:lnTo>
                    <a:pt x="4267" y="479933"/>
                  </a:lnTo>
                  <a:lnTo>
                    <a:pt x="14782" y="479933"/>
                  </a:lnTo>
                  <a:lnTo>
                    <a:pt x="19050" y="475742"/>
                  </a:lnTo>
                  <a:lnTo>
                    <a:pt x="19050" y="465200"/>
                  </a:lnTo>
                  <a:lnTo>
                    <a:pt x="14782" y="460883"/>
                  </a:lnTo>
                  <a:close/>
                </a:path>
                <a:path w="10424160" h="5213350">
                  <a:moveTo>
                    <a:pt x="14782" y="422783"/>
                  </a:moveTo>
                  <a:lnTo>
                    <a:pt x="4267" y="422783"/>
                  </a:lnTo>
                  <a:lnTo>
                    <a:pt x="0" y="426974"/>
                  </a:lnTo>
                  <a:lnTo>
                    <a:pt x="0" y="437515"/>
                  </a:lnTo>
                  <a:lnTo>
                    <a:pt x="4267" y="441833"/>
                  </a:lnTo>
                  <a:lnTo>
                    <a:pt x="14782" y="441833"/>
                  </a:lnTo>
                  <a:lnTo>
                    <a:pt x="19050" y="437515"/>
                  </a:lnTo>
                  <a:lnTo>
                    <a:pt x="19050" y="426974"/>
                  </a:lnTo>
                  <a:lnTo>
                    <a:pt x="14782" y="422783"/>
                  </a:lnTo>
                  <a:close/>
                </a:path>
                <a:path w="10424160" h="5213350">
                  <a:moveTo>
                    <a:pt x="14782" y="384683"/>
                  </a:moveTo>
                  <a:lnTo>
                    <a:pt x="4267" y="384683"/>
                  </a:lnTo>
                  <a:lnTo>
                    <a:pt x="0" y="388874"/>
                  </a:lnTo>
                  <a:lnTo>
                    <a:pt x="0" y="399415"/>
                  </a:lnTo>
                  <a:lnTo>
                    <a:pt x="4267" y="403733"/>
                  </a:lnTo>
                  <a:lnTo>
                    <a:pt x="14782" y="403733"/>
                  </a:lnTo>
                  <a:lnTo>
                    <a:pt x="19050" y="399415"/>
                  </a:lnTo>
                  <a:lnTo>
                    <a:pt x="19050" y="388874"/>
                  </a:lnTo>
                  <a:lnTo>
                    <a:pt x="14782" y="384683"/>
                  </a:lnTo>
                  <a:close/>
                </a:path>
                <a:path w="10424160" h="5213350">
                  <a:moveTo>
                    <a:pt x="14782" y="346583"/>
                  </a:moveTo>
                  <a:lnTo>
                    <a:pt x="4267" y="346583"/>
                  </a:lnTo>
                  <a:lnTo>
                    <a:pt x="0" y="350774"/>
                  </a:lnTo>
                  <a:lnTo>
                    <a:pt x="0" y="361315"/>
                  </a:lnTo>
                  <a:lnTo>
                    <a:pt x="4267" y="365633"/>
                  </a:lnTo>
                  <a:lnTo>
                    <a:pt x="14782" y="365633"/>
                  </a:lnTo>
                  <a:lnTo>
                    <a:pt x="19050" y="361315"/>
                  </a:lnTo>
                  <a:lnTo>
                    <a:pt x="19050" y="350774"/>
                  </a:lnTo>
                  <a:lnTo>
                    <a:pt x="14782" y="346583"/>
                  </a:lnTo>
                  <a:close/>
                </a:path>
                <a:path w="10424160" h="5213350">
                  <a:moveTo>
                    <a:pt x="14782" y="308356"/>
                  </a:moveTo>
                  <a:lnTo>
                    <a:pt x="4267" y="308356"/>
                  </a:lnTo>
                  <a:lnTo>
                    <a:pt x="0" y="312674"/>
                  </a:lnTo>
                  <a:lnTo>
                    <a:pt x="0" y="323215"/>
                  </a:lnTo>
                  <a:lnTo>
                    <a:pt x="4267" y="327533"/>
                  </a:lnTo>
                  <a:lnTo>
                    <a:pt x="14782" y="327533"/>
                  </a:lnTo>
                  <a:lnTo>
                    <a:pt x="19050" y="323215"/>
                  </a:lnTo>
                  <a:lnTo>
                    <a:pt x="19050" y="312674"/>
                  </a:lnTo>
                  <a:lnTo>
                    <a:pt x="14782" y="308356"/>
                  </a:lnTo>
                  <a:close/>
                </a:path>
                <a:path w="10424160" h="5213350">
                  <a:moveTo>
                    <a:pt x="14782" y="270256"/>
                  </a:moveTo>
                  <a:lnTo>
                    <a:pt x="4267" y="270256"/>
                  </a:lnTo>
                  <a:lnTo>
                    <a:pt x="0" y="274574"/>
                  </a:lnTo>
                  <a:lnTo>
                    <a:pt x="0" y="285115"/>
                  </a:lnTo>
                  <a:lnTo>
                    <a:pt x="4267" y="289306"/>
                  </a:lnTo>
                  <a:lnTo>
                    <a:pt x="14782" y="289306"/>
                  </a:lnTo>
                  <a:lnTo>
                    <a:pt x="19050" y="285115"/>
                  </a:lnTo>
                  <a:lnTo>
                    <a:pt x="19050" y="274574"/>
                  </a:lnTo>
                  <a:lnTo>
                    <a:pt x="14782" y="270256"/>
                  </a:lnTo>
                  <a:close/>
                </a:path>
                <a:path w="10424160" h="5213350">
                  <a:moveTo>
                    <a:pt x="14782" y="232156"/>
                  </a:moveTo>
                  <a:lnTo>
                    <a:pt x="4267" y="232156"/>
                  </a:lnTo>
                  <a:lnTo>
                    <a:pt x="0" y="236474"/>
                  </a:lnTo>
                  <a:lnTo>
                    <a:pt x="0" y="247015"/>
                  </a:lnTo>
                  <a:lnTo>
                    <a:pt x="4267" y="251206"/>
                  </a:lnTo>
                  <a:lnTo>
                    <a:pt x="14782" y="251206"/>
                  </a:lnTo>
                  <a:lnTo>
                    <a:pt x="19050" y="247015"/>
                  </a:lnTo>
                  <a:lnTo>
                    <a:pt x="19050" y="236474"/>
                  </a:lnTo>
                  <a:lnTo>
                    <a:pt x="14782" y="232156"/>
                  </a:lnTo>
                  <a:close/>
                </a:path>
                <a:path w="10424160" h="5213350">
                  <a:moveTo>
                    <a:pt x="14782" y="194056"/>
                  </a:moveTo>
                  <a:lnTo>
                    <a:pt x="4267" y="194056"/>
                  </a:lnTo>
                  <a:lnTo>
                    <a:pt x="0" y="198374"/>
                  </a:lnTo>
                  <a:lnTo>
                    <a:pt x="0" y="208915"/>
                  </a:lnTo>
                  <a:lnTo>
                    <a:pt x="4267" y="213106"/>
                  </a:lnTo>
                  <a:lnTo>
                    <a:pt x="14782" y="213106"/>
                  </a:lnTo>
                  <a:lnTo>
                    <a:pt x="19050" y="208915"/>
                  </a:lnTo>
                  <a:lnTo>
                    <a:pt x="19050" y="198374"/>
                  </a:lnTo>
                  <a:lnTo>
                    <a:pt x="14782" y="194056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838" y="169291"/>
                  </a:lnTo>
                  <a:lnTo>
                    <a:pt x="4419" y="174244"/>
                  </a:lnTo>
                  <a:lnTo>
                    <a:pt x="14820" y="175768"/>
                  </a:lnTo>
                  <a:lnTo>
                    <a:pt x="19672" y="172212"/>
                  </a:lnTo>
                  <a:lnTo>
                    <a:pt x="20459" y="167005"/>
                  </a:lnTo>
                  <a:lnTo>
                    <a:pt x="8168" y="165100"/>
                  </a:lnTo>
                  <a:lnTo>
                    <a:pt x="7899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7251" y="155321"/>
                  </a:moveTo>
                  <a:lnTo>
                    <a:pt x="2400" y="158876"/>
                  </a:lnTo>
                  <a:lnTo>
                    <a:pt x="1625" y="164084"/>
                  </a:lnTo>
                  <a:lnTo>
                    <a:pt x="20459" y="167005"/>
                  </a:lnTo>
                  <a:lnTo>
                    <a:pt x="14173" y="165988"/>
                  </a:lnTo>
                  <a:lnTo>
                    <a:pt x="20610" y="165988"/>
                  </a:lnTo>
                  <a:lnTo>
                    <a:pt x="21234" y="161798"/>
                  </a:lnTo>
                  <a:lnTo>
                    <a:pt x="17653" y="156845"/>
                  </a:lnTo>
                  <a:lnTo>
                    <a:pt x="7251" y="155321"/>
                  </a:lnTo>
                  <a:close/>
                </a:path>
                <a:path w="10424160" h="5213350">
                  <a:moveTo>
                    <a:pt x="20610" y="165988"/>
                  </a:moveTo>
                  <a:lnTo>
                    <a:pt x="14173" y="165988"/>
                  </a:lnTo>
                  <a:lnTo>
                    <a:pt x="20459" y="167005"/>
                  </a:lnTo>
                  <a:lnTo>
                    <a:pt x="20610" y="165988"/>
                  </a:lnTo>
                  <a:close/>
                </a:path>
                <a:path w="10424160" h="5213350">
                  <a:moveTo>
                    <a:pt x="1612" y="164084"/>
                  </a:moveTo>
                  <a:lnTo>
                    <a:pt x="7899" y="165100"/>
                  </a:lnTo>
                  <a:lnTo>
                    <a:pt x="8168" y="165100"/>
                  </a:lnTo>
                  <a:lnTo>
                    <a:pt x="1612" y="164084"/>
                  </a:lnTo>
                  <a:close/>
                </a:path>
                <a:path w="10424160" h="5213350">
                  <a:moveTo>
                    <a:pt x="10782" y="125222"/>
                  </a:moveTo>
                  <a:lnTo>
                    <a:pt x="8966" y="130175"/>
                  </a:lnTo>
                  <a:lnTo>
                    <a:pt x="11493" y="135636"/>
                  </a:lnTo>
                  <a:lnTo>
                    <a:pt x="16433" y="137413"/>
                  </a:lnTo>
                  <a:lnTo>
                    <a:pt x="21361" y="139319"/>
                  </a:lnTo>
                  <a:lnTo>
                    <a:pt x="26835" y="136779"/>
                  </a:lnTo>
                  <a:lnTo>
                    <a:pt x="28663" y="131825"/>
                  </a:lnTo>
                  <a:lnTo>
                    <a:pt x="24193" y="130175"/>
                  </a:lnTo>
                  <a:lnTo>
                    <a:pt x="22694" y="129667"/>
                  </a:lnTo>
                  <a:lnTo>
                    <a:pt x="10782" y="125222"/>
                  </a:lnTo>
                  <a:close/>
                </a:path>
                <a:path w="10424160" h="5213350">
                  <a:moveTo>
                    <a:pt x="18084" y="117729"/>
                  </a:moveTo>
                  <a:lnTo>
                    <a:pt x="12611" y="120269"/>
                  </a:lnTo>
                  <a:lnTo>
                    <a:pt x="10782" y="125222"/>
                  </a:lnTo>
                  <a:lnTo>
                    <a:pt x="15346" y="126873"/>
                  </a:lnTo>
                  <a:lnTo>
                    <a:pt x="16636" y="127381"/>
                  </a:lnTo>
                  <a:lnTo>
                    <a:pt x="28663" y="131825"/>
                  </a:lnTo>
                  <a:lnTo>
                    <a:pt x="30479" y="126873"/>
                  </a:lnTo>
                  <a:lnTo>
                    <a:pt x="27952" y="121412"/>
                  </a:lnTo>
                  <a:lnTo>
                    <a:pt x="23012" y="119634"/>
                  </a:lnTo>
                  <a:lnTo>
                    <a:pt x="18084" y="117729"/>
                  </a:lnTo>
                  <a:close/>
                </a:path>
                <a:path w="10424160" h="5213350">
                  <a:moveTo>
                    <a:pt x="27939" y="89281"/>
                  </a:moveTo>
                  <a:lnTo>
                    <a:pt x="25196" y="93725"/>
                  </a:lnTo>
                  <a:lnTo>
                    <a:pt x="26526" y="99187"/>
                  </a:lnTo>
                  <a:lnTo>
                    <a:pt x="26619" y="99568"/>
                  </a:lnTo>
                  <a:lnTo>
                    <a:pt x="31102" y="102362"/>
                  </a:lnTo>
                  <a:lnTo>
                    <a:pt x="35598" y="105029"/>
                  </a:lnTo>
                  <a:lnTo>
                    <a:pt x="41465" y="103632"/>
                  </a:lnTo>
                  <a:lnTo>
                    <a:pt x="44195" y="99187"/>
                  </a:lnTo>
                  <a:lnTo>
                    <a:pt x="27939" y="89281"/>
                  </a:lnTo>
                  <a:close/>
                </a:path>
                <a:path w="10424160" h="5213350">
                  <a:moveTo>
                    <a:pt x="36550" y="83312"/>
                  </a:moveTo>
                  <a:lnTo>
                    <a:pt x="30683" y="84709"/>
                  </a:lnTo>
                  <a:lnTo>
                    <a:pt x="27952" y="89281"/>
                  </a:lnTo>
                  <a:lnTo>
                    <a:pt x="44208" y="99187"/>
                  </a:lnTo>
                  <a:lnTo>
                    <a:pt x="46951" y="94615"/>
                  </a:lnTo>
                  <a:lnTo>
                    <a:pt x="45653" y="89281"/>
                  </a:lnTo>
                  <a:lnTo>
                    <a:pt x="45529" y="88773"/>
                  </a:lnTo>
                  <a:lnTo>
                    <a:pt x="41033" y="86106"/>
                  </a:lnTo>
                  <a:lnTo>
                    <a:pt x="36550" y="83312"/>
                  </a:lnTo>
                  <a:close/>
                </a:path>
                <a:path w="10424160" h="5213350">
                  <a:moveTo>
                    <a:pt x="52298" y="57785"/>
                  </a:moveTo>
                  <a:lnTo>
                    <a:pt x="48755" y="61595"/>
                  </a:lnTo>
                  <a:lnTo>
                    <a:pt x="48980" y="66294"/>
                  </a:lnTo>
                  <a:lnTo>
                    <a:pt x="49047" y="67691"/>
                  </a:lnTo>
                  <a:lnTo>
                    <a:pt x="52933" y="71120"/>
                  </a:lnTo>
                  <a:lnTo>
                    <a:pt x="56832" y="74675"/>
                  </a:lnTo>
                  <a:lnTo>
                    <a:pt x="62852" y="74422"/>
                  </a:lnTo>
                  <a:lnTo>
                    <a:pt x="66389" y="70491"/>
                  </a:lnTo>
                  <a:lnTo>
                    <a:pt x="63337" y="67691"/>
                  </a:lnTo>
                  <a:lnTo>
                    <a:pt x="61696" y="66294"/>
                  </a:lnTo>
                  <a:lnTo>
                    <a:pt x="57056" y="61975"/>
                  </a:lnTo>
                  <a:lnTo>
                    <a:pt x="56581" y="61595"/>
                  </a:lnTo>
                  <a:lnTo>
                    <a:pt x="52298" y="57785"/>
                  </a:lnTo>
                  <a:close/>
                </a:path>
                <a:path w="10424160" h="5213350">
                  <a:moveTo>
                    <a:pt x="66596" y="57785"/>
                  </a:moveTo>
                  <a:lnTo>
                    <a:pt x="52450" y="57785"/>
                  </a:lnTo>
                  <a:lnTo>
                    <a:pt x="62221" y="66675"/>
                  </a:lnTo>
                  <a:lnTo>
                    <a:pt x="63267" y="67691"/>
                  </a:lnTo>
                  <a:lnTo>
                    <a:pt x="66415" y="70491"/>
                  </a:lnTo>
                  <a:lnTo>
                    <a:pt x="69938" y="66675"/>
                  </a:lnTo>
                  <a:lnTo>
                    <a:pt x="69723" y="61975"/>
                  </a:lnTo>
                  <a:lnTo>
                    <a:pt x="69659" y="60579"/>
                  </a:lnTo>
                  <a:lnTo>
                    <a:pt x="66596" y="57785"/>
                  </a:lnTo>
                  <a:close/>
                </a:path>
                <a:path w="10424160" h="5213350">
                  <a:moveTo>
                    <a:pt x="61874" y="53594"/>
                  </a:moveTo>
                  <a:lnTo>
                    <a:pt x="55854" y="53848"/>
                  </a:lnTo>
                  <a:lnTo>
                    <a:pt x="52901" y="57023"/>
                  </a:lnTo>
                  <a:lnTo>
                    <a:pt x="52298" y="57785"/>
                  </a:lnTo>
                  <a:lnTo>
                    <a:pt x="55439" y="60579"/>
                  </a:lnTo>
                  <a:lnTo>
                    <a:pt x="52450" y="57785"/>
                  </a:lnTo>
                  <a:lnTo>
                    <a:pt x="66596" y="57785"/>
                  </a:lnTo>
                  <a:lnTo>
                    <a:pt x="65760" y="57023"/>
                  </a:lnTo>
                  <a:lnTo>
                    <a:pt x="61874" y="53594"/>
                  </a:lnTo>
                  <a:close/>
                </a:path>
                <a:path w="10424160" h="5213350">
                  <a:moveTo>
                    <a:pt x="83451" y="31496"/>
                  </a:moveTo>
                  <a:lnTo>
                    <a:pt x="78968" y="34162"/>
                  </a:lnTo>
                  <a:lnTo>
                    <a:pt x="77546" y="40132"/>
                  </a:lnTo>
                  <a:lnTo>
                    <a:pt x="83032" y="49022"/>
                  </a:lnTo>
                  <a:lnTo>
                    <a:pt x="88887" y="50419"/>
                  </a:lnTo>
                  <a:lnTo>
                    <a:pt x="93383" y="47751"/>
                  </a:lnTo>
                  <a:lnTo>
                    <a:pt x="83451" y="31496"/>
                  </a:lnTo>
                  <a:close/>
                </a:path>
                <a:path w="10424160" h="5213350">
                  <a:moveTo>
                    <a:pt x="87960" y="28701"/>
                  </a:moveTo>
                  <a:lnTo>
                    <a:pt x="83451" y="31496"/>
                  </a:lnTo>
                  <a:lnTo>
                    <a:pt x="85432" y="34671"/>
                  </a:lnTo>
                  <a:lnTo>
                    <a:pt x="86731" y="36830"/>
                  </a:lnTo>
                  <a:lnTo>
                    <a:pt x="93395" y="47751"/>
                  </a:lnTo>
                  <a:lnTo>
                    <a:pt x="97891" y="44958"/>
                  </a:lnTo>
                  <a:lnTo>
                    <a:pt x="99301" y="39116"/>
                  </a:lnTo>
                  <a:lnTo>
                    <a:pt x="96558" y="34671"/>
                  </a:lnTo>
                  <a:lnTo>
                    <a:pt x="93827" y="30099"/>
                  </a:lnTo>
                  <a:lnTo>
                    <a:pt x="87960" y="28701"/>
                  </a:lnTo>
                  <a:close/>
                </a:path>
                <a:path w="10424160" h="5213350">
                  <a:moveTo>
                    <a:pt x="118872" y="13081"/>
                  </a:moveTo>
                  <a:lnTo>
                    <a:pt x="113944" y="14986"/>
                  </a:lnTo>
                  <a:lnTo>
                    <a:pt x="111417" y="20447"/>
                  </a:lnTo>
                  <a:lnTo>
                    <a:pt x="115049" y="30353"/>
                  </a:lnTo>
                  <a:lnTo>
                    <a:pt x="120523" y="32766"/>
                  </a:lnTo>
                  <a:lnTo>
                    <a:pt x="125463" y="30987"/>
                  </a:lnTo>
                  <a:lnTo>
                    <a:pt x="118872" y="13081"/>
                  </a:lnTo>
                  <a:close/>
                </a:path>
                <a:path w="10424160" h="5213350">
                  <a:moveTo>
                    <a:pt x="123825" y="11303"/>
                  </a:moveTo>
                  <a:lnTo>
                    <a:pt x="118897" y="13081"/>
                  </a:lnTo>
                  <a:lnTo>
                    <a:pt x="119581" y="14986"/>
                  </a:lnTo>
                  <a:lnTo>
                    <a:pt x="125476" y="30987"/>
                  </a:lnTo>
                  <a:lnTo>
                    <a:pt x="130416" y="29210"/>
                  </a:lnTo>
                  <a:lnTo>
                    <a:pt x="132943" y="23749"/>
                  </a:lnTo>
                  <a:lnTo>
                    <a:pt x="129311" y="13843"/>
                  </a:lnTo>
                  <a:lnTo>
                    <a:pt x="123825" y="11303"/>
                  </a:lnTo>
                  <a:close/>
                </a:path>
                <a:path w="10424160" h="5213350">
                  <a:moveTo>
                    <a:pt x="157429" y="2667"/>
                  </a:moveTo>
                  <a:lnTo>
                    <a:pt x="152222" y="3429"/>
                  </a:lnTo>
                  <a:lnTo>
                    <a:pt x="148640" y="8255"/>
                  </a:lnTo>
                  <a:lnTo>
                    <a:pt x="150202" y="18669"/>
                  </a:lnTo>
                  <a:lnTo>
                    <a:pt x="155054" y="22225"/>
                  </a:lnTo>
                  <a:lnTo>
                    <a:pt x="160261" y="21462"/>
                  </a:lnTo>
                  <a:lnTo>
                    <a:pt x="157544" y="3429"/>
                  </a:lnTo>
                  <a:lnTo>
                    <a:pt x="157429" y="2667"/>
                  </a:lnTo>
                  <a:close/>
                </a:path>
                <a:path w="10424160" h="5213350">
                  <a:moveTo>
                    <a:pt x="162648" y="1778"/>
                  </a:moveTo>
                  <a:lnTo>
                    <a:pt x="157441" y="2667"/>
                  </a:lnTo>
                  <a:lnTo>
                    <a:pt x="160159" y="20700"/>
                  </a:lnTo>
                  <a:lnTo>
                    <a:pt x="160273" y="21462"/>
                  </a:lnTo>
                  <a:lnTo>
                    <a:pt x="165481" y="20700"/>
                  </a:lnTo>
                  <a:lnTo>
                    <a:pt x="169062" y="15875"/>
                  </a:lnTo>
                  <a:lnTo>
                    <a:pt x="167500" y="5461"/>
                  </a:lnTo>
                  <a:lnTo>
                    <a:pt x="162648" y="1778"/>
                  </a:lnTo>
                  <a:close/>
                </a:path>
                <a:path w="10424160" h="5213350">
                  <a:moveTo>
                    <a:pt x="196824" y="0"/>
                  </a:moveTo>
                  <a:lnTo>
                    <a:pt x="191554" y="0"/>
                  </a:lnTo>
                  <a:lnTo>
                    <a:pt x="187299" y="4318"/>
                  </a:lnTo>
                  <a:lnTo>
                    <a:pt x="187299" y="14732"/>
                  </a:lnTo>
                  <a:lnTo>
                    <a:pt x="191554" y="19050"/>
                  </a:lnTo>
                  <a:lnTo>
                    <a:pt x="196824" y="19050"/>
                  </a:lnTo>
                  <a:lnTo>
                    <a:pt x="196824" y="0"/>
                  </a:lnTo>
                  <a:close/>
                </a:path>
                <a:path w="10424160" h="5213350">
                  <a:moveTo>
                    <a:pt x="202095" y="0"/>
                  </a:moveTo>
                  <a:lnTo>
                    <a:pt x="196837" y="0"/>
                  </a:lnTo>
                  <a:lnTo>
                    <a:pt x="196837" y="19050"/>
                  </a:lnTo>
                  <a:lnTo>
                    <a:pt x="202095" y="19050"/>
                  </a:lnTo>
                  <a:lnTo>
                    <a:pt x="206362" y="14732"/>
                  </a:lnTo>
                  <a:lnTo>
                    <a:pt x="206362" y="4318"/>
                  </a:lnTo>
                  <a:lnTo>
                    <a:pt x="202095" y="0"/>
                  </a:lnTo>
                  <a:close/>
                </a:path>
                <a:path w="10424160" h="5213350">
                  <a:moveTo>
                    <a:pt x="234937" y="0"/>
                  </a:moveTo>
                  <a:lnTo>
                    <a:pt x="229679" y="0"/>
                  </a:lnTo>
                  <a:lnTo>
                    <a:pt x="225412" y="4318"/>
                  </a:lnTo>
                  <a:lnTo>
                    <a:pt x="225412" y="14732"/>
                  </a:lnTo>
                  <a:lnTo>
                    <a:pt x="229679" y="19050"/>
                  </a:lnTo>
                  <a:lnTo>
                    <a:pt x="234937" y="19050"/>
                  </a:lnTo>
                  <a:lnTo>
                    <a:pt x="234937" y="0"/>
                  </a:lnTo>
                  <a:close/>
                </a:path>
                <a:path w="10424160" h="5213350">
                  <a:moveTo>
                    <a:pt x="240220" y="0"/>
                  </a:moveTo>
                  <a:lnTo>
                    <a:pt x="234962" y="0"/>
                  </a:lnTo>
                  <a:lnTo>
                    <a:pt x="234962" y="19050"/>
                  </a:lnTo>
                  <a:lnTo>
                    <a:pt x="240220" y="19050"/>
                  </a:lnTo>
                  <a:lnTo>
                    <a:pt x="244487" y="14732"/>
                  </a:lnTo>
                  <a:lnTo>
                    <a:pt x="244487" y="4318"/>
                  </a:lnTo>
                  <a:lnTo>
                    <a:pt x="240220" y="0"/>
                  </a:lnTo>
                  <a:close/>
                </a:path>
                <a:path w="10424160" h="5213350">
                  <a:moveTo>
                    <a:pt x="273062" y="0"/>
                  </a:moveTo>
                  <a:lnTo>
                    <a:pt x="267792" y="0"/>
                  </a:lnTo>
                  <a:lnTo>
                    <a:pt x="263537" y="4318"/>
                  </a:lnTo>
                  <a:lnTo>
                    <a:pt x="263537" y="14732"/>
                  </a:lnTo>
                  <a:lnTo>
                    <a:pt x="267792" y="19050"/>
                  </a:lnTo>
                  <a:lnTo>
                    <a:pt x="273062" y="19050"/>
                  </a:lnTo>
                  <a:lnTo>
                    <a:pt x="273062" y="0"/>
                  </a:lnTo>
                  <a:close/>
                </a:path>
                <a:path w="10424160" h="5213350">
                  <a:moveTo>
                    <a:pt x="278333" y="0"/>
                  </a:moveTo>
                  <a:lnTo>
                    <a:pt x="273075" y="0"/>
                  </a:lnTo>
                  <a:lnTo>
                    <a:pt x="273075" y="19050"/>
                  </a:lnTo>
                  <a:lnTo>
                    <a:pt x="278333" y="19050"/>
                  </a:lnTo>
                  <a:lnTo>
                    <a:pt x="282600" y="14732"/>
                  </a:lnTo>
                  <a:lnTo>
                    <a:pt x="282600" y="4318"/>
                  </a:lnTo>
                  <a:lnTo>
                    <a:pt x="278333" y="0"/>
                  </a:lnTo>
                  <a:close/>
                </a:path>
                <a:path w="10424160" h="5213350">
                  <a:moveTo>
                    <a:pt x="311175" y="0"/>
                  </a:moveTo>
                  <a:lnTo>
                    <a:pt x="305917" y="0"/>
                  </a:lnTo>
                  <a:lnTo>
                    <a:pt x="301650" y="4318"/>
                  </a:lnTo>
                  <a:lnTo>
                    <a:pt x="301650" y="14732"/>
                  </a:lnTo>
                  <a:lnTo>
                    <a:pt x="305917" y="19050"/>
                  </a:lnTo>
                  <a:lnTo>
                    <a:pt x="311175" y="19050"/>
                  </a:lnTo>
                  <a:lnTo>
                    <a:pt x="311175" y="0"/>
                  </a:lnTo>
                  <a:close/>
                </a:path>
                <a:path w="10424160" h="5213350">
                  <a:moveTo>
                    <a:pt x="316458" y="0"/>
                  </a:moveTo>
                  <a:lnTo>
                    <a:pt x="311200" y="0"/>
                  </a:lnTo>
                  <a:lnTo>
                    <a:pt x="311200" y="19050"/>
                  </a:lnTo>
                  <a:lnTo>
                    <a:pt x="316458" y="19050"/>
                  </a:lnTo>
                  <a:lnTo>
                    <a:pt x="320725" y="14732"/>
                  </a:lnTo>
                  <a:lnTo>
                    <a:pt x="320725" y="4318"/>
                  </a:lnTo>
                  <a:lnTo>
                    <a:pt x="316458" y="0"/>
                  </a:lnTo>
                  <a:close/>
                </a:path>
                <a:path w="10424160" h="5213350">
                  <a:moveTo>
                    <a:pt x="349300" y="0"/>
                  </a:moveTo>
                  <a:lnTo>
                    <a:pt x="344030" y="0"/>
                  </a:lnTo>
                  <a:lnTo>
                    <a:pt x="339775" y="4318"/>
                  </a:lnTo>
                  <a:lnTo>
                    <a:pt x="339775" y="14732"/>
                  </a:lnTo>
                  <a:lnTo>
                    <a:pt x="344030" y="19050"/>
                  </a:lnTo>
                  <a:lnTo>
                    <a:pt x="349300" y="19050"/>
                  </a:lnTo>
                  <a:lnTo>
                    <a:pt x="349300" y="0"/>
                  </a:lnTo>
                  <a:close/>
                </a:path>
                <a:path w="10424160" h="5213350">
                  <a:moveTo>
                    <a:pt x="354571" y="0"/>
                  </a:moveTo>
                  <a:lnTo>
                    <a:pt x="349313" y="0"/>
                  </a:lnTo>
                  <a:lnTo>
                    <a:pt x="349313" y="19050"/>
                  </a:lnTo>
                  <a:lnTo>
                    <a:pt x="354571" y="19050"/>
                  </a:lnTo>
                  <a:lnTo>
                    <a:pt x="358838" y="14732"/>
                  </a:lnTo>
                  <a:lnTo>
                    <a:pt x="358838" y="4318"/>
                  </a:lnTo>
                  <a:lnTo>
                    <a:pt x="354571" y="0"/>
                  </a:lnTo>
                  <a:close/>
                </a:path>
                <a:path w="10424160" h="5213350">
                  <a:moveTo>
                    <a:pt x="387413" y="0"/>
                  </a:moveTo>
                  <a:lnTo>
                    <a:pt x="382155" y="0"/>
                  </a:lnTo>
                  <a:lnTo>
                    <a:pt x="377888" y="4318"/>
                  </a:lnTo>
                  <a:lnTo>
                    <a:pt x="377888" y="14732"/>
                  </a:lnTo>
                  <a:lnTo>
                    <a:pt x="382155" y="19050"/>
                  </a:lnTo>
                  <a:lnTo>
                    <a:pt x="387413" y="19050"/>
                  </a:lnTo>
                  <a:lnTo>
                    <a:pt x="387413" y="0"/>
                  </a:lnTo>
                  <a:close/>
                </a:path>
                <a:path w="10424160" h="5213350">
                  <a:moveTo>
                    <a:pt x="392696" y="0"/>
                  </a:moveTo>
                  <a:lnTo>
                    <a:pt x="387438" y="0"/>
                  </a:lnTo>
                  <a:lnTo>
                    <a:pt x="387438" y="19050"/>
                  </a:lnTo>
                  <a:lnTo>
                    <a:pt x="392696" y="19050"/>
                  </a:lnTo>
                  <a:lnTo>
                    <a:pt x="396963" y="14732"/>
                  </a:lnTo>
                  <a:lnTo>
                    <a:pt x="396963" y="4318"/>
                  </a:lnTo>
                  <a:lnTo>
                    <a:pt x="392696" y="0"/>
                  </a:lnTo>
                  <a:close/>
                </a:path>
                <a:path w="10424160" h="5213350">
                  <a:moveTo>
                    <a:pt x="425538" y="0"/>
                  </a:moveTo>
                  <a:lnTo>
                    <a:pt x="420268" y="0"/>
                  </a:lnTo>
                  <a:lnTo>
                    <a:pt x="416013" y="4318"/>
                  </a:lnTo>
                  <a:lnTo>
                    <a:pt x="416013" y="14732"/>
                  </a:lnTo>
                  <a:lnTo>
                    <a:pt x="420268" y="19050"/>
                  </a:lnTo>
                  <a:lnTo>
                    <a:pt x="425538" y="19050"/>
                  </a:lnTo>
                  <a:lnTo>
                    <a:pt x="425538" y="0"/>
                  </a:lnTo>
                  <a:close/>
                </a:path>
                <a:path w="10424160" h="5213350">
                  <a:moveTo>
                    <a:pt x="430809" y="0"/>
                  </a:moveTo>
                  <a:lnTo>
                    <a:pt x="425551" y="0"/>
                  </a:lnTo>
                  <a:lnTo>
                    <a:pt x="425551" y="19050"/>
                  </a:lnTo>
                  <a:lnTo>
                    <a:pt x="430809" y="19050"/>
                  </a:lnTo>
                  <a:lnTo>
                    <a:pt x="435076" y="14732"/>
                  </a:lnTo>
                  <a:lnTo>
                    <a:pt x="435076" y="4318"/>
                  </a:lnTo>
                  <a:lnTo>
                    <a:pt x="430809" y="0"/>
                  </a:lnTo>
                  <a:close/>
                </a:path>
                <a:path w="10424160" h="5213350">
                  <a:moveTo>
                    <a:pt x="463651" y="0"/>
                  </a:moveTo>
                  <a:lnTo>
                    <a:pt x="458393" y="0"/>
                  </a:lnTo>
                  <a:lnTo>
                    <a:pt x="454126" y="4318"/>
                  </a:lnTo>
                  <a:lnTo>
                    <a:pt x="454126" y="14732"/>
                  </a:lnTo>
                  <a:lnTo>
                    <a:pt x="458393" y="19050"/>
                  </a:lnTo>
                  <a:lnTo>
                    <a:pt x="463651" y="19050"/>
                  </a:lnTo>
                  <a:lnTo>
                    <a:pt x="463651" y="0"/>
                  </a:lnTo>
                  <a:close/>
                </a:path>
                <a:path w="10424160" h="5213350">
                  <a:moveTo>
                    <a:pt x="468934" y="0"/>
                  </a:moveTo>
                  <a:lnTo>
                    <a:pt x="463677" y="0"/>
                  </a:lnTo>
                  <a:lnTo>
                    <a:pt x="463677" y="19050"/>
                  </a:lnTo>
                  <a:lnTo>
                    <a:pt x="468934" y="19050"/>
                  </a:lnTo>
                  <a:lnTo>
                    <a:pt x="473202" y="14732"/>
                  </a:lnTo>
                  <a:lnTo>
                    <a:pt x="473202" y="4318"/>
                  </a:lnTo>
                  <a:lnTo>
                    <a:pt x="468934" y="0"/>
                  </a:lnTo>
                  <a:close/>
                </a:path>
                <a:path w="10424160" h="5213350">
                  <a:moveTo>
                    <a:pt x="501777" y="0"/>
                  </a:moveTo>
                  <a:lnTo>
                    <a:pt x="496506" y="0"/>
                  </a:lnTo>
                  <a:lnTo>
                    <a:pt x="492252" y="4318"/>
                  </a:lnTo>
                  <a:lnTo>
                    <a:pt x="492252" y="14732"/>
                  </a:lnTo>
                  <a:lnTo>
                    <a:pt x="496506" y="19050"/>
                  </a:lnTo>
                  <a:lnTo>
                    <a:pt x="501777" y="19050"/>
                  </a:lnTo>
                  <a:lnTo>
                    <a:pt x="501777" y="0"/>
                  </a:lnTo>
                  <a:close/>
                </a:path>
                <a:path w="10424160" h="5213350">
                  <a:moveTo>
                    <a:pt x="507047" y="0"/>
                  </a:moveTo>
                  <a:lnTo>
                    <a:pt x="501789" y="0"/>
                  </a:lnTo>
                  <a:lnTo>
                    <a:pt x="501789" y="19050"/>
                  </a:lnTo>
                  <a:lnTo>
                    <a:pt x="507047" y="19050"/>
                  </a:lnTo>
                  <a:lnTo>
                    <a:pt x="511314" y="14732"/>
                  </a:lnTo>
                  <a:lnTo>
                    <a:pt x="511314" y="4318"/>
                  </a:lnTo>
                  <a:lnTo>
                    <a:pt x="507047" y="0"/>
                  </a:lnTo>
                  <a:close/>
                </a:path>
                <a:path w="10424160" h="5213350">
                  <a:moveTo>
                    <a:pt x="539889" y="0"/>
                  </a:moveTo>
                  <a:lnTo>
                    <a:pt x="534631" y="0"/>
                  </a:lnTo>
                  <a:lnTo>
                    <a:pt x="530364" y="4318"/>
                  </a:lnTo>
                  <a:lnTo>
                    <a:pt x="530364" y="14732"/>
                  </a:lnTo>
                  <a:lnTo>
                    <a:pt x="534631" y="19050"/>
                  </a:lnTo>
                  <a:lnTo>
                    <a:pt x="539889" y="19050"/>
                  </a:lnTo>
                  <a:lnTo>
                    <a:pt x="539889" y="0"/>
                  </a:lnTo>
                  <a:close/>
                </a:path>
                <a:path w="10424160" h="5213350">
                  <a:moveTo>
                    <a:pt x="545172" y="0"/>
                  </a:moveTo>
                  <a:lnTo>
                    <a:pt x="539915" y="0"/>
                  </a:lnTo>
                  <a:lnTo>
                    <a:pt x="539915" y="19050"/>
                  </a:lnTo>
                  <a:lnTo>
                    <a:pt x="545172" y="19050"/>
                  </a:lnTo>
                  <a:lnTo>
                    <a:pt x="549440" y="14732"/>
                  </a:lnTo>
                  <a:lnTo>
                    <a:pt x="549440" y="4318"/>
                  </a:lnTo>
                  <a:lnTo>
                    <a:pt x="545172" y="0"/>
                  </a:lnTo>
                  <a:close/>
                </a:path>
                <a:path w="10424160" h="5213350">
                  <a:moveTo>
                    <a:pt x="578015" y="0"/>
                  </a:moveTo>
                  <a:lnTo>
                    <a:pt x="572744" y="0"/>
                  </a:lnTo>
                  <a:lnTo>
                    <a:pt x="568490" y="4318"/>
                  </a:lnTo>
                  <a:lnTo>
                    <a:pt x="568490" y="14732"/>
                  </a:lnTo>
                  <a:lnTo>
                    <a:pt x="572744" y="19050"/>
                  </a:lnTo>
                  <a:lnTo>
                    <a:pt x="578015" y="19050"/>
                  </a:lnTo>
                  <a:lnTo>
                    <a:pt x="578015" y="0"/>
                  </a:lnTo>
                  <a:close/>
                </a:path>
                <a:path w="10424160" h="5213350">
                  <a:moveTo>
                    <a:pt x="583285" y="0"/>
                  </a:moveTo>
                  <a:lnTo>
                    <a:pt x="578027" y="0"/>
                  </a:lnTo>
                  <a:lnTo>
                    <a:pt x="578027" y="19050"/>
                  </a:lnTo>
                  <a:lnTo>
                    <a:pt x="583285" y="19050"/>
                  </a:lnTo>
                  <a:lnTo>
                    <a:pt x="587552" y="14732"/>
                  </a:lnTo>
                  <a:lnTo>
                    <a:pt x="587552" y="4318"/>
                  </a:lnTo>
                  <a:lnTo>
                    <a:pt x="583285" y="0"/>
                  </a:lnTo>
                  <a:close/>
                </a:path>
                <a:path w="10424160" h="5213350">
                  <a:moveTo>
                    <a:pt x="616127" y="0"/>
                  </a:moveTo>
                  <a:lnTo>
                    <a:pt x="610870" y="0"/>
                  </a:lnTo>
                  <a:lnTo>
                    <a:pt x="606602" y="4318"/>
                  </a:lnTo>
                  <a:lnTo>
                    <a:pt x="606602" y="14732"/>
                  </a:lnTo>
                  <a:lnTo>
                    <a:pt x="610870" y="19050"/>
                  </a:lnTo>
                  <a:lnTo>
                    <a:pt x="616127" y="19050"/>
                  </a:lnTo>
                  <a:lnTo>
                    <a:pt x="616127" y="0"/>
                  </a:lnTo>
                  <a:close/>
                </a:path>
                <a:path w="10424160" h="5213350">
                  <a:moveTo>
                    <a:pt x="621411" y="0"/>
                  </a:moveTo>
                  <a:lnTo>
                    <a:pt x="616153" y="0"/>
                  </a:lnTo>
                  <a:lnTo>
                    <a:pt x="616153" y="19050"/>
                  </a:lnTo>
                  <a:lnTo>
                    <a:pt x="621411" y="19050"/>
                  </a:lnTo>
                  <a:lnTo>
                    <a:pt x="625678" y="14732"/>
                  </a:lnTo>
                  <a:lnTo>
                    <a:pt x="625678" y="4318"/>
                  </a:lnTo>
                  <a:lnTo>
                    <a:pt x="621411" y="0"/>
                  </a:lnTo>
                  <a:close/>
                </a:path>
                <a:path w="10424160" h="5213350">
                  <a:moveTo>
                    <a:pt x="654253" y="0"/>
                  </a:moveTo>
                  <a:lnTo>
                    <a:pt x="648982" y="0"/>
                  </a:lnTo>
                  <a:lnTo>
                    <a:pt x="644728" y="4318"/>
                  </a:lnTo>
                  <a:lnTo>
                    <a:pt x="644728" y="14732"/>
                  </a:lnTo>
                  <a:lnTo>
                    <a:pt x="648982" y="19050"/>
                  </a:lnTo>
                  <a:lnTo>
                    <a:pt x="654253" y="19050"/>
                  </a:lnTo>
                  <a:lnTo>
                    <a:pt x="654253" y="0"/>
                  </a:lnTo>
                  <a:close/>
                </a:path>
                <a:path w="10424160" h="5213350">
                  <a:moveTo>
                    <a:pt x="659523" y="0"/>
                  </a:moveTo>
                  <a:lnTo>
                    <a:pt x="654265" y="0"/>
                  </a:lnTo>
                  <a:lnTo>
                    <a:pt x="654265" y="19050"/>
                  </a:lnTo>
                  <a:lnTo>
                    <a:pt x="659523" y="19050"/>
                  </a:lnTo>
                  <a:lnTo>
                    <a:pt x="663790" y="14732"/>
                  </a:lnTo>
                  <a:lnTo>
                    <a:pt x="663790" y="4318"/>
                  </a:lnTo>
                  <a:lnTo>
                    <a:pt x="659523" y="0"/>
                  </a:lnTo>
                  <a:close/>
                </a:path>
                <a:path w="10424160" h="5213350">
                  <a:moveTo>
                    <a:pt x="692404" y="0"/>
                  </a:moveTo>
                  <a:lnTo>
                    <a:pt x="687070" y="0"/>
                  </a:lnTo>
                  <a:lnTo>
                    <a:pt x="682879" y="4318"/>
                  </a:lnTo>
                  <a:lnTo>
                    <a:pt x="682879" y="14732"/>
                  </a:lnTo>
                  <a:lnTo>
                    <a:pt x="687070" y="19050"/>
                  </a:lnTo>
                  <a:lnTo>
                    <a:pt x="692404" y="19050"/>
                  </a:lnTo>
                  <a:lnTo>
                    <a:pt x="692404" y="0"/>
                  </a:lnTo>
                  <a:close/>
                </a:path>
                <a:path w="10424160" h="5213350">
                  <a:moveTo>
                    <a:pt x="697611" y="0"/>
                  </a:moveTo>
                  <a:lnTo>
                    <a:pt x="692404" y="0"/>
                  </a:lnTo>
                  <a:lnTo>
                    <a:pt x="692404" y="19050"/>
                  </a:lnTo>
                  <a:lnTo>
                    <a:pt x="697611" y="19050"/>
                  </a:lnTo>
                  <a:lnTo>
                    <a:pt x="701929" y="14732"/>
                  </a:lnTo>
                  <a:lnTo>
                    <a:pt x="701929" y="4318"/>
                  </a:lnTo>
                  <a:lnTo>
                    <a:pt x="697611" y="0"/>
                  </a:lnTo>
                  <a:close/>
                </a:path>
                <a:path w="10424160" h="5213350">
                  <a:moveTo>
                    <a:pt x="730504" y="0"/>
                  </a:moveTo>
                  <a:lnTo>
                    <a:pt x="725170" y="0"/>
                  </a:lnTo>
                  <a:lnTo>
                    <a:pt x="720979" y="4318"/>
                  </a:lnTo>
                  <a:lnTo>
                    <a:pt x="720979" y="14732"/>
                  </a:lnTo>
                  <a:lnTo>
                    <a:pt x="725170" y="19050"/>
                  </a:lnTo>
                  <a:lnTo>
                    <a:pt x="730504" y="19050"/>
                  </a:lnTo>
                  <a:lnTo>
                    <a:pt x="730504" y="0"/>
                  </a:lnTo>
                  <a:close/>
                </a:path>
                <a:path w="10424160" h="5213350">
                  <a:moveTo>
                    <a:pt x="735711" y="0"/>
                  </a:moveTo>
                  <a:lnTo>
                    <a:pt x="730504" y="0"/>
                  </a:lnTo>
                  <a:lnTo>
                    <a:pt x="730504" y="19050"/>
                  </a:lnTo>
                  <a:lnTo>
                    <a:pt x="735711" y="19050"/>
                  </a:lnTo>
                  <a:lnTo>
                    <a:pt x="740029" y="14732"/>
                  </a:lnTo>
                  <a:lnTo>
                    <a:pt x="740029" y="4318"/>
                  </a:lnTo>
                  <a:lnTo>
                    <a:pt x="735711" y="0"/>
                  </a:lnTo>
                  <a:close/>
                </a:path>
                <a:path w="10424160" h="5213350">
                  <a:moveTo>
                    <a:pt x="768604" y="0"/>
                  </a:moveTo>
                  <a:lnTo>
                    <a:pt x="763396" y="0"/>
                  </a:lnTo>
                  <a:lnTo>
                    <a:pt x="759079" y="4318"/>
                  </a:lnTo>
                  <a:lnTo>
                    <a:pt x="759079" y="14732"/>
                  </a:lnTo>
                  <a:lnTo>
                    <a:pt x="763396" y="19050"/>
                  </a:lnTo>
                  <a:lnTo>
                    <a:pt x="768604" y="19050"/>
                  </a:lnTo>
                  <a:lnTo>
                    <a:pt x="768604" y="0"/>
                  </a:lnTo>
                  <a:close/>
                </a:path>
                <a:path w="10424160" h="5213350">
                  <a:moveTo>
                    <a:pt x="773938" y="0"/>
                  </a:moveTo>
                  <a:lnTo>
                    <a:pt x="768604" y="0"/>
                  </a:lnTo>
                  <a:lnTo>
                    <a:pt x="768604" y="19050"/>
                  </a:lnTo>
                  <a:lnTo>
                    <a:pt x="773938" y="19050"/>
                  </a:lnTo>
                  <a:lnTo>
                    <a:pt x="778129" y="14732"/>
                  </a:lnTo>
                  <a:lnTo>
                    <a:pt x="778129" y="4318"/>
                  </a:lnTo>
                  <a:lnTo>
                    <a:pt x="773938" y="0"/>
                  </a:lnTo>
                  <a:close/>
                </a:path>
                <a:path w="10424160" h="5213350">
                  <a:moveTo>
                    <a:pt x="806704" y="0"/>
                  </a:moveTo>
                  <a:lnTo>
                    <a:pt x="801496" y="0"/>
                  </a:lnTo>
                  <a:lnTo>
                    <a:pt x="797179" y="4318"/>
                  </a:lnTo>
                  <a:lnTo>
                    <a:pt x="797179" y="14732"/>
                  </a:lnTo>
                  <a:lnTo>
                    <a:pt x="801496" y="19050"/>
                  </a:lnTo>
                  <a:lnTo>
                    <a:pt x="806704" y="19050"/>
                  </a:lnTo>
                  <a:lnTo>
                    <a:pt x="806704" y="0"/>
                  </a:lnTo>
                  <a:close/>
                </a:path>
                <a:path w="10424160" h="5213350">
                  <a:moveTo>
                    <a:pt x="812038" y="0"/>
                  </a:moveTo>
                  <a:lnTo>
                    <a:pt x="806704" y="0"/>
                  </a:lnTo>
                  <a:lnTo>
                    <a:pt x="806704" y="19050"/>
                  </a:lnTo>
                  <a:lnTo>
                    <a:pt x="812038" y="19050"/>
                  </a:lnTo>
                  <a:lnTo>
                    <a:pt x="816229" y="14732"/>
                  </a:lnTo>
                  <a:lnTo>
                    <a:pt x="816229" y="4318"/>
                  </a:lnTo>
                  <a:lnTo>
                    <a:pt x="812038" y="0"/>
                  </a:lnTo>
                  <a:close/>
                </a:path>
                <a:path w="10424160" h="5213350">
                  <a:moveTo>
                    <a:pt x="844804" y="0"/>
                  </a:moveTo>
                  <a:lnTo>
                    <a:pt x="839596" y="0"/>
                  </a:lnTo>
                  <a:lnTo>
                    <a:pt x="835279" y="4318"/>
                  </a:lnTo>
                  <a:lnTo>
                    <a:pt x="835279" y="14732"/>
                  </a:lnTo>
                  <a:lnTo>
                    <a:pt x="839596" y="19050"/>
                  </a:lnTo>
                  <a:lnTo>
                    <a:pt x="844804" y="19050"/>
                  </a:lnTo>
                  <a:lnTo>
                    <a:pt x="844804" y="0"/>
                  </a:lnTo>
                  <a:close/>
                </a:path>
                <a:path w="10424160" h="5213350">
                  <a:moveTo>
                    <a:pt x="850138" y="0"/>
                  </a:moveTo>
                  <a:lnTo>
                    <a:pt x="844804" y="0"/>
                  </a:lnTo>
                  <a:lnTo>
                    <a:pt x="844804" y="19050"/>
                  </a:lnTo>
                  <a:lnTo>
                    <a:pt x="850138" y="19050"/>
                  </a:lnTo>
                  <a:lnTo>
                    <a:pt x="854329" y="14732"/>
                  </a:lnTo>
                  <a:lnTo>
                    <a:pt x="854329" y="4318"/>
                  </a:lnTo>
                  <a:lnTo>
                    <a:pt x="850138" y="0"/>
                  </a:lnTo>
                  <a:close/>
                </a:path>
                <a:path w="10424160" h="5213350">
                  <a:moveTo>
                    <a:pt x="882904" y="0"/>
                  </a:moveTo>
                  <a:lnTo>
                    <a:pt x="877696" y="0"/>
                  </a:lnTo>
                  <a:lnTo>
                    <a:pt x="873379" y="4318"/>
                  </a:lnTo>
                  <a:lnTo>
                    <a:pt x="873379" y="14732"/>
                  </a:lnTo>
                  <a:lnTo>
                    <a:pt x="877696" y="19050"/>
                  </a:lnTo>
                  <a:lnTo>
                    <a:pt x="882904" y="19050"/>
                  </a:lnTo>
                  <a:lnTo>
                    <a:pt x="882904" y="0"/>
                  </a:lnTo>
                  <a:close/>
                </a:path>
                <a:path w="10424160" h="5213350">
                  <a:moveTo>
                    <a:pt x="888238" y="0"/>
                  </a:moveTo>
                  <a:lnTo>
                    <a:pt x="883031" y="0"/>
                  </a:lnTo>
                  <a:lnTo>
                    <a:pt x="883031" y="19050"/>
                  </a:lnTo>
                  <a:lnTo>
                    <a:pt x="888238" y="19050"/>
                  </a:lnTo>
                  <a:lnTo>
                    <a:pt x="892556" y="14732"/>
                  </a:lnTo>
                  <a:lnTo>
                    <a:pt x="892556" y="4318"/>
                  </a:lnTo>
                  <a:lnTo>
                    <a:pt x="888238" y="0"/>
                  </a:lnTo>
                  <a:close/>
                </a:path>
                <a:path w="10424160" h="5213350">
                  <a:moveTo>
                    <a:pt x="921131" y="0"/>
                  </a:moveTo>
                  <a:lnTo>
                    <a:pt x="915796" y="0"/>
                  </a:lnTo>
                  <a:lnTo>
                    <a:pt x="911606" y="4318"/>
                  </a:lnTo>
                  <a:lnTo>
                    <a:pt x="911606" y="14732"/>
                  </a:lnTo>
                  <a:lnTo>
                    <a:pt x="915796" y="19050"/>
                  </a:lnTo>
                  <a:lnTo>
                    <a:pt x="921131" y="19050"/>
                  </a:lnTo>
                  <a:lnTo>
                    <a:pt x="921131" y="0"/>
                  </a:lnTo>
                  <a:close/>
                </a:path>
                <a:path w="10424160" h="5213350">
                  <a:moveTo>
                    <a:pt x="926338" y="0"/>
                  </a:moveTo>
                  <a:lnTo>
                    <a:pt x="921131" y="0"/>
                  </a:lnTo>
                  <a:lnTo>
                    <a:pt x="921131" y="19050"/>
                  </a:lnTo>
                  <a:lnTo>
                    <a:pt x="926338" y="19050"/>
                  </a:lnTo>
                  <a:lnTo>
                    <a:pt x="930656" y="14732"/>
                  </a:lnTo>
                  <a:lnTo>
                    <a:pt x="930656" y="4318"/>
                  </a:lnTo>
                  <a:lnTo>
                    <a:pt x="926338" y="0"/>
                  </a:lnTo>
                  <a:close/>
                </a:path>
                <a:path w="10424160" h="5213350">
                  <a:moveTo>
                    <a:pt x="959231" y="0"/>
                  </a:moveTo>
                  <a:lnTo>
                    <a:pt x="953896" y="0"/>
                  </a:lnTo>
                  <a:lnTo>
                    <a:pt x="949706" y="4318"/>
                  </a:lnTo>
                  <a:lnTo>
                    <a:pt x="949706" y="14732"/>
                  </a:lnTo>
                  <a:lnTo>
                    <a:pt x="953896" y="19050"/>
                  </a:lnTo>
                  <a:lnTo>
                    <a:pt x="959231" y="19050"/>
                  </a:lnTo>
                  <a:lnTo>
                    <a:pt x="959231" y="0"/>
                  </a:lnTo>
                  <a:close/>
                </a:path>
                <a:path w="10424160" h="5213350">
                  <a:moveTo>
                    <a:pt x="964438" y="0"/>
                  </a:moveTo>
                  <a:lnTo>
                    <a:pt x="959231" y="0"/>
                  </a:lnTo>
                  <a:lnTo>
                    <a:pt x="959231" y="19050"/>
                  </a:lnTo>
                  <a:lnTo>
                    <a:pt x="964438" y="19050"/>
                  </a:lnTo>
                  <a:lnTo>
                    <a:pt x="968756" y="14732"/>
                  </a:lnTo>
                  <a:lnTo>
                    <a:pt x="968756" y="4318"/>
                  </a:lnTo>
                  <a:lnTo>
                    <a:pt x="964438" y="0"/>
                  </a:lnTo>
                  <a:close/>
                </a:path>
                <a:path w="10424160" h="5213350">
                  <a:moveTo>
                    <a:pt x="997331" y="0"/>
                  </a:moveTo>
                  <a:lnTo>
                    <a:pt x="991996" y="0"/>
                  </a:lnTo>
                  <a:lnTo>
                    <a:pt x="987806" y="4318"/>
                  </a:lnTo>
                  <a:lnTo>
                    <a:pt x="987806" y="14732"/>
                  </a:lnTo>
                  <a:lnTo>
                    <a:pt x="991996" y="19050"/>
                  </a:lnTo>
                  <a:lnTo>
                    <a:pt x="997331" y="19050"/>
                  </a:lnTo>
                  <a:lnTo>
                    <a:pt x="997331" y="0"/>
                  </a:lnTo>
                  <a:close/>
                </a:path>
                <a:path w="10424160" h="5213350">
                  <a:moveTo>
                    <a:pt x="1002538" y="0"/>
                  </a:moveTo>
                  <a:lnTo>
                    <a:pt x="997331" y="0"/>
                  </a:lnTo>
                  <a:lnTo>
                    <a:pt x="997331" y="19050"/>
                  </a:lnTo>
                  <a:lnTo>
                    <a:pt x="1002538" y="19050"/>
                  </a:lnTo>
                  <a:lnTo>
                    <a:pt x="1006856" y="14732"/>
                  </a:lnTo>
                  <a:lnTo>
                    <a:pt x="1006856" y="4318"/>
                  </a:lnTo>
                  <a:lnTo>
                    <a:pt x="1002538" y="0"/>
                  </a:lnTo>
                  <a:close/>
                </a:path>
                <a:path w="10424160" h="5213350">
                  <a:moveTo>
                    <a:pt x="1035431" y="0"/>
                  </a:moveTo>
                  <a:lnTo>
                    <a:pt x="1030224" y="0"/>
                  </a:lnTo>
                  <a:lnTo>
                    <a:pt x="1025906" y="4318"/>
                  </a:lnTo>
                  <a:lnTo>
                    <a:pt x="1025906" y="14732"/>
                  </a:lnTo>
                  <a:lnTo>
                    <a:pt x="1030224" y="19050"/>
                  </a:lnTo>
                  <a:lnTo>
                    <a:pt x="1035431" y="19050"/>
                  </a:lnTo>
                  <a:lnTo>
                    <a:pt x="1035431" y="0"/>
                  </a:lnTo>
                  <a:close/>
                </a:path>
                <a:path w="10424160" h="5213350">
                  <a:moveTo>
                    <a:pt x="1040764" y="0"/>
                  </a:moveTo>
                  <a:lnTo>
                    <a:pt x="1035431" y="0"/>
                  </a:lnTo>
                  <a:lnTo>
                    <a:pt x="1035431" y="19050"/>
                  </a:lnTo>
                  <a:lnTo>
                    <a:pt x="1040764" y="19050"/>
                  </a:lnTo>
                  <a:lnTo>
                    <a:pt x="1044956" y="14732"/>
                  </a:lnTo>
                  <a:lnTo>
                    <a:pt x="1044956" y="4318"/>
                  </a:lnTo>
                  <a:lnTo>
                    <a:pt x="1040764" y="0"/>
                  </a:lnTo>
                  <a:close/>
                </a:path>
                <a:path w="10424160" h="5213350">
                  <a:moveTo>
                    <a:pt x="1073531" y="0"/>
                  </a:moveTo>
                  <a:lnTo>
                    <a:pt x="1068324" y="0"/>
                  </a:lnTo>
                  <a:lnTo>
                    <a:pt x="1064006" y="4318"/>
                  </a:lnTo>
                  <a:lnTo>
                    <a:pt x="1064006" y="14732"/>
                  </a:lnTo>
                  <a:lnTo>
                    <a:pt x="1068324" y="19050"/>
                  </a:lnTo>
                  <a:lnTo>
                    <a:pt x="1073531" y="19050"/>
                  </a:lnTo>
                  <a:lnTo>
                    <a:pt x="1073531" y="0"/>
                  </a:lnTo>
                  <a:close/>
                </a:path>
                <a:path w="10424160" h="5213350">
                  <a:moveTo>
                    <a:pt x="1078864" y="0"/>
                  </a:moveTo>
                  <a:lnTo>
                    <a:pt x="1073531" y="0"/>
                  </a:lnTo>
                  <a:lnTo>
                    <a:pt x="1073531" y="19050"/>
                  </a:lnTo>
                  <a:lnTo>
                    <a:pt x="1078864" y="19050"/>
                  </a:lnTo>
                  <a:lnTo>
                    <a:pt x="1083056" y="14732"/>
                  </a:lnTo>
                  <a:lnTo>
                    <a:pt x="1083056" y="4318"/>
                  </a:lnTo>
                  <a:lnTo>
                    <a:pt x="1078864" y="0"/>
                  </a:lnTo>
                  <a:close/>
                </a:path>
                <a:path w="10424160" h="5213350">
                  <a:moveTo>
                    <a:pt x="1111631" y="0"/>
                  </a:moveTo>
                  <a:lnTo>
                    <a:pt x="1106424" y="0"/>
                  </a:lnTo>
                  <a:lnTo>
                    <a:pt x="1102106" y="4318"/>
                  </a:lnTo>
                  <a:lnTo>
                    <a:pt x="1102106" y="14732"/>
                  </a:lnTo>
                  <a:lnTo>
                    <a:pt x="1106424" y="19050"/>
                  </a:lnTo>
                  <a:lnTo>
                    <a:pt x="1111631" y="19050"/>
                  </a:lnTo>
                  <a:lnTo>
                    <a:pt x="1111631" y="0"/>
                  </a:lnTo>
                  <a:close/>
                </a:path>
                <a:path w="10424160" h="5213350">
                  <a:moveTo>
                    <a:pt x="1116964" y="0"/>
                  </a:moveTo>
                  <a:lnTo>
                    <a:pt x="1111758" y="0"/>
                  </a:lnTo>
                  <a:lnTo>
                    <a:pt x="1111758" y="19050"/>
                  </a:lnTo>
                  <a:lnTo>
                    <a:pt x="1116964" y="19050"/>
                  </a:lnTo>
                  <a:lnTo>
                    <a:pt x="1121283" y="14732"/>
                  </a:lnTo>
                  <a:lnTo>
                    <a:pt x="1121283" y="4318"/>
                  </a:lnTo>
                  <a:lnTo>
                    <a:pt x="1116964" y="0"/>
                  </a:lnTo>
                  <a:close/>
                </a:path>
                <a:path w="10424160" h="5213350">
                  <a:moveTo>
                    <a:pt x="1149858" y="0"/>
                  </a:moveTo>
                  <a:lnTo>
                    <a:pt x="1144524" y="0"/>
                  </a:lnTo>
                  <a:lnTo>
                    <a:pt x="1140333" y="4318"/>
                  </a:lnTo>
                  <a:lnTo>
                    <a:pt x="1140333" y="14732"/>
                  </a:lnTo>
                  <a:lnTo>
                    <a:pt x="1144524" y="19050"/>
                  </a:lnTo>
                  <a:lnTo>
                    <a:pt x="1149858" y="19050"/>
                  </a:lnTo>
                  <a:lnTo>
                    <a:pt x="1149858" y="0"/>
                  </a:lnTo>
                  <a:close/>
                </a:path>
                <a:path w="10424160" h="5213350">
                  <a:moveTo>
                    <a:pt x="1155064" y="0"/>
                  </a:moveTo>
                  <a:lnTo>
                    <a:pt x="1149858" y="0"/>
                  </a:lnTo>
                  <a:lnTo>
                    <a:pt x="1149858" y="19050"/>
                  </a:lnTo>
                  <a:lnTo>
                    <a:pt x="1155064" y="19050"/>
                  </a:lnTo>
                  <a:lnTo>
                    <a:pt x="1159383" y="14732"/>
                  </a:lnTo>
                  <a:lnTo>
                    <a:pt x="1159383" y="4318"/>
                  </a:lnTo>
                  <a:lnTo>
                    <a:pt x="1155064" y="0"/>
                  </a:lnTo>
                  <a:close/>
                </a:path>
                <a:path w="10424160" h="5213350">
                  <a:moveTo>
                    <a:pt x="1187958" y="0"/>
                  </a:moveTo>
                  <a:lnTo>
                    <a:pt x="1182624" y="0"/>
                  </a:lnTo>
                  <a:lnTo>
                    <a:pt x="1178433" y="4318"/>
                  </a:lnTo>
                  <a:lnTo>
                    <a:pt x="1178433" y="14732"/>
                  </a:lnTo>
                  <a:lnTo>
                    <a:pt x="1182624" y="19050"/>
                  </a:lnTo>
                  <a:lnTo>
                    <a:pt x="1187958" y="19050"/>
                  </a:lnTo>
                  <a:lnTo>
                    <a:pt x="1187958" y="0"/>
                  </a:lnTo>
                  <a:close/>
                </a:path>
                <a:path w="10424160" h="5213350">
                  <a:moveTo>
                    <a:pt x="1193164" y="0"/>
                  </a:moveTo>
                  <a:lnTo>
                    <a:pt x="1187958" y="0"/>
                  </a:lnTo>
                  <a:lnTo>
                    <a:pt x="1187958" y="19050"/>
                  </a:lnTo>
                  <a:lnTo>
                    <a:pt x="1193164" y="19050"/>
                  </a:lnTo>
                  <a:lnTo>
                    <a:pt x="1197483" y="14732"/>
                  </a:lnTo>
                  <a:lnTo>
                    <a:pt x="1197483" y="4318"/>
                  </a:lnTo>
                  <a:lnTo>
                    <a:pt x="1193164" y="0"/>
                  </a:lnTo>
                  <a:close/>
                </a:path>
                <a:path w="10424160" h="5213350">
                  <a:moveTo>
                    <a:pt x="1226058" y="0"/>
                  </a:moveTo>
                  <a:lnTo>
                    <a:pt x="1220724" y="0"/>
                  </a:lnTo>
                  <a:lnTo>
                    <a:pt x="1216533" y="4318"/>
                  </a:lnTo>
                  <a:lnTo>
                    <a:pt x="1216533" y="14732"/>
                  </a:lnTo>
                  <a:lnTo>
                    <a:pt x="1220724" y="19050"/>
                  </a:lnTo>
                  <a:lnTo>
                    <a:pt x="1226058" y="19050"/>
                  </a:lnTo>
                  <a:lnTo>
                    <a:pt x="1226058" y="0"/>
                  </a:lnTo>
                  <a:close/>
                </a:path>
                <a:path w="10424160" h="5213350">
                  <a:moveTo>
                    <a:pt x="1231264" y="0"/>
                  </a:moveTo>
                  <a:lnTo>
                    <a:pt x="1226058" y="0"/>
                  </a:lnTo>
                  <a:lnTo>
                    <a:pt x="1226058" y="19050"/>
                  </a:lnTo>
                  <a:lnTo>
                    <a:pt x="1231264" y="19050"/>
                  </a:lnTo>
                  <a:lnTo>
                    <a:pt x="1235583" y="14732"/>
                  </a:lnTo>
                  <a:lnTo>
                    <a:pt x="1235583" y="4318"/>
                  </a:lnTo>
                  <a:lnTo>
                    <a:pt x="1231264" y="0"/>
                  </a:lnTo>
                  <a:close/>
                </a:path>
                <a:path w="10424160" h="5213350">
                  <a:moveTo>
                    <a:pt x="1264158" y="0"/>
                  </a:moveTo>
                  <a:lnTo>
                    <a:pt x="1258951" y="0"/>
                  </a:lnTo>
                  <a:lnTo>
                    <a:pt x="1254633" y="4318"/>
                  </a:lnTo>
                  <a:lnTo>
                    <a:pt x="1254633" y="14732"/>
                  </a:lnTo>
                  <a:lnTo>
                    <a:pt x="1258951" y="19050"/>
                  </a:lnTo>
                  <a:lnTo>
                    <a:pt x="1264158" y="19050"/>
                  </a:lnTo>
                  <a:lnTo>
                    <a:pt x="1264158" y="0"/>
                  </a:lnTo>
                  <a:close/>
                </a:path>
                <a:path w="10424160" h="5213350">
                  <a:moveTo>
                    <a:pt x="1269491" y="0"/>
                  </a:moveTo>
                  <a:lnTo>
                    <a:pt x="1264158" y="0"/>
                  </a:lnTo>
                  <a:lnTo>
                    <a:pt x="1264158" y="19050"/>
                  </a:lnTo>
                  <a:lnTo>
                    <a:pt x="1269491" y="19050"/>
                  </a:lnTo>
                  <a:lnTo>
                    <a:pt x="1273683" y="14732"/>
                  </a:lnTo>
                  <a:lnTo>
                    <a:pt x="1273683" y="4318"/>
                  </a:lnTo>
                  <a:lnTo>
                    <a:pt x="1269491" y="0"/>
                  </a:lnTo>
                  <a:close/>
                </a:path>
                <a:path w="10424160" h="5213350">
                  <a:moveTo>
                    <a:pt x="1302258" y="0"/>
                  </a:moveTo>
                  <a:lnTo>
                    <a:pt x="1297051" y="0"/>
                  </a:lnTo>
                  <a:lnTo>
                    <a:pt x="1292733" y="4318"/>
                  </a:lnTo>
                  <a:lnTo>
                    <a:pt x="1292733" y="14732"/>
                  </a:lnTo>
                  <a:lnTo>
                    <a:pt x="1297051" y="19050"/>
                  </a:lnTo>
                  <a:lnTo>
                    <a:pt x="1302258" y="19050"/>
                  </a:lnTo>
                  <a:lnTo>
                    <a:pt x="1302258" y="0"/>
                  </a:lnTo>
                  <a:close/>
                </a:path>
                <a:path w="10424160" h="5213350">
                  <a:moveTo>
                    <a:pt x="1307591" y="0"/>
                  </a:moveTo>
                  <a:lnTo>
                    <a:pt x="1302258" y="0"/>
                  </a:lnTo>
                  <a:lnTo>
                    <a:pt x="1302258" y="19050"/>
                  </a:lnTo>
                  <a:lnTo>
                    <a:pt x="1307591" y="19050"/>
                  </a:lnTo>
                  <a:lnTo>
                    <a:pt x="1311783" y="14732"/>
                  </a:lnTo>
                  <a:lnTo>
                    <a:pt x="1311783" y="4318"/>
                  </a:lnTo>
                  <a:lnTo>
                    <a:pt x="1307591" y="0"/>
                  </a:lnTo>
                  <a:close/>
                </a:path>
                <a:path w="10424160" h="5213350">
                  <a:moveTo>
                    <a:pt x="1340358" y="0"/>
                  </a:moveTo>
                  <a:lnTo>
                    <a:pt x="1335151" y="0"/>
                  </a:lnTo>
                  <a:lnTo>
                    <a:pt x="1330833" y="4318"/>
                  </a:lnTo>
                  <a:lnTo>
                    <a:pt x="1330833" y="14732"/>
                  </a:lnTo>
                  <a:lnTo>
                    <a:pt x="1335151" y="19050"/>
                  </a:lnTo>
                  <a:lnTo>
                    <a:pt x="1340358" y="19050"/>
                  </a:lnTo>
                  <a:lnTo>
                    <a:pt x="1340358" y="0"/>
                  </a:lnTo>
                  <a:close/>
                </a:path>
                <a:path w="10424160" h="5213350">
                  <a:moveTo>
                    <a:pt x="1345691" y="0"/>
                  </a:moveTo>
                  <a:lnTo>
                    <a:pt x="1340358" y="0"/>
                  </a:lnTo>
                  <a:lnTo>
                    <a:pt x="1340358" y="19050"/>
                  </a:lnTo>
                  <a:lnTo>
                    <a:pt x="1345691" y="19050"/>
                  </a:lnTo>
                  <a:lnTo>
                    <a:pt x="1349883" y="14732"/>
                  </a:lnTo>
                  <a:lnTo>
                    <a:pt x="1349883" y="4318"/>
                  </a:lnTo>
                  <a:lnTo>
                    <a:pt x="1345691" y="0"/>
                  </a:lnTo>
                  <a:close/>
                </a:path>
                <a:path w="10424160" h="5213350">
                  <a:moveTo>
                    <a:pt x="1378458" y="0"/>
                  </a:moveTo>
                  <a:lnTo>
                    <a:pt x="1373251" y="0"/>
                  </a:lnTo>
                  <a:lnTo>
                    <a:pt x="1368933" y="4318"/>
                  </a:lnTo>
                  <a:lnTo>
                    <a:pt x="1368933" y="14732"/>
                  </a:lnTo>
                  <a:lnTo>
                    <a:pt x="1373251" y="19050"/>
                  </a:lnTo>
                  <a:lnTo>
                    <a:pt x="1378458" y="19050"/>
                  </a:lnTo>
                  <a:lnTo>
                    <a:pt x="1378458" y="0"/>
                  </a:lnTo>
                  <a:close/>
                </a:path>
                <a:path w="10424160" h="5213350">
                  <a:moveTo>
                    <a:pt x="1383791" y="0"/>
                  </a:moveTo>
                  <a:lnTo>
                    <a:pt x="1378584" y="0"/>
                  </a:lnTo>
                  <a:lnTo>
                    <a:pt x="1378584" y="19050"/>
                  </a:lnTo>
                  <a:lnTo>
                    <a:pt x="1383791" y="19050"/>
                  </a:lnTo>
                  <a:lnTo>
                    <a:pt x="1388109" y="14732"/>
                  </a:lnTo>
                  <a:lnTo>
                    <a:pt x="1388109" y="4318"/>
                  </a:lnTo>
                  <a:lnTo>
                    <a:pt x="1383791" y="0"/>
                  </a:lnTo>
                  <a:close/>
                </a:path>
                <a:path w="10424160" h="5213350">
                  <a:moveTo>
                    <a:pt x="1416684" y="0"/>
                  </a:moveTo>
                  <a:lnTo>
                    <a:pt x="1411351" y="0"/>
                  </a:lnTo>
                  <a:lnTo>
                    <a:pt x="1407159" y="4318"/>
                  </a:lnTo>
                  <a:lnTo>
                    <a:pt x="1407159" y="14732"/>
                  </a:lnTo>
                  <a:lnTo>
                    <a:pt x="1411351" y="19050"/>
                  </a:lnTo>
                  <a:lnTo>
                    <a:pt x="1416684" y="19050"/>
                  </a:lnTo>
                  <a:lnTo>
                    <a:pt x="1416684" y="0"/>
                  </a:lnTo>
                  <a:close/>
                </a:path>
                <a:path w="10424160" h="5213350">
                  <a:moveTo>
                    <a:pt x="1421891" y="0"/>
                  </a:moveTo>
                  <a:lnTo>
                    <a:pt x="1416684" y="0"/>
                  </a:lnTo>
                  <a:lnTo>
                    <a:pt x="1416684" y="19050"/>
                  </a:lnTo>
                  <a:lnTo>
                    <a:pt x="1421891" y="19050"/>
                  </a:lnTo>
                  <a:lnTo>
                    <a:pt x="1426209" y="14732"/>
                  </a:lnTo>
                  <a:lnTo>
                    <a:pt x="1426209" y="4318"/>
                  </a:lnTo>
                  <a:lnTo>
                    <a:pt x="1421891" y="0"/>
                  </a:lnTo>
                  <a:close/>
                </a:path>
                <a:path w="10424160" h="5213350">
                  <a:moveTo>
                    <a:pt x="1454784" y="0"/>
                  </a:moveTo>
                  <a:lnTo>
                    <a:pt x="1449451" y="0"/>
                  </a:lnTo>
                  <a:lnTo>
                    <a:pt x="1445259" y="4318"/>
                  </a:lnTo>
                  <a:lnTo>
                    <a:pt x="1445259" y="14732"/>
                  </a:lnTo>
                  <a:lnTo>
                    <a:pt x="1449451" y="19050"/>
                  </a:lnTo>
                  <a:lnTo>
                    <a:pt x="1454784" y="19050"/>
                  </a:lnTo>
                  <a:lnTo>
                    <a:pt x="1454784" y="0"/>
                  </a:lnTo>
                  <a:close/>
                </a:path>
                <a:path w="10424160" h="5213350">
                  <a:moveTo>
                    <a:pt x="1459991" y="0"/>
                  </a:moveTo>
                  <a:lnTo>
                    <a:pt x="1454784" y="0"/>
                  </a:lnTo>
                  <a:lnTo>
                    <a:pt x="1454784" y="19050"/>
                  </a:lnTo>
                  <a:lnTo>
                    <a:pt x="1459991" y="19050"/>
                  </a:lnTo>
                  <a:lnTo>
                    <a:pt x="1464309" y="14732"/>
                  </a:lnTo>
                  <a:lnTo>
                    <a:pt x="1464309" y="4318"/>
                  </a:lnTo>
                  <a:lnTo>
                    <a:pt x="1459991" y="0"/>
                  </a:lnTo>
                  <a:close/>
                </a:path>
                <a:path w="10424160" h="5213350">
                  <a:moveTo>
                    <a:pt x="1492884" y="0"/>
                  </a:moveTo>
                  <a:lnTo>
                    <a:pt x="1487551" y="0"/>
                  </a:lnTo>
                  <a:lnTo>
                    <a:pt x="1483359" y="4318"/>
                  </a:lnTo>
                  <a:lnTo>
                    <a:pt x="1483359" y="14732"/>
                  </a:lnTo>
                  <a:lnTo>
                    <a:pt x="1487551" y="19050"/>
                  </a:lnTo>
                  <a:lnTo>
                    <a:pt x="1492884" y="19050"/>
                  </a:lnTo>
                  <a:lnTo>
                    <a:pt x="1492884" y="0"/>
                  </a:lnTo>
                  <a:close/>
                </a:path>
                <a:path w="10424160" h="5213350">
                  <a:moveTo>
                    <a:pt x="1498091" y="0"/>
                  </a:moveTo>
                  <a:lnTo>
                    <a:pt x="1492884" y="0"/>
                  </a:lnTo>
                  <a:lnTo>
                    <a:pt x="1492884" y="19050"/>
                  </a:lnTo>
                  <a:lnTo>
                    <a:pt x="1498091" y="19050"/>
                  </a:lnTo>
                  <a:lnTo>
                    <a:pt x="1502409" y="14732"/>
                  </a:lnTo>
                  <a:lnTo>
                    <a:pt x="1502409" y="4318"/>
                  </a:lnTo>
                  <a:lnTo>
                    <a:pt x="1498091" y="0"/>
                  </a:lnTo>
                  <a:close/>
                </a:path>
                <a:path w="10424160" h="5213350">
                  <a:moveTo>
                    <a:pt x="1530984" y="0"/>
                  </a:moveTo>
                  <a:lnTo>
                    <a:pt x="1525777" y="0"/>
                  </a:lnTo>
                  <a:lnTo>
                    <a:pt x="1521459" y="4318"/>
                  </a:lnTo>
                  <a:lnTo>
                    <a:pt x="1521459" y="14732"/>
                  </a:lnTo>
                  <a:lnTo>
                    <a:pt x="1525777" y="19050"/>
                  </a:lnTo>
                  <a:lnTo>
                    <a:pt x="1530984" y="19050"/>
                  </a:lnTo>
                  <a:lnTo>
                    <a:pt x="1530984" y="0"/>
                  </a:lnTo>
                  <a:close/>
                </a:path>
                <a:path w="10424160" h="5213350">
                  <a:moveTo>
                    <a:pt x="1536319" y="0"/>
                  </a:moveTo>
                  <a:lnTo>
                    <a:pt x="1530984" y="0"/>
                  </a:lnTo>
                  <a:lnTo>
                    <a:pt x="1530984" y="19050"/>
                  </a:lnTo>
                  <a:lnTo>
                    <a:pt x="1536319" y="19050"/>
                  </a:lnTo>
                  <a:lnTo>
                    <a:pt x="1540509" y="14732"/>
                  </a:lnTo>
                  <a:lnTo>
                    <a:pt x="1540509" y="4318"/>
                  </a:lnTo>
                  <a:lnTo>
                    <a:pt x="1536319" y="0"/>
                  </a:lnTo>
                  <a:close/>
                </a:path>
                <a:path w="10424160" h="5213350">
                  <a:moveTo>
                    <a:pt x="1569084" y="0"/>
                  </a:moveTo>
                  <a:lnTo>
                    <a:pt x="1563877" y="0"/>
                  </a:lnTo>
                  <a:lnTo>
                    <a:pt x="1559559" y="4318"/>
                  </a:lnTo>
                  <a:lnTo>
                    <a:pt x="1559559" y="14732"/>
                  </a:lnTo>
                  <a:lnTo>
                    <a:pt x="1563877" y="19050"/>
                  </a:lnTo>
                  <a:lnTo>
                    <a:pt x="1569084" y="19050"/>
                  </a:lnTo>
                  <a:lnTo>
                    <a:pt x="1569084" y="0"/>
                  </a:lnTo>
                  <a:close/>
                </a:path>
                <a:path w="10424160" h="5213350">
                  <a:moveTo>
                    <a:pt x="1574419" y="0"/>
                  </a:moveTo>
                  <a:lnTo>
                    <a:pt x="1569084" y="0"/>
                  </a:lnTo>
                  <a:lnTo>
                    <a:pt x="1569084" y="19050"/>
                  </a:lnTo>
                  <a:lnTo>
                    <a:pt x="1574419" y="19050"/>
                  </a:lnTo>
                  <a:lnTo>
                    <a:pt x="1578609" y="14732"/>
                  </a:lnTo>
                  <a:lnTo>
                    <a:pt x="1578609" y="4318"/>
                  </a:lnTo>
                  <a:lnTo>
                    <a:pt x="1574419" y="0"/>
                  </a:lnTo>
                  <a:close/>
                </a:path>
                <a:path w="10424160" h="5213350">
                  <a:moveTo>
                    <a:pt x="1607184" y="0"/>
                  </a:moveTo>
                  <a:lnTo>
                    <a:pt x="1601977" y="0"/>
                  </a:lnTo>
                  <a:lnTo>
                    <a:pt x="1597659" y="4318"/>
                  </a:lnTo>
                  <a:lnTo>
                    <a:pt x="1597659" y="14732"/>
                  </a:lnTo>
                  <a:lnTo>
                    <a:pt x="1601977" y="19050"/>
                  </a:lnTo>
                  <a:lnTo>
                    <a:pt x="1607184" y="19050"/>
                  </a:lnTo>
                  <a:lnTo>
                    <a:pt x="1607184" y="0"/>
                  </a:lnTo>
                  <a:close/>
                </a:path>
                <a:path w="10424160" h="5213350">
                  <a:moveTo>
                    <a:pt x="1612519" y="0"/>
                  </a:moveTo>
                  <a:lnTo>
                    <a:pt x="1607184" y="0"/>
                  </a:lnTo>
                  <a:lnTo>
                    <a:pt x="1607184" y="19050"/>
                  </a:lnTo>
                  <a:lnTo>
                    <a:pt x="1612519" y="19050"/>
                  </a:lnTo>
                  <a:lnTo>
                    <a:pt x="1616709" y="14732"/>
                  </a:lnTo>
                  <a:lnTo>
                    <a:pt x="1616709" y="4318"/>
                  </a:lnTo>
                  <a:lnTo>
                    <a:pt x="1612519" y="0"/>
                  </a:lnTo>
                  <a:close/>
                </a:path>
                <a:path w="10424160" h="5213350">
                  <a:moveTo>
                    <a:pt x="1645284" y="0"/>
                  </a:moveTo>
                  <a:lnTo>
                    <a:pt x="1640077" y="0"/>
                  </a:lnTo>
                  <a:lnTo>
                    <a:pt x="1635759" y="4318"/>
                  </a:lnTo>
                  <a:lnTo>
                    <a:pt x="1635759" y="14732"/>
                  </a:lnTo>
                  <a:lnTo>
                    <a:pt x="1640077" y="19050"/>
                  </a:lnTo>
                  <a:lnTo>
                    <a:pt x="1645284" y="19050"/>
                  </a:lnTo>
                  <a:lnTo>
                    <a:pt x="1645284" y="0"/>
                  </a:lnTo>
                  <a:close/>
                </a:path>
                <a:path w="10424160" h="5213350">
                  <a:moveTo>
                    <a:pt x="1645412" y="12700"/>
                  </a:moveTo>
                  <a:lnTo>
                    <a:pt x="1645284" y="12700"/>
                  </a:lnTo>
                  <a:lnTo>
                    <a:pt x="1645284" y="19050"/>
                  </a:lnTo>
                  <a:lnTo>
                    <a:pt x="1645412" y="19050"/>
                  </a:lnTo>
                  <a:lnTo>
                    <a:pt x="1645412" y="12700"/>
                  </a:lnTo>
                  <a:close/>
                </a:path>
                <a:path w="10424160" h="5213350">
                  <a:moveTo>
                    <a:pt x="1650619" y="0"/>
                  </a:moveTo>
                  <a:lnTo>
                    <a:pt x="1645412" y="0"/>
                  </a:lnTo>
                  <a:lnTo>
                    <a:pt x="1645412" y="19050"/>
                  </a:lnTo>
                  <a:lnTo>
                    <a:pt x="1650619" y="19050"/>
                  </a:lnTo>
                  <a:lnTo>
                    <a:pt x="1654937" y="14732"/>
                  </a:lnTo>
                  <a:lnTo>
                    <a:pt x="1654937" y="4318"/>
                  </a:lnTo>
                  <a:lnTo>
                    <a:pt x="1650619" y="0"/>
                  </a:lnTo>
                  <a:close/>
                </a:path>
                <a:path w="10424160" h="5213350">
                  <a:moveTo>
                    <a:pt x="1645412" y="0"/>
                  </a:moveTo>
                  <a:lnTo>
                    <a:pt x="1645284" y="0"/>
                  </a:lnTo>
                  <a:lnTo>
                    <a:pt x="1645284" y="6350"/>
                  </a:lnTo>
                  <a:lnTo>
                    <a:pt x="1645412" y="6350"/>
                  </a:lnTo>
                  <a:lnTo>
                    <a:pt x="1645412" y="0"/>
                  </a:lnTo>
                  <a:close/>
                </a:path>
                <a:path w="10424160" h="5213350">
                  <a:moveTo>
                    <a:pt x="1683512" y="0"/>
                  </a:moveTo>
                  <a:lnTo>
                    <a:pt x="1678177" y="0"/>
                  </a:lnTo>
                  <a:lnTo>
                    <a:pt x="1673987" y="4318"/>
                  </a:lnTo>
                  <a:lnTo>
                    <a:pt x="1673987" y="14732"/>
                  </a:lnTo>
                  <a:lnTo>
                    <a:pt x="1678177" y="19050"/>
                  </a:lnTo>
                  <a:lnTo>
                    <a:pt x="1683512" y="19050"/>
                  </a:lnTo>
                  <a:lnTo>
                    <a:pt x="1683512" y="0"/>
                  </a:lnTo>
                  <a:close/>
                </a:path>
                <a:path w="10424160" h="5213350">
                  <a:moveTo>
                    <a:pt x="1688719" y="0"/>
                  </a:moveTo>
                  <a:lnTo>
                    <a:pt x="1683512" y="0"/>
                  </a:lnTo>
                  <a:lnTo>
                    <a:pt x="1683512" y="19050"/>
                  </a:lnTo>
                  <a:lnTo>
                    <a:pt x="1688719" y="19050"/>
                  </a:lnTo>
                  <a:lnTo>
                    <a:pt x="1693037" y="14732"/>
                  </a:lnTo>
                  <a:lnTo>
                    <a:pt x="1693037" y="4318"/>
                  </a:lnTo>
                  <a:lnTo>
                    <a:pt x="1688719" y="0"/>
                  </a:lnTo>
                  <a:close/>
                </a:path>
                <a:path w="10424160" h="5213350">
                  <a:moveTo>
                    <a:pt x="1721612" y="0"/>
                  </a:moveTo>
                  <a:lnTo>
                    <a:pt x="1716277" y="0"/>
                  </a:lnTo>
                  <a:lnTo>
                    <a:pt x="1712087" y="4318"/>
                  </a:lnTo>
                  <a:lnTo>
                    <a:pt x="1712087" y="14732"/>
                  </a:lnTo>
                  <a:lnTo>
                    <a:pt x="1716277" y="19050"/>
                  </a:lnTo>
                  <a:lnTo>
                    <a:pt x="1721612" y="19050"/>
                  </a:lnTo>
                  <a:lnTo>
                    <a:pt x="1721612" y="0"/>
                  </a:lnTo>
                  <a:close/>
                </a:path>
                <a:path w="10424160" h="5213350">
                  <a:moveTo>
                    <a:pt x="1726819" y="0"/>
                  </a:moveTo>
                  <a:lnTo>
                    <a:pt x="1721612" y="0"/>
                  </a:lnTo>
                  <a:lnTo>
                    <a:pt x="1721612" y="19050"/>
                  </a:lnTo>
                  <a:lnTo>
                    <a:pt x="1726819" y="19050"/>
                  </a:lnTo>
                  <a:lnTo>
                    <a:pt x="1731137" y="14732"/>
                  </a:lnTo>
                  <a:lnTo>
                    <a:pt x="1731137" y="4318"/>
                  </a:lnTo>
                  <a:lnTo>
                    <a:pt x="1726819" y="0"/>
                  </a:lnTo>
                  <a:close/>
                </a:path>
                <a:path w="10424160" h="5213350">
                  <a:moveTo>
                    <a:pt x="1759712" y="0"/>
                  </a:moveTo>
                  <a:lnTo>
                    <a:pt x="1754377" y="0"/>
                  </a:lnTo>
                  <a:lnTo>
                    <a:pt x="1750187" y="4318"/>
                  </a:lnTo>
                  <a:lnTo>
                    <a:pt x="1750187" y="14732"/>
                  </a:lnTo>
                  <a:lnTo>
                    <a:pt x="1754377" y="19050"/>
                  </a:lnTo>
                  <a:lnTo>
                    <a:pt x="1759712" y="19050"/>
                  </a:lnTo>
                  <a:lnTo>
                    <a:pt x="1759712" y="0"/>
                  </a:lnTo>
                  <a:close/>
                </a:path>
                <a:path w="10424160" h="5213350">
                  <a:moveTo>
                    <a:pt x="1764919" y="0"/>
                  </a:moveTo>
                  <a:lnTo>
                    <a:pt x="1759712" y="0"/>
                  </a:lnTo>
                  <a:lnTo>
                    <a:pt x="1759712" y="19050"/>
                  </a:lnTo>
                  <a:lnTo>
                    <a:pt x="1764919" y="19050"/>
                  </a:lnTo>
                  <a:lnTo>
                    <a:pt x="1769237" y="14732"/>
                  </a:lnTo>
                  <a:lnTo>
                    <a:pt x="1769237" y="4318"/>
                  </a:lnTo>
                  <a:lnTo>
                    <a:pt x="1764919" y="0"/>
                  </a:lnTo>
                  <a:close/>
                </a:path>
                <a:path w="10424160" h="5213350">
                  <a:moveTo>
                    <a:pt x="1797812" y="0"/>
                  </a:moveTo>
                  <a:lnTo>
                    <a:pt x="1792605" y="0"/>
                  </a:lnTo>
                  <a:lnTo>
                    <a:pt x="1788287" y="4318"/>
                  </a:lnTo>
                  <a:lnTo>
                    <a:pt x="1788287" y="14732"/>
                  </a:lnTo>
                  <a:lnTo>
                    <a:pt x="1792605" y="19050"/>
                  </a:lnTo>
                  <a:lnTo>
                    <a:pt x="1797812" y="19050"/>
                  </a:lnTo>
                  <a:lnTo>
                    <a:pt x="1797812" y="0"/>
                  </a:lnTo>
                  <a:close/>
                </a:path>
                <a:path w="10424160" h="5213350">
                  <a:moveTo>
                    <a:pt x="1803145" y="0"/>
                  </a:moveTo>
                  <a:lnTo>
                    <a:pt x="1797812" y="0"/>
                  </a:lnTo>
                  <a:lnTo>
                    <a:pt x="1797812" y="19050"/>
                  </a:lnTo>
                  <a:lnTo>
                    <a:pt x="1803145" y="19050"/>
                  </a:lnTo>
                  <a:lnTo>
                    <a:pt x="1807337" y="14732"/>
                  </a:lnTo>
                  <a:lnTo>
                    <a:pt x="1807337" y="4318"/>
                  </a:lnTo>
                  <a:lnTo>
                    <a:pt x="1803145" y="0"/>
                  </a:lnTo>
                  <a:close/>
                </a:path>
                <a:path w="10424160" h="5213350">
                  <a:moveTo>
                    <a:pt x="1835912" y="0"/>
                  </a:moveTo>
                  <a:lnTo>
                    <a:pt x="1830705" y="0"/>
                  </a:lnTo>
                  <a:lnTo>
                    <a:pt x="1826387" y="4318"/>
                  </a:lnTo>
                  <a:lnTo>
                    <a:pt x="1826387" y="14732"/>
                  </a:lnTo>
                  <a:lnTo>
                    <a:pt x="1830705" y="19050"/>
                  </a:lnTo>
                  <a:lnTo>
                    <a:pt x="1835912" y="19050"/>
                  </a:lnTo>
                  <a:lnTo>
                    <a:pt x="1835912" y="0"/>
                  </a:lnTo>
                  <a:close/>
                </a:path>
                <a:path w="10424160" h="5213350">
                  <a:moveTo>
                    <a:pt x="1841245" y="0"/>
                  </a:moveTo>
                  <a:lnTo>
                    <a:pt x="1835912" y="0"/>
                  </a:lnTo>
                  <a:lnTo>
                    <a:pt x="1835912" y="19050"/>
                  </a:lnTo>
                  <a:lnTo>
                    <a:pt x="1841245" y="19050"/>
                  </a:lnTo>
                  <a:lnTo>
                    <a:pt x="1845437" y="14732"/>
                  </a:lnTo>
                  <a:lnTo>
                    <a:pt x="1845437" y="4318"/>
                  </a:lnTo>
                  <a:lnTo>
                    <a:pt x="1841245" y="0"/>
                  </a:lnTo>
                  <a:close/>
                </a:path>
                <a:path w="10424160" h="5213350">
                  <a:moveTo>
                    <a:pt x="1874012" y="0"/>
                  </a:moveTo>
                  <a:lnTo>
                    <a:pt x="1868805" y="0"/>
                  </a:lnTo>
                  <a:lnTo>
                    <a:pt x="1864487" y="4318"/>
                  </a:lnTo>
                  <a:lnTo>
                    <a:pt x="1864487" y="14732"/>
                  </a:lnTo>
                  <a:lnTo>
                    <a:pt x="1868805" y="19050"/>
                  </a:lnTo>
                  <a:lnTo>
                    <a:pt x="1874012" y="19050"/>
                  </a:lnTo>
                  <a:lnTo>
                    <a:pt x="1874012" y="0"/>
                  </a:lnTo>
                  <a:close/>
                </a:path>
                <a:path w="10424160" h="5213350">
                  <a:moveTo>
                    <a:pt x="1879345" y="0"/>
                  </a:moveTo>
                  <a:lnTo>
                    <a:pt x="1874139" y="0"/>
                  </a:lnTo>
                  <a:lnTo>
                    <a:pt x="1874139" y="19050"/>
                  </a:lnTo>
                  <a:lnTo>
                    <a:pt x="1879345" y="19050"/>
                  </a:lnTo>
                  <a:lnTo>
                    <a:pt x="1883664" y="14732"/>
                  </a:lnTo>
                  <a:lnTo>
                    <a:pt x="1883664" y="4318"/>
                  </a:lnTo>
                  <a:lnTo>
                    <a:pt x="1879345" y="0"/>
                  </a:lnTo>
                  <a:close/>
                </a:path>
                <a:path w="10424160" h="5213350">
                  <a:moveTo>
                    <a:pt x="1912239" y="0"/>
                  </a:moveTo>
                  <a:lnTo>
                    <a:pt x="1906905" y="0"/>
                  </a:lnTo>
                  <a:lnTo>
                    <a:pt x="1902714" y="4318"/>
                  </a:lnTo>
                  <a:lnTo>
                    <a:pt x="1902714" y="14732"/>
                  </a:lnTo>
                  <a:lnTo>
                    <a:pt x="1906905" y="19050"/>
                  </a:lnTo>
                  <a:lnTo>
                    <a:pt x="1912239" y="19050"/>
                  </a:lnTo>
                  <a:lnTo>
                    <a:pt x="1912239" y="0"/>
                  </a:lnTo>
                  <a:close/>
                </a:path>
                <a:path w="10424160" h="5213350">
                  <a:moveTo>
                    <a:pt x="1917445" y="0"/>
                  </a:moveTo>
                  <a:lnTo>
                    <a:pt x="1912239" y="0"/>
                  </a:lnTo>
                  <a:lnTo>
                    <a:pt x="1912239" y="19050"/>
                  </a:lnTo>
                  <a:lnTo>
                    <a:pt x="1917445" y="19050"/>
                  </a:lnTo>
                  <a:lnTo>
                    <a:pt x="1921764" y="14732"/>
                  </a:lnTo>
                  <a:lnTo>
                    <a:pt x="1921764" y="4318"/>
                  </a:lnTo>
                  <a:lnTo>
                    <a:pt x="1917445" y="0"/>
                  </a:lnTo>
                  <a:close/>
                </a:path>
                <a:path w="10424160" h="5213350">
                  <a:moveTo>
                    <a:pt x="1950339" y="0"/>
                  </a:moveTo>
                  <a:lnTo>
                    <a:pt x="1945005" y="0"/>
                  </a:lnTo>
                  <a:lnTo>
                    <a:pt x="1940814" y="4318"/>
                  </a:lnTo>
                  <a:lnTo>
                    <a:pt x="1940814" y="14732"/>
                  </a:lnTo>
                  <a:lnTo>
                    <a:pt x="1945005" y="19050"/>
                  </a:lnTo>
                  <a:lnTo>
                    <a:pt x="1950339" y="19050"/>
                  </a:lnTo>
                  <a:lnTo>
                    <a:pt x="1950339" y="0"/>
                  </a:lnTo>
                  <a:close/>
                </a:path>
                <a:path w="10424160" h="5213350">
                  <a:moveTo>
                    <a:pt x="1955545" y="0"/>
                  </a:moveTo>
                  <a:lnTo>
                    <a:pt x="1950339" y="0"/>
                  </a:lnTo>
                  <a:lnTo>
                    <a:pt x="1950339" y="19050"/>
                  </a:lnTo>
                  <a:lnTo>
                    <a:pt x="1955545" y="19050"/>
                  </a:lnTo>
                  <a:lnTo>
                    <a:pt x="1959864" y="14732"/>
                  </a:lnTo>
                  <a:lnTo>
                    <a:pt x="1959864" y="4318"/>
                  </a:lnTo>
                  <a:lnTo>
                    <a:pt x="1955545" y="0"/>
                  </a:lnTo>
                  <a:close/>
                </a:path>
                <a:path w="10424160" h="5213350">
                  <a:moveTo>
                    <a:pt x="1988439" y="0"/>
                  </a:moveTo>
                  <a:lnTo>
                    <a:pt x="1983105" y="0"/>
                  </a:lnTo>
                  <a:lnTo>
                    <a:pt x="1978914" y="4318"/>
                  </a:lnTo>
                  <a:lnTo>
                    <a:pt x="1978914" y="14732"/>
                  </a:lnTo>
                  <a:lnTo>
                    <a:pt x="1983105" y="19050"/>
                  </a:lnTo>
                  <a:lnTo>
                    <a:pt x="1988439" y="19050"/>
                  </a:lnTo>
                  <a:lnTo>
                    <a:pt x="1988439" y="0"/>
                  </a:lnTo>
                  <a:close/>
                </a:path>
                <a:path w="10424160" h="5213350">
                  <a:moveTo>
                    <a:pt x="1993645" y="0"/>
                  </a:moveTo>
                  <a:lnTo>
                    <a:pt x="1988439" y="0"/>
                  </a:lnTo>
                  <a:lnTo>
                    <a:pt x="1988439" y="19050"/>
                  </a:lnTo>
                  <a:lnTo>
                    <a:pt x="1993645" y="19050"/>
                  </a:lnTo>
                  <a:lnTo>
                    <a:pt x="1997964" y="14732"/>
                  </a:lnTo>
                  <a:lnTo>
                    <a:pt x="1997964" y="4318"/>
                  </a:lnTo>
                  <a:lnTo>
                    <a:pt x="1993645" y="0"/>
                  </a:lnTo>
                  <a:close/>
                </a:path>
                <a:path w="10424160" h="5213350">
                  <a:moveTo>
                    <a:pt x="2026539" y="0"/>
                  </a:moveTo>
                  <a:lnTo>
                    <a:pt x="2021332" y="0"/>
                  </a:lnTo>
                  <a:lnTo>
                    <a:pt x="2017014" y="4318"/>
                  </a:lnTo>
                  <a:lnTo>
                    <a:pt x="2017014" y="14732"/>
                  </a:lnTo>
                  <a:lnTo>
                    <a:pt x="2021332" y="19050"/>
                  </a:lnTo>
                  <a:lnTo>
                    <a:pt x="2026539" y="19050"/>
                  </a:lnTo>
                  <a:lnTo>
                    <a:pt x="2026539" y="0"/>
                  </a:lnTo>
                  <a:close/>
                </a:path>
                <a:path w="10424160" h="5213350">
                  <a:moveTo>
                    <a:pt x="2031872" y="0"/>
                  </a:moveTo>
                  <a:lnTo>
                    <a:pt x="2026539" y="0"/>
                  </a:lnTo>
                  <a:lnTo>
                    <a:pt x="2026539" y="19050"/>
                  </a:lnTo>
                  <a:lnTo>
                    <a:pt x="2031872" y="19050"/>
                  </a:lnTo>
                  <a:lnTo>
                    <a:pt x="2036064" y="14732"/>
                  </a:lnTo>
                  <a:lnTo>
                    <a:pt x="2036064" y="4318"/>
                  </a:lnTo>
                  <a:lnTo>
                    <a:pt x="2031872" y="0"/>
                  </a:lnTo>
                  <a:close/>
                </a:path>
                <a:path w="10424160" h="5213350">
                  <a:moveTo>
                    <a:pt x="2064639" y="0"/>
                  </a:moveTo>
                  <a:lnTo>
                    <a:pt x="2059432" y="0"/>
                  </a:lnTo>
                  <a:lnTo>
                    <a:pt x="2055114" y="4318"/>
                  </a:lnTo>
                  <a:lnTo>
                    <a:pt x="2055114" y="14732"/>
                  </a:lnTo>
                  <a:lnTo>
                    <a:pt x="2059432" y="19050"/>
                  </a:lnTo>
                  <a:lnTo>
                    <a:pt x="2064639" y="19050"/>
                  </a:lnTo>
                  <a:lnTo>
                    <a:pt x="2064639" y="0"/>
                  </a:lnTo>
                  <a:close/>
                </a:path>
                <a:path w="10424160" h="5213350">
                  <a:moveTo>
                    <a:pt x="2069972" y="0"/>
                  </a:moveTo>
                  <a:lnTo>
                    <a:pt x="2064639" y="0"/>
                  </a:lnTo>
                  <a:lnTo>
                    <a:pt x="2064639" y="19050"/>
                  </a:lnTo>
                  <a:lnTo>
                    <a:pt x="2069972" y="19050"/>
                  </a:lnTo>
                  <a:lnTo>
                    <a:pt x="2074164" y="14732"/>
                  </a:lnTo>
                  <a:lnTo>
                    <a:pt x="2074164" y="4318"/>
                  </a:lnTo>
                  <a:lnTo>
                    <a:pt x="2069972" y="0"/>
                  </a:lnTo>
                  <a:close/>
                </a:path>
                <a:path w="10424160" h="5213350">
                  <a:moveTo>
                    <a:pt x="2102739" y="0"/>
                  </a:moveTo>
                  <a:lnTo>
                    <a:pt x="2097532" y="0"/>
                  </a:lnTo>
                  <a:lnTo>
                    <a:pt x="2093214" y="4318"/>
                  </a:lnTo>
                  <a:lnTo>
                    <a:pt x="2093214" y="14732"/>
                  </a:lnTo>
                  <a:lnTo>
                    <a:pt x="2097532" y="19050"/>
                  </a:lnTo>
                  <a:lnTo>
                    <a:pt x="2102739" y="19050"/>
                  </a:lnTo>
                  <a:lnTo>
                    <a:pt x="2102739" y="0"/>
                  </a:lnTo>
                  <a:close/>
                </a:path>
                <a:path w="10424160" h="5213350">
                  <a:moveTo>
                    <a:pt x="2108072" y="0"/>
                  </a:moveTo>
                  <a:lnTo>
                    <a:pt x="2102739" y="0"/>
                  </a:lnTo>
                  <a:lnTo>
                    <a:pt x="2102739" y="19050"/>
                  </a:lnTo>
                  <a:lnTo>
                    <a:pt x="2108072" y="19050"/>
                  </a:lnTo>
                  <a:lnTo>
                    <a:pt x="2112264" y="14732"/>
                  </a:lnTo>
                  <a:lnTo>
                    <a:pt x="2112264" y="4318"/>
                  </a:lnTo>
                  <a:lnTo>
                    <a:pt x="2108072" y="0"/>
                  </a:lnTo>
                  <a:close/>
                </a:path>
                <a:path w="10424160" h="5213350">
                  <a:moveTo>
                    <a:pt x="2140839" y="0"/>
                  </a:moveTo>
                  <a:lnTo>
                    <a:pt x="2135632" y="0"/>
                  </a:lnTo>
                  <a:lnTo>
                    <a:pt x="2131314" y="4318"/>
                  </a:lnTo>
                  <a:lnTo>
                    <a:pt x="2131314" y="14732"/>
                  </a:lnTo>
                  <a:lnTo>
                    <a:pt x="2135632" y="19050"/>
                  </a:lnTo>
                  <a:lnTo>
                    <a:pt x="2140839" y="19050"/>
                  </a:lnTo>
                  <a:lnTo>
                    <a:pt x="2140839" y="0"/>
                  </a:lnTo>
                  <a:close/>
                </a:path>
                <a:path w="10424160" h="5213350">
                  <a:moveTo>
                    <a:pt x="2146172" y="0"/>
                  </a:moveTo>
                  <a:lnTo>
                    <a:pt x="2140966" y="0"/>
                  </a:lnTo>
                  <a:lnTo>
                    <a:pt x="2140966" y="19050"/>
                  </a:lnTo>
                  <a:lnTo>
                    <a:pt x="2146172" y="19050"/>
                  </a:lnTo>
                  <a:lnTo>
                    <a:pt x="2150491" y="14732"/>
                  </a:lnTo>
                  <a:lnTo>
                    <a:pt x="2150491" y="4318"/>
                  </a:lnTo>
                  <a:lnTo>
                    <a:pt x="2146172" y="0"/>
                  </a:lnTo>
                  <a:close/>
                </a:path>
                <a:path w="10424160" h="5213350">
                  <a:moveTo>
                    <a:pt x="2179066" y="0"/>
                  </a:moveTo>
                  <a:lnTo>
                    <a:pt x="2173732" y="0"/>
                  </a:lnTo>
                  <a:lnTo>
                    <a:pt x="2169541" y="4318"/>
                  </a:lnTo>
                  <a:lnTo>
                    <a:pt x="2169541" y="14732"/>
                  </a:lnTo>
                  <a:lnTo>
                    <a:pt x="2173732" y="19050"/>
                  </a:lnTo>
                  <a:lnTo>
                    <a:pt x="2179066" y="19050"/>
                  </a:lnTo>
                  <a:lnTo>
                    <a:pt x="2179066" y="0"/>
                  </a:lnTo>
                  <a:close/>
                </a:path>
                <a:path w="10424160" h="5213350">
                  <a:moveTo>
                    <a:pt x="2184272" y="0"/>
                  </a:moveTo>
                  <a:lnTo>
                    <a:pt x="2179066" y="0"/>
                  </a:lnTo>
                  <a:lnTo>
                    <a:pt x="2179066" y="19050"/>
                  </a:lnTo>
                  <a:lnTo>
                    <a:pt x="2184272" y="19050"/>
                  </a:lnTo>
                  <a:lnTo>
                    <a:pt x="2188591" y="14732"/>
                  </a:lnTo>
                  <a:lnTo>
                    <a:pt x="2188591" y="4318"/>
                  </a:lnTo>
                  <a:lnTo>
                    <a:pt x="2184272" y="0"/>
                  </a:lnTo>
                  <a:close/>
                </a:path>
                <a:path w="10424160" h="5213350">
                  <a:moveTo>
                    <a:pt x="2217166" y="0"/>
                  </a:moveTo>
                  <a:lnTo>
                    <a:pt x="2211832" y="0"/>
                  </a:lnTo>
                  <a:lnTo>
                    <a:pt x="2207641" y="4318"/>
                  </a:lnTo>
                  <a:lnTo>
                    <a:pt x="2207641" y="14732"/>
                  </a:lnTo>
                  <a:lnTo>
                    <a:pt x="2211832" y="19050"/>
                  </a:lnTo>
                  <a:lnTo>
                    <a:pt x="2217166" y="19050"/>
                  </a:lnTo>
                  <a:lnTo>
                    <a:pt x="2217166" y="0"/>
                  </a:lnTo>
                  <a:close/>
                </a:path>
                <a:path w="10424160" h="5213350">
                  <a:moveTo>
                    <a:pt x="2222372" y="0"/>
                  </a:moveTo>
                  <a:lnTo>
                    <a:pt x="2217166" y="0"/>
                  </a:lnTo>
                  <a:lnTo>
                    <a:pt x="2217166" y="19050"/>
                  </a:lnTo>
                  <a:lnTo>
                    <a:pt x="2222372" y="19050"/>
                  </a:lnTo>
                  <a:lnTo>
                    <a:pt x="2226691" y="14732"/>
                  </a:lnTo>
                  <a:lnTo>
                    <a:pt x="2226691" y="4318"/>
                  </a:lnTo>
                  <a:lnTo>
                    <a:pt x="2222372" y="0"/>
                  </a:lnTo>
                  <a:close/>
                </a:path>
                <a:path w="10424160" h="5213350">
                  <a:moveTo>
                    <a:pt x="2255266" y="0"/>
                  </a:moveTo>
                  <a:lnTo>
                    <a:pt x="2249932" y="0"/>
                  </a:lnTo>
                  <a:lnTo>
                    <a:pt x="2245741" y="4318"/>
                  </a:lnTo>
                  <a:lnTo>
                    <a:pt x="2245741" y="14732"/>
                  </a:lnTo>
                  <a:lnTo>
                    <a:pt x="2249932" y="19050"/>
                  </a:lnTo>
                  <a:lnTo>
                    <a:pt x="2255266" y="19050"/>
                  </a:lnTo>
                  <a:lnTo>
                    <a:pt x="2255266" y="0"/>
                  </a:lnTo>
                  <a:close/>
                </a:path>
                <a:path w="10424160" h="5213350">
                  <a:moveTo>
                    <a:pt x="2260472" y="0"/>
                  </a:moveTo>
                  <a:lnTo>
                    <a:pt x="2255266" y="0"/>
                  </a:lnTo>
                  <a:lnTo>
                    <a:pt x="2255266" y="19050"/>
                  </a:lnTo>
                  <a:lnTo>
                    <a:pt x="2260472" y="19050"/>
                  </a:lnTo>
                  <a:lnTo>
                    <a:pt x="2264791" y="14732"/>
                  </a:lnTo>
                  <a:lnTo>
                    <a:pt x="2264791" y="4318"/>
                  </a:lnTo>
                  <a:lnTo>
                    <a:pt x="2260472" y="0"/>
                  </a:lnTo>
                  <a:close/>
                </a:path>
                <a:path w="10424160" h="5213350">
                  <a:moveTo>
                    <a:pt x="2293366" y="0"/>
                  </a:moveTo>
                  <a:lnTo>
                    <a:pt x="2288159" y="0"/>
                  </a:lnTo>
                  <a:lnTo>
                    <a:pt x="2283841" y="4318"/>
                  </a:lnTo>
                  <a:lnTo>
                    <a:pt x="2283841" y="14732"/>
                  </a:lnTo>
                  <a:lnTo>
                    <a:pt x="2288159" y="19050"/>
                  </a:lnTo>
                  <a:lnTo>
                    <a:pt x="2293366" y="19050"/>
                  </a:lnTo>
                  <a:lnTo>
                    <a:pt x="2293366" y="0"/>
                  </a:lnTo>
                  <a:close/>
                </a:path>
                <a:path w="10424160" h="5213350">
                  <a:moveTo>
                    <a:pt x="2298700" y="0"/>
                  </a:moveTo>
                  <a:lnTo>
                    <a:pt x="2293366" y="0"/>
                  </a:lnTo>
                  <a:lnTo>
                    <a:pt x="2293366" y="19050"/>
                  </a:lnTo>
                  <a:lnTo>
                    <a:pt x="2298700" y="19050"/>
                  </a:lnTo>
                  <a:lnTo>
                    <a:pt x="2302891" y="14732"/>
                  </a:lnTo>
                  <a:lnTo>
                    <a:pt x="2302891" y="4318"/>
                  </a:lnTo>
                  <a:lnTo>
                    <a:pt x="2298700" y="0"/>
                  </a:lnTo>
                  <a:close/>
                </a:path>
                <a:path w="10424160" h="5213350">
                  <a:moveTo>
                    <a:pt x="2331466" y="0"/>
                  </a:moveTo>
                  <a:lnTo>
                    <a:pt x="2326259" y="0"/>
                  </a:lnTo>
                  <a:lnTo>
                    <a:pt x="2321941" y="4318"/>
                  </a:lnTo>
                  <a:lnTo>
                    <a:pt x="2321941" y="14732"/>
                  </a:lnTo>
                  <a:lnTo>
                    <a:pt x="2326259" y="19050"/>
                  </a:lnTo>
                  <a:lnTo>
                    <a:pt x="2331466" y="19050"/>
                  </a:lnTo>
                  <a:lnTo>
                    <a:pt x="2331466" y="0"/>
                  </a:lnTo>
                  <a:close/>
                </a:path>
                <a:path w="10424160" h="5213350">
                  <a:moveTo>
                    <a:pt x="2336800" y="0"/>
                  </a:moveTo>
                  <a:lnTo>
                    <a:pt x="2331466" y="0"/>
                  </a:lnTo>
                  <a:lnTo>
                    <a:pt x="2331466" y="19050"/>
                  </a:lnTo>
                  <a:lnTo>
                    <a:pt x="2336800" y="19050"/>
                  </a:lnTo>
                  <a:lnTo>
                    <a:pt x="2340991" y="14732"/>
                  </a:lnTo>
                  <a:lnTo>
                    <a:pt x="2340991" y="4318"/>
                  </a:lnTo>
                  <a:lnTo>
                    <a:pt x="2336800" y="0"/>
                  </a:lnTo>
                  <a:close/>
                </a:path>
                <a:path w="10424160" h="5213350">
                  <a:moveTo>
                    <a:pt x="2369566" y="0"/>
                  </a:moveTo>
                  <a:lnTo>
                    <a:pt x="2364359" y="0"/>
                  </a:lnTo>
                  <a:lnTo>
                    <a:pt x="2360041" y="4318"/>
                  </a:lnTo>
                  <a:lnTo>
                    <a:pt x="2360041" y="14732"/>
                  </a:lnTo>
                  <a:lnTo>
                    <a:pt x="2364359" y="19050"/>
                  </a:lnTo>
                  <a:lnTo>
                    <a:pt x="2369566" y="19050"/>
                  </a:lnTo>
                  <a:lnTo>
                    <a:pt x="2369566" y="0"/>
                  </a:lnTo>
                  <a:close/>
                </a:path>
                <a:path w="10424160" h="5213350">
                  <a:moveTo>
                    <a:pt x="2374900" y="0"/>
                  </a:moveTo>
                  <a:lnTo>
                    <a:pt x="2369566" y="0"/>
                  </a:lnTo>
                  <a:lnTo>
                    <a:pt x="2369566" y="19050"/>
                  </a:lnTo>
                  <a:lnTo>
                    <a:pt x="2374900" y="19050"/>
                  </a:lnTo>
                  <a:lnTo>
                    <a:pt x="2379091" y="14732"/>
                  </a:lnTo>
                  <a:lnTo>
                    <a:pt x="2379091" y="4318"/>
                  </a:lnTo>
                  <a:lnTo>
                    <a:pt x="2374900" y="0"/>
                  </a:lnTo>
                  <a:close/>
                </a:path>
                <a:path w="10424160" h="5213350">
                  <a:moveTo>
                    <a:pt x="2407666" y="0"/>
                  </a:moveTo>
                  <a:lnTo>
                    <a:pt x="2402459" y="0"/>
                  </a:lnTo>
                  <a:lnTo>
                    <a:pt x="2398141" y="4318"/>
                  </a:lnTo>
                  <a:lnTo>
                    <a:pt x="2398141" y="14732"/>
                  </a:lnTo>
                  <a:lnTo>
                    <a:pt x="2402459" y="19050"/>
                  </a:lnTo>
                  <a:lnTo>
                    <a:pt x="2407666" y="19050"/>
                  </a:lnTo>
                  <a:lnTo>
                    <a:pt x="2407666" y="0"/>
                  </a:lnTo>
                  <a:close/>
                </a:path>
                <a:path w="10424160" h="5213350">
                  <a:moveTo>
                    <a:pt x="2407793" y="12700"/>
                  </a:moveTo>
                  <a:lnTo>
                    <a:pt x="2407666" y="12700"/>
                  </a:lnTo>
                  <a:lnTo>
                    <a:pt x="2407666" y="19050"/>
                  </a:lnTo>
                  <a:lnTo>
                    <a:pt x="2407793" y="19050"/>
                  </a:lnTo>
                  <a:lnTo>
                    <a:pt x="2407793" y="12700"/>
                  </a:lnTo>
                  <a:close/>
                </a:path>
                <a:path w="10424160" h="5213350">
                  <a:moveTo>
                    <a:pt x="2413000" y="0"/>
                  </a:moveTo>
                  <a:lnTo>
                    <a:pt x="2407793" y="0"/>
                  </a:lnTo>
                  <a:lnTo>
                    <a:pt x="2407793" y="19050"/>
                  </a:lnTo>
                  <a:lnTo>
                    <a:pt x="2413000" y="19050"/>
                  </a:lnTo>
                  <a:lnTo>
                    <a:pt x="2417318" y="14732"/>
                  </a:lnTo>
                  <a:lnTo>
                    <a:pt x="2417318" y="4318"/>
                  </a:lnTo>
                  <a:lnTo>
                    <a:pt x="2413000" y="0"/>
                  </a:lnTo>
                  <a:close/>
                </a:path>
                <a:path w="10424160" h="5213350">
                  <a:moveTo>
                    <a:pt x="2407793" y="0"/>
                  </a:moveTo>
                  <a:lnTo>
                    <a:pt x="2407666" y="0"/>
                  </a:lnTo>
                  <a:lnTo>
                    <a:pt x="2407666" y="6350"/>
                  </a:lnTo>
                  <a:lnTo>
                    <a:pt x="2407793" y="6350"/>
                  </a:lnTo>
                  <a:lnTo>
                    <a:pt x="2407793" y="0"/>
                  </a:lnTo>
                  <a:close/>
                </a:path>
                <a:path w="10424160" h="5213350">
                  <a:moveTo>
                    <a:pt x="2445893" y="0"/>
                  </a:moveTo>
                  <a:lnTo>
                    <a:pt x="2440559" y="0"/>
                  </a:lnTo>
                  <a:lnTo>
                    <a:pt x="2436368" y="4318"/>
                  </a:lnTo>
                  <a:lnTo>
                    <a:pt x="2436368" y="14732"/>
                  </a:lnTo>
                  <a:lnTo>
                    <a:pt x="2440559" y="19050"/>
                  </a:lnTo>
                  <a:lnTo>
                    <a:pt x="2445893" y="19050"/>
                  </a:lnTo>
                  <a:lnTo>
                    <a:pt x="2445893" y="0"/>
                  </a:lnTo>
                  <a:close/>
                </a:path>
                <a:path w="10424160" h="5213350">
                  <a:moveTo>
                    <a:pt x="2451100" y="0"/>
                  </a:moveTo>
                  <a:lnTo>
                    <a:pt x="2445893" y="0"/>
                  </a:lnTo>
                  <a:lnTo>
                    <a:pt x="2445893" y="19050"/>
                  </a:lnTo>
                  <a:lnTo>
                    <a:pt x="2451100" y="19050"/>
                  </a:lnTo>
                  <a:lnTo>
                    <a:pt x="2455418" y="14732"/>
                  </a:lnTo>
                  <a:lnTo>
                    <a:pt x="2455418" y="4318"/>
                  </a:lnTo>
                  <a:lnTo>
                    <a:pt x="2451100" y="0"/>
                  </a:lnTo>
                  <a:close/>
                </a:path>
                <a:path w="10424160" h="5213350">
                  <a:moveTo>
                    <a:pt x="2483993" y="0"/>
                  </a:moveTo>
                  <a:lnTo>
                    <a:pt x="2478659" y="0"/>
                  </a:lnTo>
                  <a:lnTo>
                    <a:pt x="2474468" y="4318"/>
                  </a:lnTo>
                  <a:lnTo>
                    <a:pt x="2474468" y="14732"/>
                  </a:lnTo>
                  <a:lnTo>
                    <a:pt x="2478659" y="19050"/>
                  </a:lnTo>
                  <a:lnTo>
                    <a:pt x="2483993" y="19050"/>
                  </a:lnTo>
                  <a:lnTo>
                    <a:pt x="2483993" y="0"/>
                  </a:lnTo>
                  <a:close/>
                </a:path>
                <a:path w="10424160" h="5213350">
                  <a:moveTo>
                    <a:pt x="2489200" y="0"/>
                  </a:moveTo>
                  <a:lnTo>
                    <a:pt x="2483993" y="0"/>
                  </a:lnTo>
                  <a:lnTo>
                    <a:pt x="2483993" y="19050"/>
                  </a:lnTo>
                  <a:lnTo>
                    <a:pt x="2489200" y="19050"/>
                  </a:lnTo>
                  <a:lnTo>
                    <a:pt x="2493518" y="14732"/>
                  </a:lnTo>
                  <a:lnTo>
                    <a:pt x="2493518" y="4318"/>
                  </a:lnTo>
                  <a:lnTo>
                    <a:pt x="2489200" y="0"/>
                  </a:lnTo>
                  <a:close/>
                </a:path>
                <a:path w="10424160" h="5213350">
                  <a:moveTo>
                    <a:pt x="2522093" y="0"/>
                  </a:moveTo>
                  <a:lnTo>
                    <a:pt x="2516759" y="0"/>
                  </a:lnTo>
                  <a:lnTo>
                    <a:pt x="2512568" y="4318"/>
                  </a:lnTo>
                  <a:lnTo>
                    <a:pt x="2512568" y="14732"/>
                  </a:lnTo>
                  <a:lnTo>
                    <a:pt x="2516759" y="19050"/>
                  </a:lnTo>
                  <a:lnTo>
                    <a:pt x="2522093" y="19050"/>
                  </a:lnTo>
                  <a:lnTo>
                    <a:pt x="2522093" y="0"/>
                  </a:lnTo>
                  <a:close/>
                </a:path>
                <a:path w="10424160" h="5213350">
                  <a:moveTo>
                    <a:pt x="2527300" y="0"/>
                  </a:moveTo>
                  <a:lnTo>
                    <a:pt x="2522093" y="0"/>
                  </a:lnTo>
                  <a:lnTo>
                    <a:pt x="2522093" y="19050"/>
                  </a:lnTo>
                  <a:lnTo>
                    <a:pt x="2527300" y="19050"/>
                  </a:lnTo>
                  <a:lnTo>
                    <a:pt x="2531618" y="14732"/>
                  </a:lnTo>
                  <a:lnTo>
                    <a:pt x="2531618" y="4318"/>
                  </a:lnTo>
                  <a:lnTo>
                    <a:pt x="2527300" y="0"/>
                  </a:lnTo>
                  <a:close/>
                </a:path>
                <a:path w="10424160" h="5213350">
                  <a:moveTo>
                    <a:pt x="2560193" y="0"/>
                  </a:moveTo>
                  <a:lnTo>
                    <a:pt x="2554985" y="0"/>
                  </a:lnTo>
                  <a:lnTo>
                    <a:pt x="2550668" y="4318"/>
                  </a:lnTo>
                  <a:lnTo>
                    <a:pt x="2550668" y="14732"/>
                  </a:lnTo>
                  <a:lnTo>
                    <a:pt x="2554985" y="19050"/>
                  </a:lnTo>
                  <a:lnTo>
                    <a:pt x="2560193" y="19050"/>
                  </a:lnTo>
                  <a:lnTo>
                    <a:pt x="2560193" y="0"/>
                  </a:lnTo>
                  <a:close/>
                </a:path>
                <a:path w="10424160" h="5213350">
                  <a:moveTo>
                    <a:pt x="2565527" y="0"/>
                  </a:moveTo>
                  <a:lnTo>
                    <a:pt x="2560193" y="0"/>
                  </a:lnTo>
                  <a:lnTo>
                    <a:pt x="2560193" y="19050"/>
                  </a:lnTo>
                  <a:lnTo>
                    <a:pt x="2565527" y="19050"/>
                  </a:lnTo>
                  <a:lnTo>
                    <a:pt x="2569718" y="14732"/>
                  </a:lnTo>
                  <a:lnTo>
                    <a:pt x="2569718" y="4318"/>
                  </a:lnTo>
                  <a:lnTo>
                    <a:pt x="2565527" y="0"/>
                  </a:lnTo>
                  <a:close/>
                </a:path>
                <a:path w="10424160" h="5213350">
                  <a:moveTo>
                    <a:pt x="2598293" y="0"/>
                  </a:moveTo>
                  <a:lnTo>
                    <a:pt x="2593085" y="0"/>
                  </a:lnTo>
                  <a:lnTo>
                    <a:pt x="2588768" y="4318"/>
                  </a:lnTo>
                  <a:lnTo>
                    <a:pt x="2588768" y="14732"/>
                  </a:lnTo>
                  <a:lnTo>
                    <a:pt x="2593085" y="19050"/>
                  </a:lnTo>
                  <a:lnTo>
                    <a:pt x="2598293" y="19050"/>
                  </a:lnTo>
                  <a:lnTo>
                    <a:pt x="2598293" y="0"/>
                  </a:lnTo>
                  <a:close/>
                </a:path>
                <a:path w="10424160" h="5213350">
                  <a:moveTo>
                    <a:pt x="2603627" y="0"/>
                  </a:moveTo>
                  <a:lnTo>
                    <a:pt x="2598293" y="0"/>
                  </a:lnTo>
                  <a:lnTo>
                    <a:pt x="2598293" y="19050"/>
                  </a:lnTo>
                  <a:lnTo>
                    <a:pt x="2603627" y="19050"/>
                  </a:lnTo>
                  <a:lnTo>
                    <a:pt x="2607818" y="14732"/>
                  </a:lnTo>
                  <a:lnTo>
                    <a:pt x="2607818" y="4318"/>
                  </a:lnTo>
                  <a:lnTo>
                    <a:pt x="2603627" y="0"/>
                  </a:lnTo>
                  <a:close/>
                </a:path>
                <a:path w="10424160" h="5213350">
                  <a:moveTo>
                    <a:pt x="2636393" y="0"/>
                  </a:moveTo>
                  <a:lnTo>
                    <a:pt x="2631185" y="0"/>
                  </a:lnTo>
                  <a:lnTo>
                    <a:pt x="2626868" y="4318"/>
                  </a:lnTo>
                  <a:lnTo>
                    <a:pt x="2626868" y="14732"/>
                  </a:lnTo>
                  <a:lnTo>
                    <a:pt x="2631185" y="19050"/>
                  </a:lnTo>
                  <a:lnTo>
                    <a:pt x="2636393" y="19050"/>
                  </a:lnTo>
                  <a:lnTo>
                    <a:pt x="2636393" y="0"/>
                  </a:lnTo>
                  <a:close/>
                </a:path>
                <a:path w="10424160" h="5213350">
                  <a:moveTo>
                    <a:pt x="2641727" y="0"/>
                  </a:moveTo>
                  <a:lnTo>
                    <a:pt x="2636520" y="0"/>
                  </a:lnTo>
                  <a:lnTo>
                    <a:pt x="2636520" y="19050"/>
                  </a:lnTo>
                  <a:lnTo>
                    <a:pt x="2641727" y="19050"/>
                  </a:lnTo>
                  <a:lnTo>
                    <a:pt x="2646045" y="14732"/>
                  </a:lnTo>
                  <a:lnTo>
                    <a:pt x="2646045" y="4318"/>
                  </a:lnTo>
                  <a:lnTo>
                    <a:pt x="2641727" y="0"/>
                  </a:lnTo>
                  <a:close/>
                </a:path>
                <a:path w="10424160" h="5213350">
                  <a:moveTo>
                    <a:pt x="2674620" y="0"/>
                  </a:moveTo>
                  <a:lnTo>
                    <a:pt x="2669285" y="0"/>
                  </a:lnTo>
                  <a:lnTo>
                    <a:pt x="2665095" y="4318"/>
                  </a:lnTo>
                  <a:lnTo>
                    <a:pt x="2665095" y="14732"/>
                  </a:lnTo>
                  <a:lnTo>
                    <a:pt x="2669285" y="19050"/>
                  </a:lnTo>
                  <a:lnTo>
                    <a:pt x="2674620" y="19050"/>
                  </a:lnTo>
                  <a:lnTo>
                    <a:pt x="2674620" y="0"/>
                  </a:lnTo>
                  <a:close/>
                </a:path>
                <a:path w="10424160" h="5213350">
                  <a:moveTo>
                    <a:pt x="2679827" y="0"/>
                  </a:moveTo>
                  <a:lnTo>
                    <a:pt x="2674620" y="0"/>
                  </a:lnTo>
                  <a:lnTo>
                    <a:pt x="2674620" y="19050"/>
                  </a:lnTo>
                  <a:lnTo>
                    <a:pt x="2679827" y="19050"/>
                  </a:lnTo>
                  <a:lnTo>
                    <a:pt x="2684145" y="14732"/>
                  </a:lnTo>
                  <a:lnTo>
                    <a:pt x="2684145" y="4318"/>
                  </a:lnTo>
                  <a:lnTo>
                    <a:pt x="2679827" y="0"/>
                  </a:lnTo>
                  <a:close/>
                </a:path>
                <a:path w="10424160" h="5213350">
                  <a:moveTo>
                    <a:pt x="2712720" y="0"/>
                  </a:moveTo>
                  <a:lnTo>
                    <a:pt x="2707385" y="0"/>
                  </a:lnTo>
                  <a:lnTo>
                    <a:pt x="2703195" y="4318"/>
                  </a:lnTo>
                  <a:lnTo>
                    <a:pt x="2703195" y="14732"/>
                  </a:lnTo>
                  <a:lnTo>
                    <a:pt x="2707385" y="19050"/>
                  </a:lnTo>
                  <a:lnTo>
                    <a:pt x="2712720" y="19050"/>
                  </a:lnTo>
                  <a:lnTo>
                    <a:pt x="2712720" y="0"/>
                  </a:lnTo>
                  <a:close/>
                </a:path>
                <a:path w="10424160" h="5213350">
                  <a:moveTo>
                    <a:pt x="2717927" y="0"/>
                  </a:moveTo>
                  <a:lnTo>
                    <a:pt x="2712720" y="0"/>
                  </a:lnTo>
                  <a:lnTo>
                    <a:pt x="2712720" y="19050"/>
                  </a:lnTo>
                  <a:lnTo>
                    <a:pt x="2717927" y="19050"/>
                  </a:lnTo>
                  <a:lnTo>
                    <a:pt x="2722245" y="14732"/>
                  </a:lnTo>
                  <a:lnTo>
                    <a:pt x="2722245" y="4318"/>
                  </a:lnTo>
                  <a:lnTo>
                    <a:pt x="2717927" y="0"/>
                  </a:lnTo>
                  <a:close/>
                </a:path>
                <a:path w="10424160" h="5213350">
                  <a:moveTo>
                    <a:pt x="2750820" y="0"/>
                  </a:moveTo>
                  <a:lnTo>
                    <a:pt x="2745485" y="0"/>
                  </a:lnTo>
                  <a:lnTo>
                    <a:pt x="2741295" y="4318"/>
                  </a:lnTo>
                  <a:lnTo>
                    <a:pt x="2741295" y="14732"/>
                  </a:lnTo>
                  <a:lnTo>
                    <a:pt x="2745485" y="19050"/>
                  </a:lnTo>
                  <a:lnTo>
                    <a:pt x="2750820" y="19050"/>
                  </a:lnTo>
                  <a:lnTo>
                    <a:pt x="2750820" y="0"/>
                  </a:lnTo>
                  <a:close/>
                </a:path>
                <a:path w="10424160" h="5213350">
                  <a:moveTo>
                    <a:pt x="2756027" y="0"/>
                  </a:moveTo>
                  <a:lnTo>
                    <a:pt x="2750820" y="0"/>
                  </a:lnTo>
                  <a:lnTo>
                    <a:pt x="2750820" y="19050"/>
                  </a:lnTo>
                  <a:lnTo>
                    <a:pt x="2756027" y="19050"/>
                  </a:lnTo>
                  <a:lnTo>
                    <a:pt x="2760345" y="14732"/>
                  </a:lnTo>
                  <a:lnTo>
                    <a:pt x="2760345" y="4318"/>
                  </a:lnTo>
                  <a:lnTo>
                    <a:pt x="2756027" y="0"/>
                  </a:lnTo>
                  <a:close/>
                </a:path>
                <a:path w="10424160" h="5213350">
                  <a:moveTo>
                    <a:pt x="2788920" y="0"/>
                  </a:moveTo>
                  <a:lnTo>
                    <a:pt x="2783712" y="0"/>
                  </a:lnTo>
                  <a:lnTo>
                    <a:pt x="2779395" y="4318"/>
                  </a:lnTo>
                  <a:lnTo>
                    <a:pt x="2779395" y="14732"/>
                  </a:lnTo>
                  <a:lnTo>
                    <a:pt x="2783712" y="19050"/>
                  </a:lnTo>
                  <a:lnTo>
                    <a:pt x="2788920" y="19050"/>
                  </a:lnTo>
                  <a:lnTo>
                    <a:pt x="2788920" y="0"/>
                  </a:lnTo>
                  <a:close/>
                </a:path>
                <a:path w="10424160" h="5213350">
                  <a:moveTo>
                    <a:pt x="2794254" y="0"/>
                  </a:moveTo>
                  <a:lnTo>
                    <a:pt x="2788920" y="0"/>
                  </a:lnTo>
                  <a:lnTo>
                    <a:pt x="2788920" y="19050"/>
                  </a:lnTo>
                  <a:lnTo>
                    <a:pt x="2794254" y="19050"/>
                  </a:lnTo>
                  <a:lnTo>
                    <a:pt x="2798445" y="14732"/>
                  </a:lnTo>
                  <a:lnTo>
                    <a:pt x="2798445" y="4318"/>
                  </a:lnTo>
                  <a:lnTo>
                    <a:pt x="2794254" y="0"/>
                  </a:lnTo>
                  <a:close/>
                </a:path>
                <a:path w="10424160" h="5213350">
                  <a:moveTo>
                    <a:pt x="2827020" y="0"/>
                  </a:moveTo>
                  <a:lnTo>
                    <a:pt x="2821812" y="0"/>
                  </a:lnTo>
                  <a:lnTo>
                    <a:pt x="2817495" y="4318"/>
                  </a:lnTo>
                  <a:lnTo>
                    <a:pt x="2817495" y="14732"/>
                  </a:lnTo>
                  <a:lnTo>
                    <a:pt x="2821812" y="19050"/>
                  </a:lnTo>
                  <a:lnTo>
                    <a:pt x="2827020" y="19050"/>
                  </a:lnTo>
                  <a:lnTo>
                    <a:pt x="2827020" y="0"/>
                  </a:lnTo>
                  <a:close/>
                </a:path>
                <a:path w="10424160" h="5213350">
                  <a:moveTo>
                    <a:pt x="2832354" y="0"/>
                  </a:moveTo>
                  <a:lnTo>
                    <a:pt x="2827020" y="0"/>
                  </a:lnTo>
                  <a:lnTo>
                    <a:pt x="2827020" y="19050"/>
                  </a:lnTo>
                  <a:lnTo>
                    <a:pt x="2832354" y="19050"/>
                  </a:lnTo>
                  <a:lnTo>
                    <a:pt x="2836545" y="14732"/>
                  </a:lnTo>
                  <a:lnTo>
                    <a:pt x="2836545" y="4318"/>
                  </a:lnTo>
                  <a:lnTo>
                    <a:pt x="2832354" y="0"/>
                  </a:lnTo>
                  <a:close/>
                </a:path>
                <a:path w="10424160" h="5213350">
                  <a:moveTo>
                    <a:pt x="2865120" y="0"/>
                  </a:moveTo>
                  <a:lnTo>
                    <a:pt x="2859912" y="0"/>
                  </a:lnTo>
                  <a:lnTo>
                    <a:pt x="2855595" y="4318"/>
                  </a:lnTo>
                  <a:lnTo>
                    <a:pt x="2855595" y="14732"/>
                  </a:lnTo>
                  <a:lnTo>
                    <a:pt x="2859912" y="19050"/>
                  </a:lnTo>
                  <a:lnTo>
                    <a:pt x="2865120" y="19050"/>
                  </a:lnTo>
                  <a:lnTo>
                    <a:pt x="2865120" y="0"/>
                  </a:lnTo>
                  <a:close/>
                </a:path>
                <a:path w="10424160" h="5213350">
                  <a:moveTo>
                    <a:pt x="2870454" y="0"/>
                  </a:moveTo>
                  <a:lnTo>
                    <a:pt x="2865120" y="0"/>
                  </a:lnTo>
                  <a:lnTo>
                    <a:pt x="2865120" y="19050"/>
                  </a:lnTo>
                  <a:lnTo>
                    <a:pt x="2870454" y="19050"/>
                  </a:lnTo>
                  <a:lnTo>
                    <a:pt x="2874645" y="14732"/>
                  </a:lnTo>
                  <a:lnTo>
                    <a:pt x="2874645" y="4318"/>
                  </a:lnTo>
                  <a:lnTo>
                    <a:pt x="2870454" y="0"/>
                  </a:lnTo>
                  <a:close/>
                </a:path>
                <a:path w="10424160" h="5213350">
                  <a:moveTo>
                    <a:pt x="2903220" y="0"/>
                  </a:moveTo>
                  <a:lnTo>
                    <a:pt x="2898012" y="0"/>
                  </a:lnTo>
                  <a:lnTo>
                    <a:pt x="2893695" y="4318"/>
                  </a:lnTo>
                  <a:lnTo>
                    <a:pt x="2893695" y="14732"/>
                  </a:lnTo>
                  <a:lnTo>
                    <a:pt x="2898012" y="19050"/>
                  </a:lnTo>
                  <a:lnTo>
                    <a:pt x="2903220" y="19050"/>
                  </a:lnTo>
                  <a:lnTo>
                    <a:pt x="2903220" y="0"/>
                  </a:lnTo>
                  <a:close/>
                </a:path>
                <a:path w="10424160" h="5213350">
                  <a:moveTo>
                    <a:pt x="2908554" y="0"/>
                  </a:moveTo>
                  <a:lnTo>
                    <a:pt x="2903347" y="0"/>
                  </a:lnTo>
                  <a:lnTo>
                    <a:pt x="2903347" y="19050"/>
                  </a:lnTo>
                  <a:lnTo>
                    <a:pt x="2908554" y="19050"/>
                  </a:lnTo>
                  <a:lnTo>
                    <a:pt x="2912872" y="14732"/>
                  </a:lnTo>
                  <a:lnTo>
                    <a:pt x="2912872" y="4318"/>
                  </a:lnTo>
                  <a:lnTo>
                    <a:pt x="2908554" y="0"/>
                  </a:lnTo>
                  <a:close/>
                </a:path>
                <a:path w="10424160" h="5213350">
                  <a:moveTo>
                    <a:pt x="2941447" y="0"/>
                  </a:moveTo>
                  <a:lnTo>
                    <a:pt x="2936112" y="0"/>
                  </a:lnTo>
                  <a:lnTo>
                    <a:pt x="2931922" y="4318"/>
                  </a:lnTo>
                  <a:lnTo>
                    <a:pt x="2931922" y="14732"/>
                  </a:lnTo>
                  <a:lnTo>
                    <a:pt x="2936112" y="19050"/>
                  </a:lnTo>
                  <a:lnTo>
                    <a:pt x="2941447" y="19050"/>
                  </a:lnTo>
                  <a:lnTo>
                    <a:pt x="2941447" y="0"/>
                  </a:lnTo>
                  <a:close/>
                </a:path>
                <a:path w="10424160" h="5213350">
                  <a:moveTo>
                    <a:pt x="2946654" y="0"/>
                  </a:moveTo>
                  <a:lnTo>
                    <a:pt x="2941447" y="0"/>
                  </a:lnTo>
                  <a:lnTo>
                    <a:pt x="2941447" y="19050"/>
                  </a:lnTo>
                  <a:lnTo>
                    <a:pt x="2946654" y="19050"/>
                  </a:lnTo>
                  <a:lnTo>
                    <a:pt x="2950972" y="14732"/>
                  </a:lnTo>
                  <a:lnTo>
                    <a:pt x="2950972" y="4318"/>
                  </a:lnTo>
                  <a:lnTo>
                    <a:pt x="2946654" y="0"/>
                  </a:lnTo>
                  <a:close/>
                </a:path>
                <a:path w="10424160" h="5213350">
                  <a:moveTo>
                    <a:pt x="2979547" y="0"/>
                  </a:moveTo>
                  <a:lnTo>
                    <a:pt x="2974212" y="0"/>
                  </a:lnTo>
                  <a:lnTo>
                    <a:pt x="2970022" y="4318"/>
                  </a:lnTo>
                  <a:lnTo>
                    <a:pt x="2970022" y="14732"/>
                  </a:lnTo>
                  <a:lnTo>
                    <a:pt x="2974212" y="19050"/>
                  </a:lnTo>
                  <a:lnTo>
                    <a:pt x="2979547" y="19050"/>
                  </a:lnTo>
                  <a:lnTo>
                    <a:pt x="2979547" y="0"/>
                  </a:lnTo>
                  <a:close/>
                </a:path>
                <a:path w="10424160" h="5213350">
                  <a:moveTo>
                    <a:pt x="2984754" y="0"/>
                  </a:moveTo>
                  <a:lnTo>
                    <a:pt x="2979547" y="0"/>
                  </a:lnTo>
                  <a:lnTo>
                    <a:pt x="2979547" y="19050"/>
                  </a:lnTo>
                  <a:lnTo>
                    <a:pt x="2984754" y="19050"/>
                  </a:lnTo>
                  <a:lnTo>
                    <a:pt x="2989072" y="14732"/>
                  </a:lnTo>
                  <a:lnTo>
                    <a:pt x="2989072" y="4318"/>
                  </a:lnTo>
                  <a:lnTo>
                    <a:pt x="2984754" y="0"/>
                  </a:lnTo>
                  <a:close/>
                </a:path>
                <a:path w="10424160" h="5213350">
                  <a:moveTo>
                    <a:pt x="3017647" y="0"/>
                  </a:moveTo>
                  <a:lnTo>
                    <a:pt x="3012312" y="0"/>
                  </a:lnTo>
                  <a:lnTo>
                    <a:pt x="3008122" y="4318"/>
                  </a:lnTo>
                  <a:lnTo>
                    <a:pt x="3008122" y="14732"/>
                  </a:lnTo>
                  <a:lnTo>
                    <a:pt x="3012312" y="19050"/>
                  </a:lnTo>
                  <a:lnTo>
                    <a:pt x="3017647" y="19050"/>
                  </a:lnTo>
                  <a:lnTo>
                    <a:pt x="3017647" y="0"/>
                  </a:lnTo>
                  <a:close/>
                </a:path>
                <a:path w="10424160" h="5213350">
                  <a:moveTo>
                    <a:pt x="3022854" y="0"/>
                  </a:moveTo>
                  <a:lnTo>
                    <a:pt x="3017647" y="0"/>
                  </a:lnTo>
                  <a:lnTo>
                    <a:pt x="3017647" y="19050"/>
                  </a:lnTo>
                  <a:lnTo>
                    <a:pt x="3022854" y="19050"/>
                  </a:lnTo>
                  <a:lnTo>
                    <a:pt x="3027172" y="14732"/>
                  </a:lnTo>
                  <a:lnTo>
                    <a:pt x="3027172" y="4318"/>
                  </a:lnTo>
                  <a:lnTo>
                    <a:pt x="3022854" y="0"/>
                  </a:lnTo>
                  <a:close/>
                </a:path>
                <a:path w="10424160" h="5213350">
                  <a:moveTo>
                    <a:pt x="3055747" y="0"/>
                  </a:moveTo>
                  <a:lnTo>
                    <a:pt x="3050540" y="0"/>
                  </a:lnTo>
                  <a:lnTo>
                    <a:pt x="3046222" y="4318"/>
                  </a:lnTo>
                  <a:lnTo>
                    <a:pt x="3046222" y="14732"/>
                  </a:lnTo>
                  <a:lnTo>
                    <a:pt x="3050540" y="19050"/>
                  </a:lnTo>
                  <a:lnTo>
                    <a:pt x="3055747" y="19050"/>
                  </a:lnTo>
                  <a:lnTo>
                    <a:pt x="3055747" y="0"/>
                  </a:lnTo>
                  <a:close/>
                </a:path>
                <a:path w="10424160" h="5213350">
                  <a:moveTo>
                    <a:pt x="3061081" y="0"/>
                  </a:moveTo>
                  <a:lnTo>
                    <a:pt x="3055747" y="0"/>
                  </a:lnTo>
                  <a:lnTo>
                    <a:pt x="3055747" y="19050"/>
                  </a:lnTo>
                  <a:lnTo>
                    <a:pt x="3061081" y="19050"/>
                  </a:lnTo>
                  <a:lnTo>
                    <a:pt x="3065272" y="14732"/>
                  </a:lnTo>
                  <a:lnTo>
                    <a:pt x="3065272" y="4318"/>
                  </a:lnTo>
                  <a:lnTo>
                    <a:pt x="3061081" y="0"/>
                  </a:lnTo>
                  <a:close/>
                </a:path>
                <a:path w="10424160" h="5213350">
                  <a:moveTo>
                    <a:pt x="3093847" y="0"/>
                  </a:moveTo>
                  <a:lnTo>
                    <a:pt x="3088640" y="0"/>
                  </a:lnTo>
                  <a:lnTo>
                    <a:pt x="3084322" y="4318"/>
                  </a:lnTo>
                  <a:lnTo>
                    <a:pt x="3084322" y="14732"/>
                  </a:lnTo>
                  <a:lnTo>
                    <a:pt x="3088640" y="19050"/>
                  </a:lnTo>
                  <a:lnTo>
                    <a:pt x="3093847" y="19050"/>
                  </a:lnTo>
                  <a:lnTo>
                    <a:pt x="3093847" y="0"/>
                  </a:lnTo>
                  <a:close/>
                </a:path>
                <a:path w="10424160" h="5213350">
                  <a:moveTo>
                    <a:pt x="3099181" y="0"/>
                  </a:moveTo>
                  <a:lnTo>
                    <a:pt x="3093847" y="0"/>
                  </a:lnTo>
                  <a:lnTo>
                    <a:pt x="3093847" y="19050"/>
                  </a:lnTo>
                  <a:lnTo>
                    <a:pt x="3099181" y="19050"/>
                  </a:lnTo>
                  <a:lnTo>
                    <a:pt x="3103372" y="14732"/>
                  </a:lnTo>
                  <a:lnTo>
                    <a:pt x="3103372" y="4318"/>
                  </a:lnTo>
                  <a:lnTo>
                    <a:pt x="3099181" y="0"/>
                  </a:lnTo>
                  <a:close/>
                </a:path>
                <a:path w="10424160" h="5213350">
                  <a:moveTo>
                    <a:pt x="3131947" y="0"/>
                  </a:moveTo>
                  <a:lnTo>
                    <a:pt x="3126740" y="0"/>
                  </a:lnTo>
                  <a:lnTo>
                    <a:pt x="3122422" y="4318"/>
                  </a:lnTo>
                  <a:lnTo>
                    <a:pt x="3122422" y="14732"/>
                  </a:lnTo>
                  <a:lnTo>
                    <a:pt x="3126740" y="19050"/>
                  </a:lnTo>
                  <a:lnTo>
                    <a:pt x="3131947" y="19050"/>
                  </a:lnTo>
                  <a:lnTo>
                    <a:pt x="3131947" y="0"/>
                  </a:lnTo>
                  <a:close/>
                </a:path>
                <a:path w="10424160" h="5213350">
                  <a:moveTo>
                    <a:pt x="3137281" y="0"/>
                  </a:moveTo>
                  <a:lnTo>
                    <a:pt x="3131947" y="0"/>
                  </a:lnTo>
                  <a:lnTo>
                    <a:pt x="3131947" y="19050"/>
                  </a:lnTo>
                  <a:lnTo>
                    <a:pt x="3137281" y="19050"/>
                  </a:lnTo>
                  <a:lnTo>
                    <a:pt x="3141472" y="14732"/>
                  </a:lnTo>
                  <a:lnTo>
                    <a:pt x="3141472" y="4318"/>
                  </a:lnTo>
                  <a:lnTo>
                    <a:pt x="3137281" y="0"/>
                  </a:lnTo>
                  <a:close/>
                </a:path>
                <a:path w="10424160" h="5213350">
                  <a:moveTo>
                    <a:pt x="3170047" y="0"/>
                  </a:moveTo>
                  <a:lnTo>
                    <a:pt x="3164840" y="0"/>
                  </a:lnTo>
                  <a:lnTo>
                    <a:pt x="3160522" y="4318"/>
                  </a:lnTo>
                  <a:lnTo>
                    <a:pt x="3160522" y="14732"/>
                  </a:lnTo>
                  <a:lnTo>
                    <a:pt x="3164840" y="19050"/>
                  </a:lnTo>
                  <a:lnTo>
                    <a:pt x="3170047" y="19050"/>
                  </a:lnTo>
                  <a:lnTo>
                    <a:pt x="3170047" y="0"/>
                  </a:lnTo>
                  <a:close/>
                </a:path>
                <a:path w="10424160" h="5213350">
                  <a:moveTo>
                    <a:pt x="3175381" y="0"/>
                  </a:moveTo>
                  <a:lnTo>
                    <a:pt x="3170173" y="0"/>
                  </a:lnTo>
                  <a:lnTo>
                    <a:pt x="3170173" y="19050"/>
                  </a:lnTo>
                  <a:lnTo>
                    <a:pt x="3175381" y="19050"/>
                  </a:lnTo>
                  <a:lnTo>
                    <a:pt x="3179698" y="14732"/>
                  </a:lnTo>
                  <a:lnTo>
                    <a:pt x="3179698" y="4318"/>
                  </a:lnTo>
                  <a:lnTo>
                    <a:pt x="3175381" y="0"/>
                  </a:lnTo>
                  <a:close/>
                </a:path>
                <a:path w="10424160" h="5213350">
                  <a:moveTo>
                    <a:pt x="3208273" y="0"/>
                  </a:moveTo>
                  <a:lnTo>
                    <a:pt x="3202940" y="0"/>
                  </a:lnTo>
                  <a:lnTo>
                    <a:pt x="3198748" y="4318"/>
                  </a:lnTo>
                  <a:lnTo>
                    <a:pt x="3198748" y="14732"/>
                  </a:lnTo>
                  <a:lnTo>
                    <a:pt x="3202940" y="19050"/>
                  </a:lnTo>
                  <a:lnTo>
                    <a:pt x="3208273" y="19050"/>
                  </a:lnTo>
                  <a:lnTo>
                    <a:pt x="3208273" y="0"/>
                  </a:lnTo>
                  <a:close/>
                </a:path>
                <a:path w="10424160" h="5213350">
                  <a:moveTo>
                    <a:pt x="3213481" y="0"/>
                  </a:moveTo>
                  <a:lnTo>
                    <a:pt x="3208273" y="0"/>
                  </a:lnTo>
                  <a:lnTo>
                    <a:pt x="3208273" y="19050"/>
                  </a:lnTo>
                  <a:lnTo>
                    <a:pt x="3213481" y="19050"/>
                  </a:lnTo>
                  <a:lnTo>
                    <a:pt x="3217798" y="14732"/>
                  </a:lnTo>
                  <a:lnTo>
                    <a:pt x="3217798" y="4318"/>
                  </a:lnTo>
                  <a:lnTo>
                    <a:pt x="3213481" y="0"/>
                  </a:lnTo>
                  <a:close/>
                </a:path>
                <a:path w="10424160" h="5213350">
                  <a:moveTo>
                    <a:pt x="3246373" y="0"/>
                  </a:moveTo>
                  <a:lnTo>
                    <a:pt x="3241040" y="0"/>
                  </a:lnTo>
                  <a:lnTo>
                    <a:pt x="3236848" y="4318"/>
                  </a:lnTo>
                  <a:lnTo>
                    <a:pt x="3236848" y="14732"/>
                  </a:lnTo>
                  <a:lnTo>
                    <a:pt x="3241040" y="19050"/>
                  </a:lnTo>
                  <a:lnTo>
                    <a:pt x="3246373" y="19050"/>
                  </a:lnTo>
                  <a:lnTo>
                    <a:pt x="3246373" y="0"/>
                  </a:lnTo>
                  <a:close/>
                </a:path>
                <a:path w="10424160" h="5213350">
                  <a:moveTo>
                    <a:pt x="3251581" y="0"/>
                  </a:moveTo>
                  <a:lnTo>
                    <a:pt x="3246373" y="0"/>
                  </a:lnTo>
                  <a:lnTo>
                    <a:pt x="3246373" y="19050"/>
                  </a:lnTo>
                  <a:lnTo>
                    <a:pt x="3251581" y="19050"/>
                  </a:lnTo>
                  <a:lnTo>
                    <a:pt x="3255899" y="14732"/>
                  </a:lnTo>
                  <a:lnTo>
                    <a:pt x="3255899" y="4318"/>
                  </a:lnTo>
                  <a:lnTo>
                    <a:pt x="3251581" y="0"/>
                  </a:lnTo>
                  <a:close/>
                </a:path>
                <a:path w="10424160" h="5213350">
                  <a:moveTo>
                    <a:pt x="3284474" y="0"/>
                  </a:moveTo>
                  <a:lnTo>
                    <a:pt x="3279267" y="0"/>
                  </a:lnTo>
                  <a:lnTo>
                    <a:pt x="3274949" y="4318"/>
                  </a:lnTo>
                  <a:lnTo>
                    <a:pt x="3274949" y="14732"/>
                  </a:lnTo>
                  <a:lnTo>
                    <a:pt x="3279267" y="19050"/>
                  </a:lnTo>
                  <a:lnTo>
                    <a:pt x="3284474" y="19050"/>
                  </a:lnTo>
                  <a:lnTo>
                    <a:pt x="3284474" y="0"/>
                  </a:lnTo>
                  <a:close/>
                </a:path>
                <a:path w="10424160" h="5213350">
                  <a:moveTo>
                    <a:pt x="3289808" y="0"/>
                  </a:moveTo>
                  <a:lnTo>
                    <a:pt x="3284474" y="0"/>
                  </a:lnTo>
                  <a:lnTo>
                    <a:pt x="3284474" y="19050"/>
                  </a:lnTo>
                  <a:lnTo>
                    <a:pt x="3289808" y="19050"/>
                  </a:lnTo>
                  <a:lnTo>
                    <a:pt x="3293999" y="14732"/>
                  </a:lnTo>
                  <a:lnTo>
                    <a:pt x="3293999" y="4318"/>
                  </a:lnTo>
                  <a:lnTo>
                    <a:pt x="3289808" y="0"/>
                  </a:lnTo>
                  <a:close/>
                </a:path>
                <a:path w="10424160" h="5213350">
                  <a:moveTo>
                    <a:pt x="3322574" y="0"/>
                  </a:moveTo>
                  <a:lnTo>
                    <a:pt x="3317367" y="0"/>
                  </a:lnTo>
                  <a:lnTo>
                    <a:pt x="3313049" y="4318"/>
                  </a:lnTo>
                  <a:lnTo>
                    <a:pt x="3313049" y="14732"/>
                  </a:lnTo>
                  <a:lnTo>
                    <a:pt x="3317367" y="19050"/>
                  </a:lnTo>
                  <a:lnTo>
                    <a:pt x="3322574" y="19050"/>
                  </a:lnTo>
                  <a:lnTo>
                    <a:pt x="3322574" y="0"/>
                  </a:lnTo>
                  <a:close/>
                </a:path>
                <a:path w="10424160" h="5213350">
                  <a:moveTo>
                    <a:pt x="3327908" y="0"/>
                  </a:moveTo>
                  <a:lnTo>
                    <a:pt x="3322574" y="0"/>
                  </a:lnTo>
                  <a:lnTo>
                    <a:pt x="3322574" y="19050"/>
                  </a:lnTo>
                  <a:lnTo>
                    <a:pt x="3327908" y="19050"/>
                  </a:lnTo>
                  <a:lnTo>
                    <a:pt x="3332099" y="14732"/>
                  </a:lnTo>
                  <a:lnTo>
                    <a:pt x="3332099" y="4318"/>
                  </a:lnTo>
                  <a:lnTo>
                    <a:pt x="3327908" y="0"/>
                  </a:lnTo>
                  <a:close/>
                </a:path>
                <a:path w="10424160" h="5213350">
                  <a:moveTo>
                    <a:pt x="3360674" y="0"/>
                  </a:moveTo>
                  <a:lnTo>
                    <a:pt x="3355467" y="0"/>
                  </a:lnTo>
                  <a:lnTo>
                    <a:pt x="3351149" y="4318"/>
                  </a:lnTo>
                  <a:lnTo>
                    <a:pt x="3351149" y="14732"/>
                  </a:lnTo>
                  <a:lnTo>
                    <a:pt x="3355467" y="19050"/>
                  </a:lnTo>
                  <a:lnTo>
                    <a:pt x="3360674" y="19050"/>
                  </a:lnTo>
                  <a:lnTo>
                    <a:pt x="3360674" y="0"/>
                  </a:lnTo>
                  <a:close/>
                </a:path>
                <a:path w="10424160" h="5213350">
                  <a:moveTo>
                    <a:pt x="3366008" y="0"/>
                  </a:moveTo>
                  <a:lnTo>
                    <a:pt x="3360674" y="0"/>
                  </a:lnTo>
                  <a:lnTo>
                    <a:pt x="3360674" y="19050"/>
                  </a:lnTo>
                  <a:lnTo>
                    <a:pt x="3366008" y="19050"/>
                  </a:lnTo>
                  <a:lnTo>
                    <a:pt x="3370199" y="14732"/>
                  </a:lnTo>
                  <a:lnTo>
                    <a:pt x="3370199" y="4318"/>
                  </a:lnTo>
                  <a:lnTo>
                    <a:pt x="3366008" y="0"/>
                  </a:lnTo>
                  <a:close/>
                </a:path>
                <a:path w="10424160" h="5213350">
                  <a:moveTo>
                    <a:pt x="3398774" y="0"/>
                  </a:moveTo>
                  <a:lnTo>
                    <a:pt x="3393567" y="0"/>
                  </a:lnTo>
                  <a:lnTo>
                    <a:pt x="3389249" y="4318"/>
                  </a:lnTo>
                  <a:lnTo>
                    <a:pt x="3389249" y="14732"/>
                  </a:lnTo>
                  <a:lnTo>
                    <a:pt x="3393567" y="19050"/>
                  </a:lnTo>
                  <a:lnTo>
                    <a:pt x="3398774" y="19050"/>
                  </a:lnTo>
                  <a:lnTo>
                    <a:pt x="3398774" y="0"/>
                  </a:lnTo>
                  <a:close/>
                </a:path>
                <a:path w="10424160" h="5213350">
                  <a:moveTo>
                    <a:pt x="3404108" y="0"/>
                  </a:moveTo>
                  <a:lnTo>
                    <a:pt x="3398901" y="0"/>
                  </a:lnTo>
                  <a:lnTo>
                    <a:pt x="3398901" y="19050"/>
                  </a:lnTo>
                  <a:lnTo>
                    <a:pt x="3404108" y="19050"/>
                  </a:lnTo>
                  <a:lnTo>
                    <a:pt x="3408426" y="14732"/>
                  </a:lnTo>
                  <a:lnTo>
                    <a:pt x="3408426" y="4318"/>
                  </a:lnTo>
                  <a:lnTo>
                    <a:pt x="3404108" y="0"/>
                  </a:lnTo>
                  <a:close/>
                </a:path>
                <a:path w="10424160" h="5213350">
                  <a:moveTo>
                    <a:pt x="3437001" y="0"/>
                  </a:moveTo>
                  <a:lnTo>
                    <a:pt x="3431667" y="0"/>
                  </a:lnTo>
                  <a:lnTo>
                    <a:pt x="3427476" y="4318"/>
                  </a:lnTo>
                  <a:lnTo>
                    <a:pt x="3427476" y="14732"/>
                  </a:lnTo>
                  <a:lnTo>
                    <a:pt x="3431667" y="19050"/>
                  </a:lnTo>
                  <a:lnTo>
                    <a:pt x="3437001" y="19050"/>
                  </a:lnTo>
                  <a:lnTo>
                    <a:pt x="3437001" y="0"/>
                  </a:lnTo>
                  <a:close/>
                </a:path>
                <a:path w="10424160" h="5213350">
                  <a:moveTo>
                    <a:pt x="3442208" y="0"/>
                  </a:moveTo>
                  <a:lnTo>
                    <a:pt x="3437001" y="0"/>
                  </a:lnTo>
                  <a:lnTo>
                    <a:pt x="3437001" y="19050"/>
                  </a:lnTo>
                  <a:lnTo>
                    <a:pt x="3442208" y="19050"/>
                  </a:lnTo>
                  <a:lnTo>
                    <a:pt x="3446526" y="14732"/>
                  </a:lnTo>
                  <a:lnTo>
                    <a:pt x="3446526" y="4318"/>
                  </a:lnTo>
                  <a:lnTo>
                    <a:pt x="3442208" y="0"/>
                  </a:lnTo>
                  <a:close/>
                </a:path>
                <a:path w="10424160" h="5213350">
                  <a:moveTo>
                    <a:pt x="3475101" y="0"/>
                  </a:moveTo>
                  <a:lnTo>
                    <a:pt x="3469767" y="0"/>
                  </a:lnTo>
                  <a:lnTo>
                    <a:pt x="3465576" y="4318"/>
                  </a:lnTo>
                  <a:lnTo>
                    <a:pt x="3465576" y="14732"/>
                  </a:lnTo>
                  <a:lnTo>
                    <a:pt x="3469767" y="19050"/>
                  </a:lnTo>
                  <a:lnTo>
                    <a:pt x="3475101" y="19050"/>
                  </a:lnTo>
                  <a:lnTo>
                    <a:pt x="3475101" y="0"/>
                  </a:lnTo>
                  <a:close/>
                </a:path>
                <a:path w="10424160" h="5213350">
                  <a:moveTo>
                    <a:pt x="3480308" y="0"/>
                  </a:moveTo>
                  <a:lnTo>
                    <a:pt x="3475101" y="0"/>
                  </a:lnTo>
                  <a:lnTo>
                    <a:pt x="3475101" y="19050"/>
                  </a:lnTo>
                  <a:lnTo>
                    <a:pt x="3480308" y="19050"/>
                  </a:lnTo>
                  <a:lnTo>
                    <a:pt x="3484626" y="14732"/>
                  </a:lnTo>
                  <a:lnTo>
                    <a:pt x="3484626" y="4318"/>
                  </a:lnTo>
                  <a:lnTo>
                    <a:pt x="3480308" y="0"/>
                  </a:lnTo>
                  <a:close/>
                </a:path>
                <a:path w="10424160" h="5213350">
                  <a:moveTo>
                    <a:pt x="3513201" y="0"/>
                  </a:moveTo>
                  <a:lnTo>
                    <a:pt x="3507867" y="0"/>
                  </a:lnTo>
                  <a:lnTo>
                    <a:pt x="3503676" y="4318"/>
                  </a:lnTo>
                  <a:lnTo>
                    <a:pt x="3503676" y="14732"/>
                  </a:lnTo>
                  <a:lnTo>
                    <a:pt x="3507867" y="19050"/>
                  </a:lnTo>
                  <a:lnTo>
                    <a:pt x="3513201" y="19050"/>
                  </a:lnTo>
                  <a:lnTo>
                    <a:pt x="3513201" y="0"/>
                  </a:lnTo>
                  <a:close/>
                </a:path>
                <a:path w="10424160" h="5213350">
                  <a:moveTo>
                    <a:pt x="3518408" y="0"/>
                  </a:moveTo>
                  <a:lnTo>
                    <a:pt x="3513201" y="0"/>
                  </a:lnTo>
                  <a:lnTo>
                    <a:pt x="3513201" y="19050"/>
                  </a:lnTo>
                  <a:lnTo>
                    <a:pt x="3518408" y="19050"/>
                  </a:lnTo>
                  <a:lnTo>
                    <a:pt x="3522726" y="14732"/>
                  </a:lnTo>
                  <a:lnTo>
                    <a:pt x="3522726" y="4318"/>
                  </a:lnTo>
                  <a:lnTo>
                    <a:pt x="3518408" y="0"/>
                  </a:lnTo>
                  <a:close/>
                </a:path>
                <a:path w="10424160" h="5213350">
                  <a:moveTo>
                    <a:pt x="3551301" y="0"/>
                  </a:moveTo>
                  <a:lnTo>
                    <a:pt x="3546094" y="0"/>
                  </a:lnTo>
                  <a:lnTo>
                    <a:pt x="3541776" y="4318"/>
                  </a:lnTo>
                  <a:lnTo>
                    <a:pt x="3541776" y="14732"/>
                  </a:lnTo>
                  <a:lnTo>
                    <a:pt x="3546094" y="19050"/>
                  </a:lnTo>
                  <a:lnTo>
                    <a:pt x="3551301" y="19050"/>
                  </a:lnTo>
                  <a:lnTo>
                    <a:pt x="3551301" y="0"/>
                  </a:lnTo>
                  <a:close/>
                </a:path>
                <a:path w="10424160" h="5213350">
                  <a:moveTo>
                    <a:pt x="3556635" y="0"/>
                  </a:moveTo>
                  <a:lnTo>
                    <a:pt x="3551301" y="0"/>
                  </a:lnTo>
                  <a:lnTo>
                    <a:pt x="3551301" y="19050"/>
                  </a:lnTo>
                  <a:lnTo>
                    <a:pt x="3556635" y="19050"/>
                  </a:lnTo>
                  <a:lnTo>
                    <a:pt x="3560826" y="14732"/>
                  </a:lnTo>
                  <a:lnTo>
                    <a:pt x="3560826" y="4318"/>
                  </a:lnTo>
                  <a:lnTo>
                    <a:pt x="3556635" y="0"/>
                  </a:lnTo>
                  <a:close/>
                </a:path>
                <a:path w="10424160" h="5213350">
                  <a:moveTo>
                    <a:pt x="3589401" y="0"/>
                  </a:moveTo>
                  <a:lnTo>
                    <a:pt x="3584194" y="0"/>
                  </a:lnTo>
                  <a:lnTo>
                    <a:pt x="3579876" y="4318"/>
                  </a:lnTo>
                  <a:lnTo>
                    <a:pt x="3579876" y="14732"/>
                  </a:lnTo>
                  <a:lnTo>
                    <a:pt x="3584194" y="19050"/>
                  </a:lnTo>
                  <a:lnTo>
                    <a:pt x="3589401" y="19050"/>
                  </a:lnTo>
                  <a:lnTo>
                    <a:pt x="3589401" y="0"/>
                  </a:lnTo>
                  <a:close/>
                </a:path>
                <a:path w="10424160" h="5213350">
                  <a:moveTo>
                    <a:pt x="3594735" y="0"/>
                  </a:moveTo>
                  <a:lnTo>
                    <a:pt x="3589401" y="0"/>
                  </a:lnTo>
                  <a:lnTo>
                    <a:pt x="3589401" y="19050"/>
                  </a:lnTo>
                  <a:lnTo>
                    <a:pt x="3594735" y="19050"/>
                  </a:lnTo>
                  <a:lnTo>
                    <a:pt x="3598926" y="14732"/>
                  </a:lnTo>
                  <a:lnTo>
                    <a:pt x="3598926" y="4318"/>
                  </a:lnTo>
                  <a:lnTo>
                    <a:pt x="3594735" y="0"/>
                  </a:lnTo>
                  <a:close/>
                </a:path>
                <a:path w="10424160" h="5213350">
                  <a:moveTo>
                    <a:pt x="3627501" y="0"/>
                  </a:moveTo>
                  <a:lnTo>
                    <a:pt x="3622294" y="0"/>
                  </a:lnTo>
                  <a:lnTo>
                    <a:pt x="3617976" y="4318"/>
                  </a:lnTo>
                  <a:lnTo>
                    <a:pt x="3617976" y="14732"/>
                  </a:lnTo>
                  <a:lnTo>
                    <a:pt x="3622294" y="19050"/>
                  </a:lnTo>
                  <a:lnTo>
                    <a:pt x="3627501" y="19050"/>
                  </a:lnTo>
                  <a:lnTo>
                    <a:pt x="3627501" y="0"/>
                  </a:lnTo>
                  <a:close/>
                </a:path>
                <a:path w="10424160" h="5213350">
                  <a:moveTo>
                    <a:pt x="3632835" y="0"/>
                  </a:moveTo>
                  <a:lnTo>
                    <a:pt x="3627501" y="0"/>
                  </a:lnTo>
                  <a:lnTo>
                    <a:pt x="3627501" y="19050"/>
                  </a:lnTo>
                  <a:lnTo>
                    <a:pt x="3632835" y="19050"/>
                  </a:lnTo>
                  <a:lnTo>
                    <a:pt x="3637026" y="14732"/>
                  </a:lnTo>
                  <a:lnTo>
                    <a:pt x="3637026" y="4318"/>
                  </a:lnTo>
                  <a:lnTo>
                    <a:pt x="3632835" y="0"/>
                  </a:lnTo>
                  <a:close/>
                </a:path>
                <a:path w="10424160" h="5213350">
                  <a:moveTo>
                    <a:pt x="3665601" y="0"/>
                  </a:moveTo>
                  <a:lnTo>
                    <a:pt x="3660394" y="0"/>
                  </a:lnTo>
                  <a:lnTo>
                    <a:pt x="3656076" y="4318"/>
                  </a:lnTo>
                  <a:lnTo>
                    <a:pt x="3656076" y="14732"/>
                  </a:lnTo>
                  <a:lnTo>
                    <a:pt x="3660394" y="19050"/>
                  </a:lnTo>
                  <a:lnTo>
                    <a:pt x="3665601" y="19050"/>
                  </a:lnTo>
                  <a:lnTo>
                    <a:pt x="3665601" y="0"/>
                  </a:lnTo>
                  <a:close/>
                </a:path>
                <a:path w="10424160" h="5213350">
                  <a:moveTo>
                    <a:pt x="3665728" y="12700"/>
                  </a:moveTo>
                  <a:lnTo>
                    <a:pt x="3665601" y="12700"/>
                  </a:lnTo>
                  <a:lnTo>
                    <a:pt x="3665601" y="19050"/>
                  </a:lnTo>
                  <a:lnTo>
                    <a:pt x="3665728" y="19050"/>
                  </a:lnTo>
                  <a:lnTo>
                    <a:pt x="3665728" y="12700"/>
                  </a:lnTo>
                  <a:close/>
                </a:path>
                <a:path w="10424160" h="5213350">
                  <a:moveTo>
                    <a:pt x="3670935" y="0"/>
                  </a:moveTo>
                  <a:lnTo>
                    <a:pt x="3665728" y="0"/>
                  </a:lnTo>
                  <a:lnTo>
                    <a:pt x="3665728" y="19050"/>
                  </a:lnTo>
                  <a:lnTo>
                    <a:pt x="3670935" y="19050"/>
                  </a:lnTo>
                  <a:lnTo>
                    <a:pt x="3675253" y="14732"/>
                  </a:lnTo>
                  <a:lnTo>
                    <a:pt x="3675253" y="4318"/>
                  </a:lnTo>
                  <a:lnTo>
                    <a:pt x="3670935" y="0"/>
                  </a:lnTo>
                  <a:close/>
                </a:path>
                <a:path w="10424160" h="5213350">
                  <a:moveTo>
                    <a:pt x="3665728" y="0"/>
                  </a:moveTo>
                  <a:lnTo>
                    <a:pt x="3665601" y="0"/>
                  </a:lnTo>
                  <a:lnTo>
                    <a:pt x="3665601" y="6350"/>
                  </a:lnTo>
                  <a:lnTo>
                    <a:pt x="3665728" y="6350"/>
                  </a:lnTo>
                  <a:lnTo>
                    <a:pt x="3665728" y="0"/>
                  </a:lnTo>
                  <a:close/>
                </a:path>
                <a:path w="10424160" h="5213350">
                  <a:moveTo>
                    <a:pt x="3703828" y="0"/>
                  </a:moveTo>
                  <a:lnTo>
                    <a:pt x="3698494" y="0"/>
                  </a:lnTo>
                  <a:lnTo>
                    <a:pt x="3694303" y="4318"/>
                  </a:lnTo>
                  <a:lnTo>
                    <a:pt x="3694303" y="14732"/>
                  </a:lnTo>
                  <a:lnTo>
                    <a:pt x="3698494" y="19050"/>
                  </a:lnTo>
                  <a:lnTo>
                    <a:pt x="3703828" y="19050"/>
                  </a:lnTo>
                  <a:lnTo>
                    <a:pt x="3703828" y="0"/>
                  </a:lnTo>
                  <a:close/>
                </a:path>
                <a:path w="10424160" h="5213350">
                  <a:moveTo>
                    <a:pt x="3709035" y="0"/>
                  </a:moveTo>
                  <a:lnTo>
                    <a:pt x="3703828" y="0"/>
                  </a:lnTo>
                  <a:lnTo>
                    <a:pt x="3703828" y="19050"/>
                  </a:lnTo>
                  <a:lnTo>
                    <a:pt x="3709035" y="19050"/>
                  </a:lnTo>
                  <a:lnTo>
                    <a:pt x="3713353" y="14732"/>
                  </a:lnTo>
                  <a:lnTo>
                    <a:pt x="3713353" y="4318"/>
                  </a:lnTo>
                  <a:lnTo>
                    <a:pt x="3709035" y="0"/>
                  </a:lnTo>
                  <a:close/>
                </a:path>
                <a:path w="10424160" h="5213350">
                  <a:moveTo>
                    <a:pt x="3741928" y="0"/>
                  </a:moveTo>
                  <a:lnTo>
                    <a:pt x="3736594" y="0"/>
                  </a:lnTo>
                  <a:lnTo>
                    <a:pt x="3732403" y="4318"/>
                  </a:lnTo>
                  <a:lnTo>
                    <a:pt x="3732403" y="14732"/>
                  </a:lnTo>
                  <a:lnTo>
                    <a:pt x="3736594" y="19050"/>
                  </a:lnTo>
                  <a:lnTo>
                    <a:pt x="3741928" y="19050"/>
                  </a:lnTo>
                  <a:lnTo>
                    <a:pt x="3741928" y="0"/>
                  </a:lnTo>
                  <a:close/>
                </a:path>
                <a:path w="10424160" h="5213350">
                  <a:moveTo>
                    <a:pt x="3747135" y="0"/>
                  </a:moveTo>
                  <a:lnTo>
                    <a:pt x="3741928" y="0"/>
                  </a:lnTo>
                  <a:lnTo>
                    <a:pt x="3741928" y="19050"/>
                  </a:lnTo>
                  <a:lnTo>
                    <a:pt x="3747135" y="19050"/>
                  </a:lnTo>
                  <a:lnTo>
                    <a:pt x="3751453" y="14732"/>
                  </a:lnTo>
                  <a:lnTo>
                    <a:pt x="3751453" y="4318"/>
                  </a:lnTo>
                  <a:lnTo>
                    <a:pt x="3747135" y="0"/>
                  </a:lnTo>
                  <a:close/>
                </a:path>
                <a:path w="10424160" h="5213350">
                  <a:moveTo>
                    <a:pt x="3780028" y="0"/>
                  </a:moveTo>
                  <a:lnTo>
                    <a:pt x="3774694" y="0"/>
                  </a:lnTo>
                  <a:lnTo>
                    <a:pt x="3770503" y="4318"/>
                  </a:lnTo>
                  <a:lnTo>
                    <a:pt x="3770503" y="14732"/>
                  </a:lnTo>
                  <a:lnTo>
                    <a:pt x="3774694" y="19050"/>
                  </a:lnTo>
                  <a:lnTo>
                    <a:pt x="3780028" y="19050"/>
                  </a:lnTo>
                  <a:lnTo>
                    <a:pt x="3780028" y="0"/>
                  </a:lnTo>
                  <a:close/>
                </a:path>
                <a:path w="10424160" h="5213350">
                  <a:moveTo>
                    <a:pt x="3785235" y="0"/>
                  </a:moveTo>
                  <a:lnTo>
                    <a:pt x="3780028" y="0"/>
                  </a:lnTo>
                  <a:lnTo>
                    <a:pt x="3780028" y="19050"/>
                  </a:lnTo>
                  <a:lnTo>
                    <a:pt x="3785235" y="19050"/>
                  </a:lnTo>
                  <a:lnTo>
                    <a:pt x="3789553" y="14732"/>
                  </a:lnTo>
                  <a:lnTo>
                    <a:pt x="3789553" y="4318"/>
                  </a:lnTo>
                  <a:lnTo>
                    <a:pt x="3785235" y="0"/>
                  </a:lnTo>
                  <a:close/>
                </a:path>
                <a:path w="10424160" h="5213350">
                  <a:moveTo>
                    <a:pt x="3818128" y="0"/>
                  </a:moveTo>
                  <a:lnTo>
                    <a:pt x="3812921" y="0"/>
                  </a:lnTo>
                  <a:lnTo>
                    <a:pt x="3808603" y="4318"/>
                  </a:lnTo>
                  <a:lnTo>
                    <a:pt x="3808603" y="14732"/>
                  </a:lnTo>
                  <a:lnTo>
                    <a:pt x="3812921" y="19050"/>
                  </a:lnTo>
                  <a:lnTo>
                    <a:pt x="3818128" y="19050"/>
                  </a:lnTo>
                  <a:lnTo>
                    <a:pt x="3818128" y="0"/>
                  </a:lnTo>
                  <a:close/>
                </a:path>
                <a:path w="10424160" h="5213350">
                  <a:moveTo>
                    <a:pt x="3823462" y="0"/>
                  </a:moveTo>
                  <a:lnTo>
                    <a:pt x="3818128" y="0"/>
                  </a:lnTo>
                  <a:lnTo>
                    <a:pt x="3818128" y="19050"/>
                  </a:lnTo>
                  <a:lnTo>
                    <a:pt x="3823462" y="19050"/>
                  </a:lnTo>
                  <a:lnTo>
                    <a:pt x="3827653" y="14732"/>
                  </a:lnTo>
                  <a:lnTo>
                    <a:pt x="3827653" y="4318"/>
                  </a:lnTo>
                  <a:lnTo>
                    <a:pt x="3823462" y="0"/>
                  </a:lnTo>
                  <a:close/>
                </a:path>
                <a:path w="10424160" h="5213350">
                  <a:moveTo>
                    <a:pt x="3856228" y="0"/>
                  </a:moveTo>
                  <a:lnTo>
                    <a:pt x="3851021" y="0"/>
                  </a:lnTo>
                  <a:lnTo>
                    <a:pt x="3846703" y="4318"/>
                  </a:lnTo>
                  <a:lnTo>
                    <a:pt x="3846703" y="14732"/>
                  </a:lnTo>
                  <a:lnTo>
                    <a:pt x="3851021" y="19050"/>
                  </a:lnTo>
                  <a:lnTo>
                    <a:pt x="3856228" y="19050"/>
                  </a:lnTo>
                  <a:lnTo>
                    <a:pt x="3856228" y="0"/>
                  </a:lnTo>
                  <a:close/>
                </a:path>
                <a:path w="10424160" h="5213350">
                  <a:moveTo>
                    <a:pt x="3861562" y="0"/>
                  </a:moveTo>
                  <a:lnTo>
                    <a:pt x="3856228" y="0"/>
                  </a:lnTo>
                  <a:lnTo>
                    <a:pt x="3856228" y="19050"/>
                  </a:lnTo>
                  <a:lnTo>
                    <a:pt x="3861562" y="19050"/>
                  </a:lnTo>
                  <a:lnTo>
                    <a:pt x="3865753" y="14732"/>
                  </a:lnTo>
                  <a:lnTo>
                    <a:pt x="3865753" y="4318"/>
                  </a:lnTo>
                  <a:lnTo>
                    <a:pt x="3861562" y="0"/>
                  </a:lnTo>
                  <a:close/>
                </a:path>
                <a:path w="10424160" h="5213350">
                  <a:moveTo>
                    <a:pt x="3894328" y="0"/>
                  </a:moveTo>
                  <a:lnTo>
                    <a:pt x="3889121" y="0"/>
                  </a:lnTo>
                  <a:lnTo>
                    <a:pt x="3884803" y="4318"/>
                  </a:lnTo>
                  <a:lnTo>
                    <a:pt x="3884803" y="14732"/>
                  </a:lnTo>
                  <a:lnTo>
                    <a:pt x="3889121" y="19050"/>
                  </a:lnTo>
                  <a:lnTo>
                    <a:pt x="3894328" y="19050"/>
                  </a:lnTo>
                  <a:lnTo>
                    <a:pt x="3894328" y="0"/>
                  </a:lnTo>
                  <a:close/>
                </a:path>
                <a:path w="10424160" h="5213350">
                  <a:moveTo>
                    <a:pt x="3899662" y="0"/>
                  </a:moveTo>
                  <a:lnTo>
                    <a:pt x="3894455" y="0"/>
                  </a:lnTo>
                  <a:lnTo>
                    <a:pt x="3894455" y="19050"/>
                  </a:lnTo>
                  <a:lnTo>
                    <a:pt x="3899662" y="19050"/>
                  </a:lnTo>
                  <a:lnTo>
                    <a:pt x="3903980" y="14732"/>
                  </a:lnTo>
                  <a:lnTo>
                    <a:pt x="3903980" y="4318"/>
                  </a:lnTo>
                  <a:lnTo>
                    <a:pt x="3899662" y="0"/>
                  </a:lnTo>
                  <a:close/>
                </a:path>
                <a:path w="10424160" h="5213350">
                  <a:moveTo>
                    <a:pt x="3932555" y="0"/>
                  </a:moveTo>
                  <a:lnTo>
                    <a:pt x="3927221" y="0"/>
                  </a:lnTo>
                  <a:lnTo>
                    <a:pt x="3923030" y="4318"/>
                  </a:lnTo>
                  <a:lnTo>
                    <a:pt x="3923030" y="14732"/>
                  </a:lnTo>
                  <a:lnTo>
                    <a:pt x="3927221" y="19050"/>
                  </a:lnTo>
                  <a:lnTo>
                    <a:pt x="3932555" y="19050"/>
                  </a:lnTo>
                  <a:lnTo>
                    <a:pt x="3932555" y="0"/>
                  </a:lnTo>
                  <a:close/>
                </a:path>
                <a:path w="10424160" h="5213350">
                  <a:moveTo>
                    <a:pt x="3937762" y="0"/>
                  </a:moveTo>
                  <a:lnTo>
                    <a:pt x="3932555" y="0"/>
                  </a:lnTo>
                  <a:lnTo>
                    <a:pt x="3932555" y="19050"/>
                  </a:lnTo>
                  <a:lnTo>
                    <a:pt x="3937762" y="19050"/>
                  </a:lnTo>
                  <a:lnTo>
                    <a:pt x="3942080" y="14732"/>
                  </a:lnTo>
                  <a:lnTo>
                    <a:pt x="3942080" y="4318"/>
                  </a:lnTo>
                  <a:lnTo>
                    <a:pt x="3937762" y="0"/>
                  </a:lnTo>
                  <a:close/>
                </a:path>
                <a:path w="10424160" h="5213350">
                  <a:moveTo>
                    <a:pt x="3970655" y="0"/>
                  </a:moveTo>
                  <a:lnTo>
                    <a:pt x="3965321" y="0"/>
                  </a:lnTo>
                  <a:lnTo>
                    <a:pt x="3961130" y="4318"/>
                  </a:lnTo>
                  <a:lnTo>
                    <a:pt x="3961130" y="14732"/>
                  </a:lnTo>
                  <a:lnTo>
                    <a:pt x="3965321" y="19050"/>
                  </a:lnTo>
                  <a:lnTo>
                    <a:pt x="3970655" y="19050"/>
                  </a:lnTo>
                  <a:lnTo>
                    <a:pt x="3970655" y="0"/>
                  </a:lnTo>
                  <a:close/>
                </a:path>
                <a:path w="10424160" h="5213350">
                  <a:moveTo>
                    <a:pt x="3975862" y="0"/>
                  </a:moveTo>
                  <a:lnTo>
                    <a:pt x="3970655" y="0"/>
                  </a:lnTo>
                  <a:lnTo>
                    <a:pt x="3970655" y="19050"/>
                  </a:lnTo>
                  <a:lnTo>
                    <a:pt x="3975862" y="19050"/>
                  </a:lnTo>
                  <a:lnTo>
                    <a:pt x="3980180" y="14732"/>
                  </a:lnTo>
                  <a:lnTo>
                    <a:pt x="3980180" y="4318"/>
                  </a:lnTo>
                  <a:lnTo>
                    <a:pt x="3975862" y="0"/>
                  </a:lnTo>
                  <a:close/>
                </a:path>
                <a:path w="10424160" h="5213350">
                  <a:moveTo>
                    <a:pt x="4008755" y="0"/>
                  </a:moveTo>
                  <a:lnTo>
                    <a:pt x="4003421" y="0"/>
                  </a:lnTo>
                  <a:lnTo>
                    <a:pt x="3999230" y="4318"/>
                  </a:lnTo>
                  <a:lnTo>
                    <a:pt x="3999230" y="14732"/>
                  </a:lnTo>
                  <a:lnTo>
                    <a:pt x="4003421" y="19050"/>
                  </a:lnTo>
                  <a:lnTo>
                    <a:pt x="4008755" y="19050"/>
                  </a:lnTo>
                  <a:lnTo>
                    <a:pt x="4008755" y="0"/>
                  </a:lnTo>
                  <a:close/>
                </a:path>
                <a:path w="10424160" h="5213350">
                  <a:moveTo>
                    <a:pt x="4013962" y="0"/>
                  </a:moveTo>
                  <a:lnTo>
                    <a:pt x="4008755" y="0"/>
                  </a:lnTo>
                  <a:lnTo>
                    <a:pt x="4008755" y="19050"/>
                  </a:lnTo>
                  <a:lnTo>
                    <a:pt x="4013962" y="19050"/>
                  </a:lnTo>
                  <a:lnTo>
                    <a:pt x="4018280" y="14732"/>
                  </a:lnTo>
                  <a:lnTo>
                    <a:pt x="4018280" y="4318"/>
                  </a:lnTo>
                  <a:lnTo>
                    <a:pt x="4013962" y="0"/>
                  </a:lnTo>
                  <a:close/>
                </a:path>
                <a:path w="10424160" h="5213350">
                  <a:moveTo>
                    <a:pt x="4046855" y="0"/>
                  </a:moveTo>
                  <a:lnTo>
                    <a:pt x="4041648" y="0"/>
                  </a:lnTo>
                  <a:lnTo>
                    <a:pt x="4037330" y="4318"/>
                  </a:lnTo>
                  <a:lnTo>
                    <a:pt x="4037330" y="14732"/>
                  </a:lnTo>
                  <a:lnTo>
                    <a:pt x="4041648" y="19050"/>
                  </a:lnTo>
                  <a:lnTo>
                    <a:pt x="4046855" y="19050"/>
                  </a:lnTo>
                  <a:lnTo>
                    <a:pt x="4046855" y="0"/>
                  </a:lnTo>
                  <a:close/>
                </a:path>
                <a:path w="10424160" h="5213350">
                  <a:moveTo>
                    <a:pt x="4052189" y="0"/>
                  </a:moveTo>
                  <a:lnTo>
                    <a:pt x="4046855" y="0"/>
                  </a:lnTo>
                  <a:lnTo>
                    <a:pt x="4046855" y="19050"/>
                  </a:lnTo>
                  <a:lnTo>
                    <a:pt x="4052189" y="19050"/>
                  </a:lnTo>
                  <a:lnTo>
                    <a:pt x="4056380" y="14732"/>
                  </a:lnTo>
                  <a:lnTo>
                    <a:pt x="4056380" y="4318"/>
                  </a:lnTo>
                  <a:lnTo>
                    <a:pt x="4052189" y="0"/>
                  </a:lnTo>
                  <a:close/>
                </a:path>
                <a:path w="10424160" h="5213350">
                  <a:moveTo>
                    <a:pt x="4084955" y="0"/>
                  </a:moveTo>
                  <a:lnTo>
                    <a:pt x="4079748" y="0"/>
                  </a:lnTo>
                  <a:lnTo>
                    <a:pt x="4075430" y="4318"/>
                  </a:lnTo>
                  <a:lnTo>
                    <a:pt x="4075430" y="14732"/>
                  </a:lnTo>
                  <a:lnTo>
                    <a:pt x="4079748" y="19050"/>
                  </a:lnTo>
                  <a:lnTo>
                    <a:pt x="4084955" y="19050"/>
                  </a:lnTo>
                  <a:lnTo>
                    <a:pt x="4084955" y="0"/>
                  </a:lnTo>
                  <a:close/>
                </a:path>
                <a:path w="10424160" h="5213350">
                  <a:moveTo>
                    <a:pt x="4090289" y="0"/>
                  </a:moveTo>
                  <a:lnTo>
                    <a:pt x="4084955" y="0"/>
                  </a:lnTo>
                  <a:lnTo>
                    <a:pt x="4084955" y="19050"/>
                  </a:lnTo>
                  <a:lnTo>
                    <a:pt x="4090289" y="19050"/>
                  </a:lnTo>
                  <a:lnTo>
                    <a:pt x="4094480" y="14732"/>
                  </a:lnTo>
                  <a:lnTo>
                    <a:pt x="4094480" y="4318"/>
                  </a:lnTo>
                  <a:lnTo>
                    <a:pt x="4090289" y="0"/>
                  </a:lnTo>
                  <a:close/>
                </a:path>
                <a:path w="10424160" h="5213350">
                  <a:moveTo>
                    <a:pt x="4123055" y="0"/>
                  </a:moveTo>
                  <a:lnTo>
                    <a:pt x="4117848" y="0"/>
                  </a:lnTo>
                  <a:lnTo>
                    <a:pt x="4113530" y="4318"/>
                  </a:lnTo>
                  <a:lnTo>
                    <a:pt x="4113530" y="14732"/>
                  </a:lnTo>
                  <a:lnTo>
                    <a:pt x="4117848" y="19050"/>
                  </a:lnTo>
                  <a:lnTo>
                    <a:pt x="4123055" y="19050"/>
                  </a:lnTo>
                  <a:lnTo>
                    <a:pt x="4123055" y="0"/>
                  </a:lnTo>
                  <a:close/>
                </a:path>
                <a:path w="10424160" h="5213350">
                  <a:moveTo>
                    <a:pt x="4128389" y="0"/>
                  </a:moveTo>
                  <a:lnTo>
                    <a:pt x="4123055" y="0"/>
                  </a:lnTo>
                  <a:lnTo>
                    <a:pt x="4123055" y="19050"/>
                  </a:lnTo>
                  <a:lnTo>
                    <a:pt x="4128389" y="19050"/>
                  </a:lnTo>
                  <a:lnTo>
                    <a:pt x="4132580" y="14732"/>
                  </a:lnTo>
                  <a:lnTo>
                    <a:pt x="4132580" y="4318"/>
                  </a:lnTo>
                  <a:lnTo>
                    <a:pt x="4128389" y="0"/>
                  </a:lnTo>
                  <a:close/>
                </a:path>
                <a:path w="10424160" h="5213350">
                  <a:moveTo>
                    <a:pt x="4161155" y="0"/>
                  </a:moveTo>
                  <a:lnTo>
                    <a:pt x="4155948" y="0"/>
                  </a:lnTo>
                  <a:lnTo>
                    <a:pt x="4151630" y="4318"/>
                  </a:lnTo>
                  <a:lnTo>
                    <a:pt x="4151630" y="14732"/>
                  </a:lnTo>
                  <a:lnTo>
                    <a:pt x="4155948" y="19050"/>
                  </a:lnTo>
                  <a:lnTo>
                    <a:pt x="4161155" y="19050"/>
                  </a:lnTo>
                  <a:lnTo>
                    <a:pt x="4161155" y="0"/>
                  </a:lnTo>
                  <a:close/>
                </a:path>
                <a:path w="10424160" h="5213350">
                  <a:moveTo>
                    <a:pt x="4166489" y="0"/>
                  </a:moveTo>
                  <a:lnTo>
                    <a:pt x="4161282" y="0"/>
                  </a:lnTo>
                  <a:lnTo>
                    <a:pt x="4161282" y="19050"/>
                  </a:lnTo>
                  <a:lnTo>
                    <a:pt x="4166489" y="19050"/>
                  </a:lnTo>
                  <a:lnTo>
                    <a:pt x="4170807" y="14732"/>
                  </a:lnTo>
                  <a:lnTo>
                    <a:pt x="4170807" y="4318"/>
                  </a:lnTo>
                  <a:lnTo>
                    <a:pt x="4166489" y="0"/>
                  </a:lnTo>
                  <a:close/>
                </a:path>
                <a:path w="10424160" h="5213350">
                  <a:moveTo>
                    <a:pt x="4199382" y="0"/>
                  </a:moveTo>
                  <a:lnTo>
                    <a:pt x="4194048" y="0"/>
                  </a:lnTo>
                  <a:lnTo>
                    <a:pt x="4189857" y="4318"/>
                  </a:lnTo>
                  <a:lnTo>
                    <a:pt x="4189857" y="14732"/>
                  </a:lnTo>
                  <a:lnTo>
                    <a:pt x="4194048" y="19050"/>
                  </a:lnTo>
                  <a:lnTo>
                    <a:pt x="4199382" y="19050"/>
                  </a:lnTo>
                  <a:lnTo>
                    <a:pt x="4199382" y="0"/>
                  </a:lnTo>
                  <a:close/>
                </a:path>
                <a:path w="10424160" h="5213350">
                  <a:moveTo>
                    <a:pt x="4204589" y="0"/>
                  </a:moveTo>
                  <a:lnTo>
                    <a:pt x="4199382" y="0"/>
                  </a:lnTo>
                  <a:lnTo>
                    <a:pt x="4199382" y="19050"/>
                  </a:lnTo>
                  <a:lnTo>
                    <a:pt x="4204589" y="19050"/>
                  </a:lnTo>
                  <a:lnTo>
                    <a:pt x="4208907" y="14732"/>
                  </a:lnTo>
                  <a:lnTo>
                    <a:pt x="4208907" y="4318"/>
                  </a:lnTo>
                  <a:lnTo>
                    <a:pt x="4204589" y="0"/>
                  </a:lnTo>
                  <a:close/>
                </a:path>
                <a:path w="10424160" h="5213350">
                  <a:moveTo>
                    <a:pt x="4237482" y="0"/>
                  </a:moveTo>
                  <a:lnTo>
                    <a:pt x="4232148" y="0"/>
                  </a:lnTo>
                  <a:lnTo>
                    <a:pt x="4227957" y="4318"/>
                  </a:lnTo>
                  <a:lnTo>
                    <a:pt x="4227957" y="14732"/>
                  </a:lnTo>
                  <a:lnTo>
                    <a:pt x="4232148" y="19050"/>
                  </a:lnTo>
                  <a:lnTo>
                    <a:pt x="4237482" y="19050"/>
                  </a:lnTo>
                  <a:lnTo>
                    <a:pt x="4237482" y="0"/>
                  </a:lnTo>
                  <a:close/>
                </a:path>
                <a:path w="10424160" h="5213350">
                  <a:moveTo>
                    <a:pt x="4242689" y="0"/>
                  </a:moveTo>
                  <a:lnTo>
                    <a:pt x="4237482" y="0"/>
                  </a:lnTo>
                  <a:lnTo>
                    <a:pt x="4237482" y="19050"/>
                  </a:lnTo>
                  <a:lnTo>
                    <a:pt x="4242689" y="19050"/>
                  </a:lnTo>
                  <a:lnTo>
                    <a:pt x="4247007" y="14732"/>
                  </a:lnTo>
                  <a:lnTo>
                    <a:pt x="4247007" y="4318"/>
                  </a:lnTo>
                  <a:lnTo>
                    <a:pt x="4242689" y="0"/>
                  </a:lnTo>
                  <a:close/>
                </a:path>
                <a:path w="10424160" h="5213350">
                  <a:moveTo>
                    <a:pt x="4275582" y="0"/>
                  </a:moveTo>
                  <a:lnTo>
                    <a:pt x="4270248" y="0"/>
                  </a:lnTo>
                  <a:lnTo>
                    <a:pt x="4266057" y="4318"/>
                  </a:lnTo>
                  <a:lnTo>
                    <a:pt x="4266057" y="14732"/>
                  </a:lnTo>
                  <a:lnTo>
                    <a:pt x="4270248" y="19050"/>
                  </a:lnTo>
                  <a:lnTo>
                    <a:pt x="4275582" y="19050"/>
                  </a:lnTo>
                  <a:lnTo>
                    <a:pt x="4275582" y="0"/>
                  </a:lnTo>
                  <a:close/>
                </a:path>
                <a:path w="10424160" h="5213350">
                  <a:moveTo>
                    <a:pt x="4280789" y="0"/>
                  </a:moveTo>
                  <a:lnTo>
                    <a:pt x="4275582" y="0"/>
                  </a:lnTo>
                  <a:lnTo>
                    <a:pt x="4275582" y="19050"/>
                  </a:lnTo>
                  <a:lnTo>
                    <a:pt x="4280789" y="19050"/>
                  </a:lnTo>
                  <a:lnTo>
                    <a:pt x="4285107" y="14732"/>
                  </a:lnTo>
                  <a:lnTo>
                    <a:pt x="4285107" y="4318"/>
                  </a:lnTo>
                  <a:lnTo>
                    <a:pt x="4280789" y="0"/>
                  </a:lnTo>
                  <a:close/>
                </a:path>
                <a:path w="10424160" h="5213350">
                  <a:moveTo>
                    <a:pt x="4313682" y="0"/>
                  </a:moveTo>
                  <a:lnTo>
                    <a:pt x="4308475" y="0"/>
                  </a:lnTo>
                  <a:lnTo>
                    <a:pt x="4304157" y="4318"/>
                  </a:lnTo>
                  <a:lnTo>
                    <a:pt x="4304157" y="14732"/>
                  </a:lnTo>
                  <a:lnTo>
                    <a:pt x="4308475" y="19050"/>
                  </a:lnTo>
                  <a:lnTo>
                    <a:pt x="4313682" y="19050"/>
                  </a:lnTo>
                  <a:lnTo>
                    <a:pt x="4313682" y="0"/>
                  </a:lnTo>
                  <a:close/>
                </a:path>
                <a:path w="10424160" h="5213350">
                  <a:moveTo>
                    <a:pt x="4319016" y="0"/>
                  </a:moveTo>
                  <a:lnTo>
                    <a:pt x="4313682" y="0"/>
                  </a:lnTo>
                  <a:lnTo>
                    <a:pt x="4313682" y="19050"/>
                  </a:lnTo>
                  <a:lnTo>
                    <a:pt x="4319016" y="19050"/>
                  </a:lnTo>
                  <a:lnTo>
                    <a:pt x="4323207" y="14732"/>
                  </a:lnTo>
                  <a:lnTo>
                    <a:pt x="4323207" y="4318"/>
                  </a:lnTo>
                  <a:lnTo>
                    <a:pt x="4319016" y="0"/>
                  </a:lnTo>
                  <a:close/>
                </a:path>
                <a:path w="10424160" h="5213350">
                  <a:moveTo>
                    <a:pt x="4351782" y="0"/>
                  </a:moveTo>
                  <a:lnTo>
                    <a:pt x="4346575" y="0"/>
                  </a:lnTo>
                  <a:lnTo>
                    <a:pt x="4342257" y="4318"/>
                  </a:lnTo>
                  <a:lnTo>
                    <a:pt x="4342257" y="14732"/>
                  </a:lnTo>
                  <a:lnTo>
                    <a:pt x="4346575" y="19050"/>
                  </a:lnTo>
                  <a:lnTo>
                    <a:pt x="4351782" y="19050"/>
                  </a:lnTo>
                  <a:lnTo>
                    <a:pt x="4351782" y="0"/>
                  </a:lnTo>
                  <a:close/>
                </a:path>
                <a:path w="10424160" h="5213350">
                  <a:moveTo>
                    <a:pt x="4357116" y="0"/>
                  </a:moveTo>
                  <a:lnTo>
                    <a:pt x="4351782" y="0"/>
                  </a:lnTo>
                  <a:lnTo>
                    <a:pt x="4351782" y="19050"/>
                  </a:lnTo>
                  <a:lnTo>
                    <a:pt x="4357116" y="19050"/>
                  </a:lnTo>
                  <a:lnTo>
                    <a:pt x="4361307" y="14732"/>
                  </a:lnTo>
                  <a:lnTo>
                    <a:pt x="4361307" y="4318"/>
                  </a:lnTo>
                  <a:lnTo>
                    <a:pt x="4357116" y="0"/>
                  </a:lnTo>
                  <a:close/>
                </a:path>
                <a:path w="10424160" h="5213350">
                  <a:moveTo>
                    <a:pt x="4389882" y="0"/>
                  </a:moveTo>
                  <a:lnTo>
                    <a:pt x="4384675" y="0"/>
                  </a:lnTo>
                  <a:lnTo>
                    <a:pt x="4380357" y="4318"/>
                  </a:lnTo>
                  <a:lnTo>
                    <a:pt x="4380357" y="14732"/>
                  </a:lnTo>
                  <a:lnTo>
                    <a:pt x="4384675" y="19050"/>
                  </a:lnTo>
                  <a:lnTo>
                    <a:pt x="4389882" y="19050"/>
                  </a:lnTo>
                  <a:lnTo>
                    <a:pt x="4389882" y="0"/>
                  </a:lnTo>
                  <a:close/>
                </a:path>
                <a:path w="10424160" h="5213350">
                  <a:moveTo>
                    <a:pt x="4395216" y="0"/>
                  </a:moveTo>
                  <a:lnTo>
                    <a:pt x="4389882" y="0"/>
                  </a:lnTo>
                  <a:lnTo>
                    <a:pt x="4389882" y="19050"/>
                  </a:lnTo>
                  <a:lnTo>
                    <a:pt x="4395216" y="19050"/>
                  </a:lnTo>
                  <a:lnTo>
                    <a:pt x="4399407" y="14732"/>
                  </a:lnTo>
                  <a:lnTo>
                    <a:pt x="4399407" y="4318"/>
                  </a:lnTo>
                  <a:lnTo>
                    <a:pt x="4395216" y="0"/>
                  </a:lnTo>
                  <a:close/>
                </a:path>
                <a:path w="10424160" h="5213350">
                  <a:moveTo>
                    <a:pt x="4427982" y="0"/>
                  </a:moveTo>
                  <a:lnTo>
                    <a:pt x="4422775" y="0"/>
                  </a:lnTo>
                  <a:lnTo>
                    <a:pt x="4418457" y="4318"/>
                  </a:lnTo>
                  <a:lnTo>
                    <a:pt x="4418457" y="14732"/>
                  </a:lnTo>
                  <a:lnTo>
                    <a:pt x="4422775" y="19050"/>
                  </a:lnTo>
                  <a:lnTo>
                    <a:pt x="4427982" y="19050"/>
                  </a:lnTo>
                  <a:lnTo>
                    <a:pt x="4427982" y="0"/>
                  </a:lnTo>
                  <a:close/>
                </a:path>
                <a:path w="10424160" h="5213350">
                  <a:moveTo>
                    <a:pt x="4433316" y="0"/>
                  </a:moveTo>
                  <a:lnTo>
                    <a:pt x="4428109" y="0"/>
                  </a:lnTo>
                  <a:lnTo>
                    <a:pt x="4428109" y="19050"/>
                  </a:lnTo>
                  <a:lnTo>
                    <a:pt x="4433316" y="19050"/>
                  </a:lnTo>
                  <a:lnTo>
                    <a:pt x="4437634" y="14732"/>
                  </a:lnTo>
                  <a:lnTo>
                    <a:pt x="4437634" y="4318"/>
                  </a:lnTo>
                  <a:lnTo>
                    <a:pt x="4433316" y="0"/>
                  </a:lnTo>
                  <a:close/>
                </a:path>
                <a:path w="10424160" h="5213350">
                  <a:moveTo>
                    <a:pt x="4466209" y="0"/>
                  </a:moveTo>
                  <a:lnTo>
                    <a:pt x="4460875" y="0"/>
                  </a:lnTo>
                  <a:lnTo>
                    <a:pt x="4456684" y="4318"/>
                  </a:lnTo>
                  <a:lnTo>
                    <a:pt x="4456684" y="14732"/>
                  </a:lnTo>
                  <a:lnTo>
                    <a:pt x="4460875" y="19050"/>
                  </a:lnTo>
                  <a:lnTo>
                    <a:pt x="4466209" y="19050"/>
                  </a:lnTo>
                  <a:lnTo>
                    <a:pt x="4466209" y="0"/>
                  </a:lnTo>
                  <a:close/>
                </a:path>
                <a:path w="10424160" h="5213350">
                  <a:moveTo>
                    <a:pt x="4471416" y="0"/>
                  </a:moveTo>
                  <a:lnTo>
                    <a:pt x="4466209" y="0"/>
                  </a:lnTo>
                  <a:lnTo>
                    <a:pt x="4466209" y="19050"/>
                  </a:lnTo>
                  <a:lnTo>
                    <a:pt x="4471416" y="19050"/>
                  </a:lnTo>
                  <a:lnTo>
                    <a:pt x="4475734" y="14732"/>
                  </a:lnTo>
                  <a:lnTo>
                    <a:pt x="4475734" y="4318"/>
                  </a:lnTo>
                  <a:lnTo>
                    <a:pt x="4471416" y="0"/>
                  </a:lnTo>
                  <a:close/>
                </a:path>
                <a:path w="10424160" h="5213350">
                  <a:moveTo>
                    <a:pt x="4504309" y="0"/>
                  </a:moveTo>
                  <a:lnTo>
                    <a:pt x="4498975" y="0"/>
                  </a:lnTo>
                  <a:lnTo>
                    <a:pt x="4494784" y="4318"/>
                  </a:lnTo>
                  <a:lnTo>
                    <a:pt x="4494784" y="14732"/>
                  </a:lnTo>
                  <a:lnTo>
                    <a:pt x="4498975" y="19050"/>
                  </a:lnTo>
                  <a:lnTo>
                    <a:pt x="4504309" y="19050"/>
                  </a:lnTo>
                  <a:lnTo>
                    <a:pt x="4504309" y="0"/>
                  </a:lnTo>
                  <a:close/>
                </a:path>
                <a:path w="10424160" h="5213350">
                  <a:moveTo>
                    <a:pt x="4509516" y="0"/>
                  </a:moveTo>
                  <a:lnTo>
                    <a:pt x="4504309" y="0"/>
                  </a:lnTo>
                  <a:lnTo>
                    <a:pt x="4504309" y="19050"/>
                  </a:lnTo>
                  <a:lnTo>
                    <a:pt x="4509516" y="19050"/>
                  </a:lnTo>
                  <a:lnTo>
                    <a:pt x="4513834" y="14732"/>
                  </a:lnTo>
                  <a:lnTo>
                    <a:pt x="4513834" y="4318"/>
                  </a:lnTo>
                  <a:lnTo>
                    <a:pt x="4509516" y="0"/>
                  </a:lnTo>
                  <a:close/>
                </a:path>
                <a:path w="10424160" h="5213350">
                  <a:moveTo>
                    <a:pt x="4542409" y="0"/>
                  </a:moveTo>
                  <a:lnTo>
                    <a:pt x="4537075" y="0"/>
                  </a:lnTo>
                  <a:lnTo>
                    <a:pt x="4532884" y="4318"/>
                  </a:lnTo>
                  <a:lnTo>
                    <a:pt x="4532884" y="14732"/>
                  </a:lnTo>
                  <a:lnTo>
                    <a:pt x="4537075" y="19050"/>
                  </a:lnTo>
                  <a:lnTo>
                    <a:pt x="4542409" y="19050"/>
                  </a:lnTo>
                  <a:lnTo>
                    <a:pt x="4542409" y="0"/>
                  </a:lnTo>
                  <a:close/>
                </a:path>
                <a:path w="10424160" h="5213350">
                  <a:moveTo>
                    <a:pt x="4547616" y="0"/>
                  </a:moveTo>
                  <a:lnTo>
                    <a:pt x="4542409" y="0"/>
                  </a:lnTo>
                  <a:lnTo>
                    <a:pt x="4542409" y="19050"/>
                  </a:lnTo>
                  <a:lnTo>
                    <a:pt x="4547616" y="19050"/>
                  </a:lnTo>
                  <a:lnTo>
                    <a:pt x="4551934" y="14732"/>
                  </a:lnTo>
                  <a:lnTo>
                    <a:pt x="4551934" y="4318"/>
                  </a:lnTo>
                  <a:lnTo>
                    <a:pt x="4547616" y="0"/>
                  </a:lnTo>
                  <a:close/>
                </a:path>
                <a:path w="10424160" h="5213350">
                  <a:moveTo>
                    <a:pt x="4580509" y="0"/>
                  </a:moveTo>
                  <a:lnTo>
                    <a:pt x="4575302" y="0"/>
                  </a:lnTo>
                  <a:lnTo>
                    <a:pt x="4570984" y="4318"/>
                  </a:lnTo>
                  <a:lnTo>
                    <a:pt x="4570984" y="14732"/>
                  </a:lnTo>
                  <a:lnTo>
                    <a:pt x="4575302" y="19050"/>
                  </a:lnTo>
                  <a:lnTo>
                    <a:pt x="4580509" y="19050"/>
                  </a:lnTo>
                  <a:lnTo>
                    <a:pt x="4580509" y="0"/>
                  </a:lnTo>
                  <a:close/>
                </a:path>
                <a:path w="10424160" h="5213350">
                  <a:moveTo>
                    <a:pt x="4585843" y="0"/>
                  </a:moveTo>
                  <a:lnTo>
                    <a:pt x="4580509" y="0"/>
                  </a:lnTo>
                  <a:lnTo>
                    <a:pt x="4580509" y="19050"/>
                  </a:lnTo>
                  <a:lnTo>
                    <a:pt x="4585843" y="19050"/>
                  </a:lnTo>
                  <a:lnTo>
                    <a:pt x="4590034" y="14732"/>
                  </a:lnTo>
                  <a:lnTo>
                    <a:pt x="4590034" y="4318"/>
                  </a:lnTo>
                  <a:lnTo>
                    <a:pt x="4585843" y="0"/>
                  </a:lnTo>
                  <a:close/>
                </a:path>
                <a:path w="10424160" h="5213350">
                  <a:moveTo>
                    <a:pt x="4618609" y="0"/>
                  </a:moveTo>
                  <a:lnTo>
                    <a:pt x="4613402" y="0"/>
                  </a:lnTo>
                  <a:lnTo>
                    <a:pt x="4609084" y="4318"/>
                  </a:lnTo>
                  <a:lnTo>
                    <a:pt x="4609084" y="14732"/>
                  </a:lnTo>
                  <a:lnTo>
                    <a:pt x="4613402" y="19050"/>
                  </a:lnTo>
                  <a:lnTo>
                    <a:pt x="4618609" y="19050"/>
                  </a:lnTo>
                  <a:lnTo>
                    <a:pt x="4618609" y="0"/>
                  </a:lnTo>
                  <a:close/>
                </a:path>
                <a:path w="10424160" h="5213350">
                  <a:moveTo>
                    <a:pt x="4623943" y="0"/>
                  </a:moveTo>
                  <a:lnTo>
                    <a:pt x="4618609" y="0"/>
                  </a:lnTo>
                  <a:lnTo>
                    <a:pt x="4618609" y="19050"/>
                  </a:lnTo>
                  <a:lnTo>
                    <a:pt x="4623943" y="19050"/>
                  </a:lnTo>
                  <a:lnTo>
                    <a:pt x="4628134" y="14732"/>
                  </a:lnTo>
                  <a:lnTo>
                    <a:pt x="4628134" y="4318"/>
                  </a:lnTo>
                  <a:lnTo>
                    <a:pt x="4623943" y="0"/>
                  </a:lnTo>
                  <a:close/>
                </a:path>
                <a:path w="10424160" h="5213350">
                  <a:moveTo>
                    <a:pt x="4656709" y="0"/>
                  </a:moveTo>
                  <a:lnTo>
                    <a:pt x="4651502" y="0"/>
                  </a:lnTo>
                  <a:lnTo>
                    <a:pt x="4647184" y="4318"/>
                  </a:lnTo>
                  <a:lnTo>
                    <a:pt x="4647184" y="14732"/>
                  </a:lnTo>
                  <a:lnTo>
                    <a:pt x="4651502" y="19050"/>
                  </a:lnTo>
                  <a:lnTo>
                    <a:pt x="4656709" y="19050"/>
                  </a:lnTo>
                  <a:lnTo>
                    <a:pt x="4656709" y="0"/>
                  </a:lnTo>
                  <a:close/>
                </a:path>
                <a:path w="10424160" h="5213350">
                  <a:moveTo>
                    <a:pt x="4662043" y="0"/>
                  </a:moveTo>
                  <a:lnTo>
                    <a:pt x="4656836" y="0"/>
                  </a:lnTo>
                  <a:lnTo>
                    <a:pt x="4656836" y="19050"/>
                  </a:lnTo>
                  <a:lnTo>
                    <a:pt x="4662043" y="19050"/>
                  </a:lnTo>
                  <a:lnTo>
                    <a:pt x="4666361" y="14732"/>
                  </a:lnTo>
                  <a:lnTo>
                    <a:pt x="4666361" y="4318"/>
                  </a:lnTo>
                  <a:lnTo>
                    <a:pt x="4662043" y="0"/>
                  </a:lnTo>
                  <a:close/>
                </a:path>
                <a:path w="10424160" h="5213350">
                  <a:moveTo>
                    <a:pt x="4694936" y="0"/>
                  </a:moveTo>
                  <a:lnTo>
                    <a:pt x="4689602" y="0"/>
                  </a:lnTo>
                  <a:lnTo>
                    <a:pt x="4685411" y="4318"/>
                  </a:lnTo>
                  <a:lnTo>
                    <a:pt x="4685411" y="14732"/>
                  </a:lnTo>
                  <a:lnTo>
                    <a:pt x="4689602" y="19050"/>
                  </a:lnTo>
                  <a:lnTo>
                    <a:pt x="4694936" y="19050"/>
                  </a:lnTo>
                  <a:lnTo>
                    <a:pt x="4694936" y="0"/>
                  </a:lnTo>
                  <a:close/>
                </a:path>
                <a:path w="10424160" h="5213350">
                  <a:moveTo>
                    <a:pt x="4700143" y="0"/>
                  </a:moveTo>
                  <a:lnTo>
                    <a:pt x="4694936" y="0"/>
                  </a:lnTo>
                  <a:lnTo>
                    <a:pt x="4694936" y="19050"/>
                  </a:lnTo>
                  <a:lnTo>
                    <a:pt x="4700143" y="19050"/>
                  </a:lnTo>
                  <a:lnTo>
                    <a:pt x="4704461" y="14732"/>
                  </a:lnTo>
                  <a:lnTo>
                    <a:pt x="4704461" y="4318"/>
                  </a:lnTo>
                  <a:lnTo>
                    <a:pt x="4700143" y="0"/>
                  </a:lnTo>
                  <a:close/>
                </a:path>
                <a:path w="10424160" h="5213350">
                  <a:moveTo>
                    <a:pt x="4733036" y="0"/>
                  </a:moveTo>
                  <a:lnTo>
                    <a:pt x="4727702" y="0"/>
                  </a:lnTo>
                  <a:lnTo>
                    <a:pt x="4723511" y="4318"/>
                  </a:lnTo>
                  <a:lnTo>
                    <a:pt x="4723511" y="14732"/>
                  </a:lnTo>
                  <a:lnTo>
                    <a:pt x="4727702" y="19050"/>
                  </a:lnTo>
                  <a:lnTo>
                    <a:pt x="4733036" y="19050"/>
                  </a:lnTo>
                  <a:lnTo>
                    <a:pt x="4733036" y="0"/>
                  </a:lnTo>
                  <a:close/>
                </a:path>
                <a:path w="10424160" h="5213350">
                  <a:moveTo>
                    <a:pt x="4738243" y="0"/>
                  </a:moveTo>
                  <a:lnTo>
                    <a:pt x="4733036" y="0"/>
                  </a:lnTo>
                  <a:lnTo>
                    <a:pt x="4733036" y="19050"/>
                  </a:lnTo>
                  <a:lnTo>
                    <a:pt x="4738243" y="19050"/>
                  </a:lnTo>
                  <a:lnTo>
                    <a:pt x="4742561" y="14732"/>
                  </a:lnTo>
                  <a:lnTo>
                    <a:pt x="4742561" y="4318"/>
                  </a:lnTo>
                  <a:lnTo>
                    <a:pt x="4738243" y="0"/>
                  </a:lnTo>
                  <a:close/>
                </a:path>
                <a:path w="10424160" h="5213350">
                  <a:moveTo>
                    <a:pt x="4771136" y="0"/>
                  </a:moveTo>
                  <a:lnTo>
                    <a:pt x="4765802" y="0"/>
                  </a:lnTo>
                  <a:lnTo>
                    <a:pt x="4761611" y="4318"/>
                  </a:lnTo>
                  <a:lnTo>
                    <a:pt x="4761611" y="14732"/>
                  </a:lnTo>
                  <a:lnTo>
                    <a:pt x="4765802" y="19050"/>
                  </a:lnTo>
                  <a:lnTo>
                    <a:pt x="4771136" y="19050"/>
                  </a:lnTo>
                  <a:lnTo>
                    <a:pt x="4771136" y="0"/>
                  </a:lnTo>
                  <a:close/>
                </a:path>
                <a:path w="10424160" h="5213350">
                  <a:moveTo>
                    <a:pt x="4776343" y="0"/>
                  </a:moveTo>
                  <a:lnTo>
                    <a:pt x="4771136" y="0"/>
                  </a:lnTo>
                  <a:lnTo>
                    <a:pt x="4771136" y="19050"/>
                  </a:lnTo>
                  <a:lnTo>
                    <a:pt x="4776343" y="19050"/>
                  </a:lnTo>
                  <a:lnTo>
                    <a:pt x="4780661" y="14732"/>
                  </a:lnTo>
                  <a:lnTo>
                    <a:pt x="4780661" y="4318"/>
                  </a:lnTo>
                  <a:lnTo>
                    <a:pt x="4776343" y="0"/>
                  </a:lnTo>
                  <a:close/>
                </a:path>
                <a:path w="10424160" h="5213350">
                  <a:moveTo>
                    <a:pt x="4809236" y="0"/>
                  </a:moveTo>
                  <a:lnTo>
                    <a:pt x="4804029" y="0"/>
                  </a:lnTo>
                  <a:lnTo>
                    <a:pt x="4799711" y="4318"/>
                  </a:lnTo>
                  <a:lnTo>
                    <a:pt x="4799711" y="14732"/>
                  </a:lnTo>
                  <a:lnTo>
                    <a:pt x="4804029" y="19050"/>
                  </a:lnTo>
                  <a:lnTo>
                    <a:pt x="4809236" y="19050"/>
                  </a:lnTo>
                  <a:lnTo>
                    <a:pt x="4809236" y="0"/>
                  </a:lnTo>
                  <a:close/>
                </a:path>
                <a:path w="10424160" h="5213350">
                  <a:moveTo>
                    <a:pt x="4814570" y="0"/>
                  </a:moveTo>
                  <a:lnTo>
                    <a:pt x="4809236" y="0"/>
                  </a:lnTo>
                  <a:lnTo>
                    <a:pt x="4809236" y="19050"/>
                  </a:lnTo>
                  <a:lnTo>
                    <a:pt x="4814570" y="19050"/>
                  </a:lnTo>
                  <a:lnTo>
                    <a:pt x="4818761" y="14732"/>
                  </a:lnTo>
                  <a:lnTo>
                    <a:pt x="4818761" y="4318"/>
                  </a:lnTo>
                  <a:lnTo>
                    <a:pt x="4814570" y="0"/>
                  </a:lnTo>
                  <a:close/>
                </a:path>
                <a:path w="10424160" h="5213350">
                  <a:moveTo>
                    <a:pt x="4847336" y="0"/>
                  </a:moveTo>
                  <a:lnTo>
                    <a:pt x="4842129" y="0"/>
                  </a:lnTo>
                  <a:lnTo>
                    <a:pt x="4837811" y="4318"/>
                  </a:lnTo>
                  <a:lnTo>
                    <a:pt x="4837811" y="14732"/>
                  </a:lnTo>
                  <a:lnTo>
                    <a:pt x="4842129" y="19050"/>
                  </a:lnTo>
                  <a:lnTo>
                    <a:pt x="4847336" y="19050"/>
                  </a:lnTo>
                  <a:lnTo>
                    <a:pt x="4847336" y="0"/>
                  </a:lnTo>
                  <a:close/>
                </a:path>
                <a:path w="10424160" h="5213350">
                  <a:moveTo>
                    <a:pt x="4852670" y="0"/>
                  </a:moveTo>
                  <a:lnTo>
                    <a:pt x="4847336" y="0"/>
                  </a:lnTo>
                  <a:lnTo>
                    <a:pt x="4847336" y="19050"/>
                  </a:lnTo>
                  <a:lnTo>
                    <a:pt x="4852670" y="19050"/>
                  </a:lnTo>
                  <a:lnTo>
                    <a:pt x="4856861" y="14732"/>
                  </a:lnTo>
                  <a:lnTo>
                    <a:pt x="4856861" y="4318"/>
                  </a:lnTo>
                  <a:lnTo>
                    <a:pt x="4852670" y="0"/>
                  </a:lnTo>
                  <a:close/>
                </a:path>
                <a:path w="10424160" h="5213350">
                  <a:moveTo>
                    <a:pt x="4885436" y="0"/>
                  </a:moveTo>
                  <a:lnTo>
                    <a:pt x="4880229" y="0"/>
                  </a:lnTo>
                  <a:lnTo>
                    <a:pt x="4875911" y="4318"/>
                  </a:lnTo>
                  <a:lnTo>
                    <a:pt x="4875911" y="14732"/>
                  </a:lnTo>
                  <a:lnTo>
                    <a:pt x="4880229" y="19050"/>
                  </a:lnTo>
                  <a:lnTo>
                    <a:pt x="4885436" y="19050"/>
                  </a:lnTo>
                  <a:lnTo>
                    <a:pt x="4885436" y="0"/>
                  </a:lnTo>
                  <a:close/>
                </a:path>
                <a:path w="10424160" h="5213350">
                  <a:moveTo>
                    <a:pt x="4890770" y="0"/>
                  </a:moveTo>
                  <a:lnTo>
                    <a:pt x="4885436" y="0"/>
                  </a:lnTo>
                  <a:lnTo>
                    <a:pt x="4885436" y="19050"/>
                  </a:lnTo>
                  <a:lnTo>
                    <a:pt x="4890770" y="19050"/>
                  </a:lnTo>
                  <a:lnTo>
                    <a:pt x="4894961" y="14732"/>
                  </a:lnTo>
                  <a:lnTo>
                    <a:pt x="4894961" y="4318"/>
                  </a:lnTo>
                  <a:lnTo>
                    <a:pt x="4890770" y="0"/>
                  </a:lnTo>
                  <a:close/>
                </a:path>
                <a:path w="10424160" h="5213350">
                  <a:moveTo>
                    <a:pt x="4923536" y="0"/>
                  </a:moveTo>
                  <a:lnTo>
                    <a:pt x="4918329" y="0"/>
                  </a:lnTo>
                  <a:lnTo>
                    <a:pt x="4914011" y="4318"/>
                  </a:lnTo>
                  <a:lnTo>
                    <a:pt x="4914011" y="14732"/>
                  </a:lnTo>
                  <a:lnTo>
                    <a:pt x="4918329" y="19050"/>
                  </a:lnTo>
                  <a:lnTo>
                    <a:pt x="4923536" y="19050"/>
                  </a:lnTo>
                  <a:lnTo>
                    <a:pt x="4923536" y="0"/>
                  </a:lnTo>
                  <a:close/>
                </a:path>
                <a:path w="10424160" h="5213350">
                  <a:moveTo>
                    <a:pt x="4928870" y="0"/>
                  </a:moveTo>
                  <a:lnTo>
                    <a:pt x="4923663" y="0"/>
                  </a:lnTo>
                  <a:lnTo>
                    <a:pt x="4923663" y="19050"/>
                  </a:lnTo>
                  <a:lnTo>
                    <a:pt x="4928870" y="19050"/>
                  </a:lnTo>
                  <a:lnTo>
                    <a:pt x="4933188" y="14732"/>
                  </a:lnTo>
                  <a:lnTo>
                    <a:pt x="4933188" y="4318"/>
                  </a:lnTo>
                  <a:lnTo>
                    <a:pt x="4928870" y="0"/>
                  </a:lnTo>
                  <a:close/>
                </a:path>
                <a:path w="10424160" h="5213350">
                  <a:moveTo>
                    <a:pt x="4961763" y="0"/>
                  </a:moveTo>
                  <a:lnTo>
                    <a:pt x="4956429" y="0"/>
                  </a:lnTo>
                  <a:lnTo>
                    <a:pt x="4952238" y="4318"/>
                  </a:lnTo>
                  <a:lnTo>
                    <a:pt x="4952238" y="14732"/>
                  </a:lnTo>
                  <a:lnTo>
                    <a:pt x="4956429" y="19050"/>
                  </a:lnTo>
                  <a:lnTo>
                    <a:pt x="4961763" y="19050"/>
                  </a:lnTo>
                  <a:lnTo>
                    <a:pt x="4961763" y="0"/>
                  </a:lnTo>
                  <a:close/>
                </a:path>
                <a:path w="10424160" h="5213350">
                  <a:moveTo>
                    <a:pt x="4966970" y="0"/>
                  </a:moveTo>
                  <a:lnTo>
                    <a:pt x="4961763" y="0"/>
                  </a:lnTo>
                  <a:lnTo>
                    <a:pt x="4961763" y="19050"/>
                  </a:lnTo>
                  <a:lnTo>
                    <a:pt x="4966970" y="19050"/>
                  </a:lnTo>
                  <a:lnTo>
                    <a:pt x="4971288" y="14732"/>
                  </a:lnTo>
                  <a:lnTo>
                    <a:pt x="4971288" y="4318"/>
                  </a:lnTo>
                  <a:lnTo>
                    <a:pt x="4966970" y="0"/>
                  </a:lnTo>
                  <a:close/>
                </a:path>
                <a:path w="10424160" h="5213350">
                  <a:moveTo>
                    <a:pt x="4999863" y="0"/>
                  </a:moveTo>
                  <a:lnTo>
                    <a:pt x="4994529" y="0"/>
                  </a:lnTo>
                  <a:lnTo>
                    <a:pt x="4990338" y="4318"/>
                  </a:lnTo>
                  <a:lnTo>
                    <a:pt x="4990338" y="14732"/>
                  </a:lnTo>
                  <a:lnTo>
                    <a:pt x="4994529" y="19050"/>
                  </a:lnTo>
                  <a:lnTo>
                    <a:pt x="4999863" y="19050"/>
                  </a:lnTo>
                  <a:lnTo>
                    <a:pt x="4999863" y="0"/>
                  </a:lnTo>
                  <a:close/>
                </a:path>
                <a:path w="10424160" h="5213350">
                  <a:moveTo>
                    <a:pt x="5005070" y="0"/>
                  </a:moveTo>
                  <a:lnTo>
                    <a:pt x="4999863" y="0"/>
                  </a:lnTo>
                  <a:lnTo>
                    <a:pt x="4999863" y="19050"/>
                  </a:lnTo>
                  <a:lnTo>
                    <a:pt x="5005070" y="19050"/>
                  </a:lnTo>
                  <a:lnTo>
                    <a:pt x="5009388" y="14732"/>
                  </a:lnTo>
                  <a:lnTo>
                    <a:pt x="5009388" y="4318"/>
                  </a:lnTo>
                  <a:lnTo>
                    <a:pt x="5005070" y="0"/>
                  </a:lnTo>
                  <a:close/>
                </a:path>
                <a:path w="10424160" h="5213350">
                  <a:moveTo>
                    <a:pt x="5037963" y="0"/>
                  </a:moveTo>
                  <a:lnTo>
                    <a:pt x="5032629" y="0"/>
                  </a:lnTo>
                  <a:lnTo>
                    <a:pt x="5028438" y="4318"/>
                  </a:lnTo>
                  <a:lnTo>
                    <a:pt x="5028438" y="14732"/>
                  </a:lnTo>
                  <a:lnTo>
                    <a:pt x="5032629" y="19050"/>
                  </a:lnTo>
                  <a:lnTo>
                    <a:pt x="5037963" y="19050"/>
                  </a:lnTo>
                  <a:lnTo>
                    <a:pt x="5037963" y="0"/>
                  </a:lnTo>
                  <a:close/>
                </a:path>
                <a:path w="10424160" h="5213350">
                  <a:moveTo>
                    <a:pt x="5043170" y="0"/>
                  </a:moveTo>
                  <a:lnTo>
                    <a:pt x="5037963" y="0"/>
                  </a:lnTo>
                  <a:lnTo>
                    <a:pt x="5037963" y="19050"/>
                  </a:lnTo>
                  <a:lnTo>
                    <a:pt x="5043170" y="19050"/>
                  </a:lnTo>
                  <a:lnTo>
                    <a:pt x="5047488" y="14732"/>
                  </a:lnTo>
                  <a:lnTo>
                    <a:pt x="5047488" y="4318"/>
                  </a:lnTo>
                  <a:lnTo>
                    <a:pt x="5043170" y="0"/>
                  </a:lnTo>
                  <a:close/>
                </a:path>
                <a:path w="10424160" h="5213350">
                  <a:moveTo>
                    <a:pt x="5076063" y="0"/>
                  </a:moveTo>
                  <a:lnTo>
                    <a:pt x="5070856" y="0"/>
                  </a:lnTo>
                  <a:lnTo>
                    <a:pt x="5066538" y="4318"/>
                  </a:lnTo>
                  <a:lnTo>
                    <a:pt x="5066538" y="14732"/>
                  </a:lnTo>
                  <a:lnTo>
                    <a:pt x="5070856" y="19050"/>
                  </a:lnTo>
                  <a:lnTo>
                    <a:pt x="5076063" y="19050"/>
                  </a:lnTo>
                  <a:lnTo>
                    <a:pt x="5076063" y="0"/>
                  </a:lnTo>
                  <a:close/>
                </a:path>
                <a:path w="10424160" h="5213350">
                  <a:moveTo>
                    <a:pt x="5081397" y="0"/>
                  </a:moveTo>
                  <a:lnTo>
                    <a:pt x="5076063" y="0"/>
                  </a:lnTo>
                  <a:lnTo>
                    <a:pt x="5076063" y="19050"/>
                  </a:lnTo>
                  <a:lnTo>
                    <a:pt x="5081397" y="19050"/>
                  </a:lnTo>
                  <a:lnTo>
                    <a:pt x="5085588" y="14732"/>
                  </a:lnTo>
                  <a:lnTo>
                    <a:pt x="5085588" y="4318"/>
                  </a:lnTo>
                  <a:lnTo>
                    <a:pt x="5081397" y="0"/>
                  </a:lnTo>
                  <a:close/>
                </a:path>
                <a:path w="10424160" h="5213350">
                  <a:moveTo>
                    <a:pt x="5114163" y="0"/>
                  </a:moveTo>
                  <a:lnTo>
                    <a:pt x="5108956" y="0"/>
                  </a:lnTo>
                  <a:lnTo>
                    <a:pt x="5104638" y="4318"/>
                  </a:lnTo>
                  <a:lnTo>
                    <a:pt x="5104638" y="14732"/>
                  </a:lnTo>
                  <a:lnTo>
                    <a:pt x="5108956" y="19050"/>
                  </a:lnTo>
                  <a:lnTo>
                    <a:pt x="5114163" y="19050"/>
                  </a:lnTo>
                  <a:lnTo>
                    <a:pt x="5114163" y="0"/>
                  </a:lnTo>
                  <a:close/>
                </a:path>
                <a:path w="10424160" h="5213350">
                  <a:moveTo>
                    <a:pt x="5119497" y="0"/>
                  </a:moveTo>
                  <a:lnTo>
                    <a:pt x="5114163" y="0"/>
                  </a:lnTo>
                  <a:lnTo>
                    <a:pt x="5114163" y="19050"/>
                  </a:lnTo>
                  <a:lnTo>
                    <a:pt x="5119497" y="19050"/>
                  </a:lnTo>
                  <a:lnTo>
                    <a:pt x="5123688" y="14732"/>
                  </a:lnTo>
                  <a:lnTo>
                    <a:pt x="5123688" y="4318"/>
                  </a:lnTo>
                  <a:lnTo>
                    <a:pt x="5119497" y="0"/>
                  </a:lnTo>
                  <a:close/>
                </a:path>
                <a:path w="10424160" h="5213350">
                  <a:moveTo>
                    <a:pt x="5152263" y="0"/>
                  </a:moveTo>
                  <a:lnTo>
                    <a:pt x="5147056" y="0"/>
                  </a:lnTo>
                  <a:lnTo>
                    <a:pt x="5142738" y="4318"/>
                  </a:lnTo>
                  <a:lnTo>
                    <a:pt x="5142738" y="14732"/>
                  </a:lnTo>
                  <a:lnTo>
                    <a:pt x="5147056" y="19050"/>
                  </a:lnTo>
                  <a:lnTo>
                    <a:pt x="5152263" y="19050"/>
                  </a:lnTo>
                  <a:lnTo>
                    <a:pt x="5152263" y="0"/>
                  </a:lnTo>
                  <a:close/>
                </a:path>
                <a:path w="10424160" h="5213350">
                  <a:moveTo>
                    <a:pt x="5157597" y="0"/>
                  </a:moveTo>
                  <a:lnTo>
                    <a:pt x="5152263" y="0"/>
                  </a:lnTo>
                  <a:lnTo>
                    <a:pt x="5152263" y="19050"/>
                  </a:lnTo>
                  <a:lnTo>
                    <a:pt x="5157597" y="19050"/>
                  </a:lnTo>
                  <a:lnTo>
                    <a:pt x="5161788" y="14732"/>
                  </a:lnTo>
                  <a:lnTo>
                    <a:pt x="5161788" y="4318"/>
                  </a:lnTo>
                  <a:lnTo>
                    <a:pt x="5157597" y="0"/>
                  </a:lnTo>
                  <a:close/>
                </a:path>
                <a:path w="10424160" h="5213350">
                  <a:moveTo>
                    <a:pt x="5190363" y="0"/>
                  </a:moveTo>
                  <a:lnTo>
                    <a:pt x="5185156" y="0"/>
                  </a:lnTo>
                  <a:lnTo>
                    <a:pt x="5180838" y="4318"/>
                  </a:lnTo>
                  <a:lnTo>
                    <a:pt x="5180838" y="14732"/>
                  </a:lnTo>
                  <a:lnTo>
                    <a:pt x="5185156" y="19050"/>
                  </a:lnTo>
                  <a:lnTo>
                    <a:pt x="5190363" y="19050"/>
                  </a:lnTo>
                  <a:lnTo>
                    <a:pt x="5190363" y="0"/>
                  </a:lnTo>
                  <a:close/>
                </a:path>
                <a:path w="10424160" h="5213350">
                  <a:moveTo>
                    <a:pt x="5190490" y="12700"/>
                  </a:moveTo>
                  <a:lnTo>
                    <a:pt x="5190363" y="12700"/>
                  </a:lnTo>
                  <a:lnTo>
                    <a:pt x="5190363" y="19050"/>
                  </a:lnTo>
                  <a:lnTo>
                    <a:pt x="5190490" y="19050"/>
                  </a:lnTo>
                  <a:lnTo>
                    <a:pt x="5190490" y="12700"/>
                  </a:lnTo>
                  <a:close/>
                </a:path>
                <a:path w="10424160" h="5213350">
                  <a:moveTo>
                    <a:pt x="5195697" y="0"/>
                  </a:moveTo>
                  <a:lnTo>
                    <a:pt x="5190490" y="0"/>
                  </a:lnTo>
                  <a:lnTo>
                    <a:pt x="5190490" y="19050"/>
                  </a:lnTo>
                  <a:lnTo>
                    <a:pt x="5195697" y="19050"/>
                  </a:lnTo>
                  <a:lnTo>
                    <a:pt x="5200015" y="14732"/>
                  </a:lnTo>
                  <a:lnTo>
                    <a:pt x="5200015" y="4318"/>
                  </a:lnTo>
                  <a:lnTo>
                    <a:pt x="5195697" y="0"/>
                  </a:lnTo>
                  <a:close/>
                </a:path>
                <a:path w="10424160" h="5213350">
                  <a:moveTo>
                    <a:pt x="5190490" y="0"/>
                  </a:moveTo>
                  <a:lnTo>
                    <a:pt x="5190363" y="0"/>
                  </a:lnTo>
                  <a:lnTo>
                    <a:pt x="5190363" y="6350"/>
                  </a:lnTo>
                  <a:lnTo>
                    <a:pt x="5190490" y="6350"/>
                  </a:lnTo>
                  <a:lnTo>
                    <a:pt x="5190490" y="0"/>
                  </a:lnTo>
                  <a:close/>
                </a:path>
                <a:path w="10424160" h="5213350">
                  <a:moveTo>
                    <a:pt x="5228590" y="0"/>
                  </a:moveTo>
                  <a:lnTo>
                    <a:pt x="5223256" y="0"/>
                  </a:lnTo>
                  <a:lnTo>
                    <a:pt x="5219065" y="4318"/>
                  </a:lnTo>
                  <a:lnTo>
                    <a:pt x="5219065" y="14732"/>
                  </a:lnTo>
                  <a:lnTo>
                    <a:pt x="5223256" y="19050"/>
                  </a:lnTo>
                  <a:lnTo>
                    <a:pt x="5228590" y="19050"/>
                  </a:lnTo>
                  <a:lnTo>
                    <a:pt x="5228590" y="0"/>
                  </a:lnTo>
                  <a:close/>
                </a:path>
                <a:path w="10424160" h="5213350">
                  <a:moveTo>
                    <a:pt x="5233797" y="0"/>
                  </a:moveTo>
                  <a:lnTo>
                    <a:pt x="5228590" y="0"/>
                  </a:lnTo>
                  <a:lnTo>
                    <a:pt x="5228590" y="19050"/>
                  </a:lnTo>
                  <a:lnTo>
                    <a:pt x="5233797" y="19050"/>
                  </a:lnTo>
                  <a:lnTo>
                    <a:pt x="5238115" y="14732"/>
                  </a:lnTo>
                  <a:lnTo>
                    <a:pt x="5238115" y="4318"/>
                  </a:lnTo>
                  <a:lnTo>
                    <a:pt x="5233797" y="0"/>
                  </a:lnTo>
                  <a:close/>
                </a:path>
                <a:path w="10424160" h="5213350">
                  <a:moveTo>
                    <a:pt x="5266690" y="0"/>
                  </a:moveTo>
                  <a:lnTo>
                    <a:pt x="5261356" y="0"/>
                  </a:lnTo>
                  <a:lnTo>
                    <a:pt x="5257165" y="4318"/>
                  </a:lnTo>
                  <a:lnTo>
                    <a:pt x="5257165" y="14732"/>
                  </a:lnTo>
                  <a:lnTo>
                    <a:pt x="5261356" y="19050"/>
                  </a:lnTo>
                  <a:lnTo>
                    <a:pt x="5266690" y="19050"/>
                  </a:lnTo>
                  <a:lnTo>
                    <a:pt x="5266690" y="0"/>
                  </a:lnTo>
                  <a:close/>
                </a:path>
                <a:path w="10424160" h="5213350">
                  <a:moveTo>
                    <a:pt x="5271897" y="0"/>
                  </a:moveTo>
                  <a:lnTo>
                    <a:pt x="5266690" y="0"/>
                  </a:lnTo>
                  <a:lnTo>
                    <a:pt x="5266690" y="19050"/>
                  </a:lnTo>
                  <a:lnTo>
                    <a:pt x="5271897" y="19050"/>
                  </a:lnTo>
                  <a:lnTo>
                    <a:pt x="5276215" y="14732"/>
                  </a:lnTo>
                  <a:lnTo>
                    <a:pt x="5276215" y="4318"/>
                  </a:lnTo>
                  <a:lnTo>
                    <a:pt x="5271897" y="0"/>
                  </a:lnTo>
                  <a:close/>
                </a:path>
                <a:path w="10424160" h="5213350">
                  <a:moveTo>
                    <a:pt x="5304790" y="0"/>
                  </a:moveTo>
                  <a:lnTo>
                    <a:pt x="5299583" y="0"/>
                  </a:lnTo>
                  <a:lnTo>
                    <a:pt x="5295265" y="4318"/>
                  </a:lnTo>
                  <a:lnTo>
                    <a:pt x="5295265" y="14732"/>
                  </a:lnTo>
                  <a:lnTo>
                    <a:pt x="5299583" y="19050"/>
                  </a:lnTo>
                  <a:lnTo>
                    <a:pt x="5304790" y="19050"/>
                  </a:lnTo>
                  <a:lnTo>
                    <a:pt x="5304790" y="0"/>
                  </a:lnTo>
                  <a:close/>
                </a:path>
                <a:path w="10424160" h="5213350">
                  <a:moveTo>
                    <a:pt x="5310124" y="0"/>
                  </a:moveTo>
                  <a:lnTo>
                    <a:pt x="5304790" y="0"/>
                  </a:lnTo>
                  <a:lnTo>
                    <a:pt x="5304790" y="19050"/>
                  </a:lnTo>
                  <a:lnTo>
                    <a:pt x="5310124" y="19050"/>
                  </a:lnTo>
                  <a:lnTo>
                    <a:pt x="5314315" y="14732"/>
                  </a:lnTo>
                  <a:lnTo>
                    <a:pt x="5314315" y="4318"/>
                  </a:lnTo>
                  <a:lnTo>
                    <a:pt x="5310124" y="0"/>
                  </a:lnTo>
                  <a:close/>
                </a:path>
                <a:path w="10424160" h="5213350">
                  <a:moveTo>
                    <a:pt x="5342890" y="0"/>
                  </a:moveTo>
                  <a:lnTo>
                    <a:pt x="5337683" y="0"/>
                  </a:lnTo>
                  <a:lnTo>
                    <a:pt x="5333365" y="4318"/>
                  </a:lnTo>
                  <a:lnTo>
                    <a:pt x="5333365" y="14732"/>
                  </a:lnTo>
                  <a:lnTo>
                    <a:pt x="5337683" y="19050"/>
                  </a:lnTo>
                  <a:lnTo>
                    <a:pt x="5342890" y="19050"/>
                  </a:lnTo>
                  <a:lnTo>
                    <a:pt x="5342890" y="0"/>
                  </a:lnTo>
                  <a:close/>
                </a:path>
                <a:path w="10424160" h="5213350">
                  <a:moveTo>
                    <a:pt x="5348224" y="0"/>
                  </a:moveTo>
                  <a:lnTo>
                    <a:pt x="5342890" y="0"/>
                  </a:lnTo>
                  <a:lnTo>
                    <a:pt x="5342890" y="19050"/>
                  </a:lnTo>
                  <a:lnTo>
                    <a:pt x="5348224" y="19050"/>
                  </a:lnTo>
                  <a:lnTo>
                    <a:pt x="5352415" y="14732"/>
                  </a:lnTo>
                  <a:lnTo>
                    <a:pt x="5352415" y="4318"/>
                  </a:lnTo>
                  <a:lnTo>
                    <a:pt x="5348224" y="0"/>
                  </a:lnTo>
                  <a:close/>
                </a:path>
                <a:path w="10424160" h="5213350">
                  <a:moveTo>
                    <a:pt x="5380990" y="0"/>
                  </a:moveTo>
                  <a:lnTo>
                    <a:pt x="5375783" y="0"/>
                  </a:lnTo>
                  <a:lnTo>
                    <a:pt x="5371465" y="4318"/>
                  </a:lnTo>
                  <a:lnTo>
                    <a:pt x="5371465" y="14732"/>
                  </a:lnTo>
                  <a:lnTo>
                    <a:pt x="5375783" y="19050"/>
                  </a:lnTo>
                  <a:lnTo>
                    <a:pt x="5380990" y="19050"/>
                  </a:lnTo>
                  <a:lnTo>
                    <a:pt x="5380990" y="0"/>
                  </a:lnTo>
                  <a:close/>
                </a:path>
                <a:path w="10424160" h="5213350">
                  <a:moveTo>
                    <a:pt x="5386324" y="0"/>
                  </a:moveTo>
                  <a:lnTo>
                    <a:pt x="5380990" y="0"/>
                  </a:lnTo>
                  <a:lnTo>
                    <a:pt x="5380990" y="19050"/>
                  </a:lnTo>
                  <a:lnTo>
                    <a:pt x="5386324" y="19050"/>
                  </a:lnTo>
                  <a:lnTo>
                    <a:pt x="5390515" y="14732"/>
                  </a:lnTo>
                  <a:lnTo>
                    <a:pt x="5390515" y="4318"/>
                  </a:lnTo>
                  <a:lnTo>
                    <a:pt x="5386324" y="0"/>
                  </a:lnTo>
                  <a:close/>
                </a:path>
                <a:path w="10424160" h="5213350">
                  <a:moveTo>
                    <a:pt x="5419090" y="0"/>
                  </a:moveTo>
                  <a:lnTo>
                    <a:pt x="5413883" y="0"/>
                  </a:lnTo>
                  <a:lnTo>
                    <a:pt x="5409565" y="4318"/>
                  </a:lnTo>
                  <a:lnTo>
                    <a:pt x="5409565" y="14732"/>
                  </a:lnTo>
                  <a:lnTo>
                    <a:pt x="5413883" y="19050"/>
                  </a:lnTo>
                  <a:lnTo>
                    <a:pt x="5419090" y="19050"/>
                  </a:lnTo>
                  <a:lnTo>
                    <a:pt x="5419090" y="0"/>
                  </a:lnTo>
                  <a:close/>
                </a:path>
                <a:path w="10424160" h="5213350">
                  <a:moveTo>
                    <a:pt x="5424424" y="0"/>
                  </a:moveTo>
                  <a:lnTo>
                    <a:pt x="5419217" y="0"/>
                  </a:lnTo>
                  <a:lnTo>
                    <a:pt x="5419217" y="19050"/>
                  </a:lnTo>
                  <a:lnTo>
                    <a:pt x="5424424" y="19050"/>
                  </a:lnTo>
                  <a:lnTo>
                    <a:pt x="5428742" y="14732"/>
                  </a:lnTo>
                  <a:lnTo>
                    <a:pt x="5428742" y="4318"/>
                  </a:lnTo>
                  <a:lnTo>
                    <a:pt x="5424424" y="0"/>
                  </a:lnTo>
                  <a:close/>
                </a:path>
                <a:path w="10424160" h="5213350">
                  <a:moveTo>
                    <a:pt x="5457317" y="0"/>
                  </a:moveTo>
                  <a:lnTo>
                    <a:pt x="5451983" y="0"/>
                  </a:lnTo>
                  <a:lnTo>
                    <a:pt x="5447792" y="4318"/>
                  </a:lnTo>
                  <a:lnTo>
                    <a:pt x="5447792" y="14732"/>
                  </a:lnTo>
                  <a:lnTo>
                    <a:pt x="5451983" y="19050"/>
                  </a:lnTo>
                  <a:lnTo>
                    <a:pt x="5457317" y="19050"/>
                  </a:lnTo>
                  <a:lnTo>
                    <a:pt x="5457317" y="0"/>
                  </a:lnTo>
                  <a:close/>
                </a:path>
                <a:path w="10424160" h="5213350">
                  <a:moveTo>
                    <a:pt x="5462524" y="0"/>
                  </a:moveTo>
                  <a:lnTo>
                    <a:pt x="5457317" y="0"/>
                  </a:lnTo>
                  <a:lnTo>
                    <a:pt x="5457317" y="19050"/>
                  </a:lnTo>
                  <a:lnTo>
                    <a:pt x="5462524" y="19050"/>
                  </a:lnTo>
                  <a:lnTo>
                    <a:pt x="5466842" y="14732"/>
                  </a:lnTo>
                  <a:lnTo>
                    <a:pt x="5466842" y="4318"/>
                  </a:lnTo>
                  <a:lnTo>
                    <a:pt x="5462524" y="0"/>
                  </a:lnTo>
                  <a:close/>
                </a:path>
                <a:path w="10424160" h="5213350">
                  <a:moveTo>
                    <a:pt x="5495417" y="0"/>
                  </a:moveTo>
                  <a:lnTo>
                    <a:pt x="5490083" y="0"/>
                  </a:lnTo>
                  <a:lnTo>
                    <a:pt x="5485892" y="4318"/>
                  </a:lnTo>
                  <a:lnTo>
                    <a:pt x="5485892" y="14732"/>
                  </a:lnTo>
                  <a:lnTo>
                    <a:pt x="5490083" y="19050"/>
                  </a:lnTo>
                  <a:lnTo>
                    <a:pt x="5495417" y="19050"/>
                  </a:lnTo>
                  <a:lnTo>
                    <a:pt x="5495417" y="0"/>
                  </a:lnTo>
                  <a:close/>
                </a:path>
                <a:path w="10424160" h="5213350">
                  <a:moveTo>
                    <a:pt x="5500624" y="0"/>
                  </a:moveTo>
                  <a:lnTo>
                    <a:pt x="5495417" y="0"/>
                  </a:lnTo>
                  <a:lnTo>
                    <a:pt x="5495417" y="19050"/>
                  </a:lnTo>
                  <a:lnTo>
                    <a:pt x="5500624" y="19050"/>
                  </a:lnTo>
                  <a:lnTo>
                    <a:pt x="5504942" y="14732"/>
                  </a:lnTo>
                  <a:lnTo>
                    <a:pt x="5504942" y="4318"/>
                  </a:lnTo>
                  <a:lnTo>
                    <a:pt x="5500624" y="0"/>
                  </a:lnTo>
                  <a:close/>
                </a:path>
                <a:path w="10424160" h="5213350">
                  <a:moveTo>
                    <a:pt x="5533517" y="0"/>
                  </a:moveTo>
                  <a:lnTo>
                    <a:pt x="5528183" y="0"/>
                  </a:lnTo>
                  <a:lnTo>
                    <a:pt x="5523992" y="4318"/>
                  </a:lnTo>
                  <a:lnTo>
                    <a:pt x="5523992" y="14732"/>
                  </a:lnTo>
                  <a:lnTo>
                    <a:pt x="5528183" y="19050"/>
                  </a:lnTo>
                  <a:lnTo>
                    <a:pt x="5533517" y="19050"/>
                  </a:lnTo>
                  <a:lnTo>
                    <a:pt x="5533517" y="0"/>
                  </a:lnTo>
                  <a:close/>
                </a:path>
                <a:path w="10424160" h="5213350">
                  <a:moveTo>
                    <a:pt x="5538724" y="0"/>
                  </a:moveTo>
                  <a:lnTo>
                    <a:pt x="5533517" y="0"/>
                  </a:lnTo>
                  <a:lnTo>
                    <a:pt x="5533517" y="19050"/>
                  </a:lnTo>
                  <a:lnTo>
                    <a:pt x="5538724" y="19050"/>
                  </a:lnTo>
                  <a:lnTo>
                    <a:pt x="5543042" y="14732"/>
                  </a:lnTo>
                  <a:lnTo>
                    <a:pt x="5543042" y="4318"/>
                  </a:lnTo>
                  <a:lnTo>
                    <a:pt x="5538724" y="0"/>
                  </a:lnTo>
                  <a:close/>
                </a:path>
                <a:path w="10424160" h="5213350">
                  <a:moveTo>
                    <a:pt x="5571617" y="0"/>
                  </a:moveTo>
                  <a:lnTo>
                    <a:pt x="5566410" y="0"/>
                  </a:lnTo>
                  <a:lnTo>
                    <a:pt x="5562092" y="4318"/>
                  </a:lnTo>
                  <a:lnTo>
                    <a:pt x="5562092" y="14732"/>
                  </a:lnTo>
                  <a:lnTo>
                    <a:pt x="5566410" y="19050"/>
                  </a:lnTo>
                  <a:lnTo>
                    <a:pt x="5571617" y="19050"/>
                  </a:lnTo>
                  <a:lnTo>
                    <a:pt x="5571617" y="0"/>
                  </a:lnTo>
                  <a:close/>
                </a:path>
                <a:path w="10424160" h="5213350">
                  <a:moveTo>
                    <a:pt x="5576951" y="0"/>
                  </a:moveTo>
                  <a:lnTo>
                    <a:pt x="5571617" y="0"/>
                  </a:lnTo>
                  <a:lnTo>
                    <a:pt x="5571617" y="19050"/>
                  </a:lnTo>
                  <a:lnTo>
                    <a:pt x="5576951" y="19050"/>
                  </a:lnTo>
                  <a:lnTo>
                    <a:pt x="5581142" y="14732"/>
                  </a:lnTo>
                  <a:lnTo>
                    <a:pt x="5581142" y="4318"/>
                  </a:lnTo>
                  <a:lnTo>
                    <a:pt x="5576951" y="0"/>
                  </a:lnTo>
                  <a:close/>
                </a:path>
                <a:path w="10424160" h="5213350">
                  <a:moveTo>
                    <a:pt x="5609717" y="0"/>
                  </a:moveTo>
                  <a:lnTo>
                    <a:pt x="5604510" y="0"/>
                  </a:lnTo>
                  <a:lnTo>
                    <a:pt x="5600192" y="4318"/>
                  </a:lnTo>
                  <a:lnTo>
                    <a:pt x="5600192" y="14732"/>
                  </a:lnTo>
                  <a:lnTo>
                    <a:pt x="5604510" y="19050"/>
                  </a:lnTo>
                  <a:lnTo>
                    <a:pt x="5609717" y="19050"/>
                  </a:lnTo>
                  <a:lnTo>
                    <a:pt x="5609717" y="0"/>
                  </a:lnTo>
                  <a:close/>
                </a:path>
                <a:path w="10424160" h="5213350">
                  <a:moveTo>
                    <a:pt x="5615051" y="0"/>
                  </a:moveTo>
                  <a:lnTo>
                    <a:pt x="5609717" y="0"/>
                  </a:lnTo>
                  <a:lnTo>
                    <a:pt x="5609717" y="19050"/>
                  </a:lnTo>
                  <a:lnTo>
                    <a:pt x="5615051" y="19050"/>
                  </a:lnTo>
                  <a:lnTo>
                    <a:pt x="5619242" y="14732"/>
                  </a:lnTo>
                  <a:lnTo>
                    <a:pt x="5619242" y="4318"/>
                  </a:lnTo>
                  <a:lnTo>
                    <a:pt x="5615051" y="0"/>
                  </a:lnTo>
                  <a:close/>
                </a:path>
                <a:path w="10424160" h="5213350">
                  <a:moveTo>
                    <a:pt x="5647817" y="0"/>
                  </a:moveTo>
                  <a:lnTo>
                    <a:pt x="5642610" y="0"/>
                  </a:lnTo>
                  <a:lnTo>
                    <a:pt x="5638292" y="4318"/>
                  </a:lnTo>
                  <a:lnTo>
                    <a:pt x="5638292" y="14732"/>
                  </a:lnTo>
                  <a:lnTo>
                    <a:pt x="5642610" y="19050"/>
                  </a:lnTo>
                  <a:lnTo>
                    <a:pt x="5647817" y="19050"/>
                  </a:lnTo>
                  <a:lnTo>
                    <a:pt x="5647817" y="0"/>
                  </a:lnTo>
                  <a:close/>
                </a:path>
                <a:path w="10424160" h="5213350">
                  <a:moveTo>
                    <a:pt x="5653151" y="0"/>
                  </a:moveTo>
                  <a:lnTo>
                    <a:pt x="5647817" y="0"/>
                  </a:lnTo>
                  <a:lnTo>
                    <a:pt x="5647817" y="19050"/>
                  </a:lnTo>
                  <a:lnTo>
                    <a:pt x="5653151" y="19050"/>
                  </a:lnTo>
                  <a:lnTo>
                    <a:pt x="5657342" y="14732"/>
                  </a:lnTo>
                  <a:lnTo>
                    <a:pt x="5657342" y="4318"/>
                  </a:lnTo>
                  <a:lnTo>
                    <a:pt x="5653151" y="0"/>
                  </a:lnTo>
                  <a:close/>
                </a:path>
                <a:path w="10424160" h="5213350">
                  <a:moveTo>
                    <a:pt x="5685917" y="0"/>
                  </a:moveTo>
                  <a:lnTo>
                    <a:pt x="5680710" y="0"/>
                  </a:lnTo>
                  <a:lnTo>
                    <a:pt x="5676392" y="4318"/>
                  </a:lnTo>
                  <a:lnTo>
                    <a:pt x="5676392" y="14732"/>
                  </a:lnTo>
                  <a:lnTo>
                    <a:pt x="5680710" y="19050"/>
                  </a:lnTo>
                  <a:lnTo>
                    <a:pt x="5685917" y="19050"/>
                  </a:lnTo>
                  <a:lnTo>
                    <a:pt x="5685917" y="0"/>
                  </a:lnTo>
                  <a:close/>
                </a:path>
                <a:path w="10424160" h="5213350">
                  <a:moveTo>
                    <a:pt x="5691251" y="0"/>
                  </a:moveTo>
                  <a:lnTo>
                    <a:pt x="5686044" y="0"/>
                  </a:lnTo>
                  <a:lnTo>
                    <a:pt x="5686044" y="19050"/>
                  </a:lnTo>
                  <a:lnTo>
                    <a:pt x="5691251" y="19050"/>
                  </a:lnTo>
                  <a:lnTo>
                    <a:pt x="5695569" y="14732"/>
                  </a:lnTo>
                  <a:lnTo>
                    <a:pt x="5695569" y="4318"/>
                  </a:lnTo>
                  <a:lnTo>
                    <a:pt x="5691251" y="0"/>
                  </a:lnTo>
                  <a:close/>
                </a:path>
                <a:path w="10424160" h="5213350">
                  <a:moveTo>
                    <a:pt x="5724144" y="0"/>
                  </a:moveTo>
                  <a:lnTo>
                    <a:pt x="5718810" y="0"/>
                  </a:lnTo>
                  <a:lnTo>
                    <a:pt x="5714619" y="4318"/>
                  </a:lnTo>
                  <a:lnTo>
                    <a:pt x="5714619" y="14732"/>
                  </a:lnTo>
                  <a:lnTo>
                    <a:pt x="5718810" y="19050"/>
                  </a:lnTo>
                  <a:lnTo>
                    <a:pt x="5724144" y="19050"/>
                  </a:lnTo>
                  <a:lnTo>
                    <a:pt x="5724144" y="0"/>
                  </a:lnTo>
                  <a:close/>
                </a:path>
                <a:path w="10424160" h="5213350">
                  <a:moveTo>
                    <a:pt x="5729351" y="0"/>
                  </a:moveTo>
                  <a:lnTo>
                    <a:pt x="5724144" y="0"/>
                  </a:lnTo>
                  <a:lnTo>
                    <a:pt x="5724144" y="19050"/>
                  </a:lnTo>
                  <a:lnTo>
                    <a:pt x="5729351" y="19050"/>
                  </a:lnTo>
                  <a:lnTo>
                    <a:pt x="5733669" y="14732"/>
                  </a:lnTo>
                  <a:lnTo>
                    <a:pt x="5733669" y="4318"/>
                  </a:lnTo>
                  <a:lnTo>
                    <a:pt x="5729351" y="0"/>
                  </a:lnTo>
                  <a:close/>
                </a:path>
                <a:path w="10424160" h="5213350">
                  <a:moveTo>
                    <a:pt x="5762244" y="0"/>
                  </a:moveTo>
                  <a:lnTo>
                    <a:pt x="5756910" y="0"/>
                  </a:lnTo>
                  <a:lnTo>
                    <a:pt x="5752719" y="4318"/>
                  </a:lnTo>
                  <a:lnTo>
                    <a:pt x="5752719" y="14732"/>
                  </a:lnTo>
                  <a:lnTo>
                    <a:pt x="5756910" y="19050"/>
                  </a:lnTo>
                  <a:lnTo>
                    <a:pt x="5762244" y="19050"/>
                  </a:lnTo>
                  <a:lnTo>
                    <a:pt x="5762244" y="0"/>
                  </a:lnTo>
                  <a:close/>
                </a:path>
                <a:path w="10424160" h="5213350">
                  <a:moveTo>
                    <a:pt x="5767451" y="0"/>
                  </a:moveTo>
                  <a:lnTo>
                    <a:pt x="5762244" y="0"/>
                  </a:lnTo>
                  <a:lnTo>
                    <a:pt x="5762244" y="19050"/>
                  </a:lnTo>
                  <a:lnTo>
                    <a:pt x="5767451" y="19050"/>
                  </a:lnTo>
                  <a:lnTo>
                    <a:pt x="5771769" y="14732"/>
                  </a:lnTo>
                  <a:lnTo>
                    <a:pt x="5771769" y="4318"/>
                  </a:lnTo>
                  <a:lnTo>
                    <a:pt x="5767451" y="0"/>
                  </a:lnTo>
                  <a:close/>
                </a:path>
                <a:path w="10424160" h="5213350">
                  <a:moveTo>
                    <a:pt x="5800344" y="0"/>
                  </a:moveTo>
                  <a:lnTo>
                    <a:pt x="5795137" y="0"/>
                  </a:lnTo>
                  <a:lnTo>
                    <a:pt x="5790819" y="4318"/>
                  </a:lnTo>
                  <a:lnTo>
                    <a:pt x="5790819" y="14732"/>
                  </a:lnTo>
                  <a:lnTo>
                    <a:pt x="5795137" y="19050"/>
                  </a:lnTo>
                  <a:lnTo>
                    <a:pt x="5800344" y="19050"/>
                  </a:lnTo>
                  <a:lnTo>
                    <a:pt x="5800344" y="0"/>
                  </a:lnTo>
                  <a:close/>
                </a:path>
                <a:path w="10424160" h="5213350">
                  <a:moveTo>
                    <a:pt x="5805678" y="0"/>
                  </a:moveTo>
                  <a:lnTo>
                    <a:pt x="5800344" y="0"/>
                  </a:lnTo>
                  <a:lnTo>
                    <a:pt x="5800344" y="19050"/>
                  </a:lnTo>
                  <a:lnTo>
                    <a:pt x="5805678" y="19050"/>
                  </a:lnTo>
                  <a:lnTo>
                    <a:pt x="5809869" y="14732"/>
                  </a:lnTo>
                  <a:lnTo>
                    <a:pt x="5809869" y="4318"/>
                  </a:lnTo>
                  <a:lnTo>
                    <a:pt x="5805678" y="0"/>
                  </a:lnTo>
                  <a:close/>
                </a:path>
                <a:path w="10424160" h="5213350">
                  <a:moveTo>
                    <a:pt x="5838444" y="0"/>
                  </a:moveTo>
                  <a:lnTo>
                    <a:pt x="5833237" y="0"/>
                  </a:lnTo>
                  <a:lnTo>
                    <a:pt x="5828919" y="4318"/>
                  </a:lnTo>
                  <a:lnTo>
                    <a:pt x="5828919" y="14732"/>
                  </a:lnTo>
                  <a:lnTo>
                    <a:pt x="5833237" y="19050"/>
                  </a:lnTo>
                  <a:lnTo>
                    <a:pt x="5838444" y="19050"/>
                  </a:lnTo>
                  <a:lnTo>
                    <a:pt x="5838444" y="0"/>
                  </a:lnTo>
                  <a:close/>
                </a:path>
                <a:path w="10424160" h="5213350">
                  <a:moveTo>
                    <a:pt x="5843778" y="0"/>
                  </a:moveTo>
                  <a:lnTo>
                    <a:pt x="5838444" y="0"/>
                  </a:lnTo>
                  <a:lnTo>
                    <a:pt x="5838444" y="19050"/>
                  </a:lnTo>
                  <a:lnTo>
                    <a:pt x="5843778" y="19050"/>
                  </a:lnTo>
                  <a:lnTo>
                    <a:pt x="5847969" y="14732"/>
                  </a:lnTo>
                  <a:lnTo>
                    <a:pt x="5847969" y="4318"/>
                  </a:lnTo>
                  <a:lnTo>
                    <a:pt x="5843778" y="0"/>
                  </a:lnTo>
                  <a:close/>
                </a:path>
                <a:path w="10424160" h="5213350">
                  <a:moveTo>
                    <a:pt x="5876544" y="0"/>
                  </a:moveTo>
                  <a:lnTo>
                    <a:pt x="5871337" y="0"/>
                  </a:lnTo>
                  <a:lnTo>
                    <a:pt x="5867019" y="4318"/>
                  </a:lnTo>
                  <a:lnTo>
                    <a:pt x="5867019" y="14732"/>
                  </a:lnTo>
                  <a:lnTo>
                    <a:pt x="5871337" y="19050"/>
                  </a:lnTo>
                  <a:lnTo>
                    <a:pt x="5876544" y="19050"/>
                  </a:lnTo>
                  <a:lnTo>
                    <a:pt x="5876544" y="0"/>
                  </a:lnTo>
                  <a:close/>
                </a:path>
                <a:path w="10424160" h="5213350">
                  <a:moveTo>
                    <a:pt x="5881878" y="0"/>
                  </a:moveTo>
                  <a:lnTo>
                    <a:pt x="5876544" y="0"/>
                  </a:lnTo>
                  <a:lnTo>
                    <a:pt x="5876544" y="19050"/>
                  </a:lnTo>
                  <a:lnTo>
                    <a:pt x="5881878" y="19050"/>
                  </a:lnTo>
                  <a:lnTo>
                    <a:pt x="5886069" y="14732"/>
                  </a:lnTo>
                  <a:lnTo>
                    <a:pt x="5886069" y="4318"/>
                  </a:lnTo>
                  <a:lnTo>
                    <a:pt x="5881878" y="0"/>
                  </a:lnTo>
                  <a:close/>
                </a:path>
                <a:path w="10424160" h="5213350">
                  <a:moveTo>
                    <a:pt x="5914644" y="0"/>
                  </a:moveTo>
                  <a:lnTo>
                    <a:pt x="5909437" y="0"/>
                  </a:lnTo>
                  <a:lnTo>
                    <a:pt x="5905119" y="4318"/>
                  </a:lnTo>
                  <a:lnTo>
                    <a:pt x="5905119" y="14732"/>
                  </a:lnTo>
                  <a:lnTo>
                    <a:pt x="5909437" y="19050"/>
                  </a:lnTo>
                  <a:lnTo>
                    <a:pt x="5914644" y="19050"/>
                  </a:lnTo>
                  <a:lnTo>
                    <a:pt x="5914644" y="0"/>
                  </a:lnTo>
                  <a:close/>
                </a:path>
                <a:path w="10424160" h="5213350">
                  <a:moveTo>
                    <a:pt x="5914771" y="12700"/>
                  </a:moveTo>
                  <a:lnTo>
                    <a:pt x="5914644" y="12700"/>
                  </a:lnTo>
                  <a:lnTo>
                    <a:pt x="5914644" y="19050"/>
                  </a:lnTo>
                  <a:lnTo>
                    <a:pt x="5914771" y="19050"/>
                  </a:lnTo>
                  <a:lnTo>
                    <a:pt x="5914771" y="12700"/>
                  </a:lnTo>
                  <a:close/>
                </a:path>
                <a:path w="10424160" h="5213350">
                  <a:moveTo>
                    <a:pt x="5919978" y="0"/>
                  </a:moveTo>
                  <a:lnTo>
                    <a:pt x="5914771" y="0"/>
                  </a:lnTo>
                  <a:lnTo>
                    <a:pt x="5914771" y="19050"/>
                  </a:lnTo>
                  <a:lnTo>
                    <a:pt x="5919978" y="19050"/>
                  </a:lnTo>
                  <a:lnTo>
                    <a:pt x="5924296" y="14732"/>
                  </a:lnTo>
                  <a:lnTo>
                    <a:pt x="5924296" y="4318"/>
                  </a:lnTo>
                  <a:lnTo>
                    <a:pt x="5919978" y="0"/>
                  </a:lnTo>
                  <a:close/>
                </a:path>
                <a:path w="10424160" h="5213350">
                  <a:moveTo>
                    <a:pt x="5914771" y="0"/>
                  </a:moveTo>
                  <a:lnTo>
                    <a:pt x="5914644" y="0"/>
                  </a:lnTo>
                  <a:lnTo>
                    <a:pt x="5914644" y="6350"/>
                  </a:lnTo>
                  <a:lnTo>
                    <a:pt x="5914771" y="6350"/>
                  </a:lnTo>
                  <a:lnTo>
                    <a:pt x="5914771" y="0"/>
                  </a:lnTo>
                  <a:close/>
                </a:path>
                <a:path w="10424160" h="5213350">
                  <a:moveTo>
                    <a:pt x="5952871" y="0"/>
                  </a:moveTo>
                  <a:lnTo>
                    <a:pt x="5947537" y="0"/>
                  </a:lnTo>
                  <a:lnTo>
                    <a:pt x="5943346" y="4318"/>
                  </a:lnTo>
                  <a:lnTo>
                    <a:pt x="5943346" y="14732"/>
                  </a:lnTo>
                  <a:lnTo>
                    <a:pt x="5947537" y="19050"/>
                  </a:lnTo>
                  <a:lnTo>
                    <a:pt x="5952871" y="19050"/>
                  </a:lnTo>
                  <a:lnTo>
                    <a:pt x="5952871" y="0"/>
                  </a:lnTo>
                  <a:close/>
                </a:path>
                <a:path w="10424160" h="5213350">
                  <a:moveTo>
                    <a:pt x="5958078" y="0"/>
                  </a:moveTo>
                  <a:lnTo>
                    <a:pt x="5952871" y="0"/>
                  </a:lnTo>
                  <a:lnTo>
                    <a:pt x="5952871" y="19050"/>
                  </a:lnTo>
                  <a:lnTo>
                    <a:pt x="5958078" y="19050"/>
                  </a:lnTo>
                  <a:lnTo>
                    <a:pt x="5962396" y="14732"/>
                  </a:lnTo>
                  <a:lnTo>
                    <a:pt x="5962396" y="4318"/>
                  </a:lnTo>
                  <a:lnTo>
                    <a:pt x="5958078" y="0"/>
                  </a:lnTo>
                  <a:close/>
                </a:path>
                <a:path w="10424160" h="5213350">
                  <a:moveTo>
                    <a:pt x="5990971" y="0"/>
                  </a:moveTo>
                  <a:lnTo>
                    <a:pt x="5985637" y="0"/>
                  </a:lnTo>
                  <a:lnTo>
                    <a:pt x="5981446" y="4318"/>
                  </a:lnTo>
                  <a:lnTo>
                    <a:pt x="5981446" y="14732"/>
                  </a:lnTo>
                  <a:lnTo>
                    <a:pt x="5985637" y="19050"/>
                  </a:lnTo>
                  <a:lnTo>
                    <a:pt x="5990971" y="19050"/>
                  </a:lnTo>
                  <a:lnTo>
                    <a:pt x="5990971" y="0"/>
                  </a:lnTo>
                  <a:close/>
                </a:path>
                <a:path w="10424160" h="5213350">
                  <a:moveTo>
                    <a:pt x="5996178" y="0"/>
                  </a:moveTo>
                  <a:lnTo>
                    <a:pt x="5990971" y="0"/>
                  </a:lnTo>
                  <a:lnTo>
                    <a:pt x="5990971" y="19050"/>
                  </a:lnTo>
                  <a:lnTo>
                    <a:pt x="5996178" y="19050"/>
                  </a:lnTo>
                  <a:lnTo>
                    <a:pt x="6000496" y="14732"/>
                  </a:lnTo>
                  <a:lnTo>
                    <a:pt x="6000496" y="4318"/>
                  </a:lnTo>
                  <a:lnTo>
                    <a:pt x="5996178" y="0"/>
                  </a:lnTo>
                  <a:close/>
                </a:path>
                <a:path w="10424160" h="5213350">
                  <a:moveTo>
                    <a:pt x="6029071" y="0"/>
                  </a:moveTo>
                  <a:lnTo>
                    <a:pt x="6023737" y="0"/>
                  </a:lnTo>
                  <a:lnTo>
                    <a:pt x="6019546" y="4318"/>
                  </a:lnTo>
                  <a:lnTo>
                    <a:pt x="6019546" y="14732"/>
                  </a:lnTo>
                  <a:lnTo>
                    <a:pt x="6023737" y="19050"/>
                  </a:lnTo>
                  <a:lnTo>
                    <a:pt x="6029071" y="19050"/>
                  </a:lnTo>
                  <a:lnTo>
                    <a:pt x="6029071" y="0"/>
                  </a:lnTo>
                  <a:close/>
                </a:path>
                <a:path w="10424160" h="5213350">
                  <a:moveTo>
                    <a:pt x="6034278" y="0"/>
                  </a:moveTo>
                  <a:lnTo>
                    <a:pt x="6029071" y="0"/>
                  </a:lnTo>
                  <a:lnTo>
                    <a:pt x="6029071" y="19050"/>
                  </a:lnTo>
                  <a:lnTo>
                    <a:pt x="6034278" y="19050"/>
                  </a:lnTo>
                  <a:lnTo>
                    <a:pt x="6038596" y="14732"/>
                  </a:lnTo>
                  <a:lnTo>
                    <a:pt x="6038596" y="4318"/>
                  </a:lnTo>
                  <a:lnTo>
                    <a:pt x="6034278" y="0"/>
                  </a:lnTo>
                  <a:close/>
                </a:path>
                <a:path w="10424160" h="5213350">
                  <a:moveTo>
                    <a:pt x="6067171" y="0"/>
                  </a:moveTo>
                  <a:lnTo>
                    <a:pt x="6061964" y="0"/>
                  </a:lnTo>
                  <a:lnTo>
                    <a:pt x="6057646" y="4318"/>
                  </a:lnTo>
                  <a:lnTo>
                    <a:pt x="6057646" y="14732"/>
                  </a:lnTo>
                  <a:lnTo>
                    <a:pt x="6061964" y="19050"/>
                  </a:lnTo>
                  <a:lnTo>
                    <a:pt x="6067171" y="19050"/>
                  </a:lnTo>
                  <a:lnTo>
                    <a:pt x="6067171" y="0"/>
                  </a:lnTo>
                  <a:close/>
                </a:path>
                <a:path w="10424160" h="5213350">
                  <a:moveTo>
                    <a:pt x="6072505" y="0"/>
                  </a:moveTo>
                  <a:lnTo>
                    <a:pt x="6067171" y="0"/>
                  </a:lnTo>
                  <a:lnTo>
                    <a:pt x="6067171" y="19050"/>
                  </a:lnTo>
                  <a:lnTo>
                    <a:pt x="6072505" y="19050"/>
                  </a:lnTo>
                  <a:lnTo>
                    <a:pt x="6076696" y="14732"/>
                  </a:lnTo>
                  <a:lnTo>
                    <a:pt x="6076696" y="4318"/>
                  </a:lnTo>
                  <a:lnTo>
                    <a:pt x="6072505" y="0"/>
                  </a:lnTo>
                  <a:close/>
                </a:path>
                <a:path w="10424160" h="5213350">
                  <a:moveTo>
                    <a:pt x="6105271" y="0"/>
                  </a:moveTo>
                  <a:lnTo>
                    <a:pt x="6100064" y="0"/>
                  </a:lnTo>
                  <a:lnTo>
                    <a:pt x="6095746" y="4318"/>
                  </a:lnTo>
                  <a:lnTo>
                    <a:pt x="6095746" y="14732"/>
                  </a:lnTo>
                  <a:lnTo>
                    <a:pt x="6100064" y="19050"/>
                  </a:lnTo>
                  <a:lnTo>
                    <a:pt x="6105271" y="19050"/>
                  </a:lnTo>
                  <a:lnTo>
                    <a:pt x="6105271" y="0"/>
                  </a:lnTo>
                  <a:close/>
                </a:path>
                <a:path w="10424160" h="5213350">
                  <a:moveTo>
                    <a:pt x="6110605" y="0"/>
                  </a:moveTo>
                  <a:lnTo>
                    <a:pt x="6105271" y="0"/>
                  </a:lnTo>
                  <a:lnTo>
                    <a:pt x="6105271" y="19050"/>
                  </a:lnTo>
                  <a:lnTo>
                    <a:pt x="6110605" y="19050"/>
                  </a:lnTo>
                  <a:lnTo>
                    <a:pt x="6114796" y="14732"/>
                  </a:lnTo>
                  <a:lnTo>
                    <a:pt x="6114796" y="4318"/>
                  </a:lnTo>
                  <a:lnTo>
                    <a:pt x="6110605" y="0"/>
                  </a:lnTo>
                  <a:close/>
                </a:path>
                <a:path w="10424160" h="5213350">
                  <a:moveTo>
                    <a:pt x="6143371" y="0"/>
                  </a:moveTo>
                  <a:lnTo>
                    <a:pt x="6138164" y="0"/>
                  </a:lnTo>
                  <a:lnTo>
                    <a:pt x="6133846" y="4318"/>
                  </a:lnTo>
                  <a:lnTo>
                    <a:pt x="6133846" y="14732"/>
                  </a:lnTo>
                  <a:lnTo>
                    <a:pt x="6138164" y="19050"/>
                  </a:lnTo>
                  <a:lnTo>
                    <a:pt x="6143371" y="19050"/>
                  </a:lnTo>
                  <a:lnTo>
                    <a:pt x="6143371" y="0"/>
                  </a:lnTo>
                  <a:close/>
                </a:path>
                <a:path w="10424160" h="5213350">
                  <a:moveTo>
                    <a:pt x="6148705" y="0"/>
                  </a:moveTo>
                  <a:lnTo>
                    <a:pt x="6143371" y="0"/>
                  </a:lnTo>
                  <a:lnTo>
                    <a:pt x="6143371" y="19050"/>
                  </a:lnTo>
                  <a:lnTo>
                    <a:pt x="6148705" y="19050"/>
                  </a:lnTo>
                  <a:lnTo>
                    <a:pt x="6152896" y="14732"/>
                  </a:lnTo>
                  <a:lnTo>
                    <a:pt x="6152896" y="4318"/>
                  </a:lnTo>
                  <a:lnTo>
                    <a:pt x="6148705" y="0"/>
                  </a:lnTo>
                  <a:close/>
                </a:path>
                <a:path w="10424160" h="5213350">
                  <a:moveTo>
                    <a:pt x="6181471" y="0"/>
                  </a:moveTo>
                  <a:lnTo>
                    <a:pt x="6176264" y="0"/>
                  </a:lnTo>
                  <a:lnTo>
                    <a:pt x="6171946" y="4318"/>
                  </a:lnTo>
                  <a:lnTo>
                    <a:pt x="6171946" y="14732"/>
                  </a:lnTo>
                  <a:lnTo>
                    <a:pt x="6176264" y="19050"/>
                  </a:lnTo>
                  <a:lnTo>
                    <a:pt x="6181471" y="19050"/>
                  </a:lnTo>
                  <a:lnTo>
                    <a:pt x="6181471" y="0"/>
                  </a:lnTo>
                  <a:close/>
                </a:path>
                <a:path w="10424160" h="5213350">
                  <a:moveTo>
                    <a:pt x="6186805" y="0"/>
                  </a:moveTo>
                  <a:lnTo>
                    <a:pt x="6181598" y="0"/>
                  </a:lnTo>
                  <a:lnTo>
                    <a:pt x="6181598" y="19050"/>
                  </a:lnTo>
                  <a:lnTo>
                    <a:pt x="6186805" y="19050"/>
                  </a:lnTo>
                  <a:lnTo>
                    <a:pt x="6191123" y="14732"/>
                  </a:lnTo>
                  <a:lnTo>
                    <a:pt x="6191123" y="4318"/>
                  </a:lnTo>
                  <a:lnTo>
                    <a:pt x="6186805" y="0"/>
                  </a:lnTo>
                  <a:close/>
                </a:path>
                <a:path w="10424160" h="5213350">
                  <a:moveTo>
                    <a:pt x="6219698" y="0"/>
                  </a:moveTo>
                  <a:lnTo>
                    <a:pt x="6214364" y="0"/>
                  </a:lnTo>
                  <a:lnTo>
                    <a:pt x="6210173" y="4318"/>
                  </a:lnTo>
                  <a:lnTo>
                    <a:pt x="6210173" y="14732"/>
                  </a:lnTo>
                  <a:lnTo>
                    <a:pt x="6214364" y="19050"/>
                  </a:lnTo>
                  <a:lnTo>
                    <a:pt x="6219698" y="19050"/>
                  </a:lnTo>
                  <a:lnTo>
                    <a:pt x="6219698" y="0"/>
                  </a:lnTo>
                  <a:close/>
                </a:path>
                <a:path w="10424160" h="5213350">
                  <a:moveTo>
                    <a:pt x="6224905" y="0"/>
                  </a:moveTo>
                  <a:lnTo>
                    <a:pt x="6219698" y="0"/>
                  </a:lnTo>
                  <a:lnTo>
                    <a:pt x="6219698" y="19050"/>
                  </a:lnTo>
                  <a:lnTo>
                    <a:pt x="6224905" y="19050"/>
                  </a:lnTo>
                  <a:lnTo>
                    <a:pt x="6229223" y="14732"/>
                  </a:lnTo>
                  <a:lnTo>
                    <a:pt x="6229223" y="4318"/>
                  </a:lnTo>
                  <a:lnTo>
                    <a:pt x="6224905" y="0"/>
                  </a:lnTo>
                  <a:close/>
                </a:path>
                <a:path w="10424160" h="5213350">
                  <a:moveTo>
                    <a:pt x="6257798" y="0"/>
                  </a:moveTo>
                  <a:lnTo>
                    <a:pt x="6252464" y="0"/>
                  </a:lnTo>
                  <a:lnTo>
                    <a:pt x="6248273" y="4318"/>
                  </a:lnTo>
                  <a:lnTo>
                    <a:pt x="6248273" y="14732"/>
                  </a:lnTo>
                  <a:lnTo>
                    <a:pt x="6252464" y="19050"/>
                  </a:lnTo>
                  <a:lnTo>
                    <a:pt x="6257798" y="19050"/>
                  </a:lnTo>
                  <a:lnTo>
                    <a:pt x="6257798" y="0"/>
                  </a:lnTo>
                  <a:close/>
                </a:path>
                <a:path w="10424160" h="5213350">
                  <a:moveTo>
                    <a:pt x="6263005" y="0"/>
                  </a:moveTo>
                  <a:lnTo>
                    <a:pt x="6257798" y="0"/>
                  </a:lnTo>
                  <a:lnTo>
                    <a:pt x="6257798" y="19050"/>
                  </a:lnTo>
                  <a:lnTo>
                    <a:pt x="6263005" y="19050"/>
                  </a:lnTo>
                  <a:lnTo>
                    <a:pt x="6267323" y="14732"/>
                  </a:lnTo>
                  <a:lnTo>
                    <a:pt x="6267323" y="4318"/>
                  </a:lnTo>
                  <a:lnTo>
                    <a:pt x="6263005" y="0"/>
                  </a:lnTo>
                  <a:close/>
                </a:path>
                <a:path w="10424160" h="5213350">
                  <a:moveTo>
                    <a:pt x="6295898" y="0"/>
                  </a:moveTo>
                  <a:lnTo>
                    <a:pt x="6290691" y="0"/>
                  </a:lnTo>
                  <a:lnTo>
                    <a:pt x="6286373" y="4318"/>
                  </a:lnTo>
                  <a:lnTo>
                    <a:pt x="6286373" y="14732"/>
                  </a:lnTo>
                  <a:lnTo>
                    <a:pt x="6290691" y="19050"/>
                  </a:lnTo>
                  <a:lnTo>
                    <a:pt x="6295898" y="19050"/>
                  </a:lnTo>
                  <a:lnTo>
                    <a:pt x="6295898" y="0"/>
                  </a:lnTo>
                  <a:close/>
                </a:path>
                <a:path w="10424160" h="5213350">
                  <a:moveTo>
                    <a:pt x="6301232" y="0"/>
                  </a:moveTo>
                  <a:lnTo>
                    <a:pt x="6295898" y="0"/>
                  </a:lnTo>
                  <a:lnTo>
                    <a:pt x="6295898" y="19050"/>
                  </a:lnTo>
                  <a:lnTo>
                    <a:pt x="6301232" y="19050"/>
                  </a:lnTo>
                  <a:lnTo>
                    <a:pt x="6305423" y="14732"/>
                  </a:lnTo>
                  <a:lnTo>
                    <a:pt x="6305423" y="4318"/>
                  </a:lnTo>
                  <a:lnTo>
                    <a:pt x="6301232" y="0"/>
                  </a:lnTo>
                  <a:close/>
                </a:path>
                <a:path w="10424160" h="5213350">
                  <a:moveTo>
                    <a:pt x="6333998" y="0"/>
                  </a:moveTo>
                  <a:lnTo>
                    <a:pt x="6328791" y="0"/>
                  </a:lnTo>
                  <a:lnTo>
                    <a:pt x="6324473" y="4318"/>
                  </a:lnTo>
                  <a:lnTo>
                    <a:pt x="6324473" y="14732"/>
                  </a:lnTo>
                  <a:lnTo>
                    <a:pt x="6328791" y="19050"/>
                  </a:lnTo>
                  <a:lnTo>
                    <a:pt x="6333998" y="19050"/>
                  </a:lnTo>
                  <a:lnTo>
                    <a:pt x="6333998" y="0"/>
                  </a:lnTo>
                  <a:close/>
                </a:path>
                <a:path w="10424160" h="5213350">
                  <a:moveTo>
                    <a:pt x="6339332" y="0"/>
                  </a:moveTo>
                  <a:lnTo>
                    <a:pt x="6333998" y="0"/>
                  </a:lnTo>
                  <a:lnTo>
                    <a:pt x="6333998" y="19050"/>
                  </a:lnTo>
                  <a:lnTo>
                    <a:pt x="6339332" y="19050"/>
                  </a:lnTo>
                  <a:lnTo>
                    <a:pt x="6343523" y="14732"/>
                  </a:lnTo>
                  <a:lnTo>
                    <a:pt x="6343523" y="4318"/>
                  </a:lnTo>
                  <a:lnTo>
                    <a:pt x="6339332" y="0"/>
                  </a:lnTo>
                  <a:close/>
                </a:path>
                <a:path w="10424160" h="5213350">
                  <a:moveTo>
                    <a:pt x="6372098" y="0"/>
                  </a:moveTo>
                  <a:lnTo>
                    <a:pt x="6366891" y="0"/>
                  </a:lnTo>
                  <a:lnTo>
                    <a:pt x="6362573" y="4318"/>
                  </a:lnTo>
                  <a:lnTo>
                    <a:pt x="6362573" y="14732"/>
                  </a:lnTo>
                  <a:lnTo>
                    <a:pt x="6366891" y="19050"/>
                  </a:lnTo>
                  <a:lnTo>
                    <a:pt x="6372098" y="19050"/>
                  </a:lnTo>
                  <a:lnTo>
                    <a:pt x="6372098" y="0"/>
                  </a:lnTo>
                  <a:close/>
                </a:path>
                <a:path w="10424160" h="5213350">
                  <a:moveTo>
                    <a:pt x="6377432" y="0"/>
                  </a:moveTo>
                  <a:lnTo>
                    <a:pt x="6372098" y="0"/>
                  </a:lnTo>
                  <a:lnTo>
                    <a:pt x="6372098" y="19050"/>
                  </a:lnTo>
                  <a:lnTo>
                    <a:pt x="6377432" y="19050"/>
                  </a:lnTo>
                  <a:lnTo>
                    <a:pt x="6381623" y="14732"/>
                  </a:lnTo>
                  <a:lnTo>
                    <a:pt x="6381623" y="4318"/>
                  </a:lnTo>
                  <a:lnTo>
                    <a:pt x="6377432" y="0"/>
                  </a:lnTo>
                  <a:close/>
                </a:path>
                <a:path w="10424160" h="5213350">
                  <a:moveTo>
                    <a:pt x="6410198" y="0"/>
                  </a:moveTo>
                  <a:lnTo>
                    <a:pt x="6404991" y="0"/>
                  </a:lnTo>
                  <a:lnTo>
                    <a:pt x="6400673" y="4318"/>
                  </a:lnTo>
                  <a:lnTo>
                    <a:pt x="6400673" y="14732"/>
                  </a:lnTo>
                  <a:lnTo>
                    <a:pt x="6404991" y="19050"/>
                  </a:lnTo>
                  <a:lnTo>
                    <a:pt x="6410198" y="19050"/>
                  </a:lnTo>
                  <a:lnTo>
                    <a:pt x="6410198" y="0"/>
                  </a:lnTo>
                  <a:close/>
                </a:path>
                <a:path w="10424160" h="5213350">
                  <a:moveTo>
                    <a:pt x="6415532" y="0"/>
                  </a:moveTo>
                  <a:lnTo>
                    <a:pt x="6410325" y="0"/>
                  </a:lnTo>
                  <a:lnTo>
                    <a:pt x="6410325" y="19050"/>
                  </a:lnTo>
                  <a:lnTo>
                    <a:pt x="6415532" y="19050"/>
                  </a:lnTo>
                  <a:lnTo>
                    <a:pt x="6419850" y="14732"/>
                  </a:lnTo>
                  <a:lnTo>
                    <a:pt x="6419850" y="4318"/>
                  </a:lnTo>
                  <a:lnTo>
                    <a:pt x="6415532" y="0"/>
                  </a:lnTo>
                  <a:close/>
                </a:path>
                <a:path w="10424160" h="5213350">
                  <a:moveTo>
                    <a:pt x="6448425" y="0"/>
                  </a:moveTo>
                  <a:lnTo>
                    <a:pt x="6443091" y="0"/>
                  </a:lnTo>
                  <a:lnTo>
                    <a:pt x="6438900" y="4318"/>
                  </a:lnTo>
                  <a:lnTo>
                    <a:pt x="6438900" y="14732"/>
                  </a:lnTo>
                  <a:lnTo>
                    <a:pt x="6443091" y="19050"/>
                  </a:lnTo>
                  <a:lnTo>
                    <a:pt x="6448425" y="19050"/>
                  </a:lnTo>
                  <a:lnTo>
                    <a:pt x="6448425" y="0"/>
                  </a:lnTo>
                  <a:close/>
                </a:path>
                <a:path w="10424160" h="5213350">
                  <a:moveTo>
                    <a:pt x="6453632" y="0"/>
                  </a:moveTo>
                  <a:lnTo>
                    <a:pt x="6448425" y="0"/>
                  </a:lnTo>
                  <a:lnTo>
                    <a:pt x="6448425" y="19050"/>
                  </a:lnTo>
                  <a:lnTo>
                    <a:pt x="6453632" y="19050"/>
                  </a:lnTo>
                  <a:lnTo>
                    <a:pt x="6457950" y="14732"/>
                  </a:lnTo>
                  <a:lnTo>
                    <a:pt x="6457950" y="4318"/>
                  </a:lnTo>
                  <a:lnTo>
                    <a:pt x="6453632" y="0"/>
                  </a:lnTo>
                  <a:close/>
                </a:path>
                <a:path w="10424160" h="5213350">
                  <a:moveTo>
                    <a:pt x="6486525" y="0"/>
                  </a:moveTo>
                  <a:lnTo>
                    <a:pt x="6481191" y="0"/>
                  </a:lnTo>
                  <a:lnTo>
                    <a:pt x="6477000" y="4318"/>
                  </a:lnTo>
                  <a:lnTo>
                    <a:pt x="6477000" y="14732"/>
                  </a:lnTo>
                  <a:lnTo>
                    <a:pt x="6481191" y="19050"/>
                  </a:lnTo>
                  <a:lnTo>
                    <a:pt x="6486525" y="19050"/>
                  </a:lnTo>
                  <a:lnTo>
                    <a:pt x="6486525" y="0"/>
                  </a:lnTo>
                  <a:close/>
                </a:path>
                <a:path w="10424160" h="5213350">
                  <a:moveTo>
                    <a:pt x="6491732" y="0"/>
                  </a:moveTo>
                  <a:lnTo>
                    <a:pt x="6486525" y="0"/>
                  </a:lnTo>
                  <a:lnTo>
                    <a:pt x="6486525" y="19050"/>
                  </a:lnTo>
                  <a:lnTo>
                    <a:pt x="6491732" y="19050"/>
                  </a:lnTo>
                  <a:lnTo>
                    <a:pt x="6496050" y="14732"/>
                  </a:lnTo>
                  <a:lnTo>
                    <a:pt x="6496050" y="4318"/>
                  </a:lnTo>
                  <a:lnTo>
                    <a:pt x="6491732" y="0"/>
                  </a:lnTo>
                  <a:close/>
                </a:path>
                <a:path w="10424160" h="5213350">
                  <a:moveTo>
                    <a:pt x="6524625" y="0"/>
                  </a:moveTo>
                  <a:lnTo>
                    <a:pt x="6519290" y="0"/>
                  </a:lnTo>
                  <a:lnTo>
                    <a:pt x="6515100" y="4318"/>
                  </a:lnTo>
                  <a:lnTo>
                    <a:pt x="6515100" y="14732"/>
                  </a:lnTo>
                  <a:lnTo>
                    <a:pt x="6519290" y="19050"/>
                  </a:lnTo>
                  <a:lnTo>
                    <a:pt x="6524625" y="19050"/>
                  </a:lnTo>
                  <a:lnTo>
                    <a:pt x="6524625" y="0"/>
                  </a:lnTo>
                  <a:close/>
                </a:path>
                <a:path w="10424160" h="5213350">
                  <a:moveTo>
                    <a:pt x="6529832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6529832" y="19050"/>
                  </a:lnTo>
                  <a:lnTo>
                    <a:pt x="6534150" y="14732"/>
                  </a:lnTo>
                  <a:lnTo>
                    <a:pt x="6534150" y="4318"/>
                  </a:lnTo>
                  <a:lnTo>
                    <a:pt x="6529832" y="0"/>
                  </a:lnTo>
                  <a:close/>
                </a:path>
                <a:path w="10424160" h="5213350">
                  <a:moveTo>
                    <a:pt x="6562725" y="0"/>
                  </a:moveTo>
                  <a:lnTo>
                    <a:pt x="6557517" y="0"/>
                  </a:lnTo>
                  <a:lnTo>
                    <a:pt x="6553200" y="4318"/>
                  </a:lnTo>
                  <a:lnTo>
                    <a:pt x="6553200" y="14732"/>
                  </a:lnTo>
                  <a:lnTo>
                    <a:pt x="6557517" y="19050"/>
                  </a:lnTo>
                  <a:lnTo>
                    <a:pt x="6562725" y="19050"/>
                  </a:lnTo>
                  <a:lnTo>
                    <a:pt x="6562725" y="0"/>
                  </a:lnTo>
                  <a:close/>
                </a:path>
                <a:path w="10424160" h="5213350">
                  <a:moveTo>
                    <a:pt x="6568058" y="0"/>
                  </a:moveTo>
                  <a:lnTo>
                    <a:pt x="6562725" y="0"/>
                  </a:lnTo>
                  <a:lnTo>
                    <a:pt x="6562725" y="19050"/>
                  </a:lnTo>
                  <a:lnTo>
                    <a:pt x="6568058" y="19050"/>
                  </a:lnTo>
                  <a:lnTo>
                    <a:pt x="6572250" y="14732"/>
                  </a:lnTo>
                  <a:lnTo>
                    <a:pt x="6572250" y="4318"/>
                  </a:lnTo>
                  <a:lnTo>
                    <a:pt x="6568058" y="0"/>
                  </a:lnTo>
                  <a:close/>
                </a:path>
                <a:path w="10424160" h="5213350">
                  <a:moveTo>
                    <a:pt x="6600825" y="0"/>
                  </a:moveTo>
                  <a:lnTo>
                    <a:pt x="6595617" y="0"/>
                  </a:lnTo>
                  <a:lnTo>
                    <a:pt x="6591300" y="4318"/>
                  </a:lnTo>
                  <a:lnTo>
                    <a:pt x="6591300" y="14732"/>
                  </a:lnTo>
                  <a:lnTo>
                    <a:pt x="6595617" y="19050"/>
                  </a:lnTo>
                  <a:lnTo>
                    <a:pt x="6600825" y="19050"/>
                  </a:lnTo>
                  <a:lnTo>
                    <a:pt x="6600825" y="0"/>
                  </a:lnTo>
                  <a:close/>
                </a:path>
                <a:path w="10424160" h="5213350">
                  <a:moveTo>
                    <a:pt x="6606158" y="0"/>
                  </a:moveTo>
                  <a:lnTo>
                    <a:pt x="6600825" y="0"/>
                  </a:lnTo>
                  <a:lnTo>
                    <a:pt x="6600825" y="19050"/>
                  </a:lnTo>
                  <a:lnTo>
                    <a:pt x="6606158" y="19050"/>
                  </a:lnTo>
                  <a:lnTo>
                    <a:pt x="6610350" y="14732"/>
                  </a:lnTo>
                  <a:lnTo>
                    <a:pt x="6610350" y="4318"/>
                  </a:lnTo>
                  <a:lnTo>
                    <a:pt x="6606158" y="0"/>
                  </a:lnTo>
                  <a:close/>
                </a:path>
                <a:path w="10424160" h="5213350">
                  <a:moveTo>
                    <a:pt x="6638925" y="0"/>
                  </a:moveTo>
                  <a:lnTo>
                    <a:pt x="6633717" y="0"/>
                  </a:lnTo>
                  <a:lnTo>
                    <a:pt x="6629400" y="4318"/>
                  </a:lnTo>
                  <a:lnTo>
                    <a:pt x="6629400" y="14732"/>
                  </a:lnTo>
                  <a:lnTo>
                    <a:pt x="6633717" y="19050"/>
                  </a:lnTo>
                  <a:lnTo>
                    <a:pt x="6638925" y="19050"/>
                  </a:lnTo>
                  <a:lnTo>
                    <a:pt x="6638925" y="0"/>
                  </a:lnTo>
                  <a:close/>
                </a:path>
                <a:path w="10424160" h="5213350">
                  <a:moveTo>
                    <a:pt x="6644258" y="0"/>
                  </a:moveTo>
                  <a:lnTo>
                    <a:pt x="6638925" y="0"/>
                  </a:lnTo>
                  <a:lnTo>
                    <a:pt x="6638925" y="19050"/>
                  </a:lnTo>
                  <a:lnTo>
                    <a:pt x="6644258" y="19050"/>
                  </a:lnTo>
                  <a:lnTo>
                    <a:pt x="6648450" y="14732"/>
                  </a:lnTo>
                  <a:lnTo>
                    <a:pt x="6648450" y="4318"/>
                  </a:lnTo>
                  <a:lnTo>
                    <a:pt x="6644258" y="0"/>
                  </a:lnTo>
                  <a:close/>
                </a:path>
                <a:path w="10424160" h="5213350">
                  <a:moveTo>
                    <a:pt x="6677025" y="0"/>
                  </a:moveTo>
                  <a:lnTo>
                    <a:pt x="6671817" y="0"/>
                  </a:lnTo>
                  <a:lnTo>
                    <a:pt x="6667500" y="4318"/>
                  </a:lnTo>
                  <a:lnTo>
                    <a:pt x="6667500" y="14732"/>
                  </a:lnTo>
                  <a:lnTo>
                    <a:pt x="6671817" y="19050"/>
                  </a:lnTo>
                  <a:lnTo>
                    <a:pt x="6677025" y="19050"/>
                  </a:lnTo>
                  <a:lnTo>
                    <a:pt x="6677025" y="0"/>
                  </a:lnTo>
                  <a:close/>
                </a:path>
                <a:path w="10424160" h="5213350">
                  <a:moveTo>
                    <a:pt x="6682358" y="0"/>
                  </a:moveTo>
                  <a:lnTo>
                    <a:pt x="6677152" y="0"/>
                  </a:lnTo>
                  <a:lnTo>
                    <a:pt x="6677152" y="19050"/>
                  </a:lnTo>
                  <a:lnTo>
                    <a:pt x="6682358" y="19050"/>
                  </a:lnTo>
                  <a:lnTo>
                    <a:pt x="6686677" y="14732"/>
                  </a:lnTo>
                  <a:lnTo>
                    <a:pt x="6686677" y="4318"/>
                  </a:lnTo>
                  <a:lnTo>
                    <a:pt x="6682358" y="0"/>
                  </a:lnTo>
                  <a:close/>
                </a:path>
                <a:path w="10424160" h="5213350">
                  <a:moveTo>
                    <a:pt x="6715252" y="0"/>
                  </a:moveTo>
                  <a:lnTo>
                    <a:pt x="6709917" y="0"/>
                  </a:lnTo>
                  <a:lnTo>
                    <a:pt x="6705727" y="4318"/>
                  </a:lnTo>
                  <a:lnTo>
                    <a:pt x="6705727" y="14732"/>
                  </a:lnTo>
                  <a:lnTo>
                    <a:pt x="6709917" y="19050"/>
                  </a:lnTo>
                  <a:lnTo>
                    <a:pt x="6715252" y="19050"/>
                  </a:lnTo>
                  <a:lnTo>
                    <a:pt x="6715252" y="0"/>
                  </a:lnTo>
                  <a:close/>
                </a:path>
                <a:path w="10424160" h="5213350">
                  <a:moveTo>
                    <a:pt x="6720458" y="0"/>
                  </a:moveTo>
                  <a:lnTo>
                    <a:pt x="6715252" y="0"/>
                  </a:lnTo>
                  <a:lnTo>
                    <a:pt x="6715252" y="19050"/>
                  </a:lnTo>
                  <a:lnTo>
                    <a:pt x="6720458" y="19050"/>
                  </a:lnTo>
                  <a:lnTo>
                    <a:pt x="6724777" y="14732"/>
                  </a:lnTo>
                  <a:lnTo>
                    <a:pt x="6724777" y="4318"/>
                  </a:lnTo>
                  <a:lnTo>
                    <a:pt x="6720458" y="0"/>
                  </a:lnTo>
                  <a:close/>
                </a:path>
                <a:path w="10424160" h="5213350">
                  <a:moveTo>
                    <a:pt x="6753352" y="0"/>
                  </a:moveTo>
                  <a:lnTo>
                    <a:pt x="6748017" y="0"/>
                  </a:lnTo>
                  <a:lnTo>
                    <a:pt x="6743827" y="4318"/>
                  </a:lnTo>
                  <a:lnTo>
                    <a:pt x="6743827" y="14732"/>
                  </a:lnTo>
                  <a:lnTo>
                    <a:pt x="6748017" y="19050"/>
                  </a:lnTo>
                  <a:lnTo>
                    <a:pt x="6753352" y="19050"/>
                  </a:lnTo>
                  <a:lnTo>
                    <a:pt x="6753352" y="0"/>
                  </a:lnTo>
                  <a:close/>
                </a:path>
                <a:path w="10424160" h="5213350">
                  <a:moveTo>
                    <a:pt x="6758558" y="0"/>
                  </a:moveTo>
                  <a:lnTo>
                    <a:pt x="6753352" y="0"/>
                  </a:lnTo>
                  <a:lnTo>
                    <a:pt x="6753352" y="19050"/>
                  </a:lnTo>
                  <a:lnTo>
                    <a:pt x="6758558" y="19050"/>
                  </a:lnTo>
                  <a:lnTo>
                    <a:pt x="6762877" y="14732"/>
                  </a:lnTo>
                  <a:lnTo>
                    <a:pt x="6762877" y="4318"/>
                  </a:lnTo>
                  <a:lnTo>
                    <a:pt x="6758558" y="0"/>
                  </a:lnTo>
                  <a:close/>
                </a:path>
                <a:path w="10424160" h="5213350">
                  <a:moveTo>
                    <a:pt x="6791452" y="0"/>
                  </a:moveTo>
                  <a:lnTo>
                    <a:pt x="6786244" y="0"/>
                  </a:lnTo>
                  <a:lnTo>
                    <a:pt x="6781927" y="4318"/>
                  </a:lnTo>
                  <a:lnTo>
                    <a:pt x="6781927" y="14732"/>
                  </a:lnTo>
                  <a:lnTo>
                    <a:pt x="6786244" y="19050"/>
                  </a:lnTo>
                  <a:lnTo>
                    <a:pt x="6791452" y="19050"/>
                  </a:lnTo>
                  <a:lnTo>
                    <a:pt x="6791452" y="0"/>
                  </a:lnTo>
                  <a:close/>
                </a:path>
                <a:path w="10424160" h="5213350">
                  <a:moveTo>
                    <a:pt x="6796785" y="0"/>
                  </a:moveTo>
                  <a:lnTo>
                    <a:pt x="6791452" y="0"/>
                  </a:lnTo>
                  <a:lnTo>
                    <a:pt x="6791452" y="19050"/>
                  </a:lnTo>
                  <a:lnTo>
                    <a:pt x="6796785" y="19050"/>
                  </a:lnTo>
                  <a:lnTo>
                    <a:pt x="6800977" y="14732"/>
                  </a:lnTo>
                  <a:lnTo>
                    <a:pt x="6800977" y="4318"/>
                  </a:lnTo>
                  <a:lnTo>
                    <a:pt x="6796785" y="0"/>
                  </a:lnTo>
                  <a:close/>
                </a:path>
                <a:path w="10424160" h="5213350">
                  <a:moveTo>
                    <a:pt x="6829552" y="0"/>
                  </a:moveTo>
                  <a:lnTo>
                    <a:pt x="6824344" y="0"/>
                  </a:lnTo>
                  <a:lnTo>
                    <a:pt x="6820027" y="4318"/>
                  </a:lnTo>
                  <a:lnTo>
                    <a:pt x="6820027" y="14732"/>
                  </a:lnTo>
                  <a:lnTo>
                    <a:pt x="6824344" y="19050"/>
                  </a:lnTo>
                  <a:lnTo>
                    <a:pt x="6829552" y="19050"/>
                  </a:lnTo>
                  <a:lnTo>
                    <a:pt x="6829552" y="0"/>
                  </a:lnTo>
                  <a:close/>
                </a:path>
                <a:path w="10424160" h="5213350">
                  <a:moveTo>
                    <a:pt x="6834885" y="0"/>
                  </a:moveTo>
                  <a:lnTo>
                    <a:pt x="6829552" y="0"/>
                  </a:lnTo>
                  <a:lnTo>
                    <a:pt x="6829552" y="19050"/>
                  </a:lnTo>
                  <a:lnTo>
                    <a:pt x="6834885" y="19050"/>
                  </a:lnTo>
                  <a:lnTo>
                    <a:pt x="6839077" y="14732"/>
                  </a:lnTo>
                  <a:lnTo>
                    <a:pt x="6839077" y="4318"/>
                  </a:lnTo>
                  <a:lnTo>
                    <a:pt x="6834885" y="0"/>
                  </a:lnTo>
                  <a:close/>
                </a:path>
                <a:path w="10424160" h="5213350">
                  <a:moveTo>
                    <a:pt x="6867652" y="0"/>
                  </a:moveTo>
                  <a:lnTo>
                    <a:pt x="6862444" y="0"/>
                  </a:lnTo>
                  <a:lnTo>
                    <a:pt x="6858127" y="4318"/>
                  </a:lnTo>
                  <a:lnTo>
                    <a:pt x="6858127" y="14732"/>
                  </a:lnTo>
                  <a:lnTo>
                    <a:pt x="6862444" y="19050"/>
                  </a:lnTo>
                  <a:lnTo>
                    <a:pt x="6867652" y="19050"/>
                  </a:lnTo>
                  <a:lnTo>
                    <a:pt x="6867652" y="0"/>
                  </a:lnTo>
                  <a:close/>
                </a:path>
                <a:path w="10424160" h="5213350">
                  <a:moveTo>
                    <a:pt x="6872985" y="0"/>
                  </a:moveTo>
                  <a:lnTo>
                    <a:pt x="6867652" y="0"/>
                  </a:lnTo>
                  <a:lnTo>
                    <a:pt x="6867652" y="19050"/>
                  </a:lnTo>
                  <a:lnTo>
                    <a:pt x="6872985" y="19050"/>
                  </a:lnTo>
                  <a:lnTo>
                    <a:pt x="6877177" y="14732"/>
                  </a:lnTo>
                  <a:lnTo>
                    <a:pt x="6877177" y="4318"/>
                  </a:lnTo>
                  <a:lnTo>
                    <a:pt x="6872985" y="0"/>
                  </a:lnTo>
                  <a:close/>
                </a:path>
                <a:path w="10424160" h="5213350">
                  <a:moveTo>
                    <a:pt x="6905752" y="0"/>
                  </a:moveTo>
                  <a:lnTo>
                    <a:pt x="6900544" y="0"/>
                  </a:lnTo>
                  <a:lnTo>
                    <a:pt x="6896227" y="4318"/>
                  </a:lnTo>
                  <a:lnTo>
                    <a:pt x="6896227" y="14732"/>
                  </a:lnTo>
                  <a:lnTo>
                    <a:pt x="6900544" y="19050"/>
                  </a:lnTo>
                  <a:lnTo>
                    <a:pt x="6905752" y="19050"/>
                  </a:lnTo>
                  <a:lnTo>
                    <a:pt x="6905752" y="0"/>
                  </a:lnTo>
                  <a:close/>
                </a:path>
                <a:path w="10424160" h="5213350">
                  <a:moveTo>
                    <a:pt x="6911085" y="0"/>
                  </a:moveTo>
                  <a:lnTo>
                    <a:pt x="6905879" y="0"/>
                  </a:lnTo>
                  <a:lnTo>
                    <a:pt x="6905879" y="19050"/>
                  </a:lnTo>
                  <a:lnTo>
                    <a:pt x="6911085" y="19050"/>
                  </a:lnTo>
                  <a:lnTo>
                    <a:pt x="6915404" y="14732"/>
                  </a:lnTo>
                  <a:lnTo>
                    <a:pt x="6915404" y="4318"/>
                  </a:lnTo>
                  <a:lnTo>
                    <a:pt x="6911085" y="0"/>
                  </a:lnTo>
                  <a:close/>
                </a:path>
                <a:path w="10424160" h="5213350">
                  <a:moveTo>
                    <a:pt x="6943979" y="0"/>
                  </a:moveTo>
                  <a:lnTo>
                    <a:pt x="6938644" y="0"/>
                  </a:lnTo>
                  <a:lnTo>
                    <a:pt x="6934454" y="4318"/>
                  </a:lnTo>
                  <a:lnTo>
                    <a:pt x="6934454" y="14732"/>
                  </a:lnTo>
                  <a:lnTo>
                    <a:pt x="6938644" y="19050"/>
                  </a:lnTo>
                  <a:lnTo>
                    <a:pt x="6943979" y="19050"/>
                  </a:lnTo>
                  <a:lnTo>
                    <a:pt x="6943979" y="0"/>
                  </a:lnTo>
                  <a:close/>
                </a:path>
                <a:path w="10424160" h="5213350">
                  <a:moveTo>
                    <a:pt x="6949185" y="0"/>
                  </a:moveTo>
                  <a:lnTo>
                    <a:pt x="6943979" y="0"/>
                  </a:lnTo>
                  <a:lnTo>
                    <a:pt x="6943979" y="19050"/>
                  </a:lnTo>
                  <a:lnTo>
                    <a:pt x="6949185" y="19050"/>
                  </a:lnTo>
                  <a:lnTo>
                    <a:pt x="6953504" y="14732"/>
                  </a:lnTo>
                  <a:lnTo>
                    <a:pt x="6953504" y="4318"/>
                  </a:lnTo>
                  <a:lnTo>
                    <a:pt x="6949185" y="0"/>
                  </a:lnTo>
                  <a:close/>
                </a:path>
                <a:path w="10424160" h="5213350">
                  <a:moveTo>
                    <a:pt x="6982079" y="0"/>
                  </a:moveTo>
                  <a:lnTo>
                    <a:pt x="6976744" y="0"/>
                  </a:lnTo>
                  <a:lnTo>
                    <a:pt x="6972554" y="4318"/>
                  </a:lnTo>
                  <a:lnTo>
                    <a:pt x="6972554" y="14732"/>
                  </a:lnTo>
                  <a:lnTo>
                    <a:pt x="6976744" y="19050"/>
                  </a:lnTo>
                  <a:lnTo>
                    <a:pt x="6982079" y="19050"/>
                  </a:lnTo>
                  <a:lnTo>
                    <a:pt x="6982079" y="0"/>
                  </a:lnTo>
                  <a:close/>
                </a:path>
                <a:path w="10424160" h="5213350">
                  <a:moveTo>
                    <a:pt x="6987285" y="0"/>
                  </a:moveTo>
                  <a:lnTo>
                    <a:pt x="6982079" y="0"/>
                  </a:lnTo>
                  <a:lnTo>
                    <a:pt x="6982079" y="19050"/>
                  </a:lnTo>
                  <a:lnTo>
                    <a:pt x="6987285" y="19050"/>
                  </a:lnTo>
                  <a:lnTo>
                    <a:pt x="6991604" y="14732"/>
                  </a:lnTo>
                  <a:lnTo>
                    <a:pt x="6991604" y="4318"/>
                  </a:lnTo>
                  <a:lnTo>
                    <a:pt x="6987285" y="0"/>
                  </a:lnTo>
                  <a:close/>
                </a:path>
                <a:path w="10424160" h="5213350">
                  <a:moveTo>
                    <a:pt x="7020179" y="0"/>
                  </a:moveTo>
                  <a:lnTo>
                    <a:pt x="7014844" y="0"/>
                  </a:lnTo>
                  <a:lnTo>
                    <a:pt x="7010654" y="4318"/>
                  </a:lnTo>
                  <a:lnTo>
                    <a:pt x="7010654" y="14732"/>
                  </a:lnTo>
                  <a:lnTo>
                    <a:pt x="7014844" y="19050"/>
                  </a:lnTo>
                  <a:lnTo>
                    <a:pt x="7020179" y="19050"/>
                  </a:lnTo>
                  <a:lnTo>
                    <a:pt x="7020179" y="0"/>
                  </a:lnTo>
                  <a:close/>
                </a:path>
                <a:path w="10424160" h="5213350">
                  <a:moveTo>
                    <a:pt x="7025385" y="0"/>
                  </a:moveTo>
                  <a:lnTo>
                    <a:pt x="7020179" y="0"/>
                  </a:lnTo>
                  <a:lnTo>
                    <a:pt x="7020179" y="19050"/>
                  </a:lnTo>
                  <a:lnTo>
                    <a:pt x="7025385" y="19050"/>
                  </a:lnTo>
                  <a:lnTo>
                    <a:pt x="7029704" y="14732"/>
                  </a:lnTo>
                  <a:lnTo>
                    <a:pt x="7029704" y="4318"/>
                  </a:lnTo>
                  <a:lnTo>
                    <a:pt x="7025385" y="0"/>
                  </a:lnTo>
                  <a:close/>
                </a:path>
                <a:path w="10424160" h="5213350">
                  <a:moveTo>
                    <a:pt x="7058279" y="0"/>
                  </a:moveTo>
                  <a:lnTo>
                    <a:pt x="7053072" y="0"/>
                  </a:lnTo>
                  <a:lnTo>
                    <a:pt x="7048754" y="4318"/>
                  </a:lnTo>
                  <a:lnTo>
                    <a:pt x="7048754" y="14732"/>
                  </a:lnTo>
                  <a:lnTo>
                    <a:pt x="7053072" y="19050"/>
                  </a:lnTo>
                  <a:lnTo>
                    <a:pt x="7058279" y="19050"/>
                  </a:lnTo>
                  <a:lnTo>
                    <a:pt x="7058279" y="0"/>
                  </a:lnTo>
                  <a:close/>
                </a:path>
                <a:path w="10424160" h="5213350">
                  <a:moveTo>
                    <a:pt x="7063612" y="0"/>
                  </a:moveTo>
                  <a:lnTo>
                    <a:pt x="7058279" y="0"/>
                  </a:lnTo>
                  <a:lnTo>
                    <a:pt x="7058279" y="19050"/>
                  </a:lnTo>
                  <a:lnTo>
                    <a:pt x="7063612" y="19050"/>
                  </a:lnTo>
                  <a:lnTo>
                    <a:pt x="7067804" y="14732"/>
                  </a:lnTo>
                  <a:lnTo>
                    <a:pt x="7067804" y="4318"/>
                  </a:lnTo>
                  <a:lnTo>
                    <a:pt x="7063612" y="0"/>
                  </a:lnTo>
                  <a:close/>
                </a:path>
                <a:path w="10424160" h="5213350">
                  <a:moveTo>
                    <a:pt x="7096379" y="0"/>
                  </a:moveTo>
                  <a:lnTo>
                    <a:pt x="7091172" y="0"/>
                  </a:lnTo>
                  <a:lnTo>
                    <a:pt x="7086854" y="4318"/>
                  </a:lnTo>
                  <a:lnTo>
                    <a:pt x="7086854" y="14732"/>
                  </a:lnTo>
                  <a:lnTo>
                    <a:pt x="7091172" y="19050"/>
                  </a:lnTo>
                  <a:lnTo>
                    <a:pt x="7096379" y="19050"/>
                  </a:lnTo>
                  <a:lnTo>
                    <a:pt x="7096379" y="0"/>
                  </a:lnTo>
                  <a:close/>
                </a:path>
                <a:path w="10424160" h="5213350">
                  <a:moveTo>
                    <a:pt x="7101712" y="0"/>
                  </a:moveTo>
                  <a:lnTo>
                    <a:pt x="7096379" y="0"/>
                  </a:lnTo>
                  <a:lnTo>
                    <a:pt x="7096379" y="19050"/>
                  </a:lnTo>
                  <a:lnTo>
                    <a:pt x="7101712" y="19050"/>
                  </a:lnTo>
                  <a:lnTo>
                    <a:pt x="7105904" y="14732"/>
                  </a:lnTo>
                  <a:lnTo>
                    <a:pt x="7105904" y="4318"/>
                  </a:lnTo>
                  <a:lnTo>
                    <a:pt x="7101712" y="0"/>
                  </a:lnTo>
                  <a:close/>
                </a:path>
                <a:path w="10424160" h="5213350">
                  <a:moveTo>
                    <a:pt x="7134479" y="0"/>
                  </a:moveTo>
                  <a:lnTo>
                    <a:pt x="7129272" y="0"/>
                  </a:lnTo>
                  <a:lnTo>
                    <a:pt x="7124954" y="4318"/>
                  </a:lnTo>
                  <a:lnTo>
                    <a:pt x="7124954" y="14732"/>
                  </a:lnTo>
                  <a:lnTo>
                    <a:pt x="7129272" y="19050"/>
                  </a:lnTo>
                  <a:lnTo>
                    <a:pt x="7134479" y="19050"/>
                  </a:lnTo>
                  <a:lnTo>
                    <a:pt x="7134479" y="0"/>
                  </a:lnTo>
                  <a:close/>
                </a:path>
                <a:path w="10424160" h="5213350">
                  <a:moveTo>
                    <a:pt x="7139812" y="0"/>
                  </a:moveTo>
                  <a:lnTo>
                    <a:pt x="7134479" y="0"/>
                  </a:lnTo>
                  <a:lnTo>
                    <a:pt x="7134479" y="19050"/>
                  </a:lnTo>
                  <a:lnTo>
                    <a:pt x="7139812" y="19050"/>
                  </a:lnTo>
                  <a:lnTo>
                    <a:pt x="7144004" y="14732"/>
                  </a:lnTo>
                  <a:lnTo>
                    <a:pt x="7144004" y="4318"/>
                  </a:lnTo>
                  <a:lnTo>
                    <a:pt x="7139812" y="0"/>
                  </a:lnTo>
                  <a:close/>
                </a:path>
                <a:path w="10424160" h="5213350">
                  <a:moveTo>
                    <a:pt x="7172579" y="0"/>
                  </a:moveTo>
                  <a:lnTo>
                    <a:pt x="7167372" y="0"/>
                  </a:lnTo>
                  <a:lnTo>
                    <a:pt x="7163054" y="4318"/>
                  </a:lnTo>
                  <a:lnTo>
                    <a:pt x="7163054" y="14732"/>
                  </a:lnTo>
                  <a:lnTo>
                    <a:pt x="7167372" y="19050"/>
                  </a:lnTo>
                  <a:lnTo>
                    <a:pt x="7172579" y="19050"/>
                  </a:lnTo>
                  <a:lnTo>
                    <a:pt x="7172579" y="0"/>
                  </a:lnTo>
                  <a:close/>
                </a:path>
                <a:path w="10424160" h="5213350">
                  <a:moveTo>
                    <a:pt x="7177912" y="0"/>
                  </a:moveTo>
                  <a:lnTo>
                    <a:pt x="7172706" y="0"/>
                  </a:lnTo>
                  <a:lnTo>
                    <a:pt x="7172706" y="19050"/>
                  </a:lnTo>
                  <a:lnTo>
                    <a:pt x="7177912" y="19050"/>
                  </a:lnTo>
                  <a:lnTo>
                    <a:pt x="7182231" y="14732"/>
                  </a:lnTo>
                  <a:lnTo>
                    <a:pt x="7182231" y="4318"/>
                  </a:lnTo>
                  <a:lnTo>
                    <a:pt x="7177912" y="0"/>
                  </a:lnTo>
                  <a:close/>
                </a:path>
                <a:path w="10424160" h="5213350">
                  <a:moveTo>
                    <a:pt x="7210806" y="0"/>
                  </a:moveTo>
                  <a:lnTo>
                    <a:pt x="7205472" y="0"/>
                  </a:lnTo>
                  <a:lnTo>
                    <a:pt x="7201281" y="4318"/>
                  </a:lnTo>
                  <a:lnTo>
                    <a:pt x="7201281" y="14732"/>
                  </a:lnTo>
                  <a:lnTo>
                    <a:pt x="7205472" y="19050"/>
                  </a:lnTo>
                  <a:lnTo>
                    <a:pt x="7210806" y="19050"/>
                  </a:lnTo>
                  <a:lnTo>
                    <a:pt x="7210806" y="0"/>
                  </a:lnTo>
                  <a:close/>
                </a:path>
                <a:path w="10424160" h="5213350">
                  <a:moveTo>
                    <a:pt x="7216012" y="0"/>
                  </a:moveTo>
                  <a:lnTo>
                    <a:pt x="7210806" y="0"/>
                  </a:lnTo>
                  <a:lnTo>
                    <a:pt x="7210806" y="19050"/>
                  </a:lnTo>
                  <a:lnTo>
                    <a:pt x="7216012" y="19050"/>
                  </a:lnTo>
                  <a:lnTo>
                    <a:pt x="7220331" y="14732"/>
                  </a:lnTo>
                  <a:lnTo>
                    <a:pt x="7220331" y="4318"/>
                  </a:lnTo>
                  <a:lnTo>
                    <a:pt x="7216012" y="0"/>
                  </a:lnTo>
                  <a:close/>
                </a:path>
                <a:path w="10424160" h="5213350">
                  <a:moveTo>
                    <a:pt x="7248906" y="0"/>
                  </a:moveTo>
                  <a:lnTo>
                    <a:pt x="7243572" y="0"/>
                  </a:lnTo>
                  <a:lnTo>
                    <a:pt x="7239381" y="4318"/>
                  </a:lnTo>
                  <a:lnTo>
                    <a:pt x="7239381" y="14732"/>
                  </a:lnTo>
                  <a:lnTo>
                    <a:pt x="7243572" y="19050"/>
                  </a:lnTo>
                  <a:lnTo>
                    <a:pt x="7248906" y="19050"/>
                  </a:lnTo>
                  <a:lnTo>
                    <a:pt x="7248906" y="0"/>
                  </a:lnTo>
                  <a:close/>
                </a:path>
                <a:path w="10424160" h="5213350">
                  <a:moveTo>
                    <a:pt x="7254112" y="0"/>
                  </a:moveTo>
                  <a:lnTo>
                    <a:pt x="7248906" y="0"/>
                  </a:lnTo>
                  <a:lnTo>
                    <a:pt x="7248906" y="19050"/>
                  </a:lnTo>
                  <a:lnTo>
                    <a:pt x="7254112" y="19050"/>
                  </a:lnTo>
                  <a:lnTo>
                    <a:pt x="7258431" y="14732"/>
                  </a:lnTo>
                  <a:lnTo>
                    <a:pt x="7258431" y="4318"/>
                  </a:lnTo>
                  <a:lnTo>
                    <a:pt x="7254112" y="0"/>
                  </a:lnTo>
                  <a:close/>
                </a:path>
                <a:path w="10424160" h="5213350">
                  <a:moveTo>
                    <a:pt x="7287006" y="0"/>
                  </a:moveTo>
                  <a:lnTo>
                    <a:pt x="7281799" y="0"/>
                  </a:lnTo>
                  <a:lnTo>
                    <a:pt x="7277481" y="4318"/>
                  </a:lnTo>
                  <a:lnTo>
                    <a:pt x="7277481" y="14732"/>
                  </a:lnTo>
                  <a:lnTo>
                    <a:pt x="7281799" y="19050"/>
                  </a:lnTo>
                  <a:lnTo>
                    <a:pt x="7287006" y="19050"/>
                  </a:lnTo>
                  <a:lnTo>
                    <a:pt x="7287006" y="0"/>
                  </a:lnTo>
                  <a:close/>
                </a:path>
                <a:path w="10424160" h="5213350">
                  <a:moveTo>
                    <a:pt x="7292339" y="0"/>
                  </a:moveTo>
                  <a:lnTo>
                    <a:pt x="7287006" y="0"/>
                  </a:lnTo>
                  <a:lnTo>
                    <a:pt x="7287006" y="19050"/>
                  </a:lnTo>
                  <a:lnTo>
                    <a:pt x="7292339" y="19050"/>
                  </a:lnTo>
                  <a:lnTo>
                    <a:pt x="7296531" y="14732"/>
                  </a:lnTo>
                  <a:lnTo>
                    <a:pt x="7296531" y="4318"/>
                  </a:lnTo>
                  <a:lnTo>
                    <a:pt x="7292339" y="0"/>
                  </a:lnTo>
                  <a:close/>
                </a:path>
                <a:path w="10424160" h="5213350">
                  <a:moveTo>
                    <a:pt x="7325106" y="0"/>
                  </a:moveTo>
                  <a:lnTo>
                    <a:pt x="7319899" y="0"/>
                  </a:lnTo>
                  <a:lnTo>
                    <a:pt x="7315581" y="4318"/>
                  </a:lnTo>
                  <a:lnTo>
                    <a:pt x="7315581" y="14732"/>
                  </a:lnTo>
                  <a:lnTo>
                    <a:pt x="7319899" y="19050"/>
                  </a:lnTo>
                  <a:lnTo>
                    <a:pt x="7325106" y="19050"/>
                  </a:lnTo>
                  <a:lnTo>
                    <a:pt x="7325106" y="0"/>
                  </a:lnTo>
                  <a:close/>
                </a:path>
                <a:path w="10424160" h="5213350">
                  <a:moveTo>
                    <a:pt x="7330439" y="0"/>
                  </a:moveTo>
                  <a:lnTo>
                    <a:pt x="7325106" y="0"/>
                  </a:lnTo>
                  <a:lnTo>
                    <a:pt x="7325106" y="19050"/>
                  </a:lnTo>
                  <a:lnTo>
                    <a:pt x="7330439" y="19050"/>
                  </a:lnTo>
                  <a:lnTo>
                    <a:pt x="7334631" y="14732"/>
                  </a:lnTo>
                  <a:lnTo>
                    <a:pt x="7334631" y="4318"/>
                  </a:lnTo>
                  <a:lnTo>
                    <a:pt x="7330439" y="0"/>
                  </a:lnTo>
                  <a:close/>
                </a:path>
                <a:path w="10424160" h="5213350">
                  <a:moveTo>
                    <a:pt x="7363206" y="0"/>
                  </a:moveTo>
                  <a:lnTo>
                    <a:pt x="7357999" y="0"/>
                  </a:lnTo>
                  <a:lnTo>
                    <a:pt x="7353681" y="4318"/>
                  </a:lnTo>
                  <a:lnTo>
                    <a:pt x="7353681" y="14732"/>
                  </a:lnTo>
                  <a:lnTo>
                    <a:pt x="7357999" y="19050"/>
                  </a:lnTo>
                  <a:lnTo>
                    <a:pt x="7363206" y="19050"/>
                  </a:lnTo>
                  <a:lnTo>
                    <a:pt x="7363206" y="0"/>
                  </a:lnTo>
                  <a:close/>
                </a:path>
                <a:path w="10424160" h="5213350">
                  <a:moveTo>
                    <a:pt x="7368539" y="0"/>
                  </a:moveTo>
                  <a:lnTo>
                    <a:pt x="7363206" y="0"/>
                  </a:lnTo>
                  <a:lnTo>
                    <a:pt x="7363206" y="19050"/>
                  </a:lnTo>
                  <a:lnTo>
                    <a:pt x="7368539" y="19050"/>
                  </a:lnTo>
                  <a:lnTo>
                    <a:pt x="7372731" y="14732"/>
                  </a:lnTo>
                  <a:lnTo>
                    <a:pt x="7372731" y="4318"/>
                  </a:lnTo>
                  <a:lnTo>
                    <a:pt x="7368539" y="0"/>
                  </a:lnTo>
                  <a:close/>
                </a:path>
                <a:path w="10424160" h="5213350">
                  <a:moveTo>
                    <a:pt x="7401306" y="0"/>
                  </a:moveTo>
                  <a:lnTo>
                    <a:pt x="7396099" y="0"/>
                  </a:lnTo>
                  <a:lnTo>
                    <a:pt x="7391781" y="4318"/>
                  </a:lnTo>
                  <a:lnTo>
                    <a:pt x="7391781" y="14732"/>
                  </a:lnTo>
                  <a:lnTo>
                    <a:pt x="7396099" y="19050"/>
                  </a:lnTo>
                  <a:lnTo>
                    <a:pt x="7401306" y="19050"/>
                  </a:lnTo>
                  <a:lnTo>
                    <a:pt x="7401306" y="0"/>
                  </a:lnTo>
                  <a:close/>
                </a:path>
                <a:path w="10424160" h="5213350">
                  <a:moveTo>
                    <a:pt x="7406639" y="0"/>
                  </a:moveTo>
                  <a:lnTo>
                    <a:pt x="7401433" y="0"/>
                  </a:lnTo>
                  <a:lnTo>
                    <a:pt x="7401433" y="19050"/>
                  </a:lnTo>
                  <a:lnTo>
                    <a:pt x="7406639" y="19050"/>
                  </a:lnTo>
                  <a:lnTo>
                    <a:pt x="7410958" y="14732"/>
                  </a:lnTo>
                  <a:lnTo>
                    <a:pt x="7410958" y="4318"/>
                  </a:lnTo>
                  <a:lnTo>
                    <a:pt x="7406639" y="0"/>
                  </a:lnTo>
                  <a:close/>
                </a:path>
                <a:path w="10424160" h="5213350">
                  <a:moveTo>
                    <a:pt x="7439533" y="0"/>
                  </a:moveTo>
                  <a:lnTo>
                    <a:pt x="7434199" y="0"/>
                  </a:lnTo>
                  <a:lnTo>
                    <a:pt x="7430008" y="4318"/>
                  </a:lnTo>
                  <a:lnTo>
                    <a:pt x="7430008" y="14732"/>
                  </a:lnTo>
                  <a:lnTo>
                    <a:pt x="7434199" y="19050"/>
                  </a:lnTo>
                  <a:lnTo>
                    <a:pt x="7439533" y="19050"/>
                  </a:lnTo>
                  <a:lnTo>
                    <a:pt x="7439533" y="0"/>
                  </a:lnTo>
                  <a:close/>
                </a:path>
                <a:path w="10424160" h="5213350">
                  <a:moveTo>
                    <a:pt x="7444739" y="0"/>
                  </a:moveTo>
                  <a:lnTo>
                    <a:pt x="7439533" y="0"/>
                  </a:lnTo>
                  <a:lnTo>
                    <a:pt x="7439533" y="19050"/>
                  </a:lnTo>
                  <a:lnTo>
                    <a:pt x="7444739" y="19050"/>
                  </a:lnTo>
                  <a:lnTo>
                    <a:pt x="7449058" y="14732"/>
                  </a:lnTo>
                  <a:lnTo>
                    <a:pt x="7449058" y="4318"/>
                  </a:lnTo>
                  <a:lnTo>
                    <a:pt x="7444739" y="0"/>
                  </a:lnTo>
                  <a:close/>
                </a:path>
                <a:path w="10424160" h="5213350">
                  <a:moveTo>
                    <a:pt x="7477633" y="0"/>
                  </a:moveTo>
                  <a:lnTo>
                    <a:pt x="7472299" y="0"/>
                  </a:lnTo>
                  <a:lnTo>
                    <a:pt x="7468108" y="4318"/>
                  </a:lnTo>
                  <a:lnTo>
                    <a:pt x="7468108" y="14732"/>
                  </a:lnTo>
                  <a:lnTo>
                    <a:pt x="7472299" y="19050"/>
                  </a:lnTo>
                  <a:lnTo>
                    <a:pt x="7477633" y="19050"/>
                  </a:lnTo>
                  <a:lnTo>
                    <a:pt x="7477633" y="0"/>
                  </a:lnTo>
                  <a:close/>
                </a:path>
                <a:path w="10424160" h="5213350">
                  <a:moveTo>
                    <a:pt x="7482839" y="0"/>
                  </a:moveTo>
                  <a:lnTo>
                    <a:pt x="7477633" y="0"/>
                  </a:lnTo>
                  <a:lnTo>
                    <a:pt x="7477633" y="19050"/>
                  </a:lnTo>
                  <a:lnTo>
                    <a:pt x="7482839" y="19050"/>
                  </a:lnTo>
                  <a:lnTo>
                    <a:pt x="7487158" y="14732"/>
                  </a:lnTo>
                  <a:lnTo>
                    <a:pt x="7487158" y="4318"/>
                  </a:lnTo>
                  <a:lnTo>
                    <a:pt x="7482839" y="0"/>
                  </a:lnTo>
                  <a:close/>
                </a:path>
                <a:path w="10424160" h="5213350">
                  <a:moveTo>
                    <a:pt x="7515733" y="0"/>
                  </a:moveTo>
                  <a:lnTo>
                    <a:pt x="7510399" y="0"/>
                  </a:lnTo>
                  <a:lnTo>
                    <a:pt x="7506208" y="4318"/>
                  </a:lnTo>
                  <a:lnTo>
                    <a:pt x="7506208" y="14732"/>
                  </a:lnTo>
                  <a:lnTo>
                    <a:pt x="7510399" y="19050"/>
                  </a:lnTo>
                  <a:lnTo>
                    <a:pt x="7515733" y="19050"/>
                  </a:lnTo>
                  <a:lnTo>
                    <a:pt x="7515733" y="0"/>
                  </a:lnTo>
                  <a:close/>
                </a:path>
                <a:path w="10424160" h="5213350">
                  <a:moveTo>
                    <a:pt x="7520939" y="0"/>
                  </a:moveTo>
                  <a:lnTo>
                    <a:pt x="7515733" y="0"/>
                  </a:lnTo>
                  <a:lnTo>
                    <a:pt x="7515733" y="19050"/>
                  </a:lnTo>
                  <a:lnTo>
                    <a:pt x="7520939" y="19050"/>
                  </a:lnTo>
                  <a:lnTo>
                    <a:pt x="7525258" y="14732"/>
                  </a:lnTo>
                  <a:lnTo>
                    <a:pt x="7525258" y="4318"/>
                  </a:lnTo>
                  <a:lnTo>
                    <a:pt x="7520939" y="0"/>
                  </a:lnTo>
                  <a:close/>
                </a:path>
                <a:path w="10424160" h="5213350">
                  <a:moveTo>
                    <a:pt x="7553833" y="0"/>
                  </a:moveTo>
                  <a:lnTo>
                    <a:pt x="7548626" y="0"/>
                  </a:lnTo>
                  <a:lnTo>
                    <a:pt x="7544308" y="4318"/>
                  </a:lnTo>
                  <a:lnTo>
                    <a:pt x="7544308" y="14732"/>
                  </a:lnTo>
                  <a:lnTo>
                    <a:pt x="7548626" y="19050"/>
                  </a:lnTo>
                  <a:lnTo>
                    <a:pt x="7553833" y="19050"/>
                  </a:lnTo>
                  <a:lnTo>
                    <a:pt x="7553833" y="0"/>
                  </a:lnTo>
                  <a:close/>
                </a:path>
                <a:path w="10424160" h="5213350">
                  <a:moveTo>
                    <a:pt x="7559166" y="0"/>
                  </a:moveTo>
                  <a:lnTo>
                    <a:pt x="7553833" y="0"/>
                  </a:lnTo>
                  <a:lnTo>
                    <a:pt x="7553833" y="19050"/>
                  </a:lnTo>
                  <a:lnTo>
                    <a:pt x="7559166" y="19050"/>
                  </a:lnTo>
                  <a:lnTo>
                    <a:pt x="7563358" y="14732"/>
                  </a:lnTo>
                  <a:lnTo>
                    <a:pt x="7563358" y="4318"/>
                  </a:lnTo>
                  <a:lnTo>
                    <a:pt x="7559166" y="0"/>
                  </a:lnTo>
                  <a:close/>
                </a:path>
                <a:path w="10424160" h="5213350">
                  <a:moveTo>
                    <a:pt x="7591933" y="0"/>
                  </a:moveTo>
                  <a:lnTo>
                    <a:pt x="7586726" y="0"/>
                  </a:lnTo>
                  <a:lnTo>
                    <a:pt x="7582408" y="4318"/>
                  </a:lnTo>
                  <a:lnTo>
                    <a:pt x="7582408" y="14732"/>
                  </a:lnTo>
                  <a:lnTo>
                    <a:pt x="7586726" y="19050"/>
                  </a:lnTo>
                  <a:lnTo>
                    <a:pt x="7591933" y="19050"/>
                  </a:lnTo>
                  <a:lnTo>
                    <a:pt x="7591933" y="0"/>
                  </a:lnTo>
                  <a:close/>
                </a:path>
                <a:path w="10424160" h="5213350">
                  <a:moveTo>
                    <a:pt x="7597266" y="0"/>
                  </a:moveTo>
                  <a:lnTo>
                    <a:pt x="7591933" y="0"/>
                  </a:lnTo>
                  <a:lnTo>
                    <a:pt x="7591933" y="19050"/>
                  </a:lnTo>
                  <a:lnTo>
                    <a:pt x="7597266" y="19050"/>
                  </a:lnTo>
                  <a:lnTo>
                    <a:pt x="7601458" y="14732"/>
                  </a:lnTo>
                  <a:lnTo>
                    <a:pt x="7601458" y="4318"/>
                  </a:lnTo>
                  <a:lnTo>
                    <a:pt x="7597266" y="0"/>
                  </a:lnTo>
                  <a:close/>
                </a:path>
                <a:path w="10424160" h="5213350">
                  <a:moveTo>
                    <a:pt x="7630033" y="0"/>
                  </a:moveTo>
                  <a:lnTo>
                    <a:pt x="7624826" y="0"/>
                  </a:lnTo>
                  <a:lnTo>
                    <a:pt x="7620508" y="4318"/>
                  </a:lnTo>
                  <a:lnTo>
                    <a:pt x="7620508" y="14732"/>
                  </a:lnTo>
                  <a:lnTo>
                    <a:pt x="7624826" y="19050"/>
                  </a:lnTo>
                  <a:lnTo>
                    <a:pt x="7630033" y="19050"/>
                  </a:lnTo>
                  <a:lnTo>
                    <a:pt x="7630033" y="0"/>
                  </a:lnTo>
                  <a:close/>
                </a:path>
                <a:path w="10424160" h="5213350">
                  <a:moveTo>
                    <a:pt x="7635366" y="0"/>
                  </a:moveTo>
                  <a:lnTo>
                    <a:pt x="7630033" y="0"/>
                  </a:lnTo>
                  <a:lnTo>
                    <a:pt x="7630033" y="19050"/>
                  </a:lnTo>
                  <a:lnTo>
                    <a:pt x="7635366" y="19050"/>
                  </a:lnTo>
                  <a:lnTo>
                    <a:pt x="7639558" y="14732"/>
                  </a:lnTo>
                  <a:lnTo>
                    <a:pt x="7639558" y="4318"/>
                  </a:lnTo>
                  <a:lnTo>
                    <a:pt x="7635366" y="0"/>
                  </a:lnTo>
                  <a:close/>
                </a:path>
                <a:path w="10424160" h="5213350">
                  <a:moveTo>
                    <a:pt x="7668133" y="0"/>
                  </a:moveTo>
                  <a:lnTo>
                    <a:pt x="7662926" y="0"/>
                  </a:lnTo>
                  <a:lnTo>
                    <a:pt x="7658608" y="4318"/>
                  </a:lnTo>
                  <a:lnTo>
                    <a:pt x="7658608" y="14732"/>
                  </a:lnTo>
                  <a:lnTo>
                    <a:pt x="7662926" y="19050"/>
                  </a:lnTo>
                  <a:lnTo>
                    <a:pt x="7668133" y="19050"/>
                  </a:lnTo>
                  <a:lnTo>
                    <a:pt x="7668133" y="0"/>
                  </a:lnTo>
                  <a:close/>
                </a:path>
                <a:path w="10424160" h="5213350">
                  <a:moveTo>
                    <a:pt x="7673466" y="0"/>
                  </a:moveTo>
                  <a:lnTo>
                    <a:pt x="7668259" y="0"/>
                  </a:lnTo>
                  <a:lnTo>
                    <a:pt x="7668259" y="19050"/>
                  </a:lnTo>
                  <a:lnTo>
                    <a:pt x="7673466" y="19050"/>
                  </a:lnTo>
                  <a:lnTo>
                    <a:pt x="7677784" y="14732"/>
                  </a:lnTo>
                  <a:lnTo>
                    <a:pt x="7677784" y="4318"/>
                  </a:lnTo>
                  <a:lnTo>
                    <a:pt x="7673466" y="0"/>
                  </a:lnTo>
                  <a:close/>
                </a:path>
                <a:path w="10424160" h="5213350">
                  <a:moveTo>
                    <a:pt x="7706359" y="0"/>
                  </a:moveTo>
                  <a:lnTo>
                    <a:pt x="7701026" y="0"/>
                  </a:lnTo>
                  <a:lnTo>
                    <a:pt x="7696834" y="4318"/>
                  </a:lnTo>
                  <a:lnTo>
                    <a:pt x="7696834" y="14732"/>
                  </a:lnTo>
                  <a:lnTo>
                    <a:pt x="7701026" y="19050"/>
                  </a:lnTo>
                  <a:lnTo>
                    <a:pt x="7706359" y="19050"/>
                  </a:lnTo>
                  <a:lnTo>
                    <a:pt x="7706359" y="0"/>
                  </a:lnTo>
                  <a:close/>
                </a:path>
                <a:path w="10424160" h="5213350">
                  <a:moveTo>
                    <a:pt x="7711566" y="0"/>
                  </a:moveTo>
                  <a:lnTo>
                    <a:pt x="7706359" y="0"/>
                  </a:lnTo>
                  <a:lnTo>
                    <a:pt x="7706359" y="19050"/>
                  </a:lnTo>
                  <a:lnTo>
                    <a:pt x="7711566" y="19050"/>
                  </a:lnTo>
                  <a:lnTo>
                    <a:pt x="7715884" y="14732"/>
                  </a:lnTo>
                  <a:lnTo>
                    <a:pt x="7715884" y="4318"/>
                  </a:lnTo>
                  <a:lnTo>
                    <a:pt x="7711566" y="0"/>
                  </a:lnTo>
                  <a:close/>
                </a:path>
                <a:path w="10424160" h="5213350">
                  <a:moveTo>
                    <a:pt x="7744459" y="0"/>
                  </a:moveTo>
                  <a:lnTo>
                    <a:pt x="7739126" y="0"/>
                  </a:lnTo>
                  <a:lnTo>
                    <a:pt x="7734934" y="4318"/>
                  </a:lnTo>
                  <a:lnTo>
                    <a:pt x="7734934" y="14732"/>
                  </a:lnTo>
                  <a:lnTo>
                    <a:pt x="7739126" y="19050"/>
                  </a:lnTo>
                  <a:lnTo>
                    <a:pt x="7744459" y="19050"/>
                  </a:lnTo>
                  <a:lnTo>
                    <a:pt x="7744459" y="0"/>
                  </a:lnTo>
                  <a:close/>
                </a:path>
                <a:path w="10424160" h="5213350">
                  <a:moveTo>
                    <a:pt x="7749666" y="0"/>
                  </a:moveTo>
                  <a:lnTo>
                    <a:pt x="7744459" y="0"/>
                  </a:lnTo>
                  <a:lnTo>
                    <a:pt x="7744459" y="19050"/>
                  </a:lnTo>
                  <a:lnTo>
                    <a:pt x="7749666" y="19050"/>
                  </a:lnTo>
                  <a:lnTo>
                    <a:pt x="7753984" y="14732"/>
                  </a:lnTo>
                  <a:lnTo>
                    <a:pt x="7753984" y="4318"/>
                  </a:lnTo>
                  <a:lnTo>
                    <a:pt x="7749666" y="0"/>
                  </a:lnTo>
                  <a:close/>
                </a:path>
                <a:path w="10424160" h="5213350">
                  <a:moveTo>
                    <a:pt x="7782559" y="0"/>
                  </a:moveTo>
                  <a:lnTo>
                    <a:pt x="7777353" y="0"/>
                  </a:lnTo>
                  <a:lnTo>
                    <a:pt x="7773034" y="4318"/>
                  </a:lnTo>
                  <a:lnTo>
                    <a:pt x="7773034" y="14732"/>
                  </a:lnTo>
                  <a:lnTo>
                    <a:pt x="7777353" y="19050"/>
                  </a:lnTo>
                  <a:lnTo>
                    <a:pt x="7782559" y="19050"/>
                  </a:lnTo>
                  <a:lnTo>
                    <a:pt x="7782559" y="0"/>
                  </a:lnTo>
                  <a:close/>
                </a:path>
                <a:path w="10424160" h="5213350">
                  <a:moveTo>
                    <a:pt x="7787766" y="0"/>
                  </a:moveTo>
                  <a:lnTo>
                    <a:pt x="7782559" y="0"/>
                  </a:lnTo>
                  <a:lnTo>
                    <a:pt x="7782559" y="19050"/>
                  </a:lnTo>
                  <a:lnTo>
                    <a:pt x="7787766" y="19050"/>
                  </a:lnTo>
                  <a:lnTo>
                    <a:pt x="7792084" y="14732"/>
                  </a:lnTo>
                  <a:lnTo>
                    <a:pt x="7792084" y="4318"/>
                  </a:lnTo>
                  <a:lnTo>
                    <a:pt x="7787766" y="0"/>
                  </a:lnTo>
                  <a:close/>
                </a:path>
                <a:path w="10424160" h="5213350">
                  <a:moveTo>
                    <a:pt x="7820659" y="0"/>
                  </a:moveTo>
                  <a:lnTo>
                    <a:pt x="7815453" y="0"/>
                  </a:lnTo>
                  <a:lnTo>
                    <a:pt x="7811134" y="4318"/>
                  </a:lnTo>
                  <a:lnTo>
                    <a:pt x="7811134" y="14732"/>
                  </a:lnTo>
                  <a:lnTo>
                    <a:pt x="7815453" y="19050"/>
                  </a:lnTo>
                  <a:lnTo>
                    <a:pt x="7820659" y="19050"/>
                  </a:lnTo>
                  <a:lnTo>
                    <a:pt x="7820659" y="0"/>
                  </a:lnTo>
                  <a:close/>
                </a:path>
                <a:path w="10424160" h="5213350">
                  <a:moveTo>
                    <a:pt x="7825993" y="0"/>
                  </a:moveTo>
                  <a:lnTo>
                    <a:pt x="7820659" y="0"/>
                  </a:lnTo>
                  <a:lnTo>
                    <a:pt x="7820659" y="19050"/>
                  </a:lnTo>
                  <a:lnTo>
                    <a:pt x="7825993" y="19050"/>
                  </a:lnTo>
                  <a:lnTo>
                    <a:pt x="7830184" y="14732"/>
                  </a:lnTo>
                  <a:lnTo>
                    <a:pt x="7830184" y="4318"/>
                  </a:lnTo>
                  <a:lnTo>
                    <a:pt x="7825993" y="0"/>
                  </a:lnTo>
                  <a:close/>
                </a:path>
                <a:path w="10424160" h="5213350">
                  <a:moveTo>
                    <a:pt x="7858759" y="0"/>
                  </a:moveTo>
                  <a:lnTo>
                    <a:pt x="7853553" y="0"/>
                  </a:lnTo>
                  <a:lnTo>
                    <a:pt x="7849234" y="4318"/>
                  </a:lnTo>
                  <a:lnTo>
                    <a:pt x="7849234" y="14732"/>
                  </a:lnTo>
                  <a:lnTo>
                    <a:pt x="7853553" y="19050"/>
                  </a:lnTo>
                  <a:lnTo>
                    <a:pt x="7858759" y="19050"/>
                  </a:lnTo>
                  <a:lnTo>
                    <a:pt x="7858759" y="0"/>
                  </a:lnTo>
                  <a:close/>
                </a:path>
                <a:path w="10424160" h="5213350">
                  <a:moveTo>
                    <a:pt x="7864093" y="0"/>
                  </a:moveTo>
                  <a:lnTo>
                    <a:pt x="7858759" y="0"/>
                  </a:lnTo>
                  <a:lnTo>
                    <a:pt x="7858759" y="19050"/>
                  </a:lnTo>
                  <a:lnTo>
                    <a:pt x="7864093" y="19050"/>
                  </a:lnTo>
                  <a:lnTo>
                    <a:pt x="7868284" y="14732"/>
                  </a:lnTo>
                  <a:lnTo>
                    <a:pt x="7868284" y="4318"/>
                  </a:lnTo>
                  <a:lnTo>
                    <a:pt x="7864093" y="0"/>
                  </a:lnTo>
                  <a:close/>
                </a:path>
                <a:path w="10424160" h="5213350">
                  <a:moveTo>
                    <a:pt x="7896859" y="0"/>
                  </a:moveTo>
                  <a:lnTo>
                    <a:pt x="7891653" y="0"/>
                  </a:lnTo>
                  <a:lnTo>
                    <a:pt x="7887334" y="4318"/>
                  </a:lnTo>
                  <a:lnTo>
                    <a:pt x="7887334" y="14732"/>
                  </a:lnTo>
                  <a:lnTo>
                    <a:pt x="7891653" y="19050"/>
                  </a:lnTo>
                  <a:lnTo>
                    <a:pt x="7896859" y="19050"/>
                  </a:lnTo>
                  <a:lnTo>
                    <a:pt x="7896859" y="0"/>
                  </a:lnTo>
                  <a:close/>
                </a:path>
                <a:path w="10424160" h="5213350">
                  <a:moveTo>
                    <a:pt x="7902193" y="0"/>
                  </a:moveTo>
                  <a:lnTo>
                    <a:pt x="7896986" y="0"/>
                  </a:lnTo>
                  <a:lnTo>
                    <a:pt x="7896986" y="19050"/>
                  </a:lnTo>
                  <a:lnTo>
                    <a:pt x="7902193" y="19050"/>
                  </a:lnTo>
                  <a:lnTo>
                    <a:pt x="7906511" y="14732"/>
                  </a:lnTo>
                  <a:lnTo>
                    <a:pt x="7906511" y="4318"/>
                  </a:lnTo>
                  <a:lnTo>
                    <a:pt x="7902193" y="0"/>
                  </a:lnTo>
                  <a:close/>
                </a:path>
                <a:path w="10424160" h="5213350">
                  <a:moveTo>
                    <a:pt x="7935086" y="0"/>
                  </a:moveTo>
                  <a:lnTo>
                    <a:pt x="7929753" y="0"/>
                  </a:lnTo>
                  <a:lnTo>
                    <a:pt x="7925561" y="4318"/>
                  </a:lnTo>
                  <a:lnTo>
                    <a:pt x="7925561" y="14732"/>
                  </a:lnTo>
                  <a:lnTo>
                    <a:pt x="7929753" y="19050"/>
                  </a:lnTo>
                  <a:lnTo>
                    <a:pt x="7935086" y="19050"/>
                  </a:lnTo>
                  <a:lnTo>
                    <a:pt x="7935086" y="0"/>
                  </a:lnTo>
                  <a:close/>
                </a:path>
                <a:path w="10424160" h="5213350">
                  <a:moveTo>
                    <a:pt x="7940293" y="0"/>
                  </a:moveTo>
                  <a:lnTo>
                    <a:pt x="7935086" y="0"/>
                  </a:lnTo>
                  <a:lnTo>
                    <a:pt x="7935086" y="19050"/>
                  </a:lnTo>
                  <a:lnTo>
                    <a:pt x="7940293" y="19050"/>
                  </a:lnTo>
                  <a:lnTo>
                    <a:pt x="7944611" y="14732"/>
                  </a:lnTo>
                  <a:lnTo>
                    <a:pt x="7944611" y="4318"/>
                  </a:lnTo>
                  <a:lnTo>
                    <a:pt x="7940293" y="0"/>
                  </a:lnTo>
                  <a:close/>
                </a:path>
                <a:path w="10424160" h="5213350">
                  <a:moveTo>
                    <a:pt x="7973186" y="0"/>
                  </a:moveTo>
                  <a:lnTo>
                    <a:pt x="7967853" y="0"/>
                  </a:lnTo>
                  <a:lnTo>
                    <a:pt x="7963661" y="4318"/>
                  </a:lnTo>
                  <a:lnTo>
                    <a:pt x="7963661" y="14732"/>
                  </a:lnTo>
                  <a:lnTo>
                    <a:pt x="7967853" y="19050"/>
                  </a:lnTo>
                  <a:lnTo>
                    <a:pt x="7973186" y="19050"/>
                  </a:lnTo>
                  <a:lnTo>
                    <a:pt x="7973186" y="0"/>
                  </a:lnTo>
                  <a:close/>
                </a:path>
                <a:path w="10424160" h="5213350">
                  <a:moveTo>
                    <a:pt x="7978393" y="0"/>
                  </a:moveTo>
                  <a:lnTo>
                    <a:pt x="7973186" y="0"/>
                  </a:lnTo>
                  <a:lnTo>
                    <a:pt x="7973186" y="19050"/>
                  </a:lnTo>
                  <a:lnTo>
                    <a:pt x="7978393" y="19050"/>
                  </a:lnTo>
                  <a:lnTo>
                    <a:pt x="7982711" y="14732"/>
                  </a:lnTo>
                  <a:lnTo>
                    <a:pt x="7982711" y="4318"/>
                  </a:lnTo>
                  <a:lnTo>
                    <a:pt x="7978393" y="0"/>
                  </a:lnTo>
                  <a:close/>
                </a:path>
                <a:path w="10424160" h="5213350">
                  <a:moveTo>
                    <a:pt x="8011286" y="0"/>
                  </a:moveTo>
                  <a:lnTo>
                    <a:pt x="8005953" y="0"/>
                  </a:lnTo>
                  <a:lnTo>
                    <a:pt x="8001761" y="4318"/>
                  </a:lnTo>
                  <a:lnTo>
                    <a:pt x="8001761" y="14732"/>
                  </a:lnTo>
                  <a:lnTo>
                    <a:pt x="8005953" y="19050"/>
                  </a:lnTo>
                  <a:lnTo>
                    <a:pt x="8011286" y="19050"/>
                  </a:lnTo>
                  <a:lnTo>
                    <a:pt x="8011286" y="0"/>
                  </a:lnTo>
                  <a:close/>
                </a:path>
                <a:path w="10424160" h="5213350">
                  <a:moveTo>
                    <a:pt x="8016493" y="0"/>
                  </a:moveTo>
                  <a:lnTo>
                    <a:pt x="8011286" y="0"/>
                  </a:lnTo>
                  <a:lnTo>
                    <a:pt x="8011286" y="19050"/>
                  </a:lnTo>
                  <a:lnTo>
                    <a:pt x="8016493" y="19050"/>
                  </a:lnTo>
                  <a:lnTo>
                    <a:pt x="8020811" y="14732"/>
                  </a:lnTo>
                  <a:lnTo>
                    <a:pt x="8020811" y="4318"/>
                  </a:lnTo>
                  <a:lnTo>
                    <a:pt x="8016493" y="0"/>
                  </a:lnTo>
                  <a:close/>
                </a:path>
                <a:path w="10424160" h="5213350">
                  <a:moveTo>
                    <a:pt x="8049386" y="0"/>
                  </a:moveTo>
                  <a:lnTo>
                    <a:pt x="8044180" y="0"/>
                  </a:lnTo>
                  <a:lnTo>
                    <a:pt x="8039861" y="4318"/>
                  </a:lnTo>
                  <a:lnTo>
                    <a:pt x="8039861" y="14732"/>
                  </a:lnTo>
                  <a:lnTo>
                    <a:pt x="8044180" y="19050"/>
                  </a:lnTo>
                  <a:lnTo>
                    <a:pt x="8049386" y="19050"/>
                  </a:lnTo>
                  <a:lnTo>
                    <a:pt x="8049386" y="0"/>
                  </a:lnTo>
                  <a:close/>
                </a:path>
                <a:path w="10424160" h="5213350">
                  <a:moveTo>
                    <a:pt x="8054721" y="0"/>
                  </a:moveTo>
                  <a:lnTo>
                    <a:pt x="8049386" y="0"/>
                  </a:lnTo>
                  <a:lnTo>
                    <a:pt x="8049386" y="19050"/>
                  </a:lnTo>
                  <a:lnTo>
                    <a:pt x="8054721" y="19050"/>
                  </a:lnTo>
                  <a:lnTo>
                    <a:pt x="8058911" y="14732"/>
                  </a:lnTo>
                  <a:lnTo>
                    <a:pt x="8058911" y="4318"/>
                  </a:lnTo>
                  <a:lnTo>
                    <a:pt x="8054721" y="0"/>
                  </a:lnTo>
                  <a:close/>
                </a:path>
                <a:path w="10424160" h="5213350">
                  <a:moveTo>
                    <a:pt x="8087486" y="0"/>
                  </a:moveTo>
                  <a:lnTo>
                    <a:pt x="8082280" y="0"/>
                  </a:lnTo>
                  <a:lnTo>
                    <a:pt x="8077961" y="4318"/>
                  </a:lnTo>
                  <a:lnTo>
                    <a:pt x="8077961" y="14732"/>
                  </a:lnTo>
                  <a:lnTo>
                    <a:pt x="8082280" y="19050"/>
                  </a:lnTo>
                  <a:lnTo>
                    <a:pt x="8087486" y="19050"/>
                  </a:lnTo>
                  <a:lnTo>
                    <a:pt x="8087486" y="0"/>
                  </a:lnTo>
                  <a:close/>
                </a:path>
                <a:path w="10424160" h="5213350">
                  <a:moveTo>
                    <a:pt x="8092821" y="0"/>
                  </a:moveTo>
                  <a:lnTo>
                    <a:pt x="8087486" y="0"/>
                  </a:lnTo>
                  <a:lnTo>
                    <a:pt x="8087486" y="19050"/>
                  </a:lnTo>
                  <a:lnTo>
                    <a:pt x="8092821" y="19050"/>
                  </a:lnTo>
                  <a:lnTo>
                    <a:pt x="8097011" y="14732"/>
                  </a:lnTo>
                  <a:lnTo>
                    <a:pt x="8097011" y="4318"/>
                  </a:lnTo>
                  <a:lnTo>
                    <a:pt x="8092821" y="0"/>
                  </a:lnTo>
                  <a:close/>
                </a:path>
                <a:path w="10424160" h="5213350">
                  <a:moveTo>
                    <a:pt x="8125586" y="0"/>
                  </a:moveTo>
                  <a:lnTo>
                    <a:pt x="8120380" y="0"/>
                  </a:lnTo>
                  <a:lnTo>
                    <a:pt x="8116061" y="4318"/>
                  </a:lnTo>
                  <a:lnTo>
                    <a:pt x="8116061" y="14732"/>
                  </a:lnTo>
                  <a:lnTo>
                    <a:pt x="8120380" y="19050"/>
                  </a:lnTo>
                  <a:lnTo>
                    <a:pt x="8125586" y="19050"/>
                  </a:lnTo>
                  <a:lnTo>
                    <a:pt x="8125586" y="0"/>
                  </a:lnTo>
                  <a:close/>
                </a:path>
                <a:path w="10424160" h="5213350">
                  <a:moveTo>
                    <a:pt x="8130921" y="0"/>
                  </a:moveTo>
                  <a:lnTo>
                    <a:pt x="8125586" y="0"/>
                  </a:lnTo>
                  <a:lnTo>
                    <a:pt x="8125586" y="19050"/>
                  </a:lnTo>
                  <a:lnTo>
                    <a:pt x="8130921" y="19050"/>
                  </a:lnTo>
                  <a:lnTo>
                    <a:pt x="8135111" y="14732"/>
                  </a:lnTo>
                  <a:lnTo>
                    <a:pt x="8135111" y="4318"/>
                  </a:lnTo>
                  <a:lnTo>
                    <a:pt x="8130921" y="0"/>
                  </a:lnTo>
                  <a:close/>
                </a:path>
                <a:path w="10424160" h="5213350">
                  <a:moveTo>
                    <a:pt x="8163686" y="0"/>
                  </a:moveTo>
                  <a:lnTo>
                    <a:pt x="8158480" y="0"/>
                  </a:lnTo>
                  <a:lnTo>
                    <a:pt x="8154161" y="4318"/>
                  </a:lnTo>
                  <a:lnTo>
                    <a:pt x="8154161" y="14732"/>
                  </a:lnTo>
                  <a:lnTo>
                    <a:pt x="8158480" y="19050"/>
                  </a:lnTo>
                  <a:lnTo>
                    <a:pt x="8163686" y="19050"/>
                  </a:lnTo>
                  <a:lnTo>
                    <a:pt x="8163686" y="0"/>
                  </a:lnTo>
                  <a:close/>
                </a:path>
                <a:path w="10424160" h="5213350">
                  <a:moveTo>
                    <a:pt x="8169021" y="0"/>
                  </a:moveTo>
                  <a:lnTo>
                    <a:pt x="8163813" y="0"/>
                  </a:lnTo>
                  <a:lnTo>
                    <a:pt x="8163813" y="19050"/>
                  </a:lnTo>
                  <a:lnTo>
                    <a:pt x="8169021" y="19050"/>
                  </a:lnTo>
                  <a:lnTo>
                    <a:pt x="8173338" y="14732"/>
                  </a:lnTo>
                  <a:lnTo>
                    <a:pt x="8173338" y="4318"/>
                  </a:lnTo>
                  <a:lnTo>
                    <a:pt x="8169021" y="0"/>
                  </a:lnTo>
                  <a:close/>
                </a:path>
                <a:path w="10424160" h="5213350">
                  <a:moveTo>
                    <a:pt x="8201913" y="0"/>
                  </a:moveTo>
                  <a:lnTo>
                    <a:pt x="8196580" y="0"/>
                  </a:lnTo>
                  <a:lnTo>
                    <a:pt x="8192388" y="4318"/>
                  </a:lnTo>
                  <a:lnTo>
                    <a:pt x="8192388" y="14732"/>
                  </a:lnTo>
                  <a:lnTo>
                    <a:pt x="8196580" y="19050"/>
                  </a:lnTo>
                  <a:lnTo>
                    <a:pt x="8201913" y="19050"/>
                  </a:lnTo>
                  <a:lnTo>
                    <a:pt x="8201913" y="0"/>
                  </a:lnTo>
                  <a:close/>
                </a:path>
                <a:path w="10424160" h="5213350">
                  <a:moveTo>
                    <a:pt x="8207121" y="0"/>
                  </a:moveTo>
                  <a:lnTo>
                    <a:pt x="8201913" y="0"/>
                  </a:lnTo>
                  <a:lnTo>
                    <a:pt x="8201913" y="19050"/>
                  </a:lnTo>
                  <a:lnTo>
                    <a:pt x="8207121" y="19050"/>
                  </a:lnTo>
                  <a:lnTo>
                    <a:pt x="8211438" y="14732"/>
                  </a:lnTo>
                  <a:lnTo>
                    <a:pt x="8211438" y="4318"/>
                  </a:lnTo>
                  <a:lnTo>
                    <a:pt x="8207121" y="0"/>
                  </a:lnTo>
                  <a:close/>
                </a:path>
                <a:path w="10424160" h="5213350">
                  <a:moveTo>
                    <a:pt x="8240013" y="0"/>
                  </a:moveTo>
                  <a:lnTo>
                    <a:pt x="8234680" y="0"/>
                  </a:lnTo>
                  <a:lnTo>
                    <a:pt x="8230488" y="4318"/>
                  </a:lnTo>
                  <a:lnTo>
                    <a:pt x="8230488" y="14732"/>
                  </a:lnTo>
                  <a:lnTo>
                    <a:pt x="8234680" y="19050"/>
                  </a:lnTo>
                  <a:lnTo>
                    <a:pt x="8240013" y="19050"/>
                  </a:lnTo>
                  <a:lnTo>
                    <a:pt x="8240013" y="0"/>
                  </a:lnTo>
                  <a:close/>
                </a:path>
                <a:path w="10424160" h="5213350">
                  <a:moveTo>
                    <a:pt x="8245221" y="0"/>
                  </a:moveTo>
                  <a:lnTo>
                    <a:pt x="8240013" y="0"/>
                  </a:lnTo>
                  <a:lnTo>
                    <a:pt x="8240013" y="19050"/>
                  </a:lnTo>
                  <a:lnTo>
                    <a:pt x="8245221" y="19050"/>
                  </a:lnTo>
                  <a:lnTo>
                    <a:pt x="8249538" y="14732"/>
                  </a:lnTo>
                  <a:lnTo>
                    <a:pt x="8249538" y="4318"/>
                  </a:lnTo>
                  <a:lnTo>
                    <a:pt x="8245221" y="0"/>
                  </a:lnTo>
                  <a:close/>
                </a:path>
                <a:path w="10424160" h="5213350">
                  <a:moveTo>
                    <a:pt x="8278113" y="0"/>
                  </a:moveTo>
                  <a:lnTo>
                    <a:pt x="8272907" y="0"/>
                  </a:lnTo>
                  <a:lnTo>
                    <a:pt x="8268588" y="4318"/>
                  </a:lnTo>
                  <a:lnTo>
                    <a:pt x="8268588" y="14732"/>
                  </a:lnTo>
                  <a:lnTo>
                    <a:pt x="8272907" y="19050"/>
                  </a:lnTo>
                  <a:lnTo>
                    <a:pt x="8278113" y="19050"/>
                  </a:lnTo>
                  <a:lnTo>
                    <a:pt x="8278113" y="0"/>
                  </a:lnTo>
                  <a:close/>
                </a:path>
                <a:path w="10424160" h="5213350">
                  <a:moveTo>
                    <a:pt x="8283448" y="0"/>
                  </a:moveTo>
                  <a:lnTo>
                    <a:pt x="8278113" y="0"/>
                  </a:lnTo>
                  <a:lnTo>
                    <a:pt x="8278113" y="19050"/>
                  </a:lnTo>
                  <a:lnTo>
                    <a:pt x="8283448" y="19050"/>
                  </a:lnTo>
                  <a:lnTo>
                    <a:pt x="8287638" y="14732"/>
                  </a:lnTo>
                  <a:lnTo>
                    <a:pt x="8287638" y="4318"/>
                  </a:lnTo>
                  <a:lnTo>
                    <a:pt x="8283448" y="0"/>
                  </a:lnTo>
                  <a:close/>
                </a:path>
                <a:path w="10424160" h="5213350">
                  <a:moveTo>
                    <a:pt x="8316213" y="0"/>
                  </a:moveTo>
                  <a:lnTo>
                    <a:pt x="8311007" y="0"/>
                  </a:lnTo>
                  <a:lnTo>
                    <a:pt x="8306688" y="4318"/>
                  </a:lnTo>
                  <a:lnTo>
                    <a:pt x="8306688" y="14732"/>
                  </a:lnTo>
                  <a:lnTo>
                    <a:pt x="8311007" y="19050"/>
                  </a:lnTo>
                  <a:lnTo>
                    <a:pt x="8316213" y="19050"/>
                  </a:lnTo>
                  <a:lnTo>
                    <a:pt x="8316213" y="0"/>
                  </a:lnTo>
                  <a:close/>
                </a:path>
                <a:path w="10424160" h="5213350">
                  <a:moveTo>
                    <a:pt x="8321548" y="0"/>
                  </a:moveTo>
                  <a:lnTo>
                    <a:pt x="8316213" y="0"/>
                  </a:lnTo>
                  <a:lnTo>
                    <a:pt x="8316213" y="19050"/>
                  </a:lnTo>
                  <a:lnTo>
                    <a:pt x="8321548" y="19050"/>
                  </a:lnTo>
                  <a:lnTo>
                    <a:pt x="8325738" y="14732"/>
                  </a:lnTo>
                  <a:lnTo>
                    <a:pt x="8325738" y="4318"/>
                  </a:lnTo>
                  <a:lnTo>
                    <a:pt x="8321548" y="0"/>
                  </a:lnTo>
                  <a:close/>
                </a:path>
                <a:path w="10424160" h="5213350">
                  <a:moveTo>
                    <a:pt x="8354313" y="0"/>
                  </a:moveTo>
                  <a:lnTo>
                    <a:pt x="8349107" y="0"/>
                  </a:lnTo>
                  <a:lnTo>
                    <a:pt x="8344788" y="4318"/>
                  </a:lnTo>
                  <a:lnTo>
                    <a:pt x="8344788" y="14732"/>
                  </a:lnTo>
                  <a:lnTo>
                    <a:pt x="8349107" y="19050"/>
                  </a:lnTo>
                  <a:lnTo>
                    <a:pt x="8354313" y="19050"/>
                  </a:lnTo>
                  <a:lnTo>
                    <a:pt x="8354313" y="0"/>
                  </a:lnTo>
                  <a:close/>
                </a:path>
                <a:path w="10424160" h="5213350">
                  <a:moveTo>
                    <a:pt x="8359648" y="0"/>
                  </a:moveTo>
                  <a:lnTo>
                    <a:pt x="8354313" y="0"/>
                  </a:lnTo>
                  <a:lnTo>
                    <a:pt x="8354313" y="19050"/>
                  </a:lnTo>
                  <a:lnTo>
                    <a:pt x="8359648" y="19050"/>
                  </a:lnTo>
                  <a:lnTo>
                    <a:pt x="8363838" y="14732"/>
                  </a:lnTo>
                  <a:lnTo>
                    <a:pt x="8363838" y="4318"/>
                  </a:lnTo>
                  <a:lnTo>
                    <a:pt x="8359648" y="0"/>
                  </a:lnTo>
                  <a:close/>
                </a:path>
                <a:path w="10424160" h="5213350">
                  <a:moveTo>
                    <a:pt x="8392414" y="0"/>
                  </a:moveTo>
                  <a:lnTo>
                    <a:pt x="8387207" y="0"/>
                  </a:lnTo>
                  <a:lnTo>
                    <a:pt x="8382888" y="4318"/>
                  </a:lnTo>
                  <a:lnTo>
                    <a:pt x="8382888" y="14732"/>
                  </a:lnTo>
                  <a:lnTo>
                    <a:pt x="8387207" y="19050"/>
                  </a:lnTo>
                  <a:lnTo>
                    <a:pt x="8392414" y="19050"/>
                  </a:lnTo>
                  <a:lnTo>
                    <a:pt x="8392414" y="0"/>
                  </a:lnTo>
                  <a:close/>
                </a:path>
                <a:path w="10424160" h="5213350">
                  <a:moveTo>
                    <a:pt x="8397748" y="0"/>
                  </a:moveTo>
                  <a:lnTo>
                    <a:pt x="8392541" y="0"/>
                  </a:lnTo>
                  <a:lnTo>
                    <a:pt x="8392541" y="19050"/>
                  </a:lnTo>
                  <a:lnTo>
                    <a:pt x="8397748" y="19050"/>
                  </a:lnTo>
                  <a:lnTo>
                    <a:pt x="8402066" y="14732"/>
                  </a:lnTo>
                  <a:lnTo>
                    <a:pt x="8402066" y="4318"/>
                  </a:lnTo>
                  <a:lnTo>
                    <a:pt x="8397748" y="0"/>
                  </a:lnTo>
                  <a:close/>
                </a:path>
                <a:path w="10424160" h="5213350">
                  <a:moveTo>
                    <a:pt x="8430641" y="0"/>
                  </a:moveTo>
                  <a:lnTo>
                    <a:pt x="8425307" y="0"/>
                  </a:lnTo>
                  <a:lnTo>
                    <a:pt x="8421116" y="4318"/>
                  </a:lnTo>
                  <a:lnTo>
                    <a:pt x="8421116" y="14732"/>
                  </a:lnTo>
                  <a:lnTo>
                    <a:pt x="8425307" y="19050"/>
                  </a:lnTo>
                  <a:lnTo>
                    <a:pt x="8430641" y="19050"/>
                  </a:lnTo>
                  <a:lnTo>
                    <a:pt x="8430641" y="0"/>
                  </a:lnTo>
                  <a:close/>
                </a:path>
                <a:path w="10424160" h="5213350">
                  <a:moveTo>
                    <a:pt x="8435848" y="0"/>
                  </a:moveTo>
                  <a:lnTo>
                    <a:pt x="8430641" y="0"/>
                  </a:lnTo>
                  <a:lnTo>
                    <a:pt x="8430641" y="19050"/>
                  </a:lnTo>
                  <a:lnTo>
                    <a:pt x="8435848" y="19050"/>
                  </a:lnTo>
                  <a:lnTo>
                    <a:pt x="8440166" y="14732"/>
                  </a:lnTo>
                  <a:lnTo>
                    <a:pt x="8440166" y="4318"/>
                  </a:lnTo>
                  <a:lnTo>
                    <a:pt x="8435848" y="0"/>
                  </a:lnTo>
                  <a:close/>
                </a:path>
                <a:path w="10424160" h="5213350">
                  <a:moveTo>
                    <a:pt x="8468741" y="0"/>
                  </a:moveTo>
                  <a:lnTo>
                    <a:pt x="8463407" y="0"/>
                  </a:lnTo>
                  <a:lnTo>
                    <a:pt x="8459216" y="4318"/>
                  </a:lnTo>
                  <a:lnTo>
                    <a:pt x="8459216" y="14732"/>
                  </a:lnTo>
                  <a:lnTo>
                    <a:pt x="8463407" y="19050"/>
                  </a:lnTo>
                  <a:lnTo>
                    <a:pt x="8468741" y="19050"/>
                  </a:lnTo>
                  <a:lnTo>
                    <a:pt x="8468741" y="0"/>
                  </a:lnTo>
                  <a:close/>
                </a:path>
                <a:path w="10424160" h="5213350">
                  <a:moveTo>
                    <a:pt x="8473948" y="0"/>
                  </a:moveTo>
                  <a:lnTo>
                    <a:pt x="8468741" y="0"/>
                  </a:lnTo>
                  <a:lnTo>
                    <a:pt x="8468741" y="19050"/>
                  </a:lnTo>
                  <a:lnTo>
                    <a:pt x="8473948" y="19050"/>
                  </a:lnTo>
                  <a:lnTo>
                    <a:pt x="8478266" y="14732"/>
                  </a:lnTo>
                  <a:lnTo>
                    <a:pt x="8478266" y="4318"/>
                  </a:lnTo>
                  <a:lnTo>
                    <a:pt x="8473948" y="0"/>
                  </a:lnTo>
                  <a:close/>
                </a:path>
                <a:path w="10424160" h="5213350">
                  <a:moveTo>
                    <a:pt x="8506841" y="0"/>
                  </a:moveTo>
                  <a:lnTo>
                    <a:pt x="8501507" y="0"/>
                  </a:lnTo>
                  <a:lnTo>
                    <a:pt x="8497316" y="4318"/>
                  </a:lnTo>
                  <a:lnTo>
                    <a:pt x="8497316" y="14732"/>
                  </a:lnTo>
                  <a:lnTo>
                    <a:pt x="8501507" y="19050"/>
                  </a:lnTo>
                  <a:lnTo>
                    <a:pt x="8506841" y="19050"/>
                  </a:lnTo>
                  <a:lnTo>
                    <a:pt x="8506841" y="0"/>
                  </a:lnTo>
                  <a:close/>
                </a:path>
                <a:path w="10424160" h="5213350">
                  <a:moveTo>
                    <a:pt x="8512048" y="0"/>
                  </a:moveTo>
                  <a:lnTo>
                    <a:pt x="8506841" y="0"/>
                  </a:lnTo>
                  <a:lnTo>
                    <a:pt x="8506841" y="19050"/>
                  </a:lnTo>
                  <a:lnTo>
                    <a:pt x="8512048" y="19050"/>
                  </a:lnTo>
                  <a:lnTo>
                    <a:pt x="8516366" y="14732"/>
                  </a:lnTo>
                  <a:lnTo>
                    <a:pt x="8516366" y="4318"/>
                  </a:lnTo>
                  <a:lnTo>
                    <a:pt x="8512048" y="0"/>
                  </a:lnTo>
                  <a:close/>
                </a:path>
                <a:path w="10424160" h="5213350">
                  <a:moveTo>
                    <a:pt x="8544941" y="0"/>
                  </a:moveTo>
                  <a:lnTo>
                    <a:pt x="8539734" y="0"/>
                  </a:lnTo>
                  <a:lnTo>
                    <a:pt x="8535416" y="4318"/>
                  </a:lnTo>
                  <a:lnTo>
                    <a:pt x="8535416" y="14732"/>
                  </a:lnTo>
                  <a:lnTo>
                    <a:pt x="8539734" y="19050"/>
                  </a:lnTo>
                  <a:lnTo>
                    <a:pt x="8544941" y="19050"/>
                  </a:lnTo>
                  <a:lnTo>
                    <a:pt x="8544941" y="0"/>
                  </a:lnTo>
                  <a:close/>
                </a:path>
                <a:path w="10424160" h="5213350">
                  <a:moveTo>
                    <a:pt x="8550275" y="0"/>
                  </a:moveTo>
                  <a:lnTo>
                    <a:pt x="8544941" y="0"/>
                  </a:lnTo>
                  <a:lnTo>
                    <a:pt x="8544941" y="19050"/>
                  </a:lnTo>
                  <a:lnTo>
                    <a:pt x="8550275" y="19050"/>
                  </a:lnTo>
                  <a:lnTo>
                    <a:pt x="8554466" y="14732"/>
                  </a:lnTo>
                  <a:lnTo>
                    <a:pt x="8554466" y="4318"/>
                  </a:lnTo>
                  <a:lnTo>
                    <a:pt x="8550275" y="0"/>
                  </a:lnTo>
                  <a:close/>
                </a:path>
                <a:path w="10424160" h="5213350">
                  <a:moveTo>
                    <a:pt x="8583041" y="0"/>
                  </a:moveTo>
                  <a:lnTo>
                    <a:pt x="8577834" y="0"/>
                  </a:lnTo>
                  <a:lnTo>
                    <a:pt x="8573516" y="4318"/>
                  </a:lnTo>
                  <a:lnTo>
                    <a:pt x="8573516" y="14732"/>
                  </a:lnTo>
                  <a:lnTo>
                    <a:pt x="8577834" y="19050"/>
                  </a:lnTo>
                  <a:lnTo>
                    <a:pt x="8583041" y="19050"/>
                  </a:lnTo>
                  <a:lnTo>
                    <a:pt x="8583041" y="0"/>
                  </a:lnTo>
                  <a:close/>
                </a:path>
                <a:path w="10424160" h="5213350">
                  <a:moveTo>
                    <a:pt x="8588375" y="0"/>
                  </a:moveTo>
                  <a:lnTo>
                    <a:pt x="8583041" y="0"/>
                  </a:lnTo>
                  <a:lnTo>
                    <a:pt x="8583041" y="19050"/>
                  </a:lnTo>
                  <a:lnTo>
                    <a:pt x="8588375" y="19050"/>
                  </a:lnTo>
                  <a:lnTo>
                    <a:pt x="8592566" y="14732"/>
                  </a:lnTo>
                  <a:lnTo>
                    <a:pt x="8592566" y="4318"/>
                  </a:lnTo>
                  <a:lnTo>
                    <a:pt x="8588375" y="0"/>
                  </a:lnTo>
                  <a:close/>
                </a:path>
                <a:path w="10424160" h="5213350">
                  <a:moveTo>
                    <a:pt x="8621141" y="0"/>
                  </a:moveTo>
                  <a:lnTo>
                    <a:pt x="8615934" y="0"/>
                  </a:lnTo>
                  <a:lnTo>
                    <a:pt x="8611616" y="4318"/>
                  </a:lnTo>
                  <a:lnTo>
                    <a:pt x="8611616" y="14732"/>
                  </a:lnTo>
                  <a:lnTo>
                    <a:pt x="8615934" y="19050"/>
                  </a:lnTo>
                  <a:lnTo>
                    <a:pt x="8621141" y="19050"/>
                  </a:lnTo>
                  <a:lnTo>
                    <a:pt x="8621141" y="0"/>
                  </a:lnTo>
                  <a:close/>
                </a:path>
                <a:path w="10424160" h="5213350">
                  <a:moveTo>
                    <a:pt x="8626475" y="0"/>
                  </a:moveTo>
                  <a:lnTo>
                    <a:pt x="8621267" y="0"/>
                  </a:lnTo>
                  <a:lnTo>
                    <a:pt x="8621267" y="19050"/>
                  </a:lnTo>
                  <a:lnTo>
                    <a:pt x="8626475" y="19050"/>
                  </a:lnTo>
                  <a:lnTo>
                    <a:pt x="8630792" y="14732"/>
                  </a:lnTo>
                  <a:lnTo>
                    <a:pt x="8630792" y="4318"/>
                  </a:lnTo>
                  <a:lnTo>
                    <a:pt x="8626475" y="0"/>
                  </a:lnTo>
                  <a:close/>
                </a:path>
                <a:path w="10424160" h="5213350">
                  <a:moveTo>
                    <a:pt x="8659367" y="0"/>
                  </a:moveTo>
                  <a:lnTo>
                    <a:pt x="8654034" y="0"/>
                  </a:lnTo>
                  <a:lnTo>
                    <a:pt x="8649842" y="4318"/>
                  </a:lnTo>
                  <a:lnTo>
                    <a:pt x="8649842" y="14732"/>
                  </a:lnTo>
                  <a:lnTo>
                    <a:pt x="8654034" y="19050"/>
                  </a:lnTo>
                  <a:lnTo>
                    <a:pt x="8659367" y="19050"/>
                  </a:lnTo>
                  <a:lnTo>
                    <a:pt x="8659367" y="0"/>
                  </a:lnTo>
                  <a:close/>
                </a:path>
                <a:path w="10424160" h="5213350">
                  <a:moveTo>
                    <a:pt x="8664575" y="0"/>
                  </a:moveTo>
                  <a:lnTo>
                    <a:pt x="8659367" y="0"/>
                  </a:lnTo>
                  <a:lnTo>
                    <a:pt x="8659367" y="19050"/>
                  </a:lnTo>
                  <a:lnTo>
                    <a:pt x="8664575" y="19050"/>
                  </a:lnTo>
                  <a:lnTo>
                    <a:pt x="8668892" y="14732"/>
                  </a:lnTo>
                  <a:lnTo>
                    <a:pt x="8668892" y="4318"/>
                  </a:lnTo>
                  <a:lnTo>
                    <a:pt x="8664575" y="0"/>
                  </a:lnTo>
                  <a:close/>
                </a:path>
                <a:path w="10424160" h="5213350">
                  <a:moveTo>
                    <a:pt x="8697467" y="0"/>
                  </a:moveTo>
                  <a:lnTo>
                    <a:pt x="8692134" y="0"/>
                  </a:lnTo>
                  <a:lnTo>
                    <a:pt x="8687942" y="4318"/>
                  </a:lnTo>
                  <a:lnTo>
                    <a:pt x="8687942" y="14732"/>
                  </a:lnTo>
                  <a:lnTo>
                    <a:pt x="8692134" y="19050"/>
                  </a:lnTo>
                  <a:lnTo>
                    <a:pt x="8697467" y="19050"/>
                  </a:lnTo>
                  <a:lnTo>
                    <a:pt x="8697467" y="0"/>
                  </a:lnTo>
                  <a:close/>
                </a:path>
                <a:path w="10424160" h="5213350">
                  <a:moveTo>
                    <a:pt x="8702675" y="0"/>
                  </a:moveTo>
                  <a:lnTo>
                    <a:pt x="8697467" y="0"/>
                  </a:lnTo>
                  <a:lnTo>
                    <a:pt x="8697467" y="19050"/>
                  </a:lnTo>
                  <a:lnTo>
                    <a:pt x="8702675" y="19050"/>
                  </a:lnTo>
                  <a:lnTo>
                    <a:pt x="8706992" y="14732"/>
                  </a:lnTo>
                  <a:lnTo>
                    <a:pt x="8706992" y="4318"/>
                  </a:lnTo>
                  <a:lnTo>
                    <a:pt x="8702675" y="0"/>
                  </a:lnTo>
                  <a:close/>
                </a:path>
                <a:path w="10424160" h="5213350">
                  <a:moveTo>
                    <a:pt x="8735567" y="0"/>
                  </a:moveTo>
                  <a:lnTo>
                    <a:pt x="8730234" y="0"/>
                  </a:lnTo>
                  <a:lnTo>
                    <a:pt x="8726042" y="4318"/>
                  </a:lnTo>
                  <a:lnTo>
                    <a:pt x="8726042" y="14732"/>
                  </a:lnTo>
                  <a:lnTo>
                    <a:pt x="8730234" y="19050"/>
                  </a:lnTo>
                  <a:lnTo>
                    <a:pt x="8735567" y="19050"/>
                  </a:lnTo>
                  <a:lnTo>
                    <a:pt x="8735567" y="0"/>
                  </a:lnTo>
                  <a:close/>
                </a:path>
                <a:path w="10424160" h="5213350">
                  <a:moveTo>
                    <a:pt x="8740775" y="0"/>
                  </a:moveTo>
                  <a:lnTo>
                    <a:pt x="8735567" y="0"/>
                  </a:lnTo>
                  <a:lnTo>
                    <a:pt x="8735567" y="19050"/>
                  </a:lnTo>
                  <a:lnTo>
                    <a:pt x="8740775" y="19050"/>
                  </a:lnTo>
                  <a:lnTo>
                    <a:pt x="8745092" y="14732"/>
                  </a:lnTo>
                  <a:lnTo>
                    <a:pt x="8745092" y="4318"/>
                  </a:lnTo>
                  <a:lnTo>
                    <a:pt x="8740775" y="0"/>
                  </a:lnTo>
                  <a:close/>
                </a:path>
                <a:path w="10424160" h="5213350">
                  <a:moveTo>
                    <a:pt x="8773667" y="0"/>
                  </a:moveTo>
                  <a:lnTo>
                    <a:pt x="8768461" y="0"/>
                  </a:lnTo>
                  <a:lnTo>
                    <a:pt x="8764142" y="4318"/>
                  </a:lnTo>
                  <a:lnTo>
                    <a:pt x="8764142" y="14732"/>
                  </a:lnTo>
                  <a:lnTo>
                    <a:pt x="8768461" y="19050"/>
                  </a:lnTo>
                  <a:lnTo>
                    <a:pt x="8773667" y="19050"/>
                  </a:lnTo>
                  <a:lnTo>
                    <a:pt x="8773667" y="0"/>
                  </a:lnTo>
                  <a:close/>
                </a:path>
                <a:path w="10424160" h="5213350">
                  <a:moveTo>
                    <a:pt x="8779002" y="0"/>
                  </a:moveTo>
                  <a:lnTo>
                    <a:pt x="8773667" y="0"/>
                  </a:lnTo>
                  <a:lnTo>
                    <a:pt x="8773667" y="19050"/>
                  </a:lnTo>
                  <a:lnTo>
                    <a:pt x="8779002" y="19050"/>
                  </a:lnTo>
                  <a:lnTo>
                    <a:pt x="8783192" y="14732"/>
                  </a:lnTo>
                  <a:lnTo>
                    <a:pt x="8783192" y="4318"/>
                  </a:lnTo>
                  <a:lnTo>
                    <a:pt x="8779002" y="0"/>
                  </a:lnTo>
                  <a:close/>
                </a:path>
                <a:path w="10424160" h="5213350">
                  <a:moveTo>
                    <a:pt x="8811767" y="0"/>
                  </a:moveTo>
                  <a:lnTo>
                    <a:pt x="8806561" y="0"/>
                  </a:lnTo>
                  <a:lnTo>
                    <a:pt x="8802242" y="4318"/>
                  </a:lnTo>
                  <a:lnTo>
                    <a:pt x="8802242" y="14732"/>
                  </a:lnTo>
                  <a:lnTo>
                    <a:pt x="8806561" y="19050"/>
                  </a:lnTo>
                  <a:lnTo>
                    <a:pt x="8811767" y="19050"/>
                  </a:lnTo>
                  <a:lnTo>
                    <a:pt x="8811767" y="0"/>
                  </a:lnTo>
                  <a:close/>
                </a:path>
                <a:path w="10424160" h="5213350">
                  <a:moveTo>
                    <a:pt x="8817102" y="0"/>
                  </a:moveTo>
                  <a:lnTo>
                    <a:pt x="8811767" y="0"/>
                  </a:lnTo>
                  <a:lnTo>
                    <a:pt x="8811767" y="19050"/>
                  </a:lnTo>
                  <a:lnTo>
                    <a:pt x="8817102" y="19050"/>
                  </a:lnTo>
                  <a:lnTo>
                    <a:pt x="8821292" y="14732"/>
                  </a:lnTo>
                  <a:lnTo>
                    <a:pt x="8821292" y="4318"/>
                  </a:lnTo>
                  <a:lnTo>
                    <a:pt x="8817102" y="0"/>
                  </a:lnTo>
                  <a:close/>
                </a:path>
                <a:path w="10424160" h="5213350">
                  <a:moveTo>
                    <a:pt x="8849867" y="0"/>
                  </a:moveTo>
                  <a:lnTo>
                    <a:pt x="8844661" y="0"/>
                  </a:lnTo>
                  <a:lnTo>
                    <a:pt x="8840342" y="4318"/>
                  </a:lnTo>
                  <a:lnTo>
                    <a:pt x="8840342" y="14732"/>
                  </a:lnTo>
                  <a:lnTo>
                    <a:pt x="8844661" y="19050"/>
                  </a:lnTo>
                  <a:lnTo>
                    <a:pt x="8849867" y="19050"/>
                  </a:lnTo>
                  <a:lnTo>
                    <a:pt x="8849867" y="0"/>
                  </a:lnTo>
                  <a:close/>
                </a:path>
                <a:path w="10424160" h="5213350">
                  <a:moveTo>
                    <a:pt x="8855202" y="0"/>
                  </a:moveTo>
                  <a:lnTo>
                    <a:pt x="8849867" y="0"/>
                  </a:lnTo>
                  <a:lnTo>
                    <a:pt x="8849867" y="19050"/>
                  </a:lnTo>
                  <a:lnTo>
                    <a:pt x="8855202" y="19050"/>
                  </a:lnTo>
                  <a:lnTo>
                    <a:pt x="8859392" y="14732"/>
                  </a:lnTo>
                  <a:lnTo>
                    <a:pt x="8859392" y="4318"/>
                  </a:lnTo>
                  <a:lnTo>
                    <a:pt x="8855202" y="0"/>
                  </a:lnTo>
                  <a:close/>
                </a:path>
                <a:path w="10424160" h="5213350">
                  <a:moveTo>
                    <a:pt x="8887967" y="0"/>
                  </a:moveTo>
                  <a:lnTo>
                    <a:pt x="8882761" y="0"/>
                  </a:lnTo>
                  <a:lnTo>
                    <a:pt x="8878442" y="4318"/>
                  </a:lnTo>
                  <a:lnTo>
                    <a:pt x="8878442" y="14732"/>
                  </a:lnTo>
                  <a:lnTo>
                    <a:pt x="8882761" y="19050"/>
                  </a:lnTo>
                  <a:lnTo>
                    <a:pt x="8887967" y="19050"/>
                  </a:lnTo>
                  <a:lnTo>
                    <a:pt x="8887967" y="0"/>
                  </a:lnTo>
                  <a:close/>
                </a:path>
                <a:path w="10424160" h="5213350">
                  <a:moveTo>
                    <a:pt x="8893302" y="0"/>
                  </a:moveTo>
                  <a:lnTo>
                    <a:pt x="8888094" y="0"/>
                  </a:lnTo>
                  <a:lnTo>
                    <a:pt x="8888094" y="19050"/>
                  </a:lnTo>
                  <a:lnTo>
                    <a:pt x="8893302" y="19050"/>
                  </a:lnTo>
                  <a:lnTo>
                    <a:pt x="8897619" y="14732"/>
                  </a:lnTo>
                  <a:lnTo>
                    <a:pt x="8897619" y="4318"/>
                  </a:lnTo>
                  <a:lnTo>
                    <a:pt x="8893302" y="0"/>
                  </a:lnTo>
                  <a:close/>
                </a:path>
                <a:path w="10424160" h="5213350">
                  <a:moveTo>
                    <a:pt x="8926194" y="0"/>
                  </a:moveTo>
                  <a:lnTo>
                    <a:pt x="8920861" y="0"/>
                  </a:lnTo>
                  <a:lnTo>
                    <a:pt x="8916669" y="4318"/>
                  </a:lnTo>
                  <a:lnTo>
                    <a:pt x="8916669" y="14732"/>
                  </a:lnTo>
                  <a:lnTo>
                    <a:pt x="8920861" y="19050"/>
                  </a:lnTo>
                  <a:lnTo>
                    <a:pt x="8926194" y="19050"/>
                  </a:lnTo>
                  <a:lnTo>
                    <a:pt x="8926194" y="0"/>
                  </a:lnTo>
                  <a:close/>
                </a:path>
                <a:path w="10424160" h="5213350">
                  <a:moveTo>
                    <a:pt x="8931402" y="0"/>
                  </a:moveTo>
                  <a:lnTo>
                    <a:pt x="8926194" y="0"/>
                  </a:lnTo>
                  <a:lnTo>
                    <a:pt x="8926194" y="19050"/>
                  </a:lnTo>
                  <a:lnTo>
                    <a:pt x="8931402" y="19050"/>
                  </a:lnTo>
                  <a:lnTo>
                    <a:pt x="8935719" y="14732"/>
                  </a:lnTo>
                  <a:lnTo>
                    <a:pt x="8935719" y="4318"/>
                  </a:lnTo>
                  <a:lnTo>
                    <a:pt x="8931402" y="0"/>
                  </a:lnTo>
                  <a:close/>
                </a:path>
                <a:path w="10424160" h="5213350">
                  <a:moveTo>
                    <a:pt x="8964294" y="0"/>
                  </a:moveTo>
                  <a:lnTo>
                    <a:pt x="8958961" y="0"/>
                  </a:lnTo>
                  <a:lnTo>
                    <a:pt x="8954769" y="4318"/>
                  </a:lnTo>
                  <a:lnTo>
                    <a:pt x="8954769" y="14732"/>
                  </a:lnTo>
                  <a:lnTo>
                    <a:pt x="8958961" y="19050"/>
                  </a:lnTo>
                  <a:lnTo>
                    <a:pt x="8964294" y="19050"/>
                  </a:lnTo>
                  <a:lnTo>
                    <a:pt x="8964294" y="0"/>
                  </a:lnTo>
                  <a:close/>
                </a:path>
                <a:path w="10424160" h="5213350">
                  <a:moveTo>
                    <a:pt x="8969502" y="0"/>
                  </a:moveTo>
                  <a:lnTo>
                    <a:pt x="8964294" y="0"/>
                  </a:lnTo>
                  <a:lnTo>
                    <a:pt x="8964294" y="19050"/>
                  </a:lnTo>
                  <a:lnTo>
                    <a:pt x="8969502" y="19050"/>
                  </a:lnTo>
                  <a:lnTo>
                    <a:pt x="8973819" y="14732"/>
                  </a:lnTo>
                  <a:lnTo>
                    <a:pt x="8973819" y="4318"/>
                  </a:lnTo>
                  <a:lnTo>
                    <a:pt x="8969502" y="0"/>
                  </a:lnTo>
                  <a:close/>
                </a:path>
                <a:path w="10424160" h="5213350">
                  <a:moveTo>
                    <a:pt x="9002394" y="0"/>
                  </a:moveTo>
                  <a:lnTo>
                    <a:pt x="8997188" y="0"/>
                  </a:lnTo>
                  <a:lnTo>
                    <a:pt x="8992869" y="4318"/>
                  </a:lnTo>
                  <a:lnTo>
                    <a:pt x="8992869" y="14732"/>
                  </a:lnTo>
                  <a:lnTo>
                    <a:pt x="8997188" y="19050"/>
                  </a:lnTo>
                  <a:lnTo>
                    <a:pt x="9002394" y="19050"/>
                  </a:lnTo>
                  <a:lnTo>
                    <a:pt x="9002394" y="0"/>
                  </a:lnTo>
                  <a:close/>
                </a:path>
                <a:path w="10424160" h="5213350">
                  <a:moveTo>
                    <a:pt x="9007729" y="0"/>
                  </a:moveTo>
                  <a:lnTo>
                    <a:pt x="9002394" y="0"/>
                  </a:lnTo>
                  <a:lnTo>
                    <a:pt x="9002394" y="19050"/>
                  </a:lnTo>
                  <a:lnTo>
                    <a:pt x="9007729" y="19050"/>
                  </a:lnTo>
                  <a:lnTo>
                    <a:pt x="9011919" y="14732"/>
                  </a:lnTo>
                  <a:lnTo>
                    <a:pt x="9011919" y="4318"/>
                  </a:lnTo>
                  <a:lnTo>
                    <a:pt x="9007729" y="0"/>
                  </a:lnTo>
                  <a:close/>
                </a:path>
                <a:path w="10424160" h="5213350">
                  <a:moveTo>
                    <a:pt x="9040494" y="0"/>
                  </a:moveTo>
                  <a:lnTo>
                    <a:pt x="9035288" y="0"/>
                  </a:lnTo>
                  <a:lnTo>
                    <a:pt x="9030969" y="4318"/>
                  </a:lnTo>
                  <a:lnTo>
                    <a:pt x="9030969" y="14732"/>
                  </a:lnTo>
                  <a:lnTo>
                    <a:pt x="9035288" y="19050"/>
                  </a:lnTo>
                  <a:lnTo>
                    <a:pt x="9040494" y="19050"/>
                  </a:lnTo>
                  <a:lnTo>
                    <a:pt x="9040494" y="0"/>
                  </a:lnTo>
                  <a:close/>
                </a:path>
                <a:path w="10424160" h="5213350">
                  <a:moveTo>
                    <a:pt x="9045829" y="0"/>
                  </a:moveTo>
                  <a:lnTo>
                    <a:pt x="9040494" y="0"/>
                  </a:lnTo>
                  <a:lnTo>
                    <a:pt x="9040494" y="19050"/>
                  </a:lnTo>
                  <a:lnTo>
                    <a:pt x="9045829" y="19050"/>
                  </a:lnTo>
                  <a:lnTo>
                    <a:pt x="9050019" y="14732"/>
                  </a:lnTo>
                  <a:lnTo>
                    <a:pt x="9050019" y="4318"/>
                  </a:lnTo>
                  <a:lnTo>
                    <a:pt x="9045829" y="0"/>
                  </a:lnTo>
                  <a:close/>
                </a:path>
                <a:path w="10424160" h="5213350">
                  <a:moveTo>
                    <a:pt x="9078594" y="0"/>
                  </a:moveTo>
                  <a:lnTo>
                    <a:pt x="9073388" y="0"/>
                  </a:lnTo>
                  <a:lnTo>
                    <a:pt x="9069069" y="4318"/>
                  </a:lnTo>
                  <a:lnTo>
                    <a:pt x="9069069" y="14732"/>
                  </a:lnTo>
                  <a:lnTo>
                    <a:pt x="9073388" y="19050"/>
                  </a:lnTo>
                  <a:lnTo>
                    <a:pt x="9078594" y="19050"/>
                  </a:lnTo>
                  <a:lnTo>
                    <a:pt x="9078594" y="0"/>
                  </a:lnTo>
                  <a:close/>
                </a:path>
                <a:path w="10424160" h="5213350">
                  <a:moveTo>
                    <a:pt x="9083929" y="0"/>
                  </a:moveTo>
                  <a:lnTo>
                    <a:pt x="9078594" y="0"/>
                  </a:lnTo>
                  <a:lnTo>
                    <a:pt x="9078594" y="19050"/>
                  </a:lnTo>
                  <a:lnTo>
                    <a:pt x="9083929" y="19050"/>
                  </a:lnTo>
                  <a:lnTo>
                    <a:pt x="9088119" y="14732"/>
                  </a:lnTo>
                  <a:lnTo>
                    <a:pt x="9088119" y="4318"/>
                  </a:lnTo>
                  <a:lnTo>
                    <a:pt x="9083929" y="0"/>
                  </a:lnTo>
                  <a:close/>
                </a:path>
                <a:path w="10424160" h="5213350">
                  <a:moveTo>
                    <a:pt x="9116694" y="0"/>
                  </a:moveTo>
                  <a:lnTo>
                    <a:pt x="9111488" y="0"/>
                  </a:lnTo>
                  <a:lnTo>
                    <a:pt x="9107169" y="4318"/>
                  </a:lnTo>
                  <a:lnTo>
                    <a:pt x="9107169" y="14732"/>
                  </a:lnTo>
                  <a:lnTo>
                    <a:pt x="9111488" y="19050"/>
                  </a:lnTo>
                  <a:lnTo>
                    <a:pt x="9116694" y="19050"/>
                  </a:lnTo>
                  <a:lnTo>
                    <a:pt x="9116694" y="0"/>
                  </a:lnTo>
                  <a:close/>
                </a:path>
                <a:path w="10424160" h="5213350">
                  <a:moveTo>
                    <a:pt x="9116822" y="12700"/>
                  </a:moveTo>
                  <a:lnTo>
                    <a:pt x="9116694" y="12700"/>
                  </a:lnTo>
                  <a:lnTo>
                    <a:pt x="9116694" y="19050"/>
                  </a:lnTo>
                  <a:lnTo>
                    <a:pt x="9116822" y="19050"/>
                  </a:lnTo>
                  <a:lnTo>
                    <a:pt x="9116822" y="12700"/>
                  </a:lnTo>
                  <a:close/>
                </a:path>
                <a:path w="10424160" h="5213350">
                  <a:moveTo>
                    <a:pt x="9122029" y="0"/>
                  </a:moveTo>
                  <a:lnTo>
                    <a:pt x="9116822" y="0"/>
                  </a:lnTo>
                  <a:lnTo>
                    <a:pt x="9116822" y="19050"/>
                  </a:lnTo>
                  <a:lnTo>
                    <a:pt x="9122029" y="19050"/>
                  </a:lnTo>
                  <a:lnTo>
                    <a:pt x="9126347" y="14732"/>
                  </a:lnTo>
                  <a:lnTo>
                    <a:pt x="9126347" y="4318"/>
                  </a:lnTo>
                  <a:lnTo>
                    <a:pt x="9122029" y="0"/>
                  </a:lnTo>
                  <a:close/>
                </a:path>
                <a:path w="10424160" h="5213350">
                  <a:moveTo>
                    <a:pt x="9116822" y="0"/>
                  </a:moveTo>
                  <a:lnTo>
                    <a:pt x="9116694" y="0"/>
                  </a:lnTo>
                  <a:lnTo>
                    <a:pt x="9116694" y="6350"/>
                  </a:lnTo>
                  <a:lnTo>
                    <a:pt x="9116822" y="6350"/>
                  </a:lnTo>
                  <a:lnTo>
                    <a:pt x="9116822" y="0"/>
                  </a:lnTo>
                  <a:close/>
                </a:path>
                <a:path w="10424160" h="5213350">
                  <a:moveTo>
                    <a:pt x="9154922" y="0"/>
                  </a:moveTo>
                  <a:lnTo>
                    <a:pt x="9149588" y="0"/>
                  </a:lnTo>
                  <a:lnTo>
                    <a:pt x="9145397" y="4318"/>
                  </a:lnTo>
                  <a:lnTo>
                    <a:pt x="9145397" y="14732"/>
                  </a:lnTo>
                  <a:lnTo>
                    <a:pt x="9149588" y="19050"/>
                  </a:lnTo>
                  <a:lnTo>
                    <a:pt x="9154922" y="19050"/>
                  </a:lnTo>
                  <a:lnTo>
                    <a:pt x="9154922" y="0"/>
                  </a:lnTo>
                  <a:close/>
                </a:path>
                <a:path w="10424160" h="5213350">
                  <a:moveTo>
                    <a:pt x="9160129" y="0"/>
                  </a:moveTo>
                  <a:lnTo>
                    <a:pt x="9154922" y="0"/>
                  </a:lnTo>
                  <a:lnTo>
                    <a:pt x="9154922" y="19050"/>
                  </a:lnTo>
                  <a:lnTo>
                    <a:pt x="9160129" y="19050"/>
                  </a:lnTo>
                  <a:lnTo>
                    <a:pt x="9164447" y="14732"/>
                  </a:lnTo>
                  <a:lnTo>
                    <a:pt x="9164447" y="4318"/>
                  </a:lnTo>
                  <a:lnTo>
                    <a:pt x="9160129" y="0"/>
                  </a:lnTo>
                  <a:close/>
                </a:path>
                <a:path w="10424160" h="5213350">
                  <a:moveTo>
                    <a:pt x="9193022" y="0"/>
                  </a:moveTo>
                  <a:lnTo>
                    <a:pt x="9187688" y="0"/>
                  </a:lnTo>
                  <a:lnTo>
                    <a:pt x="9183497" y="4318"/>
                  </a:lnTo>
                  <a:lnTo>
                    <a:pt x="9183497" y="14732"/>
                  </a:lnTo>
                  <a:lnTo>
                    <a:pt x="9187688" y="19050"/>
                  </a:lnTo>
                  <a:lnTo>
                    <a:pt x="9193022" y="19050"/>
                  </a:lnTo>
                  <a:lnTo>
                    <a:pt x="9193022" y="0"/>
                  </a:lnTo>
                  <a:close/>
                </a:path>
                <a:path w="10424160" h="5213350">
                  <a:moveTo>
                    <a:pt x="9198229" y="0"/>
                  </a:moveTo>
                  <a:lnTo>
                    <a:pt x="9193022" y="0"/>
                  </a:lnTo>
                  <a:lnTo>
                    <a:pt x="9193022" y="19050"/>
                  </a:lnTo>
                  <a:lnTo>
                    <a:pt x="9198229" y="19050"/>
                  </a:lnTo>
                  <a:lnTo>
                    <a:pt x="9202547" y="14732"/>
                  </a:lnTo>
                  <a:lnTo>
                    <a:pt x="9202547" y="4318"/>
                  </a:lnTo>
                  <a:lnTo>
                    <a:pt x="9198229" y="0"/>
                  </a:lnTo>
                  <a:close/>
                </a:path>
                <a:path w="10424160" h="5213350">
                  <a:moveTo>
                    <a:pt x="9231122" y="0"/>
                  </a:moveTo>
                  <a:lnTo>
                    <a:pt x="9225788" y="0"/>
                  </a:lnTo>
                  <a:lnTo>
                    <a:pt x="9221597" y="4318"/>
                  </a:lnTo>
                  <a:lnTo>
                    <a:pt x="9221597" y="14732"/>
                  </a:lnTo>
                  <a:lnTo>
                    <a:pt x="9225788" y="19050"/>
                  </a:lnTo>
                  <a:lnTo>
                    <a:pt x="9231122" y="19050"/>
                  </a:lnTo>
                  <a:lnTo>
                    <a:pt x="9231122" y="0"/>
                  </a:lnTo>
                  <a:close/>
                </a:path>
                <a:path w="10424160" h="5213350">
                  <a:moveTo>
                    <a:pt x="9236329" y="0"/>
                  </a:moveTo>
                  <a:lnTo>
                    <a:pt x="9231122" y="0"/>
                  </a:lnTo>
                  <a:lnTo>
                    <a:pt x="9231122" y="19050"/>
                  </a:lnTo>
                  <a:lnTo>
                    <a:pt x="9236329" y="19050"/>
                  </a:lnTo>
                  <a:lnTo>
                    <a:pt x="9240647" y="14732"/>
                  </a:lnTo>
                  <a:lnTo>
                    <a:pt x="9240647" y="4318"/>
                  </a:lnTo>
                  <a:lnTo>
                    <a:pt x="9236329" y="0"/>
                  </a:lnTo>
                  <a:close/>
                </a:path>
                <a:path w="10424160" h="5213350">
                  <a:moveTo>
                    <a:pt x="9269222" y="0"/>
                  </a:moveTo>
                  <a:lnTo>
                    <a:pt x="9264015" y="0"/>
                  </a:lnTo>
                  <a:lnTo>
                    <a:pt x="9259697" y="4318"/>
                  </a:lnTo>
                  <a:lnTo>
                    <a:pt x="9259697" y="14732"/>
                  </a:lnTo>
                  <a:lnTo>
                    <a:pt x="9264015" y="19050"/>
                  </a:lnTo>
                  <a:lnTo>
                    <a:pt x="9269222" y="19050"/>
                  </a:lnTo>
                  <a:lnTo>
                    <a:pt x="9269222" y="0"/>
                  </a:lnTo>
                  <a:close/>
                </a:path>
                <a:path w="10424160" h="5213350">
                  <a:moveTo>
                    <a:pt x="9274556" y="0"/>
                  </a:moveTo>
                  <a:lnTo>
                    <a:pt x="9269222" y="0"/>
                  </a:lnTo>
                  <a:lnTo>
                    <a:pt x="9269222" y="19050"/>
                  </a:lnTo>
                  <a:lnTo>
                    <a:pt x="9274556" y="19050"/>
                  </a:lnTo>
                  <a:lnTo>
                    <a:pt x="9278747" y="14732"/>
                  </a:lnTo>
                  <a:lnTo>
                    <a:pt x="9278747" y="4318"/>
                  </a:lnTo>
                  <a:lnTo>
                    <a:pt x="9274556" y="0"/>
                  </a:lnTo>
                  <a:close/>
                </a:path>
                <a:path w="10424160" h="5213350">
                  <a:moveTo>
                    <a:pt x="9307322" y="0"/>
                  </a:moveTo>
                  <a:lnTo>
                    <a:pt x="9302115" y="0"/>
                  </a:lnTo>
                  <a:lnTo>
                    <a:pt x="9297797" y="4318"/>
                  </a:lnTo>
                  <a:lnTo>
                    <a:pt x="9297797" y="14732"/>
                  </a:lnTo>
                  <a:lnTo>
                    <a:pt x="9302115" y="19050"/>
                  </a:lnTo>
                  <a:lnTo>
                    <a:pt x="9307322" y="19050"/>
                  </a:lnTo>
                  <a:lnTo>
                    <a:pt x="9307322" y="0"/>
                  </a:lnTo>
                  <a:close/>
                </a:path>
                <a:path w="10424160" h="5213350">
                  <a:moveTo>
                    <a:pt x="9312656" y="0"/>
                  </a:moveTo>
                  <a:lnTo>
                    <a:pt x="9307322" y="0"/>
                  </a:lnTo>
                  <a:lnTo>
                    <a:pt x="9307322" y="19050"/>
                  </a:lnTo>
                  <a:lnTo>
                    <a:pt x="9312656" y="19050"/>
                  </a:lnTo>
                  <a:lnTo>
                    <a:pt x="9316847" y="14732"/>
                  </a:lnTo>
                  <a:lnTo>
                    <a:pt x="9316847" y="4318"/>
                  </a:lnTo>
                  <a:lnTo>
                    <a:pt x="9312656" y="0"/>
                  </a:lnTo>
                  <a:close/>
                </a:path>
                <a:path w="10424160" h="5213350">
                  <a:moveTo>
                    <a:pt x="9345422" y="0"/>
                  </a:moveTo>
                  <a:lnTo>
                    <a:pt x="9340215" y="0"/>
                  </a:lnTo>
                  <a:lnTo>
                    <a:pt x="9335897" y="4318"/>
                  </a:lnTo>
                  <a:lnTo>
                    <a:pt x="9335897" y="14732"/>
                  </a:lnTo>
                  <a:lnTo>
                    <a:pt x="9340215" y="19050"/>
                  </a:lnTo>
                  <a:lnTo>
                    <a:pt x="9345422" y="19050"/>
                  </a:lnTo>
                  <a:lnTo>
                    <a:pt x="9345422" y="0"/>
                  </a:lnTo>
                  <a:close/>
                </a:path>
                <a:path w="10424160" h="5213350">
                  <a:moveTo>
                    <a:pt x="9350756" y="0"/>
                  </a:moveTo>
                  <a:lnTo>
                    <a:pt x="9345549" y="0"/>
                  </a:lnTo>
                  <a:lnTo>
                    <a:pt x="9345549" y="19050"/>
                  </a:lnTo>
                  <a:lnTo>
                    <a:pt x="9350756" y="19050"/>
                  </a:lnTo>
                  <a:lnTo>
                    <a:pt x="9355074" y="14732"/>
                  </a:lnTo>
                  <a:lnTo>
                    <a:pt x="9355074" y="4318"/>
                  </a:lnTo>
                  <a:lnTo>
                    <a:pt x="9350756" y="0"/>
                  </a:lnTo>
                  <a:close/>
                </a:path>
                <a:path w="10424160" h="5213350">
                  <a:moveTo>
                    <a:pt x="9383649" y="0"/>
                  </a:moveTo>
                  <a:lnTo>
                    <a:pt x="9378315" y="0"/>
                  </a:lnTo>
                  <a:lnTo>
                    <a:pt x="9374124" y="4318"/>
                  </a:lnTo>
                  <a:lnTo>
                    <a:pt x="9374124" y="14732"/>
                  </a:lnTo>
                  <a:lnTo>
                    <a:pt x="9378315" y="19050"/>
                  </a:lnTo>
                  <a:lnTo>
                    <a:pt x="9383649" y="19050"/>
                  </a:lnTo>
                  <a:lnTo>
                    <a:pt x="9383649" y="0"/>
                  </a:lnTo>
                  <a:close/>
                </a:path>
                <a:path w="10424160" h="5213350">
                  <a:moveTo>
                    <a:pt x="9388856" y="0"/>
                  </a:moveTo>
                  <a:lnTo>
                    <a:pt x="9383649" y="0"/>
                  </a:lnTo>
                  <a:lnTo>
                    <a:pt x="9383649" y="19050"/>
                  </a:lnTo>
                  <a:lnTo>
                    <a:pt x="9388856" y="19050"/>
                  </a:lnTo>
                  <a:lnTo>
                    <a:pt x="9393174" y="14732"/>
                  </a:lnTo>
                  <a:lnTo>
                    <a:pt x="9393174" y="4318"/>
                  </a:lnTo>
                  <a:lnTo>
                    <a:pt x="9388856" y="0"/>
                  </a:lnTo>
                  <a:close/>
                </a:path>
                <a:path w="10424160" h="5213350">
                  <a:moveTo>
                    <a:pt x="9421749" y="0"/>
                  </a:moveTo>
                  <a:lnTo>
                    <a:pt x="9416415" y="0"/>
                  </a:lnTo>
                  <a:lnTo>
                    <a:pt x="9412224" y="4318"/>
                  </a:lnTo>
                  <a:lnTo>
                    <a:pt x="9412224" y="14732"/>
                  </a:lnTo>
                  <a:lnTo>
                    <a:pt x="9416415" y="19050"/>
                  </a:lnTo>
                  <a:lnTo>
                    <a:pt x="9421749" y="19050"/>
                  </a:lnTo>
                  <a:lnTo>
                    <a:pt x="9421749" y="0"/>
                  </a:lnTo>
                  <a:close/>
                </a:path>
                <a:path w="10424160" h="5213350">
                  <a:moveTo>
                    <a:pt x="9426956" y="0"/>
                  </a:moveTo>
                  <a:lnTo>
                    <a:pt x="9421749" y="0"/>
                  </a:lnTo>
                  <a:lnTo>
                    <a:pt x="9421749" y="19050"/>
                  </a:lnTo>
                  <a:lnTo>
                    <a:pt x="9426956" y="19050"/>
                  </a:lnTo>
                  <a:lnTo>
                    <a:pt x="9431274" y="14732"/>
                  </a:lnTo>
                  <a:lnTo>
                    <a:pt x="9431274" y="4318"/>
                  </a:lnTo>
                  <a:lnTo>
                    <a:pt x="9426956" y="0"/>
                  </a:lnTo>
                  <a:close/>
                </a:path>
                <a:path w="10424160" h="5213350">
                  <a:moveTo>
                    <a:pt x="9459849" y="0"/>
                  </a:moveTo>
                  <a:lnTo>
                    <a:pt x="9454515" y="0"/>
                  </a:lnTo>
                  <a:lnTo>
                    <a:pt x="9450324" y="4318"/>
                  </a:lnTo>
                  <a:lnTo>
                    <a:pt x="9450324" y="14732"/>
                  </a:lnTo>
                  <a:lnTo>
                    <a:pt x="9454515" y="19050"/>
                  </a:lnTo>
                  <a:lnTo>
                    <a:pt x="9459849" y="19050"/>
                  </a:lnTo>
                  <a:lnTo>
                    <a:pt x="9459849" y="0"/>
                  </a:lnTo>
                  <a:close/>
                </a:path>
                <a:path w="10424160" h="5213350">
                  <a:moveTo>
                    <a:pt x="9465056" y="0"/>
                  </a:moveTo>
                  <a:lnTo>
                    <a:pt x="9459849" y="0"/>
                  </a:lnTo>
                  <a:lnTo>
                    <a:pt x="9459849" y="19050"/>
                  </a:lnTo>
                  <a:lnTo>
                    <a:pt x="9465056" y="19050"/>
                  </a:lnTo>
                  <a:lnTo>
                    <a:pt x="9469374" y="14732"/>
                  </a:lnTo>
                  <a:lnTo>
                    <a:pt x="9469374" y="4318"/>
                  </a:lnTo>
                  <a:lnTo>
                    <a:pt x="9465056" y="0"/>
                  </a:lnTo>
                  <a:close/>
                </a:path>
                <a:path w="10424160" h="5213350">
                  <a:moveTo>
                    <a:pt x="9497949" y="0"/>
                  </a:moveTo>
                  <a:lnTo>
                    <a:pt x="9492741" y="0"/>
                  </a:lnTo>
                  <a:lnTo>
                    <a:pt x="9488424" y="4318"/>
                  </a:lnTo>
                  <a:lnTo>
                    <a:pt x="9488424" y="14732"/>
                  </a:lnTo>
                  <a:lnTo>
                    <a:pt x="9492741" y="19050"/>
                  </a:lnTo>
                  <a:lnTo>
                    <a:pt x="9497949" y="19050"/>
                  </a:lnTo>
                  <a:lnTo>
                    <a:pt x="9497949" y="0"/>
                  </a:lnTo>
                  <a:close/>
                </a:path>
                <a:path w="10424160" h="5213350">
                  <a:moveTo>
                    <a:pt x="9503283" y="0"/>
                  </a:moveTo>
                  <a:lnTo>
                    <a:pt x="9497949" y="0"/>
                  </a:lnTo>
                  <a:lnTo>
                    <a:pt x="9497949" y="19050"/>
                  </a:lnTo>
                  <a:lnTo>
                    <a:pt x="9503283" y="19050"/>
                  </a:lnTo>
                  <a:lnTo>
                    <a:pt x="9507474" y="14732"/>
                  </a:lnTo>
                  <a:lnTo>
                    <a:pt x="9507474" y="4318"/>
                  </a:lnTo>
                  <a:lnTo>
                    <a:pt x="9503283" y="0"/>
                  </a:lnTo>
                  <a:close/>
                </a:path>
                <a:path w="10424160" h="5213350">
                  <a:moveTo>
                    <a:pt x="9536049" y="0"/>
                  </a:moveTo>
                  <a:lnTo>
                    <a:pt x="9530841" y="0"/>
                  </a:lnTo>
                  <a:lnTo>
                    <a:pt x="9526524" y="4318"/>
                  </a:lnTo>
                  <a:lnTo>
                    <a:pt x="9526524" y="14732"/>
                  </a:lnTo>
                  <a:lnTo>
                    <a:pt x="9530841" y="19050"/>
                  </a:lnTo>
                  <a:lnTo>
                    <a:pt x="9536049" y="19050"/>
                  </a:lnTo>
                  <a:lnTo>
                    <a:pt x="9536049" y="0"/>
                  </a:lnTo>
                  <a:close/>
                </a:path>
                <a:path w="10424160" h="5213350">
                  <a:moveTo>
                    <a:pt x="9541383" y="0"/>
                  </a:moveTo>
                  <a:lnTo>
                    <a:pt x="9536049" y="0"/>
                  </a:lnTo>
                  <a:lnTo>
                    <a:pt x="9536049" y="19050"/>
                  </a:lnTo>
                  <a:lnTo>
                    <a:pt x="9541383" y="19050"/>
                  </a:lnTo>
                  <a:lnTo>
                    <a:pt x="9545574" y="14732"/>
                  </a:lnTo>
                  <a:lnTo>
                    <a:pt x="9545574" y="4318"/>
                  </a:lnTo>
                  <a:lnTo>
                    <a:pt x="9541383" y="0"/>
                  </a:lnTo>
                  <a:close/>
                </a:path>
                <a:path w="10424160" h="5213350">
                  <a:moveTo>
                    <a:pt x="9574149" y="0"/>
                  </a:moveTo>
                  <a:lnTo>
                    <a:pt x="9568941" y="0"/>
                  </a:lnTo>
                  <a:lnTo>
                    <a:pt x="9564624" y="4318"/>
                  </a:lnTo>
                  <a:lnTo>
                    <a:pt x="9564624" y="14732"/>
                  </a:lnTo>
                  <a:lnTo>
                    <a:pt x="9568941" y="19050"/>
                  </a:lnTo>
                  <a:lnTo>
                    <a:pt x="9574149" y="19050"/>
                  </a:lnTo>
                  <a:lnTo>
                    <a:pt x="9574149" y="0"/>
                  </a:lnTo>
                  <a:close/>
                </a:path>
                <a:path w="10424160" h="5213350">
                  <a:moveTo>
                    <a:pt x="9579483" y="0"/>
                  </a:moveTo>
                  <a:lnTo>
                    <a:pt x="9574149" y="0"/>
                  </a:lnTo>
                  <a:lnTo>
                    <a:pt x="9574149" y="19050"/>
                  </a:lnTo>
                  <a:lnTo>
                    <a:pt x="9579483" y="19050"/>
                  </a:lnTo>
                  <a:lnTo>
                    <a:pt x="9583674" y="14732"/>
                  </a:lnTo>
                  <a:lnTo>
                    <a:pt x="9583674" y="4318"/>
                  </a:lnTo>
                  <a:lnTo>
                    <a:pt x="9579483" y="0"/>
                  </a:lnTo>
                  <a:close/>
                </a:path>
                <a:path w="10424160" h="5213350">
                  <a:moveTo>
                    <a:pt x="9612249" y="0"/>
                  </a:moveTo>
                  <a:lnTo>
                    <a:pt x="9607041" y="0"/>
                  </a:lnTo>
                  <a:lnTo>
                    <a:pt x="9602724" y="4318"/>
                  </a:lnTo>
                  <a:lnTo>
                    <a:pt x="9602724" y="14732"/>
                  </a:lnTo>
                  <a:lnTo>
                    <a:pt x="9607041" y="19050"/>
                  </a:lnTo>
                  <a:lnTo>
                    <a:pt x="9612249" y="19050"/>
                  </a:lnTo>
                  <a:lnTo>
                    <a:pt x="9612249" y="0"/>
                  </a:lnTo>
                  <a:close/>
                </a:path>
                <a:path w="10424160" h="5213350">
                  <a:moveTo>
                    <a:pt x="9617583" y="0"/>
                  </a:moveTo>
                  <a:lnTo>
                    <a:pt x="9612376" y="0"/>
                  </a:lnTo>
                  <a:lnTo>
                    <a:pt x="9612376" y="19050"/>
                  </a:lnTo>
                  <a:lnTo>
                    <a:pt x="9617583" y="19050"/>
                  </a:lnTo>
                  <a:lnTo>
                    <a:pt x="9621901" y="14732"/>
                  </a:lnTo>
                  <a:lnTo>
                    <a:pt x="9621901" y="4318"/>
                  </a:lnTo>
                  <a:lnTo>
                    <a:pt x="9617583" y="0"/>
                  </a:lnTo>
                  <a:close/>
                </a:path>
                <a:path w="10424160" h="5213350">
                  <a:moveTo>
                    <a:pt x="9650476" y="0"/>
                  </a:moveTo>
                  <a:lnTo>
                    <a:pt x="9645141" y="0"/>
                  </a:lnTo>
                  <a:lnTo>
                    <a:pt x="9640951" y="4318"/>
                  </a:lnTo>
                  <a:lnTo>
                    <a:pt x="9640951" y="14732"/>
                  </a:lnTo>
                  <a:lnTo>
                    <a:pt x="9645141" y="19050"/>
                  </a:lnTo>
                  <a:lnTo>
                    <a:pt x="9650476" y="19050"/>
                  </a:lnTo>
                  <a:lnTo>
                    <a:pt x="9650476" y="0"/>
                  </a:lnTo>
                  <a:close/>
                </a:path>
                <a:path w="10424160" h="5213350">
                  <a:moveTo>
                    <a:pt x="9655683" y="0"/>
                  </a:moveTo>
                  <a:lnTo>
                    <a:pt x="9650476" y="0"/>
                  </a:lnTo>
                  <a:lnTo>
                    <a:pt x="9650476" y="19050"/>
                  </a:lnTo>
                  <a:lnTo>
                    <a:pt x="9655683" y="19050"/>
                  </a:lnTo>
                  <a:lnTo>
                    <a:pt x="9660001" y="14732"/>
                  </a:lnTo>
                  <a:lnTo>
                    <a:pt x="9660001" y="4318"/>
                  </a:lnTo>
                  <a:lnTo>
                    <a:pt x="9655683" y="0"/>
                  </a:lnTo>
                  <a:close/>
                </a:path>
                <a:path w="10424160" h="5213350">
                  <a:moveTo>
                    <a:pt x="9688576" y="0"/>
                  </a:moveTo>
                  <a:lnTo>
                    <a:pt x="9683241" y="0"/>
                  </a:lnTo>
                  <a:lnTo>
                    <a:pt x="9679051" y="4318"/>
                  </a:lnTo>
                  <a:lnTo>
                    <a:pt x="9679051" y="14732"/>
                  </a:lnTo>
                  <a:lnTo>
                    <a:pt x="9683241" y="19050"/>
                  </a:lnTo>
                  <a:lnTo>
                    <a:pt x="9688576" y="19050"/>
                  </a:lnTo>
                  <a:lnTo>
                    <a:pt x="9688576" y="0"/>
                  </a:lnTo>
                  <a:close/>
                </a:path>
                <a:path w="10424160" h="5213350">
                  <a:moveTo>
                    <a:pt x="9693783" y="0"/>
                  </a:moveTo>
                  <a:lnTo>
                    <a:pt x="9688576" y="0"/>
                  </a:lnTo>
                  <a:lnTo>
                    <a:pt x="9688576" y="19050"/>
                  </a:lnTo>
                  <a:lnTo>
                    <a:pt x="9693783" y="19050"/>
                  </a:lnTo>
                  <a:lnTo>
                    <a:pt x="9698101" y="14732"/>
                  </a:lnTo>
                  <a:lnTo>
                    <a:pt x="9698101" y="4318"/>
                  </a:lnTo>
                  <a:lnTo>
                    <a:pt x="9693783" y="0"/>
                  </a:lnTo>
                  <a:close/>
                </a:path>
                <a:path w="10424160" h="5213350">
                  <a:moveTo>
                    <a:pt x="9726676" y="0"/>
                  </a:moveTo>
                  <a:lnTo>
                    <a:pt x="9721341" y="0"/>
                  </a:lnTo>
                  <a:lnTo>
                    <a:pt x="9717151" y="4318"/>
                  </a:lnTo>
                  <a:lnTo>
                    <a:pt x="9717151" y="14732"/>
                  </a:lnTo>
                  <a:lnTo>
                    <a:pt x="9721341" y="19050"/>
                  </a:lnTo>
                  <a:lnTo>
                    <a:pt x="9726676" y="19050"/>
                  </a:lnTo>
                  <a:lnTo>
                    <a:pt x="9726676" y="0"/>
                  </a:lnTo>
                  <a:close/>
                </a:path>
                <a:path w="10424160" h="5213350">
                  <a:moveTo>
                    <a:pt x="9731883" y="0"/>
                  </a:moveTo>
                  <a:lnTo>
                    <a:pt x="9726676" y="0"/>
                  </a:lnTo>
                  <a:lnTo>
                    <a:pt x="9726676" y="19050"/>
                  </a:lnTo>
                  <a:lnTo>
                    <a:pt x="9731883" y="19050"/>
                  </a:lnTo>
                  <a:lnTo>
                    <a:pt x="9736201" y="14732"/>
                  </a:lnTo>
                  <a:lnTo>
                    <a:pt x="9736201" y="4318"/>
                  </a:lnTo>
                  <a:lnTo>
                    <a:pt x="9731883" y="0"/>
                  </a:lnTo>
                  <a:close/>
                </a:path>
                <a:path w="10424160" h="5213350">
                  <a:moveTo>
                    <a:pt x="9764776" y="0"/>
                  </a:moveTo>
                  <a:lnTo>
                    <a:pt x="9759568" y="0"/>
                  </a:lnTo>
                  <a:lnTo>
                    <a:pt x="9755251" y="4318"/>
                  </a:lnTo>
                  <a:lnTo>
                    <a:pt x="9755251" y="14732"/>
                  </a:lnTo>
                  <a:lnTo>
                    <a:pt x="9759568" y="19050"/>
                  </a:lnTo>
                  <a:lnTo>
                    <a:pt x="9764776" y="19050"/>
                  </a:lnTo>
                  <a:lnTo>
                    <a:pt x="9764776" y="0"/>
                  </a:lnTo>
                  <a:close/>
                </a:path>
                <a:path w="10424160" h="5213350">
                  <a:moveTo>
                    <a:pt x="9770110" y="0"/>
                  </a:moveTo>
                  <a:lnTo>
                    <a:pt x="9764776" y="0"/>
                  </a:lnTo>
                  <a:lnTo>
                    <a:pt x="9764776" y="19050"/>
                  </a:lnTo>
                  <a:lnTo>
                    <a:pt x="9770110" y="19050"/>
                  </a:lnTo>
                  <a:lnTo>
                    <a:pt x="9774301" y="14732"/>
                  </a:lnTo>
                  <a:lnTo>
                    <a:pt x="9774301" y="4318"/>
                  </a:lnTo>
                  <a:lnTo>
                    <a:pt x="9770110" y="0"/>
                  </a:lnTo>
                  <a:close/>
                </a:path>
                <a:path w="10424160" h="5213350">
                  <a:moveTo>
                    <a:pt x="9802876" y="0"/>
                  </a:moveTo>
                  <a:lnTo>
                    <a:pt x="9797668" y="0"/>
                  </a:lnTo>
                  <a:lnTo>
                    <a:pt x="9793351" y="4318"/>
                  </a:lnTo>
                  <a:lnTo>
                    <a:pt x="9793351" y="14732"/>
                  </a:lnTo>
                  <a:lnTo>
                    <a:pt x="9797668" y="19050"/>
                  </a:lnTo>
                  <a:lnTo>
                    <a:pt x="9802876" y="19050"/>
                  </a:lnTo>
                  <a:lnTo>
                    <a:pt x="9802876" y="0"/>
                  </a:lnTo>
                  <a:close/>
                </a:path>
                <a:path w="10424160" h="5213350">
                  <a:moveTo>
                    <a:pt x="9808210" y="0"/>
                  </a:moveTo>
                  <a:lnTo>
                    <a:pt x="9802876" y="0"/>
                  </a:lnTo>
                  <a:lnTo>
                    <a:pt x="9802876" y="19050"/>
                  </a:lnTo>
                  <a:lnTo>
                    <a:pt x="9808210" y="19050"/>
                  </a:lnTo>
                  <a:lnTo>
                    <a:pt x="9812401" y="14732"/>
                  </a:lnTo>
                  <a:lnTo>
                    <a:pt x="9812401" y="4318"/>
                  </a:lnTo>
                  <a:lnTo>
                    <a:pt x="9808210" y="0"/>
                  </a:lnTo>
                  <a:close/>
                </a:path>
                <a:path w="10424160" h="5213350">
                  <a:moveTo>
                    <a:pt x="9840976" y="0"/>
                  </a:moveTo>
                  <a:lnTo>
                    <a:pt x="9835768" y="0"/>
                  </a:lnTo>
                  <a:lnTo>
                    <a:pt x="9831451" y="4318"/>
                  </a:lnTo>
                  <a:lnTo>
                    <a:pt x="9831451" y="14732"/>
                  </a:lnTo>
                  <a:lnTo>
                    <a:pt x="9835768" y="19050"/>
                  </a:lnTo>
                  <a:lnTo>
                    <a:pt x="9840976" y="19050"/>
                  </a:lnTo>
                  <a:lnTo>
                    <a:pt x="9840976" y="0"/>
                  </a:lnTo>
                  <a:close/>
                </a:path>
                <a:path w="10424160" h="5213350">
                  <a:moveTo>
                    <a:pt x="9846310" y="0"/>
                  </a:moveTo>
                  <a:lnTo>
                    <a:pt x="9841103" y="0"/>
                  </a:lnTo>
                  <a:lnTo>
                    <a:pt x="9841103" y="19050"/>
                  </a:lnTo>
                  <a:lnTo>
                    <a:pt x="9846310" y="19050"/>
                  </a:lnTo>
                  <a:lnTo>
                    <a:pt x="9850628" y="14732"/>
                  </a:lnTo>
                  <a:lnTo>
                    <a:pt x="9850628" y="4318"/>
                  </a:lnTo>
                  <a:lnTo>
                    <a:pt x="9846310" y="0"/>
                  </a:lnTo>
                  <a:close/>
                </a:path>
                <a:path w="10424160" h="5213350">
                  <a:moveTo>
                    <a:pt x="9879203" y="0"/>
                  </a:moveTo>
                  <a:lnTo>
                    <a:pt x="9873868" y="0"/>
                  </a:lnTo>
                  <a:lnTo>
                    <a:pt x="9869678" y="4318"/>
                  </a:lnTo>
                  <a:lnTo>
                    <a:pt x="9869678" y="14732"/>
                  </a:lnTo>
                  <a:lnTo>
                    <a:pt x="9873868" y="19050"/>
                  </a:lnTo>
                  <a:lnTo>
                    <a:pt x="9879203" y="19050"/>
                  </a:lnTo>
                  <a:lnTo>
                    <a:pt x="9879203" y="0"/>
                  </a:lnTo>
                  <a:close/>
                </a:path>
                <a:path w="10424160" h="5213350">
                  <a:moveTo>
                    <a:pt x="9884410" y="0"/>
                  </a:moveTo>
                  <a:lnTo>
                    <a:pt x="9879203" y="0"/>
                  </a:lnTo>
                  <a:lnTo>
                    <a:pt x="9879203" y="19050"/>
                  </a:lnTo>
                  <a:lnTo>
                    <a:pt x="9884410" y="19050"/>
                  </a:lnTo>
                  <a:lnTo>
                    <a:pt x="9888728" y="14732"/>
                  </a:lnTo>
                  <a:lnTo>
                    <a:pt x="9888728" y="4318"/>
                  </a:lnTo>
                  <a:lnTo>
                    <a:pt x="9884410" y="0"/>
                  </a:lnTo>
                  <a:close/>
                </a:path>
                <a:path w="10424160" h="5213350">
                  <a:moveTo>
                    <a:pt x="9917303" y="0"/>
                  </a:moveTo>
                  <a:lnTo>
                    <a:pt x="9911968" y="0"/>
                  </a:lnTo>
                  <a:lnTo>
                    <a:pt x="9907778" y="4318"/>
                  </a:lnTo>
                  <a:lnTo>
                    <a:pt x="9907778" y="14732"/>
                  </a:lnTo>
                  <a:lnTo>
                    <a:pt x="9911968" y="19050"/>
                  </a:lnTo>
                  <a:lnTo>
                    <a:pt x="9917303" y="19050"/>
                  </a:lnTo>
                  <a:lnTo>
                    <a:pt x="9917303" y="0"/>
                  </a:lnTo>
                  <a:close/>
                </a:path>
                <a:path w="10424160" h="5213350">
                  <a:moveTo>
                    <a:pt x="9922510" y="0"/>
                  </a:moveTo>
                  <a:lnTo>
                    <a:pt x="9917303" y="0"/>
                  </a:lnTo>
                  <a:lnTo>
                    <a:pt x="9917303" y="19050"/>
                  </a:lnTo>
                  <a:lnTo>
                    <a:pt x="9922510" y="19050"/>
                  </a:lnTo>
                  <a:lnTo>
                    <a:pt x="9926828" y="14732"/>
                  </a:lnTo>
                  <a:lnTo>
                    <a:pt x="9926828" y="4318"/>
                  </a:lnTo>
                  <a:lnTo>
                    <a:pt x="9922510" y="0"/>
                  </a:lnTo>
                  <a:close/>
                </a:path>
                <a:path w="10424160" h="5213350">
                  <a:moveTo>
                    <a:pt x="9955403" y="0"/>
                  </a:moveTo>
                  <a:lnTo>
                    <a:pt x="9950068" y="0"/>
                  </a:lnTo>
                  <a:lnTo>
                    <a:pt x="9945878" y="4318"/>
                  </a:lnTo>
                  <a:lnTo>
                    <a:pt x="9945878" y="14732"/>
                  </a:lnTo>
                  <a:lnTo>
                    <a:pt x="9950068" y="19050"/>
                  </a:lnTo>
                  <a:lnTo>
                    <a:pt x="9955403" y="19050"/>
                  </a:lnTo>
                  <a:lnTo>
                    <a:pt x="9955403" y="0"/>
                  </a:lnTo>
                  <a:close/>
                </a:path>
                <a:path w="10424160" h="5213350">
                  <a:moveTo>
                    <a:pt x="9960610" y="0"/>
                  </a:moveTo>
                  <a:lnTo>
                    <a:pt x="9955403" y="0"/>
                  </a:lnTo>
                  <a:lnTo>
                    <a:pt x="9955403" y="19050"/>
                  </a:lnTo>
                  <a:lnTo>
                    <a:pt x="9960610" y="19050"/>
                  </a:lnTo>
                  <a:lnTo>
                    <a:pt x="9964928" y="14732"/>
                  </a:lnTo>
                  <a:lnTo>
                    <a:pt x="9964928" y="4318"/>
                  </a:lnTo>
                  <a:lnTo>
                    <a:pt x="9960610" y="0"/>
                  </a:lnTo>
                  <a:close/>
                </a:path>
                <a:path w="10424160" h="5213350">
                  <a:moveTo>
                    <a:pt x="9993503" y="0"/>
                  </a:moveTo>
                  <a:lnTo>
                    <a:pt x="9988296" y="0"/>
                  </a:lnTo>
                  <a:lnTo>
                    <a:pt x="9983978" y="4318"/>
                  </a:lnTo>
                  <a:lnTo>
                    <a:pt x="9983978" y="14732"/>
                  </a:lnTo>
                  <a:lnTo>
                    <a:pt x="9988296" y="19050"/>
                  </a:lnTo>
                  <a:lnTo>
                    <a:pt x="9993503" y="19050"/>
                  </a:lnTo>
                  <a:lnTo>
                    <a:pt x="9993503" y="0"/>
                  </a:lnTo>
                  <a:close/>
                </a:path>
                <a:path w="10424160" h="5213350">
                  <a:moveTo>
                    <a:pt x="9998837" y="0"/>
                  </a:moveTo>
                  <a:lnTo>
                    <a:pt x="9993503" y="0"/>
                  </a:lnTo>
                  <a:lnTo>
                    <a:pt x="9993503" y="19050"/>
                  </a:lnTo>
                  <a:lnTo>
                    <a:pt x="9998837" y="19050"/>
                  </a:lnTo>
                  <a:lnTo>
                    <a:pt x="10003028" y="14732"/>
                  </a:lnTo>
                  <a:lnTo>
                    <a:pt x="10003028" y="4318"/>
                  </a:lnTo>
                  <a:lnTo>
                    <a:pt x="9998837" y="0"/>
                  </a:lnTo>
                  <a:close/>
                </a:path>
                <a:path w="10424160" h="5213350">
                  <a:moveTo>
                    <a:pt x="10031603" y="0"/>
                  </a:moveTo>
                  <a:lnTo>
                    <a:pt x="10026396" y="0"/>
                  </a:lnTo>
                  <a:lnTo>
                    <a:pt x="10022078" y="4318"/>
                  </a:lnTo>
                  <a:lnTo>
                    <a:pt x="10022078" y="14732"/>
                  </a:lnTo>
                  <a:lnTo>
                    <a:pt x="10026396" y="19050"/>
                  </a:lnTo>
                  <a:lnTo>
                    <a:pt x="10031603" y="19050"/>
                  </a:lnTo>
                  <a:lnTo>
                    <a:pt x="10031603" y="0"/>
                  </a:lnTo>
                  <a:close/>
                </a:path>
                <a:path w="10424160" h="5213350">
                  <a:moveTo>
                    <a:pt x="10036937" y="0"/>
                  </a:moveTo>
                  <a:lnTo>
                    <a:pt x="10031603" y="0"/>
                  </a:lnTo>
                  <a:lnTo>
                    <a:pt x="10031603" y="19050"/>
                  </a:lnTo>
                  <a:lnTo>
                    <a:pt x="10036937" y="19050"/>
                  </a:lnTo>
                  <a:lnTo>
                    <a:pt x="10041128" y="14732"/>
                  </a:lnTo>
                  <a:lnTo>
                    <a:pt x="10041128" y="4318"/>
                  </a:lnTo>
                  <a:lnTo>
                    <a:pt x="10036937" y="0"/>
                  </a:lnTo>
                  <a:close/>
                </a:path>
                <a:path w="10424160" h="5213350">
                  <a:moveTo>
                    <a:pt x="10069703" y="0"/>
                  </a:moveTo>
                  <a:lnTo>
                    <a:pt x="10064496" y="0"/>
                  </a:lnTo>
                  <a:lnTo>
                    <a:pt x="10060178" y="4318"/>
                  </a:lnTo>
                  <a:lnTo>
                    <a:pt x="10060178" y="14732"/>
                  </a:lnTo>
                  <a:lnTo>
                    <a:pt x="10064496" y="19050"/>
                  </a:lnTo>
                  <a:lnTo>
                    <a:pt x="10069703" y="19050"/>
                  </a:lnTo>
                  <a:lnTo>
                    <a:pt x="10069703" y="0"/>
                  </a:lnTo>
                  <a:close/>
                </a:path>
                <a:path w="10424160" h="5213350">
                  <a:moveTo>
                    <a:pt x="10075037" y="0"/>
                  </a:moveTo>
                  <a:lnTo>
                    <a:pt x="10069703" y="0"/>
                  </a:lnTo>
                  <a:lnTo>
                    <a:pt x="10069703" y="19050"/>
                  </a:lnTo>
                  <a:lnTo>
                    <a:pt x="10075037" y="19050"/>
                  </a:lnTo>
                  <a:lnTo>
                    <a:pt x="10079228" y="14732"/>
                  </a:lnTo>
                  <a:lnTo>
                    <a:pt x="10079228" y="4318"/>
                  </a:lnTo>
                  <a:lnTo>
                    <a:pt x="10075037" y="0"/>
                  </a:lnTo>
                  <a:close/>
                </a:path>
                <a:path w="10424160" h="5213350">
                  <a:moveTo>
                    <a:pt x="10107930" y="0"/>
                  </a:moveTo>
                  <a:lnTo>
                    <a:pt x="10102596" y="0"/>
                  </a:lnTo>
                  <a:lnTo>
                    <a:pt x="10098405" y="4318"/>
                  </a:lnTo>
                  <a:lnTo>
                    <a:pt x="10098405" y="14732"/>
                  </a:lnTo>
                  <a:lnTo>
                    <a:pt x="10102596" y="19050"/>
                  </a:lnTo>
                  <a:lnTo>
                    <a:pt x="10107930" y="19050"/>
                  </a:lnTo>
                  <a:lnTo>
                    <a:pt x="10107930" y="0"/>
                  </a:lnTo>
                  <a:close/>
                </a:path>
                <a:path w="10424160" h="5213350">
                  <a:moveTo>
                    <a:pt x="10113137" y="0"/>
                  </a:moveTo>
                  <a:lnTo>
                    <a:pt x="10107930" y="0"/>
                  </a:lnTo>
                  <a:lnTo>
                    <a:pt x="10107930" y="19050"/>
                  </a:lnTo>
                  <a:lnTo>
                    <a:pt x="10113137" y="19050"/>
                  </a:lnTo>
                  <a:lnTo>
                    <a:pt x="10117455" y="14732"/>
                  </a:lnTo>
                  <a:lnTo>
                    <a:pt x="10117455" y="4318"/>
                  </a:lnTo>
                  <a:lnTo>
                    <a:pt x="10113137" y="0"/>
                  </a:lnTo>
                  <a:close/>
                </a:path>
                <a:path w="10424160" h="5213350">
                  <a:moveTo>
                    <a:pt x="10146030" y="0"/>
                  </a:moveTo>
                  <a:lnTo>
                    <a:pt x="10140696" y="0"/>
                  </a:lnTo>
                  <a:lnTo>
                    <a:pt x="10136505" y="4318"/>
                  </a:lnTo>
                  <a:lnTo>
                    <a:pt x="10136505" y="14732"/>
                  </a:lnTo>
                  <a:lnTo>
                    <a:pt x="10140696" y="19050"/>
                  </a:lnTo>
                  <a:lnTo>
                    <a:pt x="10146030" y="19050"/>
                  </a:lnTo>
                  <a:lnTo>
                    <a:pt x="10146030" y="0"/>
                  </a:lnTo>
                  <a:close/>
                </a:path>
                <a:path w="10424160" h="5213350">
                  <a:moveTo>
                    <a:pt x="10151237" y="0"/>
                  </a:moveTo>
                  <a:lnTo>
                    <a:pt x="10146030" y="0"/>
                  </a:lnTo>
                  <a:lnTo>
                    <a:pt x="10146030" y="19050"/>
                  </a:lnTo>
                  <a:lnTo>
                    <a:pt x="10151237" y="19050"/>
                  </a:lnTo>
                  <a:lnTo>
                    <a:pt x="10155555" y="14732"/>
                  </a:lnTo>
                  <a:lnTo>
                    <a:pt x="10155555" y="4318"/>
                  </a:lnTo>
                  <a:lnTo>
                    <a:pt x="10151237" y="0"/>
                  </a:lnTo>
                  <a:close/>
                </a:path>
                <a:path w="10424160" h="5213350">
                  <a:moveTo>
                    <a:pt x="10184130" y="0"/>
                  </a:moveTo>
                  <a:lnTo>
                    <a:pt x="10178796" y="0"/>
                  </a:lnTo>
                  <a:lnTo>
                    <a:pt x="10174605" y="4318"/>
                  </a:lnTo>
                  <a:lnTo>
                    <a:pt x="10174605" y="14732"/>
                  </a:lnTo>
                  <a:lnTo>
                    <a:pt x="10178796" y="19050"/>
                  </a:lnTo>
                  <a:lnTo>
                    <a:pt x="10184130" y="19050"/>
                  </a:lnTo>
                  <a:lnTo>
                    <a:pt x="10184130" y="0"/>
                  </a:lnTo>
                  <a:close/>
                </a:path>
                <a:path w="10424160" h="5213350">
                  <a:moveTo>
                    <a:pt x="10189337" y="0"/>
                  </a:moveTo>
                  <a:lnTo>
                    <a:pt x="10184130" y="0"/>
                  </a:lnTo>
                  <a:lnTo>
                    <a:pt x="10184130" y="19050"/>
                  </a:lnTo>
                  <a:lnTo>
                    <a:pt x="10189337" y="19050"/>
                  </a:lnTo>
                  <a:lnTo>
                    <a:pt x="10193655" y="14732"/>
                  </a:lnTo>
                  <a:lnTo>
                    <a:pt x="10193655" y="4318"/>
                  </a:lnTo>
                  <a:lnTo>
                    <a:pt x="10189337" y="0"/>
                  </a:lnTo>
                  <a:close/>
                </a:path>
                <a:path w="10424160" h="5213350">
                  <a:moveTo>
                    <a:pt x="10222230" y="0"/>
                  </a:moveTo>
                  <a:lnTo>
                    <a:pt x="10217023" y="0"/>
                  </a:lnTo>
                  <a:lnTo>
                    <a:pt x="10212705" y="4318"/>
                  </a:lnTo>
                  <a:lnTo>
                    <a:pt x="10212705" y="14732"/>
                  </a:lnTo>
                  <a:lnTo>
                    <a:pt x="10217023" y="19050"/>
                  </a:lnTo>
                  <a:lnTo>
                    <a:pt x="10222230" y="19050"/>
                  </a:lnTo>
                  <a:lnTo>
                    <a:pt x="10222230" y="0"/>
                  </a:lnTo>
                  <a:close/>
                </a:path>
                <a:path w="10424160" h="5213350">
                  <a:moveTo>
                    <a:pt x="10227564" y="0"/>
                  </a:moveTo>
                  <a:lnTo>
                    <a:pt x="10222230" y="0"/>
                  </a:lnTo>
                  <a:lnTo>
                    <a:pt x="10222230" y="19050"/>
                  </a:lnTo>
                  <a:lnTo>
                    <a:pt x="10227564" y="19050"/>
                  </a:lnTo>
                  <a:lnTo>
                    <a:pt x="10231755" y="14732"/>
                  </a:lnTo>
                  <a:lnTo>
                    <a:pt x="10231755" y="4318"/>
                  </a:lnTo>
                  <a:lnTo>
                    <a:pt x="10227564" y="0"/>
                  </a:lnTo>
                  <a:close/>
                </a:path>
                <a:path w="10424160" h="5213350">
                  <a:moveTo>
                    <a:pt x="10261727" y="1905"/>
                  </a:moveTo>
                  <a:lnTo>
                    <a:pt x="10260910" y="7620"/>
                  </a:lnTo>
                  <a:lnTo>
                    <a:pt x="10260759" y="8128"/>
                  </a:lnTo>
                  <a:lnTo>
                    <a:pt x="10260029" y="12826"/>
                  </a:lnTo>
                  <a:lnTo>
                    <a:pt x="10259822" y="14350"/>
                  </a:lnTo>
                  <a:lnTo>
                    <a:pt x="10259739" y="14986"/>
                  </a:lnTo>
                  <a:lnTo>
                    <a:pt x="10258806" y="20700"/>
                  </a:lnTo>
                  <a:lnTo>
                    <a:pt x="10270490" y="7620"/>
                  </a:lnTo>
                  <a:lnTo>
                    <a:pt x="10266934" y="2667"/>
                  </a:lnTo>
                  <a:lnTo>
                    <a:pt x="10261727" y="1905"/>
                  </a:lnTo>
                  <a:close/>
                </a:path>
                <a:path w="10424160" h="5213350">
                  <a:moveTo>
                    <a:pt x="10256519" y="1016"/>
                  </a:moveTo>
                  <a:lnTo>
                    <a:pt x="10251693" y="4572"/>
                  </a:lnTo>
                  <a:lnTo>
                    <a:pt x="10250805" y="9779"/>
                  </a:lnTo>
                  <a:lnTo>
                    <a:pt x="10250135" y="14350"/>
                  </a:lnTo>
                  <a:lnTo>
                    <a:pt x="10250042" y="14986"/>
                  </a:lnTo>
                  <a:lnTo>
                    <a:pt x="10253599" y="19812"/>
                  </a:lnTo>
                  <a:lnTo>
                    <a:pt x="10258806" y="20700"/>
                  </a:lnTo>
                  <a:lnTo>
                    <a:pt x="10261608" y="2667"/>
                  </a:lnTo>
                  <a:lnTo>
                    <a:pt x="10261727" y="1905"/>
                  </a:lnTo>
                  <a:lnTo>
                    <a:pt x="10256519" y="1016"/>
                  </a:lnTo>
                  <a:close/>
                </a:path>
                <a:path w="10424160" h="5213350">
                  <a:moveTo>
                    <a:pt x="10300589" y="11430"/>
                  </a:moveTo>
                  <a:lnTo>
                    <a:pt x="10293731" y="29210"/>
                  </a:lnTo>
                  <a:lnTo>
                    <a:pt x="10298684" y="31115"/>
                  </a:lnTo>
                  <a:lnTo>
                    <a:pt x="10304272" y="28575"/>
                  </a:lnTo>
                  <a:lnTo>
                    <a:pt x="10306050" y="23749"/>
                  </a:lnTo>
                  <a:lnTo>
                    <a:pt x="10307955" y="18796"/>
                  </a:lnTo>
                  <a:lnTo>
                    <a:pt x="10305541" y="13335"/>
                  </a:lnTo>
                  <a:lnTo>
                    <a:pt x="10300589" y="11430"/>
                  </a:lnTo>
                  <a:close/>
                </a:path>
                <a:path w="10424160" h="5213350">
                  <a:moveTo>
                    <a:pt x="10295763" y="9525"/>
                  </a:moveTo>
                  <a:lnTo>
                    <a:pt x="10290175" y="11937"/>
                  </a:lnTo>
                  <a:lnTo>
                    <a:pt x="10288269" y="16891"/>
                  </a:lnTo>
                  <a:lnTo>
                    <a:pt x="10286365" y="21717"/>
                  </a:lnTo>
                  <a:lnTo>
                    <a:pt x="10288905" y="27305"/>
                  </a:lnTo>
                  <a:lnTo>
                    <a:pt x="10293731" y="29210"/>
                  </a:lnTo>
                  <a:lnTo>
                    <a:pt x="10296016" y="23241"/>
                  </a:lnTo>
                  <a:lnTo>
                    <a:pt x="10298335" y="17272"/>
                  </a:lnTo>
                  <a:lnTo>
                    <a:pt x="10298452" y="16891"/>
                  </a:lnTo>
                  <a:lnTo>
                    <a:pt x="10300589" y="11430"/>
                  </a:lnTo>
                  <a:lnTo>
                    <a:pt x="10295763" y="9525"/>
                  </a:lnTo>
                  <a:close/>
                </a:path>
                <a:path w="10424160" h="5213350">
                  <a:moveTo>
                    <a:pt x="10336403" y="28829"/>
                  </a:moveTo>
                  <a:lnTo>
                    <a:pt x="10334560" y="31876"/>
                  </a:lnTo>
                  <a:lnTo>
                    <a:pt x="10333032" y="34290"/>
                  </a:lnTo>
                  <a:lnTo>
                    <a:pt x="10326369" y="45085"/>
                  </a:lnTo>
                  <a:lnTo>
                    <a:pt x="10330815" y="47879"/>
                  </a:lnTo>
                  <a:lnTo>
                    <a:pt x="10336657" y="46482"/>
                  </a:lnTo>
                  <a:lnTo>
                    <a:pt x="10339451" y="41910"/>
                  </a:lnTo>
                  <a:lnTo>
                    <a:pt x="10342244" y="37465"/>
                  </a:lnTo>
                  <a:lnTo>
                    <a:pt x="10340908" y="31876"/>
                  </a:lnTo>
                  <a:lnTo>
                    <a:pt x="10340848" y="31623"/>
                  </a:lnTo>
                  <a:lnTo>
                    <a:pt x="10336403" y="28829"/>
                  </a:lnTo>
                  <a:close/>
                </a:path>
                <a:path w="10424160" h="5213350">
                  <a:moveTo>
                    <a:pt x="10331958" y="26035"/>
                  </a:moveTo>
                  <a:lnTo>
                    <a:pt x="10326116" y="27432"/>
                  </a:lnTo>
                  <a:lnTo>
                    <a:pt x="10323322" y="31876"/>
                  </a:lnTo>
                  <a:lnTo>
                    <a:pt x="10320528" y="36449"/>
                  </a:lnTo>
                  <a:lnTo>
                    <a:pt x="10321833" y="41910"/>
                  </a:lnTo>
                  <a:lnTo>
                    <a:pt x="10321925" y="42291"/>
                  </a:lnTo>
                  <a:lnTo>
                    <a:pt x="10326369" y="45085"/>
                  </a:lnTo>
                  <a:lnTo>
                    <a:pt x="10328094" y="42291"/>
                  </a:lnTo>
                  <a:lnTo>
                    <a:pt x="10328289" y="41910"/>
                  </a:lnTo>
                  <a:lnTo>
                    <a:pt x="10329672" y="39624"/>
                  </a:lnTo>
                  <a:lnTo>
                    <a:pt x="10331072" y="37465"/>
                  </a:lnTo>
                  <a:lnTo>
                    <a:pt x="10336403" y="28829"/>
                  </a:lnTo>
                  <a:lnTo>
                    <a:pt x="10331958" y="26035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3680" y="57912"/>
                  </a:lnTo>
                  <a:lnTo>
                    <a:pt x="10363414" y="58166"/>
                  </a:lnTo>
                  <a:lnTo>
                    <a:pt x="10359016" y="62992"/>
                  </a:lnTo>
                  <a:lnTo>
                    <a:pt x="10354817" y="67437"/>
                  </a:lnTo>
                  <a:lnTo>
                    <a:pt x="10358755" y="70993"/>
                  </a:lnTo>
                  <a:lnTo>
                    <a:pt x="10364724" y="70738"/>
                  </a:lnTo>
                  <a:lnTo>
                    <a:pt x="10368280" y="66929"/>
                  </a:lnTo>
                  <a:lnTo>
                    <a:pt x="10371836" y="62992"/>
                  </a:lnTo>
                  <a:lnTo>
                    <a:pt x="10371630" y="58166"/>
                  </a:lnTo>
                  <a:lnTo>
                    <a:pt x="1037158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63835" y="49911"/>
                  </a:moveTo>
                  <a:lnTo>
                    <a:pt x="10357866" y="50165"/>
                  </a:lnTo>
                  <a:lnTo>
                    <a:pt x="10350627" y="57912"/>
                  </a:lnTo>
                  <a:lnTo>
                    <a:pt x="10350843" y="62992"/>
                  </a:lnTo>
                  <a:lnTo>
                    <a:pt x="10350881" y="63881"/>
                  </a:lnTo>
                  <a:lnTo>
                    <a:pt x="10354817" y="67437"/>
                  </a:lnTo>
                  <a:lnTo>
                    <a:pt x="10367644" y="53467"/>
                  </a:lnTo>
                  <a:lnTo>
                    <a:pt x="10363835" y="49911"/>
                  </a:lnTo>
                  <a:close/>
                </a:path>
                <a:path w="10424160" h="5213350">
                  <a:moveTo>
                    <a:pt x="10367772" y="53467"/>
                  </a:moveTo>
                  <a:lnTo>
                    <a:pt x="10367644" y="53467"/>
                  </a:lnTo>
                  <a:lnTo>
                    <a:pt x="10364443" y="57056"/>
                  </a:lnTo>
                  <a:lnTo>
                    <a:pt x="10367772" y="53467"/>
                  </a:lnTo>
                  <a:close/>
                </a:path>
                <a:path w="10424160" h="5213350">
                  <a:moveTo>
                    <a:pt x="10393807" y="85217"/>
                  </a:moveTo>
                  <a:lnTo>
                    <a:pt x="10377042" y="94487"/>
                  </a:lnTo>
                  <a:lnTo>
                    <a:pt x="10379583" y="99060"/>
                  </a:lnTo>
                  <a:lnTo>
                    <a:pt x="10385425" y="100711"/>
                  </a:lnTo>
                  <a:lnTo>
                    <a:pt x="10389997" y="98171"/>
                  </a:lnTo>
                  <a:lnTo>
                    <a:pt x="10394696" y="95631"/>
                  </a:lnTo>
                  <a:lnTo>
                    <a:pt x="10396311" y="89916"/>
                  </a:lnTo>
                  <a:lnTo>
                    <a:pt x="10396347" y="89788"/>
                  </a:lnTo>
                  <a:lnTo>
                    <a:pt x="10393807" y="85217"/>
                  </a:lnTo>
                  <a:close/>
                </a:path>
                <a:path w="10424160" h="5213350">
                  <a:moveTo>
                    <a:pt x="10385425" y="78994"/>
                  </a:moveTo>
                  <a:lnTo>
                    <a:pt x="10380853" y="81534"/>
                  </a:lnTo>
                  <a:lnTo>
                    <a:pt x="10376154" y="84074"/>
                  </a:lnTo>
                  <a:lnTo>
                    <a:pt x="10374538" y="89788"/>
                  </a:lnTo>
                  <a:lnTo>
                    <a:pt x="10374503" y="89916"/>
                  </a:lnTo>
                  <a:lnTo>
                    <a:pt x="10377042" y="94487"/>
                  </a:lnTo>
                  <a:lnTo>
                    <a:pt x="10393807" y="85217"/>
                  </a:lnTo>
                  <a:lnTo>
                    <a:pt x="10391266" y="80645"/>
                  </a:lnTo>
                  <a:lnTo>
                    <a:pt x="10385425" y="78994"/>
                  </a:lnTo>
                  <a:close/>
                </a:path>
                <a:path w="10424160" h="5213350">
                  <a:moveTo>
                    <a:pt x="10411714" y="120776"/>
                  </a:moveTo>
                  <a:lnTo>
                    <a:pt x="10393680" y="126746"/>
                  </a:lnTo>
                  <a:lnTo>
                    <a:pt x="10395331" y="131825"/>
                  </a:lnTo>
                  <a:lnTo>
                    <a:pt x="10400665" y="134493"/>
                  </a:lnTo>
                  <a:lnTo>
                    <a:pt x="10405744" y="132842"/>
                  </a:lnTo>
                  <a:lnTo>
                    <a:pt x="10410698" y="131063"/>
                  </a:lnTo>
                  <a:lnTo>
                    <a:pt x="10413365" y="125730"/>
                  </a:lnTo>
                  <a:lnTo>
                    <a:pt x="10411714" y="120776"/>
                  </a:lnTo>
                  <a:close/>
                </a:path>
                <a:path w="10424160" h="5213350">
                  <a:moveTo>
                    <a:pt x="10404602" y="113030"/>
                  </a:moveTo>
                  <a:lnTo>
                    <a:pt x="10394696" y="116332"/>
                  </a:lnTo>
                  <a:lnTo>
                    <a:pt x="10391902" y="121793"/>
                  </a:lnTo>
                  <a:lnTo>
                    <a:pt x="10393680" y="126746"/>
                  </a:lnTo>
                  <a:lnTo>
                    <a:pt x="10411333" y="120776"/>
                  </a:lnTo>
                  <a:lnTo>
                    <a:pt x="10411756" y="120776"/>
                  </a:lnTo>
                  <a:lnTo>
                    <a:pt x="10410063" y="115697"/>
                  </a:lnTo>
                  <a:lnTo>
                    <a:pt x="10404602" y="113030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02951" y="161544"/>
                  </a:lnTo>
                  <a:lnTo>
                    <a:pt x="10403459" y="166750"/>
                  </a:lnTo>
                  <a:lnTo>
                    <a:pt x="10408158" y="170561"/>
                  </a:lnTo>
                  <a:lnTo>
                    <a:pt x="10413365" y="169925"/>
                  </a:lnTo>
                  <a:lnTo>
                    <a:pt x="10418572" y="169418"/>
                  </a:lnTo>
                  <a:lnTo>
                    <a:pt x="10422382" y="164719"/>
                  </a:lnTo>
                  <a:lnTo>
                    <a:pt x="10422072" y="161544"/>
                  </a:lnTo>
                  <a:lnTo>
                    <a:pt x="10421997" y="160782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6540" y="150495"/>
                  </a:moveTo>
                  <a:lnTo>
                    <a:pt x="10411333" y="151003"/>
                  </a:lnTo>
                  <a:lnTo>
                    <a:pt x="10406126" y="151637"/>
                  </a:lnTo>
                  <a:lnTo>
                    <a:pt x="10402316" y="156210"/>
                  </a:lnTo>
                  <a:lnTo>
                    <a:pt x="10402630" y="159512"/>
                  </a:lnTo>
                  <a:lnTo>
                    <a:pt x="10402751" y="160782"/>
                  </a:lnTo>
                  <a:lnTo>
                    <a:pt x="10402824" y="161544"/>
                  </a:lnTo>
                  <a:lnTo>
                    <a:pt x="10409174" y="160782"/>
                  </a:lnTo>
                  <a:lnTo>
                    <a:pt x="10409967" y="160782"/>
                  </a:lnTo>
                  <a:lnTo>
                    <a:pt x="10415920" y="160147"/>
                  </a:lnTo>
                  <a:lnTo>
                    <a:pt x="10415524" y="160147"/>
                  </a:lnTo>
                  <a:lnTo>
                    <a:pt x="10421874" y="159512"/>
                  </a:lnTo>
                  <a:lnTo>
                    <a:pt x="10421239" y="154305"/>
                  </a:lnTo>
                  <a:lnTo>
                    <a:pt x="10416540" y="150495"/>
                  </a:lnTo>
                  <a:close/>
                </a:path>
                <a:path w="10424160" h="5213350">
                  <a:moveTo>
                    <a:pt x="10409967" y="160782"/>
                  </a:moveTo>
                  <a:lnTo>
                    <a:pt x="10409174" y="160782"/>
                  </a:lnTo>
                  <a:lnTo>
                    <a:pt x="10402951" y="161544"/>
                  </a:lnTo>
                  <a:lnTo>
                    <a:pt x="10409967" y="160782"/>
                  </a:lnTo>
                  <a:close/>
                </a:path>
                <a:path w="10424160" h="5213350">
                  <a:moveTo>
                    <a:pt x="10421874" y="159512"/>
                  </a:moveTo>
                  <a:lnTo>
                    <a:pt x="10415524" y="160147"/>
                  </a:lnTo>
                  <a:lnTo>
                    <a:pt x="10415920" y="160147"/>
                  </a:lnTo>
                  <a:lnTo>
                    <a:pt x="10421874" y="159512"/>
                  </a:lnTo>
                  <a:close/>
                </a:path>
                <a:path w="10424160" h="5213350">
                  <a:moveTo>
                    <a:pt x="10419841" y="188975"/>
                  </a:moveTo>
                  <a:lnTo>
                    <a:pt x="10409428" y="188975"/>
                  </a:lnTo>
                  <a:lnTo>
                    <a:pt x="10405110" y="193167"/>
                  </a:lnTo>
                  <a:lnTo>
                    <a:pt x="10405110" y="203708"/>
                  </a:lnTo>
                  <a:lnTo>
                    <a:pt x="10409428" y="208025"/>
                  </a:lnTo>
                  <a:lnTo>
                    <a:pt x="10419841" y="208025"/>
                  </a:lnTo>
                  <a:lnTo>
                    <a:pt x="10424160" y="203708"/>
                  </a:lnTo>
                  <a:lnTo>
                    <a:pt x="10424160" y="193167"/>
                  </a:lnTo>
                  <a:lnTo>
                    <a:pt x="10419841" y="188975"/>
                  </a:lnTo>
                  <a:close/>
                </a:path>
                <a:path w="10424160" h="5213350">
                  <a:moveTo>
                    <a:pt x="10419841" y="227075"/>
                  </a:moveTo>
                  <a:lnTo>
                    <a:pt x="10409428" y="227075"/>
                  </a:lnTo>
                  <a:lnTo>
                    <a:pt x="10405110" y="231394"/>
                  </a:lnTo>
                  <a:lnTo>
                    <a:pt x="10405110" y="241935"/>
                  </a:lnTo>
                  <a:lnTo>
                    <a:pt x="10409428" y="246125"/>
                  </a:lnTo>
                  <a:lnTo>
                    <a:pt x="10419841" y="246125"/>
                  </a:lnTo>
                  <a:lnTo>
                    <a:pt x="10424160" y="241935"/>
                  </a:lnTo>
                  <a:lnTo>
                    <a:pt x="10424160" y="231394"/>
                  </a:lnTo>
                  <a:lnTo>
                    <a:pt x="10419841" y="227075"/>
                  </a:lnTo>
                  <a:close/>
                </a:path>
                <a:path w="10424160" h="5213350">
                  <a:moveTo>
                    <a:pt x="10419841" y="265175"/>
                  </a:moveTo>
                  <a:lnTo>
                    <a:pt x="10409428" y="265175"/>
                  </a:lnTo>
                  <a:lnTo>
                    <a:pt x="10405110" y="269494"/>
                  </a:lnTo>
                  <a:lnTo>
                    <a:pt x="10405110" y="280035"/>
                  </a:lnTo>
                  <a:lnTo>
                    <a:pt x="10409428" y="284225"/>
                  </a:lnTo>
                  <a:lnTo>
                    <a:pt x="10419841" y="284225"/>
                  </a:lnTo>
                  <a:lnTo>
                    <a:pt x="10424160" y="280035"/>
                  </a:lnTo>
                  <a:lnTo>
                    <a:pt x="10424160" y="269494"/>
                  </a:lnTo>
                  <a:lnTo>
                    <a:pt x="10419841" y="265175"/>
                  </a:lnTo>
                  <a:close/>
                </a:path>
                <a:path w="10424160" h="5213350">
                  <a:moveTo>
                    <a:pt x="10419841" y="303275"/>
                  </a:moveTo>
                  <a:lnTo>
                    <a:pt x="10409428" y="303275"/>
                  </a:lnTo>
                  <a:lnTo>
                    <a:pt x="10405110" y="307594"/>
                  </a:lnTo>
                  <a:lnTo>
                    <a:pt x="10405110" y="318135"/>
                  </a:lnTo>
                  <a:lnTo>
                    <a:pt x="10409428" y="322453"/>
                  </a:lnTo>
                  <a:lnTo>
                    <a:pt x="10419841" y="322453"/>
                  </a:lnTo>
                  <a:lnTo>
                    <a:pt x="10424160" y="318135"/>
                  </a:lnTo>
                  <a:lnTo>
                    <a:pt x="10424160" y="312928"/>
                  </a:lnTo>
                  <a:lnTo>
                    <a:pt x="10411460" y="312928"/>
                  </a:lnTo>
                  <a:lnTo>
                    <a:pt x="10411460" y="312800"/>
                  </a:lnTo>
                  <a:lnTo>
                    <a:pt x="10424160" y="312800"/>
                  </a:lnTo>
                  <a:lnTo>
                    <a:pt x="10424160" y="307594"/>
                  </a:lnTo>
                  <a:lnTo>
                    <a:pt x="10419841" y="303275"/>
                  </a:lnTo>
                  <a:close/>
                </a:path>
                <a:path w="10424160" h="5213350">
                  <a:moveTo>
                    <a:pt x="10424160" y="312800"/>
                  </a:moveTo>
                  <a:lnTo>
                    <a:pt x="10417810" y="312800"/>
                  </a:lnTo>
                  <a:lnTo>
                    <a:pt x="10417810" y="312928"/>
                  </a:lnTo>
                  <a:lnTo>
                    <a:pt x="10424160" y="312928"/>
                  </a:lnTo>
                  <a:lnTo>
                    <a:pt x="10424160" y="312800"/>
                  </a:lnTo>
                  <a:close/>
                </a:path>
                <a:path w="10424160" h="5213350">
                  <a:moveTo>
                    <a:pt x="10419841" y="341503"/>
                  </a:moveTo>
                  <a:lnTo>
                    <a:pt x="10409428" y="341503"/>
                  </a:lnTo>
                  <a:lnTo>
                    <a:pt x="10405110" y="345694"/>
                  </a:lnTo>
                  <a:lnTo>
                    <a:pt x="10405110" y="356235"/>
                  </a:lnTo>
                  <a:lnTo>
                    <a:pt x="10409428" y="360553"/>
                  </a:lnTo>
                  <a:lnTo>
                    <a:pt x="10419841" y="360553"/>
                  </a:lnTo>
                  <a:lnTo>
                    <a:pt x="10424160" y="356235"/>
                  </a:lnTo>
                  <a:lnTo>
                    <a:pt x="10424160" y="345694"/>
                  </a:lnTo>
                  <a:lnTo>
                    <a:pt x="10419841" y="341503"/>
                  </a:lnTo>
                  <a:close/>
                </a:path>
                <a:path w="10424160" h="5213350">
                  <a:moveTo>
                    <a:pt x="10419841" y="379603"/>
                  </a:moveTo>
                  <a:lnTo>
                    <a:pt x="10409428" y="379603"/>
                  </a:lnTo>
                  <a:lnTo>
                    <a:pt x="10405110" y="383794"/>
                  </a:lnTo>
                  <a:lnTo>
                    <a:pt x="10405110" y="394335"/>
                  </a:lnTo>
                  <a:lnTo>
                    <a:pt x="10409428" y="398653"/>
                  </a:lnTo>
                  <a:lnTo>
                    <a:pt x="10419841" y="398653"/>
                  </a:lnTo>
                  <a:lnTo>
                    <a:pt x="10424160" y="394335"/>
                  </a:lnTo>
                  <a:lnTo>
                    <a:pt x="10424160" y="383794"/>
                  </a:lnTo>
                  <a:lnTo>
                    <a:pt x="10419841" y="379603"/>
                  </a:lnTo>
                  <a:close/>
                </a:path>
                <a:path w="10424160" h="5213350">
                  <a:moveTo>
                    <a:pt x="10419841" y="417703"/>
                  </a:moveTo>
                  <a:lnTo>
                    <a:pt x="10409428" y="417703"/>
                  </a:lnTo>
                  <a:lnTo>
                    <a:pt x="10405110" y="421894"/>
                  </a:lnTo>
                  <a:lnTo>
                    <a:pt x="10405110" y="432435"/>
                  </a:lnTo>
                  <a:lnTo>
                    <a:pt x="10409428" y="436753"/>
                  </a:lnTo>
                  <a:lnTo>
                    <a:pt x="10419841" y="436753"/>
                  </a:lnTo>
                  <a:lnTo>
                    <a:pt x="10424160" y="432435"/>
                  </a:lnTo>
                  <a:lnTo>
                    <a:pt x="10424160" y="421894"/>
                  </a:lnTo>
                  <a:lnTo>
                    <a:pt x="10419841" y="417703"/>
                  </a:lnTo>
                  <a:close/>
                </a:path>
                <a:path w="10424160" h="5213350">
                  <a:moveTo>
                    <a:pt x="10419841" y="455803"/>
                  </a:moveTo>
                  <a:lnTo>
                    <a:pt x="10409428" y="455803"/>
                  </a:lnTo>
                  <a:lnTo>
                    <a:pt x="10405110" y="460121"/>
                  </a:lnTo>
                  <a:lnTo>
                    <a:pt x="10405110" y="470662"/>
                  </a:lnTo>
                  <a:lnTo>
                    <a:pt x="10409428" y="474853"/>
                  </a:lnTo>
                  <a:lnTo>
                    <a:pt x="10419841" y="474853"/>
                  </a:lnTo>
                  <a:lnTo>
                    <a:pt x="10424160" y="470662"/>
                  </a:lnTo>
                  <a:lnTo>
                    <a:pt x="10424160" y="460121"/>
                  </a:lnTo>
                  <a:lnTo>
                    <a:pt x="10419841" y="455803"/>
                  </a:lnTo>
                  <a:close/>
                </a:path>
                <a:path w="10424160" h="5213350">
                  <a:moveTo>
                    <a:pt x="10419841" y="493903"/>
                  </a:moveTo>
                  <a:lnTo>
                    <a:pt x="10409428" y="493903"/>
                  </a:lnTo>
                  <a:lnTo>
                    <a:pt x="10405110" y="498221"/>
                  </a:lnTo>
                  <a:lnTo>
                    <a:pt x="10405110" y="508762"/>
                  </a:lnTo>
                  <a:lnTo>
                    <a:pt x="10409428" y="512953"/>
                  </a:lnTo>
                  <a:lnTo>
                    <a:pt x="10419841" y="512953"/>
                  </a:lnTo>
                  <a:lnTo>
                    <a:pt x="10424160" y="508762"/>
                  </a:lnTo>
                  <a:lnTo>
                    <a:pt x="10424160" y="498221"/>
                  </a:lnTo>
                  <a:lnTo>
                    <a:pt x="10419841" y="493903"/>
                  </a:lnTo>
                  <a:close/>
                </a:path>
                <a:path w="10424160" h="5213350">
                  <a:moveTo>
                    <a:pt x="10419841" y="532003"/>
                  </a:moveTo>
                  <a:lnTo>
                    <a:pt x="10409428" y="532003"/>
                  </a:lnTo>
                  <a:lnTo>
                    <a:pt x="10405110" y="536321"/>
                  </a:lnTo>
                  <a:lnTo>
                    <a:pt x="10405110" y="546862"/>
                  </a:lnTo>
                  <a:lnTo>
                    <a:pt x="10409428" y="551053"/>
                  </a:lnTo>
                  <a:lnTo>
                    <a:pt x="10419841" y="551053"/>
                  </a:lnTo>
                  <a:lnTo>
                    <a:pt x="10424160" y="546862"/>
                  </a:lnTo>
                  <a:lnTo>
                    <a:pt x="10424160" y="536321"/>
                  </a:lnTo>
                  <a:lnTo>
                    <a:pt x="10419841" y="532003"/>
                  </a:lnTo>
                  <a:close/>
                </a:path>
                <a:path w="10424160" h="5213350">
                  <a:moveTo>
                    <a:pt x="10419841" y="570103"/>
                  </a:moveTo>
                  <a:lnTo>
                    <a:pt x="10409428" y="570103"/>
                  </a:lnTo>
                  <a:lnTo>
                    <a:pt x="10405110" y="574421"/>
                  </a:lnTo>
                  <a:lnTo>
                    <a:pt x="10405110" y="584962"/>
                  </a:lnTo>
                  <a:lnTo>
                    <a:pt x="10409428" y="589280"/>
                  </a:lnTo>
                  <a:lnTo>
                    <a:pt x="10419841" y="589280"/>
                  </a:lnTo>
                  <a:lnTo>
                    <a:pt x="10424160" y="584962"/>
                  </a:lnTo>
                  <a:lnTo>
                    <a:pt x="10424160" y="574421"/>
                  </a:lnTo>
                  <a:lnTo>
                    <a:pt x="10419841" y="570103"/>
                  </a:lnTo>
                  <a:close/>
                </a:path>
                <a:path w="10424160" h="5213350">
                  <a:moveTo>
                    <a:pt x="10419841" y="608330"/>
                  </a:moveTo>
                  <a:lnTo>
                    <a:pt x="10409428" y="608330"/>
                  </a:lnTo>
                  <a:lnTo>
                    <a:pt x="10405110" y="612521"/>
                  </a:lnTo>
                  <a:lnTo>
                    <a:pt x="10405110" y="623062"/>
                  </a:lnTo>
                  <a:lnTo>
                    <a:pt x="10409428" y="627380"/>
                  </a:lnTo>
                  <a:lnTo>
                    <a:pt x="10419841" y="627380"/>
                  </a:lnTo>
                  <a:lnTo>
                    <a:pt x="10424160" y="623062"/>
                  </a:lnTo>
                  <a:lnTo>
                    <a:pt x="10424160" y="612521"/>
                  </a:lnTo>
                  <a:lnTo>
                    <a:pt x="10419841" y="608330"/>
                  </a:lnTo>
                  <a:close/>
                </a:path>
                <a:path w="10424160" h="5213350">
                  <a:moveTo>
                    <a:pt x="10419841" y="646430"/>
                  </a:moveTo>
                  <a:lnTo>
                    <a:pt x="10409428" y="646430"/>
                  </a:lnTo>
                  <a:lnTo>
                    <a:pt x="10405110" y="650621"/>
                  </a:lnTo>
                  <a:lnTo>
                    <a:pt x="10405110" y="661162"/>
                  </a:lnTo>
                  <a:lnTo>
                    <a:pt x="10409428" y="665480"/>
                  </a:lnTo>
                  <a:lnTo>
                    <a:pt x="10419841" y="665480"/>
                  </a:lnTo>
                  <a:lnTo>
                    <a:pt x="10424160" y="661162"/>
                  </a:lnTo>
                  <a:lnTo>
                    <a:pt x="10424160" y="650621"/>
                  </a:lnTo>
                  <a:lnTo>
                    <a:pt x="10419841" y="646430"/>
                  </a:lnTo>
                  <a:close/>
                </a:path>
                <a:path w="10424160" h="5213350">
                  <a:moveTo>
                    <a:pt x="10419841" y="684530"/>
                  </a:moveTo>
                  <a:lnTo>
                    <a:pt x="10409428" y="684530"/>
                  </a:lnTo>
                  <a:lnTo>
                    <a:pt x="10405110" y="688721"/>
                  </a:lnTo>
                  <a:lnTo>
                    <a:pt x="10405110" y="699262"/>
                  </a:lnTo>
                  <a:lnTo>
                    <a:pt x="10409428" y="703580"/>
                  </a:lnTo>
                  <a:lnTo>
                    <a:pt x="10419841" y="703580"/>
                  </a:lnTo>
                  <a:lnTo>
                    <a:pt x="10424160" y="699262"/>
                  </a:lnTo>
                  <a:lnTo>
                    <a:pt x="10424160" y="688721"/>
                  </a:lnTo>
                  <a:lnTo>
                    <a:pt x="10419841" y="684530"/>
                  </a:lnTo>
                  <a:close/>
                </a:path>
                <a:path w="10424160" h="5213350">
                  <a:moveTo>
                    <a:pt x="10419841" y="722630"/>
                  </a:moveTo>
                  <a:lnTo>
                    <a:pt x="10409428" y="722630"/>
                  </a:lnTo>
                  <a:lnTo>
                    <a:pt x="10405110" y="726948"/>
                  </a:lnTo>
                  <a:lnTo>
                    <a:pt x="10405110" y="737488"/>
                  </a:lnTo>
                  <a:lnTo>
                    <a:pt x="10409428" y="741680"/>
                  </a:lnTo>
                  <a:lnTo>
                    <a:pt x="10419841" y="741680"/>
                  </a:lnTo>
                  <a:lnTo>
                    <a:pt x="10424160" y="737488"/>
                  </a:lnTo>
                  <a:lnTo>
                    <a:pt x="10424160" y="726948"/>
                  </a:lnTo>
                  <a:lnTo>
                    <a:pt x="10419841" y="722630"/>
                  </a:lnTo>
                  <a:close/>
                </a:path>
                <a:path w="10424160" h="5213350">
                  <a:moveTo>
                    <a:pt x="10419841" y="760730"/>
                  </a:moveTo>
                  <a:lnTo>
                    <a:pt x="10409428" y="760730"/>
                  </a:lnTo>
                  <a:lnTo>
                    <a:pt x="10405110" y="765048"/>
                  </a:lnTo>
                  <a:lnTo>
                    <a:pt x="10405110" y="775588"/>
                  </a:lnTo>
                  <a:lnTo>
                    <a:pt x="10409428" y="779780"/>
                  </a:lnTo>
                  <a:lnTo>
                    <a:pt x="10419841" y="779780"/>
                  </a:lnTo>
                  <a:lnTo>
                    <a:pt x="10424160" y="775588"/>
                  </a:lnTo>
                  <a:lnTo>
                    <a:pt x="10424160" y="765048"/>
                  </a:lnTo>
                  <a:lnTo>
                    <a:pt x="10419841" y="760730"/>
                  </a:lnTo>
                  <a:close/>
                </a:path>
                <a:path w="10424160" h="5213350">
                  <a:moveTo>
                    <a:pt x="10419841" y="798830"/>
                  </a:moveTo>
                  <a:lnTo>
                    <a:pt x="10409428" y="798830"/>
                  </a:lnTo>
                  <a:lnTo>
                    <a:pt x="10405110" y="803148"/>
                  </a:lnTo>
                  <a:lnTo>
                    <a:pt x="10405110" y="813688"/>
                  </a:lnTo>
                  <a:lnTo>
                    <a:pt x="10409428" y="817880"/>
                  </a:lnTo>
                  <a:lnTo>
                    <a:pt x="10419841" y="817880"/>
                  </a:lnTo>
                  <a:lnTo>
                    <a:pt x="10424160" y="813688"/>
                  </a:lnTo>
                  <a:lnTo>
                    <a:pt x="10424160" y="803148"/>
                  </a:lnTo>
                  <a:lnTo>
                    <a:pt x="10419841" y="798830"/>
                  </a:lnTo>
                  <a:close/>
                </a:path>
                <a:path w="10424160" h="5213350">
                  <a:moveTo>
                    <a:pt x="10419841" y="836930"/>
                  </a:moveTo>
                  <a:lnTo>
                    <a:pt x="10409428" y="836930"/>
                  </a:lnTo>
                  <a:lnTo>
                    <a:pt x="10405110" y="841248"/>
                  </a:lnTo>
                  <a:lnTo>
                    <a:pt x="10405110" y="851788"/>
                  </a:lnTo>
                  <a:lnTo>
                    <a:pt x="10409428" y="856107"/>
                  </a:lnTo>
                  <a:lnTo>
                    <a:pt x="10419841" y="856107"/>
                  </a:lnTo>
                  <a:lnTo>
                    <a:pt x="10424160" y="851788"/>
                  </a:lnTo>
                  <a:lnTo>
                    <a:pt x="10424160" y="841248"/>
                  </a:lnTo>
                  <a:lnTo>
                    <a:pt x="10419841" y="836930"/>
                  </a:lnTo>
                  <a:close/>
                </a:path>
                <a:path w="10424160" h="5213350">
                  <a:moveTo>
                    <a:pt x="10419841" y="875157"/>
                  </a:moveTo>
                  <a:lnTo>
                    <a:pt x="10409428" y="875157"/>
                  </a:lnTo>
                  <a:lnTo>
                    <a:pt x="10405110" y="879348"/>
                  </a:lnTo>
                  <a:lnTo>
                    <a:pt x="10405110" y="889888"/>
                  </a:lnTo>
                  <a:lnTo>
                    <a:pt x="10409428" y="894207"/>
                  </a:lnTo>
                  <a:lnTo>
                    <a:pt x="10419841" y="894207"/>
                  </a:lnTo>
                  <a:lnTo>
                    <a:pt x="10424160" y="889888"/>
                  </a:lnTo>
                  <a:lnTo>
                    <a:pt x="10424160" y="879348"/>
                  </a:lnTo>
                  <a:lnTo>
                    <a:pt x="10419841" y="875157"/>
                  </a:lnTo>
                  <a:close/>
                </a:path>
                <a:path w="10424160" h="5213350">
                  <a:moveTo>
                    <a:pt x="10419841" y="913257"/>
                  </a:moveTo>
                  <a:lnTo>
                    <a:pt x="10409428" y="913257"/>
                  </a:lnTo>
                  <a:lnTo>
                    <a:pt x="10405110" y="917448"/>
                  </a:lnTo>
                  <a:lnTo>
                    <a:pt x="10405110" y="927988"/>
                  </a:lnTo>
                  <a:lnTo>
                    <a:pt x="10409428" y="932307"/>
                  </a:lnTo>
                  <a:lnTo>
                    <a:pt x="10419841" y="932307"/>
                  </a:lnTo>
                  <a:lnTo>
                    <a:pt x="10424160" y="927988"/>
                  </a:lnTo>
                  <a:lnTo>
                    <a:pt x="10424160" y="917448"/>
                  </a:lnTo>
                  <a:lnTo>
                    <a:pt x="10419841" y="913257"/>
                  </a:lnTo>
                  <a:close/>
                </a:path>
                <a:path w="10424160" h="5213350">
                  <a:moveTo>
                    <a:pt x="10419841" y="951357"/>
                  </a:moveTo>
                  <a:lnTo>
                    <a:pt x="10409428" y="951357"/>
                  </a:lnTo>
                  <a:lnTo>
                    <a:pt x="10405110" y="955548"/>
                  </a:lnTo>
                  <a:lnTo>
                    <a:pt x="10405110" y="966088"/>
                  </a:lnTo>
                  <a:lnTo>
                    <a:pt x="10409428" y="970407"/>
                  </a:lnTo>
                  <a:lnTo>
                    <a:pt x="10419841" y="970407"/>
                  </a:lnTo>
                  <a:lnTo>
                    <a:pt x="10424160" y="966088"/>
                  </a:lnTo>
                  <a:lnTo>
                    <a:pt x="10424160" y="955548"/>
                  </a:lnTo>
                  <a:lnTo>
                    <a:pt x="10419841" y="951357"/>
                  </a:lnTo>
                  <a:close/>
                </a:path>
                <a:path w="10424160" h="5213350">
                  <a:moveTo>
                    <a:pt x="10419841" y="989457"/>
                  </a:moveTo>
                  <a:lnTo>
                    <a:pt x="10409428" y="989457"/>
                  </a:lnTo>
                  <a:lnTo>
                    <a:pt x="10405110" y="993775"/>
                  </a:lnTo>
                  <a:lnTo>
                    <a:pt x="10405110" y="1004316"/>
                  </a:lnTo>
                  <a:lnTo>
                    <a:pt x="10409428" y="1008507"/>
                  </a:lnTo>
                  <a:lnTo>
                    <a:pt x="10419841" y="1008507"/>
                  </a:lnTo>
                  <a:lnTo>
                    <a:pt x="10424160" y="1004316"/>
                  </a:lnTo>
                  <a:lnTo>
                    <a:pt x="10424160" y="993775"/>
                  </a:lnTo>
                  <a:lnTo>
                    <a:pt x="10419841" y="989457"/>
                  </a:lnTo>
                  <a:close/>
                </a:path>
                <a:path w="10424160" h="5213350">
                  <a:moveTo>
                    <a:pt x="10419841" y="1027557"/>
                  </a:moveTo>
                  <a:lnTo>
                    <a:pt x="10409428" y="1027557"/>
                  </a:lnTo>
                  <a:lnTo>
                    <a:pt x="10405110" y="1031875"/>
                  </a:lnTo>
                  <a:lnTo>
                    <a:pt x="10405110" y="1042416"/>
                  </a:lnTo>
                  <a:lnTo>
                    <a:pt x="10409428" y="1046607"/>
                  </a:lnTo>
                  <a:lnTo>
                    <a:pt x="10419841" y="1046607"/>
                  </a:lnTo>
                  <a:lnTo>
                    <a:pt x="10424160" y="1042416"/>
                  </a:lnTo>
                  <a:lnTo>
                    <a:pt x="10424160" y="1031875"/>
                  </a:lnTo>
                  <a:lnTo>
                    <a:pt x="10419841" y="1027557"/>
                  </a:lnTo>
                  <a:close/>
                </a:path>
                <a:path w="10424160" h="5213350">
                  <a:moveTo>
                    <a:pt x="10419841" y="1065657"/>
                  </a:moveTo>
                  <a:lnTo>
                    <a:pt x="10409428" y="1065657"/>
                  </a:lnTo>
                  <a:lnTo>
                    <a:pt x="10405110" y="1069975"/>
                  </a:lnTo>
                  <a:lnTo>
                    <a:pt x="10405110" y="1080516"/>
                  </a:lnTo>
                  <a:lnTo>
                    <a:pt x="10409428" y="1084834"/>
                  </a:lnTo>
                  <a:lnTo>
                    <a:pt x="10419841" y="1084834"/>
                  </a:lnTo>
                  <a:lnTo>
                    <a:pt x="10424160" y="1080516"/>
                  </a:lnTo>
                  <a:lnTo>
                    <a:pt x="10424160" y="1069975"/>
                  </a:lnTo>
                  <a:lnTo>
                    <a:pt x="10419841" y="1065657"/>
                  </a:lnTo>
                  <a:close/>
                </a:path>
                <a:path w="10424160" h="5213350">
                  <a:moveTo>
                    <a:pt x="10419841" y="1103884"/>
                  </a:moveTo>
                  <a:lnTo>
                    <a:pt x="10409428" y="1103884"/>
                  </a:lnTo>
                  <a:lnTo>
                    <a:pt x="10405110" y="1108075"/>
                  </a:lnTo>
                  <a:lnTo>
                    <a:pt x="10405110" y="1118616"/>
                  </a:lnTo>
                  <a:lnTo>
                    <a:pt x="10409428" y="1122934"/>
                  </a:lnTo>
                  <a:lnTo>
                    <a:pt x="10419841" y="1122934"/>
                  </a:lnTo>
                  <a:lnTo>
                    <a:pt x="10424160" y="1118616"/>
                  </a:lnTo>
                  <a:lnTo>
                    <a:pt x="10424160" y="1108075"/>
                  </a:lnTo>
                  <a:lnTo>
                    <a:pt x="10419841" y="1103884"/>
                  </a:lnTo>
                  <a:close/>
                </a:path>
                <a:path w="10424160" h="5213350">
                  <a:moveTo>
                    <a:pt x="10419841" y="1141984"/>
                  </a:moveTo>
                  <a:lnTo>
                    <a:pt x="10409428" y="1141984"/>
                  </a:lnTo>
                  <a:lnTo>
                    <a:pt x="10405110" y="1146175"/>
                  </a:lnTo>
                  <a:lnTo>
                    <a:pt x="10405110" y="1156716"/>
                  </a:lnTo>
                  <a:lnTo>
                    <a:pt x="10409428" y="1161034"/>
                  </a:lnTo>
                  <a:lnTo>
                    <a:pt x="10419841" y="1161034"/>
                  </a:lnTo>
                  <a:lnTo>
                    <a:pt x="10424160" y="1156716"/>
                  </a:lnTo>
                  <a:lnTo>
                    <a:pt x="10424160" y="1146175"/>
                  </a:lnTo>
                  <a:lnTo>
                    <a:pt x="10419841" y="1141984"/>
                  </a:lnTo>
                  <a:close/>
                </a:path>
                <a:path w="10424160" h="5213350">
                  <a:moveTo>
                    <a:pt x="10419841" y="1180084"/>
                  </a:moveTo>
                  <a:lnTo>
                    <a:pt x="10409428" y="1180084"/>
                  </a:lnTo>
                  <a:lnTo>
                    <a:pt x="10405110" y="1184275"/>
                  </a:lnTo>
                  <a:lnTo>
                    <a:pt x="10405110" y="1194816"/>
                  </a:lnTo>
                  <a:lnTo>
                    <a:pt x="10409428" y="1199134"/>
                  </a:lnTo>
                  <a:lnTo>
                    <a:pt x="10419841" y="1199134"/>
                  </a:lnTo>
                  <a:lnTo>
                    <a:pt x="10424160" y="1194816"/>
                  </a:lnTo>
                  <a:lnTo>
                    <a:pt x="10424160" y="1184275"/>
                  </a:lnTo>
                  <a:lnTo>
                    <a:pt x="10419841" y="1180084"/>
                  </a:lnTo>
                  <a:close/>
                </a:path>
                <a:path w="10424160" h="5213350">
                  <a:moveTo>
                    <a:pt x="10419841" y="1218184"/>
                  </a:moveTo>
                  <a:lnTo>
                    <a:pt x="10409428" y="1218184"/>
                  </a:lnTo>
                  <a:lnTo>
                    <a:pt x="10405110" y="1222502"/>
                  </a:lnTo>
                  <a:lnTo>
                    <a:pt x="10405110" y="1233043"/>
                  </a:lnTo>
                  <a:lnTo>
                    <a:pt x="10409428" y="1237234"/>
                  </a:lnTo>
                  <a:lnTo>
                    <a:pt x="10419841" y="1237234"/>
                  </a:lnTo>
                  <a:lnTo>
                    <a:pt x="10424160" y="1233043"/>
                  </a:lnTo>
                  <a:lnTo>
                    <a:pt x="10424160" y="1222502"/>
                  </a:lnTo>
                  <a:lnTo>
                    <a:pt x="10419841" y="1218184"/>
                  </a:lnTo>
                  <a:close/>
                </a:path>
                <a:path w="10424160" h="5213350">
                  <a:moveTo>
                    <a:pt x="10419841" y="1256284"/>
                  </a:moveTo>
                  <a:lnTo>
                    <a:pt x="10409428" y="1256284"/>
                  </a:lnTo>
                  <a:lnTo>
                    <a:pt x="10405110" y="1260602"/>
                  </a:lnTo>
                  <a:lnTo>
                    <a:pt x="10405110" y="1271143"/>
                  </a:lnTo>
                  <a:lnTo>
                    <a:pt x="10409428" y="1275334"/>
                  </a:lnTo>
                  <a:lnTo>
                    <a:pt x="10419841" y="1275334"/>
                  </a:lnTo>
                  <a:lnTo>
                    <a:pt x="10424160" y="1271143"/>
                  </a:lnTo>
                  <a:lnTo>
                    <a:pt x="10424160" y="1260602"/>
                  </a:lnTo>
                  <a:lnTo>
                    <a:pt x="10419841" y="1256284"/>
                  </a:lnTo>
                  <a:close/>
                </a:path>
                <a:path w="10424160" h="5213350">
                  <a:moveTo>
                    <a:pt x="10419841" y="1294384"/>
                  </a:moveTo>
                  <a:lnTo>
                    <a:pt x="10409428" y="1294384"/>
                  </a:lnTo>
                  <a:lnTo>
                    <a:pt x="10405110" y="1298702"/>
                  </a:lnTo>
                  <a:lnTo>
                    <a:pt x="10405110" y="1309243"/>
                  </a:lnTo>
                  <a:lnTo>
                    <a:pt x="10409428" y="1313434"/>
                  </a:lnTo>
                  <a:lnTo>
                    <a:pt x="10419841" y="1313434"/>
                  </a:lnTo>
                  <a:lnTo>
                    <a:pt x="10424160" y="1309243"/>
                  </a:lnTo>
                  <a:lnTo>
                    <a:pt x="10424160" y="1298702"/>
                  </a:lnTo>
                  <a:lnTo>
                    <a:pt x="10419841" y="1294384"/>
                  </a:lnTo>
                  <a:close/>
                </a:path>
                <a:path w="10424160" h="5213350">
                  <a:moveTo>
                    <a:pt x="10419841" y="1332484"/>
                  </a:moveTo>
                  <a:lnTo>
                    <a:pt x="10409428" y="1332484"/>
                  </a:lnTo>
                  <a:lnTo>
                    <a:pt x="10405110" y="1336802"/>
                  </a:lnTo>
                  <a:lnTo>
                    <a:pt x="10405110" y="1347343"/>
                  </a:lnTo>
                  <a:lnTo>
                    <a:pt x="10409428" y="1351661"/>
                  </a:lnTo>
                  <a:lnTo>
                    <a:pt x="10419841" y="1351661"/>
                  </a:lnTo>
                  <a:lnTo>
                    <a:pt x="10424160" y="1347343"/>
                  </a:lnTo>
                  <a:lnTo>
                    <a:pt x="10424160" y="1336802"/>
                  </a:lnTo>
                  <a:lnTo>
                    <a:pt x="10419841" y="1332484"/>
                  </a:lnTo>
                  <a:close/>
                </a:path>
                <a:path w="10424160" h="5213350">
                  <a:moveTo>
                    <a:pt x="10419841" y="1370711"/>
                  </a:moveTo>
                  <a:lnTo>
                    <a:pt x="10409428" y="1370711"/>
                  </a:lnTo>
                  <a:lnTo>
                    <a:pt x="10405110" y="1374902"/>
                  </a:lnTo>
                  <a:lnTo>
                    <a:pt x="10405110" y="1385443"/>
                  </a:lnTo>
                  <a:lnTo>
                    <a:pt x="10409428" y="1389761"/>
                  </a:lnTo>
                  <a:lnTo>
                    <a:pt x="10419841" y="1389761"/>
                  </a:lnTo>
                  <a:lnTo>
                    <a:pt x="10424160" y="1385443"/>
                  </a:lnTo>
                  <a:lnTo>
                    <a:pt x="10424160" y="1374902"/>
                  </a:lnTo>
                  <a:lnTo>
                    <a:pt x="10419841" y="1370711"/>
                  </a:lnTo>
                  <a:close/>
                </a:path>
                <a:path w="10424160" h="5213350">
                  <a:moveTo>
                    <a:pt x="10419841" y="1408811"/>
                  </a:moveTo>
                  <a:lnTo>
                    <a:pt x="10409428" y="1408811"/>
                  </a:lnTo>
                  <a:lnTo>
                    <a:pt x="10405110" y="1413002"/>
                  </a:lnTo>
                  <a:lnTo>
                    <a:pt x="10405110" y="1423543"/>
                  </a:lnTo>
                  <a:lnTo>
                    <a:pt x="10409428" y="1427861"/>
                  </a:lnTo>
                  <a:lnTo>
                    <a:pt x="10419841" y="1427861"/>
                  </a:lnTo>
                  <a:lnTo>
                    <a:pt x="10424160" y="1423543"/>
                  </a:lnTo>
                  <a:lnTo>
                    <a:pt x="10424160" y="1413002"/>
                  </a:lnTo>
                  <a:lnTo>
                    <a:pt x="10419841" y="1408811"/>
                  </a:lnTo>
                  <a:close/>
                </a:path>
                <a:path w="10424160" h="5213350">
                  <a:moveTo>
                    <a:pt x="10419841" y="1446911"/>
                  </a:moveTo>
                  <a:lnTo>
                    <a:pt x="10409428" y="1446911"/>
                  </a:lnTo>
                  <a:lnTo>
                    <a:pt x="10405110" y="1451102"/>
                  </a:lnTo>
                  <a:lnTo>
                    <a:pt x="10405110" y="1461643"/>
                  </a:lnTo>
                  <a:lnTo>
                    <a:pt x="10409428" y="1465961"/>
                  </a:lnTo>
                  <a:lnTo>
                    <a:pt x="10419841" y="1465961"/>
                  </a:lnTo>
                  <a:lnTo>
                    <a:pt x="10424160" y="1461643"/>
                  </a:lnTo>
                  <a:lnTo>
                    <a:pt x="10424160" y="1451102"/>
                  </a:lnTo>
                  <a:lnTo>
                    <a:pt x="10419841" y="1446911"/>
                  </a:lnTo>
                  <a:close/>
                </a:path>
                <a:path w="10424160" h="5213350">
                  <a:moveTo>
                    <a:pt x="10419841" y="1485011"/>
                  </a:moveTo>
                  <a:lnTo>
                    <a:pt x="10409428" y="1485011"/>
                  </a:lnTo>
                  <a:lnTo>
                    <a:pt x="10405110" y="1489329"/>
                  </a:lnTo>
                  <a:lnTo>
                    <a:pt x="10405110" y="1499870"/>
                  </a:lnTo>
                  <a:lnTo>
                    <a:pt x="10409428" y="1504061"/>
                  </a:lnTo>
                  <a:lnTo>
                    <a:pt x="10419841" y="1504061"/>
                  </a:lnTo>
                  <a:lnTo>
                    <a:pt x="10424160" y="1499870"/>
                  </a:lnTo>
                  <a:lnTo>
                    <a:pt x="10424160" y="1489329"/>
                  </a:lnTo>
                  <a:lnTo>
                    <a:pt x="10419841" y="1485011"/>
                  </a:lnTo>
                  <a:close/>
                </a:path>
                <a:path w="10424160" h="5213350">
                  <a:moveTo>
                    <a:pt x="10419841" y="1523111"/>
                  </a:moveTo>
                  <a:lnTo>
                    <a:pt x="10409428" y="1523111"/>
                  </a:lnTo>
                  <a:lnTo>
                    <a:pt x="10405110" y="1527429"/>
                  </a:lnTo>
                  <a:lnTo>
                    <a:pt x="10405110" y="1537970"/>
                  </a:lnTo>
                  <a:lnTo>
                    <a:pt x="10409428" y="1542161"/>
                  </a:lnTo>
                  <a:lnTo>
                    <a:pt x="10419841" y="1542161"/>
                  </a:lnTo>
                  <a:lnTo>
                    <a:pt x="10424160" y="1537970"/>
                  </a:lnTo>
                  <a:lnTo>
                    <a:pt x="10424160" y="1527429"/>
                  </a:lnTo>
                  <a:lnTo>
                    <a:pt x="10419841" y="1523111"/>
                  </a:lnTo>
                  <a:close/>
                </a:path>
                <a:path w="10424160" h="5213350">
                  <a:moveTo>
                    <a:pt x="10419841" y="1561211"/>
                  </a:moveTo>
                  <a:lnTo>
                    <a:pt x="10409428" y="1561211"/>
                  </a:lnTo>
                  <a:lnTo>
                    <a:pt x="10405110" y="1565529"/>
                  </a:lnTo>
                  <a:lnTo>
                    <a:pt x="10405110" y="1576070"/>
                  </a:lnTo>
                  <a:lnTo>
                    <a:pt x="10409428" y="1580261"/>
                  </a:lnTo>
                  <a:lnTo>
                    <a:pt x="10419841" y="1580261"/>
                  </a:lnTo>
                  <a:lnTo>
                    <a:pt x="10424160" y="1576070"/>
                  </a:lnTo>
                  <a:lnTo>
                    <a:pt x="10424160" y="1565529"/>
                  </a:lnTo>
                  <a:lnTo>
                    <a:pt x="10419841" y="1561211"/>
                  </a:lnTo>
                  <a:close/>
                </a:path>
                <a:path w="10424160" h="5213350">
                  <a:moveTo>
                    <a:pt x="10419841" y="1599311"/>
                  </a:moveTo>
                  <a:lnTo>
                    <a:pt x="10409428" y="1599311"/>
                  </a:lnTo>
                  <a:lnTo>
                    <a:pt x="10405110" y="1603629"/>
                  </a:lnTo>
                  <a:lnTo>
                    <a:pt x="10405110" y="1614170"/>
                  </a:lnTo>
                  <a:lnTo>
                    <a:pt x="10409428" y="1618488"/>
                  </a:lnTo>
                  <a:lnTo>
                    <a:pt x="10419841" y="1618488"/>
                  </a:lnTo>
                  <a:lnTo>
                    <a:pt x="10424160" y="1614170"/>
                  </a:lnTo>
                  <a:lnTo>
                    <a:pt x="10424160" y="1603629"/>
                  </a:lnTo>
                  <a:lnTo>
                    <a:pt x="10419841" y="1599311"/>
                  </a:lnTo>
                  <a:close/>
                </a:path>
                <a:path w="10424160" h="5213350">
                  <a:moveTo>
                    <a:pt x="10419841" y="1637538"/>
                  </a:moveTo>
                  <a:lnTo>
                    <a:pt x="10409428" y="1637538"/>
                  </a:lnTo>
                  <a:lnTo>
                    <a:pt x="10405110" y="1641729"/>
                  </a:lnTo>
                  <a:lnTo>
                    <a:pt x="10405110" y="1652270"/>
                  </a:lnTo>
                  <a:lnTo>
                    <a:pt x="10409428" y="1656588"/>
                  </a:lnTo>
                  <a:lnTo>
                    <a:pt x="10419841" y="1656588"/>
                  </a:lnTo>
                  <a:lnTo>
                    <a:pt x="10424160" y="1652270"/>
                  </a:lnTo>
                  <a:lnTo>
                    <a:pt x="10424160" y="1641729"/>
                  </a:lnTo>
                  <a:lnTo>
                    <a:pt x="10419841" y="1637538"/>
                  </a:lnTo>
                  <a:close/>
                </a:path>
                <a:path w="10424160" h="5213350">
                  <a:moveTo>
                    <a:pt x="10419841" y="1675638"/>
                  </a:moveTo>
                  <a:lnTo>
                    <a:pt x="10409428" y="1675638"/>
                  </a:lnTo>
                  <a:lnTo>
                    <a:pt x="10405110" y="1679829"/>
                  </a:lnTo>
                  <a:lnTo>
                    <a:pt x="10405110" y="1690370"/>
                  </a:lnTo>
                  <a:lnTo>
                    <a:pt x="10409428" y="1694688"/>
                  </a:lnTo>
                  <a:lnTo>
                    <a:pt x="10419841" y="1694688"/>
                  </a:lnTo>
                  <a:lnTo>
                    <a:pt x="10424160" y="1690370"/>
                  </a:lnTo>
                  <a:lnTo>
                    <a:pt x="10424160" y="1679829"/>
                  </a:lnTo>
                  <a:lnTo>
                    <a:pt x="10419841" y="1675638"/>
                  </a:lnTo>
                  <a:close/>
                </a:path>
                <a:path w="10424160" h="5213350">
                  <a:moveTo>
                    <a:pt x="10419841" y="1713738"/>
                  </a:moveTo>
                  <a:lnTo>
                    <a:pt x="10409428" y="1713738"/>
                  </a:lnTo>
                  <a:lnTo>
                    <a:pt x="10405110" y="1717929"/>
                  </a:lnTo>
                  <a:lnTo>
                    <a:pt x="10405110" y="1728470"/>
                  </a:lnTo>
                  <a:lnTo>
                    <a:pt x="10409428" y="1732788"/>
                  </a:lnTo>
                  <a:lnTo>
                    <a:pt x="10419841" y="1732788"/>
                  </a:lnTo>
                  <a:lnTo>
                    <a:pt x="10424160" y="1728470"/>
                  </a:lnTo>
                  <a:lnTo>
                    <a:pt x="10424160" y="1717929"/>
                  </a:lnTo>
                  <a:lnTo>
                    <a:pt x="10419841" y="1713738"/>
                  </a:lnTo>
                  <a:close/>
                </a:path>
                <a:path w="10424160" h="5213350">
                  <a:moveTo>
                    <a:pt x="10419841" y="1751838"/>
                  </a:moveTo>
                  <a:lnTo>
                    <a:pt x="10409428" y="1751838"/>
                  </a:lnTo>
                  <a:lnTo>
                    <a:pt x="10405110" y="1756156"/>
                  </a:lnTo>
                  <a:lnTo>
                    <a:pt x="10405110" y="1766697"/>
                  </a:lnTo>
                  <a:lnTo>
                    <a:pt x="10409428" y="1770888"/>
                  </a:lnTo>
                  <a:lnTo>
                    <a:pt x="10419841" y="1770888"/>
                  </a:lnTo>
                  <a:lnTo>
                    <a:pt x="10424160" y="1766697"/>
                  </a:lnTo>
                  <a:lnTo>
                    <a:pt x="10424160" y="1756156"/>
                  </a:lnTo>
                  <a:lnTo>
                    <a:pt x="10419841" y="1751838"/>
                  </a:lnTo>
                  <a:close/>
                </a:path>
                <a:path w="10424160" h="5213350">
                  <a:moveTo>
                    <a:pt x="10419841" y="1789938"/>
                  </a:moveTo>
                  <a:lnTo>
                    <a:pt x="10409428" y="1789938"/>
                  </a:lnTo>
                  <a:lnTo>
                    <a:pt x="10405110" y="1794256"/>
                  </a:lnTo>
                  <a:lnTo>
                    <a:pt x="10405110" y="1804797"/>
                  </a:lnTo>
                  <a:lnTo>
                    <a:pt x="10409428" y="1808988"/>
                  </a:lnTo>
                  <a:lnTo>
                    <a:pt x="10419841" y="1808988"/>
                  </a:lnTo>
                  <a:lnTo>
                    <a:pt x="10424160" y="1804797"/>
                  </a:lnTo>
                  <a:lnTo>
                    <a:pt x="10424160" y="1794256"/>
                  </a:lnTo>
                  <a:lnTo>
                    <a:pt x="10419841" y="1789938"/>
                  </a:lnTo>
                  <a:close/>
                </a:path>
                <a:path w="10424160" h="5213350">
                  <a:moveTo>
                    <a:pt x="10419841" y="1828038"/>
                  </a:moveTo>
                  <a:lnTo>
                    <a:pt x="10409428" y="1828038"/>
                  </a:lnTo>
                  <a:lnTo>
                    <a:pt x="10405110" y="1832356"/>
                  </a:lnTo>
                  <a:lnTo>
                    <a:pt x="10405110" y="1842897"/>
                  </a:lnTo>
                  <a:lnTo>
                    <a:pt x="10409428" y="1847215"/>
                  </a:lnTo>
                  <a:lnTo>
                    <a:pt x="10419841" y="1847215"/>
                  </a:lnTo>
                  <a:lnTo>
                    <a:pt x="10424160" y="1842897"/>
                  </a:lnTo>
                  <a:lnTo>
                    <a:pt x="10424160" y="1837690"/>
                  </a:lnTo>
                  <a:lnTo>
                    <a:pt x="10411460" y="1837690"/>
                  </a:lnTo>
                  <a:lnTo>
                    <a:pt x="10411460" y="1837563"/>
                  </a:lnTo>
                  <a:lnTo>
                    <a:pt x="10424160" y="1837563"/>
                  </a:lnTo>
                  <a:lnTo>
                    <a:pt x="10424160" y="1832356"/>
                  </a:lnTo>
                  <a:lnTo>
                    <a:pt x="10419841" y="1828038"/>
                  </a:lnTo>
                  <a:close/>
                </a:path>
                <a:path w="10424160" h="5213350">
                  <a:moveTo>
                    <a:pt x="10424160" y="1837563"/>
                  </a:moveTo>
                  <a:lnTo>
                    <a:pt x="10417810" y="1837563"/>
                  </a:lnTo>
                  <a:lnTo>
                    <a:pt x="10417810" y="1837690"/>
                  </a:lnTo>
                  <a:lnTo>
                    <a:pt x="10424160" y="1837690"/>
                  </a:lnTo>
                  <a:lnTo>
                    <a:pt x="10424160" y="1837563"/>
                  </a:lnTo>
                  <a:close/>
                </a:path>
                <a:path w="10424160" h="5213350">
                  <a:moveTo>
                    <a:pt x="10419841" y="1866265"/>
                  </a:moveTo>
                  <a:lnTo>
                    <a:pt x="10409428" y="1866265"/>
                  </a:lnTo>
                  <a:lnTo>
                    <a:pt x="10405110" y="1870456"/>
                  </a:lnTo>
                  <a:lnTo>
                    <a:pt x="10405110" y="1880997"/>
                  </a:lnTo>
                  <a:lnTo>
                    <a:pt x="10409428" y="1885315"/>
                  </a:lnTo>
                  <a:lnTo>
                    <a:pt x="10419841" y="1885315"/>
                  </a:lnTo>
                  <a:lnTo>
                    <a:pt x="10424160" y="1880997"/>
                  </a:lnTo>
                  <a:lnTo>
                    <a:pt x="10424160" y="1870456"/>
                  </a:lnTo>
                  <a:lnTo>
                    <a:pt x="10419841" y="1866265"/>
                  </a:lnTo>
                  <a:close/>
                </a:path>
                <a:path w="10424160" h="5213350">
                  <a:moveTo>
                    <a:pt x="10419841" y="1904365"/>
                  </a:moveTo>
                  <a:lnTo>
                    <a:pt x="10409428" y="1904365"/>
                  </a:lnTo>
                  <a:lnTo>
                    <a:pt x="10405110" y="1908556"/>
                  </a:lnTo>
                  <a:lnTo>
                    <a:pt x="10405110" y="1919097"/>
                  </a:lnTo>
                  <a:lnTo>
                    <a:pt x="10409428" y="1923415"/>
                  </a:lnTo>
                  <a:lnTo>
                    <a:pt x="10419841" y="1923415"/>
                  </a:lnTo>
                  <a:lnTo>
                    <a:pt x="10424160" y="1919097"/>
                  </a:lnTo>
                  <a:lnTo>
                    <a:pt x="10424160" y="1908556"/>
                  </a:lnTo>
                  <a:lnTo>
                    <a:pt x="10419841" y="1904365"/>
                  </a:lnTo>
                  <a:close/>
                </a:path>
                <a:path w="10424160" h="5213350">
                  <a:moveTo>
                    <a:pt x="10419841" y="1942465"/>
                  </a:moveTo>
                  <a:lnTo>
                    <a:pt x="10409428" y="1942465"/>
                  </a:lnTo>
                  <a:lnTo>
                    <a:pt x="10405110" y="1946656"/>
                  </a:lnTo>
                  <a:lnTo>
                    <a:pt x="10405110" y="1957197"/>
                  </a:lnTo>
                  <a:lnTo>
                    <a:pt x="10409428" y="1961515"/>
                  </a:lnTo>
                  <a:lnTo>
                    <a:pt x="10419841" y="1961515"/>
                  </a:lnTo>
                  <a:lnTo>
                    <a:pt x="10424160" y="1957197"/>
                  </a:lnTo>
                  <a:lnTo>
                    <a:pt x="10424160" y="1946656"/>
                  </a:lnTo>
                  <a:lnTo>
                    <a:pt x="10419841" y="1942465"/>
                  </a:lnTo>
                  <a:close/>
                </a:path>
                <a:path w="10424160" h="5213350">
                  <a:moveTo>
                    <a:pt x="10419841" y="1980565"/>
                  </a:moveTo>
                  <a:lnTo>
                    <a:pt x="10409428" y="1980565"/>
                  </a:lnTo>
                  <a:lnTo>
                    <a:pt x="10405110" y="1984883"/>
                  </a:lnTo>
                  <a:lnTo>
                    <a:pt x="10405110" y="1995424"/>
                  </a:lnTo>
                  <a:lnTo>
                    <a:pt x="10409428" y="1999615"/>
                  </a:lnTo>
                  <a:lnTo>
                    <a:pt x="10419841" y="1999615"/>
                  </a:lnTo>
                  <a:lnTo>
                    <a:pt x="10424160" y="1995424"/>
                  </a:lnTo>
                  <a:lnTo>
                    <a:pt x="10424160" y="1984883"/>
                  </a:lnTo>
                  <a:lnTo>
                    <a:pt x="10419841" y="1980565"/>
                  </a:lnTo>
                  <a:close/>
                </a:path>
                <a:path w="10424160" h="5213350">
                  <a:moveTo>
                    <a:pt x="10419841" y="2018665"/>
                  </a:moveTo>
                  <a:lnTo>
                    <a:pt x="10409428" y="2018665"/>
                  </a:lnTo>
                  <a:lnTo>
                    <a:pt x="10405110" y="2022983"/>
                  </a:lnTo>
                  <a:lnTo>
                    <a:pt x="10405110" y="2033524"/>
                  </a:lnTo>
                  <a:lnTo>
                    <a:pt x="10409428" y="2037715"/>
                  </a:lnTo>
                  <a:lnTo>
                    <a:pt x="10419841" y="2037715"/>
                  </a:lnTo>
                  <a:lnTo>
                    <a:pt x="10424160" y="2033524"/>
                  </a:lnTo>
                  <a:lnTo>
                    <a:pt x="10424160" y="2022983"/>
                  </a:lnTo>
                  <a:lnTo>
                    <a:pt x="10419841" y="2018665"/>
                  </a:lnTo>
                  <a:close/>
                </a:path>
                <a:path w="10424160" h="5213350">
                  <a:moveTo>
                    <a:pt x="10419841" y="2056765"/>
                  </a:moveTo>
                  <a:lnTo>
                    <a:pt x="10409428" y="2056765"/>
                  </a:lnTo>
                  <a:lnTo>
                    <a:pt x="10405110" y="2061083"/>
                  </a:lnTo>
                  <a:lnTo>
                    <a:pt x="10405110" y="2071624"/>
                  </a:lnTo>
                  <a:lnTo>
                    <a:pt x="10409428" y="2075815"/>
                  </a:lnTo>
                  <a:lnTo>
                    <a:pt x="10419841" y="2075815"/>
                  </a:lnTo>
                  <a:lnTo>
                    <a:pt x="10424160" y="2071624"/>
                  </a:lnTo>
                  <a:lnTo>
                    <a:pt x="10424160" y="2061083"/>
                  </a:lnTo>
                  <a:lnTo>
                    <a:pt x="10419841" y="2056765"/>
                  </a:lnTo>
                  <a:close/>
                </a:path>
                <a:path w="10424160" h="5213350">
                  <a:moveTo>
                    <a:pt x="10419841" y="2094865"/>
                  </a:moveTo>
                  <a:lnTo>
                    <a:pt x="10409428" y="2094865"/>
                  </a:lnTo>
                  <a:lnTo>
                    <a:pt x="10405110" y="2099183"/>
                  </a:lnTo>
                  <a:lnTo>
                    <a:pt x="10405110" y="2109724"/>
                  </a:lnTo>
                  <a:lnTo>
                    <a:pt x="10409428" y="2114042"/>
                  </a:lnTo>
                  <a:lnTo>
                    <a:pt x="10419841" y="2114042"/>
                  </a:lnTo>
                  <a:lnTo>
                    <a:pt x="10424160" y="2109724"/>
                  </a:lnTo>
                  <a:lnTo>
                    <a:pt x="10424160" y="2099183"/>
                  </a:lnTo>
                  <a:lnTo>
                    <a:pt x="10419841" y="2094865"/>
                  </a:lnTo>
                  <a:close/>
                </a:path>
                <a:path w="10424160" h="5213350">
                  <a:moveTo>
                    <a:pt x="10419841" y="2133092"/>
                  </a:moveTo>
                  <a:lnTo>
                    <a:pt x="10409428" y="2133092"/>
                  </a:lnTo>
                  <a:lnTo>
                    <a:pt x="10405110" y="2137283"/>
                  </a:lnTo>
                  <a:lnTo>
                    <a:pt x="10405110" y="2147824"/>
                  </a:lnTo>
                  <a:lnTo>
                    <a:pt x="10409428" y="2152142"/>
                  </a:lnTo>
                  <a:lnTo>
                    <a:pt x="10419841" y="2152142"/>
                  </a:lnTo>
                  <a:lnTo>
                    <a:pt x="10424160" y="2147824"/>
                  </a:lnTo>
                  <a:lnTo>
                    <a:pt x="10424160" y="2137283"/>
                  </a:lnTo>
                  <a:lnTo>
                    <a:pt x="10419841" y="2133092"/>
                  </a:lnTo>
                  <a:close/>
                </a:path>
                <a:path w="10424160" h="5213350">
                  <a:moveTo>
                    <a:pt x="10419841" y="2171192"/>
                  </a:moveTo>
                  <a:lnTo>
                    <a:pt x="10409428" y="2171192"/>
                  </a:lnTo>
                  <a:lnTo>
                    <a:pt x="10405110" y="2175383"/>
                  </a:lnTo>
                  <a:lnTo>
                    <a:pt x="10405110" y="2185924"/>
                  </a:lnTo>
                  <a:lnTo>
                    <a:pt x="10409428" y="2190242"/>
                  </a:lnTo>
                  <a:lnTo>
                    <a:pt x="10419841" y="2190242"/>
                  </a:lnTo>
                  <a:lnTo>
                    <a:pt x="10424160" y="2185924"/>
                  </a:lnTo>
                  <a:lnTo>
                    <a:pt x="10424160" y="2175383"/>
                  </a:lnTo>
                  <a:lnTo>
                    <a:pt x="10419841" y="2171192"/>
                  </a:lnTo>
                  <a:close/>
                </a:path>
                <a:path w="10424160" h="5213350">
                  <a:moveTo>
                    <a:pt x="10419841" y="2209292"/>
                  </a:moveTo>
                  <a:lnTo>
                    <a:pt x="10409428" y="2209292"/>
                  </a:lnTo>
                  <a:lnTo>
                    <a:pt x="10405110" y="2213483"/>
                  </a:lnTo>
                  <a:lnTo>
                    <a:pt x="10405110" y="2224024"/>
                  </a:lnTo>
                  <a:lnTo>
                    <a:pt x="10409428" y="2228342"/>
                  </a:lnTo>
                  <a:lnTo>
                    <a:pt x="10419841" y="2228342"/>
                  </a:lnTo>
                  <a:lnTo>
                    <a:pt x="10424160" y="2224024"/>
                  </a:lnTo>
                  <a:lnTo>
                    <a:pt x="10424160" y="2213483"/>
                  </a:lnTo>
                  <a:lnTo>
                    <a:pt x="10419841" y="2209292"/>
                  </a:lnTo>
                  <a:close/>
                </a:path>
                <a:path w="10424160" h="5213350">
                  <a:moveTo>
                    <a:pt x="10419841" y="2247392"/>
                  </a:moveTo>
                  <a:lnTo>
                    <a:pt x="10409428" y="2247392"/>
                  </a:lnTo>
                  <a:lnTo>
                    <a:pt x="10405110" y="2251710"/>
                  </a:lnTo>
                  <a:lnTo>
                    <a:pt x="10405110" y="2262251"/>
                  </a:lnTo>
                  <a:lnTo>
                    <a:pt x="10409428" y="2266442"/>
                  </a:lnTo>
                  <a:lnTo>
                    <a:pt x="10419841" y="2266442"/>
                  </a:lnTo>
                  <a:lnTo>
                    <a:pt x="10424160" y="2262251"/>
                  </a:lnTo>
                  <a:lnTo>
                    <a:pt x="10424160" y="2251710"/>
                  </a:lnTo>
                  <a:lnTo>
                    <a:pt x="10419841" y="2247392"/>
                  </a:lnTo>
                  <a:close/>
                </a:path>
                <a:path w="10424160" h="5213350">
                  <a:moveTo>
                    <a:pt x="10419841" y="2285492"/>
                  </a:moveTo>
                  <a:lnTo>
                    <a:pt x="10409428" y="2285492"/>
                  </a:lnTo>
                  <a:lnTo>
                    <a:pt x="10405110" y="2289810"/>
                  </a:lnTo>
                  <a:lnTo>
                    <a:pt x="10405110" y="2300351"/>
                  </a:lnTo>
                  <a:lnTo>
                    <a:pt x="10409428" y="2304542"/>
                  </a:lnTo>
                  <a:lnTo>
                    <a:pt x="10419841" y="2304542"/>
                  </a:lnTo>
                  <a:lnTo>
                    <a:pt x="10424160" y="2300351"/>
                  </a:lnTo>
                  <a:lnTo>
                    <a:pt x="10424160" y="2289810"/>
                  </a:lnTo>
                  <a:lnTo>
                    <a:pt x="10419841" y="2285492"/>
                  </a:lnTo>
                  <a:close/>
                </a:path>
                <a:path w="10424160" h="5213350">
                  <a:moveTo>
                    <a:pt x="10419841" y="2323592"/>
                  </a:moveTo>
                  <a:lnTo>
                    <a:pt x="10409428" y="2323592"/>
                  </a:lnTo>
                  <a:lnTo>
                    <a:pt x="10405110" y="2327910"/>
                  </a:lnTo>
                  <a:lnTo>
                    <a:pt x="10405110" y="2338451"/>
                  </a:lnTo>
                  <a:lnTo>
                    <a:pt x="10409428" y="2342642"/>
                  </a:lnTo>
                  <a:lnTo>
                    <a:pt x="10419841" y="2342642"/>
                  </a:lnTo>
                  <a:lnTo>
                    <a:pt x="10424160" y="2338451"/>
                  </a:lnTo>
                  <a:lnTo>
                    <a:pt x="10424160" y="2327910"/>
                  </a:lnTo>
                  <a:lnTo>
                    <a:pt x="10419841" y="2323592"/>
                  </a:lnTo>
                  <a:close/>
                </a:path>
                <a:path w="10424160" h="5213350">
                  <a:moveTo>
                    <a:pt x="10419841" y="2361692"/>
                  </a:moveTo>
                  <a:lnTo>
                    <a:pt x="10409428" y="2361692"/>
                  </a:lnTo>
                  <a:lnTo>
                    <a:pt x="10405110" y="2366010"/>
                  </a:lnTo>
                  <a:lnTo>
                    <a:pt x="10405110" y="2376551"/>
                  </a:lnTo>
                  <a:lnTo>
                    <a:pt x="10409428" y="2380869"/>
                  </a:lnTo>
                  <a:lnTo>
                    <a:pt x="10419841" y="2380869"/>
                  </a:lnTo>
                  <a:lnTo>
                    <a:pt x="10424160" y="2376551"/>
                  </a:lnTo>
                  <a:lnTo>
                    <a:pt x="10424160" y="2371344"/>
                  </a:lnTo>
                  <a:lnTo>
                    <a:pt x="10411460" y="2371344"/>
                  </a:lnTo>
                  <a:lnTo>
                    <a:pt x="10411460" y="2371217"/>
                  </a:lnTo>
                  <a:lnTo>
                    <a:pt x="10424160" y="2371217"/>
                  </a:lnTo>
                  <a:lnTo>
                    <a:pt x="10424160" y="2366010"/>
                  </a:lnTo>
                  <a:lnTo>
                    <a:pt x="10419841" y="2361692"/>
                  </a:lnTo>
                  <a:close/>
                </a:path>
                <a:path w="10424160" h="5213350">
                  <a:moveTo>
                    <a:pt x="10424160" y="2371217"/>
                  </a:moveTo>
                  <a:lnTo>
                    <a:pt x="10417810" y="2371217"/>
                  </a:lnTo>
                  <a:lnTo>
                    <a:pt x="10417810" y="2371344"/>
                  </a:lnTo>
                  <a:lnTo>
                    <a:pt x="10424160" y="2371344"/>
                  </a:lnTo>
                  <a:lnTo>
                    <a:pt x="10424160" y="2371217"/>
                  </a:lnTo>
                  <a:close/>
                </a:path>
                <a:path w="10424160" h="5213350">
                  <a:moveTo>
                    <a:pt x="10419841" y="2399919"/>
                  </a:moveTo>
                  <a:lnTo>
                    <a:pt x="10409428" y="2399919"/>
                  </a:lnTo>
                  <a:lnTo>
                    <a:pt x="10405110" y="2404110"/>
                  </a:lnTo>
                  <a:lnTo>
                    <a:pt x="10405110" y="2414651"/>
                  </a:lnTo>
                  <a:lnTo>
                    <a:pt x="10409428" y="2418969"/>
                  </a:lnTo>
                  <a:lnTo>
                    <a:pt x="10419841" y="2418969"/>
                  </a:lnTo>
                  <a:lnTo>
                    <a:pt x="10424160" y="2414651"/>
                  </a:lnTo>
                  <a:lnTo>
                    <a:pt x="10424160" y="2404110"/>
                  </a:lnTo>
                  <a:lnTo>
                    <a:pt x="10419841" y="2399919"/>
                  </a:lnTo>
                  <a:close/>
                </a:path>
                <a:path w="10424160" h="5213350">
                  <a:moveTo>
                    <a:pt x="10419841" y="2438019"/>
                  </a:moveTo>
                  <a:lnTo>
                    <a:pt x="10409428" y="2438019"/>
                  </a:lnTo>
                  <a:lnTo>
                    <a:pt x="10405110" y="2442210"/>
                  </a:lnTo>
                  <a:lnTo>
                    <a:pt x="10405110" y="2452751"/>
                  </a:lnTo>
                  <a:lnTo>
                    <a:pt x="10409428" y="2457069"/>
                  </a:lnTo>
                  <a:lnTo>
                    <a:pt x="10419841" y="2457069"/>
                  </a:lnTo>
                  <a:lnTo>
                    <a:pt x="10424160" y="2452751"/>
                  </a:lnTo>
                  <a:lnTo>
                    <a:pt x="10424160" y="2442210"/>
                  </a:lnTo>
                  <a:lnTo>
                    <a:pt x="10419841" y="2438019"/>
                  </a:lnTo>
                  <a:close/>
                </a:path>
                <a:path w="10424160" h="5213350">
                  <a:moveTo>
                    <a:pt x="10419841" y="2476119"/>
                  </a:moveTo>
                  <a:lnTo>
                    <a:pt x="10409428" y="2476119"/>
                  </a:lnTo>
                  <a:lnTo>
                    <a:pt x="10405110" y="2480310"/>
                  </a:lnTo>
                  <a:lnTo>
                    <a:pt x="10405110" y="2490851"/>
                  </a:lnTo>
                  <a:lnTo>
                    <a:pt x="10409428" y="2495169"/>
                  </a:lnTo>
                  <a:lnTo>
                    <a:pt x="10419841" y="2495169"/>
                  </a:lnTo>
                  <a:lnTo>
                    <a:pt x="10424160" y="2490851"/>
                  </a:lnTo>
                  <a:lnTo>
                    <a:pt x="10424160" y="2480310"/>
                  </a:lnTo>
                  <a:lnTo>
                    <a:pt x="10419841" y="2476119"/>
                  </a:lnTo>
                  <a:close/>
                </a:path>
                <a:path w="10424160" h="5213350">
                  <a:moveTo>
                    <a:pt x="10419841" y="2514219"/>
                  </a:moveTo>
                  <a:lnTo>
                    <a:pt x="10409428" y="2514219"/>
                  </a:lnTo>
                  <a:lnTo>
                    <a:pt x="10405110" y="2518537"/>
                  </a:lnTo>
                  <a:lnTo>
                    <a:pt x="10405110" y="2529078"/>
                  </a:lnTo>
                  <a:lnTo>
                    <a:pt x="10409428" y="2533269"/>
                  </a:lnTo>
                  <a:lnTo>
                    <a:pt x="10419841" y="2533269"/>
                  </a:lnTo>
                  <a:lnTo>
                    <a:pt x="10424160" y="2529078"/>
                  </a:lnTo>
                  <a:lnTo>
                    <a:pt x="10424160" y="2518537"/>
                  </a:lnTo>
                  <a:lnTo>
                    <a:pt x="10419841" y="2514219"/>
                  </a:lnTo>
                  <a:close/>
                </a:path>
                <a:path w="10424160" h="5213350">
                  <a:moveTo>
                    <a:pt x="10419841" y="2552319"/>
                  </a:moveTo>
                  <a:lnTo>
                    <a:pt x="10409428" y="2552319"/>
                  </a:lnTo>
                  <a:lnTo>
                    <a:pt x="10405110" y="2556637"/>
                  </a:lnTo>
                  <a:lnTo>
                    <a:pt x="10405110" y="2567178"/>
                  </a:lnTo>
                  <a:lnTo>
                    <a:pt x="10409428" y="2571369"/>
                  </a:lnTo>
                  <a:lnTo>
                    <a:pt x="10419841" y="2571369"/>
                  </a:lnTo>
                  <a:lnTo>
                    <a:pt x="10424160" y="2567178"/>
                  </a:lnTo>
                  <a:lnTo>
                    <a:pt x="10424160" y="2556637"/>
                  </a:lnTo>
                  <a:lnTo>
                    <a:pt x="10419841" y="2552319"/>
                  </a:lnTo>
                  <a:close/>
                </a:path>
                <a:path w="10424160" h="5213350">
                  <a:moveTo>
                    <a:pt x="10419841" y="2590419"/>
                  </a:moveTo>
                  <a:lnTo>
                    <a:pt x="10409428" y="2590419"/>
                  </a:lnTo>
                  <a:lnTo>
                    <a:pt x="10405110" y="2594737"/>
                  </a:lnTo>
                  <a:lnTo>
                    <a:pt x="10405110" y="2605278"/>
                  </a:lnTo>
                  <a:lnTo>
                    <a:pt x="10409428" y="2609596"/>
                  </a:lnTo>
                  <a:lnTo>
                    <a:pt x="10419841" y="2609596"/>
                  </a:lnTo>
                  <a:lnTo>
                    <a:pt x="10424160" y="2605278"/>
                  </a:lnTo>
                  <a:lnTo>
                    <a:pt x="10424160" y="2594737"/>
                  </a:lnTo>
                  <a:lnTo>
                    <a:pt x="10419841" y="2590419"/>
                  </a:lnTo>
                  <a:close/>
                </a:path>
                <a:path w="10424160" h="5213350">
                  <a:moveTo>
                    <a:pt x="10419841" y="2628646"/>
                  </a:moveTo>
                  <a:lnTo>
                    <a:pt x="10409428" y="2628646"/>
                  </a:lnTo>
                  <a:lnTo>
                    <a:pt x="10405110" y="2632837"/>
                  </a:lnTo>
                  <a:lnTo>
                    <a:pt x="10405110" y="2643378"/>
                  </a:lnTo>
                  <a:lnTo>
                    <a:pt x="10409428" y="2647696"/>
                  </a:lnTo>
                  <a:lnTo>
                    <a:pt x="10419841" y="2647696"/>
                  </a:lnTo>
                  <a:lnTo>
                    <a:pt x="10424160" y="2643378"/>
                  </a:lnTo>
                  <a:lnTo>
                    <a:pt x="10424160" y="2632837"/>
                  </a:lnTo>
                  <a:lnTo>
                    <a:pt x="10419841" y="2628646"/>
                  </a:lnTo>
                  <a:close/>
                </a:path>
                <a:path w="10424160" h="5213350">
                  <a:moveTo>
                    <a:pt x="10419841" y="2666746"/>
                  </a:moveTo>
                  <a:lnTo>
                    <a:pt x="10409428" y="2666746"/>
                  </a:lnTo>
                  <a:lnTo>
                    <a:pt x="10405110" y="2670937"/>
                  </a:lnTo>
                  <a:lnTo>
                    <a:pt x="10405110" y="2681478"/>
                  </a:lnTo>
                  <a:lnTo>
                    <a:pt x="10409428" y="2685796"/>
                  </a:lnTo>
                  <a:lnTo>
                    <a:pt x="10419841" y="2685796"/>
                  </a:lnTo>
                  <a:lnTo>
                    <a:pt x="10424160" y="2681478"/>
                  </a:lnTo>
                  <a:lnTo>
                    <a:pt x="10424160" y="2670937"/>
                  </a:lnTo>
                  <a:lnTo>
                    <a:pt x="10419841" y="2666746"/>
                  </a:lnTo>
                  <a:close/>
                </a:path>
                <a:path w="10424160" h="5213350">
                  <a:moveTo>
                    <a:pt x="10419841" y="2704846"/>
                  </a:moveTo>
                  <a:lnTo>
                    <a:pt x="10409428" y="2704846"/>
                  </a:lnTo>
                  <a:lnTo>
                    <a:pt x="10405110" y="2709037"/>
                  </a:lnTo>
                  <a:lnTo>
                    <a:pt x="10405110" y="2719578"/>
                  </a:lnTo>
                  <a:lnTo>
                    <a:pt x="10409428" y="2723896"/>
                  </a:lnTo>
                  <a:lnTo>
                    <a:pt x="10419841" y="2723896"/>
                  </a:lnTo>
                  <a:lnTo>
                    <a:pt x="10424160" y="2719578"/>
                  </a:lnTo>
                  <a:lnTo>
                    <a:pt x="10424160" y="2709037"/>
                  </a:lnTo>
                  <a:lnTo>
                    <a:pt x="10419841" y="2704846"/>
                  </a:lnTo>
                  <a:close/>
                </a:path>
                <a:path w="10424160" h="5213350">
                  <a:moveTo>
                    <a:pt x="10419841" y="2742946"/>
                  </a:moveTo>
                  <a:lnTo>
                    <a:pt x="10409428" y="2742946"/>
                  </a:lnTo>
                  <a:lnTo>
                    <a:pt x="10405110" y="2747264"/>
                  </a:lnTo>
                  <a:lnTo>
                    <a:pt x="10405110" y="2757805"/>
                  </a:lnTo>
                  <a:lnTo>
                    <a:pt x="10409428" y="2761996"/>
                  </a:lnTo>
                  <a:lnTo>
                    <a:pt x="10419841" y="2761996"/>
                  </a:lnTo>
                  <a:lnTo>
                    <a:pt x="10424160" y="2757805"/>
                  </a:lnTo>
                  <a:lnTo>
                    <a:pt x="10424160" y="2747264"/>
                  </a:lnTo>
                  <a:lnTo>
                    <a:pt x="10419841" y="2742946"/>
                  </a:lnTo>
                  <a:close/>
                </a:path>
                <a:path w="10424160" h="5213350">
                  <a:moveTo>
                    <a:pt x="10419841" y="2781046"/>
                  </a:moveTo>
                  <a:lnTo>
                    <a:pt x="10409428" y="2781046"/>
                  </a:lnTo>
                  <a:lnTo>
                    <a:pt x="10405110" y="2785364"/>
                  </a:lnTo>
                  <a:lnTo>
                    <a:pt x="10405110" y="2795905"/>
                  </a:lnTo>
                  <a:lnTo>
                    <a:pt x="10409428" y="2800096"/>
                  </a:lnTo>
                  <a:lnTo>
                    <a:pt x="10419841" y="2800096"/>
                  </a:lnTo>
                  <a:lnTo>
                    <a:pt x="10424160" y="2795905"/>
                  </a:lnTo>
                  <a:lnTo>
                    <a:pt x="10424160" y="2785364"/>
                  </a:lnTo>
                  <a:lnTo>
                    <a:pt x="10419841" y="2781046"/>
                  </a:lnTo>
                  <a:close/>
                </a:path>
                <a:path w="10424160" h="5213350">
                  <a:moveTo>
                    <a:pt x="10419841" y="2819146"/>
                  </a:moveTo>
                  <a:lnTo>
                    <a:pt x="10409428" y="2819146"/>
                  </a:lnTo>
                  <a:lnTo>
                    <a:pt x="10405110" y="2823464"/>
                  </a:lnTo>
                  <a:lnTo>
                    <a:pt x="10405110" y="2834005"/>
                  </a:lnTo>
                  <a:lnTo>
                    <a:pt x="10409428" y="2838196"/>
                  </a:lnTo>
                  <a:lnTo>
                    <a:pt x="10419841" y="2838196"/>
                  </a:lnTo>
                  <a:lnTo>
                    <a:pt x="10424160" y="2834005"/>
                  </a:lnTo>
                  <a:lnTo>
                    <a:pt x="10424160" y="2823464"/>
                  </a:lnTo>
                  <a:lnTo>
                    <a:pt x="10419841" y="2819146"/>
                  </a:lnTo>
                  <a:close/>
                </a:path>
                <a:path w="10424160" h="5213350">
                  <a:moveTo>
                    <a:pt x="10419841" y="2857246"/>
                  </a:moveTo>
                  <a:lnTo>
                    <a:pt x="10409428" y="2857246"/>
                  </a:lnTo>
                  <a:lnTo>
                    <a:pt x="10405110" y="2861564"/>
                  </a:lnTo>
                  <a:lnTo>
                    <a:pt x="10405110" y="2872105"/>
                  </a:lnTo>
                  <a:lnTo>
                    <a:pt x="10409428" y="2876423"/>
                  </a:lnTo>
                  <a:lnTo>
                    <a:pt x="10419841" y="2876423"/>
                  </a:lnTo>
                  <a:lnTo>
                    <a:pt x="10424160" y="2872105"/>
                  </a:lnTo>
                  <a:lnTo>
                    <a:pt x="10424160" y="2861564"/>
                  </a:lnTo>
                  <a:lnTo>
                    <a:pt x="10419841" y="2857246"/>
                  </a:lnTo>
                  <a:close/>
                </a:path>
                <a:path w="10424160" h="5213350">
                  <a:moveTo>
                    <a:pt x="10419841" y="2895473"/>
                  </a:moveTo>
                  <a:lnTo>
                    <a:pt x="10409428" y="2895473"/>
                  </a:lnTo>
                  <a:lnTo>
                    <a:pt x="10405110" y="2899664"/>
                  </a:lnTo>
                  <a:lnTo>
                    <a:pt x="10405110" y="2910205"/>
                  </a:lnTo>
                  <a:lnTo>
                    <a:pt x="10409428" y="2914523"/>
                  </a:lnTo>
                  <a:lnTo>
                    <a:pt x="10419841" y="2914523"/>
                  </a:lnTo>
                  <a:lnTo>
                    <a:pt x="10424160" y="2910205"/>
                  </a:lnTo>
                  <a:lnTo>
                    <a:pt x="10424160" y="2899664"/>
                  </a:lnTo>
                  <a:lnTo>
                    <a:pt x="10419841" y="2895473"/>
                  </a:lnTo>
                  <a:close/>
                </a:path>
                <a:path w="10424160" h="5213350">
                  <a:moveTo>
                    <a:pt x="10419841" y="2933573"/>
                  </a:moveTo>
                  <a:lnTo>
                    <a:pt x="10409428" y="2933573"/>
                  </a:lnTo>
                  <a:lnTo>
                    <a:pt x="10405110" y="2937764"/>
                  </a:lnTo>
                  <a:lnTo>
                    <a:pt x="10405110" y="2948305"/>
                  </a:lnTo>
                  <a:lnTo>
                    <a:pt x="10409428" y="2952623"/>
                  </a:lnTo>
                  <a:lnTo>
                    <a:pt x="10419841" y="2952623"/>
                  </a:lnTo>
                  <a:lnTo>
                    <a:pt x="10424160" y="2948305"/>
                  </a:lnTo>
                  <a:lnTo>
                    <a:pt x="10424160" y="2937764"/>
                  </a:lnTo>
                  <a:lnTo>
                    <a:pt x="10419841" y="2933573"/>
                  </a:lnTo>
                  <a:close/>
                </a:path>
                <a:path w="10424160" h="5213350">
                  <a:moveTo>
                    <a:pt x="10419841" y="2971673"/>
                  </a:moveTo>
                  <a:lnTo>
                    <a:pt x="10409428" y="2971673"/>
                  </a:lnTo>
                  <a:lnTo>
                    <a:pt x="10405110" y="2975864"/>
                  </a:lnTo>
                  <a:lnTo>
                    <a:pt x="10405110" y="2986405"/>
                  </a:lnTo>
                  <a:lnTo>
                    <a:pt x="10409428" y="2990723"/>
                  </a:lnTo>
                  <a:lnTo>
                    <a:pt x="10419841" y="2990723"/>
                  </a:lnTo>
                  <a:lnTo>
                    <a:pt x="10424160" y="2986405"/>
                  </a:lnTo>
                  <a:lnTo>
                    <a:pt x="10424160" y="2975864"/>
                  </a:lnTo>
                  <a:lnTo>
                    <a:pt x="10419841" y="2971673"/>
                  </a:lnTo>
                  <a:close/>
                </a:path>
                <a:path w="10424160" h="5213350">
                  <a:moveTo>
                    <a:pt x="10419841" y="3009773"/>
                  </a:moveTo>
                  <a:lnTo>
                    <a:pt x="10409428" y="3009773"/>
                  </a:lnTo>
                  <a:lnTo>
                    <a:pt x="10405110" y="3014091"/>
                  </a:lnTo>
                  <a:lnTo>
                    <a:pt x="10405110" y="3024632"/>
                  </a:lnTo>
                  <a:lnTo>
                    <a:pt x="10409428" y="3028823"/>
                  </a:lnTo>
                  <a:lnTo>
                    <a:pt x="10419841" y="3028823"/>
                  </a:lnTo>
                  <a:lnTo>
                    <a:pt x="10424160" y="3024632"/>
                  </a:lnTo>
                  <a:lnTo>
                    <a:pt x="10424160" y="3014091"/>
                  </a:lnTo>
                  <a:lnTo>
                    <a:pt x="10419841" y="3009773"/>
                  </a:lnTo>
                  <a:close/>
                </a:path>
                <a:path w="10424160" h="5213350">
                  <a:moveTo>
                    <a:pt x="10419841" y="3047873"/>
                  </a:moveTo>
                  <a:lnTo>
                    <a:pt x="10409428" y="3047873"/>
                  </a:lnTo>
                  <a:lnTo>
                    <a:pt x="10405110" y="3052191"/>
                  </a:lnTo>
                  <a:lnTo>
                    <a:pt x="10405110" y="3062732"/>
                  </a:lnTo>
                  <a:lnTo>
                    <a:pt x="10409428" y="3066923"/>
                  </a:lnTo>
                  <a:lnTo>
                    <a:pt x="10419841" y="3066923"/>
                  </a:lnTo>
                  <a:lnTo>
                    <a:pt x="10424160" y="3062732"/>
                  </a:lnTo>
                  <a:lnTo>
                    <a:pt x="10424160" y="3052191"/>
                  </a:lnTo>
                  <a:lnTo>
                    <a:pt x="10419841" y="3047873"/>
                  </a:lnTo>
                  <a:close/>
                </a:path>
                <a:path w="10424160" h="5213350">
                  <a:moveTo>
                    <a:pt x="10419841" y="3085973"/>
                  </a:moveTo>
                  <a:lnTo>
                    <a:pt x="10409428" y="3085973"/>
                  </a:lnTo>
                  <a:lnTo>
                    <a:pt x="10405110" y="3090291"/>
                  </a:lnTo>
                  <a:lnTo>
                    <a:pt x="10405110" y="3100832"/>
                  </a:lnTo>
                  <a:lnTo>
                    <a:pt x="10409428" y="3105023"/>
                  </a:lnTo>
                  <a:lnTo>
                    <a:pt x="10419841" y="3105023"/>
                  </a:lnTo>
                  <a:lnTo>
                    <a:pt x="10424160" y="3100832"/>
                  </a:lnTo>
                  <a:lnTo>
                    <a:pt x="10424160" y="3090291"/>
                  </a:lnTo>
                  <a:lnTo>
                    <a:pt x="10419841" y="3085973"/>
                  </a:lnTo>
                  <a:close/>
                </a:path>
                <a:path w="10424160" h="5213350">
                  <a:moveTo>
                    <a:pt x="10419841" y="3124073"/>
                  </a:moveTo>
                  <a:lnTo>
                    <a:pt x="10409428" y="3124073"/>
                  </a:lnTo>
                  <a:lnTo>
                    <a:pt x="10405110" y="3128391"/>
                  </a:lnTo>
                  <a:lnTo>
                    <a:pt x="10405110" y="3138932"/>
                  </a:lnTo>
                  <a:lnTo>
                    <a:pt x="10409428" y="3143250"/>
                  </a:lnTo>
                  <a:lnTo>
                    <a:pt x="10419841" y="3143250"/>
                  </a:lnTo>
                  <a:lnTo>
                    <a:pt x="10424160" y="3138932"/>
                  </a:lnTo>
                  <a:lnTo>
                    <a:pt x="10424160" y="3133725"/>
                  </a:lnTo>
                  <a:lnTo>
                    <a:pt x="10411460" y="3133725"/>
                  </a:lnTo>
                  <a:lnTo>
                    <a:pt x="10411460" y="3133598"/>
                  </a:lnTo>
                  <a:lnTo>
                    <a:pt x="10424160" y="3133598"/>
                  </a:lnTo>
                  <a:lnTo>
                    <a:pt x="10424160" y="3128391"/>
                  </a:lnTo>
                  <a:lnTo>
                    <a:pt x="10419841" y="3124073"/>
                  </a:lnTo>
                  <a:close/>
                </a:path>
                <a:path w="10424160" h="5213350">
                  <a:moveTo>
                    <a:pt x="10424160" y="3133598"/>
                  </a:moveTo>
                  <a:lnTo>
                    <a:pt x="10417810" y="3133598"/>
                  </a:lnTo>
                  <a:lnTo>
                    <a:pt x="10417810" y="3133725"/>
                  </a:lnTo>
                  <a:lnTo>
                    <a:pt x="10424160" y="3133725"/>
                  </a:lnTo>
                  <a:lnTo>
                    <a:pt x="10424160" y="3133598"/>
                  </a:lnTo>
                  <a:close/>
                </a:path>
                <a:path w="10424160" h="5213350">
                  <a:moveTo>
                    <a:pt x="10419841" y="3162300"/>
                  </a:moveTo>
                  <a:lnTo>
                    <a:pt x="10409428" y="3162300"/>
                  </a:lnTo>
                  <a:lnTo>
                    <a:pt x="10405110" y="3166491"/>
                  </a:lnTo>
                  <a:lnTo>
                    <a:pt x="10405110" y="3177032"/>
                  </a:lnTo>
                  <a:lnTo>
                    <a:pt x="10409428" y="3181350"/>
                  </a:lnTo>
                  <a:lnTo>
                    <a:pt x="10419841" y="3181350"/>
                  </a:lnTo>
                  <a:lnTo>
                    <a:pt x="10424160" y="3177032"/>
                  </a:lnTo>
                  <a:lnTo>
                    <a:pt x="10424160" y="3166491"/>
                  </a:lnTo>
                  <a:lnTo>
                    <a:pt x="10419841" y="3162300"/>
                  </a:lnTo>
                  <a:close/>
                </a:path>
                <a:path w="10424160" h="5213350">
                  <a:moveTo>
                    <a:pt x="10419841" y="3200400"/>
                  </a:moveTo>
                  <a:lnTo>
                    <a:pt x="10409428" y="3200400"/>
                  </a:lnTo>
                  <a:lnTo>
                    <a:pt x="10405110" y="3204591"/>
                  </a:lnTo>
                  <a:lnTo>
                    <a:pt x="10405110" y="3215132"/>
                  </a:lnTo>
                  <a:lnTo>
                    <a:pt x="10409428" y="3219450"/>
                  </a:lnTo>
                  <a:lnTo>
                    <a:pt x="10419841" y="3219450"/>
                  </a:lnTo>
                  <a:lnTo>
                    <a:pt x="10424160" y="3215132"/>
                  </a:lnTo>
                  <a:lnTo>
                    <a:pt x="10424160" y="3204591"/>
                  </a:lnTo>
                  <a:lnTo>
                    <a:pt x="10419841" y="3200400"/>
                  </a:lnTo>
                  <a:close/>
                </a:path>
                <a:path w="10424160" h="5213350">
                  <a:moveTo>
                    <a:pt x="10419841" y="3238500"/>
                  </a:moveTo>
                  <a:lnTo>
                    <a:pt x="10409428" y="3238500"/>
                  </a:lnTo>
                  <a:lnTo>
                    <a:pt x="10405110" y="3242818"/>
                  </a:lnTo>
                  <a:lnTo>
                    <a:pt x="10405110" y="3253359"/>
                  </a:lnTo>
                  <a:lnTo>
                    <a:pt x="10409428" y="3257550"/>
                  </a:lnTo>
                  <a:lnTo>
                    <a:pt x="10419841" y="3257550"/>
                  </a:lnTo>
                  <a:lnTo>
                    <a:pt x="10424160" y="3253359"/>
                  </a:lnTo>
                  <a:lnTo>
                    <a:pt x="10424160" y="3242818"/>
                  </a:lnTo>
                  <a:lnTo>
                    <a:pt x="10419841" y="3238500"/>
                  </a:lnTo>
                  <a:close/>
                </a:path>
                <a:path w="10424160" h="5213350">
                  <a:moveTo>
                    <a:pt x="10419841" y="3276600"/>
                  </a:moveTo>
                  <a:lnTo>
                    <a:pt x="10409428" y="3276600"/>
                  </a:lnTo>
                  <a:lnTo>
                    <a:pt x="10405110" y="3280918"/>
                  </a:lnTo>
                  <a:lnTo>
                    <a:pt x="10405110" y="3291459"/>
                  </a:lnTo>
                  <a:lnTo>
                    <a:pt x="10409428" y="3295650"/>
                  </a:lnTo>
                  <a:lnTo>
                    <a:pt x="10419841" y="3295650"/>
                  </a:lnTo>
                  <a:lnTo>
                    <a:pt x="10424160" y="3291459"/>
                  </a:lnTo>
                  <a:lnTo>
                    <a:pt x="10424160" y="3280918"/>
                  </a:lnTo>
                  <a:lnTo>
                    <a:pt x="10419841" y="3276600"/>
                  </a:lnTo>
                  <a:close/>
                </a:path>
                <a:path w="10424160" h="5213350">
                  <a:moveTo>
                    <a:pt x="10419841" y="3314700"/>
                  </a:moveTo>
                  <a:lnTo>
                    <a:pt x="10409428" y="3314700"/>
                  </a:lnTo>
                  <a:lnTo>
                    <a:pt x="10405110" y="3319018"/>
                  </a:lnTo>
                  <a:lnTo>
                    <a:pt x="10405110" y="3329559"/>
                  </a:lnTo>
                  <a:lnTo>
                    <a:pt x="10409428" y="3333750"/>
                  </a:lnTo>
                  <a:lnTo>
                    <a:pt x="10419841" y="3333750"/>
                  </a:lnTo>
                  <a:lnTo>
                    <a:pt x="10424160" y="3329559"/>
                  </a:lnTo>
                  <a:lnTo>
                    <a:pt x="10424160" y="3319018"/>
                  </a:lnTo>
                  <a:lnTo>
                    <a:pt x="10419841" y="3314700"/>
                  </a:lnTo>
                  <a:close/>
                </a:path>
                <a:path w="10424160" h="5213350">
                  <a:moveTo>
                    <a:pt x="10419841" y="3352800"/>
                  </a:moveTo>
                  <a:lnTo>
                    <a:pt x="10409428" y="3352800"/>
                  </a:lnTo>
                  <a:lnTo>
                    <a:pt x="10405110" y="3357118"/>
                  </a:lnTo>
                  <a:lnTo>
                    <a:pt x="10405110" y="3367659"/>
                  </a:lnTo>
                  <a:lnTo>
                    <a:pt x="10409428" y="3371977"/>
                  </a:lnTo>
                  <a:lnTo>
                    <a:pt x="10419841" y="3371977"/>
                  </a:lnTo>
                  <a:lnTo>
                    <a:pt x="10424160" y="3367659"/>
                  </a:lnTo>
                  <a:lnTo>
                    <a:pt x="10424160" y="3357118"/>
                  </a:lnTo>
                  <a:lnTo>
                    <a:pt x="10419841" y="3352800"/>
                  </a:lnTo>
                  <a:close/>
                </a:path>
                <a:path w="10424160" h="5213350">
                  <a:moveTo>
                    <a:pt x="10419841" y="3391027"/>
                  </a:moveTo>
                  <a:lnTo>
                    <a:pt x="10409428" y="3391027"/>
                  </a:lnTo>
                  <a:lnTo>
                    <a:pt x="10405110" y="3395218"/>
                  </a:lnTo>
                  <a:lnTo>
                    <a:pt x="10405110" y="3405759"/>
                  </a:lnTo>
                  <a:lnTo>
                    <a:pt x="10409428" y="3410077"/>
                  </a:lnTo>
                  <a:lnTo>
                    <a:pt x="10419841" y="3410077"/>
                  </a:lnTo>
                  <a:lnTo>
                    <a:pt x="10424160" y="3405759"/>
                  </a:lnTo>
                  <a:lnTo>
                    <a:pt x="10424160" y="3395218"/>
                  </a:lnTo>
                  <a:lnTo>
                    <a:pt x="10419841" y="3391027"/>
                  </a:lnTo>
                  <a:close/>
                </a:path>
                <a:path w="10424160" h="5213350">
                  <a:moveTo>
                    <a:pt x="10419841" y="3429127"/>
                  </a:moveTo>
                  <a:lnTo>
                    <a:pt x="10409428" y="3429127"/>
                  </a:lnTo>
                  <a:lnTo>
                    <a:pt x="10405110" y="3433318"/>
                  </a:lnTo>
                  <a:lnTo>
                    <a:pt x="10405110" y="3443859"/>
                  </a:lnTo>
                  <a:lnTo>
                    <a:pt x="10409428" y="3448177"/>
                  </a:lnTo>
                  <a:lnTo>
                    <a:pt x="10419841" y="3448177"/>
                  </a:lnTo>
                  <a:lnTo>
                    <a:pt x="10424160" y="3443859"/>
                  </a:lnTo>
                  <a:lnTo>
                    <a:pt x="10424160" y="3433318"/>
                  </a:lnTo>
                  <a:lnTo>
                    <a:pt x="10419841" y="3429127"/>
                  </a:lnTo>
                  <a:close/>
                </a:path>
                <a:path w="10424160" h="5213350">
                  <a:moveTo>
                    <a:pt x="10419841" y="3467227"/>
                  </a:moveTo>
                  <a:lnTo>
                    <a:pt x="10409428" y="3467227"/>
                  </a:lnTo>
                  <a:lnTo>
                    <a:pt x="10405110" y="3471418"/>
                  </a:lnTo>
                  <a:lnTo>
                    <a:pt x="10405110" y="3481959"/>
                  </a:lnTo>
                  <a:lnTo>
                    <a:pt x="10409428" y="3486277"/>
                  </a:lnTo>
                  <a:lnTo>
                    <a:pt x="10419841" y="3486277"/>
                  </a:lnTo>
                  <a:lnTo>
                    <a:pt x="10424160" y="3481959"/>
                  </a:lnTo>
                  <a:lnTo>
                    <a:pt x="10424160" y="3471418"/>
                  </a:lnTo>
                  <a:lnTo>
                    <a:pt x="10419841" y="3467227"/>
                  </a:lnTo>
                  <a:close/>
                </a:path>
                <a:path w="10424160" h="5213350">
                  <a:moveTo>
                    <a:pt x="10419841" y="3505327"/>
                  </a:moveTo>
                  <a:lnTo>
                    <a:pt x="10409428" y="3505327"/>
                  </a:lnTo>
                  <a:lnTo>
                    <a:pt x="10405110" y="3509645"/>
                  </a:lnTo>
                  <a:lnTo>
                    <a:pt x="10405110" y="3520186"/>
                  </a:lnTo>
                  <a:lnTo>
                    <a:pt x="10409428" y="3524377"/>
                  </a:lnTo>
                  <a:lnTo>
                    <a:pt x="10419841" y="3524377"/>
                  </a:lnTo>
                  <a:lnTo>
                    <a:pt x="10424160" y="3520186"/>
                  </a:lnTo>
                  <a:lnTo>
                    <a:pt x="10424160" y="3509645"/>
                  </a:lnTo>
                  <a:lnTo>
                    <a:pt x="10419841" y="3505327"/>
                  </a:lnTo>
                  <a:close/>
                </a:path>
                <a:path w="10424160" h="5213350">
                  <a:moveTo>
                    <a:pt x="10419841" y="3543427"/>
                  </a:moveTo>
                  <a:lnTo>
                    <a:pt x="10409428" y="3543427"/>
                  </a:lnTo>
                  <a:lnTo>
                    <a:pt x="10405110" y="3547745"/>
                  </a:lnTo>
                  <a:lnTo>
                    <a:pt x="10405110" y="3558286"/>
                  </a:lnTo>
                  <a:lnTo>
                    <a:pt x="10409428" y="3562477"/>
                  </a:lnTo>
                  <a:lnTo>
                    <a:pt x="10419841" y="3562477"/>
                  </a:lnTo>
                  <a:lnTo>
                    <a:pt x="10424160" y="3558286"/>
                  </a:lnTo>
                  <a:lnTo>
                    <a:pt x="10424160" y="3547745"/>
                  </a:lnTo>
                  <a:lnTo>
                    <a:pt x="10419841" y="3543427"/>
                  </a:lnTo>
                  <a:close/>
                </a:path>
                <a:path w="10424160" h="5213350">
                  <a:moveTo>
                    <a:pt x="10419841" y="3581527"/>
                  </a:moveTo>
                  <a:lnTo>
                    <a:pt x="10409428" y="3581527"/>
                  </a:lnTo>
                  <a:lnTo>
                    <a:pt x="10405110" y="3585845"/>
                  </a:lnTo>
                  <a:lnTo>
                    <a:pt x="10405110" y="3596386"/>
                  </a:lnTo>
                  <a:lnTo>
                    <a:pt x="10409428" y="3600577"/>
                  </a:lnTo>
                  <a:lnTo>
                    <a:pt x="10419841" y="3600577"/>
                  </a:lnTo>
                  <a:lnTo>
                    <a:pt x="10424160" y="3596386"/>
                  </a:lnTo>
                  <a:lnTo>
                    <a:pt x="10424160" y="3585845"/>
                  </a:lnTo>
                  <a:lnTo>
                    <a:pt x="10419841" y="3581527"/>
                  </a:lnTo>
                  <a:close/>
                </a:path>
                <a:path w="10424160" h="5213350">
                  <a:moveTo>
                    <a:pt x="10419841" y="3619627"/>
                  </a:moveTo>
                  <a:lnTo>
                    <a:pt x="10409428" y="3619627"/>
                  </a:lnTo>
                  <a:lnTo>
                    <a:pt x="10405110" y="3623945"/>
                  </a:lnTo>
                  <a:lnTo>
                    <a:pt x="10405110" y="3634486"/>
                  </a:lnTo>
                  <a:lnTo>
                    <a:pt x="10409428" y="3638804"/>
                  </a:lnTo>
                  <a:lnTo>
                    <a:pt x="10419841" y="3638804"/>
                  </a:lnTo>
                  <a:lnTo>
                    <a:pt x="10424160" y="3634486"/>
                  </a:lnTo>
                  <a:lnTo>
                    <a:pt x="10424160" y="3623945"/>
                  </a:lnTo>
                  <a:lnTo>
                    <a:pt x="10419841" y="3619627"/>
                  </a:lnTo>
                  <a:close/>
                </a:path>
                <a:path w="10424160" h="5213350">
                  <a:moveTo>
                    <a:pt x="10419841" y="3657854"/>
                  </a:moveTo>
                  <a:lnTo>
                    <a:pt x="10409428" y="3657854"/>
                  </a:lnTo>
                  <a:lnTo>
                    <a:pt x="10405110" y="3662045"/>
                  </a:lnTo>
                  <a:lnTo>
                    <a:pt x="10405110" y="3672586"/>
                  </a:lnTo>
                  <a:lnTo>
                    <a:pt x="10409428" y="3676904"/>
                  </a:lnTo>
                  <a:lnTo>
                    <a:pt x="10419841" y="3676904"/>
                  </a:lnTo>
                  <a:lnTo>
                    <a:pt x="10424160" y="3672586"/>
                  </a:lnTo>
                  <a:lnTo>
                    <a:pt x="10424160" y="3662045"/>
                  </a:lnTo>
                  <a:lnTo>
                    <a:pt x="10419841" y="3657854"/>
                  </a:lnTo>
                  <a:close/>
                </a:path>
                <a:path w="10424160" h="5213350">
                  <a:moveTo>
                    <a:pt x="10419841" y="3695954"/>
                  </a:moveTo>
                  <a:lnTo>
                    <a:pt x="10409428" y="3695954"/>
                  </a:lnTo>
                  <a:lnTo>
                    <a:pt x="10405110" y="3700145"/>
                  </a:lnTo>
                  <a:lnTo>
                    <a:pt x="10405110" y="3710686"/>
                  </a:lnTo>
                  <a:lnTo>
                    <a:pt x="10409428" y="3715004"/>
                  </a:lnTo>
                  <a:lnTo>
                    <a:pt x="10419841" y="3715004"/>
                  </a:lnTo>
                  <a:lnTo>
                    <a:pt x="10424160" y="3710686"/>
                  </a:lnTo>
                  <a:lnTo>
                    <a:pt x="10424160" y="3700145"/>
                  </a:lnTo>
                  <a:lnTo>
                    <a:pt x="10419841" y="3695954"/>
                  </a:lnTo>
                  <a:close/>
                </a:path>
                <a:path w="10424160" h="5213350">
                  <a:moveTo>
                    <a:pt x="10419841" y="3734054"/>
                  </a:moveTo>
                  <a:lnTo>
                    <a:pt x="10409428" y="3734054"/>
                  </a:lnTo>
                  <a:lnTo>
                    <a:pt x="10405110" y="3738245"/>
                  </a:lnTo>
                  <a:lnTo>
                    <a:pt x="10405110" y="3748786"/>
                  </a:lnTo>
                  <a:lnTo>
                    <a:pt x="10409428" y="3753104"/>
                  </a:lnTo>
                  <a:lnTo>
                    <a:pt x="10419841" y="3753104"/>
                  </a:lnTo>
                  <a:lnTo>
                    <a:pt x="10424160" y="3748786"/>
                  </a:lnTo>
                  <a:lnTo>
                    <a:pt x="10424160" y="3738245"/>
                  </a:lnTo>
                  <a:lnTo>
                    <a:pt x="10419841" y="3734054"/>
                  </a:lnTo>
                  <a:close/>
                </a:path>
                <a:path w="10424160" h="5213350">
                  <a:moveTo>
                    <a:pt x="10419841" y="3772154"/>
                  </a:moveTo>
                  <a:lnTo>
                    <a:pt x="10409428" y="3772154"/>
                  </a:lnTo>
                  <a:lnTo>
                    <a:pt x="10405110" y="3776472"/>
                  </a:lnTo>
                  <a:lnTo>
                    <a:pt x="10405110" y="3787013"/>
                  </a:lnTo>
                  <a:lnTo>
                    <a:pt x="10409428" y="3791204"/>
                  </a:lnTo>
                  <a:lnTo>
                    <a:pt x="10419841" y="3791204"/>
                  </a:lnTo>
                  <a:lnTo>
                    <a:pt x="10424160" y="3787013"/>
                  </a:lnTo>
                  <a:lnTo>
                    <a:pt x="10424160" y="3776472"/>
                  </a:lnTo>
                  <a:lnTo>
                    <a:pt x="10419841" y="3772154"/>
                  </a:lnTo>
                  <a:close/>
                </a:path>
                <a:path w="10424160" h="5213350">
                  <a:moveTo>
                    <a:pt x="10419841" y="3810254"/>
                  </a:moveTo>
                  <a:lnTo>
                    <a:pt x="10409428" y="3810254"/>
                  </a:lnTo>
                  <a:lnTo>
                    <a:pt x="10405110" y="3814572"/>
                  </a:lnTo>
                  <a:lnTo>
                    <a:pt x="10405110" y="3825113"/>
                  </a:lnTo>
                  <a:lnTo>
                    <a:pt x="10409428" y="3829304"/>
                  </a:lnTo>
                  <a:lnTo>
                    <a:pt x="10419841" y="3829304"/>
                  </a:lnTo>
                  <a:lnTo>
                    <a:pt x="10424160" y="3825113"/>
                  </a:lnTo>
                  <a:lnTo>
                    <a:pt x="10424160" y="3814572"/>
                  </a:lnTo>
                  <a:lnTo>
                    <a:pt x="10419841" y="3810254"/>
                  </a:lnTo>
                  <a:close/>
                </a:path>
                <a:path w="10424160" h="5213350">
                  <a:moveTo>
                    <a:pt x="10419841" y="3848354"/>
                  </a:moveTo>
                  <a:lnTo>
                    <a:pt x="10409428" y="3848354"/>
                  </a:lnTo>
                  <a:lnTo>
                    <a:pt x="10405110" y="3852672"/>
                  </a:lnTo>
                  <a:lnTo>
                    <a:pt x="10405110" y="3863213"/>
                  </a:lnTo>
                  <a:lnTo>
                    <a:pt x="10409428" y="3867531"/>
                  </a:lnTo>
                  <a:lnTo>
                    <a:pt x="10419841" y="3867531"/>
                  </a:lnTo>
                  <a:lnTo>
                    <a:pt x="10424160" y="3863213"/>
                  </a:lnTo>
                  <a:lnTo>
                    <a:pt x="10424160" y="3852672"/>
                  </a:lnTo>
                  <a:lnTo>
                    <a:pt x="10419841" y="3848354"/>
                  </a:lnTo>
                  <a:close/>
                </a:path>
                <a:path w="10424160" h="5213350">
                  <a:moveTo>
                    <a:pt x="10419841" y="3886581"/>
                  </a:moveTo>
                  <a:lnTo>
                    <a:pt x="10409428" y="3886581"/>
                  </a:lnTo>
                  <a:lnTo>
                    <a:pt x="10405110" y="3890772"/>
                  </a:lnTo>
                  <a:lnTo>
                    <a:pt x="10405110" y="3901313"/>
                  </a:lnTo>
                  <a:lnTo>
                    <a:pt x="10409428" y="3905631"/>
                  </a:lnTo>
                  <a:lnTo>
                    <a:pt x="10419841" y="3905631"/>
                  </a:lnTo>
                  <a:lnTo>
                    <a:pt x="10424160" y="3901313"/>
                  </a:lnTo>
                  <a:lnTo>
                    <a:pt x="10424160" y="3890772"/>
                  </a:lnTo>
                  <a:lnTo>
                    <a:pt x="10419841" y="3886581"/>
                  </a:lnTo>
                  <a:close/>
                </a:path>
                <a:path w="10424160" h="5213350">
                  <a:moveTo>
                    <a:pt x="10419841" y="3924681"/>
                  </a:moveTo>
                  <a:lnTo>
                    <a:pt x="10409428" y="3924681"/>
                  </a:lnTo>
                  <a:lnTo>
                    <a:pt x="10405110" y="3928872"/>
                  </a:lnTo>
                  <a:lnTo>
                    <a:pt x="10405110" y="3939413"/>
                  </a:lnTo>
                  <a:lnTo>
                    <a:pt x="10409428" y="3943731"/>
                  </a:lnTo>
                  <a:lnTo>
                    <a:pt x="10419841" y="3943731"/>
                  </a:lnTo>
                  <a:lnTo>
                    <a:pt x="10424160" y="3939413"/>
                  </a:lnTo>
                  <a:lnTo>
                    <a:pt x="10424160" y="3928872"/>
                  </a:lnTo>
                  <a:lnTo>
                    <a:pt x="10419841" y="3924681"/>
                  </a:lnTo>
                  <a:close/>
                </a:path>
                <a:path w="10424160" h="5213350">
                  <a:moveTo>
                    <a:pt x="10419841" y="3962781"/>
                  </a:moveTo>
                  <a:lnTo>
                    <a:pt x="10409428" y="3962781"/>
                  </a:lnTo>
                  <a:lnTo>
                    <a:pt x="10405110" y="3966972"/>
                  </a:lnTo>
                  <a:lnTo>
                    <a:pt x="10405110" y="3977513"/>
                  </a:lnTo>
                  <a:lnTo>
                    <a:pt x="10409428" y="3981831"/>
                  </a:lnTo>
                  <a:lnTo>
                    <a:pt x="10419841" y="3981831"/>
                  </a:lnTo>
                  <a:lnTo>
                    <a:pt x="10424160" y="3977513"/>
                  </a:lnTo>
                  <a:lnTo>
                    <a:pt x="10424160" y="3966972"/>
                  </a:lnTo>
                  <a:lnTo>
                    <a:pt x="10419841" y="3962781"/>
                  </a:lnTo>
                  <a:close/>
                </a:path>
                <a:path w="10424160" h="5213350">
                  <a:moveTo>
                    <a:pt x="10419841" y="4000881"/>
                  </a:moveTo>
                  <a:lnTo>
                    <a:pt x="10409428" y="4000881"/>
                  </a:lnTo>
                  <a:lnTo>
                    <a:pt x="10405110" y="4005199"/>
                  </a:lnTo>
                  <a:lnTo>
                    <a:pt x="10405110" y="4015740"/>
                  </a:lnTo>
                  <a:lnTo>
                    <a:pt x="10409428" y="4019931"/>
                  </a:lnTo>
                  <a:lnTo>
                    <a:pt x="10419841" y="4019931"/>
                  </a:lnTo>
                  <a:lnTo>
                    <a:pt x="10424160" y="4015740"/>
                  </a:lnTo>
                  <a:lnTo>
                    <a:pt x="10424160" y="4005199"/>
                  </a:lnTo>
                  <a:lnTo>
                    <a:pt x="10419841" y="4000881"/>
                  </a:lnTo>
                  <a:close/>
                </a:path>
                <a:path w="10424160" h="5213350">
                  <a:moveTo>
                    <a:pt x="10419841" y="4038981"/>
                  </a:moveTo>
                  <a:lnTo>
                    <a:pt x="10409428" y="4038981"/>
                  </a:lnTo>
                  <a:lnTo>
                    <a:pt x="10405110" y="4043299"/>
                  </a:lnTo>
                  <a:lnTo>
                    <a:pt x="10405110" y="4053840"/>
                  </a:lnTo>
                  <a:lnTo>
                    <a:pt x="10409428" y="4058031"/>
                  </a:lnTo>
                  <a:lnTo>
                    <a:pt x="10419841" y="4058031"/>
                  </a:lnTo>
                  <a:lnTo>
                    <a:pt x="10424160" y="4053840"/>
                  </a:lnTo>
                  <a:lnTo>
                    <a:pt x="10424160" y="4043299"/>
                  </a:lnTo>
                  <a:lnTo>
                    <a:pt x="10419841" y="4038981"/>
                  </a:lnTo>
                  <a:close/>
                </a:path>
                <a:path w="10424160" h="5213350">
                  <a:moveTo>
                    <a:pt x="10419841" y="4077081"/>
                  </a:moveTo>
                  <a:lnTo>
                    <a:pt x="10409428" y="4077081"/>
                  </a:lnTo>
                  <a:lnTo>
                    <a:pt x="10405110" y="4081399"/>
                  </a:lnTo>
                  <a:lnTo>
                    <a:pt x="10405110" y="4091940"/>
                  </a:lnTo>
                  <a:lnTo>
                    <a:pt x="10409428" y="4096131"/>
                  </a:lnTo>
                  <a:lnTo>
                    <a:pt x="10419841" y="4096131"/>
                  </a:lnTo>
                  <a:lnTo>
                    <a:pt x="10424160" y="4091940"/>
                  </a:lnTo>
                  <a:lnTo>
                    <a:pt x="10424160" y="4081399"/>
                  </a:lnTo>
                  <a:lnTo>
                    <a:pt x="10419841" y="4077081"/>
                  </a:lnTo>
                  <a:close/>
                </a:path>
                <a:path w="10424160" h="5213350">
                  <a:moveTo>
                    <a:pt x="10419841" y="4115181"/>
                  </a:moveTo>
                  <a:lnTo>
                    <a:pt x="10409428" y="4115181"/>
                  </a:lnTo>
                  <a:lnTo>
                    <a:pt x="10405110" y="4119499"/>
                  </a:lnTo>
                  <a:lnTo>
                    <a:pt x="10405110" y="4130040"/>
                  </a:lnTo>
                  <a:lnTo>
                    <a:pt x="10409428" y="4134358"/>
                  </a:lnTo>
                  <a:lnTo>
                    <a:pt x="10419841" y="4134358"/>
                  </a:lnTo>
                  <a:lnTo>
                    <a:pt x="10424160" y="4130040"/>
                  </a:lnTo>
                  <a:lnTo>
                    <a:pt x="10424160" y="4124833"/>
                  </a:lnTo>
                  <a:lnTo>
                    <a:pt x="10411460" y="4124833"/>
                  </a:lnTo>
                  <a:lnTo>
                    <a:pt x="10424160" y="4124706"/>
                  </a:lnTo>
                  <a:lnTo>
                    <a:pt x="10424160" y="4119499"/>
                  </a:lnTo>
                  <a:lnTo>
                    <a:pt x="10419841" y="4115181"/>
                  </a:lnTo>
                  <a:close/>
                </a:path>
                <a:path w="10424160" h="5213350">
                  <a:moveTo>
                    <a:pt x="10424160" y="4124706"/>
                  </a:moveTo>
                  <a:lnTo>
                    <a:pt x="10417810" y="4124706"/>
                  </a:lnTo>
                  <a:lnTo>
                    <a:pt x="10424160" y="4124833"/>
                  </a:lnTo>
                  <a:close/>
                </a:path>
                <a:path w="10424160" h="5213350">
                  <a:moveTo>
                    <a:pt x="10419841" y="4153408"/>
                  </a:moveTo>
                  <a:lnTo>
                    <a:pt x="10409428" y="4153408"/>
                  </a:lnTo>
                  <a:lnTo>
                    <a:pt x="10405110" y="4157599"/>
                  </a:lnTo>
                  <a:lnTo>
                    <a:pt x="10405110" y="4168140"/>
                  </a:lnTo>
                  <a:lnTo>
                    <a:pt x="10409428" y="4172458"/>
                  </a:lnTo>
                  <a:lnTo>
                    <a:pt x="10419841" y="4172458"/>
                  </a:lnTo>
                  <a:lnTo>
                    <a:pt x="10424160" y="4168140"/>
                  </a:lnTo>
                  <a:lnTo>
                    <a:pt x="10424160" y="4157599"/>
                  </a:lnTo>
                  <a:lnTo>
                    <a:pt x="10419841" y="4153408"/>
                  </a:lnTo>
                  <a:close/>
                </a:path>
                <a:path w="10424160" h="5213350">
                  <a:moveTo>
                    <a:pt x="10419841" y="4191469"/>
                  </a:moveTo>
                  <a:lnTo>
                    <a:pt x="10409428" y="4191469"/>
                  </a:lnTo>
                  <a:lnTo>
                    <a:pt x="10405110" y="4195737"/>
                  </a:lnTo>
                  <a:lnTo>
                    <a:pt x="10405110" y="4206278"/>
                  </a:lnTo>
                  <a:lnTo>
                    <a:pt x="10409428" y="4210545"/>
                  </a:lnTo>
                  <a:lnTo>
                    <a:pt x="10419841" y="4210545"/>
                  </a:lnTo>
                  <a:lnTo>
                    <a:pt x="10424160" y="4206278"/>
                  </a:lnTo>
                  <a:lnTo>
                    <a:pt x="10424160" y="4195737"/>
                  </a:lnTo>
                  <a:lnTo>
                    <a:pt x="10419841" y="4191469"/>
                  </a:lnTo>
                  <a:close/>
                </a:path>
                <a:path w="10424160" h="5213350">
                  <a:moveTo>
                    <a:pt x="10419841" y="4229595"/>
                  </a:moveTo>
                  <a:lnTo>
                    <a:pt x="10409428" y="4229595"/>
                  </a:lnTo>
                  <a:lnTo>
                    <a:pt x="10405110" y="4233862"/>
                  </a:lnTo>
                  <a:lnTo>
                    <a:pt x="10405110" y="4244403"/>
                  </a:lnTo>
                  <a:lnTo>
                    <a:pt x="10409428" y="4248658"/>
                  </a:lnTo>
                  <a:lnTo>
                    <a:pt x="10419841" y="4248658"/>
                  </a:lnTo>
                  <a:lnTo>
                    <a:pt x="10424160" y="4244403"/>
                  </a:lnTo>
                  <a:lnTo>
                    <a:pt x="10424160" y="4233862"/>
                  </a:lnTo>
                  <a:lnTo>
                    <a:pt x="10419841" y="4229595"/>
                  </a:lnTo>
                  <a:close/>
                </a:path>
                <a:path w="10424160" h="5213350">
                  <a:moveTo>
                    <a:pt x="10419841" y="4267708"/>
                  </a:moveTo>
                  <a:lnTo>
                    <a:pt x="10409428" y="4267708"/>
                  </a:lnTo>
                  <a:lnTo>
                    <a:pt x="10405110" y="4271975"/>
                  </a:lnTo>
                  <a:lnTo>
                    <a:pt x="10405110" y="4282516"/>
                  </a:lnTo>
                  <a:lnTo>
                    <a:pt x="10409428" y="4286783"/>
                  </a:lnTo>
                  <a:lnTo>
                    <a:pt x="10419841" y="4286783"/>
                  </a:lnTo>
                  <a:lnTo>
                    <a:pt x="10424160" y="4282516"/>
                  </a:lnTo>
                  <a:lnTo>
                    <a:pt x="10424160" y="4271975"/>
                  </a:lnTo>
                  <a:lnTo>
                    <a:pt x="10419841" y="4267708"/>
                  </a:lnTo>
                  <a:close/>
                </a:path>
                <a:path w="10424160" h="5213350">
                  <a:moveTo>
                    <a:pt x="10419841" y="4305833"/>
                  </a:moveTo>
                  <a:lnTo>
                    <a:pt x="10409428" y="4305833"/>
                  </a:lnTo>
                  <a:lnTo>
                    <a:pt x="10405110" y="4310100"/>
                  </a:lnTo>
                  <a:lnTo>
                    <a:pt x="10405110" y="4320641"/>
                  </a:lnTo>
                  <a:lnTo>
                    <a:pt x="10409428" y="4324908"/>
                  </a:lnTo>
                  <a:lnTo>
                    <a:pt x="10419841" y="4324908"/>
                  </a:lnTo>
                  <a:lnTo>
                    <a:pt x="10424160" y="4320641"/>
                  </a:lnTo>
                  <a:lnTo>
                    <a:pt x="10424160" y="4310100"/>
                  </a:lnTo>
                  <a:lnTo>
                    <a:pt x="10419841" y="4305833"/>
                  </a:lnTo>
                  <a:close/>
                </a:path>
                <a:path w="10424160" h="5213350">
                  <a:moveTo>
                    <a:pt x="10419841" y="4343958"/>
                  </a:moveTo>
                  <a:lnTo>
                    <a:pt x="10409428" y="4343958"/>
                  </a:lnTo>
                  <a:lnTo>
                    <a:pt x="10405110" y="4348213"/>
                  </a:lnTo>
                  <a:lnTo>
                    <a:pt x="10405110" y="4358754"/>
                  </a:lnTo>
                  <a:lnTo>
                    <a:pt x="10409428" y="4363021"/>
                  </a:lnTo>
                  <a:lnTo>
                    <a:pt x="10419841" y="4363021"/>
                  </a:lnTo>
                  <a:lnTo>
                    <a:pt x="10424160" y="4358754"/>
                  </a:lnTo>
                  <a:lnTo>
                    <a:pt x="10424160" y="4348213"/>
                  </a:lnTo>
                  <a:lnTo>
                    <a:pt x="10419841" y="4343958"/>
                  </a:lnTo>
                  <a:close/>
                </a:path>
                <a:path w="10424160" h="5213350">
                  <a:moveTo>
                    <a:pt x="10419841" y="4382071"/>
                  </a:moveTo>
                  <a:lnTo>
                    <a:pt x="10409428" y="4382071"/>
                  </a:lnTo>
                  <a:lnTo>
                    <a:pt x="10405110" y="4386338"/>
                  </a:lnTo>
                  <a:lnTo>
                    <a:pt x="10405110" y="4396879"/>
                  </a:lnTo>
                  <a:lnTo>
                    <a:pt x="10409428" y="4401146"/>
                  </a:lnTo>
                  <a:lnTo>
                    <a:pt x="10419841" y="4401146"/>
                  </a:lnTo>
                  <a:lnTo>
                    <a:pt x="10424160" y="4396879"/>
                  </a:lnTo>
                  <a:lnTo>
                    <a:pt x="10424160" y="4386338"/>
                  </a:lnTo>
                  <a:lnTo>
                    <a:pt x="10419841" y="4382071"/>
                  </a:lnTo>
                  <a:close/>
                </a:path>
                <a:path w="10424160" h="5213350">
                  <a:moveTo>
                    <a:pt x="10419841" y="4420196"/>
                  </a:moveTo>
                  <a:lnTo>
                    <a:pt x="10409428" y="4420196"/>
                  </a:lnTo>
                  <a:lnTo>
                    <a:pt x="10405110" y="4424451"/>
                  </a:lnTo>
                  <a:lnTo>
                    <a:pt x="10405110" y="4434992"/>
                  </a:lnTo>
                  <a:lnTo>
                    <a:pt x="10409428" y="4439259"/>
                  </a:lnTo>
                  <a:lnTo>
                    <a:pt x="10419841" y="4439259"/>
                  </a:lnTo>
                  <a:lnTo>
                    <a:pt x="10424160" y="4434992"/>
                  </a:lnTo>
                  <a:lnTo>
                    <a:pt x="10424160" y="4424451"/>
                  </a:lnTo>
                  <a:lnTo>
                    <a:pt x="10419841" y="4420196"/>
                  </a:lnTo>
                  <a:close/>
                </a:path>
                <a:path w="10424160" h="5213350">
                  <a:moveTo>
                    <a:pt x="10419841" y="4458309"/>
                  </a:moveTo>
                  <a:lnTo>
                    <a:pt x="10409428" y="4458309"/>
                  </a:lnTo>
                  <a:lnTo>
                    <a:pt x="10405110" y="4462576"/>
                  </a:lnTo>
                  <a:lnTo>
                    <a:pt x="10405110" y="4473117"/>
                  </a:lnTo>
                  <a:lnTo>
                    <a:pt x="10409428" y="4477385"/>
                  </a:lnTo>
                  <a:lnTo>
                    <a:pt x="10419841" y="4477385"/>
                  </a:lnTo>
                  <a:lnTo>
                    <a:pt x="10424160" y="4473117"/>
                  </a:lnTo>
                  <a:lnTo>
                    <a:pt x="10424160" y="4462576"/>
                  </a:lnTo>
                  <a:lnTo>
                    <a:pt x="10419841" y="4458309"/>
                  </a:lnTo>
                  <a:close/>
                </a:path>
                <a:path w="10424160" h="5213350">
                  <a:moveTo>
                    <a:pt x="10419841" y="4496435"/>
                  </a:moveTo>
                  <a:lnTo>
                    <a:pt x="10409428" y="4496435"/>
                  </a:lnTo>
                  <a:lnTo>
                    <a:pt x="10405110" y="4500689"/>
                  </a:lnTo>
                  <a:lnTo>
                    <a:pt x="10405110" y="4511230"/>
                  </a:lnTo>
                  <a:lnTo>
                    <a:pt x="10409428" y="4515497"/>
                  </a:lnTo>
                  <a:lnTo>
                    <a:pt x="10419841" y="4515497"/>
                  </a:lnTo>
                  <a:lnTo>
                    <a:pt x="10424160" y="4511230"/>
                  </a:lnTo>
                  <a:lnTo>
                    <a:pt x="10424160" y="4500689"/>
                  </a:lnTo>
                  <a:lnTo>
                    <a:pt x="10419841" y="4496435"/>
                  </a:lnTo>
                  <a:close/>
                </a:path>
                <a:path w="10424160" h="5213350">
                  <a:moveTo>
                    <a:pt x="10419841" y="4534547"/>
                  </a:moveTo>
                  <a:lnTo>
                    <a:pt x="10409428" y="4534547"/>
                  </a:lnTo>
                  <a:lnTo>
                    <a:pt x="10405110" y="4538814"/>
                  </a:lnTo>
                  <a:lnTo>
                    <a:pt x="10405110" y="4549355"/>
                  </a:lnTo>
                  <a:lnTo>
                    <a:pt x="10409428" y="4553623"/>
                  </a:lnTo>
                  <a:lnTo>
                    <a:pt x="10419841" y="4553623"/>
                  </a:lnTo>
                  <a:lnTo>
                    <a:pt x="10424160" y="4549355"/>
                  </a:lnTo>
                  <a:lnTo>
                    <a:pt x="10424160" y="4538814"/>
                  </a:lnTo>
                  <a:lnTo>
                    <a:pt x="10419841" y="4534547"/>
                  </a:lnTo>
                  <a:close/>
                </a:path>
                <a:path w="10424160" h="5213350">
                  <a:moveTo>
                    <a:pt x="10419841" y="4572673"/>
                  </a:moveTo>
                  <a:lnTo>
                    <a:pt x="10409428" y="4572673"/>
                  </a:lnTo>
                  <a:lnTo>
                    <a:pt x="10405110" y="4576940"/>
                  </a:lnTo>
                  <a:lnTo>
                    <a:pt x="10405110" y="4587468"/>
                  </a:lnTo>
                  <a:lnTo>
                    <a:pt x="10409428" y="4591735"/>
                  </a:lnTo>
                  <a:lnTo>
                    <a:pt x="10419841" y="4591735"/>
                  </a:lnTo>
                  <a:lnTo>
                    <a:pt x="10424160" y="4587468"/>
                  </a:lnTo>
                  <a:lnTo>
                    <a:pt x="10424160" y="4576940"/>
                  </a:lnTo>
                  <a:lnTo>
                    <a:pt x="10419841" y="4572673"/>
                  </a:lnTo>
                  <a:close/>
                </a:path>
                <a:path w="10424160" h="5213350">
                  <a:moveTo>
                    <a:pt x="10419841" y="4610785"/>
                  </a:moveTo>
                  <a:lnTo>
                    <a:pt x="10409428" y="4610785"/>
                  </a:lnTo>
                  <a:lnTo>
                    <a:pt x="10405110" y="4615053"/>
                  </a:lnTo>
                  <a:lnTo>
                    <a:pt x="10405110" y="4625594"/>
                  </a:lnTo>
                  <a:lnTo>
                    <a:pt x="10409428" y="4629861"/>
                  </a:lnTo>
                  <a:lnTo>
                    <a:pt x="10419841" y="4629861"/>
                  </a:lnTo>
                  <a:lnTo>
                    <a:pt x="10424160" y="4625594"/>
                  </a:lnTo>
                  <a:lnTo>
                    <a:pt x="10424160" y="4615053"/>
                  </a:lnTo>
                  <a:lnTo>
                    <a:pt x="10419841" y="4610785"/>
                  </a:lnTo>
                  <a:close/>
                </a:path>
                <a:path w="10424160" h="5213350">
                  <a:moveTo>
                    <a:pt x="10419841" y="4648911"/>
                  </a:moveTo>
                  <a:lnTo>
                    <a:pt x="10409428" y="4648911"/>
                  </a:lnTo>
                  <a:lnTo>
                    <a:pt x="10405110" y="4653178"/>
                  </a:lnTo>
                  <a:lnTo>
                    <a:pt x="10405110" y="4663719"/>
                  </a:lnTo>
                  <a:lnTo>
                    <a:pt x="10409428" y="4667973"/>
                  </a:lnTo>
                  <a:lnTo>
                    <a:pt x="10419841" y="4667973"/>
                  </a:lnTo>
                  <a:lnTo>
                    <a:pt x="10424160" y="4663719"/>
                  </a:lnTo>
                  <a:lnTo>
                    <a:pt x="10424160" y="4653178"/>
                  </a:lnTo>
                  <a:lnTo>
                    <a:pt x="10419841" y="4648911"/>
                  </a:lnTo>
                  <a:close/>
                </a:path>
                <a:path w="10424160" h="5213350">
                  <a:moveTo>
                    <a:pt x="10419841" y="4687023"/>
                  </a:moveTo>
                  <a:lnTo>
                    <a:pt x="10409428" y="4687023"/>
                  </a:lnTo>
                  <a:lnTo>
                    <a:pt x="10405110" y="4691291"/>
                  </a:lnTo>
                  <a:lnTo>
                    <a:pt x="10405110" y="4701832"/>
                  </a:lnTo>
                  <a:lnTo>
                    <a:pt x="10409428" y="4706099"/>
                  </a:lnTo>
                  <a:lnTo>
                    <a:pt x="10419841" y="4706099"/>
                  </a:lnTo>
                  <a:lnTo>
                    <a:pt x="10424160" y="4701832"/>
                  </a:lnTo>
                  <a:lnTo>
                    <a:pt x="10424160" y="4691291"/>
                  </a:lnTo>
                  <a:lnTo>
                    <a:pt x="10419841" y="4687023"/>
                  </a:lnTo>
                  <a:close/>
                </a:path>
                <a:path w="10424160" h="5213350">
                  <a:moveTo>
                    <a:pt x="10419841" y="4725149"/>
                  </a:moveTo>
                  <a:lnTo>
                    <a:pt x="10409428" y="4725149"/>
                  </a:lnTo>
                  <a:lnTo>
                    <a:pt x="10405110" y="4729416"/>
                  </a:lnTo>
                  <a:lnTo>
                    <a:pt x="10405110" y="4739957"/>
                  </a:lnTo>
                  <a:lnTo>
                    <a:pt x="10409428" y="4744212"/>
                  </a:lnTo>
                  <a:lnTo>
                    <a:pt x="10419841" y="4744212"/>
                  </a:lnTo>
                  <a:lnTo>
                    <a:pt x="10424160" y="4739957"/>
                  </a:lnTo>
                  <a:lnTo>
                    <a:pt x="10424160" y="4729416"/>
                  </a:lnTo>
                  <a:lnTo>
                    <a:pt x="10419841" y="4725149"/>
                  </a:lnTo>
                  <a:close/>
                </a:path>
                <a:path w="10424160" h="5213350">
                  <a:moveTo>
                    <a:pt x="10419841" y="4763262"/>
                  </a:moveTo>
                  <a:lnTo>
                    <a:pt x="10409428" y="4763262"/>
                  </a:lnTo>
                  <a:lnTo>
                    <a:pt x="10405110" y="4767529"/>
                  </a:lnTo>
                  <a:lnTo>
                    <a:pt x="10405110" y="4778070"/>
                  </a:lnTo>
                  <a:lnTo>
                    <a:pt x="10409428" y="4782337"/>
                  </a:lnTo>
                  <a:lnTo>
                    <a:pt x="10419841" y="4782337"/>
                  </a:lnTo>
                  <a:lnTo>
                    <a:pt x="10424160" y="4778070"/>
                  </a:lnTo>
                  <a:lnTo>
                    <a:pt x="10424160" y="4767529"/>
                  </a:lnTo>
                  <a:lnTo>
                    <a:pt x="10419841" y="4763262"/>
                  </a:lnTo>
                  <a:close/>
                </a:path>
                <a:path w="10424160" h="5213350">
                  <a:moveTo>
                    <a:pt x="10419841" y="4801387"/>
                  </a:moveTo>
                  <a:lnTo>
                    <a:pt x="10409428" y="4801387"/>
                  </a:lnTo>
                  <a:lnTo>
                    <a:pt x="10405110" y="4805654"/>
                  </a:lnTo>
                  <a:lnTo>
                    <a:pt x="10405110" y="4816195"/>
                  </a:lnTo>
                  <a:lnTo>
                    <a:pt x="10409428" y="4820450"/>
                  </a:lnTo>
                  <a:lnTo>
                    <a:pt x="10419841" y="4820450"/>
                  </a:lnTo>
                  <a:lnTo>
                    <a:pt x="10424160" y="4816195"/>
                  </a:lnTo>
                  <a:lnTo>
                    <a:pt x="10424160" y="4805654"/>
                  </a:lnTo>
                  <a:lnTo>
                    <a:pt x="10419841" y="4801387"/>
                  </a:lnTo>
                  <a:close/>
                </a:path>
                <a:path w="10424160" h="5213350">
                  <a:moveTo>
                    <a:pt x="10419841" y="4839500"/>
                  </a:moveTo>
                  <a:lnTo>
                    <a:pt x="10409428" y="4839500"/>
                  </a:lnTo>
                  <a:lnTo>
                    <a:pt x="10405110" y="4843767"/>
                  </a:lnTo>
                  <a:lnTo>
                    <a:pt x="10405110" y="4854308"/>
                  </a:lnTo>
                  <a:lnTo>
                    <a:pt x="10409428" y="4858575"/>
                  </a:lnTo>
                  <a:lnTo>
                    <a:pt x="10419841" y="4858575"/>
                  </a:lnTo>
                  <a:lnTo>
                    <a:pt x="10424160" y="4854308"/>
                  </a:lnTo>
                  <a:lnTo>
                    <a:pt x="10424160" y="4843767"/>
                  </a:lnTo>
                  <a:lnTo>
                    <a:pt x="10419841" y="4839500"/>
                  </a:lnTo>
                  <a:close/>
                </a:path>
                <a:path w="10424160" h="5213350">
                  <a:moveTo>
                    <a:pt x="10419841" y="4877625"/>
                  </a:moveTo>
                  <a:lnTo>
                    <a:pt x="10409428" y="4877625"/>
                  </a:lnTo>
                  <a:lnTo>
                    <a:pt x="10405110" y="4881892"/>
                  </a:lnTo>
                  <a:lnTo>
                    <a:pt x="10405110" y="4892433"/>
                  </a:lnTo>
                  <a:lnTo>
                    <a:pt x="10409428" y="4896700"/>
                  </a:lnTo>
                  <a:lnTo>
                    <a:pt x="10419841" y="4896700"/>
                  </a:lnTo>
                  <a:lnTo>
                    <a:pt x="10424160" y="4892433"/>
                  </a:lnTo>
                  <a:lnTo>
                    <a:pt x="10424160" y="4881892"/>
                  </a:lnTo>
                  <a:lnTo>
                    <a:pt x="10419841" y="4877625"/>
                  </a:lnTo>
                  <a:close/>
                </a:path>
                <a:path w="10424160" h="5213350">
                  <a:moveTo>
                    <a:pt x="10419841" y="4915750"/>
                  </a:moveTo>
                  <a:lnTo>
                    <a:pt x="10409428" y="4915750"/>
                  </a:lnTo>
                  <a:lnTo>
                    <a:pt x="10405110" y="4920005"/>
                  </a:lnTo>
                  <a:lnTo>
                    <a:pt x="10405110" y="4930546"/>
                  </a:lnTo>
                  <a:lnTo>
                    <a:pt x="10409428" y="4934813"/>
                  </a:lnTo>
                  <a:lnTo>
                    <a:pt x="10419841" y="4934813"/>
                  </a:lnTo>
                  <a:lnTo>
                    <a:pt x="10424160" y="4930546"/>
                  </a:lnTo>
                  <a:lnTo>
                    <a:pt x="10424160" y="4920005"/>
                  </a:lnTo>
                  <a:lnTo>
                    <a:pt x="10419841" y="4915750"/>
                  </a:lnTo>
                  <a:close/>
                </a:path>
                <a:path w="10424160" h="5213350">
                  <a:moveTo>
                    <a:pt x="10419841" y="4953863"/>
                  </a:moveTo>
                  <a:lnTo>
                    <a:pt x="10409428" y="4953863"/>
                  </a:lnTo>
                  <a:lnTo>
                    <a:pt x="10405110" y="4958130"/>
                  </a:lnTo>
                  <a:lnTo>
                    <a:pt x="10405110" y="4968671"/>
                  </a:lnTo>
                  <a:lnTo>
                    <a:pt x="10409428" y="4972939"/>
                  </a:lnTo>
                  <a:lnTo>
                    <a:pt x="10419841" y="4972939"/>
                  </a:lnTo>
                  <a:lnTo>
                    <a:pt x="10424160" y="4968671"/>
                  </a:lnTo>
                  <a:lnTo>
                    <a:pt x="10424160" y="4958130"/>
                  </a:lnTo>
                  <a:lnTo>
                    <a:pt x="10419841" y="4953863"/>
                  </a:lnTo>
                  <a:close/>
                </a:path>
                <a:path w="10424160" h="5213350">
                  <a:moveTo>
                    <a:pt x="10419841" y="4991989"/>
                  </a:moveTo>
                  <a:lnTo>
                    <a:pt x="10409428" y="4991989"/>
                  </a:lnTo>
                  <a:lnTo>
                    <a:pt x="10405110" y="4996256"/>
                  </a:lnTo>
                  <a:lnTo>
                    <a:pt x="10405110" y="5006784"/>
                  </a:lnTo>
                  <a:lnTo>
                    <a:pt x="10409428" y="5011051"/>
                  </a:lnTo>
                  <a:lnTo>
                    <a:pt x="10419841" y="5011051"/>
                  </a:lnTo>
                  <a:lnTo>
                    <a:pt x="10424160" y="5006784"/>
                  </a:lnTo>
                  <a:lnTo>
                    <a:pt x="10424160" y="4996256"/>
                  </a:lnTo>
                  <a:lnTo>
                    <a:pt x="10419841" y="4991989"/>
                  </a:lnTo>
                  <a:close/>
                </a:path>
                <a:path w="10424160" h="5213350">
                  <a:moveTo>
                    <a:pt x="10404348" y="5039131"/>
                  </a:moveTo>
                  <a:lnTo>
                    <a:pt x="10404093" y="5044389"/>
                  </a:lnTo>
                  <a:lnTo>
                    <a:pt x="10408158" y="5048859"/>
                  </a:lnTo>
                  <a:lnTo>
                    <a:pt x="10418699" y="5049418"/>
                  </a:lnTo>
                  <a:lnTo>
                    <a:pt x="10423143" y="5045379"/>
                  </a:lnTo>
                  <a:lnTo>
                    <a:pt x="10423398" y="5040134"/>
                  </a:lnTo>
                  <a:lnTo>
                    <a:pt x="10404348" y="5039131"/>
                  </a:lnTo>
                  <a:close/>
                </a:path>
                <a:path w="10424160" h="5213350">
                  <a:moveTo>
                    <a:pt x="10409174" y="5029822"/>
                  </a:moveTo>
                  <a:lnTo>
                    <a:pt x="10404602" y="5033860"/>
                  </a:lnTo>
                  <a:lnTo>
                    <a:pt x="10404346" y="5039131"/>
                  </a:lnTo>
                  <a:lnTo>
                    <a:pt x="10404830" y="5039131"/>
                  </a:lnTo>
                  <a:lnTo>
                    <a:pt x="10423880" y="5040134"/>
                  </a:lnTo>
                  <a:lnTo>
                    <a:pt x="10423396" y="5040134"/>
                  </a:lnTo>
                  <a:lnTo>
                    <a:pt x="10423652" y="5034864"/>
                  </a:lnTo>
                  <a:lnTo>
                    <a:pt x="10419715" y="5030381"/>
                  </a:lnTo>
                  <a:lnTo>
                    <a:pt x="10409174" y="5029822"/>
                  </a:lnTo>
                  <a:close/>
                </a:path>
                <a:path w="10424160" h="5213350">
                  <a:moveTo>
                    <a:pt x="10397916" y="5074500"/>
                  </a:moveTo>
                  <a:lnTo>
                    <a:pt x="10397408" y="5076164"/>
                  </a:lnTo>
                  <a:lnTo>
                    <a:pt x="10396488" y="5079580"/>
                  </a:lnTo>
                  <a:lnTo>
                    <a:pt x="10399317" y="5084660"/>
                  </a:lnTo>
                  <a:lnTo>
                    <a:pt x="10399394" y="5084800"/>
                  </a:lnTo>
                  <a:lnTo>
                    <a:pt x="10409555" y="5087620"/>
                  </a:lnTo>
                  <a:lnTo>
                    <a:pt x="10414762" y="5084660"/>
                  </a:lnTo>
                  <a:lnTo>
                    <a:pt x="10416159" y="5079580"/>
                  </a:lnTo>
                  <a:lnTo>
                    <a:pt x="10397916" y="5074500"/>
                  </a:lnTo>
                  <a:close/>
                </a:path>
                <a:path w="10424160" h="5213350">
                  <a:moveTo>
                    <a:pt x="10404475" y="5066436"/>
                  </a:moveTo>
                  <a:lnTo>
                    <a:pt x="10399267" y="5069395"/>
                  </a:lnTo>
                  <a:lnTo>
                    <a:pt x="10397917" y="5074500"/>
                  </a:lnTo>
                  <a:lnTo>
                    <a:pt x="10416205" y="5079580"/>
                  </a:lnTo>
                  <a:lnTo>
                    <a:pt x="10416621" y="5077891"/>
                  </a:lnTo>
                  <a:lnTo>
                    <a:pt x="10417556" y="5074500"/>
                  </a:lnTo>
                  <a:lnTo>
                    <a:pt x="10414719" y="5069395"/>
                  </a:lnTo>
                  <a:lnTo>
                    <a:pt x="10414635" y="5069243"/>
                  </a:lnTo>
                  <a:lnTo>
                    <a:pt x="10404475" y="5066436"/>
                  </a:lnTo>
                  <a:close/>
                </a:path>
                <a:path w="10424160" h="5213350">
                  <a:moveTo>
                    <a:pt x="10384155" y="5107025"/>
                  </a:moveTo>
                  <a:lnTo>
                    <a:pt x="10381361" y="5111496"/>
                  </a:lnTo>
                  <a:lnTo>
                    <a:pt x="10382578" y="5117122"/>
                  </a:lnTo>
                  <a:lnTo>
                    <a:pt x="10382631" y="5117363"/>
                  </a:lnTo>
                  <a:lnTo>
                    <a:pt x="10387203" y="5120157"/>
                  </a:lnTo>
                  <a:lnTo>
                    <a:pt x="10391648" y="5122938"/>
                  </a:lnTo>
                  <a:lnTo>
                    <a:pt x="10397490" y="5121592"/>
                  </a:lnTo>
                  <a:lnTo>
                    <a:pt x="10400284" y="5117122"/>
                  </a:lnTo>
                  <a:lnTo>
                    <a:pt x="10384155" y="5107025"/>
                  </a:lnTo>
                  <a:close/>
                </a:path>
                <a:path w="10424160" h="5213350">
                  <a:moveTo>
                    <a:pt x="10392791" y="5101196"/>
                  </a:moveTo>
                  <a:lnTo>
                    <a:pt x="10386949" y="5102555"/>
                  </a:lnTo>
                  <a:lnTo>
                    <a:pt x="10384306" y="5106771"/>
                  </a:lnTo>
                  <a:lnTo>
                    <a:pt x="10384175" y="5107025"/>
                  </a:lnTo>
                  <a:lnTo>
                    <a:pt x="10400304" y="5117122"/>
                  </a:lnTo>
                  <a:lnTo>
                    <a:pt x="10403078" y="5112651"/>
                  </a:lnTo>
                  <a:lnTo>
                    <a:pt x="10401741" y="5107025"/>
                  </a:lnTo>
                  <a:lnTo>
                    <a:pt x="10401681" y="5106771"/>
                  </a:lnTo>
                  <a:lnTo>
                    <a:pt x="10392791" y="5101196"/>
                  </a:lnTo>
                  <a:close/>
                </a:path>
                <a:path w="10424160" h="5213350">
                  <a:moveTo>
                    <a:pt x="10363200" y="5136591"/>
                  </a:moveTo>
                  <a:lnTo>
                    <a:pt x="10359643" y="5140452"/>
                  </a:lnTo>
                  <a:lnTo>
                    <a:pt x="10359653" y="5140896"/>
                  </a:lnTo>
                  <a:lnTo>
                    <a:pt x="10359771" y="5146471"/>
                  </a:lnTo>
                  <a:lnTo>
                    <a:pt x="10363708" y="5150053"/>
                  </a:lnTo>
                  <a:lnTo>
                    <a:pt x="10367517" y="5153634"/>
                  </a:lnTo>
                  <a:lnTo>
                    <a:pt x="10373614" y="5153406"/>
                  </a:lnTo>
                  <a:lnTo>
                    <a:pt x="10377169" y="5149557"/>
                  </a:lnTo>
                  <a:lnTo>
                    <a:pt x="10373845" y="5146471"/>
                  </a:lnTo>
                  <a:lnTo>
                    <a:pt x="10372471" y="5145239"/>
                  </a:lnTo>
                  <a:lnTo>
                    <a:pt x="10363200" y="5136591"/>
                  </a:lnTo>
                  <a:close/>
                </a:path>
                <a:path w="10424160" h="5213350">
                  <a:moveTo>
                    <a:pt x="10372852" y="5132501"/>
                  </a:moveTo>
                  <a:lnTo>
                    <a:pt x="10366756" y="5132730"/>
                  </a:lnTo>
                  <a:lnTo>
                    <a:pt x="10363200" y="5136591"/>
                  </a:lnTo>
                  <a:lnTo>
                    <a:pt x="10367413" y="5140452"/>
                  </a:lnTo>
                  <a:lnTo>
                    <a:pt x="10367852" y="5140896"/>
                  </a:lnTo>
                  <a:lnTo>
                    <a:pt x="10373010" y="5145684"/>
                  </a:lnTo>
                  <a:lnTo>
                    <a:pt x="10373815" y="5146471"/>
                  </a:lnTo>
                  <a:lnTo>
                    <a:pt x="10377183" y="5149557"/>
                  </a:lnTo>
                  <a:lnTo>
                    <a:pt x="10380726" y="5145684"/>
                  </a:lnTo>
                  <a:lnTo>
                    <a:pt x="10380523" y="5140896"/>
                  </a:lnTo>
                  <a:lnTo>
                    <a:pt x="10380472" y="5139664"/>
                  </a:lnTo>
                  <a:lnTo>
                    <a:pt x="10372852" y="5132501"/>
                  </a:lnTo>
                  <a:close/>
                </a:path>
                <a:path w="10424160" h="5213350">
                  <a:moveTo>
                    <a:pt x="10336657" y="5160899"/>
                  </a:moveTo>
                  <a:lnTo>
                    <a:pt x="10332339" y="5163883"/>
                  </a:lnTo>
                  <a:lnTo>
                    <a:pt x="10331323" y="5169814"/>
                  </a:lnTo>
                  <a:lnTo>
                    <a:pt x="10334243" y="5174145"/>
                  </a:lnTo>
                  <a:lnTo>
                    <a:pt x="10337291" y="5178488"/>
                  </a:lnTo>
                  <a:lnTo>
                    <a:pt x="10343134" y="5179580"/>
                  </a:lnTo>
                  <a:lnTo>
                    <a:pt x="10347452" y="5176596"/>
                  </a:lnTo>
                  <a:lnTo>
                    <a:pt x="10336657" y="5160899"/>
                  </a:lnTo>
                  <a:close/>
                </a:path>
                <a:path w="10424160" h="5213350">
                  <a:moveTo>
                    <a:pt x="10341102" y="5157914"/>
                  </a:moveTo>
                  <a:lnTo>
                    <a:pt x="10336792" y="5160899"/>
                  </a:lnTo>
                  <a:lnTo>
                    <a:pt x="10345535" y="5173611"/>
                  </a:lnTo>
                  <a:lnTo>
                    <a:pt x="10345858" y="5174145"/>
                  </a:lnTo>
                  <a:lnTo>
                    <a:pt x="10347587" y="5176596"/>
                  </a:lnTo>
                  <a:lnTo>
                    <a:pt x="10351897" y="5173611"/>
                  </a:lnTo>
                  <a:lnTo>
                    <a:pt x="10352913" y="5167680"/>
                  </a:lnTo>
                  <a:lnTo>
                    <a:pt x="10349991" y="5163350"/>
                  </a:lnTo>
                  <a:lnTo>
                    <a:pt x="10346943" y="5159006"/>
                  </a:lnTo>
                  <a:lnTo>
                    <a:pt x="10341102" y="5157914"/>
                  </a:lnTo>
                  <a:close/>
                </a:path>
                <a:path w="10424160" h="5213350">
                  <a:moveTo>
                    <a:pt x="10305420" y="5179263"/>
                  </a:moveTo>
                  <a:lnTo>
                    <a:pt x="10300589" y="5181384"/>
                  </a:lnTo>
                  <a:lnTo>
                    <a:pt x="10298430" y="5187010"/>
                  </a:lnTo>
                  <a:lnTo>
                    <a:pt x="10301795" y="5194503"/>
                  </a:lnTo>
                  <a:lnTo>
                    <a:pt x="10302813" y="5196649"/>
                  </a:lnTo>
                  <a:lnTo>
                    <a:pt x="10308336" y="5198783"/>
                  </a:lnTo>
                  <a:lnTo>
                    <a:pt x="10313162" y="5196649"/>
                  </a:lnTo>
                  <a:lnTo>
                    <a:pt x="10312222" y="5194503"/>
                  </a:lnTo>
                  <a:lnTo>
                    <a:pt x="10305420" y="5179263"/>
                  </a:lnTo>
                  <a:close/>
                </a:path>
                <a:path w="10424160" h="5213350">
                  <a:moveTo>
                    <a:pt x="10310241" y="5177104"/>
                  </a:moveTo>
                  <a:lnTo>
                    <a:pt x="10305420" y="5179263"/>
                  </a:lnTo>
                  <a:lnTo>
                    <a:pt x="10306397" y="5181384"/>
                  </a:lnTo>
                  <a:lnTo>
                    <a:pt x="10307997" y="5185041"/>
                  </a:lnTo>
                  <a:lnTo>
                    <a:pt x="10309703" y="5188877"/>
                  </a:lnTo>
                  <a:lnTo>
                    <a:pt x="10310622" y="5190845"/>
                  </a:lnTo>
                  <a:lnTo>
                    <a:pt x="10312206" y="5194503"/>
                  </a:lnTo>
                  <a:lnTo>
                    <a:pt x="10313162" y="5196649"/>
                  </a:lnTo>
                  <a:lnTo>
                    <a:pt x="10317988" y="5194503"/>
                  </a:lnTo>
                  <a:lnTo>
                    <a:pt x="10320147" y="5188877"/>
                  </a:lnTo>
                  <a:lnTo>
                    <a:pt x="10315829" y="5179263"/>
                  </a:lnTo>
                  <a:lnTo>
                    <a:pt x="10310241" y="5177104"/>
                  </a:lnTo>
                  <a:close/>
                </a:path>
                <a:path w="10424160" h="5213350">
                  <a:moveTo>
                    <a:pt x="10270871" y="5190477"/>
                  </a:moveTo>
                  <a:lnTo>
                    <a:pt x="10265791" y="5191696"/>
                  </a:lnTo>
                  <a:lnTo>
                    <a:pt x="10262718" y="5196662"/>
                  </a:lnTo>
                  <a:lnTo>
                    <a:pt x="10262616" y="5196827"/>
                  </a:lnTo>
                  <a:lnTo>
                    <a:pt x="10263886" y="5201945"/>
                  </a:lnTo>
                  <a:lnTo>
                    <a:pt x="10265029" y="5207063"/>
                  </a:lnTo>
                  <a:lnTo>
                    <a:pt x="10270236" y="5210238"/>
                  </a:lnTo>
                  <a:lnTo>
                    <a:pt x="10275316" y="5209019"/>
                  </a:lnTo>
                  <a:lnTo>
                    <a:pt x="10275040" y="5207800"/>
                  </a:lnTo>
                  <a:lnTo>
                    <a:pt x="10274847" y="5207063"/>
                  </a:lnTo>
                  <a:lnTo>
                    <a:pt x="10270871" y="5190477"/>
                  </a:lnTo>
                  <a:close/>
                </a:path>
                <a:path w="10424160" h="5213350">
                  <a:moveTo>
                    <a:pt x="10276078" y="5189270"/>
                  </a:moveTo>
                  <a:lnTo>
                    <a:pt x="10270998" y="5190477"/>
                  </a:lnTo>
                  <a:lnTo>
                    <a:pt x="10273837" y="5202669"/>
                  </a:lnTo>
                  <a:lnTo>
                    <a:pt x="10273918" y="5202847"/>
                  </a:lnTo>
                  <a:lnTo>
                    <a:pt x="10274873" y="5207063"/>
                  </a:lnTo>
                  <a:lnTo>
                    <a:pt x="10275023" y="5207800"/>
                  </a:lnTo>
                  <a:lnTo>
                    <a:pt x="10275316" y="5209019"/>
                  </a:lnTo>
                  <a:lnTo>
                    <a:pt x="10280523" y="5207800"/>
                  </a:lnTo>
                  <a:lnTo>
                    <a:pt x="10283465" y="5202847"/>
                  </a:lnTo>
                  <a:lnTo>
                    <a:pt x="10283571" y="5202669"/>
                  </a:lnTo>
                  <a:lnTo>
                    <a:pt x="10282428" y="5197551"/>
                  </a:lnTo>
                  <a:lnTo>
                    <a:pt x="10281158" y="5192433"/>
                  </a:lnTo>
                  <a:lnTo>
                    <a:pt x="10276078" y="5189270"/>
                  </a:lnTo>
                  <a:close/>
                </a:path>
                <a:path w="10424160" h="5213350">
                  <a:moveTo>
                    <a:pt x="10235311" y="5193982"/>
                  </a:moveTo>
                  <a:lnTo>
                    <a:pt x="10229977" y="5193982"/>
                  </a:lnTo>
                  <a:lnTo>
                    <a:pt x="10225786" y="5198249"/>
                  </a:lnTo>
                  <a:lnTo>
                    <a:pt x="10225786" y="5208765"/>
                  </a:lnTo>
                  <a:lnTo>
                    <a:pt x="10229977" y="5213032"/>
                  </a:lnTo>
                  <a:lnTo>
                    <a:pt x="10235311" y="5213032"/>
                  </a:lnTo>
                  <a:lnTo>
                    <a:pt x="10235311" y="5193982"/>
                  </a:lnTo>
                  <a:close/>
                </a:path>
                <a:path w="10424160" h="5213350">
                  <a:moveTo>
                    <a:pt x="10240517" y="5193982"/>
                  </a:moveTo>
                  <a:lnTo>
                    <a:pt x="10235311" y="5193982"/>
                  </a:lnTo>
                  <a:lnTo>
                    <a:pt x="10235311" y="5213032"/>
                  </a:lnTo>
                  <a:lnTo>
                    <a:pt x="10240517" y="5213032"/>
                  </a:lnTo>
                  <a:lnTo>
                    <a:pt x="10244836" y="5208765"/>
                  </a:lnTo>
                  <a:lnTo>
                    <a:pt x="10244836" y="5198249"/>
                  </a:lnTo>
                  <a:lnTo>
                    <a:pt x="10240517" y="5193982"/>
                  </a:lnTo>
                  <a:close/>
                </a:path>
                <a:path w="10424160" h="5213350">
                  <a:moveTo>
                    <a:pt x="10197084" y="5193982"/>
                  </a:moveTo>
                  <a:lnTo>
                    <a:pt x="10191877" y="5193982"/>
                  </a:lnTo>
                  <a:lnTo>
                    <a:pt x="10187559" y="5198249"/>
                  </a:lnTo>
                  <a:lnTo>
                    <a:pt x="10187559" y="5208765"/>
                  </a:lnTo>
                  <a:lnTo>
                    <a:pt x="10191877" y="5213032"/>
                  </a:lnTo>
                  <a:lnTo>
                    <a:pt x="10197084" y="5213032"/>
                  </a:lnTo>
                  <a:lnTo>
                    <a:pt x="10197084" y="5193982"/>
                  </a:lnTo>
                  <a:close/>
                </a:path>
                <a:path w="10424160" h="5213350">
                  <a:moveTo>
                    <a:pt x="10202417" y="5193982"/>
                  </a:moveTo>
                  <a:lnTo>
                    <a:pt x="10197211" y="5193982"/>
                  </a:lnTo>
                  <a:lnTo>
                    <a:pt x="10197211" y="5213032"/>
                  </a:lnTo>
                  <a:lnTo>
                    <a:pt x="10202417" y="5213032"/>
                  </a:lnTo>
                  <a:lnTo>
                    <a:pt x="10206736" y="5208765"/>
                  </a:lnTo>
                  <a:lnTo>
                    <a:pt x="10206736" y="5198249"/>
                  </a:lnTo>
                  <a:lnTo>
                    <a:pt x="10202417" y="5193982"/>
                  </a:lnTo>
                  <a:close/>
                </a:path>
                <a:path w="10424160" h="5213350">
                  <a:moveTo>
                    <a:pt x="10158984" y="5193982"/>
                  </a:moveTo>
                  <a:lnTo>
                    <a:pt x="10153777" y="5193982"/>
                  </a:lnTo>
                  <a:lnTo>
                    <a:pt x="10149459" y="5198249"/>
                  </a:lnTo>
                  <a:lnTo>
                    <a:pt x="10149459" y="5208765"/>
                  </a:lnTo>
                  <a:lnTo>
                    <a:pt x="10153777" y="5213032"/>
                  </a:lnTo>
                  <a:lnTo>
                    <a:pt x="10158984" y="5213032"/>
                  </a:lnTo>
                  <a:lnTo>
                    <a:pt x="10158984" y="5193982"/>
                  </a:lnTo>
                  <a:close/>
                </a:path>
                <a:path w="10424160" h="5213350">
                  <a:moveTo>
                    <a:pt x="10164317" y="5193982"/>
                  </a:moveTo>
                  <a:lnTo>
                    <a:pt x="10158984" y="5193982"/>
                  </a:lnTo>
                  <a:lnTo>
                    <a:pt x="10158984" y="5213032"/>
                  </a:lnTo>
                  <a:lnTo>
                    <a:pt x="10164317" y="5213032"/>
                  </a:lnTo>
                  <a:lnTo>
                    <a:pt x="10168509" y="5208765"/>
                  </a:lnTo>
                  <a:lnTo>
                    <a:pt x="10168509" y="5198249"/>
                  </a:lnTo>
                  <a:lnTo>
                    <a:pt x="10164317" y="5193982"/>
                  </a:lnTo>
                  <a:close/>
                </a:path>
                <a:path w="10424160" h="5213350">
                  <a:moveTo>
                    <a:pt x="10120884" y="5193982"/>
                  </a:moveTo>
                  <a:lnTo>
                    <a:pt x="10115677" y="5193982"/>
                  </a:lnTo>
                  <a:lnTo>
                    <a:pt x="10111359" y="5198249"/>
                  </a:lnTo>
                  <a:lnTo>
                    <a:pt x="10111359" y="5208765"/>
                  </a:lnTo>
                  <a:lnTo>
                    <a:pt x="10115677" y="5213032"/>
                  </a:lnTo>
                  <a:lnTo>
                    <a:pt x="10120884" y="5213032"/>
                  </a:lnTo>
                  <a:lnTo>
                    <a:pt x="10120884" y="5193982"/>
                  </a:lnTo>
                  <a:close/>
                </a:path>
                <a:path w="10424160" h="5213350">
                  <a:moveTo>
                    <a:pt x="10126217" y="5193982"/>
                  </a:moveTo>
                  <a:lnTo>
                    <a:pt x="10120884" y="5193982"/>
                  </a:lnTo>
                  <a:lnTo>
                    <a:pt x="10120884" y="5213032"/>
                  </a:lnTo>
                  <a:lnTo>
                    <a:pt x="10126217" y="5213032"/>
                  </a:lnTo>
                  <a:lnTo>
                    <a:pt x="10130409" y="5208765"/>
                  </a:lnTo>
                  <a:lnTo>
                    <a:pt x="10130409" y="5198249"/>
                  </a:lnTo>
                  <a:lnTo>
                    <a:pt x="10126217" y="5193982"/>
                  </a:lnTo>
                  <a:close/>
                </a:path>
                <a:path w="10424160" h="5213350">
                  <a:moveTo>
                    <a:pt x="10082784" y="5193982"/>
                  </a:moveTo>
                  <a:lnTo>
                    <a:pt x="10077450" y="5193982"/>
                  </a:lnTo>
                  <a:lnTo>
                    <a:pt x="10073259" y="5198249"/>
                  </a:lnTo>
                  <a:lnTo>
                    <a:pt x="10073259" y="5208765"/>
                  </a:lnTo>
                  <a:lnTo>
                    <a:pt x="10077450" y="5213032"/>
                  </a:lnTo>
                  <a:lnTo>
                    <a:pt x="10082784" y="5213032"/>
                  </a:lnTo>
                  <a:lnTo>
                    <a:pt x="10082784" y="5193982"/>
                  </a:lnTo>
                  <a:close/>
                </a:path>
                <a:path w="10424160" h="5213350">
                  <a:moveTo>
                    <a:pt x="10087991" y="5193982"/>
                  </a:moveTo>
                  <a:lnTo>
                    <a:pt x="10082784" y="5193982"/>
                  </a:lnTo>
                  <a:lnTo>
                    <a:pt x="10082784" y="5213032"/>
                  </a:lnTo>
                  <a:lnTo>
                    <a:pt x="10087991" y="5213032"/>
                  </a:lnTo>
                  <a:lnTo>
                    <a:pt x="10092309" y="5208765"/>
                  </a:lnTo>
                  <a:lnTo>
                    <a:pt x="10092309" y="5198249"/>
                  </a:lnTo>
                  <a:lnTo>
                    <a:pt x="10087991" y="5193982"/>
                  </a:lnTo>
                  <a:close/>
                </a:path>
                <a:path w="10424160" h="5213350">
                  <a:moveTo>
                    <a:pt x="10044684" y="5193982"/>
                  </a:moveTo>
                  <a:lnTo>
                    <a:pt x="10039350" y="5193982"/>
                  </a:lnTo>
                  <a:lnTo>
                    <a:pt x="10035159" y="5198249"/>
                  </a:lnTo>
                  <a:lnTo>
                    <a:pt x="10035159" y="5208765"/>
                  </a:lnTo>
                  <a:lnTo>
                    <a:pt x="10039350" y="5213032"/>
                  </a:lnTo>
                  <a:lnTo>
                    <a:pt x="10044684" y="5213032"/>
                  </a:lnTo>
                  <a:lnTo>
                    <a:pt x="10044684" y="5193982"/>
                  </a:lnTo>
                  <a:close/>
                </a:path>
                <a:path w="10424160" h="5213350">
                  <a:moveTo>
                    <a:pt x="10049891" y="5193982"/>
                  </a:moveTo>
                  <a:lnTo>
                    <a:pt x="10044684" y="5193982"/>
                  </a:lnTo>
                  <a:lnTo>
                    <a:pt x="10044684" y="5213032"/>
                  </a:lnTo>
                  <a:lnTo>
                    <a:pt x="10049891" y="5213032"/>
                  </a:lnTo>
                  <a:lnTo>
                    <a:pt x="10054209" y="5208765"/>
                  </a:lnTo>
                  <a:lnTo>
                    <a:pt x="10054209" y="5198249"/>
                  </a:lnTo>
                  <a:lnTo>
                    <a:pt x="10049891" y="5193982"/>
                  </a:lnTo>
                  <a:close/>
                </a:path>
                <a:path w="10424160" h="5213350">
                  <a:moveTo>
                    <a:pt x="10006584" y="5193982"/>
                  </a:moveTo>
                  <a:lnTo>
                    <a:pt x="10001250" y="5193982"/>
                  </a:lnTo>
                  <a:lnTo>
                    <a:pt x="9997059" y="5198249"/>
                  </a:lnTo>
                  <a:lnTo>
                    <a:pt x="9997059" y="5208765"/>
                  </a:lnTo>
                  <a:lnTo>
                    <a:pt x="10001250" y="5213032"/>
                  </a:lnTo>
                  <a:lnTo>
                    <a:pt x="10006584" y="5213032"/>
                  </a:lnTo>
                  <a:lnTo>
                    <a:pt x="10006584" y="5193982"/>
                  </a:lnTo>
                  <a:close/>
                </a:path>
                <a:path w="10424160" h="5213350">
                  <a:moveTo>
                    <a:pt x="10011791" y="5193982"/>
                  </a:moveTo>
                  <a:lnTo>
                    <a:pt x="10006584" y="5193982"/>
                  </a:lnTo>
                  <a:lnTo>
                    <a:pt x="10006584" y="5213032"/>
                  </a:lnTo>
                  <a:lnTo>
                    <a:pt x="10011791" y="5213032"/>
                  </a:lnTo>
                  <a:lnTo>
                    <a:pt x="10016109" y="5208765"/>
                  </a:lnTo>
                  <a:lnTo>
                    <a:pt x="10016109" y="5198249"/>
                  </a:lnTo>
                  <a:lnTo>
                    <a:pt x="10011791" y="5193982"/>
                  </a:lnTo>
                  <a:close/>
                </a:path>
                <a:path w="10424160" h="5213350">
                  <a:moveTo>
                    <a:pt x="9968357" y="5193982"/>
                  </a:moveTo>
                  <a:lnTo>
                    <a:pt x="9963150" y="5193982"/>
                  </a:lnTo>
                  <a:lnTo>
                    <a:pt x="9958832" y="5198249"/>
                  </a:lnTo>
                  <a:lnTo>
                    <a:pt x="9958832" y="5208765"/>
                  </a:lnTo>
                  <a:lnTo>
                    <a:pt x="9963150" y="5213032"/>
                  </a:lnTo>
                  <a:lnTo>
                    <a:pt x="9968357" y="5213032"/>
                  </a:lnTo>
                  <a:lnTo>
                    <a:pt x="9968357" y="5193982"/>
                  </a:lnTo>
                  <a:close/>
                </a:path>
                <a:path w="10424160" h="5213350">
                  <a:moveTo>
                    <a:pt x="9973691" y="5193982"/>
                  </a:moveTo>
                  <a:lnTo>
                    <a:pt x="9968484" y="5193982"/>
                  </a:lnTo>
                  <a:lnTo>
                    <a:pt x="9968484" y="5213032"/>
                  </a:lnTo>
                  <a:lnTo>
                    <a:pt x="9973691" y="5213032"/>
                  </a:lnTo>
                  <a:lnTo>
                    <a:pt x="9978009" y="5208765"/>
                  </a:lnTo>
                  <a:lnTo>
                    <a:pt x="9978009" y="5198249"/>
                  </a:lnTo>
                  <a:lnTo>
                    <a:pt x="9973691" y="5193982"/>
                  </a:lnTo>
                  <a:close/>
                </a:path>
                <a:path w="10424160" h="5213350">
                  <a:moveTo>
                    <a:pt x="9930257" y="5193982"/>
                  </a:moveTo>
                  <a:lnTo>
                    <a:pt x="9925050" y="5193982"/>
                  </a:lnTo>
                  <a:lnTo>
                    <a:pt x="9920732" y="5198249"/>
                  </a:lnTo>
                  <a:lnTo>
                    <a:pt x="9920732" y="5208765"/>
                  </a:lnTo>
                  <a:lnTo>
                    <a:pt x="9925050" y="5213032"/>
                  </a:lnTo>
                  <a:lnTo>
                    <a:pt x="9930257" y="5213032"/>
                  </a:lnTo>
                  <a:lnTo>
                    <a:pt x="9930257" y="5193982"/>
                  </a:lnTo>
                  <a:close/>
                </a:path>
                <a:path w="10424160" h="5213350">
                  <a:moveTo>
                    <a:pt x="9935591" y="5193982"/>
                  </a:moveTo>
                  <a:lnTo>
                    <a:pt x="9930257" y="5193982"/>
                  </a:lnTo>
                  <a:lnTo>
                    <a:pt x="9930257" y="5213032"/>
                  </a:lnTo>
                  <a:lnTo>
                    <a:pt x="9935591" y="5213032"/>
                  </a:lnTo>
                  <a:lnTo>
                    <a:pt x="9939782" y="5208765"/>
                  </a:lnTo>
                  <a:lnTo>
                    <a:pt x="9939782" y="5198249"/>
                  </a:lnTo>
                  <a:lnTo>
                    <a:pt x="9935591" y="5193982"/>
                  </a:lnTo>
                  <a:close/>
                </a:path>
                <a:path w="10424160" h="5213350">
                  <a:moveTo>
                    <a:pt x="9892157" y="5193982"/>
                  </a:moveTo>
                  <a:lnTo>
                    <a:pt x="9886950" y="5193982"/>
                  </a:lnTo>
                  <a:lnTo>
                    <a:pt x="9882632" y="5198249"/>
                  </a:lnTo>
                  <a:lnTo>
                    <a:pt x="9882632" y="5208765"/>
                  </a:lnTo>
                  <a:lnTo>
                    <a:pt x="9886950" y="5213032"/>
                  </a:lnTo>
                  <a:lnTo>
                    <a:pt x="9892157" y="5213032"/>
                  </a:lnTo>
                  <a:lnTo>
                    <a:pt x="9892157" y="5193982"/>
                  </a:lnTo>
                  <a:close/>
                </a:path>
                <a:path w="10424160" h="5213350">
                  <a:moveTo>
                    <a:pt x="9897491" y="5193982"/>
                  </a:moveTo>
                  <a:lnTo>
                    <a:pt x="9892157" y="5193982"/>
                  </a:lnTo>
                  <a:lnTo>
                    <a:pt x="9892157" y="5213032"/>
                  </a:lnTo>
                  <a:lnTo>
                    <a:pt x="9897491" y="5213032"/>
                  </a:lnTo>
                  <a:lnTo>
                    <a:pt x="9901682" y="5208765"/>
                  </a:lnTo>
                  <a:lnTo>
                    <a:pt x="9901682" y="5198249"/>
                  </a:lnTo>
                  <a:lnTo>
                    <a:pt x="9897491" y="5193982"/>
                  </a:lnTo>
                  <a:close/>
                </a:path>
                <a:path w="10424160" h="5213350">
                  <a:moveTo>
                    <a:pt x="9854057" y="5193982"/>
                  </a:moveTo>
                  <a:lnTo>
                    <a:pt x="9848850" y="5193982"/>
                  </a:lnTo>
                  <a:lnTo>
                    <a:pt x="9844532" y="5198249"/>
                  </a:lnTo>
                  <a:lnTo>
                    <a:pt x="9844532" y="5208765"/>
                  </a:lnTo>
                  <a:lnTo>
                    <a:pt x="9848850" y="5213032"/>
                  </a:lnTo>
                  <a:lnTo>
                    <a:pt x="9854057" y="5213032"/>
                  </a:lnTo>
                  <a:lnTo>
                    <a:pt x="9854057" y="5193982"/>
                  </a:lnTo>
                  <a:close/>
                </a:path>
                <a:path w="10424160" h="5213350">
                  <a:moveTo>
                    <a:pt x="9859391" y="5193982"/>
                  </a:moveTo>
                  <a:lnTo>
                    <a:pt x="9854057" y="5193982"/>
                  </a:lnTo>
                  <a:lnTo>
                    <a:pt x="9854057" y="5213032"/>
                  </a:lnTo>
                  <a:lnTo>
                    <a:pt x="9859391" y="5213032"/>
                  </a:lnTo>
                  <a:lnTo>
                    <a:pt x="9863582" y="5208765"/>
                  </a:lnTo>
                  <a:lnTo>
                    <a:pt x="9863582" y="5198249"/>
                  </a:lnTo>
                  <a:lnTo>
                    <a:pt x="9859391" y="5193982"/>
                  </a:lnTo>
                  <a:close/>
                </a:path>
                <a:path w="10424160" h="5213350">
                  <a:moveTo>
                    <a:pt x="9815957" y="5193982"/>
                  </a:moveTo>
                  <a:lnTo>
                    <a:pt x="9810623" y="5193982"/>
                  </a:lnTo>
                  <a:lnTo>
                    <a:pt x="9806432" y="5198249"/>
                  </a:lnTo>
                  <a:lnTo>
                    <a:pt x="9806432" y="5208765"/>
                  </a:lnTo>
                  <a:lnTo>
                    <a:pt x="9810623" y="5213032"/>
                  </a:lnTo>
                  <a:lnTo>
                    <a:pt x="9815957" y="5213032"/>
                  </a:lnTo>
                  <a:lnTo>
                    <a:pt x="9815957" y="5193982"/>
                  </a:lnTo>
                  <a:close/>
                </a:path>
                <a:path w="10424160" h="5213350">
                  <a:moveTo>
                    <a:pt x="9821164" y="5193982"/>
                  </a:moveTo>
                  <a:lnTo>
                    <a:pt x="9815957" y="5193982"/>
                  </a:lnTo>
                  <a:lnTo>
                    <a:pt x="9815957" y="5213032"/>
                  </a:lnTo>
                  <a:lnTo>
                    <a:pt x="9821164" y="5213032"/>
                  </a:lnTo>
                  <a:lnTo>
                    <a:pt x="9825482" y="5208765"/>
                  </a:lnTo>
                  <a:lnTo>
                    <a:pt x="9825482" y="5198249"/>
                  </a:lnTo>
                  <a:lnTo>
                    <a:pt x="9821164" y="5193982"/>
                  </a:lnTo>
                  <a:close/>
                </a:path>
                <a:path w="10424160" h="5213350">
                  <a:moveTo>
                    <a:pt x="9777857" y="5193982"/>
                  </a:moveTo>
                  <a:lnTo>
                    <a:pt x="9772523" y="5193982"/>
                  </a:lnTo>
                  <a:lnTo>
                    <a:pt x="9768332" y="5198249"/>
                  </a:lnTo>
                  <a:lnTo>
                    <a:pt x="9768332" y="5208765"/>
                  </a:lnTo>
                  <a:lnTo>
                    <a:pt x="9772523" y="5213032"/>
                  </a:lnTo>
                  <a:lnTo>
                    <a:pt x="9777857" y="5213032"/>
                  </a:lnTo>
                  <a:lnTo>
                    <a:pt x="9777857" y="5193982"/>
                  </a:lnTo>
                  <a:close/>
                </a:path>
                <a:path w="10424160" h="5213350">
                  <a:moveTo>
                    <a:pt x="9783064" y="5193982"/>
                  </a:moveTo>
                  <a:lnTo>
                    <a:pt x="9777857" y="5193982"/>
                  </a:lnTo>
                  <a:lnTo>
                    <a:pt x="9777857" y="5213032"/>
                  </a:lnTo>
                  <a:lnTo>
                    <a:pt x="9783064" y="5213032"/>
                  </a:lnTo>
                  <a:lnTo>
                    <a:pt x="9787382" y="5208765"/>
                  </a:lnTo>
                  <a:lnTo>
                    <a:pt x="9787382" y="5198249"/>
                  </a:lnTo>
                  <a:lnTo>
                    <a:pt x="9783064" y="5193982"/>
                  </a:lnTo>
                  <a:close/>
                </a:path>
                <a:path w="10424160" h="5213350">
                  <a:moveTo>
                    <a:pt x="9739630" y="5193982"/>
                  </a:moveTo>
                  <a:lnTo>
                    <a:pt x="9734423" y="5193982"/>
                  </a:lnTo>
                  <a:lnTo>
                    <a:pt x="9730105" y="5198249"/>
                  </a:lnTo>
                  <a:lnTo>
                    <a:pt x="9730105" y="5208765"/>
                  </a:lnTo>
                  <a:lnTo>
                    <a:pt x="9734423" y="5213032"/>
                  </a:lnTo>
                  <a:lnTo>
                    <a:pt x="9739630" y="5213032"/>
                  </a:lnTo>
                  <a:lnTo>
                    <a:pt x="9739630" y="5193982"/>
                  </a:lnTo>
                  <a:close/>
                </a:path>
                <a:path w="10424160" h="5213350">
                  <a:moveTo>
                    <a:pt x="9744964" y="5193982"/>
                  </a:moveTo>
                  <a:lnTo>
                    <a:pt x="9739757" y="5193982"/>
                  </a:lnTo>
                  <a:lnTo>
                    <a:pt x="9739757" y="5213032"/>
                  </a:lnTo>
                  <a:lnTo>
                    <a:pt x="9744964" y="5213032"/>
                  </a:lnTo>
                  <a:lnTo>
                    <a:pt x="9749282" y="5208765"/>
                  </a:lnTo>
                  <a:lnTo>
                    <a:pt x="9749282" y="5198249"/>
                  </a:lnTo>
                  <a:lnTo>
                    <a:pt x="9744964" y="5193982"/>
                  </a:lnTo>
                  <a:close/>
                </a:path>
                <a:path w="10424160" h="5213350">
                  <a:moveTo>
                    <a:pt x="9701530" y="5193982"/>
                  </a:moveTo>
                  <a:lnTo>
                    <a:pt x="9696323" y="5193982"/>
                  </a:lnTo>
                  <a:lnTo>
                    <a:pt x="9692005" y="5198249"/>
                  </a:lnTo>
                  <a:lnTo>
                    <a:pt x="9692005" y="5208765"/>
                  </a:lnTo>
                  <a:lnTo>
                    <a:pt x="9696323" y="5213032"/>
                  </a:lnTo>
                  <a:lnTo>
                    <a:pt x="9701530" y="5213032"/>
                  </a:lnTo>
                  <a:lnTo>
                    <a:pt x="9701530" y="5193982"/>
                  </a:lnTo>
                  <a:close/>
                </a:path>
                <a:path w="10424160" h="5213350">
                  <a:moveTo>
                    <a:pt x="9706864" y="5193982"/>
                  </a:moveTo>
                  <a:lnTo>
                    <a:pt x="9701530" y="5193982"/>
                  </a:lnTo>
                  <a:lnTo>
                    <a:pt x="9701530" y="5213032"/>
                  </a:lnTo>
                  <a:lnTo>
                    <a:pt x="9706864" y="5213032"/>
                  </a:lnTo>
                  <a:lnTo>
                    <a:pt x="9711055" y="5208765"/>
                  </a:lnTo>
                  <a:lnTo>
                    <a:pt x="9711055" y="5198249"/>
                  </a:lnTo>
                  <a:lnTo>
                    <a:pt x="9706864" y="5193982"/>
                  </a:lnTo>
                  <a:close/>
                </a:path>
                <a:path w="10424160" h="5213350">
                  <a:moveTo>
                    <a:pt x="9663430" y="5193982"/>
                  </a:moveTo>
                  <a:lnTo>
                    <a:pt x="9658223" y="5193982"/>
                  </a:lnTo>
                  <a:lnTo>
                    <a:pt x="9653905" y="5198249"/>
                  </a:lnTo>
                  <a:lnTo>
                    <a:pt x="9653905" y="5208765"/>
                  </a:lnTo>
                  <a:lnTo>
                    <a:pt x="9658223" y="5213032"/>
                  </a:lnTo>
                  <a:lnTo>
                    <a:pt x="9663430" y="5213032"/>
                  </a:lnTo>
                  <a:lnTo>
                    <a:pt x="9663430" y="5193982"/>
                  </a:lnTo>
                  <a:close/>
                </a:path>
                <a:path w="10424160" h="5213350">
                  <a:moveTo>
                    <a:pt x="9668764" y="5193982"/>
                  </a:moveTo>
                  <a:lnTo>
                    <a:pt x="9663430" y="5193982"/>
                  </a:lnTo>
                  <a:lnTo>
                    <a:pt x="9663430" y="5213032"/>
                  </a:lnTo>
                  <a:lnTo>
                    <a:pt x="9668764" y="5213032"/>
                  </a:lnTo>
                  <a:lnTo>
                    <a:pt x="9672955" y="5208765"/>
                  </a:lnTo>
                  <a:lnTo>
                    <a:pt x="9672955" y="5198249"/>
                  </a:lnTo>
                  <a:lnTo>
                    <a:pt x="9668764" y="5193982"/>
                  </a:lnTo>
                  <a:close/>
                </a:path>
                <a:path w="10424160" h="5213350">
                  <a:moveTo>
                    <a:pt x="9625330" y="5193982"/>
                  </a:moveTo>
                  <a:lnTo>
                    <a:pt x="9620123" y="5193982"/>
                  </a:lnTo>
                  <a:lnTo>
                    <a:pt x="9615805" y="5198249"/>
                  </a:lnTo>
                  <a:lnTo>
                    <a:pt x="9615805" y="5208765"/>
                  </a:lnTo>
                  <a:lnTo>
                    <a:pt x="9620123" y="5213032"/>
                  </a:lnTo>
                  <a:lnTo>
                    <a:pt x="9625330" y="5213032"/>
                  </a:lnTo>
                  <a:lnTo>
                    <a:pt x="9625330" y="5193982"/>
                  </a:lnTo>
                  <a:close/>
                </a:path>
                <a:path w="10424160" h="5213350">
                  <a:moveTo>
                    <a:pt x="9630664" y="5193982"/>
                  </a:moveTo>
                  <a:lnTo>
                    <a:pt x="9625330" y="5193982"/>
                  </a:lnTo>
                  <a:lnTo>
                    <a:pt x="9625330" y="5213032"/>
                  </a:lnTo>
                  <a:lnTo>
                    <a:pt x="9630664" y="5213032"/>
                  </a:lnTo>
                  <a:lnTo>
                    <a:pt x="9634855" y="5208765"/>
                  </a:lnTo>
                  <a:lnTo>
                    <a:pt x="9634855" y="5198249"/>
                  </a:lnTo>
                  <a:lnTo>
                    <a:pt x="9630664" y="5193982"/>
                  </a:lnTo>
                  <a:close/>
                </a:path>
                <a:path w="10424160" h="5213350">
                  <a:moveTo>
                    <a:pt x="9587230" y="5193982"/>
                  </a:moveTo>
                  <a:lnTo>
                    <a:pt x="9581896" y="5193982"/>
                  </a:lnTo>
                  <a:lnTo>
                    <a:pt x="9577705" y="5198249"/>
                  </a:lnTo>
                  <a:lnTo>
                    <a:pt x="9577705" y="5208765"/>
                  </a:lnTo>
                  <a:lnTo>
                    <a:pt x="9581896" y="5213032"/>
                  </a:lnTo>
                  <a:lnTo>
                    <a:pt x="9587230" y="5213032"/>
                  </a:lnTo>
                  <a:lnTo>
                    <a:pt x="9587230" y="5193982"/>
                  </a:lnTo>
                  <a:close/>
                </a:path>
                <a:path w="10424160" h="5213350">
                  <a:moveTo>
                    <a:pt x="9592437" y="5193982"/>
                  </a:moveTo>
                  <a:lnTo>
                    <a:pt x="9587230" y="5193982"/>
                  </a:lnTo>
                  <a:lnTo>
                    <a:pt x="9587230" y="5213032"/>
                  </a:lnTo>
                  <a:lnTo>
                    <a:pt x="9592437" y="5213032"/>
                  </a:lnTo>
                  <a:lnTo>
                    <a:pt x="9596755" y="5208765"/>
                  </a:lnTo>
                  <a:lnTo>
                    <a:pt x="9596755" y="5198249"/>
                  </a:lnTo>
                  <a:lnTo>
                    <a:pt x="9592437" y="5193982"/>
                  </a:lnTo>
                  <a:close/>
                </a:path>
                <a:path w="10424160" h="5213350">
                  <a:moveTo>
                    <a:pt x="9549130" y="5193982"/>
                  </a:moveTo>
                  <a:lnTo>
                    <a:pt x="9543796" y="5193982"/>
                  </a:lnTo>
                  <a:lnTo>
                    <a:pt x="9539605" y="5198249"/>
                  </a:lnTo>
                  <a:lnTo>
                    <a:pt x="9539605" y="5208765"/>
                  </a:lnTo>
                  <a:lnTo>
                    <a:pt x="9543796" y="5213032"/>
                  </a:lnTo>
                  <a:lnTo>
                    <a:pt x="9549130" y="5213032"/>
                  </a:lnTo>
                  <a:lnTo>
                    <a:pt x="9549130" y="5193982"/>
                  </a:lnTo>
                  <a:close/>
                </a:path>
                <a:path w="10424160" h="5213350">
                  <a:moveTo>
                    <a:pt x="9554337" y="5193982"/>
                  </a:moveTo>
                  <a:lnTo>
                    <a:pt x="9549130" y="5193982"/>
                  </a:lnTo>
                  <a:lnTo>
                    <a:pt x="9549130" y="5213032"/>
                  </a:lnTo>
                  <a:lnTo>
                    <a:pt x="9554337" y="5213032"/>
                  </a:lnTo>
                  <a:lnTo>
                    <a:pt x="9558655" y="5208765"/>
                  </a:lnTo>
                  <a:lnTo>
                    <a:pt x="9558655" y="5198249"/>
                  </a:lnTo>
                  <a:lnTo>
                    <a:pt x="9554337" y="5193982"/>
                  </a:lnTo>
                  <a:close/>
                </a:path>
                <a:path w="10424160" h="5213350">
                  <a:moveTo>
                    <a:pt x="9511030" y="5193982"/>
                  </a:moveTo>
                  <a:lnTo>
                    <a:pt x="9505696" y="5193982"/>
                  </a:lnTo>
                  <a:lnTo>
                    <a:pt x="9501505" y="5198249"/>
                  </a:lnTo>
                  <a:lnTo>
                    <a:pt x="9501505" y="5208765"/>
                  </a:lnTo>
                  <a:lnTo>
                    <a:pt x="9505696" y="5213032"/>
                  </a:lnTo>
                  <a:lnTo>
                    <a:pt x="9511030" y="5213032"/>
                  </a:lnTo>
                  <a:lnTo>
                    <a:pt x="9511030" y="5193982"/>
                  </a:lnTo>
                  <a:close/>
                </a:path>
                <a:path w="10424160" h="5213350">
                  <a:moveTo>
                    <a:pt x="9516237" y="5193982"/>
                  </a:moveTo>
                  <a:lnTo>
                    <a:pt x="9511030" y="5193982"/>
                  </a:lnTo>
                  <a:lnTo>
                    <a:pt x="9511030" y="5213032"/>
                  </a:lnTo>
                  <a:lnTo>
                    <a:pt x="9516237" y="5213032"/>
                  </a:lnTo>
                  <a:lnTo>
                    <a:pt x="9520555" y="5208765"/>
                  </a:lnTo>
                  <a:lnTo>
                    <a:pt x="9520555" y="5198249"/>
                  </a:lnTo>
                  <a:lnTo>
                    <a:pt x="9516237" y="5193982"/>
                  </a:lnTo>
                  <a:close/>
                </a:path>
                <a:path w="10424160" h="5213350">
                  <a:moveTo>
                    <a:pt x="9472803" y="5193982"/>
                  </a:moveTo>
                  <a:lnTo>
                    <a:pt x="9467596" y="5193982"/>
                  </a:lnTo>
                  <a:lnTo>
                    <a:pt x="9463278" y="5198249"/>
                  </a:lnTo>
                  <a:lnTo>
                    <a:pt x="9463278" y="5208765"/>
                  </a:lnTo>
                  <a:lnTo>
                    <a:pt x="9467596" y="5213032"/>
                  </a:lnTo>
                  <a:lnTo>
                    <a:pt x="9472803" y="5213032"/>
                  </a:lnTo>
                  <a:lnTo>
                    <a:pt x="9472803" y="5193982"/>
                  </a:lnTo>
                  <a:close/>
                </a:path>
                <a:path w="10424160" h="5213350">
                  <a:moveTo>
                    <a:pt x="9478137" y="5193982"/>
                  </a:moveTo>
                  <a:lnTo>
                    <a:pt x="9472930" y="5193982"/>
                  </a:lnTo>
                  <a:lnTo>
                    <a:pt x="9472930" y="5213032"/>
                  </a:lnTo>
                  <a:lnTo>
                    <a:pt x="9478137" y="5213032"/>
                  </a:lnTo>
                  <a:lnTo>
                    <a:pt x="9482455" y="5208765"/>
                  </a:lnTo>
                  <a:lnTo>
                    <a:pt x="9482455" y="5198249"/>
                  </a:lnTo>
                  <a:lnTo>
                    <a:pt x="9478137" y="5193982"/>
                  </a:lnTo>
                  <a:close/>
                </a:path>
                <a:path w="10424160" h="5213350">
                  <a:moveTo>
                    <a:pt x="9434703" y="5193982"/>
                  </a:moveTo>
                  <a:lnTo>
                    <a:pt x="9429496" y="5193982"/>
                  </a:lnTo>
                  <a:lnTo>
                    <a:pt x="9425178" y="5198249"/>
                  </a:lnTo>
                  <a:lnTo>
                    <a:pt x="9425178" y="5208765"/>
                  </a:lnTo>
                  <a:lnTo>
                    <a:pt x="9429496" y="5213032"/>
                  </a:lnTo>
                  <a:lnTo>
                    <a:pt x="9434703" y="5213032"/>
                  </a:lnTo>
                  <a:lnTo>
                    <a:pt x="9434703" y="5193982"/>
                  </a:lnTo>
                  <a:close/>
                </a:path>
                <a:path w="10424160" h="5213350">
                  <a:moveTo>
                    <a:pt x="9440037" y="5193982"/>
                  </a:moveTo>
                  <a:lnTo>
                    <a:pt x="9434703" y="5193982"/>
                  </a:lnTo>
                  <a:lnTo>
                    <a:pt x="9434703" y="5213032"/>
                  </a:lnTo>
                  <a:lnTo>
                    <a:pt x="9440037" y="5213032"/>
                  </a:lnTo>
                  <a:lnTo>
                    <a:pt x="9444228" y="5208765"/>
                  </a:lnTo>
                  <a:lnTo>
                    <a:pt x="9444228" y="5198249"/>
                  </a:lnTo>
                  <a:lnTo>
                    <a:pt x="9440037" y="5193982"/>
                  </a:lnTo>
                  <a:close/>
                </a:path>
                <a:path w="10424160" h="5213350">
                  <a:moveTo>
                    <a:pt x="9396603" y="5193982"/>
                  </a:moveTo>
                  <a:lnTo>
                    <a:pt x="9391396" y="5193982"/>
                  </a:lnTo>
                  <a:lnTo>
                    <a:pt x="9387078" y="5198249"/>
                  </a:lnTo>
                  <a:lnTo>
                    <a:pt x="9387078" y="5208765"/>
                  </a:lnTo>
                  <a:lnTo>
                    <a:pt x="9391396" y="5213032"/>
                  </a:lnTo>
                  <a:lnTo>
                    <a:pt x="9396603" y="5213032"/>
                  </a:lnTo>
                  <a:lnTo>
                    <a:pt x="9396603" y="5193982"/>
                  </a:lnTo>
                  <a:close/>
                </a:path>
                <a:path w="10424160" h="5213350">
                  <a:moveTo>
                    <a:pt x="9401937" y="5193982"/>
                  </a:moveTo>
                  <a:lnTo>
                    <a:pt x="9396603" y="5193982"/>
                  </a:lnTo>
                  <a:lnTo>
                    <a:pt x="9396603" y="5213032"/>
                  </a:lnTo>
                  <a:lnTo>
                    <a:pt x="9401937" y="5213032"/>
                  </a:lnTo>
                  <a:lnTo>
                    <a:pt x="9406128" y="5208765"/>
                  </a:lnTo>
                  <a:lnTo>
                    <a:pt x="9406128" y="5198249"/>
                  </a:lnTo>
                  <a:lnTo>
                    <a:pt x="9401937" y="5193982"/>
                  </a:lnTo>
                  <a:close/>
                </a:path>
                <a:path w="10424160" h="5213350">
                  <a:moveTo>
                    <a:pt x="9358503" y="5193982"/>
                  </a:moveTo>
                  <a:lnTo>
                    <a:pt x="9353168" y="5193982"/>
                  </a:lnTo>
                  <a:lnTo>
                    <a:pt x="9348978" y="5198249"/>
                  </a:lnTo>
                  <a:lnTo>
                    <a:pt x="9348978" y="5208765"/>
                  </a:lnTo>
                  <a:lnTo>
                    <a:pt x="9353168" y="5213032"/>
                  </a:lnTo>
                  <a:lnTo>
                    <a:pt x="9358503" y="5213032"/>
                  </a:lnTo>
                  <a:lnTo>
                    <a:pt x="9358503" y="5193982"/>
                  </a:lnTo>
                  <a:close/>
                </a:path>
                <a:path w="10424160" h="5213350">
                  <a:moveTo>
                    <a:pt x="9363710" y="5193982"/>
                  </a:moveTo>
                  <a:lnTo>
                    <a:pt x="9358503" y="5193982"/>
                  </a:lnTo>
                  <a:lnTo>
                    <a:pt x="9358503" y="5213032"/>
                  </a:lnTo>
                  <a:lnTo>
                    <a:pt x="9363710" y="5213032"/>
                  </a:lnTo>
                  <a:lnTo>
                    <a:pt x="9368028" y="5208765"/>
                  </a:lnTo>
                  <a:lnTo>
                    <a:pt x="9368028" y="5198249"/>
                  </a:lnTo>
                  <a:lnTo>
                    <a:pt x="9363710" y="5193982"/>
                  </a:lnTo>
                  <a:close/>
                </a:path>
                <a:path w="10424160" h="5213350">
                  <a:moveTo>
                    <a:pt x="9320403" y="5193982"/>
                  </a:moveTo>
                  <a:lnTo>
                    <a:pt x="9315068" y="5193982"/>
                  </a:lnTo>
                  <a:lnTo>
                    <a:pt x="9310878" y="5198249"/>
                  </a:lnTo>
                  <a:lnTo>
                    <a:pt x="9310878" y="5208765"/>
                  </a:lnTo>
                  <a:lnTo>
                    <a:pt x="9315068" y="5213032"/>
                  </a:lnTo>
                  <a:lnTo>
                    <a:pt x="9320403" y="5213032"/>
                  </a:lnTo>
                  <a:lnTo>
                    <a:pt x="9320403" y="5193982"/>
                  </a:lnTo>
                  <a:close/>
                </a:path>
                <a:path w="10424160" h="5213350">
                  <a:moveTo>
                    <a:pt x="9325610" y="5193982"/>
                  </a:moveTo>
                  <a:lnTo>
                    <a:pt x="9320403" y="5193982"/>
                  </a:lnTo>
                  <a:lnTo>
                    <a:pt x="9320403" y="5213032"/>
                  </a:lnTo>
                  <a:lnTo>
                    <a:pt x="9325610" y="5213032"/>
                  </a:lnTo>
                  <a:lnTo>
                    <a:pt x="9329928" y="5208765"/>
                  </a:lnTo>
                  <a:lnTo>
                    <a:pt x="9329928" y="5198249"/>
                  </a:lnTo>
                  <a:lnTo>
                    <a:pt x="9325610" y="5193982"/>
                  </a:lnTo>
                  <a:close/>
                </a:path>
                <a:path w="10424160" h="5213350">
                  <a:moveTo>
                    <a:pt x="9282303" y="5193982"/>
                  </a:moveTo>
                  <a:lnTo>
                    <a:pt x="9276968" y="5193982"/>
                  </a:lnTo>
                  <a:lnTo>
                    <a:pt x="9272778" y="5198249"/>
                  </a:lnTo>
                  <a:lnTo>
                    <a:pt x="9272778" y="5208765"/>
                  </a:lnTo>
                  <a:lnTo>
                    <a:pt x="9276968" y="5213032"/>
                  </a:lnTo>
                  <a:lnTo>
                    <a:pt x="9282303" y="5213032"/>
                  </a:lnTo>
                  <a:lnTo>
                    <a:pt x="9282303" y="5193982"/>
                  </a:lnTo>
                  <a:close/>
                </a:path>
                <a:path w="10424160" h="5213350">
                  <a:moveTo>
                    <a:pt x="9287510" y="5193982"/>
                  </a:moveTo>
                  <a:lnTo>
                    <a:pt x="9282303" y="5193982"/>
                  </a:lnTo>
                  <a:lnTo>
                    <a:pt x="9282303" y="5213032"/>
                  </a:lnTo>
                  <a:lnTo>
                    <a:pt x="9287510" y="5213032"/>
                  </a:lnTo>
                  <a:lnTo>
                    <a:pt x="9291828" y="5208765"/>
                  </a:lnTo>
                  <a:lnTo>
                    <a:pt x="9291828" y="5198249"/>
                  </a:lnTo>
                  <a:lnTo>
                    <a:pt x="9287510" y="5193982"/>
                  </a:lnTo>
                  <a:close/>
                </a:path>
                <a:path w="10424160" h="5213350">
                  <a:moveTo>
                    <a:pt x="9244076" y="5193982"/>
                  </a:moveTo>
                  <a:lnTo>
                    <a:pt x="9238868" y="5193982"/>
                  </a:lnTo>
                  <a:lnTo>
                    <a:pt x="9234551" y="5198249"/>
                  </a:lnTo>
                  <a:lnTo>
                    <a:pt x="9234551" y="5208765"/>
                  </a:lnTo>
                  <a:lnTo>
                    <a:pt x="9238868" y="5213032"/>
                  </a:lnTo>
                  <a:lnTo>
                    <a:pt x="9244076" y="5213032"/>
                  </a:lnTo>
                  <a:lnTo>
                    <a:pt x="9244076" y="5193982"/>
                  </a:lnTo>
                  <a:close/>
                </a:path>
                <a:path w="10424160" h="5213350">
                  <a:moveTo>
                    <a:pt x="9249410" y="5193982"/>
                  </a:moveTo>
                  <a:lnTo>
                    <a:pt x="9244203" y="5193982"/>
                  </a:lnTo>
                  <a:lnTo>
                    <a:pt x="9244203" y="5213032"/>
                  </a:lnTo>
                  <a:lnTo>
                    <a:pt x="9249410" y="5213032"/>
                  </a:lnTo>
                  <a:lnTo>
                    <a:pt x="9253728" y="5208765"/>
                  </a:lnTo>
                  <a:lnTo>
                    <a:pt x="9253728" y="5198249"/>
                  </a:lnTo>
                  <a:lnTo>
                    <a:pt x="9249410" y="5193982"/>
                  </a:lnTo>
                  <a:close/>
                </a:path>
                <a:path w="10424160" h="5213350">
                  <a:moveTo>
                    <a:pt x="9205976" y="5193982"/>
                  </a:moveTo>
                  <a:lnTo>
                    <a:pt x="9200768" y="5193982"/>
                  </a:lnTo>
                  <a:lnTo>
                    <a:pt x="9196451" y="5198249"/>
                  </a:lnTo>
                  <a:lnTo>
                    <a:pt x="9196451" y="5208765"/>
                  </a:lnTo>
                  <a:lnTo>
                    <a:pt x="9200768" y="5213032"/>
                  </a:lnTo>
                  <a:lnTo>
                    <a:pt x="9205976" y="5213032"/>
                  </a:lnTo>
                  <a:lnTo>
                    <a:pt x="9205976" y="5193982"/>
                  </a:lnTo>
                  <a:close/>
                </a:path>
                <a:path w="10424160" h="5213350">
                  <a:moveTo>
                    <a:pt x="9211310" y="5193982"/>
                  </a:moveTo>
                  <a:lnTo>
                    <a:pt x="9205976" y="5193982"/>
                  </a:lnTo>
                  <a:lnTo>
                    <a:pt x="9205976" y="5213032"/>
                  </a:lnTo>
                  <a:lnTo>
                    <a:pt x="9211310" y="5213032"/>
                  </a:lnTo>
                  <a:lnTo>
                    <a:pt x="9215501" y="5208765"/>
                  </a:lnTo>
                  <a:lnTo>
                    <a:pt x="9215501" y="5198249"/>
                  </a:lnTo>
                  <a:lnTo>
                    <a:pt x="9211310" y="5193982"/>
                  </a:lnTo>
                  <a:close/>
                </a:path>
                <a:path w="10424160" h="5213350">
                  <a:moveTo>
                    <a:pt x="9167876" y="5193982"/>
                  </a:moveTo>
                  <a:lnTo>
                    <a:pt x="9162668" y="5193982"/>
                  </a:lnTo>
                  <a:lnTo>
                    <a:pt x="9158351" y="5198249"/>
                  </a:lnTo>
                  <a:lnTo>
                    <a:pt x="9158351" y="5208765"/>
                  </a:lnTo>
                  <a:lnTo>
                    <a:pt x="9162668" y="5213032"/>
                  </a:lnTo>
                  <a:lnTo>
                    <a:pt x="9167876" y="5213032"/>
                  </a:lnTo>
                  <a:lnTo>
                    <a:pt x="9167876" y="5193982"/>
                  </a:lnTo>
                  <a:close/>
                </a:path>
                <a:path w="10424160" h="5213350">
                  <a:moveTo>
                    <a:pt x="9173210" y="5193982"/>
                  </a:moveTo>
                  <a:lnTo>
                    <a:pt x="9167876" y="5193982"/>
                  </a:lnTo>
                  <a:lnTo>
                    <a:pt x="9167876" y="5213032"/>
                  </a:lnTo>
                  <a:lnTo>
                    <a:pt x="9173210" y="5213032"/>
                  </a:lnTo>
                  <a:lnTo>
                    <a:pt x="9177401" y="5208765"/>
                  </a:lnTo>
                  <a:lnTo>
                    <a:pt x="9177401" y="5198249"/>
                  </a:lnTo>
                  <a:lnTo>
                    <a:pt x="9173210" y="5193982"/>
                  </a:lnTo>
                  <a:close/>
                </a:path>
                <a:path w="10424160" h="5213350">
                  <a:moveTo>
                    <a:pt x="9129776" y="5193982"/>
                  </a:moveTo>
                  <a:lnTo>
                    <a:pt x="9124568" y="5193982"/>
                  </a:lnTo>
                  <a:lnTo>
                    <a:pt x="9120251" y="5198249"/>
                  </a:lnTo>
                  <a:lnTo>
                    <a:pt x="9120251" y="5208765"/>
                  </a:lnTo>
                  <a:lnTo>
                    <a:pt x="9124568" y="5213032"/>
                  </a:lnTo>
                  <a:lnTo>
                    <a:pt x="9129776" y="5213032"/>
                  </a:lnTo>
                  <a:lnTo>
                    <a:pt x="9129776" y="5193982"/>
                  </a:lnTo>
                  <a:close/>
                </a:path>
                <a:path w="10424160" h="5213350">
                  <a:moveTo>
                    <a:pt x="9135110" y="5193982"/>
                  </a:moveTo>
                  <a:lnTo>
                    <a:pt x="9129776" y="5193982"/>
                  </a:lnTo>
                  <a:lnTo>
                    <a:pt x="9129776" y="5213032"/>
                  </a:lnTo>
                  <a:lnTo>
                    <a:pt x="9135110" y="5213032"/>
                  </a:lnTo>
                  <a:lnTo>
                    <a:pt x="9139301" y="5208765"/>
                  </a:lnTo>
                  <a:lnTo>
                    <a:pt x="9139301" y="5198249"/>
                  </a:lnTo>
                  <a:lnTo>
                    <a:pt x="9135110" y="5193982"/>
                  </a:lnTo>
                  <a:close/>
                </a:path>
                <a:path w="10424160" h="5213350">
                  <a:moveTo>
                    <a:pt x="9091676" y="5193982"/>
                  </a:moveTo>
                  <a:lnTo>
                    <a:pt x="9086341" y="5193982"/>
                  </a:lnTo>
                  <a:lnTo>
                    <a:pt x="9082151" y="5198249"/>
                  </a:lnTo>
                  <a:lnTo>
                    <a:pt x="9082151" y="5208765"/>
                  </a:lnTo>
                  <a:lnTo>
                    <a:pt x="9086341" y="5213032"/>
                  </a:lnTo>
                  <a:lnTo>
                    <a:pt x="9091676" y="5213032"/>
                  </a:lnTo>
                  <a:lnTo>
                    <a:pt x="9091676" y="5193982"/>
                  </a:lnTo>
                  <a:close/>
                </a:path>
                <a:path w="10424160" h="5213350">
                  <a:moveTo>
                    <a:pt x="9096883" y="5193982"/>
                  </a:moveTo>
                  <a:lnTo>
                    <a:pt x="9091676" y="5193982"/>
                  </a:lnTo>
                  <a:lnTo>
                    <a:pt x="9091676" y="5213032"/>
                  </a:lnTo>
                  <a:lnTo>
                    <a:pt x="9096883" y="5213032"/>
                  </a:lnTo>
                  <a:lnTo>
                    <a:pt x="9101201" y="5208765"/>
                  </a:lnTo>
                  <a:lnTo>
                    <a:pt x="9101201" y="5198249"/>
                  </a:lnTo>
                  <a:lnTo>
                    <a:pt x="9096883" y="5193982"/>
                  </a:lnTo>
                  <a:close/>
                </a:path>
                <a:path w="10424160" h="5213350">
                  <a:moveTo>
                    <a:pt x="9053576" y="5193982"/>
                  </a:moveTo>
                  <a:lnTo>
                    <a:pt x="9048241" y="5193982"/>
                  </a:lnTo>
                  <a:lnTo>
                    <a:pt x="9044051" y="5198249"/>
                  </a:lnTo>
                  <a:lnTo>
                    <a:pt x="9044051" y="5208765"/>
                  </a:lnTo>
                  <a:lnTo>
                    <a:pt x="9048241" y="5213032"/>
                  </a:lnTo>
                  <a:lnTo>
                    <a:pt x="9053576" y="5213032"/>
                  </a:lnTo>
                  <a:lnTo>
                    <a:pt x="9053576" y="5193982"/>
                  </a:lnTo>
                  <a:close/>
                </a:path>
                <a:path w="10424160" h="5213350">
                  <a:moveTo>
                    <a:pt x="9058783" y="5193982"/>
                  </a:moveTo>
                  <a:lnTo>
                    <a:pt x="9053576" y="5193982"/>
                  </a:lnTo>
                  <a:lnTo>
                    <a:pt x="9053576" y="5213032"/>
                  </a:lnTo>
                  <a:lnTo>
                    <a:pt x="9058783" y="5213032"/>
                  </a:lnTo>
                  <a:lnTo>
                    <a:pt x="9063101" y="5208765"/>
                  </a:lnTo>
                  <a:lnTo>
                    <a:pt x="9063101" y="5198249"/>
                  </a:lnTo>
                  <a:lnTo>
                    <a:pt x="9058783" y="5193982"/>
                  </a:lnTo>
                  <a:close/>
                </a:path>
                <a:path w="10424160" h="5213350">
                  <a:moveTo>
                    <a:pt x="9015349" y="5193982"/>
                  </a:moveTo>
                  <a:lnTo>
                    <a:pt x="9010141" y="5193982"/>
                  </a:lnTo>
                  <a:lnTo>
                    <a:pt x="9005824" y="5198249"/>
                  </a:lnTo>
                  <a:lnTo>
                    <a:pt x="9005824" y="5208765"/>
                  </a:lnTo>
                  <a:lnTo>
                    <a:pt x="9010141" y="5213032"/>
                  </a:lnTo>
                  <a:lnTo>
                    <a:pt x="9015349" y="5213032"/>
                  </a:lnTo>
                  <a:lnTo>
                    <a:pt x="9015349" y="5193982"/>
                  </a:lnTo>
                  <a:close/>
                </a:path>
                <a:path w="10424160" h="5213350">
                  <a:moveTo>
                    <a:pt x="9020683" y="5193982"/>
                  </a:moveTo>
                  <a:lnTo>
                    <a:pt x="9015476" y="5193982"/>
                  </a:lnTo>
                  <a:lnTo>
                    <a:pt x="9015476" y="5213032"/>
                  </a:lnTo>
                  <a:lnTo>
                    <a:pt x="9020683" y="5213032"/>
                  </a:lnTo>
                  <a:lnTo>
                    <a:pt x="9025001" y="5208765"/>
                  </a:lnTo>
                  <a:lnTo>
                    <a:pt x="9025001" y="5198249"/>
                  </a:lnTo>
                  <a:lnTo>
                    <a:pt x="9020683" y="5193982"/>
                  </a:lnTo>
                  <a:close/>
                </a:path>
                <a:path w="10424160" h="5213350">
                  <a:moveTo>
                    <a:pt x="8977249" y="5193982"/>
                  </a:moveTo>
                  <a:lnTo>
                    <a:pt x="8972041" y="5193982"/>
                  </a:lnTo>
                  <a:lnTo>
                    <a:pt x="8967724" y="5198249"/>
                  </a:lnTo>
                  <a:lnTo>
                    <a:pt x="8967724" y="5208765"/>
                  </a:lnTo>
                  <a:lnTo>
                    <a:pt x="8972041" y="5213032"/>
                  </a:lnTo>
                  <a:lnTo>
                    <a:pt x="8977249" y="5213032"/>
                  </a:lnTo>
                  <a:lnTo>
                    <a:pt x="8977249" y="5193982"/>
                  </a:lnTo>
                  <a:close/>
                </a:path>
                <a:path w="10424160" h="5213350">
                  <a:moveTo>
                    <a:pt x="8982583" y="5193982"/>
                  </a:moveTo>
                  <a:lnTo>
                    <a:pt x="8977249" y="5193982"/>
                  </a:lnTo>
                  <a:lnTo>
                    <a:pt x="8977249" y="5213032"/>
                  </a:lnTo>
                  <a:lnTo>
                    <a:pt x="8982583" y="5213032"/>
                  </a:lnTo>
                  <a:lnTo>
                    <a:pt x="8986774" y="5208765"/>
                  </a:lnTo>
                  <a:lnTo>
                    <a:pt x="8986774" y="5198249"/>
                  </a:lnTo>
                  <a:lnTo>
                    <a:pt x="8982583" y="5193982"/>
                  </a:lnTo>
                  <a:close/>
                </a:path>
                <a:path w="10424160" h="5213350">
                  <a:moveTo>
                    <a:pt x="8939149" y="5193982"/>
                  </a:moveTo>
                  <a:lnTo>
                    <a:pt x="8933941" y="5193982"/>
                  </a:lnTo>
                  <a:lnTo>
                    <a:pt x="8929624" y="5198249"/>
                  </a:lnTo>
                  <a:lnTo>
                    <a:pt x="8929624" y="5208765"/>
                  </a:lnTo>
                  <a:lnTo>
                    <a:pt x="8933941" y="5213032"/>
                  </a:lnTo>
                  <a:lnTo>
                    <a:pt x="8939149" y="5213032"/>
                  </a:lnTo>
                  <a:lnTo>
                    <a:pt x="8939149" y="5193982"/>
                  </a:lnTo>
                  <a:close/>
                </a:path>
                <a:path w="10424160" h="5213350">
                  <a:moveTo>
                    <a:pt x="8944483" y="5193982"/>
                  </a:moveTo>
                  <a:lnTo>
                    <a:pt x="8939149" y="5193982"/>
                  </a:lnTo>
                  <a:lnTo>
                    <a:pt x="8939149" y="5213032"/>
                  </a:lnTo>
                  <a:lnTo>
                    <a:pt x="8944483" y="5213032"/>
                  </a:lnTo>
                  <a:lnTo>
                    <a:pt x="8948674" y="5208765"/>
                  </a:lnTo>
                  <a:lnTo>
                    <a:pt x="8948674" y="5198249"/>
                  </a:lnTo>
                  <a:lnTo>
                    <a:pt x="8944483" y="5193982"/>
                  </a:lnTo>
                  <a:close/>
                </a:path>
                <a:path w="10424160" h="5213350">
                  <a:moveTo>
                    <a:pt x="8901049" y="5193982"/>
                  </a:moveTo>
                  <a:lnTo>
                    <a:pt x="8895841" y="5193982"/>
                  </a:lnTo>
                  <a:lnTo>
                    <a:pt x="8891524" y="5198249"/>
                  </a:lnTo>
                  <a:lnTo>
                    <a:pt x="8891524" y="5208765"/>
                  </a:lnTo>
                  <a:lnTo>
                    <a:pt x="8895841" y="5213032"/>
                  </a:lnTo>
                  <a:lnTo>
                    <a:pt x="8901049" y="5213032"/>
                  </a:lnTo>
                  <a:lnTo>
                    <a:pt x="8901049" y="5193982"/>
                  </a:lnTo>
                  <a:close/>
                </a:path>
                <a:path w="10424160" h="5213350">
                  <a:moveTo>
                    <a:pt x="8906383" y="5193982"/>
                  </a:moveTo>
                  <a:lnTo>
                    <a:pt x="8901049" y="5193982"/>
                  </a:lnTo>
                  <a:lnTo>
                    <a:pt x="8901049" y="5213032"/>
                  </a:lnTo>
                  <a:lnTo>
                    <a:pt x="8906383" y="5213032"/>
                  </a:lnTo>
                  <a:lnTo>
                    <a:pt x="8910574" y="5208765"/>
                  </a:lnTo>
                  <a:lnTo>
                    <a:pt x="8910574" y="5198249"/>
                  </a:lnTo>
                  <a:lnTo>
                    <a:pt x="8906383" y="5193982"/>
                  </a:lnTo>
                  <a:close/>
                </a:path>
                <a:path w="10424160" h="5213350">
                  <a:moveTo>
                    <a:pt x="8862949" y="5193982"/>
                  </a:moveTo>
                  <a:lnTo>
                    <a:pt x="8857615" y="5193982"/>
                  </a:lnTo>
                  <a:lnTo>
                    <a:pt x="8853424" y="5198249"/>
                  </a:lnTo>
                  <a:lnTo>
                    <a:pt x="8853424" y="5208765"/>
                  </a:lnTo>
                  <a:lnTo>
                    <a:pt x="8857615" y="5213032"/>
                  </a:lnTo>
                  <a:lnTo>
                    <a:pt x="8862949" y="5213032"/>
                  </a:lnTo>
                  <a:lnTo>
                    <a:pt x="8862949" y="5193982"/>
                  </a:lnTo>
                  <a:close/>
                </a:path>
                <a:path w="10424160" h="5213350">
                  <a:moveTo>
                    <a:pt x="8868156" y="5193982"/>
                  </a:moveTo>
                  <a:lnTo>
                    <a:pt x="8862949" y="5193982"/>
                  </a:lnTo>
                  <a:lnTo>
                    <a:pt x="8862949" y="5213032"/>
                  </a:lnTo>
                  <a:lnTo>
                    <a:pt x="8868156" y="5213032"/>
                  </a:lnTo>
                  <a:lnTo>
                    <a:pt x="8872474" y="5208765"/>
                  </a:lnTo>
                  <a:lnTo>
                    <a:pt x="8872474" y="5198249"/>
                  </a:lnTo>
                  <a:lnTo>
                    <a:pt x="8868156" y="5193982"/>
                  </a:lnTo>
                  <a:close/>
                </a:path>
                <a:path w="10424160" h="5213350">
                  <a:moveTo>
                    <a:pt x="8824849" y="5193982"/>
                  </a:moveTo>
                  <a:lnTo>
                    <a:pt x="8819515" y="5193982"/>
                  </a:lnTo>
                  <a:lnTo>
                    <a:pt x="8815324" y="5198249"/>
                  </a:lnTo>
                  <a:lnTo>
                    <a:pt x="8815324" y="5208765"/>
                  </a:lnTo>
                  <a:lnTo>
                    <a:pt x="8819515" y="5213032"/>
                  </a:lnTo>
                  <a:lnTo>
                    <a:pt x="8824849" y="5213032"/>
                  </a:lnTo>
                  <a:lnTo>
                    <a:pt x="8824849" y="5193982"/>
                  </a:lnTo>
                  <a:close/>
                </a:path>
                <a:path w="10424160" h="5213350">
                  <a:moveTo>
                    <a:pt x="8830056" y="5193982"/>
                  </a:moveTo>
                  <a:lnTo>
                    <a:pt x="8824849" y="5193982"/>
                  </a:lnTo>
                  <a:lnTo>
                    <a:pt x="8824849" y="5213032"/>
                  </a:lnTo>
                  <a:lnTo>
                    <a:pt x="8830056" y="5213032"/>
                  </a:lnTo>
                  <a:lnTo>
                    <a:pt x="8834374" y="5208765"/>
                  </a:lnTo>
                  <a:lnTo>
                    <a:pt x="8834374" y="5198249"/>
                  </a:lnTo>
                  <a:lnTo>
                    <a:pt x="8830056" y="5193982"/>
                  </a:lnTo>
                  <a:close/>
                </a:path>
                <a:path w="10424160" h="5213350">
                  <a:moveTo>
                    <a:pt x="8786749" y="5193982"/>
                  </a:moveTo>
                  <a:lnTo>
                    <a:pt x="8781415" y="5193982"/>
                  </a:lnTo>
                  <a:lnTo>
                    <a:pt x="8777224" y="5198249"/>
                  </a:lnTo>
                  <a:lnTo>
                    <a:pt x="8777224" y="5208765"/>
                  </a:lnTo>
                  <a:lnTo>
                    <a:pt x="8781415" y="5213032"/>
                  </a:lnTo>
                  <a:lnTo>
                    <a:pt x="8786749" y="5213032"/>
                  </a:lnTo>
                  <a:lnTo>
                    <a:pt x="8786749" y="5193982"/>
                  </a:lnTo>
                  <a:close/>
                </a:path>
                <a:path w="10424160" h="5213350">
                  <a:moveTo>
                    <a:pt x="8791956" y="5193982"/>
                  </a:moveTo>
                  <a:lnTo>
                    <a:pt x="8786749" y="5193982"/>
                  </a:lnTo>
                  <a:lnTo>
                    <a:pt x="8786749" y="5213032"/>
                  </a:lnTo>
                  <a:lnTo>
                    <a:pt x="8791956" y="5213032"/>
                  </a:lnTo>
                  <a:lnTo>
                    <a:pt x="8796274" y="5208765"/>
                  </a:lnTo>
                  <a:lnTo>
                    <a:pt x="8796274" y="5198249"/>
                  </a:lnTo>
                  <a:lnTo>
                    <a:pt x="8791956" y="5193982"/>
                  </a:lnTo>
                  <a:close/>
                </a:path>
                <a:path w="10424160" h="5213350">
                  <a:moveTo>
                    <a:pt x="8748522" y="5193982"/>
                  </a:moveTo>
                  <a:lnTo>
                    <a:pt x="8743315" y="5193982"/>
                  </a:lnTo>
                  <a:lnTo>
                    <a:pt x="8738997" y="5198249"/>
                  </a:lnTo>
                  <a:lnTo>
                    <a:pt x="8738997" y="5208765"/>
                  </a:lnTo>
                  <a:lnTo>
                    <a:pt x="8743315" y="5213032"/>
                  </a:lnTo>
                  <a:lnTo>
                    <a:pt x="8748522" y="5213032"/>
                  </a:lnTo>
                  <a:lnTo>
                    <a:pt x="8748522" y="5193982"/>
                  </a:lnTo>
                  <a:close/>
                </a:path>
                <a:path w="10424160" h="5213350">
                  <a:moveTo>
                    <a:pt x="8753856" y="5193982"/>
                  </a:moveTo>
                  <a:lnTo>
                    <a:pt x="8748649" y="5193982"/>
                  </a:lnTo>
                  <a:lnTo>
                    <a:pt x="8748649" y="5213032"/>
                  </a:lnTo>
                  <a:lnTo>
                    <a:pt x="8753856" y="5213032"/>
                  </a:lnTo>
                  <a:lnTo>
                    <a:pt x="8758174" y="5208765"/>
                  </a:lnTo>
                  <a:lnTo>
                    <a:pt x="8758174" y="5198249"/>
                  </a:lnTo>
                  <a:lnTo>
                    <a:pt x="8753856" y="5193982"/>
                  </a:lnTo>
                  <a:close/>
                </a:path>
                <a:path w="10424160" h="5213350">
                  <a:moveTo>
                    <a:pt x="8710422" y="5193982"/>
                  </a:moveTo>
                  <a:lnTo>
                    <a:pt x="8705215" y="5193982"/>
                  </a:lnTo>
                  <a:lnTo>
                    <a:pt x="8700897" y="5198249"/>
                  </a:lnTo>
                  <a:lnTo>
                    <a:pt x="8700897" y="5208765"/>
                  </a:lnTo>
                  <a:lnTo>
                    <a:pt x="8705215" y="5213032"/>
                  </a:lnTo>
                  <a:lnTo>
                    <a:pt x="8710422" y="5213032"/>
                  </a:lnTo>
                  <a:lnTo>
                    <a:pt x="8710422" y="5193982"/>
                  </a:lnTo>
                  <a:close/>
                </a:path>
                <a:path w="10424160" h="5213350">
                  <a:moveTo>
                    <a:pt x="8715756" y="5193982"/>
                  </a:moveTo>
                  <a:lnTo>
                    <a:pt x="8710422" y="5193982"/>
                  </a:lnTo>
                  <a:lnTo>
                    <a:pt x="8710422" y="5213032"/>
                  </a:lnTo>
                  <a:lnTo>
                    <a:pt x="8715756" y="5213032"/>
                  </a:lnTo>
                  <a:lnTo>
                    <a:pt x="8719947" y="5208765"/>
                  </a:lnTo>
                  <a:lnTo>
                    <a:pt x="8719947" y="5198249"/>
                  </a:lnTo>
                  <a:lnTo>
                    <a:pt x="8715756" y="5193982"/>
                  </a:lnTo>
                  <a:close/>
                </a:path>
                <a:path w="10424160" h="5213350">
                  <a:moveTo>
                    <a:pt x="8672322" y="5193982"/>
                  </a:moveTo>
                  <a:lnTo>
                    <a:pt x="8667115" y="5193982"/>
                  </a:lnTo>
                  <a:lnTo>
                    <a:pt x="8662797" y="5198249"/>
                  </a:lnTo>
                  <a:lnTo>
                    <a:pt x="8662797" y="5208765"/>
                  </a:lnTo>
                  <a:lnTo>
                    <a:pt x="8667115" y="5213032"/>
                  </a:lnTo>
                  <a:lnTo>
                    <a:pt x="8672322" y="5213032"/>
                  </a:lnTo>
                  <a:lnTo>
                    <a:pt x="8672322" y="5193982"/>
                  </a:lnTo>
                  <a:close/>
                </a:path>
                <a:path w="10424160" h="5213350">
                  <a:moveTo>
                    <a:pt x="8677656" y="5193982"/>
                  </a:moveTo>
                  <a:lnTo>
                    <a:pt x="8672322" y="5193982"/>
                  </a:lnTo>
                  <a:lnTo>
                    <a:pt x="8672322" y="5213032"/>
                  </a:lnTo>
                  <a:lnTo>
                    <a:pt x="8677656" y="5213032"/>
                  </a:lnTo>
                  <a:lnTo>
                    <a:pt x="8681847" y="5208765"/>
                  </a:lnTo>
                  <a:lnTo>
                    <a:pt x="8681847" y="5198249"/>
                  </a:lnTo>
                  <a:lnTo>
                    <a:pt x="8677656" y="5193982"/>
                  </a:lnTo>
                  <a:close/>
                </a:path>
                <a:path w="10424160" h="5213350">
                  <a:moveTo>
                    <a:pt x="8634222" y="5193982"/>
                  </a:moveTo>
                  <a:lnTo>
                    <a:pt x="8628888" y="5193982"/>
                  </a:lnTo>
                  <a:lnTo>
                    <a:pt x="8624697" y="5198249"/>
                  </a:lnTo>
                  <a:lnTo>
                    <a:pt x="8624697" y="5208765"/>
                  </a:lnTo>
                  <a:lnTo>
                    <a:pt x="8628888" y="5213032"/>
                  </a:lnTo>
                  <a:lnTo>
                    <a:pt x="8634222" y="5213032"/>
                  </a:lnTo>
                  <a:lnTo>
                    <a:pt x="8634222" y="5193982"/>
                  </a:lnTo>
                  <a:close/>
                </a:path>
                <a:path w="10424160" h="5213350">
                  <a:moveTo>
                    <a:pt x="8639429" y="5193982"/>
                  </a:moveTo>
                  <a:lnTo>
                    <a:pt x="8634222" y="5193982"/>
                  </a:lnTo>
                  <a:lnTo>
                    <a:pt x="8634222" y="5213032"/>
                  </a:lnTo>
                  <a:lnTo>
                    <a:pt x="8639429" y="5213032"/>
                  </a:lnTo>
                  <a:lnTo>
                    <a:pt x="8643747" y="5208765"/>
                  </a:lnTo>
                  <a:lnTo>
                    <a:pt x="8643747" y="5198249"/>
                  </a:lnTo>
                  <a:lnTo>
                    <a:pt x="8639429" y="5193982"/>
                  </a:lnTo>
                  <a:close/>
                </a:path>
                <a:path w="10424160" h="5213350">
                  <a:moveTo>
                    <a:pt x="8596122" y="5193982"/>
                  </a:moveTo>
                  <a:lnTo>
                    <a:pt x="8590788" y="5193982"/>
                  </a:lnTo>
                  <a:lnTo>
                    <a:pt x="8586597" y="5198249"/>
                  </a:lnTo>
                  <a:lnTo>
                    <a:pt x="8586597" y="5208765"/>
                  </a:lnTo>
                  <a:lnTo>
                    <a:pt x="8590788" y="5213032"/>
                  </a:lnTo>
                  <a:lnTo>
                    <a:pt x="8596122" y="5213032"/>
                  </a:lnTo>
                  <a:lnTo>
                    <a:pt x="8596122" y="5193982"/>
                  </a:lnTo>
                  <a:close/>
                </a:path>
                <a:path w="10424160" h="5213350">
                  <a:moveTo>
                    <a:pt x="8601329" y="5193982"/>
                  </a:moveTo>
                  <a:lnTo>
                    <a:pt x="8596122" y="5193982"/>
                  </a:lnTo>
                  <a:lnTo>
                    <a:pt x="8596122" y="5213032"/>
                  </a:lnTo>
                  <a:lnTo>
                    <a:pt x="8601329" y="5213032"/>
                  </a:lnTo>
                  <a:lnTo>
                    <a:pt x="8605647" y="5208765"/>
                  </a:lnTo>
                  <a:lnTo>
                    <a:pt x="8605647" y="5198249"/>
                  </a:lnTo>
                  <a:lnTo>
                    <a:pt x="8601329" y="5193982"/>
                  </a:lnTo>
                  <a:close/>
                </a:path>
                <a:path w="10424160" h="5213350">
                  <a:moveTo>
                    <a:pt x="8558022" y="5193982"/>
                  </a:moveTo>
                  <a:lnTo>
                    <a:pt x="8552688" y="5193982"/>
                  </a:lnTo>
                  <a:lnTo>
                    <a:pt x="8548497" y="5198249"/>
                  </a:lnTo>
                  <a:lnTo>
                    <a:pt x="8548497" y="5208765"/>
                  </a:lnTo>
                  <a:lnTo>
                    <a:pt x="8552688" y="5213032"/>
                  </a:lnTo>
                  <a:lnTo>
                    <a:pt x="8558022" y="5213032"/>
                  </a:lnTo>
                  <a:lnTo>
                    <a:pt x="8558022" y="5193982"/>
                  </a:lnTo>
                  <a:close/>
                </a:path>
                <a:path w="10424160" h="5213350">
                  <a:moveTo>
                    <a:pt x="8563229" y="5193982"/>
                  </a:moveTo>
                  <a:lnTo>
                    <a:pt x="8558022" y="5193982"/>
                  </a:lnTo>
                  <a:lnTo>
                    <a:pt x="8558022" y="5213032"/>
                  </a:lnTo>
                  <a:lnTo>
                    <a:pt x="8563229" y="5213032"/>
                  </a:lnTo>
                  <a:lnTo>
                    <a:pt x="8567547" y="5208765"/>
                  </a:lnTo>
                  <a:lnTo>
                    <a:pt x="8567547" y="5198249"/>
                  </a:lnTo>
                  <a:lnTo>
                    <a:pt x="8563229" y="5193982"/>
                  </a:lnTo>
                  <a:close/>
                </a:path>
                <a:path w="10424160" h="5213350">
                  <a:moveTo>
                    <a:pt x="8519794" y="5193982"/>
                  </a:moveTo>
                  <a:lnTo>
                    <a:pt x="8514588" y="5193982"/>
                  </a:lnTo>
                  <a:lnTo>
                    <a:pt x="8510269" y="5198249"/>
                  </a:lnTo>
                  <a:lnTo>
                    <a:pt x="8510269" y="5208765"/>
                  </a:lnTo>
                  <a:lnTo>
                    <a:pt x="8514588" y="5213032"/>
                  </a:lnTo>
                  <a:lnTo>
                    <a:pt x="8519794" y="5213032"/>
                  </a:lnTo>
                  <a:lnTo>
                    <a:pt x="8519794" y="5193982"/>
                  </a:lnTo>
                  <a:close/>
                </a:path>
                <a:path w="10424160" h="5213350">
                  <a:moveTo>
                    <a:pt x="8519922" y="5206682"/>
                  </a:moveTo>
                  <a:lnTo>
                    <a:pt x="8519794" y="5206682"/>
                  </a:lnTo>
                  <a:lnTo>
                    <a:pt x="8519794" y="5213032"/>
                  </a:lnTo>
                  <a:lnTo>
                    <a:pt x="8519922" y="5213032"/>
                  </a:lnTo>
                  <a:lnTo>
                    <a:pt x="8519922" y="5206682"/>
                  </a:lnTo>
                  <a:close/>
                </a:path>
                <a:path w="10424160" h="5213350">
                  <a:moveTo>
                    <a:pt x="8525129" y="5193982"/>
                  </a:moveTo>
                  <a:lnTo>
                    <a:pt x="8519922" y="5193982"/>
                  </a:lnTo>
                  <a:lnTo>
                    <a:pt x="8519922" y="5213032"/>
                  </a:lnTo>
                  <a:lnTo>
                    <a:pt x="8525129" y="5213032"/>
                  </a:lnTo>
                  <a:lnTo>
                    <a:pt x="8529447" y="5208765"/>
                  </a:lnTo>
                  <a:lnTo>
                    <a:pt x="8529447" y="5198249"/>
                  </a:lnTo>
                  <a:lnTo>
                    <a:pt x="8525129" y="5193982"/>
                  </a:lnTo>
                  <a:close/>
                </a:path>
                <a:path w="10424160" h="5213350">
                  <a:moveTo>
                    <a:pt x="8519922" y="5193982"/>
                  </a:moveTo>
                  <a:lnTo>
                    <a:pt x="8519794" y="5193982"/>
                  </a:lnTo>
                  <a:lnTo>
                    <a:pt x="8519794" y="5200332"/>
                  </a:lnTo>
                  <a:lnTo>
                    <a:pt x="8519922" y="5200332"/>
                  </a:lnTo>
                  <a:lnTo>
                    <a:pt x="8519922" y="5193982"/>
                  </a:lnTo>
                  <a:close/>
                </a:path>
                <a:path w="10424160" h="5213350">
                  <a:moveTo>
                    <a:pt x="8481694" y="5193982"/>
                  </a:moveTo>
                  <a:lnTo>
                    <a:pt x="8476488" y="5193982"/>
                  </a:lnTo>
                  <a:lnTo>
                    <a:pt x="8472169" y="5198249"/>
                  </a:lnTo>
                  <a:lnTo>
                    <a:pt x="8472169" y="5208765"/>
                  </a:lnTo>
                  <a:lnTo>
                    <a:pt x="8476488" y="5213032"/>
                  </a:lnTo>
                  <a:lnTo>
                    <a:pt x="8481694" y="5213032"/>
                  </a:lnTo>
                  <a:lnTo>
                    <a:pt x="8481694" y="5193982"/>
                  </a:lnTo>
                  <a:close/>
                </a:path>
                <a:path w="10424160" h="5213350">
                  <a:moveTo>
                    <a:pt x="8487029" y="5193982"/>
                  </a:moveTo>
                  <a:lnTo>
                    <a:pt x="8481694" y="5193982"/>
                  </a:lnTo>
                  <a:lnTo>
                    <a:pt x="8481694" y="5213032"/>
                  </a:lnTo>
                  <a:lnTo>
                    <a:pt x="8487029" y="5213032"/>
                  </a:lnTo>
                  <a:lnTo>
                    <a:pt x="8491219" y="5208765"/>
                  </a:lnTo>
                  <a:lnTo>
                    <a:pt x="8491219" y="5198249"/>
                  </a:lnTo>
                  <a:lnTo>
                    <a:pt x="8487029" y="5193982"/>
                  </a:lnTo>
                  <a:close/>
                </a:path>
                <a:path w="10424160" h="5213350">
                  <a:moveTo>
                    <a:pt x="8443594" y="5193982"/>
                  </a:moveTo>
                  <a:lnTo>
                    <a:pt x="8438388" y="5193982"/>
                  </a:lnTo>
                  <a:lnTo>
                    <a:pt x="8434069" y="5198249"/>
                  </a:lnTo>
                  <a:lnTo>
                    <a:pt x="8434069" y="5208765"/>
                  </a:lnTo>
                  <a:lnTo>
                    <a:pt x="8438388" y="5213032"/>
                  </a:lnTo>
                  <a:lnTo>
                    <a:pt x="8443594" y="5213032"/>
                  </a:lnTo>
                  <a:lnTo>
                    <a:pt x="8443594" y="5193982"/>
                  </a:lnTo>
                  <a:close/>
                </a:path>
                <a:path w="10424160" h="5213350">
                  <a:moveTo>
                    <a:pt x="8448929" y="5193982"/>
                  </a:moveTo>
                  <a:lnTo>
                    <a:pt x="8443594" y="5193982"/>
                  </a:lnTo>
                  <a:lnTo>
                    <a:pt x="8443594" y="5213032"/>
                  </a:lnTo>
                  <a:lnTo>
                    <a:pt x="8448929" y="5213032"/>
                  </a:lnTo>
                  <a:lnTo>
                    <a:pt x="8453119" y="5208765"/>
                  </a:lnTo>
                  <a:lnTo>
                    <a:pt x="8453119" y="5198249"/>
                  </a:lnTo>
                  <a:lnTo>
                    <a:pt x="8448929" y="5193982"/>
                  </a:lnTo>
                  <a:close/>
                </a:path>
                <a:path w="10424160" h="5213350">
                  <a:moveTo>
                    <a:pt x="8405494" y="5193982"/>
                  </a:moveTo>
                  <a:lnTo>
                    <a:pt x="8400288" y="5193982"/>
                  </a:lnTo>
                  <a:lnTo>
                    <a:pt x="8395969" y="5198249"/>
                  </a:lnTo>
                  <a:lnTo>
                    <a:pt x="8395969" y="5208765"/>
                  </a:lnTo>
                  <a:lnTo>
                    <a:pt x="8400288" y="5213032"/>
                  </a:lnTo>
                  <a:lnTo>
                    <a:pt x="8405494" y="5213032"/>
                  </a:lnTo>
                  <a:lnTo>
                    <a:pt x="8405494" y="5193982"/>
                  </a:lnTo>
                  <a:close/>
                </a:path>
                <a:path w="10424160" h="5213350">
                  <a:moveTo>
                    <a:pt x="8410829" y="5193982"/>
                  </a:moveTo>
                  <a:lnTo>
                    <a:pt x="8405494" y="5193982"/>
                  </a:lnTo>
                  <a:lnTo>
                    <a:pt x="8405494" y="5213032"/>
                  </a:lnTo>
                  <a:lnTo>
                    <a:pt x="8410829" y="5213032"/>
                  </a:lnTo>
                  <a:lnTo>
                    <a:pt x="8415019" y="5208765"/>
                  </a:lnTo>
                  <a:lnTo>
                    <a:pt x="8415019" y="5198249"/>
                  </a:lnTo>
                  <a:lnTo>
                    <a:pt x="8410829" y="5193982"/>
                  </a:lnTo>
                  <a:close/>
                </a:path>
                <a:path w="10424160" h="5213350">
                  <a:moveTo>
                    <a:pt x="8367394" y="5193982"/>
                  </a:moveTo>
                  <a:lnTo>
                    <a:pt x="8362060" y="5193982"/>
                  </a:lnTo>
                  <a:lnTo>
                    <a:pt x="8357869" y="5198249"/>
                  </a:lnTo>
                  <a:lnTo>
                    <a:pt x="8357869" y="5208765"/>
                  </a:lnTo>
                  <a:lnTo>
                    <a:pt x="8362060" y="5213032"/>
                  </a:lnTo>
                  <a:lnTo>
                    <a:pt x="8367394" y="5213032"/>
                  </a:lnTo>
                  <a:lnTo>
                    <a:pt x="8367394" y="5193982"/>
                  </a:lnTo>
                  <a:close/>
                </a:path>
                <a:path w="10424160" h="5213350">
                  <a:moveTo>
                    <a:pt x="8372602" y="5193982"/>
                  </a:moveTo>
                  <a:lnTo>
                    <a:pt x="8367394" y="5193982"/>
                  </a:lnTo>
                  <a:lnTo>
                    <a:pt x="8367394" y="5213032"/>
                  </a:lnTo>
                  <a:lnTo>
                    <a:pt x="8372602" y="5213032"/>
                  </a:lnTo>
                  <a:lnTo>
                    <a:pt x="8376919" y="5208765"/>
                  </a:lnTo>
                  <a:lnTo>
                    <a:pt x="8376919" y="5198249"/>
                  </a:lnTo>
                  <a:lnTo>
                    <a:pt x="8372602" y="5193982"/>
                  </a:lnTo>
                  <a:close/>
                </a:path>
                <a:path w="10424160" h="5213350">
                  <a:moveTo>
                    <a:pt x="8329294" y="5193982"/>
                  </a:moveTo>
                  <a:lnTo>
                    <a:pt x="8323960" y="5193982"/>
                  </a:lnTo>
                  <a:lnTo>
                    <a:pt x="8319769" y="5198249"/>
                  </a:lnTo>
                  <a:lnTo>
                    <a:pt x="8319769" y="5208765"/>
                  </a:lnTo>
                  <a:lnTo>
                    <a:pt x="8323960" y="5213032"/>
                  </a:lnTo>
                  <a:lnTo>
                    <a:pt x="8329294" y="5213032"/>
                  </a:lnTo>
                  <a:lnTo>
                    <a:pt x="8329294" y="5193982"/>
                  </a:lnTo>
                  <a:close/>
                </a:path>
                <a:path w="10424160" h="5213350">
                  <a:moveTo>
                    <a:pt x="8334502" y="5193982"/>
                  </a:moveTo>
                  <a:lnTo>
                    <a:pt x="8329294" y="5193982"/>
                  </a:lnTo>
                  <a:lnTo>
                    <a:pt x="8329294" y="5213032"/>
                  </a:lnTo>
                  <a:lnTo>
                    <a:pt x="8334502" y="5213032"/>
                  </a:lnTo>
                  <a:lnTo>
                    <a:pt x="8338819" y="5208765"/>
                  </a:lnTo>
                  <a:lnTo>
                    <a:pt x="8338819" y="5198249"/>
                  </a:lnTo>
                  <a:lnTo>
                    <a:pt x="8334502" y="5193982"/>
                  </a:lnTo>
                  <a:close/>
                </a:path>
                <a:path w="10424160" h="5213350">
                  <a:moveTo>
                    <a:pt x="8291194" y="5193982"/>
                  </a:moveTo>
                  <a:lnTo>
                    <a:pt x="8285860" y="5193982"/>
                  </a:lnTo>
                  <a:lnTo>
                    <a:pt x="8281669" y="5198249"/>
                  </a:lnTo>
                  <a:lnTo>
                    <a:pt x="8281669" y="5208765"/>
                  </a:lnTo>
                  <a:lnTo>
                    <a:pt x="8285860" y="5213032"/>
                  </a:lnTo>
                  <a:lnTo>
                    <a:pt x="8291194" y="5213032"/>
                  </a:lnTo>
                  <a:lnTo>
                    <a:pt x="8291194" y="5193982"/>
                  </a:lnTo>
                  <a:close/>
                </a:path>
                <a:path w="10424160" h="5213350">
                  <a:moveTo>
                    <a:pt x="8296402" y="5193982"/>
                  </a:moveTo>
                  <a:lnTo>
                    <a:pt x="8291194" y="5193982"/>
                  </a:lnTo>
                  <a:lnTo>
                    <a:pt x="8291194" y="5213032"/>
                  </a:lnTo>
                  <a:lnTo>
                    <a:pt x="8296402" y="5213032"/>
                  </a:lnTo>
                  <a:lnTo>
                    <a:pt x="8300719" y="5208765"/>
                  </a:lnTo>
                  <a:lnTo>
                    <a:pt x="8300719" y="5198249"/>
                  </a:lnTo>
                  <a:lnTo>
                    <a:pt x="8296402" y="5193982"/>
                  </a:lnTo>
                  <a:close/>
                </a:path>
                <a:path w="10424160" h="5213350">
                  <a:moveTo>
                    <a:pt x="8252967" y="5193982"/>
                  </a:moveTo>
                  <a:lnTo>
                    <a:pt x="8247760" y="5193982"/>
                  </a:lnTo>
                  <a:lnTo>
                    <a:pt x="8243442" y="5198249"/>
                  </a:lnTo>
                  <a:lnTo>
                    <a:pt x="8243442" y="5208765"/>
                  </a:lnTo>
                  <a:lnTo>
                    <a:pt x="8247760" y="5213032"/>
                  </a:lnTo>
                  <a:lnTo>
                    <a:pt x="8252967" y="5213032"/>
                  </a:lnTo>
                  <a:lnTo>
                    <a:pt x="8252967" y="5193982"/>
                  </a:lnTo>
                  <a:close/>
                </a:path>
                <a:path w="10424160" h="5213350">
                  <a:moveTo>
                    <a:pt x="8258302" y="5193982"/>
                  </a:moveTo>
                  <a:lnTo>
                    <a:pt x="8253094" y="5193982"/>
                  </a:lnTo>
                  <a:lnTo>
                    <a:pt x="8253094" y="5213032"/>
                  </a:lnTo>
                  <a:lnTo>
                    <a:pt x="8258302" y="5213032"/>
                  </a:lnTo>
                  <a:lnTo>
                    <a:pt x="8262619" y="5208765"/>
                  </a:lnTo>
                  <a:lnTo>
                    <a:pt x="8262619" y="5198249"/>
                  </a:lnTo>
                  <a:lnTo>
                    <a:pt x="8258302" y="5193982"/>
                  </a:lnTo>
                  <a:close/>
                </a:path>
                <a:path w="10424160" h="5213350">
                  <a:moveTo>
                    <a:pt x="8214867" y="5193982"/>
                  </a:moveTo>
                  <a:lnTo>
                    <a:pt x="8209660" y="5193982"/>
                  </a:lnTo>
                  <a:lnTo>
                    <a:pt x="8205342" y="5198249"/>
                  </a:lnTo>
                  <a:lnTo>
                    <a:pt x="8205342" y="5208765"/>
                  </a:lnTo>
                  <a:lnTo>
                    <a:pt x="8209660" y="5213032"/>
                  </a:lnTo>
                  <a:lnTo>
                    <a:pt x="8214867" y="5213032"/>
                  </a:lnTo>
                  <a:lnTo>
                    <a:pt x="8214867" y="5193982"/>
                  </a:lnTo>
                  <a:close/>
                </a:path>
                <a:path w="10424160" h="5213350">
                  <a:moveTo>
                    <a:pt x="8220202" y="5193982"/>
                  </a:moveTo>
                  <a:lnTo>
                    <a:pt x="8214867" y="5193982"/>
                  </a:lnTo>
                  <a:lnTo>
                    <a:pt x="8214867" y="5213032"/>
                  </a:lnTo>
                  <a:lnTo>
                    <a:pt x="8220202" y="5213032"/>
                  </a:lnTo>
                  <a:lnTo>
                    <a:pt x="8224392" y="5208765"/>
                  </a:lnTo>
                  <a:lnTo>
                    <a:pt x="8224392" y="5198249"/>
                  </a:lnTo>
                  <a:lnTo>
                    <a:pt x="8220202" y="5193982"/>
                  </a:lnTo>
                  <a:close/>
                </a:path>
                <a:path w="10424160" h="5213350">
                  <a:moveTo>
                    <a:pt x="8176767" y="5193982"/>
                  </a:moveTo>
                  <a:lnTo>
                    <a:pt x="8171560" y="5193982"/>
                  </a:lnTo>
                  <a:lnTo>
                    <a:pt x="8167242" y="5198249"/>
                  </a:lnTo>
                  <a:lnTo>
                    <a:pt x="8167242" y="5208765"/>
                  </a:lnTo>
                  <a:lnTo>
                    <a:pt x="8171560" y="5213032"/>
                  </a:lnTo>
                  <a:lnTo>
                    <a:pt x="8176767" y="5213032"/>
                  </a:lnTo>
                  <a:lnTo>
                    <a:pt x="8176767" y="5193982"/>
                  </a:lnTo>
                  <a:close/>
                </a:path>
                <a:path w="10424160" h="5213350">
                  <a:moveTo>
                    <a:pt x="8182102" y="5193982"/>
                  </a:moveTo>
                  <a:lnTo>
                    <a:pt x="8176767" y="5193982"/>
                  </a:lnTo>
                  <a:lnTo>
                    <a:pt x="8176767" y="5213032"/>
                  </a:lnTo>
                  <a:lnTo>
                    <a:pt x="8182102" y="5213032"/>
                  </a:lnTo>
                  <a:lnTo>
                    <a:pt x="8186292" y="5208765"/>
                  </a:lnTo>
                  <a:lnTo>
                    <a:pt x="8186292" y="5198249"/>
                  </a:lnTo>
                  <a:lnTo>
                    <a:pt x="8182102" y="5193982"/>
                  </a:lnTo>
                  <a:close/>
                </a:path>
                <a:path w="10424160" h="5213350">
                  <a:moveTo>
                    <a:pt x="8138667" y="5193982"/>
                  </a:moveTo>
                  <a:lnTo>
                    <a:pt x="8133333" y="5193982"/>
                  </a:lnTo>
                  <a:lnTo>
                    <a:pt x="8129142" y="5198249"/>
                  </a:lnTo>
                  <a:lnTo>
                    <a:pt x="8129142" y="5208765"/>
                  </a:lnTo>
                  <a:lnTo>
                    <a:pt x="8133333" y="5213032"/>
                  </a:lnTo>
                  <a:lnTo>
                    <a:pt x="8138667" y="5213032"/>
                  </a:lnTo>
                  <a:lnTo>
                    <a:pt x="8138667" y="5193982"/>
                  </a:lnTo>
                  <a:close/>
                </a:path>
                <a:path w="10424160" h="5213350">
                  <a:moveTo>
                    <a:pt x="8143875" y="5193982"/>
                  </a:moveTo>
                  <a:lnTo>
                    <a:pt x="8138667" y="5193982"/>
                  </a:lnTo>
                  <a:lnTo>
                    <a:pt x="8138667" y="5213032"/>
                  </a:lnTo>
                  <a:lnTo>
                    <a:pt x="8143875" y="5213032"/>
                  </a:lnTo>
                  <a:lnTo>
                    <a:pt x="8148192" y="5208765"/>
                  </a:lnTo>
                  <a:lnTo>
                    <a:pt x="8148192" y="5198249"/>
                  </a:lnTo>
                  <a:lnTo>
                    <a:pt x="8143875" y="5193982"/>
                  </a:lnTo>
                  <a:close/>
                </a:path>
                <a:path w="10424160" h="5213350">
                  <a:moveTo>
                    <a:pt x="8100567" y="5193982"/>
                  </a:moveTo>
                  <a:lnTo>
                    <a:pt x="8095233" y="5193982"/>
                  </a:lnTo>
                  <a:lnTo>
                    <a:pt x="8091042" y="5198249"/>
                  </a:lnTo>
                  <a:lnTo>
                    <a:pt x="8091042" y="5208765"/>
                  </a:lnTo>
                  <a:lnTo>
                    <a:pt x="8095233" y="5213032"/>
                  </a:lnTo>
                  <a:lnTo>
                    <a:pt x="8100567" y="5213032"/>
                  </a:lnTo>
                  <a:lnTo>
                    <a:pt x="8100567" y="5193982"/>
                  </a:lnTo>
                  <a:close/>
                </a:path>
                <a:path w="10424160" h="5213350">
                  <a:moveTo>
                    <a:pt x="8105775" y="5193982"/>
                  </a:moveTo>
                  <a:lnTo>
                    <a:pt x="8100567" y="5193982"/>
                  </a:lnTo>
                  <a:lnTo>
                    <a:pt x="8100567" y="5213032"/>
                  </a:lnTo>
                  <a:lnTo>
                    <a:pt x="8105775" y="5213032"/>
                  </a:lnTo>
                  <a:lnTo>
                    <a:pt x="8110092" y="5208765"/>
                  </a:lnTo>
                  <a:lnTo>
                    <a:pt x="8110092" y="5198249"/>
                  </a:lnTo>
                  <a:lnTo>
                    <a:pt x="8105775" y="5193982"/>
                  </a:lnTo>
                  <a:close/>
                </a:path>
                <a:path w="10424160" h="5213350">
                  <a:moveTo>
                    <a:pt x="8062467" y="5193982"/>
                  </a:moveTo>
                  <a:lnTo>
                    <a:pt x="8057133" y="5193982"/>
                  </a:lnTo>
                  <a:lnTo>
                    <a:pt x="8052942" y="5198249"/>
                  </a:lnTo>
                  <a:lnTo>
                    <a:pt x="8052942" y="5208765"/>
                  </a:lnTo>
                  <a:lnTo>
                    <a:pt x="8057133" y="5213032"/>
                  </a:lnTo>
                  <a:lnTo>
                    <a:pt x="8062467" y="5213032"/>
                  </a:lnTo>
                  <a:lnTo>
                    <a:pt x="8062467" y="5193982"/>
                  </a:lnTo>
                  <a:close/>
                </a:path>
                <a:path w="10424160" h="5213350">
                  <a:moveTo>
                    <a:pt x="8067675" y="5193982"/>
                  </a:moveTo>
                  <a:lnTo>
                    <a:pt x="8062467" y="5193982"/>
                  </a:lnTo>
                  <a:lnTo>
                    <a:pt x="8062467" y="5213032"/>
                  </a:lnTo>
                  <a:lnTo>
                    <a:pt x="8067675" y="5213032"/>
                  </a:lnTo>
                  <a:lnTo>
                    <a:pt x="8071992" y="5208765"/>
                  </a:lnTo>
                  <a:lnTo>
                    <a:pt x="8071992" y="5198249"/>
                  </a:lnTo>
                  <a:lnTo>
                    <a:pt x="8067675" y="5193982"/>
                  </a:lnTo>
                  <a:close/>
                </a:path>
                <a:path w="10424160" h="5213350">
                  <a:moveTo>
                    <a:pt x="8024240" y="5193982"/>
                  </a:moveTo>
                  <a:lnTo>
                    <a:pt x="8019033" y="5193982"/>
                  </a:lnTo>
                  <a:lnTo>
                    <a:pt x="8014715" y="5198249"/>
                  </a:lnTo>
                  <a:lnTo>
                    <a:pt x="8014715" y="5208765"/>
                  </a:lnTo>
                  <a:lnTo>
                    <a:pt x="8019033" y="5213032"/>
                  </a:lnTo>
                  <a:lnTo>
                    <a:pt x="8024240" y="5213032"/>
                  </a:lnTo>
                  <a:lnTo>
                    <a:pt x="8024240" y="5193982"/>
                  </a:lnTo>
                  <a:close/>
                </a:path>
                <a:path w="10424160" h="5213350">
                  <a:moveTo>
                    <a:pt x="8029575" y="5193982"/>
                  </a:moveTo>
                  <a:lnTo>
                    <a:pt x="8024367" y="5193982"/>
                  </a:lnTo>
                  <a:lnTo>
                    <a:pt x="8024367" y="5213032"/>
                  </a:lnTo>
                  <a:lnTo>
                    <a:pt x="8029575" y="5213032"/>
                  </a:lnTo>
                  <a:lnTo>
                    <a:pt x="8033892" y="5208765"/>
                  </a:lnTo>
                  <a:lnTo>
                    <a:pt x="8033892" y="5198249"/>
                  </a:lnTo>
                  <a:lnTo>
                    <a:pt x="8029575" y="5193982"/>
                  </a:lnTo>
                  <a:close/>
                </a:path>
                <a:path w="10424160" h="5213350">
                  <a:moveTo>
                    <a:pt x="7986140" y="5193982"/>
                  </a:moveTo>
                  <a:lnTo>
                    <a:pt x="7980933" y="5193982"/>
                  </a:lnTo>
                  <a:lnTo>
                    <a:pt x="7976615" y="5198249"/>
                  </a:lnTo>
                  <a:lnTo>
                    <a:pt x="7976615" y="5208765"/>
                  </a:lnTo>
                  <a:lnTo>
                    <a:pt x="7980933" y="5213032"/>
                  </a:lnTo>
                  <a:lnTo>
                    <a:pt x="7986140" y="5213032"/>
                  </a:lnTo>
                  <a:lnTo>
                    <a:pt x="7986140" y="5193982"/>
                  </a:lnTo>
                  <a:close/>
                </a:path>
                <a:path w="10424160" h="5213350">
                  <a:moveTo>
                    <a:pt x="7991475" y="5193982"/>
                  </a:moveTo>
                  <a:lnTo>
                    <a:pt x="7986140" y="5193982"/>
                  </a:lnTo>
                  <a:lnTo>
                    <a:pt x="7986140" y="5213032"/>
                  </a:lnTo>
                  <a:lnTo>
                    <a:pt x="7991475" y="5213032"/>
                  </a:lnTo>
                  <a:lnTo>
                    <a:pt x="7995665" y="5208765"/>
                  </a:lnTo>
                  <a:lnTo>
                    <a:pt x="7995665" y="5198249"/>
                  </a:lnTo>
                  <a:lnTo>
                    <a:pt x="7991475" y="5193982"/>
                  </a:lnTo>
                  <a:close/>
                </a:path>
                <a:path w="10424160" h="5213350">
                  <a:moveTo>
                    <a:pt x="7948040" y="5193982"/>
                  </a:moveTo>
                  <a:lnTo>
                    <a:pt x="7942833" y="5193982"/>
                  </a:lnTo>
                  <a:lnTo>
                    <a:pt x="7938515" y="5198249"/>
                  </a:lnTo>
                  <a:lnTo>
                    <a:pt x="7938515" y="5208765"/>
                  </a:lnTo>
                  <a:lnTo>
                    <a:pt x="7942833" y="5213032"/>
                  </a:lnTo>
                  <a:lnTo>
                    <a:pt x="7948040" y="5213032"/>
                  </a:lnTo>
                  <a:lnTo>
                    <a:pt x="7948040" y="5193982"/>
                  </a:lnTo>
                  <a:close/>
                </a:path>
                <a:path w="10424160" h="5213350">
                  <a:moveTo>
                    <a:pt x="7953375" y="5193982"/>
                  </a:moveTo>
                  <a:lnTo>
                    <a:pt x="7948040" y="5193982"/>
                  </a:lnTo>
                  <a:lnTo>
                    <a:pt x="7948040" y="5213032"/>
                  </a:lnTo>
                  <a:lnTo>
                    <a:pt x="7953375" y="5213032"/>
                  </a:lnTo>
                  <a:lnTo>
                    <a:pt x="7957565" y="5208765"/>
                  </a:lnTo>
                  <a:lnTo>
                    <a:pt x="7957565" y="5198249"/>
                  </a:lnTo>
                  <a:lnTo>
                    <a:pt x="7953375" y="5193982"/>
                  </a:lnTo>
                  <a:close/>
                </a:path>
                <a:path w="10424160" h="5213350">
                  <a:moveTo>
                    <a:pt x="7909940" y="5193982"/>
                  </a:moveTo>
                  <a:lnTo>
                    <a:pt x="7904733" y="5193982"/>
                  </a:lnTo>
                  <a:lnTo>
                    <a:pt x="7900415" y="5198249"/>
                  </a:lnTo>
                  <a:lnTo>
                    <a:pt x="7900415" y="5208765"/>
                  </a:lnTo>
                  <a:lnTo>
                    <a:pt x="7904733" y="5213032"/>
                  </a:lnTo>
                  <a:lnTo>
                    <a:pt x="7909940" y="5213032"/>
                  </a:lnTo>
                  <a:lnTo>
                    <a:pt x="7909940" y="5193982"/>
                  </a:lnTo>
                  <a:close/>
                </a:path>
                <a:path w="10424160" h="5213350">
                  <a:moveTo>
                    <a:pt x="7915275" y="5193982"/>
                  </a:moveTo>
                  <a:lnTo>
                    <a:pt x="7909940" y="5193982"/>
                  </a:lnTo>
                  <a:lnTo>
                    <a:pt x="7909940" y="5213032"/>
                  </a:lnTo>
                  <a:lnTo>
                    <a:pt x="7915275" y="5213032"/>
                  </a:lnTo>
                  <a:lnTo>
                    <a:pt x="7919465" y="5208765"/>
                  </a:lnTo>
                  <a:lnTo>
                    <a:pt x="7919465" y="5198249"/>
                  </a:lnTo>
                  <a:lnTo>
                    <a:pt x="7915275" y="5193982"/>
                  </a:lnTo>
                  <a:close/>
                </a:path>
                <a:path w="10424160" h="5213350">
                  <a:moveTo>
                    <a:pt x="7871840" y="5193982"/>
                  </a:moveTo>
                  <a:lnTo>
                    <a:pt x="7866507" y="5193982"/>
                  </a:lnTo>
                  <a:lnTo>
                    <a:pt x="7862315" y="5198249"/>
                  </a:lnTo>
                  <a:lnTo>
                    <a:pt x="7862315" y="5208765"/>
                  </a:lnTo>
                  <a:lnTo>
                    <a:pt x="7866507" y="5213032"/>
                  </a:lnTo>
                  <a:lnTo>
                    <a:pt x="7871840" y="5213032"/>
                  </a:lnTo>
                  <a:lnTo>
                    <a:pt x="7871840" y="5193982"/>
                  </a:lnTo>
                  <a:close/>
                </a:path>
                <a:path w="10424160" h="5213350">
                  <a:moveTo>
                    <a:pt x="7877048" y="5193982"/>
                  </a:moveTo>
                  <a:lnTo>
                    <a:pt x="7871840" y="5193982"/>
                  </a:lnTo>
                  <a:lnTo>
                    <a:pt x="7871840" y="5213032"/>
                  </a:lnTo>
                  <a:lnTo>
                    <a:pt x="7877048" y="5213032"/>
                  </a:lnTo>
                  <a:lnTo>
                    <a:pt x="7881365" y="5208765"/>
                  </a:lnTo>
                  <a:lnTo>
                    <a:pt x="7881365" y="5198249"/>
                  </a:lnTo>
                  <a:lnTo>
                    <a:pt x="7877048" y="5193982"/>
                  </a:lnTo>
                  <a:close/>
                </a:path>
                <a:path w="10424160" h="5213350">
                  <a:moveTo>
                    <a:pt x="7833740" y="5193982"/>
                  </a:moveTo>
                  <a:lnTo>
                    <a:pt x="7828407" y="5193982"/>
                  </a:lnTo>
                  <a:lnTo>
                    <a:pt x="7824215" y="5198249"/>
                  </a:lnTo>
                  <a:lnTo>
                    <a:pt x="7824215" y="5208765"/>
                  </a:lnTo>
                  <a:lnTo>
                    <a:pt x="7828407" y="5213032"/>
                  </a:lnTo>
                  <a:lnTo>
                    <a:pt x="7833740" y="5213032"/>
                  </a:lnTo>
                  <a:lnTo>
                    <a:pt x="7833740" y="5193982"/>
                  </a:lnTo>
                  <a:close/>
                </a:path>
                <a:path w="10424160" h="5213350">
                  <a:moveTo>
                    <a:pt x="7838948" y="5193982"/>
                  </a:moveTo>
                  <a:lnTo>
                    <a:pt x="7833740" y="5193982"/>
                  </a:lnTo>
                  <a:lnTo>
                    <a:pt x="7833740" y="5213032"/>
                  </a:lnTo>
                  <a:lnTo>
                    <a:pt x="7838948" y="5213032"/>
                  </a:lnTo>
                  <a:lnTo>
                    <a:pt x="7843265" y="5208765"/>
                  </a:lnTo>
                  <a:lnTo>
                    <a:pt x="7843265" y="5198249"/>
                  </a:lnTo>
                  <a:lnTo>
                    <a:pt x="7838948" y="5193982"/>
                  </a:lnTo>
                  <a:close/>
                </a:path>
                <a:path w="10424160" h="5213350">
                  <a:moveTo>
                    <a:pt x="7795640" y="5193982"/>
                  </a:moveTo>
                  <a:lnTo>
                    <a:pt x="7790307" y="5193982"/>
                  </a:lnTo>
                  <a:lnTo>
                    <a:pt x="7786115" y="5198249"/>
                  </a:lnTo>
                  <a:lnTo>
                    <a:pt x="7786115" y="5208765"/>
                  </a:lnTo>
                  <a:lnTo>
                    <a:pt x="7790307" y="5213032"/>
                  </a:lnTo>
                  <a:lnTo>
                    <a:pt x="7795640" y="5213032"/>
                  </a:lnTo>
                  <a:lnTo>
                    <a:pt x="7795640" y="5193982"/>
                  </a:lnTo>
                  <a:close/>
                </a:path>
                <a:path w="10424160" h="5213350">
                  <a:moveTo>
                    <a:pt x="7800848" y="5193982"/>
                  </a:moveTo>
                  <a:lnTo>
                    <a:pt x="7795640" y="5193982"/>
                  </a:lnTo>
                  <a:lnTo>
                    <a:pt x="7795640" y="5213032"/>
                  </a:lnTo>
                  <a:lnTo>
                    <a:pt x="7800848" y="5213032"/>
                  </a:lnTo>
                  <a:lnTo>
                    <a:pt x="7805165" y="5208765"/>
                  </a:lnTo>
                  <a:lnTo>
                    <a:pt x="7805165" y="5198249"/>
                  </a:lnTo>
                  <a:lnTo>
                    <a:pt x="7800848" y="5193982"/>
                  </a:lnTo>
                  <a:close/>
                </a:path>
                <a:path w="10424160" h="5213350">
                  <a:moveTo>
                    <a:pt x="7757413" y="5193982"/>
                  </a:moveTo>
                  <a:lnTo>
                    <a:pt x="7752207" y="5193982"/>
                  </a:lnTo>
                  <a:lnTo>
                    <a:pt x="7747888" y="5198249"/>
                  </a:lnTo>
                  <a:lnTo>
                    <a:pt x="7747888" y="5208765"/>
                  </a:lnTo>
                  <a:lnTo>
                    <a:pt x="7752207" y="5213032"/>
                  </a:lnTo>
                  <a:lnTo>
                    <a:pt x="7757413" y="5213032"/>
                  </a:lnTo>
                  <a:lnTo>
                    <a:pt x="7757413" y="5193982"/>
                  </a:lnTo>
                  <a:close/>
                </a:path>
                <a:path w="10424160" h="5213350">
                  <a:moveTo>
                    <a:pt x="7762748" y="5193982"/>
                  </a:moveTo>
                  <a:lnTo>
                    <a:pt x="7757540" y="5193982"/>
                  </a:lnTo>
                  <a:lnTo>
                    <a:pt x="7757540" y="5213032"/>
                  </a:lnTo>
                  <a:lnTo>
                    <a:pt x="7762748" y="5213032"/>
                  </a:lnTo>
                  <a:lnTo>
                    <a:pt x="7767065" y="5208765"/>
                  </a:lnTo>
                  <a:lnTo>
                    <a:pt x="7767065" y="5198249"/>
                  </a:lnTo>
                  <a:lnTo>
                    <a:pt x="7762748" y="5193982"/>
                  </a:lnTo>
                  <a:close/>
                </a:path>
                <a:path w="10424160" h="5213350">
                  <a:moveTo>
                    <a:pt x="7719313" y="5193982"/>
                  </a:moveTo>
                  <a:lnTo>
                    <a:pt x="7714107" y="5193982"/>
                  </a:lnTo>
                  <a:lnTo>
                    <a:pt x="7709788" y="5198249"/>
                  </a:lnTo>
                  <a:lnTo>
                    <a:pt x="7709788" y="5208765"/>
                  </a:lnTo>
                  <a:lnTo>
                    <a:pt x="7714107" y="5213032"/>
                  </a:lnTo>
                  <a:lnTo>
                    <a:pt x="7719313" y="5213032"/>
                  </a:lnTo>
                  <a:lnTo>
                    <a:pt x="7719313" y="5193982"/>
                  </a:lnTo>
                  <a:close/>
                </a:path>
                <a:path w="10424160" h="5213350">
                  <a:moveTo>
                    <a:pt x="7724648" y="5193982"/>
                  </a:moveTo>
                  <a:lnTo>
                    <a:pt x="7719313" y="5193982"/>
                  </a:lnTo>
                  <a:lnTo>
                    <a:pt x="7719313" y="5213032"/>
                  </a:lnTo>
                  <a:lnTo>
                    <a:pt x="7724648" y="5213032"/>
                  </a:lnTo>
                  <a:lnTo>
                    <a:pt x="7728838" y="5208765"/>
                  </a:lnTo>
                  <a:lnTo>
                    <a:pt x="7728838" y="5198249"/>
                  </a:lnTo>
                  <a:lnTo>
                    <a:pt x="7724648" y="5193982"/>
                  </a:lnTo>
                  <a:close/>
                </a:path>
                <a:path w="10424160" h="5213350">
                  <a:moveTo>
                    <a:pt x="7681213" y="5193982"/>
                  </a:moveTo>
                  <a:lnTo>
                    <a:pt x="7676007" y="5193982"/>
                  </a:lnTo>
                  <a:lnTo>
                    <a:pt x="7671688" y="5198249"/>
                  </a:lnTo>
                  <a:lnTo>
                    <a:pt x="7671688" y="5208765"/>
                  </a:lnTo>
                  <a:lnTo>
                    <a:pt x="7676007" y="5213032"/>
                  </a:lnTo>
                  <a:lnTo>
                    <a:pt x="7681213" y="5213032"/>
                  </a:lnTo>
                  <a:lnTo>
                    <a:pt x="7681213" y="5193982"/>
                  </a:lnTo>
                  <a:close/>
                </a:path>
                <a:path w="10424160" h="5213350">
                  <a:moveTo>
                    <a:pt x="7686548" y="5193982"/>
                  </a:moveTo>
                  <a:lnTo>
                    <a:pt x="7681213" y="5193982"/>
                  </a:lnTo>
                  <a:lnTo>
                    <a:pt x="7681213" y="5213032"/>
                  </a:lnTo>
                  <a:lnTo>
                    <a:pt x="7686548" y="5213032"/>
                  </a:lnTo>
                  <a:lnTo>
                    <a:pt x="7690738" y="5208765"/>
                  </a:lnTo>
                  <a:lnTo>
                    <a:pt x="7690738" y="5198249"/>
                  </a:lnTo>
                  <a:lnTo>
                    <a:pt x="7686548" y="5193982"/>
                  </a:lnTo>
                  <a:close/>
                </a:path>
                <a:path w="10424160" h="5213350">
                  <a:moveTo>
                    <a:pt x="7643113" y="5193982"/>
                  </a:moveTo>
                  <a:lnTo>
                    <a:pt x="7637780" y="5193982"/>
                  </a:lnTo>
                  <a:lnTo>
                    <a:pt x="7633588" y="5198249"/>
                  </a:lnTo>
                  <a:lnTo>
                    <a:pt x="7633588" y="5208765"/>
                  </a:lnTo>
                  <a:lnTo>
                    <a:pt x="7637780" y="5213032"/>
                  </a:lnTo>
                  <a:lnTo>
                    <a:pt x="7643113" y="5213032"/>
                  </a:lnTo>
                  <a:lnTo>
                    <a:pt x="7643113" y="5193982"/>
                  </a:lnTo>
                  <a:close/>
                </a:path>
                <a:path w="10424160" h="5213350">
                  <a:moveTo>
                    <a:pt x="7648321" y="5193982"/>
                  </a:moveTo>
                  <a:lnTo>
                    <a:pt x="7643113" y="5193982"/>
                  </a:lnTo>
                  <a:lnTo>
                    <a:pt x="7643113" y="5213032"/>
                  </a:lnTo>
                  <a:lnTo>
                    <a:pt x="7648321" y="5213032"/>
                  </a:lnTo>
                  <a:lnTo>
                    <a:pt x="7652638" y="5208765"/>
                  </a:lnTo>
                  <a:lnTo>
                    <a:pt x="7652638" y="5198249"/>
                  </a:lnTo>
                  <a:lnTo>
                    <a:pt x="7648321" y="5193982"/>
                  </a:lnTo>
                  <a:close/>
                </a:path>
                <a:path w="10424160" h="5213350">
                  <a:moveTo>
                    <a:pt x="7605013" y="5193982"/>
                  </a:moveTo>
                  <a:lnTo>
                    <a:pt x="7599680" y="5193982"/>
                  </a:lnTo>
                  <a:lnTo>
                    <a:pt x="7595488" y="5198249"/>
                  </a:lnTo>
                  <a:lnTo>
                    <a:pt x="7595488" y="5208765"/>
                  </a:lnTo>
                  <a:lnTo>
                    <a:pt x="7599680" y="5213032"/>
                  </a:lnTo>
                  <a:lnTo>
                    <a:pt x="7605013" y="5213032"/>
                  </a:lnTo>
                  <a:lnTo>
                    <a:pt x="7605013" y="5193982"/>
                  </a:lnTo>
                  <a:close/>
                </a:path>
                <a:path w="10424160" h="5213350">
                  <a:moveTo>
                    <a:pt x="7610221" y="5193982"/>
                  </a:moveTo>
                  <a:lnTo>
                    <a:pt x="7605013" y="5193982"/>
                  </a:lnTo>
                  <a:lnTo>
                    <a:pt x="7605013" y="5213032"/>
                  </a:lnTo>
                  <a:lnTo>
                    <a:pt x="7610221" y="5213032"/>
                  </a:lnTo>
                  <a:lnTo>
                    <a:pt x="7614538" y="5208765"/>
                  </a:lnTo>
                  <a:lnTo>
                    <a:pt x="7614538" y="5198249"/>
                  </a:lnTo>
                  <a:lnTo>
                    <a:pt x="7610221" y="5193982"/>
                  </a:lnTo>
                  <a:close/>
                </a:path>
                <a:path w="10424160" h="5213350">
                  <a:moveTo>
                    <a:pt x="7566913" y="5193982"/>
                  </a:moveTo>
                  <a:lnTo>
                    <a:pt x="7561580" y="5193982"/>
                  </a:lnTo>
                  <a:lnTo>
                    <a:pt x="7557388" y="5198249"/>
                  </a:lnTo>
                  <a:lnTo>
                    <a:pt x="7557388" y="5208765"/>
                  </a:lnTo>
                  <a:lnTo>
                    <a:pt x="7561580" y="5213032"/>
                  </a:lnTo>
                  <a:lnTo>
                    <a:pt x="7566913" y="5213032"/>
                  </a:lnTo>
                  <a:lnTo>
                    <a:pt x="7566913" y="5193982"/>
                  </a:lnTo>
                  <a:close/>
                </a:path>
                <a:path w="10424160" h="5213350">
                  <a:moveTo>
                    <a:pt x="7572121" y="5193982"/>
                  </a:moveTo>
                  <a:lnTo>
                    <a:pt x="7566913" y="5193982"/>
                  </a:lnTo>
                  <a:lnTo>
                    <a:pt x="7566913" y="5213032"/>
                  </a:lnTo>
                  <a:lnTo>
                    <a:pt x="7572121" y="5213032"/>
                  </a:lnTo>
                  <a:lnTo>
                    <a:pt x="7576438" y="5208765"/>
                  </a:lnTo>
                  <a:lnTo>
                    <a:pt x="7576438" y="5198249"/>
                  </a:lnTo>
                  <a:lnTo>
                    <a:pt x="7572121" y="5193982"/>
                  </a:lnTo>
                  <a:close/>
                </a:path>
                <a:path w="10424160" h="5213350">
                  <a:moveTo>
                    <a:pt x="7528686" y="5193982"/>
                  </a:moveTo>
                  <a:lnTo>
                    <a:pt x="7523480" y="5193982"/>
                  </a:lnTo>
                  <a:lnTo>
                    <a:pt x="7519161" y="5198249"/>
                  </a:lnTo>
                  <a:lnTo>
                    <a:pt x="7519161" y="5208765"/>
                  </a:lnTo>
                  <a:lnTo>
                    <a:pt x="7523480" y="5213032"/>
                  </a:lnTo>
                  <a:lnTo>
                    <a:pt x="7528686" y="5213032"/>
                  </a:lnTo>
                  <a:lnTo>
                    <a:pt x="7528686" y="5193982"/>
                  </a:lnTo>
                  <a:close/>
                </a:path>
                <a:path w="10424160" h="5213350">
                  <a:moveTo>
                    <a:pt x="7534021" y="5193982"/>
                  </a:moveTo>
                  <a:lnTo>
                    <a:pt x="7528813" y="5193982"/>
                  </a:lnTo>
                  <a:lnTo>
                    <a:pt x="7528813" y="5213032"/>
                  </a:lnTo>
                  <a:lnTo>
                    <a:pt x="7534021" y="5213032"/>
                  </a:lnTo>
                  <a:lnTo>
                    <a:pt x="7538338" y="5208765"/>
                  </a:lnTo>
                  <a:lnTo>
                    <a:pt x="7538338" y="5198249"/>
                  </a:lnTo>
                  <a:lnTo>
                    <a:pt x="7534021" y="5193982"/>
                  </a:lnTo>
                  <a:close/>
                </a:path>
                <a:path w="10424160" h="5213350">
                  <a:moveTo>
                    <a:pt x="7490586" y="5193982"/>
                  </a:moveTo>
                  <a:lnTo>
                    <a:pt x="7485380" y="5193982"/>
                  </a:lnTo>
                  <a:lnTo>
                    <a:pt x="7481061" y="5198249"/>
                  </a:lnTo>
                  <a:lnTo>
                    <a:pt x="7481061" y="5208765"/>
                  </a:lnTo>
                  <a:lnTo>
                    <a:pt x="7485380" y="5213032"/>
                  </a:lnTo>
                  <a:lnTo>
                    <a:pt x="7490586" y="5213032"/>
                  </a:lnTo>
                  <a:lnTo>
                    <a:pt x="7490586" y="5193982"/>
                  </a:lnTo>
                  <a:close/>
                </a:path>
                <a:path w="10424160" h="5213350">
                  <a:moveTo>
                    <a:pt x="7495921" y="5193982"/>
                  </a:moveTo>
                  <a:lnTo>
                    <a:pt x="7490586" y="5193982"/>
                  </a:lnTo>
                  <a:lnTo>
                    <a:pt x="7490586" y="5213032"/>
                  </a:lnTo>
                  <a:lnTo>
                    <a:pt x="7495921" y="5213032"/>
                  </a:lnTo>
                  <a:lnTo>
                    <a:pt x="7500111" y="5208765"/>
                  </a:lnTo>
                  <a:lnTo>
                    <a:pt x="7500111" y="5198249"/>
                  </a:lnTo>
                  <a:lnTo>
                    <a:pt x="7495921" y="5193982"/>
                  </a:lnTo>
                  <a:close/>
                </a:path>
                <a:path w="10424160" h="5213350">
                  <a:moveTo>
                    <a:pt x="7452486" y="5193982"/>
                  </a:moveTo>
                  <a:lnTo>
                    <a:pt x="7447280" y="5193982"/>
                  </a:lnTo>
                  <a:lnTo>
                    <a:pt x="7442961" y="5198249"/>
                  </a:lnTo>
                  <a:lnTo>
                    <a:pt x="7442961" y="5208765"/>
                  </a:lnTo>
                  <a:lnTo>
                    <a:pt x="7447280" y="5213032"/>
                  </a:lnTo>
                  <a:lnTo>
                    <a:pt x="7452486" y="5213032"/>
                  </a:lnTo>
                  <a:lnTo>
                    <a:pt x="7452486" y="5193982"/>
                  </a:lnTo>
                  <a:close/>
                </a:path>
                <a:path w="10424160" h="5213350">
                  <a:moveTo>
                    <a:pt x="7457821" y="5193982"/>
                  </a:moveTo>
                  <a:lnTo>
                    <a:pt x="7452486" y="5193982"/>
                  </a:lnTo>
                  <a:lnTo>
                    <a:pt x="7452486" y="5213032"/>
                  </a:lnTo>
                  <a:lnTo>
                    <a:pt x="7457821" y="5213032"/>
                  </a:lnTo>
                  <a:lnTo>
                    <a:pt x="7462011" y="5208765"/>
                  </a:lnTo>
                  <a:lnTo>
                    <a:pt x="7462011" y="5198249"/>
                  </a:lnTo>
                  <a:lnTo>
                    <a:pt x="7457821" y="5193982"/>
                  </a:lnTo>
                  <a:close/>
                </a:path>
                <a:path w="10424160" h="5213350">
                  <a:moveTo>
                    <a:pt x="7414386" y="5193982"/>
                  </a:moveTo>
                  <a:lnTo>
                    <a:pt x="7409180" y="5193982"/>
                  </a:lnTo>
                  <a:lnTo>
                    <a:pt x="7404861" y="5198249"/>
                  </a:lnTo>
                  <a:lnTo>
                    <a:pt x="7404861" y="5208765"/>
                  </a:lnTo>
                  <a:lnTo>
                    <a:pt x="7409180" y="5213032"/>
                  </a:lnTo>
                  <a:lnTo>
                    <a:pt x="7414386" y="5213032"/>
                  </a:lnTo>
                  <a:lnTo>
                    <a:pt x="7414386" y="5193982"/>
                  </a:lnTo>
                  <a:close/>
                </a:path>
                <a:path w="10424160" h="5213350">
                  <a:moveTo>
                    <a:pt x="7419721" y="5193982"/>
                  </a:moveTo>
                  <a:lnTo>
                    <a:pt x="7414386" y="5193982"/>
                  </a:lnTo>
                  <a:lnTo>
                    <a:pt x="7414386" y="5213032"/>
                  </a:lnTo>
                  <a:lnTo>
                    <a:pt x="7419721" y="5213032"/>
                  </a:lnTo>
                  <a:lnTo>
                    <a:pt x="7423911" y="5208765"/>
                  </a:lnTo>
                  <a:lnTo>
                    <a:pt x="7423911" y="5198249"/>
                  </a:lnTo>
                  <a:lnTo>
                    <a:pt x="7419721" y="5193982"/>
                  </a:lnTo>
                  <a:close/>
                </a:path>
                <a:path w="10424160" h="5213350">
                  <a:moveTo>
                    <a:pt x="7376286" y="5193982"/>
                  </a:moveTo>
                  <a:lnTo>
                    <a:pt x="7370953" y="5193982"/>
                  </a:lnTo>
                  <a:lnTo>
                    <a:pt x="7366761" y="5198249"/>
                  </a:lnTo>
                  <a:lnTo>
                    <a:pt x="7366761" y="5208765"/>
                  </a:lnTo>
                  <a:lnTo>
                    <a:pt x="7370953" y="5213032"/>
                  </a:lnTo>
                  <a:lnTo>
                    <a:pt x="7376286" y="5213032"/>
                  </a:lnTo>
                  <a:lnTo>
                    <a:pt x="7376286" y="5193982"/>
                  </a:lnTo>
                  <a:close/>
                </a:path>
                <a:path w="10424160" h="5213350">
                  <a:moveTo>
                    <a:pt x="7381493" y="5193982"/>
                  </a:moveTo>
                  <a:lnTo>
                    <a:pt x="7376286" y="5193982"/>
                  </a:lnTo>
                  <a:lnTo>
                    <a:pt x="7376286" y="5213032"/>
                  </a:lnTo>
                  <a:lnTo>
                    <a:pt x="7381493" y="5213032"/>
                  </a:lnTo>
                  <a:lnTo>
                    <a:pt x="7385811" y="5208765"/>
                  </a:lnTo>
                  <a:lnTo>
                    <a:pt x="7385811" y="5198249"/>
                  </a:lnTo>
                  <a:lnTo>
                    <a:pt x="7381493" y="5193982"/>
                  </a:lnTo>
                  <a:close/>
                </a:path>
                <a:path w="10424160" h="5213350">
                  <a:moveTo>
                    <a:pt x="7338186" y="5193982"/>
                  </a:moveTo>
                  <a:lnTo>
                    <a:pt x="7332853" y="5193982"/>
                  </a:lnTo>
                  <a:lnTo>
                    <a:pt x="7328661" y="5198249"/>
                  </a:lnTo>
                  <a:lnTo>
                    <a:pt x="7328661" y="5208765"/>
                  </a:lnTo>
                  <a:lnTo>
                    <a:pt x="7332853" y="5213032"/>
                  </a:lnTo>
                  <a:lnTo>
                    <a:pt x="7338186" y="5213032"/>
                  </a:lnTo>
                  <a:lnTo>
                    <a:pt x="7338186" y="5193982"/>
                  </a:lnTo>
                  <a:close/>
                </a:path>
                <a:path w="10424160" h="5213350">
                  <a:moveTo>
                    <a:pt x="7343393" y="5193982"/>
                  </a:moveTo>
                  <a:lnTo>
                    <a:pt x="7338186" y="5193982"/>
                  </a:lnTo>
                  <a:lnTo>
                    <a:pt x="7338186" y="5213032"/>
                  </a:lnTo>
                  <a:lnTo>
                    <a:pt x="7343393" y="5213032"/>
                  </a:lnTo>
                  <a:lnTo>
                    <a:pt x="7347711" y="5208765"/>
                  </a:lnTo>
                  <a:lnTo>
                    <a:pt x="7347711" y="5198249"/>
                  </a:lnTo>
                  <a:lnTo>
                    <a:pt x="7343393" y="5193982"/>
                  </a:lnTo>
                  <a:close/>
                </a:path>
                <a:path w="10424160" h="5213350">
                  <a:moveTo>
                    <a:pt x="7300086" y="5193982"/>
                  </a:moveTo>
                  <a:lnTo>
                    <a:pt x="7294753" y="5193982"/>
                  </a:lnTo>
                  <a:lnTo>
                    <a:pt x="7290561" y="5198249"/>
                  </a:lnTo>
                  <a:lnTo>
                    <a:pt x="7290561" y="5208765"/>
                  </a:lnTo>
                  <a:lnTo>
                    <a:pt x="7294753" y="5213032"/>
                  </a:lnTo>
                  <a:lnTo>
                    <a:pt x="7300086" y="5213032"/>
                  </a:lnTo>
                  <a:lnTo>
                    <a:pt x="7300086" y="5193982"/>
                  </a:lnTo>
                  <a:close/>
                </a:path>
                <a:path w="10424160" h="5213350">
                  <a:moveTo>
                    <a:pt x="7305293" y="5193982"/>
                  </a:moveTo>
                  <a:lnTo>
                    <a:pt x="7300086" y="5193982"/>
                  </a:lnTo>
                  <a:lnTo>
                    <a:pt x="7300086" y="5213032"/>
                  </a:lnTo>
                  <a:lnTo>
                    <a:pt x="7305293" y="5213032"/>
                  </a:lnTo>
                  <a:lnTo>
                    <a:pt x="7309611" y="5208765"/>
                  </a:lnTo>
                  <a:lnTo>
                    <a:pt x="7309611" y="5198249"/>
                  </a:lnTo>
                  <a:lnTo>
                    <a:pt x="7305293" y="5193982"/>
                  </a:lnTo>
                  <a:close/>
                </a:path>
                <a:path w="10424160" h="5213350">
                  <a:moveTo>
                    <a:pt x="7261859" y="5193982"/>
                  </a:moveTo>
                  <a:lnTo>
                    <a:pt x="7256653" y="5193982"/>
                  </a:lnTo>
                  <a:lnTo>
                    <a:pt x="7252334" y="5198249"/>
                  </a:lnTo>
                  <a:lnTo>
                    <a:pt x="7252334" y="5208765"/>
                  </a:lnTo>
                  <a:lnTo>
                    <a:pt x="7256653" y="5213032"/>
                  </a:lnTo>
                  <a:lnTo>
                    <a:pt x="7261859" y="5213032"/>
                  </a:lnTo>
                  <a:lnTo>
                    <a:pt x="7261859" y="5193982"/>
                  </a:lnTo>
                  <a:close/>
                </a:path>
                <a:path w="10424160" h="5213350">
                  <a:moveTo>
                    <a:pt x="7267193" y="5193982"/>
                  </a:moveTo>
                  <a:lnTo>
                    <a:pt x="7261986" y="5193982"/>
                  </a:lnTo>
                  <a:lnTo>
                    <a:pt x="7261986" y="5213032"/>
                  </a:lnTo>
                  <a:lnTo>
                    <a:pt x="7267193" y="5213032"/>
                  </a:lnTo>
                  <a:lnTo>
                    <a:pt x="7271511" y="5208765"/>
                  </a:lnTo>
                  <a:lnTo>
                    <a:pt x="7271511" y="5198249"/>
                  </a:lnTo>
                  <a:lnTo>
                    <a:pt x="7267193" y="5193982"/>
                  </a:lnTo>
                  <a:close/>
                </a:path>
                <a:path w="10424160" h="5213350">
                  <a:moveTo>
                    <a:pt x="7223759" y="5193982"/>
                  </a:moveTo>
                  <a:lnTo>
                    <a:pt x="7218553" y="5193982"/>
                  </a:lnTo>
                  <a:lnTo>
                    <a:pt x="7214234" y="5198249"/>
                  </a:lnTo>
                  <a:lnTo>
                    <a:pt x="7214234" y="5208765"/>
                  </a:lnTo>
                  <a:lnTo>
                    <a:pt x="7218553" y="5213032"/>
                  </a:lnTo>
                  <a:lnTo>
                    <a:pt x="7223759" y="5213032"/>
                  </a:lnTo>
                  <a:lnTo>
                    <a:pt x="7223759" y="5193982"/>
                  </a:lnTo>
                  <a:close/>
                </a:path>
                <a:path w="10424160" h="5213350">
                  <a:moveTo>
                    <a:pt x="7229093" y="5193982"/>
                  </a:moveTo>
                  <a:lnTo>
                    <a:pt x="7223759" y="5193982"/>
                  </a:lnTo>
                  <a:lnTo>
                    <a:pt x="7223759" y="5213032"/>
                  </a:lnTo>
                  <a:lnTo>
                    <a:pt x="7229093" y="5213032"/>
                  </a:lnTo>
                  <a:lnTo>
                    <a:pt x="7233284" y="5208765"/>
                  </a:lnTo>
                  <a:lnTo>
                    <a:pt x="7233284" y="5198249"/>
                  </a:lnTo>
                  <a:lnTo>
                    <a:pt x="7229093" y="5193982"/>
                  </a:lnTo>
                  <a:close/>
                </a:path>
                <a:path w="10424160" h="5213350">
                  <a:moveTo>
                    <a:pt x="7185659" y="5193982"/>
                  </a:moveTo>
                  <a:lnTo>
                    <a:pt x="7180453" y="5193982"/>
                  </a:lnTo>
                  <a:lnTo>
                    <a:pt x="7176134" y="5198249"/>
                  </a:lnTo>
                  <a:lnTo>
                    <a:pt x="7176134" y="5208765"/>
                  </a:lnTo>
                  <a:lnTo>
                    <a:pt x="7180453" y="5213032"/>
                  </a:lnTo>
                  <a:lnTo>
                    <a:pt x="7185659" y="5213032"/>
                  </a:lnTo>
                  <a:lnTo>
                    <a:pt x="7185659" y="5193982"/>
                  </a:lnTo>
                  <a:close/>
                </a:path>
                <a:path w="10424160" h="5213350">
                  <a:moveTo>
                    <a:pt x="7190993" y="5193982"/>
                  </a:moveTo>
                  <a:lnTo>
                    <a:pt x="7185659" y="5193982"/>
                  </a:lnTo>
                  <a:lnTo>
                    <a:pt x="7185659" y="5213032"/>
                  </a:lnTo>
                  <a:lnTo>
                    <a:pt x="7190993" y="5213032"/>
                  </a:lnTo>
                  <a:lnTo>
                    <a:pt x="7195184" y="5208765"/>
                  </a:lnTo>
                  <a:lnTo>
                    <a:pt x="7195184" y="5198249"/>
                  </a:lnTo>
                  <a:lnTo>
                    <a:pt x="7190993" y="5193982"/>
                  </a:lnTo>
                  <a:close/>
                </a:path>
                <a:path w="10424160" h="5213350">
                  <a:moveTo>
                    <a:pt x="7147559" y="5193982"/>
                  </a:moveTo>
                  <a:lnTo>
                    <a:pt x="7142226" y="5193982"/>
                  </a:lnTo>
                  <a:lnTo>
                    <a:pt x="7138034" y="5198249"/>
                  </a:lnTo>
                  <a:lnTo>
                    <a:pt x="7138034" y="5208765"/>
                  </a:lnTo>
                  <a:lnTo>
                    <a:pt x="7142226" y="5213032"/>
                  </a:lnTo>
                  <a:lnTo>
                    <a:pt x="7147559" y="5213032"/>
                  </a:lnTo>
                  <a:lnTo>
                    <a:pt x="7147559" y="5193982"/>
                  </a:lnTo>
                  <a:close/>
                </a:path>
                <a:path w="10424160" h="5213350">
                  <a:moveTo>
                    <a:pt x="7152766" y="5193982"/>
                  </a:moveTo>
                  <a:lnTo>
                    <a:pt x="7147559" y="5193982"/>
                  </a:lnTo>
                  <a:lnTo>
                    <a:pt x="7147559" y="5213032"/>
                  </a:lnTo>
                  <a:lnTo>
                    <a:pt x="7152766" y="5213032"/>
                  </a:lnTo>
                  <a:lnTo>
                    <a:pt x="7157084" y="5208765"/>
                  </a:lnTo>
                  <a:lnTo>
                    <a:pt x="7157084" y="5198249"/>
                  </a:lnTo>
                  <a:lnTo>
                    <a:pt x="7152766" y="5193982"/>
                  </a:lnTo>
                  <a:close/>
                </a:path>
                <a:path w="10424160" h="5213350">
                  <a:moveTo>
                    <a:pt x="7109459" y="5193982"/>
                  </a:moveTo>
                  <a:lnTo>
                    <a:pt x="7104126" y="5193982"/>
                  </a:lnTo>
                  <a:lnTo>
                    <a:pt x="7099934" y="5198249"/>
                  </a:lnTo>
                  <a:lnTo>
                    <a:pt x="7099934" y="5208765"/>
                  </a:lnTo>
                  <a:lnTo>
                    <a:pt x="7104126" y="5213032"/>
                  </a:lnTo>
                  <a:lnTo>
                    <a:pt x="7109459" y="5213032"/>
                  </a:lnTo>
                  <a:lnTo>
                    <a:pt x="7109459" y="5193982"/>
                  </a:lnTo>
                  <a:close/>
                </a:path>
                <a:path w="10424160" h="5213350">
                  <a:moveTo>
                    <a:pt x="7114666" y="5193982"/>
                  </a:moveTo>
                  <a:lnTo>
                    <a:pt x="7109459" y="5193982"/>
                  </a:lnTo>
                  <a:lnTo>
                    <a:pt x="7109459" y="5213032"/>
                  </a:lnTo>
                  <a:lnTo>
                    <a:pt x="7114666" y="5213032"/>
                  </a:lnTo>
                  <a:lnTo>
                    <a:pt x="7118984" y="5208765"/>
                  </a:lnTo>
                  <a:lnTo>
                    <a:pt x="7118984" y="5198249"/>
                  </a:lnTo>
                  <a:lnTo>
                    <a:pt x="7114666" y="5193982"/>
                  </a:lnTo>
                  <a:close/>
                </a:path>
                <a:path w="10424160" h="5213350">
                  <a:moveTo>
                    <a:pt x="7071359" y="5193982"/>
                  </a:moveTo>
                  <a:lnTo>
                    <a:pt x="7066026" y="5193982"/>
                  </a:lnTo>
                  <a:lnTo>
                    <a:pt x="7061834" y="5198249"/>
                  </a:lnTo>
                  <a:lnTo>
                    <a:pt x="7061834" y="5208765"/>
                  </a:lnTo>
                  <a:lnTo>
                    <a:pt x="7066026" y="5213032"/>
                  </a:lnTo>
                  <a:lnTo>
                    <a:pt x="7071359" y="5213032"/>
                  </a:lnTo>
                  <a:lnTo>
                    <a:pt x="7071359" y="5193982"/>
                  </a:lnTo>
                  <a:close/>
                </a:path>
                <a:path w="10424160" h="5213350">
                  <a:moveTo>
                    <a:pt x="7076566" y="5193982"/>
                  </a:moveTo>
                  <a:lnTo>
                    <a:pt x="7071359" y="5193982"/>
                  </a:lnTo>
                  <a:lnTo>
                    <a:pt x="7071359" y="5213032"/>
                  </a:lnTo>
                  <a:lnTo>
                    <a:pt x="7076566" y="5213032"/>
                  </a:lnTo>
                  <a:lnTo>
                    <a:pt x="7080884" y="5208765"/>
                  </a:lnTo>
                  <a:lnTo>
                    <a:pt x="7080884" y="5198249"/>
                  </a:lnTo>
                  <a:lnTo>
                    <a:pt x="7076566" y="5193982"/>
                  </a:lnTo>
                  <a:close/>
                </a:path>
                <a:path w="10424160" h="5213350">
                  <a:moveTo>
                    <a:pt x="7033133" y="5193982"/>
                  </a:moveTo>
                  <a:lnTo>
                    <a:pt x="7027926" y="5193982"/>
                  </a:lnTo>
                  <a:lnTo>
                    <a:pt x="7023608" y="5198249"/>
                  </a:lnTo>
                  <a:lnTo>
                    <a:pt x="7023608" y="5208765"/>
                  </a:lnTo>
                  <a:lnTo>
                    <a:pt x="7027926" y="5213032"/>
                  </a:lnTo>
                  <a:lnTo>
                    <a:pt x="7033133" y="5213032"/>
                  </a:lnTo>
                  <a:lnTo>
                    <a:pt x="7033133" y="5193982"/>
                  </a:lnTo>
                  <a:close/>
                </a:path>
                <a:path w="10424160" h="5213350">
                  <a:moveTo>
                    <a:pt x="7038466" y="5193982"/>
                  </a:moveTo>
                  <a:lnTo>
                    <a:pt x="7033259" y="5193982"/>
                  </a:lnTo>
                  <a:lnTo>
                    <a:pt x="7033259" y="5213032"/>
                  </a:lnTo>
                  <a:lnTo>
                    <a:pt x="7038466" y="5213032"/>
                  </a:lnTo>
                  <a:lnTo>
                    <a:pt x="7042784" y="5208765"/>
                  </a:lnTo>
                  <a:lnTo>
                    <a:pt x="7042784" y="5198249"/>
                  </a:lnTo>
                  <a:lnTo>
                    <a:pt x="7038466" y="5193982"/>
                  </a:lnTo>
                  <a:close/>
                </a:path>
                <a:path w="10424160" h="5213350">
                  <a:moveTo>
                    <a:pt x="6995033" y="5193982"/>
                  </a:moveTo>
                  <a:lnTo>
                    <a:pt x="6989826" y="5193982"/>
                  </a:lnTo>
                  <a:lnTo>
                    <a:pt x="6985508" y="5198249"/>
                  </a:lnTo>
                  <a:lnTo>
                    <a:pt x="6985508" y="5208765"/>
                  </a:lnTo>
                  <a:lnTo>
                    <a:pt x="6989826" y="5213032"/>
                  </a:lnTo>
                  <a:lnTo>
                    <a:pt x="6995033" y="5213032"/>
                  </a:lnTo>
                  <a:lnTo>
                    <a:pt x="6995033" y="5193982"/>
                  </a:lnTo>
                  <a:close/>
                </a:path>
                <a:path w="10424160" h="5213350">
                  <a:moveTo>
                    <a:pt x="7000366" y="5193982"/>
                  </a:moveTo>
                  <a:lnTo>
                    <a:pt x="6995033" y="5193982"/>
                  </a:lnTo>
                  <a:lnTo>
                    <a:pt x="6995033" y="5213032"/>
                  </a:lnTo>
                  <a:lnTo>
                    <a:pt x="7000366" y="5213032"/>
                  </a:lnTo>
                  <a:lnTo>
                    <a:pt x="7004558" y="5208765"/>
                  </a:lnTo>
                  <a:lnTo>
                    <a:pt x="7004558" y="5198249"/>
                  </a:lnTo>
                  <a:lnTo>
                    <a:pt x="7000366" y="5193982"/>
                  </a:lnTo>
                  <a:close/>
                </a:path>
                <a:path w="10424160" h="5213350">
                  <a:moveTo>
                    <a:pt x="6956933" y="5193982"/>
                  </a:moveTo>
                  <a:lnTo>
                    <a:pt x="6951726" y="5193982"/>
                  </a:lnTo>
                  <a:lnTo>
                    <a:pt x="6947408" y="5198249"/>
                  </a:lnTo>
                  <a:lnTo>
                    <a:pt x="6947408" y="5208765"/>
                  </a:lnTo>
                  <a:lnTo>
                    <a:pt x="6951726" y="5213032"/>
                  </a:lnTo>
                  <a:lnTo>
                    <a:pt x="6956933" y="5213032"/>
                  </a:lnTo>
                  <a:lnTo>
                    <a:pt x="6956933" y="5193982"/>
                  </a:lnTo>
                  <a:close/>
                </a:path>
                <a:path w="10424160" h="5213350">
                  <a:moveTo>
                    <a:pt x="6962266" y="5193982"/>
                  </a:moveTo>
                  <a:lnTo>
                    <a:pt x="6956933" y="5193982"/>
                  </a:lnTo>
                  <a:lnTo>
                    <a:pt x="6956933" y="5213032"/>
                  </a:lnTo>
                  <a:lnTo>
                    <a:pt x="6962266" y="5213032"/>
                  </a:lnTo>
                  <a:lnTo>
                    <a:pt x="6966458" y="5208765"/>
                  </a:lnTo>
                  <a:lnTo>
                    <a:pt x="6966458" y="5198249"/>
                  </a:lnTo>
                  <a:lnTo>
                    <a:pt x="6962266" y="5193982"/>
                  </a:lnTo>
                  <a:close/>
                </a:path>
                <a:path w="10424160" h="5213350">
                  <a:moveTo>
                    <a:pt x="6918833" y="5193982"/>
                  </a:moveTo>
                  <a:lnTo>
                    <a:pt x="6913626" y="5193982"/>
                  </a:lnTo>
                  <a:lnTo>
                    <a:pt x="6909308" y="5198249"/>
                  </a:lnTo>
                  <a:lnTo>
                    <a:pt x="6909308" y="5208765"/>
                  </a:lnTo>
                  <a:lnTo>
                    <a:pt x="6913626" y="5213032"/>
                  </a:lnTo>
                  <a:lnTo>
                    <a:pt x="6918833" y="5213032"/>
                  </a:lnTo>
                  <a:lnTo>
                    <a:pt x="6918833" y="5193982"/>
                  </a:lnTo>
                  <a:close/>
                </a:path>
                <a:path w="10424160" h="5213350">
                  <a:moveTo>
                    <a:pt x="6924166" y="5193982"/>
                  </a:moveTo>
                  <a:lnTo>
                    <a:pt x="6918833" y="5193982"/>
                  </a:lnTo>
                  <a:lnTo>
                    <a:pt x="6918833" y="5213032"/>
                  </a:lnTo>
                  <a:lnTo>
                    <a:pt x="6924166" y="5213032"/>
                  </a:lnTo>
                  <a:lnTo>
                    <a:pt x="6928358" y="5208765"/>
                  </a:lnTo>
                  <a:lnTo>
                    <a:pt x="6928358" y="5198249"/>
                  </a:lnTo>
                  <a:lnTo>
                    <a:pt x="6924166" y="5193982"/>
                  </a:lnTo>
                  <a:close/>
                </a:path>
                <a:path w="10424160" h="5213350">
                  <a:moveTo>
                    <a:pt x="6880733" y="5193982"/>
                  </a:moveTo>
                  <a:lnTo>
                    <a:pt x="6875399" y="5193982"/>
                  </a:lnTo>
                  <a:lnTo>
                    <a:pt x="6871208" y="5198249"/>
                  </a:lnTo>
                  <a:lnTo>
                    <a:pt x="6871208" y="5208765"/>
                  </a:lnTo>
                  <a:lnTo>
                    <a:pt x="6875399" y="5213032"/>
                  </a:lnTo>
                  <a:lnTo>
                    <a:pt x="6880733" y="5213032"/>
                  </a:lnTo>
                  <a:lnTo>
                    <a:pt x="6880733" y="5193982"/>
                  </a:lnTo>
                  <a:close/>
                </a:path>
                <a:path w="10424160" h="5213350">
                  <a:moveTo>
                    <a:pt x="6885939" y="5193982"/>
                  </a:moveTo>
                  <a:lnTo>
                    <a:pt x="6880733" y="5193982"/>
                  </a:lnTo>
                  <a:lnTo>
                    <a:pt x="6880733" y="5213032"/>
                  </a:lnTo>
                  <a:lnTo>
                    <a:pt x="6885939" y="5213032"/>
                  </a:lnTo>
                  <a:lnTo>
                    <a:pt x="6890258" y="5208765"/>
                  </a:lnTo>
                  <a:lnTo>
                    <a:pt x="6890258" y="5198249"/>
                  </a:lnTo>
                  <a:lnTo>
                    <a:pt x="6885939" y="5193982"/>
                  </a:lnTo>
                  <a:close/>
                </a:path>
                <a:path w="10424160" h="5213350">
                  <a:moveTo>
                    <a:pt x="6842633" y="5193982"/>
                  </a:moveTo>
                  <a:lnTo>
                    <a:pt x="6837299" y="5193982"/>
                  </a:lnTo>
                  <a:lnTo>
                    <a:pt x="6833108" y="5198249"/>
                  </a:lnTo>
                  <a:lnTo>
                    <a:pt x="6833108" y="5208765"/>
                  </a:lnTo>
                  <a:lnTo>
                    <a:pt x="6837299" y="5213032"/>
                  </a:lnTo>
                  <a:lnTo>
                    <a:pt x="6842633" y="5213032"/>
                  </a:lnTo>
                  <a:lnTo>
                    <a:pt x="6842633" y="5193982"/>
                  </a:lnTo>
                  <a:close/>
                </a:path>
                <a:path w="10424160" h="5213350">
                  <a:moveTo>
                    <a:pt x="6847839" y="5193982"/>
                  </a:moveTo>
                  <a:lnTo>
                    <a:pt x="6842633" y="5193982"/>
                  </a:lnTo>
                  <a:lnTo>
                    <a:pt x="6842633" y="5213032"/>
                  </a:lnTo>
                  <a:lnTo>
                    <a:pt x="6847839" y="5213032"/>
                  </a:lnTo>
                  <a:lnTo>
                    <a:pt x="6852158" y="5208765"/>
                  </a:lnTo>
                  <a:lnTo>
                    <a:pt x="6852158" y="5198249"/>
                  </a:lnTo>
                  <a:lnTo>
                    <a:pt x="6847839" y="5193982"/>
                  </a:lnTo>
                  <a:close/>
                </a:path>
                <a:path w="10424160" h="5213350">
                  <a:moveTo>
                    <a:pt x="6804533" y="5193982"/>
                  </a:moveTo>
                  <a:lnTo>
                    <a:pt x="6799199" y="5193982"/>
                  </a:lnTo>
                  <a:lnTo>
                    <a:pt x="6795008" y="5198249"/>
                  </a:lnTo>
                  <a:lnTo>
                    <a:pt x="6795008" y="5208765"/>
                  </a:lnTo>
                  <a:lnTo>
                    <a:pt x="6799199" y="5213032"/>
                  </a:lnTo>
                  <a:lnTo>
                    <a:pt x="6804533" y="5213032"/>
                  </a:lnTo>
                  <a:lnTo>
                    <a:pt x="6804533" y="5193982"/>
                  </a:lnTo>
                  <a:close/>
                </a:path>
                <a:path w="10424160" h="5213350">
                  <a:moveTo>
                    <a:pt x="6809739" y="5193982"/>
                  </a:moveTo>
                  <a:lnTo>
                    <a:pt x="6804533" y="5193982"/>
                  </a:lnTo>
                  <a:lnTo>
                    <a:pt x="6804533" y="5213032"/>
                  </a:lnTo>
                  <a:lnTo>
                    <a:pt x="6809739" y="5213032"/>
                  </a:lnTo>
                  <a:lnTo>
                    <a:pt x="6814058" y="5208765"/>
                  </a:lnTo>
                  <a:lnTo>
                    <a:pt x="6814058" y="5198249"/>
                  </a:lnTo>
                  <a:lnTo>
                    <a:pt x="6809739" y="5193982"/>
                  </a:lnTo>
                  <a:close/>
                </a:path>
                <a:path w="10424160" h="5213350">
                  <a:moveTo>
                    <a:pt x="6766306" y="5193982"/>
                  </a:moveTo>
                  <a:lnTo>
                    <a:pt x="6761099" y="5193982"/>
                  </a:lnTo>
                  <a:lnTo>
                    <a:pt x="6756781" y="5198249"/>
                  </a:lnTo>
                  <a:lnTo>
                    <a:pt x="6756781" y="5208765"/>
                  </a:lnTo>
                  <a:lnTo>
                    <a:pt x="6761099" y="5213032"/>
                  </a:lnTo>
                  <a:lnTo>
                    <a:pt x="6766306" y="5213032"/>
                  </a:lnTo>
                  <a:lnTo>
                    <a:pt x="6766306" y="5193982"/>
                  </a:lnTo>
                  <a:close/>
                </a:path>
                <a:path w="10424160" h="5213350">
                  <a:moveTo>
                    <a:pt x="6771639" y="5193982"/>
                  </a:moveTo>
                  <a:lnTo>
                    <a:pt x="6766433" y="5193982"/>
                  </a:lnTo>
                  <a:lnTo>
                    <a:pt x="6766433" y="5213032"/>
                  </a:lnTo>
                  <a:lnTo>
                    <a:pt x="6771639" y="5213032"/>
                  </a:lnTo>
                  <a:lnTo>
                    <a:pt x="6775958" y="5208765"/>
                  </a:lnTo>
                  <a:lnTo>
                    <a:pt x="6775958" y="5198249"/>
                  </a:lnTo>
                  <a:lnTo>
                    <a:pt x="6771639" y="5193982"/>
                  </a:lnTo>
                  <a:close/>
                </a:path>
                <a:path w="10424160" h="5213350">
                  <a:moveTo>
                    <a:pt x="6728206" y="5193982"/>
                  </a:moveTo>
                  <a:lnTo>
                    <a:pt x="6722999" y="5193982"/>
                  </a:lnTo>
                  <a:lnTo>
                    <a:pt x="6718681" y="5198249"/>
                  </a:lnTo>
                  <a:lnTo>
                    <a:pt x="6718681" y="5208765"/>
                  </a:lnTo>
                  <a:lnTo>
                    <a:pt x="6722999" y="5213032"/>
                  </a:lnTo>
                  <a:lnTo>
                    <a:pt x="6728206" y="5213032"/>
                  </a:lnTo>
                  <a:lnTo>
                    <a:pt x="6728206" y="5193982"/>
                  </a:lnTo>
                  <a:close/>
                </a:path>
                <a:path w="10424160" h="5213350">
                  <a:moveTo>
                    <a:pt x="6733539" y="5193982"/>
                  </a:moveTo>
                  <a:lnTo>
                    <a:pt x="6728206" y="5193982"/>
                  </a:lnTo>
                  <a:lnTo>
                    <a:pt x="6728206" y="5213032"/>
                  </a:lnTo>
                  <a:lnTo>
                    <a:pt x="6733539" y="5213032"/>
                  </a:lnTo>
                  <a:lnTo>
                    <a:pt x="6737731" y="5208765"/>
                  </a:lnTo>
                  <a:lnTo>
                    <a:pt x="6737731" y="5198249"/>
                  </a:lnTo>
                  <a:lnTo>
                    <a:pt x="6733539" y="5193982"/>
                  </a:lnTo>
                  <a:close/>
                </a:path>
                <a:path w="10424160" h="5213350">
                  <a:moveTo>
                    <a:pt x="6690106" y="5193982"/>
                  </a:moveTo>
                  <a:lnTo>
                    <a:pt x="6684899" y="5193982"/>
                  </a:lnTo>
                  <a:lnTo>
                    <a:pt x="6680581" y="5198249"/>
                  </a:lnTo>
                  <a:lnTo>
                    <a:pt x="6680581" y="5208765"/>
                  </a:lnTo>
                  <a:lnTo>
                    <a:pt x="6684899" y="5213032"/>
                  </a:lnTo>
                  <a:lnTo>
                    <a:pt x="6690106" y="5213032"/>
                  </a:lnTo>
                  <a:lnTo>
                    <a:pt x="6690106" y="5193982"/>
                  </a:lnTo>
                  <a:close/>
                </a:path>
                <a:path w="10424160" h="5213350">
                  <a:moveTo>
                    <a:pt x="6695439" y="5193982"/>
                  </a:moveTo>
                  <a:lnTo>
                    <a:pt x="6690106" y="5193982"/>
                  </a:lnTo>
                  <a:lnTo>
                    <a:pt x="6690106" y="5213032"/>
                  </a:lnTo>
                  <a:lnTo>
                    <a:pt x="6695439" y="5213032"/>
                  </a:lnTo>
                  <a:lnTo>
                    <a:pt x="6699631" y="5208765"/>
                  </a:lnTo>
                  <a:lnTo>
                    <a:pt x="6699631" y="5198249"/>
                  </a:lnTo>
                  <a:lnTo>
                    <a:pt x="6695439" y="5193982"/>
                  </a:lnTo>
                  <a:close/>
                </a:path>
                <a:path w="10424160" h="5213350">
                  <a:moveTo>
                    <a:pt x="6652006" y="5193982"/>
                  </a:moveTo>
                  <a:lnTo>
                    <a:pt x="6646672" y="5193982"/>
                  </a:lnTo>
                  <a:lnTo>
                    <a:pt x="6642481" y="5198249"/>
                  </a:lnTo>
                  <a:lnTo>
                    <a:pt x="6642481" y="5208765"/>
                  </a:lnTo>
                  <a:lnTo>
                    <a:pt x="6646672" y="5213032"/>
                  </a:lnTo>
                  <a:lnTo>
                    <a:pt x="6652006" y="5213032"/>
                  </a:lnTo>
                  <a:lnTo>
                    <a:pt x="6652006" y="5193982"/>
                  </a:lnTo>
                  <a:close/>
                </a:path>
                <a:path w="10424160" h="5213350">
                  <a:moveTo>
                    <a:pt x="6657212" y="5193982"/>
                  </a:moveTo>
                  <a:lnTo>
                    <a:pt x="6652006" y="5193982"/>
                  </a:lnTo>
                  <a:lnTo>
                    <a:pt x="6652006" y="5213032"/>
                  </a:lnTo>
                  <a:lnTo>
                    <a:pt x="6657212" y="5213032"/>
                  </a:lnTo>
                  <a:lnTo>
                    <a:pt x="6661531" y="5208765"/>
                  </a:lnTo>
                  <a:lnTo>
                    <a:pt x="6661531" y="5198249"/>
                  </a:lnTo>
                  <a:lnTo>
                    <a:pt x="6657212" y="5193982"/>
                  </a:lnTo>
                  <a:close/>
                </a:path>
                <a:path w="10424160" h="5213350">
                  <a:moveTo>
                    <a:pt x="6613906" y="5193982"/>
                  </a:moveTo>
                  <a:lnTo>
                    <a:pt x="6608572" y="5193982"/>
                  </a:lnTo>
                  <a:lnTo>
                    <a:pt x="6604381" y="5198249"/>
                  </a:lnTo>
                  <a:lnTo>
                    <a:pt x="6604381" y="5208765"/>
                  </a:lnTo>
                  <a:lnTo>
                    <a:pt x="6608572" y="5213032"/>
                  </a:lnTo>
                  <a:lnTo>
                    <a:pt x="6613906" y="5213032"/>
                  </a:lnTo>
                  <a:lnTo>
                    <a:pt x="6613906" y="5193982"/>
                  </a:lnTo>
                  <a:close/>
                </a:path>
                <a:path w="10424160" h="5213350">
                  <a:moveTo>
                    <a:pt x="6619112" y="5193982"/>
                  </a:moveTo>
                  <a:lnTo>
                    <a:pt x="6613906" y="5193982"/>
                  </a:lnTo>
                  <a:lnTo>
                    <a:pt x="6613906" y="5213032"/>
                  </a:lnTo>
                  <a:lnTo>
                    <a:pt x="6619112" y="5213032"/>
                  </a:lnTo>
                  <a:lnTo>
                    <a:pt x="6623431" y="5208765"/>
                  </a:lnTo>
                  <a:lnTo>
                    <a:pt x="6623431" y="5198249"/>
                  </a:lnTo>
                  <a:lnTo>
                    <a:pt x="6619112" y="5193982"/>
                  </a:lnTo>
                  <a:close/>
                </a:path>
                <a:path w="10424160" h="5213350">
                  <a:moveTo>
                    <a:pt x="6575806" y="5193982"/>
                  </a:moveTo>
                  <a:lnTo>
                    <a:pt x="6570472" y="5193982"/>
                  </a:lnTo>
                  <a:lnTo>
                    <a:pt x="6566281" y="5198249"/>
                  </a:lnTo>
                  <a:lnTo>
                    <a:pt x="6566281" y="5208765"/>
                  </a:lnTo>
                  <a:lnTo>
                    <a:pt x="6570472" y="5213032"/>
                  </a:lnTo>
                  <a:lnTo>
                    <a:pt x="6575806" y="5213032"/>
                  </a:lnTo>
                  <a:lnTo>
                    <a:pt x="6575806" y="5193982"/>
                  </a:lnTo>
                  <a:close/>
                </a:path>
                <a:path w="10424160" h="5213350">
                  <a:moveTo>
                    <a:pt x="6581012" y="5193982"/>
                  </a:moveTo>
                  <a:lnTo>
                    <a:pt x="6575806" y="5193982"/>
                  </a:lnTo>
                  <a:lnTo>
                    <a:pt x="6575806" y="5213032"/>
                  </a:lnTo>
                  <a:lnTo>
                    <a:pt x="6581012" y="5213032"/>
                  </a:lnTo>
                  <a:lnTo>
                    <a:pt x="6585331" y="5208765"/>
                  </a:lnTo>
                  <a:lnTo>
                    <a:pt x="6585331" y="5198249"/>
                  </a:lnTo>
                  <a:lnTo>
                    <a:pt x="6581012" y="5193982"/>
                  </a:lnTo>
                  <a:close/>
                </a:path>
                <a:path w="10424160" h="5213350">
                  <a:moveTo>
                    <a:pt x="6537579" y="5193982"/>
                  </a:moveTo>
                  <a:lnTo>
                    <a:pt x="6532372" y="5193982"/>
                  </a:lnTo>
                  <a:lnTo>
                    <a:pt x="6528054" y="5198249"/>
                  </a:lnTo>
                  <a:lnTo>
                    <a:pt x="6528054" y="5208765"/>
                  </a:lnTo>
                  <a:lnTo>
                    <a:pt x="6532372" y="5213032"/>
                  </a:lnTo>
                  <a:lnTo>
                    <a:pt x="6537579" y="5213032"/>
                  </a:lnTo>
                  <a:lnTo>
                    <a:pt x="6537579" y="5193982"/>
                  </a:lnTo>
                  <a:close/>
                </a:path>
                <a:path w="10424160" h="5213350">
                  <a:moveTo>
                    <a:pt x="6542912" y="5193982"/>
                  </a:moveTo>
                  <a:lnTo>
                    <a:pt x="6537706" y="5193982"/>
                  </a:lnTo>
                  <a:lnTo>
                    <a:pt x="6537706" y="5213032"/>
                  </a:lnTo>
                  <a:lnTo>
                    <a:pt x="6542912" y="5213032"/>
                  </a:lnTo>
                  <a:lnTo>
                    <a:pt x="6547231" y="5208765"/>
                  </a:lnTo>
                  <a:lnTo>
                    <a:pt x="6547231" y="5198249"/>
                  </a:lnTo>
                  <a:lnTo>
                    <a:pt x="6542912" y="5193982"/>
                  </a:lnTo>
                  <a:close/>
                </a:path>
                <a:path w="10424160" h="5213350">
                  <a:moveTo>
                    <a:pt x="6499479" y="5193982"/>
                  </a:moveTo>
                  <a:lnTo>
                    <a:pt x="6494272" y="5193982"/>
                  </a:lnTo>
                  <a:lnTo>
                    <a:pt x="6489954" y="5198249"/>
                  </a:lnTo>
                  <a:lnTo>
                    <a:pt x="6489954" y="5208765"/>
                  </a:lnTo>
                  <a:lnTo>
                    <a:pt x="6494272" y="5213032"/>
                  </a:lnTo>
                  <a:lnTo>
                    <a:pt x="6499479" y="5213032"/>
                  </a:lnTo>
                  <a:lnTo>
                    <a:pt x="6499479" y="5193982"/>
                  </a:lnTo>
                  <a:close/>
                </a:path>
                <a:path w="10424160" h="5213350">
                  <a:moveTo>
                    <a:pt x="6504812" y="5193982"/>
                  </a:moveTo>
                  <a:lnTo>
                    <a:pt x="6499479" y="5193982"/>
                  </a:lnTo>
                  <a:lnTo>
                    <a:pt x="6499479" y="5213032"/>
                  </a:lnTo>
                  <a:lnTo>
                    <a:pt x="6504812" y="5213032"/>
                  </a:lnTo>
                  <a:lnTo>
                    <a:pt x="6509004" y="5208765"/>
                  </a:lnTo>
                  <a:lnTo>
                    <a:pt x="6509004" y="5198249"/>
                  </a:lnTo>
                  <a:lnTo>
                    <a:pt x="6504812" y="5193982"/>
                  </a:lnTo>
                  <a:close/>
                </a:path>
                <a:path w="10424160" h="5213350">
                  <a:moveTo>
                    <a:pt x="6461379" y="5193982"/>
                  </a:moveTo>
                  <a:lnTo>
                    <a:pt x="6456172" y="5193982"/>
                  </a:lnTo>
                  <a:lnTo>
                    <a:pt x="6451854" y="5198249"/>
                  </a:lnTo>
                  <a:lnTo>
                    <a:pt x="6451854" y="5208765"/>
                  </a:lnTo>
                  <a:lnTo>
                    <a:pt x="6456172" y="5213032"/>
                  </a:lnTo>
                  <a:lnTo>
                    <a:pt x="6461379" y="5213032"/>
                  </a:lnTo>
                  <a:lnTo>
                    <a:pt x="6461379" y="5193982"/>
                  </a:lnTo>
                  <a:close/>
                </a:path>
                <a:path w="10424160" h="5213350">
                  <a:moveTo>
                    <a:pt x="6466713" y="5193982"/>
                  </a:moveTo>
                  <a:lnTo>
                    <a:pt x="6461379" y="5193982"/>
                  </a:lnTo>
                  <a:lnTo>
                    <a:pt x="6461379" y="5213032"/>
                  </a:lnTo>
                  <a:lnTo>
                    <a:pt x="6466713" y="5213032"/>
                  </a:lnTo>
                  <a:lnTo>
                    <a:pt x="6470904" y="5208765"/>
                  </a:lnTo>
                  <a:lnTo>
                    <a:pt x="6470904" y="5198249"/>
                  </a:lnTo>
                  <a:lnTo>
                    <a:pt x="6466713" y="5193982"/>
                  </a:lnTo>
                  <a:close/>
                </a:path>
                <a:path w="10424160" h="5213350">
                  <a:moveTo>
                    <a:pt x="6423279" y="5193982"/>
                  </a:moveTo>
                  <a:lnTo>
                    <a:pt x="6418072" y="5193982"/>
                  </a:lnTo>
                  <a:lnTo>
                    <a:pt x="6413754" y="5198249"/>
                  </a:lnTo>
                  <a:lnTo>
                    <a:pt x="6413754" y="5208765"/>
                  </a:lnTo>
                  <a:lnTo>
                    <a:pt x="6418072" y="5213032"/>
                  </a:lnTo>
                  <a:lnTo>
                    <a:pt x="6423279" y="5213032"/>
                  </a:lnTo>
                  <a:lnTo>
                    <a:pt x="6423279" y="5193982"/>
                  </a:lnTo>
                  <a:close/>
                </a:path>
                <a:path w="10424160" h="5213350">
                  <a:moveTo>
                    <a:pt x="6428613" y="5193982"/>
                  </a:moveTo>
                  <a:lnTo>
                    <a:pt x="6423279" y="5193982"/>
                  </a:lnTo>
                  <a:lnTo>
                    <a:pt x="6423279" y="5213032"/>
                  </a:lnTo>
                  <a:lnTo>
                    <a:pt x="6428613" y="5213032"/>
                  </a:lnTo>
                  <a:lnTo>
                    <a:pt x="6432804" y="5208765"/>
                  </a:lnTo>
                  <a:lnTo>
                    <a:pt x="6432804" y="5198249"/>
                  </a:lnTo>
                  <a:lnTo>
                    <a:pt x="6428613" y="5193982"/>
                  </a:lnTo>
                  <a:close/>
                </a:path>
                <a:path w="10424160" h="5213350">
                  <a:moveTo>
                    <a:pt x="6385179" y="5193982"/>
                  </a:moveTo>
                  <a:lnTo>
                    <a:pt x="6379845" y="5193982"/>
                  </a:lnTo>
                  <a:lnTo>
                    <a:pt x="6375654" y="5198249"/>
                  </a:lnTo>
                  <a:lnTo>
                    <a:pt x="6375654" y="5208765"/>
                  </a:lnTo>
                  <a:lnTo>
                    <a:pt x="6379845" y="5213032"/>
                  </a:lnTo>
                  <a:lnTo>
                    <a:pt x="6385179" y="5213032"/>
                  </a:lnTo>
                  <a:lnTo>
                    <a:pt x="6385179" y="5193982"/>
                  </a:lnTo>
                  <a:close/>
                </a:path>
                <a:path w="10424160" h="5213350">
                  <a:moveTo>
                    <a:pt x="6390386" y="5193982"/>
                  </a:moveTo>
                  <a:lnTo>
                    <a:pt x="6385179" y="5193982"/>
                  </a:lnTo>
                  <a:lnTo>
                    <a:pt x="6385179" y="5213032"/>
                  </a:lnTo>
                  <a:lnTo>
                    <a:pt x="6390386" y="5213032"/>
                  </a:lnTo>
                  <a:lnTo>
                    <a:pt x="6394704" y="5208765"/>
                  </a:lnTo>
                  <a:lnTo>
                    <a:pt x="6394704" y="5198249"/>
                  </a:lnTo>
                  <a:lnTo>
                    <a:pt x="6390386" y="5193982"/>
                  </a:lnTo>
                  <a:close/>
                </a:path>
                <a:path w="10424160" h="5213350">
                  <a:moveTo>
                    <a:pt x="6347079" y="5193982"/>
                  </a:moveTo>
                  <a:lnTo>
                    <a:pt x="6341745" y="5193982"/>
                  </a:lnTo>
                  <a:lnTo>
                    <a:pt x="6337554" y="5198249"/>
                  </a:lnTo>
                  <a:lnTo>
                    <a:pt x="6337554" y="5208765"/>
                  </a:lnTo>
                  <a:lnTo>
                    <a:pt x="6341745" y="5213032"/>
                  </a:lnTo>
                  <a:lnTo>
                    <a:pt x="6347079" y="5213032"/>
                  </a:lnTo>
                  <a:lnTo>
                    <a:pt x="6347079" y="5193982"/>
                  </a:lnTo>
                  <a:close/>
                </a:path>
                <a:path w="10424160" h="5213350">
                  <a:moveTo>
                    <a:pt x="6352286" y="5193982"/>
                  </a:moveTo>
                  <a:lnTo>
                    <a:pt x="6347079" y="5193982"/>
                  </a:lnTo>
                  <a:lnTo>
                    <a:pt x="6347079" y="5213032"/>
                  </a:lnTo>
                  <a:lnTo>
                    <a:pt x="6352286" y="5213032"/>
                  </a:lnTo>
                  <a:lnTo>
                    <a:pt x="6356604" y="5208765"/>
                  </a:lnTo>
                  <a:lnTo>
                    <a:pt x="6356604" y="5198249"/>
                  </a:lnTo>
                  <a:lnTo>
                    <a:pt x="6352286" y="5193982"/>
                  </a:lnTo>
                  <a:close/>
                </a:path>
                <a:path w="10424160" h="5213350">
                  <a:moveTo>
                    <a:pt x="6308979" y="5193982"/>
                  </a:moveTo>
                  <a:lnTo>
                    <a:pt x="6303645" y="5193982"/>
                  </a:lnTo>
                  <a:lnTo>
                    <a:pt x="6299454" y="5198249"/>
                  </a:lnTo>
                  <a:lnTo>
                    <a:pt x="6299454" y="5208765"/>
                  </a:lnTo>
                  <a:lnTo>
                    <a:pt x="6303645" y="5213032"/>
                  </a:lnTo>
                  <a:lnTo>
                    <a:pt x="6308979" y="5213032"/>
                  </a:lnTo>
                  <a:lnTo>
                    <a:pt x="6308979" y="5193982"/>
                  </a:lnTo>
                  <a:close/>
                </a:path>
                <a:path w="10424160" h="5213350">
                  <a:moveTo>
                    <a:pt x="6314186" y="5193982"/>
                  </a:moveTo>
                  <a:lnTo>
                    <a:pt x="6308979" y="5193982"/>
                  </a:lnTo>
                  <a:lnTo>
                    <a:pt x="6308979" y="5213032"/>
                  </a:lnTo>
                  <a:lnTo>
                    <a:pt x="6314186" y="5213032"/>
                  </a:lnTo>
                  <a:lnTo>
                    <a:pt x="6318504" y="5208765"/>
                  </a:lnTo>
                  <a:lnTo>
                    <a:pt x="6318504" y="5198249"/>
                  </a:lnTo>
                  <a:lnTo>
                    <a:pt x="6314186" y="5193982"/>
                  </a:lnTo>
                  <a:close/>
                </a:path>
                <a:path w="10424160" h="5213350">
                  <a:moveTo>
                    <a:pt x="6270752" y="5193982"/>
                  </a:moveTo>
                  <a:lnTo>
                    <a:pt x="6265545" y="5193982"/>
                  </a:lnTo>
                  <a:lnTo>
                    <a:pt x="6261227" y="5198249"/>
                  </a:lnTo>
                  <a:lnTo>
                    <a:pt x="6261227" y="5208765"/>
                  </a:lnTo>
                  <a:lnTo>
                    <a:pt x="6265545" y="5213032"/>
                  </a:lnTo>
                  <a:lnTo>
                    <a:pt x="6270752" y="5213032"/>
                  </a:lnTo>
                  <a:lnTo>
                    <a:pt x="6270752" y="5193982"/>
                  </a:lnTo>
                  <a:close/>
                </a:path>
                <a:path w="10424160" h="5213350">
                  <a:moveTo>
                    <a:pt x="6276086" y="5193982"/>
                  </a:moveTo>
                  <a:lnTo>
                    <a:pt x="6270879" y="5193982"/>
                  </a:lnTo>
                  <a:lnTo>
                    <a:pt x="6270879" y="5213032"/>
                  </a:lnTo>
                  <a:lnTo>
                    <a:pt x="6276086" y="5213032"/>
                  </a:lnTo>
                  <a:lnTo>
                    <a:pt x="6280404" y="5208765"/>
                  </a:lnTo>
                  <a:lnTo>
                    <a:pt x="6280404" y="5198249"/>
                  </a:lnTo>
                  <a:lnTo>
                    <a:pt x="6276086" y="5193982"/>
                  </a:lnTo>
                  <a:close/>
                </a:path>
                <a:path w="10424160" h="5213350">
                  <a:moveTo>
                    <a:pt x="6232652" y="5193982"/>
                  </a:moveTo>
                  <a:lnTo>
                    <a:pt x="6227445" y="5193982"/>
                  </a:lnTo>
                  <a:lnTo>
                    <a:pt x="6223127" y="5198249"/>
                  </a:lnTo>
                  <a:lnTo>
                    <a:pt x="6223127" y="5208765"/>
                  </a:lnTo>
                  <a:lnTo>
                    <a:pt x="6227445" y="5213032"/>
                  </a:lnTo>
                  <a:lnTo>
                    <a:pt x="6232652" y="5213032"/>
                  </a:lnTo>
                  <a:lnTo>
                    <a:pt x="6232652" y="5193982"/>
                  </a:lnTo>
                  <a:close/>
                </a:path>
                <a:path w="10424160" h="5213350">
                  <a:moveTo>
                    <a:pt x="6237986" y="5193982"/>
                  </a:moveTo>
                  <a:lnTo>
                    <a:pt x="6232652" y="5193982"/>
                  </a:lnTo>
                  <a:lnTo>
                    <a:pt x="6232652" y="5213032"/>
                  </a:lnTo>
                  <a:lnTo>
                    <a:pt x="6237986" y="5213032"/>
                  </a:lnTo>
                  <a:lnTo>
                    <a:pt x="6242177" y="5208765"/>
                  </a:lnTo>
                  <a:lnTo>
                    <a:pt x="6242177" y="5198249"/>
                  </a:lnTo>
                  <a:lnTo>
                    <a:pt x="6237986" y="5193982"/>
                  </a:lnTo>
                  <a:close/>
                </a:path>
                <a:path w="10424160" h="5213350">
                  <a:moveTo>
                    <a:pt x="6194552" y="5193982"/>
                  </a:moveTo>
                  <a:lnTo>
                    <a:pt x="6189345" y="5193982"/>
                  </a:lnTo>
                  <a:lnTo>
                    <a:pt x="6185027" y="5198249"/>
                  </a:lnTo>
                  <a:lnTo>
                    <a:pt x="6185027" y="5208765"/>
                  </a:lnTo>
                  <a:lnTo>
                    <a:pt x="6189345" y="5213032"/>
                  </a:lnTo>
                  <a:lnTo>
                    <a:pt x="6194552" y="5213032"/>
                  </a:lnTo>
                  <a:lnTo>
                    <a:pt x="6194552" y="5193982"/>
                  </a:lnTo>
                  <a:close/>
                </a:path>
                <a:path w="10424160" h="5213350">
                  <a:moveTo>
                    <a:pt x="6199886" y="5193982"/>
                  </a:moveTo>
                  <a:lnTo>
                    <a:pt x="6194552" y="5193982"/>
                  </a:lnTo>
                  <a:lnTo>
                    <a:pt x="6194552" y="5213032"/>
                  </a:lnTo>
                  <a:lnTo>
                    <a:pt x="6199886" y="5213032"/>
                  </a:lnTo>
                  <a:lnTo>
                    <a:pt x="6204077" y="5208765"/>
                  </a:lnTo>
                  <a:lnTo>
                    <a:pt x="6204077" y="5198249"/>
                  </a:lnTo>
                  <a:lnTo>
                    <a:pt x="6199886" y="5193982"/>
                  </a:lnTo>
                  <a:close/>
                </a:path>
                <a:path w="10424160" h="5213350">
                  <a:moveTo>
                    <a:pt x="6156452" y="5193982"/>
                  </a:moveTo>
                  <a:lnTo>
                    <a:pt x="6151118" y="5193982"/>
                  </a:lnTo>
                  <a:lnTo>
                    <a:pt x="6146927" y="5198249"/>
                  </a:lnTo>
                  <a:lnTo>
                    <a:pt x="6146927" y="5208765"/>
                  </a:lnTo>
                  <a:lnTo>
                    <a:pt x="6151118" y="5213032"/>
                  </a:lnTo>
                  <a:lnTo>
                    <a:pt x="6156452" y="5213032"/>
                  </a:lnTo>
                  <a:lnTo>
                    <a:pt x="6156452" y="5193982"/>
                  </a:lnTo>
                  <a:close/>
                </a:path>
                <a:path w="10424160" h="5213350">
                  <a:moveTo>
                    <a:pt x="6161659" y="5193982"/>
                  </a:moveTo>
                  <a:lnTo>
                    <a:pt x="6156452" y="5193982"/>
                  </a:lnTo>
                  <a:lnTo>
                    <a:pt x="6156452" y="5213032"/>
                  </a:lnTo>
                  <a:lnTo>
                    <a:pt x="6161659" y="5213032"/>
                  </a:lnTo>
                  <a:lnTo>
                    <a:pt x="6165977" y="5208765"/>
                  </a:lnTo>
                  <a:lnTo>
                    <a:pt x="6165977" y="5198249"/>
                  </a:lnTo>
                  <a:lnTo>
                    <a:pt x="6161659" y="5193982"/>
                  </a:lnTo>
                  <a:close/>
                </a:path>
                <a:path w="10424160" h="5213350">
                  <a:moveTo>
                    <a:pt x="6118352" y="5193982"/>
                  </a:moveTo>
                  <a:lnTo>
                    <a:pt x="6113018" y="5193982"/>
                  </a:lnTo>
                  <a:lnTo>
                    <a:pt x="6108827" y="5198249"/>
                  </a:lnTo>
                  <a:lnTo>
                    <a:pt x="6108827" y="5208765"/>
                  </a:lnTo>
                  <a:lnTo>
                    <a:pt x="6113018" y="5213032"/>
                  </a:lnTo>
                  <a:lnTo>
                    <a:pt x="6118352" y="5213032"/>
                  </a:lnTo>
                  <a:lnTo>
                    <a:pt x="6118352" y="5193982"/>
                  </a:lnTo>
                  <a:close/>
                </a:path>
                <a:path w="10424160" h="5213350">
                  <a:moveTo>
                    <a:pt x="6123559" y="5193982"/>
                  </a:moveTo>
                  <a:lnTo>
                    <a:pt x="6118352" y="5193982"/>
                  </a:lnTo>
                  <a:lnTo>
                    <a:pt x="6118352" y="5213032"/>
                  </a:lnTo>
                  <a:lnTo>
                    <a:pt x="6123559" y="5213032"/>
                  </a:lnTo>
                  <a:lnTo>
                    <a:pt x="6127877" y="5208765"/>
                  </a:lnTo>
                  <a:lnTo>
                    <a:pt x="6127877" y="5198249"/>
                  </a:lnTo>
                  <a:lnTo>
                    <a:pt x="6123559" y="5193982"/>
                  </a:lnTo>
                  <a:close/>
                </a:path>
                <a:path w="10424160" h="5213350">
                  <a:moveTo>
                    <a:pt x="6080252" y="5193982"/>
                  </a:moveTo>
                  <a:lnTo>
                    <a:pt x="6074918" y="5193982"/>
                  </a:lnTo>
                  <a:lnTo>
                    <a:pt x="6070727" y="5198249"/>
                  </a:lnTo>
                  <a:lnTo>
                    <a:pt x="6070727" y="5208765"/>
                  </a:lnTo>
                  <a:lnTo>
                    <a:pt x="6074918" y="5213032"/>
                  </a:lnTo>
                  <a:lnTo>
                    <a:pt x="6080252" y="5213032"/>
                  </a:lnTo>
                  <a:lnTo>
                    <a:pt x="6080252" y="5193982"/>
                  </a:lnTo>
                  <a:close/>
                </a:path>
                <a:path w="10424160" h="5213350">
                  <a:moveTo>
                    <a:pt x="6085459" y="5193982"/>
                  </a:moveTo>
                  <a:lnTo>
                    <a:pt x="6080252" y="5193982"/>
                  </a:lnTo>
                  <a:lnTo>
                    <a:pt x="6080252" y="5213032"/>
                  </a:lnTo>
                  <a:lnTo>
                    <a:pt x="6085459" y="5213032"/>
                  </a:lnTo>
                  <a:lnTo>
                    <a:pt x="6089777" y="5208765"/>
                  </a:lnTo>
                  <a:lnTo>
                    <a:pt x="6089777" y="5198249"/>
                  </a:lnTo>
                  <a:lnTo>
                    <a:pt x="6085459" y="5193982"/>
                  </a:lnTo>
                  <a:close/>
                </a:path>
                <a:path w="10424160" h="5213350">
                  <a:moveTo>
                    <a:pt x="6042025" y="5193982"/>
                  </a:moveTo>
                  <a:lnTo>
                    <a:pt x="6036818" y="5193982"/>
                  </a:lnTo>
                  <a:lnTo>
                    <a:pt x="6032500" y="5198249"/>
                  </a:lnTo>
                  <a:lnTo>
                    <a:pt x="6032500" y="5208765"/>
                  </a:lnTo>
                  <a:lnTo>
                    <a:pt x="6036818" y="5213032"/>
                  </a:lnTo>
                  <a:lnTo>
                    <a:pt x="6042025" y="5213032"/>
                  </a:lnTo>
                  <a:lnTo>
                    <a:pt x="6042025" y="5193982"/>
                  </a:lnTo>
                  <a:close/>
                </a:path>
                <a:path w="10424160" h="5213350">
                  <a:moveTo>
                    <a:pt x="6047359" y="5193982"/>
                  </a:moveTo>
                  <a:lnTo>
                    <a:pt x="6042152" y="5193982"/>
                  </a:lnTo>
                  <a:lnTo>
                    <a:pt x="6042152" y="5213032"/>
                  </a:lnTo>
                  <a:lnTo>
                    <a:pt x="6047359" y="5213032"/>
                  </a:lnTo>
                  <a:lnTo>
                    <a:pt x="6051677" y="5208765"/>
                  </a:lnTo>
                  <a:lnTo>
                    <a:pt x="6051677" y="5198249"/>
                  </a:lnTo>
                  <a:lnTo>
                    <a:pt x="6047359" y="5193982"/>
                  </a:lnTo>
                  <a:close/>
                </a:path>
                <a:path w="10424160" h="5213350">
                  <a:moveTo>
                    <a:pt x="6003925" y="5193982"/>
                  </a:moveTo>
                  <a:lnTo>
                    <a:pt x="5998718" y="5193982"/>
                  </a:lnTo>
                  <a:lnTo>
                    <a:pt x="5994400" y="5198249"/>
                  </a:lnTo>
                  <a:lnTo>
                    <a:pt x="5994400" y="5208765"/>
                  </a:lnTo>
                  <a:lnTo>
                    <a:pt x="5998718" y="5213032"/>
                  </a:lnTo>
                  <a:lnTo>
                    <a:pt x="6003925" y="5213032"/>
                  </a:lnTo>
                  <a:lnTo>
                    <a:pt x="6003925" y="5193982"/>
                  </a:lnTo>
                  <a:close/>
                </a:path>
                <a:path w="10424160" h="5213350">
                  <a:moveTo>
                    <a:pt x="6009259" y="5193982"/>
                  </a:moveTo>
                  <a:lnTo>
                    <a:pt x="6003925" y="5193982"/>
                  </a:lnTo>
                  <a:lnTo>
                    <a:pt x="6003925" y="5213032"/>
                  </a:lnTo>
                  <a:lnTo>
                    <a:pt x="6009259" y="5213032"/>
                  </a:lnTo>
                  <a:lnTo>
                    <a:pt x="6013450" y="5208765"/>
                  </a:lnTo>
                  <a:lnTo>
                    <a:pt x="6013450" y="5198249"/>
                  </a:lnTo>
                  <a:lnTo>
                    <a:pt x="6009259" y="5193982"/>
                  </a:lnTo>
                  <a:close/>
                </a:path>
                <a:path w="10424160" h="5213350">
                  <a:moveTo>
                    <a:pt x="5965825" y="5193982"/>
                  </a:moveTo>
                  <a:lnTo>
                    <a:pt x="5960618" y="5193982"/>
                  </a:lnTo>
                  <a:lnTo>
                    <a:pt x="5956300" y="5198249"/>
                  </a:lnTo>
                  <a:lnTo>
                    <a:pt x="5956300" y="5208765"/>
                  </a:lnTo>
                  <a:lnTo>
                    <a:pt x="5960618" y="5213032"/>
                  </a:lnTo>
                  <a:lnTo>
                    <a:pt x="5965825" y="5213032"/>
                  </a:lnTo>
                  <a:lnTo>
                    <a:pt x="5965825" y="5193982"/>
                  </a:lnTo>
                  <a:close/>
                </a:path>
                <a:path w="10424160" h="5213350">
                  <a:moveTo>
                    <a:pt x="5971159" y="5193982"/>
                  </a:moveTo>
                  <a:lnTo>
                    <a:pt x="5965825" y="5193982"/>
                  </a:lnTo>
                  <a:lnTo>
                    <a:pt x="5965825" y="5213032"/>
                  </a:lnTo>
                  <a:lnTo>
                    <a:pt x="5971159" y="5213032"/>
                  </a:lnTo>
                  <a:lnTo>
                    <a:pt x="5975350" y="5208765"/>
                  </a:lnTo>
                  <a:lnTo>
                    <a:pt x="5975350" y="5198249"/>
                  </a:lnTo>
                  <a:lnTo>
                    <a:pt x="5971159" y="5193982"/>
                  </a:lnTo>
                  <a:close/>
                </a:path>
                <a:path w="10424160" h="5213350">
                  <a:moveTo>
                    <a:pt x="5927725" y="5193982"/>
                  </a:moveTo>
                  <a:lnTo>
                    <a:pt x="5922518" y="5193982"/>
                  </a:lnTo>
                  <a:lnTo>
                    <a:pt x="5918200" y="5198249"/>
                  </a:lnTo>
                  <a:lnTo>
                    <a:pt x="5918200" y="5208765"/>
                  </a:lnTo>
                  <a:lnTo>
                    <a:pt x="5922518" y="5213032"/>
                  </a:lnTo>
                  <a:lnTo>
                    <a:pt x="5927725" y="5213032"/>
                  </a:lnTo>
                  <a:lnTo>
                    <a:pt x="5927725" y="5193982"/>
                  </a:lnTo>
                  <a:close/>
                </a:path>
                <a:path w="10424160" h="5213350">
                  <a:moveTo>
                    <a:pt x="5933059" y="5193982"/>
                  </a:moveTo>
                  <a:lnTo>
                    <a:pt x="5927725" y="5193982"/>
                  </a:lnTo>
                  <a:lnTo>
                    <a:pt x="5927725" y="5213032"/>
                  </a:lnTo>
                  <a:lnTo>
                    <a:pt x="5933059" y="5213032"/>
                  </a:lnTo>
                  <a:lnTo>
                    <a:pt x="5937250" y="5208765"/>
                  </a:lnTo>
                  <a:lnTo>
                    <a:pt x="5937250" y="5198249"/>
                  </a:lnTo>
                  <a:lnTo>
                    <a:pt x="5933059" y="5193982"/>
                  </a:lnTo>
                  <a:close/>
                </a:path>
                <a:path w="10424160" h="5213350">
                  <a:moveTo>
                    <a:pt x="5889625" y="5193982"/>
                  </a:moveTo>
                  <a:lnTo>
                    <a:pt x="5884291" y="5193982"/>
                  </a:lnTo>
                  <a:lnTo>
                    <a:pt x="5880100" y="5198249"/>
                  </a:lnTo>
                  <a:lnTo>
                    <a:pt x="5880100" y="5208765"/>
                  </a:lnTo>
                  <a:lnTo>
                    <a:pt x="5884291" y="5213032"/>
                  </a:lnTo>
                  <a:lnTo>
                    <a:pt x="5889625" y="5213032"/>
                  </a:lnTo>
                  <a:lnTo>
                    <a:pt x="5889625" y="5193982"/>
                  </a:lnTo>
                  <a:close/>
                </a:path>
                <a:path w="10424160" h="5213350">
                  <a:moveTo>
                    <a:pt x="5894832" y="5193982"/>
                  </a:moveTo>
                  <a:lnTo>
                    <a:pt x="5889625" y="5193982"/>
                  </a:lnTo>
                  <a:lnTo>
                    <a:pt x="5889625" y="5213032"/>
                  </a:lnTo>
                  <a:lnTo>
                    <a:pt x="5894832" y="5213032"/>
                  </a:lnTo>
                  <a:lnTo>
                    <a:pt x="5899150" y="5208765"/>
                  </a:lnTo>
                  <a:lnTo>
                    <a:pt x="5899150" y="5198249"/>
                  </a:lnTo>
                  <a:lnTo>
                    <a:pt x="5894832" y="5193982"/>
                  </a:lnTo>
                  <a:close/>
                </a:path>
                <a:path w="10424160" h="5213350">
                  <a:moveTo>
                    <a:pt x="5851525" y="5193982"/>
                  </a:moveTo>
                  <a:lnTo>
                    <a:pt x="5846191" y="5193982"/>
                  </a:lnTo>
                  <a:lnTo>
                    <a:pt x="5842000" y="5198249"/>
                  </a:lnTo>
                  <a:lnTo>
                    <a:pt x="5842000" y="5208765"/>
                  </a:lnTo>
                  <a:lnTo>
                    <a:pt x="5846191" y="5213032"/>
                  </a:lnTo>
                  <a:lnTo>
                    <a:pt x="5851525" y="5213032"/>
                  </a:lnTo>
                  <a:lnTo>
                    <a:pt x="5851525" y="5193982"/>
                  </a:lnTo>
                  <a:close/>
                </a:path>
                <a:path w="10424160" h="5213350">
                  <a:moveTo>
                    <a:pt x="5856732" y="5193982"/>
                  </a:moveTo>
                  <a:lnTo>
                    <a:pt x="5851525" y="5193982"/>
                  </a:lnTo>
                  <a:lnTo>
                    <a:pt x="5851525" y="5213032"/>
                  </a:lnTo>
                  <a:lnTo>
                    <a:pt x="5856732" y="5213032"/>
                  </a:lnTo>
                  <a:lnTo>
                    <a:pt x="5861050" y="5208765"/>
                  </a:lnTo>
                  <a:lnTo>
                    <a:pt x="5861050" y="5198249"/>
                  </a:lnTo>
                  <a:lnTo>
                    <a:pt x="5856732" y="5193982"/>
                  </a:lnTo>
                  <a:close/>
                </a:path>
                <a:path w="10424160" h="5213350">
                  <a:moveTo>
                    <a:pt x="5813425" y="5193982"/>
                  </a:moveTo>
                  <a:lnTo>
                    <a:pt x="5808091" y="5193982"/>
                  </a:lnTo>
                  <a:lnTo>
                    <a:pt x="5803900" y="5198249"/>
                  </a:lnTo>
                  <a:lnTo>
                    <a:pt x="5803900" y="5208765"/>
                  </a:lnTo>
                  <a:lnTo>
                    <a:pt x="5808091" y="5213032"/>
                  </a:lnTo>
                  <a:lnTo>
                    <a:pt x="5813425" y="5213032"/>
                  </a:lnTo>
                  <a:lnTo>
                    <a:pt x="5813425" y="5193982"/>
                  </a:lnTo>
                  <a:close/>
                </a:path>
                <a:path w="10424160" h="5213350">
                  <a:moveTo>
                    <a:pt x="5818632" y="5193982"/>
                  </a:moveTo>
                  <a:lnTo>
                    <a:pt x="5813425" y="5193982"/>
                  </a:lnTo>
                  <a:lnTo>
                    <a:pt x="5813425" y="5213032"/>
                  </a:lnTo>
                  <a:lnTo>
                    <a:pt x="5818632" y="5213032"/>
                  </a:lnTo>
                  <a:lnTo>
                    <a:pt x="5822950" y="5208765"/>
                  </a:lnTo>
                  <a:lnTo>
                    <a:pt x="5822950" y="5198249"/>
                  </a:lnTo>
                  <a:lnTo>
                    <a:pt x="5818632" y="5193982"/>
                  </a:lnTo>
                  <a:close/>
                </a:path>
                <a:path w="10424160" h="5213350">
                  <a:moveTo>
                    <a:pt x="5775198" y="5193982"/>
                  </a:moveTo>
                  <a:lnTo>
                    <a:pt x="5769991" y="5193982"/>
                  </a:lnTo>
                  <a:lnTo>
                    <a:pt x="5765673" y="5198249"/>
                  </a:lnTo>
                  <a:lnTo>
                    <a:pt x="5765673" y="5208765"/>
                  </a:lnTo>
                  <a:lnTo>
                    <a:pt x="5769991" y="5213032"/>
                  </a:lnTo>
                  <a:lnTo>
                    <a:pt x="5775198" y="5213032"/>
                  </a:lnTo>
                  <a:lnTo>
                    <a:pt x="5775198" y="5193982"/>
                  </a:lnTo>
                  <a:close/>
                </a:path>
                <a:path w="10424160" h="5213350">
                  <a:moveTo>
                    <a:pt x="5780532" y="5193982"/>
                  </a:moveTo>
                  <a:lnTo>
                    <a:pt x="5775325" y="5193982"/>
                  </a:lnTo>
                  <a:lnTo>
                    <a:pt x="5775325" y="5213032"/>
                  </a:lnTo>
                  <a:lnTo>
                    <a:pt x="5780532" y="5213032"/>
                  </a:lnTo>
                  <a:lnTo>
                    <a:pt x="5784850" y="5208765"/>
                  </a:lnTo>
                  <a:lnTo>
                    <a:pt x="5784850" y="5198249"/>
                  </a:lnTo>
                  <a:lnTo>
                    <a:pt x="5780532" y="5193982"/>
                  </a:lnTo>
                  <a:close/>
                </a:path>
                <a:path w="10424160" h="5213350">
                  <a:moveTo>
                    <a:pt x="5737098" y="5193982"/>
                  </a:moveTo>
                  <a:lnTo>
                    <a:pt x="5731891" y="5193982"/>
                  </a:lnTo>
                  <a:lnTo>
                    <a:pt x="5727573" y="5198249"/>
                  </a:lnTo>
                  <a:lnTo>
                    <a:pt x="5727573" y="5208765"/>
                  </a:lnTo>
                  <a:lnTo>
                    <a:pt x="5731891" y="5213032"/>
                  </a:lnTo>
                  <a:lnTo>
                    <a:pt x="5737098" y="5213032"/>
                  </a:lnTo>
                  <a:lnTo>
                    <a:pt x="5737098" y="5193982"/>
                  </a:lnTo>
                  <a:close/>
                </a:path>
                <a:path w="10424160" h="5213350">
                  <a:moveTo>
                    <a:pt x="5742432" y="5193982"/>
                  </a:moveTo>
                  <a:lnTo>
                    <a:pt x="5737098" y="5193982"/>
                  </a:lnTo>
                  <a:lnTo>
                    <a:pt x="5737098" y="5213032"/>
                  </a:lnTo>
                  <a:lnTo>
                    <a:pt x="5742432" y="5213032"/>
                  </a:lnTo>
                  <a:lnTo>
                    <a:pt x="5746623" y="5208765"/>
                  </a:lnTo>
                  <a:lnTo>
                    <a:pt x="5746623" y="5198249"/>
                  </a:lnTo>
                  <a:lnTo>
                    <a:pt x="5742432" y="5193982"/>
                  </a:lnTo>
                  <a:close/>
                </a:path>
                <a:path w="10424160" h="5213350">
                  <a:moveTo>
                    <a:pt x="5698998" y="5193982"/>
                  </a:moveTo>
                  <a:lnTo>
                    <a:pt x="5693791" y="5193982"/>
                  </a:lnTo>
                  <a:lnTo>
                    <a:pt x="5689473" y="5198249"/>
                  </a:lnTo>
                  <a:lnTo>
                    <a:pt x="5689473" y="5208765"/>
                  </a:lnTo>
                  <a:lnTo>
                    <a:pt x="5693791" y="5213032"/>
                  </a:lnTo>
                  <a:lnTo>
                    <a:pt x="5698998" y="5213032"/>
                  </a:lnTo>
                  <a:lnTo>
                    <a:pt x="5698998" y="5193982"/>
                  </a:lnTo>
                  <a:close/>
                </a:path>
                <a:path w="10424160" h="5213350">
                  <a:moveTo>
                    <a:pt x="5704332" y="5193982"/>
                  </a:moveTo>
                  <a:lnTo>
                    <a:pt x="5698998" y="5193982"/>
                  </a:lnTo>
                  <a:lnTo>
                    <a:pt x="5698998" y="5213032"/>
                  </a:lnTo>
                  <a:lnTo>
                    <a:pt x="5704332" y="5213032"/>
                  </a:lnTo>
                  <a:lnTo>
                    <a:pt x="5708523" y="5208765"/>
                  </a:lnTo>
                  <a:lnTo>
                    <a:pt x="5708523" y="5198249"/>
                  </a:lnTo>
                  <a:lnTo>
                    <a:pt x="5704332" y="5193982"/>
                  </a:lnTo>
                  <a:close/>
                </a:path>
                <a:path w="10424160" h="5213350">
                  <a:moveTo>
                    <a:pt x="5660898" y="5193982"/>
                  </a:moveTo>
                  <a:lnTo>
                    <a:pt x="5655564" y="5193982"/>
                  </a:lnTo>
                  <a:lnTo>
                    <a:pt x="5651373" y="5198249"/>
                  </a:lnTo>
                  <a:lnTo>
                    <a:pt x="5651373" y="5208765"/>
                  </a:lnTo>
                  <a:lnTo>
                    <a:pt x="5655564" y="5213032"/>
                  </a:lnTo>
                  <a:lnTo>
                    <a:pt x="5660898" y="5213032"/>
                  </a:lnTo>
                  <a:lnTo>
                    <a:pt x="5660898" y="5193982"/>
                  </a:lnTo>
                  <a:close/>
                </a:path>
                <a:path w="10424160" h="5213350">
                  <a:moveTo>
                    <a:pt x="5666105" y="5193982"/>
                  </a:moveTo>
                  <a:lnTo>
                    <a:pt x="5660898" y="5193982"/>
                  </a:lnTo>
                  <a:lnTo>
                    <a:pt x="5660898" y="5213032"/>
                  </a:lnTo>
                  <a:lnTo>
                    <a:pt x="5666105" y="5213032"/>
                  </a:lnTo>
                  <a:lnTo>
                    <a:pt x="5670423" y="5208765"/>
                  </a:lnTo>
                  <a:lnTo>
                    <a:pt x="5670423" y="5198249"/>
                  </a:lnTo>
                  <a:lnTo>
                    <a:pt x="5666105" y="5193982"/>
                  </a:lnTo>
                  <a:close/>
                </a:path>
                <a:path w="10424160" h="5213350">
                  <a:moveTo>
                    <a:pt x="5622798" y="5193982"/>
                  </a:moveTo>
                  <a:lnTo>
                    <a:pt x="5617464" y="5193982"/>
                  </a:lnTo>
                  <a:lnTo>
                    <a:pt x="5613273" y="5198249"/>
                  </a:lnTo>
                  <a:lnTo>
                    <a:pt x="5613273" y="5208765"/>
                  </a:lnTo>
                  <a:lnTo>
                    <a:pt x="5617464" y="5213032"/>
                  </a:lnTo>
                  <a:lnTo>
                    <a:pt x="5622798" y="5213032"/>
                  </a:lnTo>
                  <a:lnTo>
                    <a:pt x="5622798" y="5193982"/>
                  </a:lnTo>
                  <a:close/>
                </a:path>
                <a:path w="10424160" h="5213350">
                  <a:moveTo>
                    <a:pt x="5628005" y="5193982"/>
                  </a:moveTo>
                  <a:lnTo>
                    <a:pt x="5622798" y="5193982"/>
                  </a:lnTo>
                  <a:lnTo>
                    <a:pt x="5622798" y="5213032"/>
                  </a:lnTo>
                  <a:lnTo>
                    <a:pt x="5628005" y="5213032"/>
                  </a:lnTo>
                  <a:lnTo>
                    <a:pt x="5632323" y="5208765"/>
                  </a:lnTo>
                  <a:lnTo>
                    <a:pt x="5632323" y="5198249"/>
                  </a:lnTo>
                  <a:lnTo>
                    <a:pt x="5628005" y="5193982"/>
                  </a:lnTo>
                  <a:close/>
                </a:path>
                <a:path w="10424160" h="5213350">
                  <a:moveTo>
                    <a:pt x="5584698" y="5193982"/>
                  </a:moveTo>
                  <a:lnTo>
                    <a:pt x="5579364" y="5193982"/>
                  </a:lnTo>
                  <a:lnTo>
                    <a:pt x="5575173" y="5198249"/>
                  </a:lnTo>
                  <a:lnTo>
                    <a:pt x="5575173" y="5208765"/>
                  </a:lnTo>
                  <a:lnTo>
                    <a:pt x="5579364" y="5213032"/>
                  </a:lnTo>
                  <a:lnTo>
                    <a:pt x="5584698" y="5213032"/>
                  </a:lnTo>
                  <a:lnTo>
                    <a:pt x="5584698" y="5193982"/>
                  </a:lnTo>
                  <a:close/>
                </a:path>
                <a:path w="10424160" h="5213350">
                  <a:moveTo>
                    <a:pt x="5589905" y="5193982"/>
                  </a:moveTo>
                  <a:lnTo>
                    <a:pt x="5584698" y="5193982"/>
                  </a:lnTo>
                  <a:lnTo>
                    <a:pt x="5584698" y="5213032"/>
                  </a:lnTo>
                  <a:lnTo>
                    <a:pt x="5589905" y="5213032"/>
                  </a:lnTo>
                  <a:lnTo>
                    <a:pt x="5594223" y="5208765"/>
                  </a:lnTo>
                  <a:lnTo>
                    <a:pt x="5594223" y="5198249"/>
                  </a:lnTo>
                  <a:lnTo>
                    <a:pt x="5589905" y="5193982"/>
                  </a:lnTo>
                  <a:close/>
                </a:path>
                <a:path w="10424160" h="5213350">
                  <a:moveTo>
                    <a:pt x="5546471" y="5193982"/>
                  </a:moveTo>
                  <a:lnTo>
                    <a:pt x="5541264" y="5193982"/>
                  </a:lnTo>
                  <a:lnTo>
                    <a:pt x="5536946" y="5198249"/>
                  </a:lnTo>
                  <a:lnTo>
                    <a:pt x="5536946" y="5208765"/>
                  </a:lnTo>
                  <a:lnTo>
                    <a:pt x="5541264" y="5213032"/>
                  </a:lnTo>
                  <a:lnTo>
                    <a:pt x="5546471" y="5213032"/>
                  </a:lnTo>
                  <a:lnTo>
                    <a:pt x="5546471" y="5193982"/>
                  </a:lnTo>
                  <a:close/>
                </a:path>
                <a:path w="10424160" h="5213350">
                  <a:moveTo>
                    <a:pt x="5551805" y="5193982"/>
                  </a:moveTo>
                  <a:lnTo>
                    <a:pt x="5546598" y="5193982"/>
                  </a:lnTo>
                  <a:lnTo>
                    <a:pt x="5546598" y="5213032"/>
                  </a:lnTo>
                  <a:lnTo>
                    <a:pt x="5551805" y="5213032"/>
                  </a:lnTo>
                  <a:lnTo>
                    <a:pt x="5556123" y="5208765"/>
                  </a:lnTo>
                  <a:lnTo>
                    <a:pt x="5556123" y="5198249"/>
                  </a:lnTo>
                  <a:lnTo>
                    <a:pt x="5551805" y="5193982"/>
                  </a:lnTo>
                  <a:close/>
                </a:path>
                <a:path w="10424160" h="5213350">
                  <a:moveTo>
                    <a:pt x="5508371" y="5193982"/>
                  </a:moveTo>
                  <a:lnTo>
                    <a:pt x="5503164" y="5193982"/>
                  </a:lnTo>
                  <a:lnTo>
                    <a:pt x="5498846" y="5198249"/>
                  </a:lnTo>
                  <a:lnTo>
                    <a:pt x="5498846" y="5208765"/>
                  </a:lnTo>
                  <a:lnTo>
                    <a:pt x="5503164" y="5213032"/>
                  </a:lnTo>
                  <a:lnTo>
                    <a:pt x="5508371" y="5213032"/>
                  </a:lnTo>
                  <a:lnTo>
                    <a:pt x="5508371" y="5193982"/>
                  </a:lnTo>
                  <a:close/>
                </a:path>
                <a:path w="10424160" h="5213350">
                  <a:moveTo>
                    <a:pt x="5513705" y="5193982"/>
                  </a:moveTo>
                  <a:lnTo>
                    <a:pt x="5508371" y="5193982"/>
                  </a:lnTo>
                  <a:lnTo>
                    <a:pt x="5508371" y="5213032"/>
                  </a:lnTo>
                  <a:lnTo>
                    <a:pt x="5513705" y="5213032"/>
                  </a:lnTo>
                  <a:lnTo>
                    <a:pt x="5517896" y="5208765"/>
                  </a:lnTo>
                  <a:lnTo>
                    <a:pt x="5517896" y="5198249"/>
                  </a:lnTo>
                  <a:lnTo>
                    <a:pt x="5513705" y="5193982"/>
                  </a:lnTo>
                  <a:close/>
                </a:path>
                <a:path w="10424160" h="5213350">
                  <a:moveTo>
                    <a:pt x="5470271" y="5193982"/>
                  </a:moveTo>
                  <a:lnTo>
                    <a:pt x="5465064" y="5193982"/>
                  </a:lnTo>
                  <a:lnTo>
                    <a:pt x="5460746" y="5198249"/>
                  </a:lnTo>
                  <a:lnTo>
                    <a:pt x="5460746" y="5208765"/>
                  </a:lnTo>
                  <a:lnTo>
                    <a:pt x="5465064" y="5213032"/>
                  </a:lnTo>
                  <a:lnTo>
                    <a:pt x="5470271" y="5213032"/>
                  </a:lnTo>
                  <a:lnTo>
                    <a:pt x="5470271" y="5193982"/>
                  </a:lnTo>
                  <a:close/>
                </a:path>
                <a:path w="10424160" h="5213350">
                  <a:moveTo>
                    <a:pt x="5475605" y="5193982"/>
                  </a:moveTo>
                  <a:lnTo>
                    <a:pt x="5470271" y="5193982"/>
                  </a:lnTo>
                  <a:lnTo>
                    <a:pt x="5470271" y="5213032"/>
                  </a:lnTo>
                  <a:lnTo>
                    <a:pt x="5475605" y="5213032"/>
                  </a:lnTo>
                  <a:lnTo>
                    <a:pt x="5479796" y="5208765"/>
                  </a:lnTo>
                  <a:lnTo>
                    <a:pt x="5479796" y="5198249"/>
                  </a:lnTo>
                  <a:lnTo>
                    <a:pt x="5475605" y="5193982"/>
                  </a:lnTo>
                  <a:close/>
                </a:path>
                <a:path w="10424160" h="5213350">
                  <a:moveTo>
                    <a:pt x="5432171" y="5193982"/>
                  </a:moveTo>
                  <a:lnTo>
                    <a:pt x="5426964" y="5193982"/>
                  </a:lnTo>
                  <a:lnTo>
                    <a:pt x="5422646" y="5198249"/>
                  </a:lnTo>
                  <a:lnTo>
                    <a:pt x="5422646" y="5208765"/>
                  </a:lnTo>
                  <a:lnTo>
                    <a:pt x="5426964" y="5213032"/>
                  </a:lnTo>
                  <a:lnTo>
                    <a:pt x="5432171" y="5213032"/>
                  </a:lnTo>
                  <a:lnTo>
                    <a:pt x="5432171" y="5193982"/>
                  </a:lnTo>
                  <a:close/>
                </a:path>
                <a:path w="10424160" h="5213350">
                  <a:moveTo>
                    <a:pt x="5437505" y="5193982"/>
                  </a:moveTo>
                  <a:lnTo>
                    <a:pt x="5432171" y="5193982"/>
                  </a:lnTo>
                  <a:lnTo>
                    <a:pt x="5432171" y="5213032"/>
                  </a:lnTo>
                  <a:lnTo>
                    <a:pt x="5437505" y="5213032"/>
                  </a:lnTo>
                  <a:lnTo>
                    <a:pt x="5441696" y="5208765"/>
                  </a:lnTo>
                  <a:lnTo>
                    <a:pt x="5441696" y="5198249"/>
                  </a:lnTo>
                  <a:lnTo>
                    <a:pt x="5437505" y="5193982"/>
                  </a:lnTo>
                  <a:close/>
                </a:path>
                <a:path w="10424160" h="5213350">
                  <a:moveTo>
                    <a:pt x="5394071" y="5193982"/>
                  </a:moveTo>
                  <a:lnTo>
                    <a:pt x="5388737" y="5193982"/>
                  </a:lnTo>
                  <a:lnTo>
                    <a:pt x="5384546" y="5198249"/>
                  </a:lnTo>
                  <a:lnTo>
                    <a:pt x="5384546" y="5208765"/>
                  </a:lnTo>
                  <a:lnTo>
                    <a:pt x="5388737" y="5213032"/>
                  </a:lnTo>
                  <a:lnTo>
                    <a:pt x="5394071" y="5213032"/>
                  </a:lnTo>
                  <a:lnTo>
                    <a:pt x="5394071" y="5193982"/>
                  </a:lnTo>
                  <a:close/>
                </a:path>
                <a:path w="10424160" h="5213350">
                  <a:moveTo>
                    <a:pt x="5399278" y="5193982"/>
                  </a:moveTo>
                  <a:lnTo>
                    <a:pt x="5394071" y="5193982"/>
                  </a:lnTo>
                  <a:lnTo>
                    <a:pt x="5394071" y="5213032"/>
                  </a:lnTo>
                  <a:lnTo>
                    <a:pt x="5399278" y="5213032"/>
                  </a:lnTo>
                  <a:lnTo>
                    <a:pt x="5403596" y="5208765"/>
                  </a:lnTo>
                  <a:lnTo>
                    <a:pt x="5403596" y="5198249"/>
                  </a:lnTo>
                  <a:lnTo>
                    <a:pt x="5399278" y="5193982"/>
                  </a:lnTo>
                  <a:close/>
                </a:path>
                <a:path w="10424160" h="5213350">
                  <a:moveTo>
                    <a:pt x="5355971" y="5193982"/>
                  </a:moveTo>
                  <a:lnTo>
                    <a:pt x="5350637" y="5193982"/>
                  </a:lnTo>
                  <a:lnTo>
                    <a:pt x="5346446" y="5198249"/>
                  </a:lnTo>
                  <a:lnTo>
                    <a:pt x="5346446" y="5208765"/>
                  </a:lnTo>
                  <a:lnTo>
                    <a:pt x="5350637" y="5213032"/>
                  </a:lnTo>
                  <a:lnTo>
                    <a:pt x="5355971" y="5213032"/>
                  </a:lnTo>
                  <a:lnTo>
                    <a:pt x="5355971" y="5193982"/>
                  </a:lnTo>
                  <a:close/>
                </a:path>
                <a:path w="10424160" h="5213350">
                  <a:moveTo>
                    <a:pt x="5361178" y="5193982"/>
                  </a:moveTo>
                  <a:lnTo>
                    <a:pt x="5355971" y="5193982"/>
                  </a:lnTo>
                  <a:lnTo>
                    <a:pt x="5355971" y="5213032"/>
                  </a:lnTo>
                  <a:lnTo>
                    <a:pt x="5361178" y="5213032"/>
                  </a:lnTo>
                  <a:lnTo>
                    <a:pt x="5365496" y="5208765"/>
                  </a:lnTo>
                  <a:lnTo>
                    <a:pt x="5365496" y="5198249"/>
                  </a:lnTo>
                  <a:lnTo>
                    <a:pt x="5361178" y="5193982"/>
                  </a:lnTo>
                  <a:close/>
                </a:path>
                <a:path w="10424160" h="5213350">
                  <a:moveTo>
                    <a:pt x="5317871" y="5193982"/>
                  </a:moveTo>
                  <a:lnTo>
                    <a:pt x="5312537" y="5193982"/>
                  </a:lnTo>
                  <a:lnTo>
                    <a:pt x="5308346" y="5198249"/>
                  </a:lnTo>
                  <a:lnTo>
                    <a:pt x="5308346" y="5208765"/>
                  </a:lnTo>
                  <a:lnTo>
                    <a:pt x="5312537" y="5213032"/>
                  </a:lnTo>
                  <a:lnTo>
                    <a:pt x="5317871" y="5213032"/>
                  </a:lnTo>
                  <a:lnTo>
                    <a:pt x="5317871" y="5193982"/>
                  </a:lnTo>
                  <a:close/>
                </a:path>
                <a:path w="10424160" h="5213350">
                  <a:moveTo>
                    <a:pt x="5323078" y="5193982"/>
                  </a:moveTo>
                  <a:lnTo>
                    <a:pt x="5317871" y="5193982"/>
                  </a:lnTo>
                  <a:lnTo>
                    <a:pt x="5317871" y="5213032"/>
                  </a:lnTo>
                  <a:lnTo>
                    <a:pt x="5323078" y="5213032"/>
                  </a:lnTo>
                  <a:lnTo>
                    <a:pt x="5327396" y="5208765"/>
                  </a:lnTo>
                  <a:lnTo>
                    <a:pt x="5327396" y="5198249"/>
                  </a:lnTo>
                  <a:lnTo>
                    <a:pt x="5323078" y="5193982"/>
                  </a:lnTo>
                  <a:close/>
                </a:path>
                <a:path w="10424160" h="5213350">
                  <a:moveTo>
                    <a:pt x="5279644" y="5193982"/>
                  </a:moveTo>
                  <a:lnTo>
                    <a:pt x="5274437" y="5193982"/>
                  </a:lnTo>
                  <a:lnTo>
                    <a:pt x="5270119" y="5198249"/>
                  </a:lnTo>
                  <a:lnTo>
                    <a:pt x="5270119" y="5208765"/>
                  </a:lnTo>
                  <a:lnTo>
                    <a:pt x="5274437" y="5213032"/>
                  </a:lnTo>
                  <a:lnTo>
                    <a:pt x="5279644" y="5213032"/>
                  </a:lnTo>
                  <a:lnTo>
                    <a:pt x="5279644" y="5193982"/>
                  </a:lnTo>
                  <a:close/>
                </a:path>
                <a:path w="10424160" h="5213350">
                  <a:moveTo>
                    <a:pt x="5284978" y="5193982"/>
                  </a:moveTo>
                  <a:lnTo>
                    <a:pt x="5279771" y="5193982"/>
                  </a:lnTo>
                  <a:lnTo>
                    <a:pt x="5279771" y="5213032"/>
                  </a:lnTo>
                  <a:lnTo>
                    <a:pt x="5284978" y="5213032"/>
                  </a:lnTo>
                  <a:lnTo>
                    <a:pt x="5289296" y="5208765"/>
                  </a:lnTo>
                  <a:lnTo>
                    <a:pt x="5289296" y="5198249"/>
                  </a:lnTo>
                  <a:lnTo>
                    <a:pt x="5284978" y="5193982"/>
                  </a:lnTo>
                  <a:close/>
                </a:path>
                <a:path w="10424160" h="5213350">
                  <a:moveTo>
                    <a:pt x="5241544" y="5193982"/>
                  </a:moveTo>
                  <a:lnTo>
                    <a:pt x="5236337" y="5193982"/>
                  </a:lnTo>
                  <a:lnTo>
                    <a:pt x="5232019" y="5198249"/>
                  </a:lnTo>
                  <a:lnTo>
                    <a:pt x="5232019" y="5208765"/>
                  </a:lnTo>
                  <a:lnTo>
                    <a:pt x="5236337" y="5213032"/>
                  </a:lnTo>
                  <a:lnTo>
                    <a:pt x="5241544" y="5213032"/>
                  </a:lnTo>
                  <a:lnTo>
                    <a:pt x="5241544" y="5193982"/>
                  </a:lnTo>
                  <a:close/>
                </a:path>
                <a:path w="10424160" h="5213350">
                  <a:moveTo>
                    <a:pt x="5246878" y="5193982"/>
                  </a:moveTo>
                  <a:lnTo>
                    <a:pt x="5241544" y="5193982"/>
                  </a:lnTo>
                  <a:lnTo>
                    <a:pt x="5241544" y="5213032"/>
                  </a:lnTo>
                  <a:lnTo>
                    <a:pt x="5246878" y="5213032"/>
                  </a:lnTo>
                  <a:lnTo>
                    <a:pt x="5251069" y="5208765"/>
                  </a:lnTo>
                  <a:lnTo>
                    <a:pt x="5251069" y="5198249"/>
                  </a:lnTo>
                  <a:lnTo>
                    <a:pt x="5246878" y="5193982"/>
                  </a:lnTo>
                  <a:close/>
                </a:path>
                <a:path w="10424160" h="5213350">
                  <a:moveTo>
                    <a:pt x="5203444" y="5193982"/>
                  </a:moveTo>
                  <a:lnTo>
                    <a:pt x="5198237" y="5193982"/>
                  </a:lnTo>
                  <a:lnTo>
                    <a:pt x="5193919" y="5198249"/>
                  </a:lnTo>
                  <a:lnTo>
                    <a:pt x="5193919" y="5208765"/>
                  </a:lnTo>
                  <a:lnTo>
                    <a:pt x="5198237" y="5213032"/>
                  </a:lnTo>
                  <a:lnTo>
                    <a:pt x="5203444" y="5213032"/>
                  </a:lnTo>
                  <a:lnTo>
                    <a:pt x="5203444" y="5193982"/>
                  </a:lnTo>
                  <a:close/>
                </a:path>
                <a:path w="10424160" h="5213350">
                  <a:moveTo>
                    <a:pt x="5208778" y="5193982"/>
                  </a:moveTo>
                  <a:lnTo>
                    <a:pt x="5203444" y="5193982"/>
                  </a:lnTo>
                  <a:lnTo>
                    <a:pt x="5203444" y="5213032"/>
                  </a:lnTo>
                  <a:lnTo>
                    <a:pt x="5208778" y="5213032"/>
                  </a:lnTo>
                  <a:lnTo>
                    <a:pt x="5212969" y="5208765"/>
                  </a:lnTo>
                  <a:lnTo>
                    <a:pt x="5212969" y="5198249"/>
                  </a:lnTo>
                  <a:lnTo>
                    <a:pt x="5208778" y="5193982"/>
                  </a:lnTo>
                  <a:close/>
                </a:path>
                <a:path w="10424160" h="5213350">
                  <a:moveTo>
                    <a:pt x="5165344" y="5193982"/>
                  </a:moveTo>
                  <a:lnTo>
                    <a:pt x="5160010" y="5193982"/>
                  </a:lnTo>
                  <a:lnTo>
                    <a:pt x="5155819" y="5198249"/>
                  </a:lnTo>
                  <a:lnTo>
                    <a:pt x="5155819" y="5208765"/>
                  </a:lnTo>
                  <a:lnTo>
                    <a:pt x="5160010" y="5213032"/>
                  </a:lnTo>
                  <a:lnTo>
                    <a:pt x="5165344" y="5213032"/>
                  </a:lnTo>
                  <a:lnTo>
                    <a:pt x="5165344" y="5193982"/>
                  </a:lnTo>
                  <a:close/>
                </a:path>
                <a:path w="10424160" h="5213350">
                  <a:moveTo>
                    <a:pt x="5170551" y="5193982"/>
                  </a:moveTo>
                  <a:lnTo>
                    <a:pt x="5165344" y="5193982"/>
                  </a:lnTo>
                  <a:lnTo>
                    <a:pt x="5165344" y="5213032"/>
                  </a:lnTo>
                  <a:lnTo>
                    <a:pt x="5170551" y="5213032"/>
                  </a:lnTo>
                  <a:lnTo>
                    <a:pt x="5174869" y="5208765"/>
                  </a:lnTo>
                  <a:lnTo>
                    <a:pt x="5174869" y="5198249"/>
                  </a:lnTo>
                  <a:lnTo>
                    <a:pt x="5170551" y="5193982"/>
                  </a:lnTo>
                  <a:close/>
                </a:path>
                <a:path w="10424160" h="5213350">
                  <a:moveTo>
                    <a:pt x="5127244" y="5193982"/>
                  </a:moveTo>
                  <a:lnTo>
                    <a:pt x="5121910" y="5193982"/>
                  </a:lnTo>
                  <a:lnTo>
                    <a:pt x="5117719" y="5198249"/>
                  </a:lnTo>
                  <a:lnTo>
                    <a:pt x="5117719" y="5208765"/>
                  </a:lnTo>
                  <a:lnTo>
                    <a:pt x="5121910" y="5213032"/>
                  </a:lnTo>
                  <a:lnTo>
                    <a:pt x="5127244" y="5213032"/>
                  </a:lnTo>
                  <a:lnTo>
                    <a:pt x="5127244" y="5193982"/>
                  </a:lnTo>
                  <a:close/>
                </a:path>
                <a:path w="10424160" h="5213350">
                  <a:moveTo>
                    <a:pt x="5132451" y="5193982"/>
                  </a:moveTo>
                  <a:lnTo>
                    <a:pt x="5127244" y="5193982"/>
                  </a:lnTo>
                  <a:lnTo>
                    <a:pt x="5127244" y="5213032"/>
                  </a:lnTo>
                  <a:lnTo>
                    <a:pt x="5132451" y="5213032"/>
                  </a:lnTo>
                  <a:lnTo>
                    <a:pt x="5136769" y="5208765"/>
                  </a:lnTo>
                  <a:lnTo>
                    <a:pt x="5136769" y="5198249"/>
                  </a:lnTo>
                  <a:lnTo>
                    <a:pt x="5132451" y="5193982"/>
                  </a:lnTo>
                  <a:close/>
                </a:path>
                <a:path w="10424160" h="5213350">
                  <a:moveTo>
                    <a:pt x="5089144" y="5193982"/>
                  </a:moveTo>
                  <a:lnTo>
                    <a:pt x="5083810" y="5193982"/>
                  </a:lnTo>
                  <a:lnTo>
                    <a:pt x="5079619" y="5198249"/>
                  </a:lnTo>
                  <a:lnTo>
                    <a:pt x="5079619" y="5208765"/>
                  </a:lnTo>
                  <a:lnTo>
                    <a:pt x="5083810" y="5213032"/>
                  </a:lnTo>
                  <a:lnTo>
                    <a:pt x="5089144" y="5213032"/>
                  </a:lnTo>
                  <a:lnTo>
                    <a:pt x="5089144" y="5193982"/>
                  </a:lnTo>
                  <a:close/>
                </a:path>
                <a:path w="10424160" h="5213350">
                  <a:moveTo>
                    <a:pt x="5094351" y="5193982"/>
                  </a:moveTo>
                  <a:lnTo>
                    <a:pt x="5089144" y="5193982"/>
                  </a:lnTo>
                  <a:lnTo>
                    <a:pt x="5089144" y="5213032"/>
                  </a:lnTo>
                  <a:lnTo>
                    <a:pt x="5094351" y="5213032"/>
                  </a:lnTo>
                  <a:lnTo>
                    <a:pt x="5098669" y="5208765"/>
                  </a:lnTo>
                  <a:lnTo>
                    <a:pt x="5098669" y="5198249"/>
                  </a:lnTo>
                  <a:lnTo>
                    <a:pt x="5094351" y="5193982"/>
                  </a:lnTo>
                  <a:close/>
                </a:path>
                <a:path w="10424160" h="5213350">
                  <a:moveTo>
                    <a:pt x="5050917" y="5193982"/>
                  </a:moveTo>
                  <a:lnTo>
                    <a:pt x="5045710" y="5193982"/>
                  </a:lnTo>
                  <a:lnTo>
                    <a:pt x="5041392" y="5198249"/>
                  </a:lnTo>
                  <a:lnTo>
                    <a:pt x="5041392" y="5208765"/>
                  </a:lnTo>
                  <a:lnTo>
                    <a:pt x="5045710" y="5213032"/>
                  </a:lnTo>
                  <a:lnTo>
                    <a:pt x="5050917" y="5213032"/>
                  </a:lnTo>
                  <a:lnTo>
                    <a:pt x="5050917" y="5193982"/>
                  </a:lnTo>
                  <a:close/>
                </a:path>
                <a:path w="10424160" h="5213350">
                  <a:moveTo>
                    <a:pt x="5056251" y="5193982"/>
                  </a:moveTo>
                  <a:lnTo>
                    <a:pt x="5051044" y="5193982"/>
                  </a:lnTo>
                  <a:lnTo>
                    <a:pt x="5051044" y="5213032"/>
                  </a:lnTo>
                  <a:lnTo>
                    <a:pt x="5056251" y="5213032"/>
                  </a:lnTo>
                  <a:lnTo>
                    <a:pt x="5060569" y="5208765"/>
                  </a:lnTo>
                  <a:lnTo>
                    <a:pt x="5060569" y="5198249"/>
                  </a:lnTo>
                  <a:lnTo>
                    <a:pt x="5056251" y="5193982"/>
                  </a:lnTo>
                  <a:close/>
                </a:path>
                <a:path w="10424160" h="5213350">
                  <a:moveTo>
                    <a:pt x="5012817" y="5193982"/>
                  </a:moveTo>
                  <a:lnTo>
                    <a:pt x="5007610" y="5193982"/>
                  </a:lnTo>
                  <a:lnTo>
                    <a:pt x="5003292" y="5198249"/>
                  </a:lnTo>
                  <a:lnTo>
                    <a:pt x="5003292" y="5208765"/>
                  </a:lnTo>
                  <a:lnTo>
                    <a:pt x="5007610" y="5213032"/>
                  </a:lnTo>
                  <a:lnTo>
                    <a:pt x="5012817" y="5213032"/>
                  </a:lnTo>
                  <a:lnTo>
                    <a:pt x="5012817" y="5193982"/>
                  </a:lnTo>
                  <a:close/>
                </a:path>
                <a:path w="10424160" h="5213350">
                  <a:moveTo>
                    <a:pt x="5018151" y="5193982"/>
                  </a:moveTo>
                  <a:lnTo>
                    <a:pt x="5012817" y="5193982"/>
                  </a:lnTo>
                  <a:lnTo>
                    <a:pt x="5012817" y="5213032"/>
                  </a:lnTo>
                  <a:lnTo>
                    <a:pt x="5018151" y="5213032"/>
                  </a:lnTo>
                  <a:lnTo>
                    <a:pt x="5022342" y="5208765"/>
                  </a:lnTo>
                  <a:lnTo>
                    <a:pt x="5022342" y="5198249"/>
                  </a:lnTo>
                  <a:lnTo>
                    <a:pt x="5018151" y="5193982"/>
                  </a:lnTo>
                  <a:close/>
                </a:path>
                <a:path w="10424160" h="5213350">
                  <a:moveTo>
                    <a:pt x="4974717" y="5193982"/>
                  </a:moveTo>
                  <a:lnTo>
                    <a:pt x="4969510" y="5193982"/>
                  </a:lnTo>
                  <a:lnTo>
                    <a:pt x="4965192" y="5198249"/>
                  </a:lnTo>
                  <a:lnTo>
                    <a:pt x="4965192" y="5208765"/>
                  </a:lnTo>
                  <a:lnTo>
                    <a:pt x="4969510" y="5213032"/>
                  </a:lnTo>
                  <a:lnTo>
                    <a:pt x="4974717" y="5213032"/>
                  </a:lnTo>
                  <a:lnTo>
                    <a:pt x="4974717" y="5193982"/>
                  </a:lnTo>
                  <a:close/>
                </a:path>
                <a:path w="10424160" h="5213350">
                  <a:moveTo>
                    <a:pt x="4980051" y="5193982"/>
                  </a:moveTo>
                  <a:lnTo>
                    <a:pt x="4974717" y="5193982"/>
                  </a:lnTo>
                  <a:lnTo>
                    <a:pt x="4974717" y="5213032"/>
                  </a:lnTo>
                  <a:lnTo>
                    <a:pt x="4980051" y="5213032"/>
                  </a:lnTo>
                  <a:lnTo>
                    <a:pt x="4984242" y="5208765"/>
                  </a:lnTo>
                  <a:lnTo>
                    <a:pt x="4984242" y="5198249"/>
                  </a:lnTo>
                  <a:lnTo>
                    <a:pt x="4980051" y="5193982"/>
                  </a:lnTo>
                  <a:close/>
                </a:path>
                <a:path w="10424160" h="5213350">
                  <a:moveTo>
                    <a:pt x="4936617" y="5193982"/>
                  </a:moveTo>
                  <a:lnTo>
                    <a:pt x="4931410" y="5193982"/>
                  </a:lnTo>
                  <a:lnTo>
                    <a:pt x="4927092" y="5198249"/>
                  </a:lnTo>
                  <a:lnTo>
                    <a:pt x="4927092" y="5208765"/>
                  </a:lnTo>
                  <a:lnTo>
                    <a:pt x="4931410" y="5213032"/>
                  </a:lnTo>
                  <a:lnTo>
                    <a:pt x="4936617" y="5213032"/>
                  </a:lnTo>
                  <a:lnTo>
                    <a:pt x="4936617" y="5193982"/>
                  </a:lnTo>
                  <a:close/>
                </a:path>
                <a:path w="10424160" h="5213350">
                  <a:moveTo>
                    <a:pt x="4941951" y="5193982"/>
                  </a:moveTo>
                  <a:lnTo>
                    <a:pt x="4936617" y="5193982"/>
                  </a:lnTo>
                  <a:lnTo>
                    <a:pt x="4936617" y="5213032"/>
                  </a:lnTo>
                  <a:lnTo>
                    <a:pt x="4941951" y="5213032"/>
                  </a:lnTo>
                  <a:lnTo>
                    <a:pt x="4946142" y="5208765"/>
                  </a:lnTo>
                  <a:lnTo>
                    <a:pt x="4946142" y="5198249"/>
                  </a:lnTo>
                  <a:lnTo>
                    <a:pt x="4941951" y="5193982"/>
                  </a:lnTo>
                  <a:close/>
                </a:path>
                <a:path w="10424160" h="5213350">
                  <a:moveTo>
                    <a:pt x="4898517" y="5193982"/>
                  </a:moveTo>
                  <a:lnTo>
                    <a:pt x="4893183" y="5193982"/>
                  </a:lnTo>
                  <a:lnTo>
                    <a:pt x="4888992" y="5198249"/>
                  </a:lnTo>
                  <a:lnTo>
                    <a:pt x="4888992" y="5208765"/>
                  </a:lnTo>
                  <a:lnTo>
                    <a:pt x="4893183" y="5213032"/>
                  </a:lnTo>
                  <a:lnTo>
                    <a:pt x="4898517" y="5213032"/>
                  </a:lnTo>
                  <a:lnTo>
                    <a:pt x="4898517" y="5193982"/>
                  </a:lnTo>
                  <a:close/>
                </a:path>
                <a:path w="10424160" h="5213350">
                  <a:moveTo>
                    <a:pt x="4903724" y="5193982"/>
                  </a:moveTo>
                  <a:lnTo>
                    <a:pt x="4898517" y="5193982"/>
                  </a:lnTo>
                  <a:lnTo>
                    <a:pt x="4898517" y="5213032"/>
                  </a:lnTo>
                  <a:lnTo>
                    <a:pt x="4903724" y="5213032"/>
                  </a:lnTo>
                  <a:lnTo>
                    <a:pt x="4908042" y="5208765"/>
                  </a:lnTo>
                  <a:lnTo>
                    <a:pt x="4908042" y="5198249"/>
                  </a:lnTo>
                  <a:lnTo>
                    <a:pt x="4903724" y="5193982"/>
                  </a:lnTo>
                  <a:close/>
                </a:path>
                <a:path w="10424160" h="5213350">
                  <a:moveTo>
                    <a:pt x="4860417" y="5193982"/>
                  </a:moveTo>
                  <a:lnTo>
                    <a:pt x="4855083" y="5193982"/>
                  </a:lnTo>
                  <a:lnTo>
                    <a:pt x="4850892" y="5198249"/>
                  </a:lnTo>
                  <a:lnTo>
                    <a:pt x="4850892" y="5208765"/>
                  </a:lnTo>
                  <a:lnTo>
                    <a:pt x="4855083" y="5213032"/>
                  </a:lnTo>
                  <a:lnTo>
                    <a:pt x="4860417" y="5213032"/>
                  </a:lnTo>
                  <a:lnTo>
                    <a:pt x="4860417" y="5193982"/>
                  </a:lnTo>
                  <a:close/>
                </a:path>
                <a:path w="10424160" h="5213350">
                  <a:moveTo>
                    <a:pt x="4865624" y="5193982"/>
                  </a:moveTo>
                  <a:lnTo>
                    <a:pt x="4860417" y="5193982"/>
                  </a:lnTo>
                  <a:lnTo>
                    <a:pt x="4860417" y="5213032"/>
                  </a:lnTo>
                  <a:lnTo>
                    <a:pt x="4865624" y="5213032"/>
                  </a:lnTo>
                  <a:lnTo>
                    <a:pt x="4869942" y="5208765"/>
                  </a:lnTo>
                  <a:lnTo>
                    <a:pt x="4869942" y="5198249"/>
                  </a:lnTo>
                  <a:lnTo>
                    <a:pt x="4865624" y="5193982"/>
                  </a:lnTo>
                  <a:close/>
                </a:path>
                <a:path w="10424160" h="5213350">
                  <a:moveTo>
                    <a:pt x="4822317" y="5193982"/>
                  </a:moveTo>
                  <a:lnTo>
                    <a:pt x="4816983" y="5193982"/>
                  </a:lnTo>
                  <a:lnTo>
                    <a:pt x="4812792" y="5198249"/>
                  </a:lnTo>
                  <a:lnTo>
                    <a:pt x="4812792" y="5208765"/>
                  </a:lnTo>
                  <a:lnTo>
                    <a:pt x="4816983" y="5213032"/>
                  </a:lnTo>
                  <a:lnTo>
                    <a:pt x="4822317" y="5213032"/>
                  </a:lnTo>
                  <a:lnTo>
                    <a:pt x="4822317" y="5193982"/>
                  </a:lnTo>
                  <a:close/>
                </a:path>
                <a:path w="10424160" h="5213350">
                  <a:moveTo>
                    <a:pt x="4827524" y="5193982"/>
                  </a:moveTo>
                  <a:lnTo>
                    <a:pt x="4822317" y="5193982"/>
                  </a:lnTo>
                  <a:lnTo>
                    <a:pt x="4822317" y="5213032"/>
                  </a:lnTo>
                  <a:lnTo>
                    <a:pt x="4827524" y="5213032"/>
                  </a:lnTo>
                  <a:lnTo>
                    <a:pt x="4831842" y="5208765"/>
                  </a:lnTo>
                  <a:lnTo>
                    <a:pt x="4831842" y="5198249"/>
                  </a:lnTo>
                  <a:lnTo>
                    <a:pt x="4827524" y="5193982"/>
                  </a:lnTo>
                  <a:close/>
                </a:path>
                <a:path w="10424160" h="5213350">
                  <a:moveTo>
                    <a:pt x="4784090" y="5193982"/>
                  </a:moveTo>
                  <a:lnTo>
                    <a:pt x="4778883" y="5193982"/>
                  </a:lnTo>
                  <a:lnTo>
                    <a:pt x="4774565" y="5198249"/>
                  </a:lnTo>
                  <a:lnTo>
                    <a:pt x="4774565" y="5208765"/>
                  </a:lnTo>
                  <a:lnTo>
                    <a:pt x="4778883" y="5213032"/>
                  </a:lnTo>
                  <a:lnTo>
                    <a:pt x="4784090" y="5213032"/>
                  </a:lnTo>
                  <a:lnTo>
                    <a:pt x="4784090" y="5193982"/>
                  </a:lnTo>
                  <a:close/>
                </a:path>
                <a:path w="10424160" h="5213350">
                  <a:moveTo>
                    <a:pt x="4789424" y="5193982"/>
                  </a:moveTo>
                  <a:lnTo>
                    <a:pt x="4784217" y="5193982"/>
                  </a:lnTo>
                  <a:lnTo>
                    <a:pt x="4784217" y="5213032"/>
                  </a:lnTo>
                  <a:lnTo>
                    <a:pt x="4789424" y="5213032"/>
                  </a:lnTo>
                  <a:lnTo>
                    <a:pt x="4793742" y="5208765"/>
                  </a:lnTo>
                  <a:lnTo>
                    <a:pt x="4793742" y="5198249"/>
                  </a:lnTo>
                  <a:lnTo>
                    <a:pt x="4789424" y="5193982"/>
                  </a:lnTo>
                  <a:close/>
                </a:path>
                <a:path w="10424160" h="5213350">
                  <a:moveTo>
                    <a:pt x="4745990" y="5193982"/>
                  </a:moveTo>
                  <a:lnTo>
                    <a:pt x="4740783" y="5193982"/>
                  </a:lnTo>
                  <a:lnTo>
                    <a:pt x="4736465" y="5198249"/>
                  </a:lnTo>
                  <a:lnTo>
                    <a:pt x="4736465" y="5208765"/>
                  </a:lnTo>
                  <a:lnTo>
                    <a:pt x="4740783" y="5213032"/>
                  </a:lnTo>
                  <a:lnTo>
                    <a:pt x="4745990" y="5213032"/>
                  </a:lnTo>
                  <a:lnTo>
                    <a:pt x="4745990" y="5193982"/>
                  </a:lnTo>
                  <a:close/>
                </a:path>
                <a:path w="10424160" h="5213350">
                  <a:moveTo>
                    <a:pt x="4751324" y="5193982"/>
                  </a:moveTo>
                  <a:lnTo>
                    <a:pt x="4745990" y="5193982"/>
                  </a:lnTo>
                  <a:lnTo>
                    <a:pt x="4745990" y="5213032"/>
                  </a:lnTo>
                  <a:lnTo>
                    <a:pt x="4751324" y="5213032"/>
                  </a:lnTo>
                  <a:lnTo>
                    <a:pt x="4755515" y="5208765"/>
                  </a:lnTo>
                  <a:lnTo>
                    <a:pt x="4755515" y="5198249"/>
                  </a:lnTo>
                  <a:lnTo>
                    <a:pt x="4751324" y="5193982"/>
                  </a:lnTo>
                  <a:close/>
                </a:path>
                <a:path w="10424160" h="5213350">
                  <a:moveTo>
                    <a:pt x="4707890" y="5193982"/>
                  </a:moveTo>
                  <a:lnTo>
                    <a:pt x="4702683" y="5193982"/>
                  </a:lnTo>
                  <a:lnTo>
                    <a:pt x="4698365" y="5198249"/>
                  </a:lnTo>
                  <a:lnTo>
                    <a:pt x="4698365" y="5208765"/>
                  </a:lnTo>
                  <a:lnTo>
                    <a:pt x="4702683" y="5213032"/>
                  </a:lnTo>
                  <a:lnTo>
                    <a:pt x="4707890" y="5213032"/>
                  </a:lnTo>
                  <a:lnTo>
                    <a:pt x="4707890" y="5193982"/>
                  </a:lnTo>
                  <a:close/>
                </a:path>
                <a:path w="10424160" h="5213350">
                  <a:moveTo>
                    <a:pt x="4713224" y="5193982"/>
                  </a:moveTo>
                  <a:lnTo>
                    <a:pt x="4707890" y="5193982"/>
                  </a:lnTo>
                  <a:lnTo>
                    <a:pt x="4707890" y="5213032"/>
                  </a:lnTo>
                  <a:lnTo>
                    <a:pt x="4713224" y="5213032"/>
                  </a:lnTo>
                  <a:lnTo>
                    <a:pt x="4717415" y="5208765"/>
                  </a:lnTo>
                  <a:lnTo>
                    <a:pt x="4717415" y="5198249"/>
                  </a:lnTo>
                  <a:lnTo>
                    <a:pt x="4713224" y="5193982"/>
                  </a:lnTo>
                  <a:close/>
                </a:path>
                <a:path w="10424160" h="5213350">
                  <a:moveTo>
                    <a:pt x="4669790" y="5193982"/>
                  </a:moveTo>
                  <a:lnTo>
                    <a:pt x="4664583" y="5193982"/>
                  </a:lnTo>
                  <a:lnTo>
                    <a:pt x="4660265" y="5198249"/>
                  </a:lnTo>
                  <a:lnTo>
                    <a:pt x="4660265" y="5208765"/>
                  </a:lnTo>
                  <a:lnTo>
                    <a:pt x="4664583" y="5213032"/>
                  </a:lnTo>
                  <a:lnTo>
                    <a:pt x="4669790" y="5213032"/>
                  </a:lnTo>
                  <a:lnTo>
                    <a:pt x="4669790" y="5193982"/>
                  </a:lnTo>
                  <a:close/>
                </a:path>
                <a:path w="10424160" h="5213350">
                  <a:moveTo>
                    <a:pt x="4675124" y="5193982"/>
                  </a:moveTo>
                  <a:lnTo>
                    <a:pt x="4669790" y="5193982"/>
                  </a:lnTo>
                  <a:lnTo>
                    <a:pt x="4669790" y="5213032"/>
                  </a:lnTo>
                  <a:lnTo>
                    <a:pt x="4675124" y="5213032"/>
                  </a:lnTo>
                  <a:lnTo>
                    <a:pt x="4679315" y="5208765"/>
                  </a:lnTo>
                  <a:lnTo>
                    <a:pt x="4679315" y="5198249"/>
                  </a:lnTo>
                  <a:lnTo>
                    <a:pt x="4675124" y="5193982"/>
                  </a:lnTo>
                  <a:close/>
                </a:path>
                <a:path w="10424160" h="5213350">
                  <a:moveTo>
                    <a:pt x="4631690" y="5193982"/>
                  </a:moveTo>
                  <a:lnTo>
                    <a:pt x="4626356" y="5193982"/>
                  </a:lnTo>
                  <a:lnTo>
                    <a:pt x="4622165" y="5198249"/>
                  </a:lnTo>
                  <a:lnTo>
                    <a:pt x="4622165" y="5208765"/>
                  </a:lnTo>
                  <a:lnTo>
                    <a:pt x="4626356" y="5213032"/>
                  </a:lnTo>
                  <a:lnTo>
                    <a:pt x="4631690" y="5213032"/>
                  </a:lnTo>
                  <a:lnTo>
                    <a:pt x="4631690" y="5193982"/>
                  </a:lnTo>
                  <a:close/>
                </a:path>
                <a:path w="10424160" h="5213350">
                  <a:moveTo>
                    <a:pt x="4636897" y="5193982"/>
                  </a:moveTo>
                  <a:lnTo>
                    <a:pt x="4631690" y="5193982"/>
                  </a:lnTo>
                  <a:lnTo>
                    <a:pt x="4631690" y="5213032"/>
                  </a:lnTo>
                  <a:lnTo>
                    <a:pt x="4636897" y="5213032"/>
                  </a:lnTo>
                  <a:lnTo>
                    <a:pt x="4641215" y="5208765"/>
                  </a:lnTo>
                  <a:lnTo>
                    <a:pt x="4641215" y="5198249"/>
                  </a:lnTo>
                  <a:lnTo>
                    <a:pt x="4636897" y="5193982"/>
                  </a:lnTo>
                  <a:close/>
                </a:path>
                <a:path w="10424160" h="5213350">
                  <a:moveTo>
                    <a:pt x="4593590" y="5193982"/>
                  </a:moveTo>
                  <a:lnTo>
                    <a:pt x="4588256" y="5193982"/>
                  </a:lnTo>
                  <a:lnTo>
                    <a:pt x="4584065" y="5198249"/>
                  </a:lnTo>
                  <a:lnTo>
                    <a:pt x="4584065" y="5208765"/>
                  </a:lnTo>
                  <a:lnTo>
                    <a:pt x="4588256" y="5213032"/>
                  </a:lnTo>
                  <a:lnTo>
                    <a:pt x="4593590" y="5213032"/>
                  </a:lnTo>
                  <a:lnTo>
                    <a:pt x="4593590" y="5193982"/>
                  </a:lnTo>
                  <a:close/>
                </a:path>
                <a:path w="10424160" h="5213350">
                  <a:moveTo>
                    <a:pt x="4598797" y="5193982"/>
                  </a:moveTo>
                  <a:lnTo>
                    <a:pt x="4593590" y="5193982"/>
                  </a:lnTo>
                  <a:lnTo>
                    <a:pt x="4593590" y="5213032"/>
                  </a:lnTo>
                  <a:lnTo>
                    <a:pt x="4598797" y="5213032"/>
                  </a:lnTo>
                  <a:lnTo>
                    <a:pt x="4603115" y="5208765"/>
                  </a:lnTo>
                  <a:lnTo>
                    <a:pt x="4603115" y="5198249"/>
                  </a:lnTo>
                  <a:lnTo>
                    <a:pt x="4598797" y="5193982"/>
                  </a:lnTo>
                  <a:close/>
                </a:path>
                <a:path w="10424160" h="5213350">
                  <a:moveTo>
                    <a:pt x="4555363" y="5193982"/>
                  </a:moveTo>
                  <a:lnTo>
                    <a:pt x="4550156" y="5193982"/>
                  </a:lnTo>
                  <a:lnTo>
                    <a:pt x="4545838" y="5198249"/>
                  </a:lnTo>
                  <a:lnTo>
                    <a:pt x="4545838" y="5208765"/>
                  </a:lnTo>
                  <a:lnTo>
                    <a:pt x="4550156" y="5213032"/>
                  </a:lnTo>
                  <a:lnTo>
                    <a:pt x="4555363" y="5213032"/>
                  </a:lnTo>
                  <a:lnTo>
                    <a:pt x="4555363" y="5193982"/>
                  </a:lnTo>
                  <a:close/>
                </a:path>
                <a:path w="10424160" h="5213350">
                  <a:moveTo>
                    <a:pt x="4555490" y="5206682"/>
                  </a:moveTo>
                  <a:lnTo>
                    <a:pt x="4555363" y="5206682"/>
                  </a:lnTo>
                  <a:lnTo>
                    <a:pt x="4555363" y="5213032"/>
                  </a:lnTo>
                  <a:lnTo>
                    <a:pt x="4555490" y="5213032"/>
                  </a:lnTo>
                  <a:lnTo>
                    <a:pt x="4555490" y="5206682"/>
                  </a:lnTo>
                  <a:close/>
                </a:path>
                <a:path w="10424160" h="5213350">
                  <a:moveTo>
                    <a:pt x="4560697" y="5193982"/>
                  </a:moveTo>
                  <a:lnTo>
                    <a:pt x="4555490" y="5193982"/>
                  </a:lnTo>
                  <a:lnTo>
                    <a:pt x="4555490" y="5213032"/>
                  </a:lnTo>
                  <a:lnTo>
                    <a:pt x="4560697" y="5213032"/>
                  </a:lnTo>
                  <a:lnTo>
                    <a:pt x="4565015" y="5208765"/>
                  </a:lnTo>
                  <a:lnTo>
                    <a:pt x="4565015" y="5198249"/>
                  </a:lnTo>
                  <a:lnTo>
                    <a:pt x="4560697" y="5193982"/>
                  </a:lnTo>
                  <a:close/>
                </a:path>
                <a:path w="10424160" h="5213350">
                  <a:moveTo>
                    <a:pt x="4555490" y="5193982"/>
                  </a:moveTo>
                  <a:lnTo>
                    <a:pt x="4555363" y="5193982"/>
                  </a:lnTo>
                  <a:lnTo>
                    <a:pt x="4555363" y="5200332"/>
                  </a:lnTo>
                  <a:lnTo>
                    <a:pt x="4555490" y="5200332"/>
                  </a:lnTo>
                  <a:lnTo>
                    <a:pt x="4555490" y="5193982"/>
                  </a:lnTo>
                  <a:close/>
                </a:path>
                <a:path w="10424160" h="5213350">
                  <a:moveTo>
                    <a:pt x="4517263" y="5193982"/>
                  </a:moveTo>
                  <a:lnTo>
                    <a:pt x="4512056" y="5193982"/>
                  </a:lnTo>
                  <a:lnTo>
                    <a:pt x="4507738" y="5198249"/>
                  </a:lnTo>
                  <a:lnTo>
                    <a:pt x="4507738" y="5208765"/>
                  </a:lnTo>
                  <a:lnTo>
                    <a:pt x="4512056" y="5213032"/>
                  </a:lnTo>
                  <a:lnTo>
                    <a:pt x="4517263" y="5213032"/>
                  </a:lnTo>
                  <a:lnTo>
                    <a:pt x="4517263" y="5193982"/>
                  </a:lnTo>
                  <a:close/>
                </a:path>
                <a:path w="10424160" h="5213350">
                  <a:moveTo>
                    <a:pt x="4522597" y="5193982"/>
                  </a:moveTo>
                  <a:lnTo>
                    <a:pt x="4517263" y="5193982"/>
                  </a:lnTo>
                  <a:lnTo>
                    <a:pt x="4517263" y="5213032"/>
                  </a:lnTo>
                  <a:lnTo>
                    <a:pt x="4522597" y="5213032"/>
                  </a:lnTo>
                  <a:lnTo>
                    <a:pt x="4526788" y="5208765"/>
                  </a:lnTo>
                  <a:lnTo>
                    <a:pt x="4526788" y="5198249"/>
                  </a:lnTo>
                  <a:lnTo>
                    <a:pt x="4522597" y="5193982"/>
                  </a:lnTo>
                  <a:close/>
                </a:path>
                <a:path w="10424160" h="5213350">
                  <a:moveTo>
                    <a:pt x="4479163" y="5193982"/>
                  </a:moveTo>
                  <a:lnTo>
                    <a:pt x="4473956" y="5193982"/>
                  </a:lnTo>
                  <a:lnTo>
                    <a:pt x="4469638" y="5198249"/>
                  </a:lnTo>
                  <a:lnTo>
                    <a:pt x="4469638" y="5208765"/>
                  </a:lnTo>
                  <a:lnTo>
                    <a:pt x="4473956" y="5213032"/>
                  </a:lnTo>
                  <a:lnTo>
                    <a:pt x="4479163" y="5213032"/>
                  </a:lnTo>
                  <a:lnTo>
                    <a:pt x="4479163" y="5193982"/>
                  </a:lnTo>
                  <a:close/>
                </a:path>
                <a:path w="10424160" h="5213350">
                  <a:moveTo>
                    <a:pt x="4484497" y="5193982"/>
                  </a:moveTo>
                  <a:lnTo>
                    <a:pt x="4479163" y="5193982"/>
                  </a:lnTo>
                  <a:lnTo>
                    <a:pt x="4479163" y="5213032"/>
                  </a:lnTo>
                  <a:lnTo>
                    <a:pt x="4484497" y="5213032"/>
                  </a:lnTo>
                  <a:lnTo>
                    <a:pt x="4488688" y="5208765"/>
                  </a:lnTo>
                  <a:lnTo>
                    <a:pt x="4488688" y="5198249"/>
                  </a:lnTo>
                  <a:lnTo>
                    <a:pt x="4484497" y="5193982"/>
                  </a:lnTo>
                  <a:close/>
                </a:path>
                <a:path w="10424160" h="5213350">
                  <a:moveTo>
                    <a:pt x="4441063" y="5193982"/>
                  </a:moveTo>
                  <a:lnTo>
                    <a:pt x="4435856" y="5193982"/>
                  </a:lnTo>
                  <a:lnTo>
                    <a:pt x="4431538" y="5198249"/>
                  </a:lnTo>
                  <a:lnTo>
                    <a:pt x="4431538" y="5208765"/>
                  </a:lnTo>
                  <a:lnTo>
                    <a:pt x="4435856" y="5213032"/>
                  </a:lnTo>
                  <a:lnTo>
                    <a:pt x="4441063" y="5213032"/>
                  </a:lnTo>
                  <a:lnTo>
                    <a:pt x="4441063" y="5193982"/>
                  </a:lnTo>
                  <a:close/>
                </a:path>
                <a:path w="10424160" h="5213350">
                  <a:moveTo>
                    <a:pt x="4446397" y="5193982"/>
                  </a:moveTo>
                  <a:lnTo>
                    <a:pt x="4441063" y="5193982"/>
                  </a:lnTo>
                  <a:lnTo>
                    <a:pt x="4441063" y="5213032"/>
                  </a:lnTo>
                  <a:lnTo>
                    <a:pt x="4446397" y="5213032"/>
                  </a:lnTo>
                  <a:lnTo>
                    <a:pt x="4450588" y="5208765"/>
                  </a:lnTo>
                  <a:lnTo>
                    <a:pt x="4450588" y="5198249"/>
                  </a:lnTo>
                  <a:lnTo>
                    <a:pt x="4446397" y="5193982"/>
                  </a:lnTo>
                  <a:close/>
                </a:path>
                <a:path w="10424160" h="5213350">
                  <a:moveTo>
                    <a:pt x="4402963" y="5193982"/>
                  </a:moveTo>
                  <a:lnTo>
                    <a:pt x="4397629" y="5193982"/>
                  </a:lnTo>
                  <a:lnTo>
                    <a:pt x="4393438" y="5198249"/>
                  </a:lnTo>
                  <a:lnTo>
                    <a:pt x="4393438" y="5208765"/>
                  </a:lnTo>
                  <a:lnTo>
                    <a:pt x="4397629" y="5213032"/>
                  </a:lnTo>
                  <a:lnTo>
                    <a:pt x="4402963" y="5213032"/>
                  </a:lnTo>
                  <a:lnTo>
                    <a:pt x="4402963" y="5193982"/>
                  </a:lnTo>
                  <a:close/>
                </a:path>
                <a:path w="10424160" h="5213350">
                  <a:moveTo>
                    <a:pt x="4408170" y="5193982"/>
                  </a:moveTo>
                  <a:lnTo>
                    <a:pt x="4402963" y="5193982"/>
                  </a:lnTo>
                  <a:lnTo>
                    <a:pt x="4402963" y="5213032"/>
                  </a:lnTo>
                  <a:lnTo>
                    <a:pt x="4408170" y="5213032"/>
                  </a:lnTo>
                  <a:lnTo>
                    <a:pt x="4412488" y="5208765"/>
                  </a:lnTo>
                  <a:lnTo>
                    <a:pt x="4412488" y="5198249"/>
                  </a:lnTo>
                  <a:lnTo>
                    <a:pt x="4408170" y="5193982"/>
                  </a:lnTo>
                  <a:close/>
                </a:path>
                <a:path w="10424160" h="5213350">
                  <a:moveTo>
                    <a:pt x="4364863" y="5193982"/>
                  </a:moveTo>
                  <a:lnTo>
                    <a:pt x="4359529" y="5193982"/>
                  </a:lnTo>
                  <a:lnTo>
                    <a:pt x="4355338" y="5198249"/>
                  </a:lnTo>
                  <a:lnTo>
                    <a:pt x="4355338" y="5208765"/>
                  </a:lnTo>
                  <a:lnTo>
                    <a:pt x="4359529" y="5213032"/>
                  </a:lnTo>
                  <a:lnTo>
                    <a:pt x="4364863" y="5213032"/>
                  </a:lnTo>
                  <a:lnTo>
                    <a:pt x="4364863" y="5193982"/>
                  </a:lnTo>
                  <a:close/>
                </a:path>
                <a:path w="10424160" h="5213350">
                  <a:moveTo>
                    <a:pt x="4370070" y="5193982"/>
                  </a:moveTo>
                  <a:lnTo>
                    <a:pt x="4364863" y="5193982"/>
                  </a:lnTo>
                  <a:lnTo>
                    <a:pt x="4364863" y="5213032"/>
                  </a:lnTo>
                  <a:lnTo>
                    <a:pt x="4370070" y="5213032"/>
                  </a:lnTo>
                  <a:lnTo>
                    <a:pt x="4374388" y="5208765"/>
                  </a:lnTo>
                  <a:lnTo>
                    <a:pt x="4374388" y="5198249"/>
                  </a:lnTo>
                  <a:lnTo>
                    <a:pt x="4370070" y="5193982"/>
                  </a:lnTo>
                  <a:close/>
                </a:path>
                <a:path w="10424160" h="5213350">
                  <a:moveTo>
                    <a:pt x="4326763" y="5193982"/>
                  </a:moveTo>
                  <a:lnTo>
                    <a:pt x="4321429" y="5193982"/>
                  </a:lnTo>
                  <a:lnTo>
                    <a:pt x="4317238" y="5198249"/>
                  </a:lnTo>
                  <a:lnTo>
                    <a:pt x="4317238" y="5208765"/>
                  </a:lnTo>
                  <a:lnTo>
                    <a:pt x="4321429" y="5213032"/>
                  </a:lnTo>
                  <a:lnTo>
                    <a:pt x="4326763" y="5213032"/>
                  </a:lnTo>
                  <a:lnTo>
                    <a:pt x="4326763" y="5193982"/>
                  </a:lnTo>
                  <a:close/>
                </a:path>
                <a:path w="10424160" h="5213350">
                  <a:moveTo>
                    <a:pt x="4331970" y="5193982"/>
                  </a:moveTo>
                  <a:lnTo>
                    <a:pt x="4326763" y="5193982"/>
                  </a:lnTo>
                  <a:lnTo>
                    <a:pt x="4326763" y="5213032"/>
                  </a:lnTo>
                  <a:lnTo>
                    <a:pt x="4331970" y="5213032"/>
                  </a:lnTo>
                  <a:lnTo>
                    <a:pt x="4336288" y="5208765"/>
                  </a:lnTo>
                  <a:lnTo>
                    <a:pt x="4336288" y="5198249"/>
                  </a:lnTo>
                  <a:lnTo>
                    <a:pt x="4331970" y="5193982"/>
                  </a:lnTo>
                  <a:close/>
                </a:path>
                <a:path w="10424160" h="5213350">
                  <a:moveTo>
                    <a:pt x="4288536" y="5193982"/>
                  </a:moveTo>
                  <a:lnTo>
                    <a:pt x="4283329" y="5193982"/>
                  </a:lnTo>
                  <a:lnTo>
                    <a:pt x="4279011" y="5198249"/>
                  </a:lnTo>
                  <a:lnTo>
                    <a:pt x="4279011" y="5208765"/>
                  </a:lnTo>
                  <a:lnTo>
                    <a:pt x="4283329" y="5213032"/>
                  </a:lnTo>
                  <a:lnTo>
                    <a:pt x="4288536" y="5213032"/>
                  </a:lnTo>
                  <a:lnTo>
                    <a:pt x="4288536" y="5193982"/>
                  </a:lnTo>
                  <a:close/>
                </a:path>
                <a:path w="10424160" h="5213350">
                  <a:moveTo>
                    <a:pt x="4293870" y="5193982"/>
                  </a:moveTo>
                  <a:lnTo>
                    <a:pt x="4288663" y="5193982"/>
                  </a:lnTo>
                  <a:lnTo>
                    <a:pt x="4288663" y="5213032"/>
                  </a:lnTo>
                  <a:lnTo>
                    <a:pt x="4293870" y="5213032"/>
                  </a:lnTo>
                  <a:lnTo>
                    <a:pt x="4298188" y="5208765"/>
                  </a:lnTo>
                  <a:lnTo>
                    <a:pt x="4298188" y="5198249"/>
                  </a:lnTo>
                  <a:lnTo>
                    <a:pt x="4293870" y="5193982"/>
                  </a:lnTo>
                  <a:close/>
                </a:path>
                <a:path w="10424160" h="5213350">
                  <a:moveTo>
                    <a:pt x="4250436" y="5193982"/>
                  </a:moveTo>
                  <a:lnTo>
                    <a:pt x="4245229" y="5193982"/>
                  </a:lnTo>
                  <a:lnTo>
                    <a:pt x="4240911" y="5198249"/>
                  </a:lnTo>
                  <a:lnTo>
                    <a:pt x="4240911" y="5208765"/>
                  </a:lnTo>
                  <a:lnTo>
                    <a:pt x="4245229" y="5213032"/>
                  </a:lnTo>
                  <a:lnTo>
                    <a:pt x="4250436" y="5213032"/>
                  </a:lnTo>
                  <a:lnTo>
                    <a:pt x="4250436" y="5193982"/>
                  </a:lnTo>
                  <a:close/>
                </a:path>
                <a:path w="10424160" h="5213350">
                  <a:moveTo>
                    <a:pt x="4255770" y="5193982"/>
                  </a:moveTo>
                  <a:lnTo>
                    <a:pt x="4250436" y="5193982"/>
                  </a:lnTo>
                  <a:lnTo>
                    <a:pt x="4250436" y="5213032"/>
                  </a:lnTo>
                  <a:lnTo>
                    <a:pt x="4255770" y="5213032"/>
                  </a:lnTo>
                  <a:lnTo>
                    <a:pt x="4259961" y="5208765"/>
                  </a:lnTo>
                  <a:lnTo>
                    <a:pt x="4259961" y="5198249"/>
                  </a:lnTo>
                  <a:lnTo>
                    <a:pt x="4255770" y="5193982"/>
                  </a:lnTo>
                  <a:close/>
                </a:path>
                <a:path w="10424160" h="5213350">
                  <a:moveTo>
                    <a:pt x="4212336" y="5193982"/>
                  </a:moveTo>
                  <a:lnTo>
                    <a:pt x="4207129" y="5193982"/>
                  </a:lnTo>
                  <a:lnTo>
                    <a:pt x="4202811" y="5198249"/>
                  </a:lnTo>
                  <a:lnTo>
                    <a:pt x="4202811" y="5208765"/>
                  </a:lnTo>
                  <a:lnTo>
                    <a:pt x="4207129" y="5213032"/>
                  </a:lnTo>
                  <a:lnTo>
                    <a:pt x="4212336" y="5213032"/>
                  </a:lnTo>
                  <a:lnTo>
                    <a:pt x="4212336" y="5193982"/>
                  </a:lnTo>
                  <a:close/>
                </a:path>
                <a:path w="10424160" h="5213350">
                  <a:moveTo>
                    <a:pt x="4217670" y="5193982"/>
                  </a:moveTo>
                  <a:lnTo>
                    <a:pt x="4212336" y="5193982"/>
                  </a:lnTo>
                  <a:lnTo>
                    <a:pt x="4212336" y="5213032"/>
                  </a:lnTo>
                  <a:lnTo>
                    <a:pt x="4217670" y="5213032"/>
                  </a:lnTo>
                  <a:lnTo>
                    <a:pt x="4221861" y="5208765"/>
                  </a:lnTo>
                  <a:lnTo>
                    <a:pt x="4221861" y="5198249"/>
                  </a:lnTo>
                  <a:lnTo>
                    <a:pt x="4217670" y="5193982"/>
                  </a:lnTo>
                  <a:close/>
                </a:path>
                <a:path w="10424160" h="5213350">
                  <a:moveTo>
                    <a:pt x="4174236" y="5193982"/>
                  </a:moveTo>
                  <a:lnTo>
                    <a:pt x="4169029" y="5193982"/>
                  </a:lnTo>
                  <a:lnTo>
                    <a:pt x="4164711" y="5198249"/>
                  </a:lnTo>
                  <a:lnTo>
                    <a:pt x="4164711" y="5208765"/>
                  </a:lnTo>
                  <a:lnTo>
                    <a:pt x="4169029" y="5213032"/>
                  </a:lnTo>
                  <a:lnTo>
                    <a:pt x="4174236" y="5213032"/>
                  </a:lnTo>
                  <a:lnTo>
                    <a:pt x="4174236" y="5193982"/>
                  </a:lnTo>
                  <a:close/>
                </a:path>
                <a:path w="10424160" h="5213350">
                  <a:moveTo>
                    <a:pt x="4179570" y="5193982"/>
                  </a:moveTo>
                  <a:lnTo>
                    <a:pt x="4174236" y="5193982"/>
                  </a:lnTo>
                  <a:lnTo>
                    <a:pt x="4174236" y="5213032"/>
                  </a:lnTo>
                  <a:lnTo>
                    <a:pt x="4179570" y="5213032"/>
                  </a:lnTo>
                  <a:lnTo>
                    <a:pt x="4183761" y="5208765"/>
                  </a:lnTo>
                  <a:lnTo>
                    <a:pt x="4183761" y="5198249"/>
                  </a:lnTo>
                  <a:lnTo>
                    <a:pt x="4179570" y="5193982"/>
                  </a:lnTo>
                  <a:close/>
                </a:path>
                <a:path w="10424160" h="5213350">
                  <a:moveTo>
                    <a:pt x="4136136" y="5193982"/>
                  </a:moveTo>
                  <a:lnTo>
                    <a:pt x="4130802" y="5193982"/>
                  </a:lnTo>
                  <a:lnTo>
                    <a:pt x="4126611" y="5198249"/>
                  </a:lnTo>
                  <a:lnTo>
                    <a:pt x="4126611" y="5208765"/>
                  </a:lnTo>
                  <a:lnTo>
                    <a:pt x="4130802" y="5213032"/>
                  </a:lnTo>
                  <a:lnTo>
                    <a:pt x="4136136" y="5213032"/>
                  </a:lnTo>
                  <a:lnTo>
                    <a:pt x="4136136" y="5193982"/>
                  </a:lnTo>
                  <a:close/>
                </a:path>
                <a:path w="10424160" h="5213350">
                  <a:moveTo>
                    <a:pt x="4141343" y="5193982"/>
                  </a:moveTo>
                  <a:lnTo>
                    <a:pt x="4136136" y="5193982"/>
                  </a:lnTo>
                  <a:lnTo>
                    <a:pt x="4136136" y="5213032"/>
                  </a:lnTo>
                  <a:lnTo>
                    <a:pt x="4141343" y="5213032"/>
                  </a:lnTo>
                  <a:lnTo>
                    <a:pt x="4145661" y="5208765"/>
                  </a:lnTo>
                  <a:lnTo>
                    <a:pt x="4145661" y="5198249"/>
                  </a:lnTo>
                  <a:lnTo>
                    <a:pt x="4141343" y="5193982"/>
                  </a:lnTo>
                  <a:close/>
                </a:path>
                <a:path w="10424160" h="5213350">
                  <a:moveTo>
                    <a:pt x="4098036" y="5193982"/>
                  </a:moveTo>
                  <a:lnTo>
                    <a:pt x="4092702" y="5193982"/>
                  </a:lnTo>
                  <a:lnTo>
                    <a:pt x="4088511" y="5198249"/>
                  </a:lnTo>
                  <a:lnTo>
                    <a:pt x="4088511" y="5208765"/>
                  </a:lnTo>
                  <a:lnTo>
                    <a:pt x="4092702" y="5213032"/>
                  </a:lnTo>
                  <a:lnTo>
                    <a:pt x="4098036" y="5213032"/>
                  </a:lnTo>
                  <a:lnTo>
                    <a:pt x="4098036" y="5193982"/>
                  </a:lnTo>
                  <a:close/>
                </a:path>
                <a:path w="10424160" h="5213350">
                  <a:moveTo>
                    <a:pt x="4103243" y="5193982"/>
                  </a:moveTo>
                  <a:lnTo>
                    <a:pt x="4098036" y="5193982"/>
                  </a:lnTo>
                  <a:lnTo>
                    <a:pt x="4098036" y="5213032"/>
                  </a:lnTo>
                  <a:lnTo>
                    <a:pt x="4103243" y="5213032"/>
                  </a:lnTo>
                  <a:lnTo>
                    <a:pt x="4107561" y="5208765"/>
                  </a:lnTo>
                  <a:lnTo>
                    <a:pt x="4107561" y="5198249"/>
                  </a:lnTo>
                  <a:lnTo>
                    <a:pt x="4103243" y="5193982"/>
                  </a:lnTo>
                  <a:close/>
                </a:path>
                <a:path w="10424160" h="5213350">
                  <a:moveTo>
                    <a:pt x="4059809" y="5193982"/>
                  </a:moveTo>
                  <a:lnTo>
                    <a:pt x="4054602" y="5193982"/>
                  </a:lnTo>
                  <a:lnTo>
                    <a:pt x="4050284" y="5198249"/>
                  </a:lnTo>
                  <a:lnTo>
                    <a:pt x="4050284" y="5208765"/>
                  </a:lnTo>
                  <a:lnTo>
                    <a:pt x="4054602" y="5213032"/>
                  </a:lnTo>
                  <a:lnTo>
                    <a:pt x="4059809" y="5213032"/>
                  </a:lnTo>
                  <a:lnTo>
                    <a:pt x="4059809" y="5193982"/>
                  </a:lnTo>
                  <a:close/>
                </a:path>
                <a:path w="10424160" h="5213350">
                  <a:moveTo>
                    <a:pt x="4065143" y="5193982"/>
                  </a:moveTo>
                  <a:lnTo>
                    <a:pt x="4059936" y="5193982"/>
                  </a:lnTo>
                  <a:lnTo>
                    <a:pt x="4059936" y="5213032"/>
                  </a:lnTo>
                  <a:lnTo>
                    <a:pt x="4065143" y="5213032"/>
                  </a:lnTo>
                  <a:lnTo>
                    <a:pt x="4069461" y="5208765"/>
                  </a:lnTo>
                  <a:lnTo>
                    <a:pt x="4069461" y="5198249"/>
                  </a:lnTo>
                  <a:lnTo>
                    <a:pt x="4065143" y="5193982"/>
                  </a:lnTo>
                  <a:close/>
                </a:path>
                <a:path w="10424160" h="5213350">
                  <a:moveTo>
                    <a:pt x="4021709" y="5193982"/>
                  </a:moveTo>
                  <a:lnTo>
                    <a:pt x="4016502" y="5193982"/>
                  </a:lnTo>
                  <a:lnTo>
                    <a:pt x="4012184" y="5198249"/>
                  </a:lnTo>
                  <a:lnTo>
                    <a:pt x="4012184" y="5208765"/>
                  </a:lnTo>
                  <a:lnTo>
                    <a:pt x="4016502" y="5213032"/>
                  </a:lnTo>
                  <a:lnTo>
                    <a:pt x="4021709" y="5213032"/>
                  </a:lnTo>
                  <a:lnTo>
                    <a:pt x="4021709" y="5193982"/>
                  </a:lnTo>
                  <a:close/>
                </a:path>
                <a:path w="10424160" h="5213350">
                  <a:moveTo>
                    <a:pt x="4027043" y="5193982"/>
                  </a:moveTo>
                  <a:lnTo>
                    <a:pt x="4021709" y="5193982"/>
                  </a:lnTo>
                  <a:lnTo>
                    <a:pt x="4021709" y="5213032"/>
                  </a:lnTo>
                  <a:lnTo>
                    <a:pt x="4027043" y="5213032"/>
                  </a:lnTo>
                  <a:lnTo>
                    <a:pt x="4031234" y="5208765"/>
                  </a:lnTo>
                  <a:lnTo>
                    <a:pt x="4031234" y="5198249"/>
                  </a:lnTo>
                  <a:lnTo>
                    <a:pt x="4027043" y="5193982"/>
                  </a:lnTo>
                  <a:close/>
                </a:path>
                <a:path w="10424160" h="5213350">
                  <a:moveTo>
                    <a:pt x="3983609" y="5193982"/>
                  </a:moveTo>
                  <a:lnTo>
                    <a:pt x="3978402" y="5193982"/>
                  </a:lnTo>
                  <a:lnTo>
                    <a:pt x="3974084" y="5198249"/>
                  </a:lnTo>
                  <a:lnTo>
                    <a:pt x="3974084" y="5208765"/>
                  </a:lnTo>
                  <a:lnTo>
                    <a:pt x="3978402" y="5213032"/>
                  </a:lnTo>
                  <a:lnTo>
                    <a:pt x="3983609" y="5213032"/>
                  </a:lnTo>
                  <a:lnTo>
                    <a:pt x="3983609" y="5193982"/>
                  </a:lnTo>
                  <a:close/>
                </a:path>
                <a:path w="10424160" h="5213350">
                  <a:moveTo>
                    <a:pt x="3988943" y="5193982"/>
                  </a:moveTo>
                  <a:lnTo>
                    <a:pt x="3983609" y="5193982"/>
                  </a:lnTo>
                  <a:lnTo>
                    <a:pt x="3983609" y="5213032"/>
                  </a:lnTo>
                  <a:lnTo>
                    <a:pt x="3988943" y="5213032"/>
                  </a:lnTo>
                  <a:lnTo>
                    <a:pt x="3993134" y="5208765"/>
                  </a:lnTo>
                  <a:lnTo>
                    <a:pt x="3993134" y="5198249"/>
                  </a:lnTo>
                  <a:lnTo>
                    <a:pt x="3988943" y="5193982"/>
                  </a:lnTo>
                  <a:close/>
                </a:path>
                <a:path w="10424160" h="5213350">
                  <a:moveTo>
                    <a:pt x="3945509" y="5193982"/>
                  </a:moveTo>
                  <a:lnTo>
                    <a:pt x="3940302" y="5193982"/>
                  </a:lnTo>
                  <a:lnTo>
                    <a:pt x="3935984" y="5198249"/>
                  </a:lnTo>
                  <a:lnTo>
                    <a:pt x="3935984" y="5208765"/>
                  </a:lnTo>
                  <a:lnTo>
                    <a:pt x="3940302" y="5213032"/>
                  </a:lnTo>
                  <a:lnTo>
                    <a:pt x="3945509" y="5213032"/>
                  </a:lnTo>
                  <a:lnTo>
                    <a:pt x="3945509" y="5193982"/>
                  </a:lnTo>
                  <a:close/>
                </a:path>
                <a:path w="10424160" h="5213350">
                  <a:moveTo>
                    <a:pt x="3950843" y="5193982"/>
                  </a:moveTo>
                  <a:lnTo>
                    <a:pt x="3945509" y="5193982"/>
                  </a:lnTo>
                  <a:lnTo>
                    <a:pt x="3945509" y="5213032"/>
                  </a:lnTo>
                  <a:lnTo>
                    <a:pt x="3950843" y="5213032"/>
                  </a:lnTo>
                  <a:lnTo>
                    <a:pt x="3955034" y="5208765"/>
                  </a:lnTo>
                  <a:lnTo>
                    <a:pt x="3955034" y="5198249"/>
                  </a:lnTo>
                  <a:lnTo>
                    <a:pt x="3950843" y="5193982"/>
                  </a:lnTo>
                  <a:close/>
                </a:path>
                <a:path w="10424160" h="5213350">
                  <a:moveTo>
                    <a:pt x="3907409" y="5193982"/>
                  </a:moveTo>
                  <a:lnTo>
                    <a:pt x="3902075" y="5193982"/>
                  </a:lnTo>
                  <a:lnTo>
                    <a:pt x="3897884" y="5198249"/>
                  </a:lnTo>
                  <a:lnTo>
                    <a:pt x="3897884" y="5208765"/>
                  </a:lnTo>
                  <a:lnTo>
                    <a:pt x="3902075" y="5213032"/>
                  </a:lnTo>
                  <a:lnTo>
                    <a:pt x="3907409" y="5213032"/>
                  </a:lnTo>
                  <a:lnTo>
                    <a:pt x="3907409" y="5193982"/>
                  </a:lnTo>
                  <a:close/>
                </a:path>
                <a:path w="10424160" h="5213350">
                  <a:moveTo>
                    <a:pt x="3912616" y="5193982"/>
                  </a:moveTo>
                  <a:lnTo>
                    <a:pt x="3907409" y="5193982"/>
                  </a:lnTo>
                  <a:lnTo>
                    <a:pt x="3907409" y="5213032"/>
                  </a:lnTo>
                  <a:lnTo>
                    <a:pt x="3912616" y="5213032"/>
                  </a:lnTo>
                  <a:lnTo>
                    <a:pt x="3916934" y="5208765"/>
                  </a:lnTo>
                  <a:lnTo>
                    <a:pt x="3916934" y="5198249"/>
                  </a:lnTo>
                  <a:lnTo>
                    <a:pt x="3912616" y="5193982"/>
                  </a:lnTo>
                  <a:close/>
                </a:path>
                <a:path w="10424160" h="5213350">
                  <a:moveTo>
                    <a:pt x="3869309" y="5193982"/>
                  </a:moveTo>
                  <a:lnTo>
                    <a:pt x="3863975" y="5193982"/>
                  </a:lnTo>
                  <a:lnTo>
                    <a:pt x="3859784" y="5198249"/>
                  </a:lnTo>
                  <a:lnTo>
                    <a:pt x="3859784" y="5208765"/>
                  </a:lnTo>
                  <a:lnTo>
                    <a:pt x="3863975" y="5213032"/>
                  </a:lnTo>
                  <a:lnTo>
                    <a:pt x="3869309" y="5213032"/>
                  </a:lnTo>
                  <a:lnTo>
                    <a:pt x="3869309" y="5193982"/>
                  </a:lnTo>
                  <a:close/>
                </a:path>
                <a:path w="10424160" h="5213350">
                  <a:moveTo>
                    <a:pt x="3874516" y="5193982"/>
                  </a:moveTo>
                  <a:lnTo>
                    <a:pt x="3869309" y="5193982"/>
                  </a:lnTo>
                  <a:lnTo>
                    <a:pt x="3869309" y="5213032"/>
                  </a:lnTo>
                  <a:lnTo>
                    <a:pt x="3874516" y="5213032"/>
                  </a:lnTo>
                  <a:lnTo>
                    <a:pt x="3878834" y="5208765"/>
                  </a:lnTo>
                  <a:lnTo>
                    <a:pt x="3878834" y="5198249"/>
                  </a:lnTo>
                  <a:lnTo>
                    <a:pt x="3874516" y="5193982"/>
                  </a:lnTo>
                  <a:close/>
                </a:path>
                <a:path w="10424160" h="5213350">
                  <a:moveTo>
                    <a:pt x="3831209" y="5193982"/>
                  </a:moveTo>
                  <a:lnTo>
                    <a:pt x="3825875" y="5193982"/>
                  </a:lnTo>
                  <a:lnTo>
                    <a:pt x="3821684" y="5198249"/>
                  </a:lnTo>
                  <a:lnTo>
                    <a:pt x="3821684" y="5208765"/>
                  </a:lnTo>
                  <a:lnTo>
                    <a:pt x="3825875" y="5213032"/>
                  </a:lnTo>
                  <a:lnTo>
                    <a:pt x="3831209" y="5213032"/>
                  </a:lnTo>
                  <a:lnTo>
                    <a:pt x="3831209" y="5193982"/>
                  </a:lnTo>
                  <a:close/>
                </a:path>
                <a:path w="10424160" h="5213350">
                  <a:moveTo>
                    <a:pt x="3836416" y="5193982"/>
                  </a:moveTo>
                  <a:lnTo>
                    <a:pt x="3831209" y="5193982"/>
                  </a:lnTo>
                  <a:lnTo>
                    <a:pt x="3831209" y="5213032"/>
                  </a:lnTo>
                  <a:lnTo>
                    <a:pt x="3836416" y="5213032"/>
                  </a:lnTo>
                  <a:lnTo>
                    <a:pt x="3840734" y="5208765"/>
                  </a:lnTo>
                  <a:lnTo>
                    <a:pt x="3840734" y="5198249"/>
                  </a:lnTo>
                  <a:lnTo>
                    <a:pt x="3836416" y="5193982"/>
                  </a:lnTo>
                  <a:close/>
                </a:path>
                <a:path w="10424160" h="5213350">
                  <a:moveTo>
                    <a:pt x="3792982" y="5193982"/>
                  </a:moveTo>
                  <a:lnTo>
                    <a:pt x="3787775" y="5193982"/>
                  </a:lnTo>
                  <a:lnTo>
                    <a:pt x="3783457" y="5198249"/>
                  </a:lnTo>
                  <a:lnTo>
                    <a:pt x="3783457" y="5208765"/>
                  </a:lnTo>
                  <a:lnTo>
                    <a:pt x="3787775" y="5213032"/>
                  </a:lnTo>
                  <a:lnTo>
                    <a:pt x="3792982" y="5213032"/>
                  </a:lnTo>
                  <a:lnTo>
                    <a:pt x="3792982" y="5193982"/>
                  </a:lnTo>
                  <a:close/>
                </a:path>
                <a:path w="10424160" h="5213350">
                  <a:moveTo>
                    <a:pt x="3798316" y="5193982"/>
                  </a:moveTo>
                  <a:lnTo>
                    <a:pt x="3793109" y="5193982"/>
                  </a:lnTo>
                  <a:lnTo>
                    <a:pt x="3793109" y="5213032"/>
                  </a:lnTo>
                  <a:lnTo>
                    <a:pt x="3798316" y="5213032"/>
                  </a:lnTo>
                  <a:lnTo>
                    <a:pt x="3802634" y="5208765"/>
                  </a:lnTo>
                  <a:lnTo>
                    <a:pt x="3802634" y="5198249"/>
                  </a:lnTo>
                  <a:lnTo>
                    <a:pt x="3798316" y="5193982"/>
                  </a:lnTo>
                  <a:close/>
                </a:path>
                <a:path w="10424160" h="5213350">
                  <a:moveTo>
                    <a:pt x="3754882" y="5193982"/>
                  </a:moveTo>
                  <a:lnTo>
                    <a:pt x="3749675" y="5193982"/>
                  </a:lnTo>
                  <a:lnTo>
                    <a:pt x="3745357" y="5198249"/>
                  </a:lnTo>
                  <a:lnTo>
                    <a:pt x="3745357" y="5208765"/>
                  </a:lnTo>
                  <a:lnTo>
                    <a:pt x="3749675" y="5213032"/>
                  </a:lnTo>
                  <a:lnTo>
                    <a:pt x="3754882" y="5213032"/>
                  </a:lnTo>
                  <a:lnTo>
                    <a:pt x="3754882" y="5193982"/>
                  </a:lnTo>
                  <a:close/>
                </a:path>
                <a:path w="10424160" h="5213350">
                  <a:moveTo>
                    <a:pt x="3760216" y="5193982"/>
                  </a:moveTo>
                  <a:lnTo>
                    <a:pt x="3754882" y="5193982"/>
                  </a:lnTo>
                  <a:lnTo>
                    <a:pt x="3754882" y="5213032"/>
                  </a:lnTo>
                  <a:lnTo>
                    <a:pt x="3760216" y="5213032"/>
                  </a:lnTo>
                  <a:lnTo>
                    <a:pt x="3764407" y="5208765"/>
                  </a:lnTo>
                  <a:lnTo>
                    <a:pt x="3764407" y="5198249"/>
                  </a:lnTo>
                  <a:lnTo>
                    <a:pt x="3760216" y="5193982"/>
                  </a:lnTo>
                  <a:close/>
                </a:path>
                <a:path w="10424160" h="5213350">
                  <a:moveTo>
                    <a:pt x="3716782" y="5193982"/>
                  </a:moveTo>
                  <a:lnTo>
                    <a:pt x="3711575" y="5193982"/>
                  </a:lnTo>
                  <a:lnTo>
                    <a:pt x="3707257" y="5198249"/>
                  </a:lnTo>
                  <a:lnTo>
                    <a:pt x="3707257" y="5208765"/>
                  </a:lnTo>
                  <a:lnTo>
                    <a:pt x="3711575" y="5213032"/>
                  </a:lnTo>
                  <a:lnTo>
                    <a:pt x="3716782" y="5213032"/>
                  </a:lnTo>
                  <a:lnTo>
                    <a:pt x="3716782" y="5193982"/>
                  </a:lnTo>
                  <a:close/>
                </a:path>
                <a:path w="10424160" h="5213350">
                  <a:moveTo>
                    <a:pt x="3722116" y="5193982"/>
                  </a:moveTo>
                  <a:lnTo>
                    <a:pt x="3716782" y="5193982"/>
                  </a:lnTo>
                  <a:lnTo>
                    <a:pt x="3716782" y="5213032"/>
                  </a:lnTo>
                  <a:lnTo>
                    <a:pt x="3722116" y="5213032"/>
                  </a:lnTo>
                  <a:lnTo>
                    <a:pt x="3726307" y="5208765"/>
                  </a:lnTo>
                  <a:lnTo>
                    <a:pt x="3726307" y="5198249"/>
                  </a:lnTo>
                  <a:lnTo>
                    <a:pt x="3722116" y="5193982"/>
                  </a:lnTo>
                  <a:close/>
                </a:path>
                <a:path w="10424160" h="5213350">
                  <a:moveTo>
                    <a:pt x="3678682" y="5193982"/>
                  </a:moveTo>
                  <a:lnTo>
                    <a:pt x="3673475" y="5193982"/>
                  </a:lnTo>
                  <a:lnTo>
                    <a:pt x="3669157" y="5198249"/>
                  </a:lnTo>
                  <a:lnTo>
                    <a:pt x="3669157" y="5208765"/>
                  </a:lnTo>
                  <a:lnTo>
                    <a:pt x="3673475" y="5213032"/>
                  </a:lnTo>
                  <a:lnTo>
                    <a:pt x="3678682" y="5213032"/>
                  </a:lnTo>
                  <a:lnTo>
                    <a:pt x="3678682" y="5193982"/>
                  </a:lnTo>
                  <a:close/>
                </a:path>
                <a:path w="10424160" h="5213350">
                  <a:moveTo>
                    <a:pt x="3684016" y="5193982"/>
                  </a:moveTo>
                  <a:lnTo>
                    <a:pt x="3678682" y="5193982"/>
                  </a:lnTo>
                  <a:lnTo>
                    <a:pt x="3678682" y="5213032"/>
                  </a:lnTo>
                  <a:lnTo>
                    <a:pt x="3684016" y="5213032"/>
                  </a:lnTo>
                  <a:lnTo>
                    <a:pt x="3688207" y="5208765"/>
                  </a:lnTo>
                  <a:lnTo>
                    <a:pt x="3688207" y="5198249"/>
                  </a:lnTo>
                  <a:lnTo>
                    <a:pt x="3684016" y="5193982"/>
                  </a:lnTo>
                  <a:close/>
                </a:path>
                <a:path w="10424160" h="5213350">
                  <a:moveTo>
                    <a:pt x="3640582" y="5193982"/>
                  </a:moveTo>
                  <a:lnTo>
                    <a:pt x="3635248" y="5193982"/>
                  </a:lnTo>
                  <a:lnTo>
                    <a:pt x="3631057" y="5198249"/>
                  </a:lnTo>
                  <a:lnTo>
                    <a:pt x="3631057" y="5208765"/>
                  </a:lnTo>
                  <a:lnTo>
                    <a:pt x="3635248" y="5213032"/>
                  </a:lnTo>
                  <a:lnTo>
                    <a:pt x="3640582" y="5213032"/>
                  </a:lnTo>
                  <a:lnTo>
                    <a:pt x="3640582" y="5193982"/>
                  </a:lnTo>
                  <a:close/>
                </a:path>
                <a:path w="10424160" h="5213350">
                  <a:moveTo>
                    <a:pt x="3645789" y="5193982"/>
                  </a:moveTo>
                  <a:lnTo>
                    <a:pt x="3640582" y="5193982"/>
                  </a:lnTo>
                  <a:lnTo>
                    <a:pt x="3640582" y="5213032"/>
                  </a:lnTo>
                  <a:lnTo>
                    <a:pt x="3645789" y="5213032"/>
                  </a:lnTo>
                  <a:lnTo>
                    <a:pt x="3650107" y="5208765"/>
                  </a:lnTo>
                  <a:lnTo>
                    <a:pt x="3650107" y="5198249"/>
                  </a:lnTo>
                  <a:lnTo>
                    <a:pt x="3645789" y="5193982"/>
                  </a:lnTo>
                  <a:close/>
                </a:path>
                <a:path w="10424160" h="5213350">
                  <a:moveTo>
                    <a:pt x="3602482" y="5193982"/>
                  </a:moveTo>
                  <a:lnTo>
                    <a:pt x="3597148" y="5193982"/>
                  </a:lnTo>
                  <a:lnTo>
                    <a:pt x="3592957" y="5198249"/>
                  </a:lnTo>
                  <a:lnTo>
                    <a:pt x="3592957" y="5208765"/>
                  </a:lnTo>
                  <a:lnTo>
                    <a:pt x="3597148" y="5213032"/>
                  </a:lnTo>
                  <a:lnTo>
                    <a:pt x="3602482" y="5213032"/>
                  </a:lnTo>
                  <a:lnTo>
                    <a:pt x="3602482" y="5193982"/>
                  </a:lnTo>
                  <a:close/>
                </a:path>
                <a:path w="10424160" h="5213350">
                  <a:moveTo>
                    <a:pt x="3607689" y="5193982"/>
                  </a:moveTo>
                  <a:lnTo>
                    <a:pt x="3602482" y="5193982"/>
                  </a:lnTo>
                  <a:lnTo>
                    <a:pt x="3602482" y="5213032"/>
                  </a:lnTo>
                  <a:lnTo>
                    <a:pt x="3607689" y="5213032"/>
                  </a:lnTo>
                  <a:lnTo>
                    <a:pt x="3612007" y="5208765"/>
                  </a:lnTo>
                  <a:lnTo>
                    <a:pt x="3612007" y="5198249"/>
                  </a:lnTo>
                  <a:lnTo>
                    <a:pt x="3607689" y="5193982"/>
                  </a:lnTo>
                  <a:close/>
                </a:path>
                <a:path w="10424160" h="5213350">
                  <a:moveTo>
                    <a:pt x="3564382" y="5193982"/>
                  </a:moveTo>
                  <a:lnTo>
                    <a:pt x="3559048" y="5193982"/>
                  </a:lnTo>
                  <a:lnTo>
                    <a:pt x="3554857" y="5198249"/>
                  </a:lnTo>
                  <a:lnTo>
                    <a:pt x="3554857" y="5208765"/>
                  </a:lnTo>
                  <a:lnTo>
                    <a:pt x="3559048" y="5213032"/>
                  </a:lnTo>
                  <a:lnTo>
                    <a:pt x="3564382" y="5213032"/>
                  </a:lnTo>
                  <a:lnTo>
                    <a:pt x="3564382" y="5193982"/>
                  </a:lnTo>
                  <a:close/>
                </a:path>
                <a:path w="10424160" h="5213350">
                  <a:moveTo>
                    <a:pt x="3569589" y="5193982"/>
                  </a:moveTo>
                  <a:lnTo>
                    <a:pt x="3564382" y="5193982"/>
                  </a:lnTo>
                  <a:lnTo>
                    <a:pt x="3564382" y="5213032"/>
                  </a:lnTo>
                  <a:lnTo>
                    <a:pt x="3569589" y="5213032"/>
                  </a:lnTo>
                  <a:lnTo>
                    <a:pt x="3573907" y="5208765"/>
                  </a:lnTo>
                  <a:lnTo>
                    <a:pt x="3573907" y="5198249"/>
                  </a:lnTo>
                  <a:lnTo>
                    <a:pt x="3569589" y="5193982"/>
                  </a:lnTo>
                  <a:close/>
                </a:path>
                <a:path w="10424160" h="5213350">
                  <a:moveTo>
                    <a:pt x="3526155" y="5193982"/>
                  </a:moveTo>
                  <a:lnTo>
                    <a:pt x="3520948" y="5193982"/>
                  </a:lnTo>
                  <a:lnTo>
                    <a:pt x="3516630" y="5198249"/>
                  </a:lnTo>
                  <a:lnTo>
                    <a:pt x="3516630" y="5208765"/>
                  </a:lnTo>
                  <a:lnTo>
                    <a:pt x="3520948" y="5213032"/>
                  </a:lnTo>
                  <a:lnTo>
                    <a:pt x="3526155" y="5213032"/>
                  </a:lnTo>
                  <a:lnTo>
                    <a:pt x="3526155" y="5193982"/>
                  </a:lnTo>
                  <a:close/>
                </a:path>
                <a:path w="10424160" h="5213350">
                  <a:moveTo>
                    <a:pt x="3531489" y="5193982"/>
                  </a:moveTo>
                  <a:lnTo>
                    <a:pt x="3526282" y="5193982"/>
                  </a:lnTo>
                  <a:lnTo>
                    <a:pt x="3526282" y="5213032"/>
                  </a:lnTo>
                  <a:lnTo>
                    <a:pt x="3531489" y="5213032"/>
                  </a:lnTo>
                  <a:lnTo>
                    <a:pt x="3535807" y="5208765"/>
                  </a:lnTo>
                  <a:lnTo>
                    <a:pt x="3535807" y="5198249"/>
                  </a:lnTo>
                  <a:lnTo>
                    <a:pt x="3531489" y="5193982"/>
                  </a:lnTo>
                  <a:close/>
                </a:path>
                <a:path w="10424160" h="5213350">
                  <a:moveTo>
                    <a:pt x="3488055" y="5193982"/>
                  </a:moveTo>
                  <a:lnTo>
                    <a:pt x="3482848" y="5193982"/>
                  </a:lnTo>
                  <a:lnTo>
                    <a:pt x="3478530" y="5198249"/>
                  </a:lnTo>
                  <a:lnTo>
                    <a:pt x="3478530" y="5208765"/>
                  </a:lnTo>
                  <a:lnTo>
                    <a:pt x="3482848" y="5213032"/>
                  </a:lnTo>
                  <a:lnTo>
                    <a:pt x="3488055" y="5213032"/>
                  </a:lnTo>
                  <a:lnTo>
                    <a:pt x="3488055" y="5193982"/>
                  </a:lnTo>
                  <a:close/>
                </a:path>
                <a:path w="10424160" h="5213350">
                  <a:moveTo>
                    <a:pt x="3493389" y="5193982"/>
                  </a:moveTo>
                  <a:lnTo>
                    <a:pt x="3488055" y="5193982"/>
                  </a:lnTo>
                  <a:lnTo>
                    <a:pt x="3488055" y="5213032"/>
                  </a:lnTo>
                  <a:lnTo>
                    <a:pt x="3493389" y="5213032"/>
                  </a:lnTo>
                  <a:lnTo>
                    <a:pt x="3497580" y="5208765"/>
                  </a:lnTo>
                  <a:lnTo>
                    <a:pt x="3497580" y="5198249"/>
                  </a:lnTo>
                  <a:lnTo>
                    <a:pt x="3493389" y="5193982"/>
                  </a:lnTo>
                  <a:close/>
                </a:path>
                <a:path w="10424160" h="5213350">
                  <a:moveTo>
                    <a:pt x="3449955" y="5193982"/>
                  </a:moveTo>
                  <a:lnTo>
                    <a:pt x="3444748" y="5193982"/>
                  </a:lnTo>
                  <a:lnTo>
                    <a:pt x="3440430" y="5198249"/>
                  </a:lnTo>
                  <a:lnTo>
                    <a:pt x="3440430" y="5208765"/>
                  </a:lnTo>
                  <a:lnTo>
                    <a:pt x="3444748" y="5213032"/>
                  </a:lnTo>
                  <a:lnTo>
                    <a:pt x="3449955" y="5213032"/>
                  </a:lnTo>
                  <a:lnTo>
                    <a:pt x="3449955" y="5193982"/>
                  </a:lnTo>
                  <a:close/>
                </a:path>
                <a:path w="10424160" h="5213350">
                  <a:moveTo>
                    <a:pt x="3455289" y="5193982"/>
                  </a:moveTo>
                  <a:lnTo>
                    <a:pt x="3449955" y="5193982"/>
                  </a:lnTo>
                  <a:lnTo>
                    <a:pt x="3449955" y="5213032"/>
                  </a:lnTo>
                  <a:lnTo>
                    <a:pt x="3455289" y="5213032"/>
                  </a:lnTo>
                  <a:lnTo>
                    <a:pt x="3459480" y="5208765"/>
                  </a:lnTo>
                  <a:lnTo>
                    <a:pt x="3459480" y="5198249"/>
                  </a:lnTo>
                  <a:lnTo>
                    <a:pt x="3455289" y="5193982"/>
                  </a:lnTo>
                  <a:close/>
                </a:path>
                <a:path w="10424160" h="5213350">
                  <a:moveTo>
                    <a:pt x="3411855" y="5193982"/>
                  </a:moveTo>
                  <a:lnTo>
                    <a:pt x="3406521" y="5193982"/>
                  </a:lnTo>
                  <a:lnTo>
                    <a:pt x="3402330" y="5198249"/>
                  </a:lnTo>
                  <a:lnTo>
                    <a:pt x="3402330" y="5208765"/>
                  </a:lnTo>
                  <a:lnTo>
                    <a:pt x="3406521" y="5213032"/>
                  </a:lnTo>
                  <a:lnTo>
                    <a:pt x="3411855" y="5213032"/>
                  </a:lnTo>
                  <a:lnTo>
                    <a:pt x="3411855" y="5193982"/>
                  </a:lnTo>
                  <a:close/>
                </a:path>
                <a:path w="10424160" h="5213350">
                  <a:moveTo>
                    <a:pt x="3417062" y="5193982"/>
                  </a:moveTo>
                  <a:lnTo>
                    <a:pt x="3411855" y="5193982"/>
                  </a:lnTo>
                  <a:lnTo>
                    <a:pt x="3411855" y="5213032"/>
                  </a:lnTo>
                  <a:lnTo>
                    <a:pt x="3417062" y="5213032"/>
                  </a:lnTo>
                  <a:lnTo>
                    <a:pt x="3421380" y="5208765"/>
                  </a:lnTo>
                  <a:lnTo>
                    <a:pt x="3421380" y="5198249"/>
                  </a:lnTo>
                  <a:lnTo>
                    <a:pt x="3417062" y="5193982"/>
                  </a:lnTo>
                  <a:close/>
                </a:path>
                <a:path w="10424160" h="5213350">
                  <a:moveTo>
                    <a:pt x="3373755" y="5193982"/>
                  </a:moveTo>
                  <a:lnTo>
                    <a:pt x="3368421" y="5193982"/>
                  </a:lnTo>
                  <a:lnTo>
                    <a:pt x="3364230" y="5198249"/>
                  </a:lnTo>
                  <a:lnTo>
                    <a:pt x="3364230" y="5208765"/>
                  </a:lnTo>
                  <a:lnTo>
                    <a:pt x="3368421" y="5213032"/>
                  </a:lnTo>
                  <a:lnTo>
                    <a:pt x="3373755" y="5213032"/>
                  </a:lnTo>
                  <a:lnTo>
                    <a:pt x="3373755" y="5193982"/>
                  </a:lnTo>
                  <a:close/>
                </a:path>
                <a:path w="10424160" h="5213350">
                  <a:moveTo>
                    <a:pt x="3378962" y="5193982"/>
                  </a:moveTo>
                  <a:lnTo>
                    <a:pt x="3373755" y="5193982"/>
                  </a:lnTo>
                  <a:lnTo>
                    <a:pt x="3373755" y="5213032"/>
                  </a:lnTo>
                  <a:lnTo>
                    <a:pt x="3378962" y="5213032"/>
                  </a:lnTo>
                  <a:lnTo>
                    <a:pt x="3383280" y="5208765"/>
                  </a:lnTo>
                  <a:lnTo>
                    <a:pt x="3383280" y="5198249"/>
                  </a:lnTo>
                  <a:lnTo>
                    <a:pt x="3378962" y="5193982"/>
                  </a:lnTo>
                  <a:close/>
                </a:path>
                <a:path w="10424160" h="5213350">
                  <a:moveTo>
                    <a:pt x="3335655" y="5193982"/>
                  </a:moveTo>
                  <a:lnTo>
                    <a:pt x="3330321" y="5193982"/>
                  </a:lnTo>
                  <a:lnTo>
                    <a:pt x="3326130" y="5198249"/>
                  </a:lnTo>
                  <a:lnTo>
                    <a:pt x="3326130" y="5208765"/>
                  </a:lnTo>
                  <a:lnTo>
                    <a:pt x="3330321" y="5213032"/>
                  </a:lnTo>
                  <a:lnTo>
                    <a:pt x="3335655" y="5213032"/>
                  </a:lnTo>
                  <a:lnTo>
                    <a:pt x="3335655" y="5193982"/>
                  </a:lnTo>
                  <a:close/>
                </a:path>
                <a:path w="10424160" h="5213350">
                  <a:moveTo>
                    <a:pt x="3340862" y="5193982"/>
                  </a:moveTo>
                  <a:lnTo>
                    <a:pt x="3335655" y="5193982"/>
                  </a:lnTo>
                  <a:lnTo>
                    <a:pt x="3335655" y="5213032"/>
                  </a:lnTo>
                  <a:lnTo>
                    <a:pt x="3340862" y="5213032"/>
                  </a:lnTo>
                  <a:lnTo>
                    <a:pt x="3345180" y="5208765"/>
                  </a:lnTo>
                  <a:lnTo>
                    <a:pt x="3345180" y="5198249"/>
                  </a:lnTo>
                  <a:lnTo>
                    <a:pt x="3340862" y="5193982"/>
                  </a:lnTo>
                  <a:close/>
                </a:path>
                <a:path w="10424160" h="5213350">
                  <a:moveTo>
                    <a:pt x="3297428" y="5193982"/>
                  </a:moveTo>
                  <a:lnTo>
                    <a:pt x="3292221" y="5193982"/>
                  </a:lnTo>
                  <a:lnTo>
                    <a:pt x="3287903" y="5198249"/>
                  </a:lnTo>
                  <a:lnTo>
                    <a:pt x="3287903" y="5208765"/>
                  </a:lnTo>
                  <a:lnTo>
                    <a:pt x="3292221" y="5213032"/>
                  </a:lnTo>
                  <a:lnTo>
                    <a:pt x="3297428" y="5213032"/>
                  </a:lnTo>
                  <a:lnTo>
                    <a:pt x="3297428" y="5193982"/>
                  </a:lnTo>
                  <a:close/>
                </a:path>
                <a:path w="10424160" h="5213350">
                  <a:moveTo>
                    <a:pt x="3302762" y="5193982"/>
                  </a:moveTo>
                  <a:lnTo>
                    <a:pt x="3297555" y="5193982"/>
                  </a:lnTo>
                  <a:lnTo>
                    <a:pt x="3297555" y="5213032"/>
                  </a:lnTo>
                  <a:lnTo>
                    <a:pt x="3302762" y="5213032"/>
                  </a:lnTo>
                  <a:lnTo>
                    <a:pt x="3307080" y="5208765"/>
                  </a:lnTo>
                  <a:lnTo>
                    <a:pt x="3307080" y="5198249"/>
                  </a:lnTo>
                  <a:lnTo>
                    <a:pt x="3302762" y="5193982"/>
                  </a:lnTo>
                  <a:close/>
                </a:path>
                <a:path w="10424160" h="5213350">
                  <a:moveTo>
                    <a:pt x="3259328" y="5193982"/>
                  </a:moveTo>
                  <a:lnTo>
                    <a:pt x="3254121" y="5193982"/>
                  </a:lnTo>
                  <a:lnTo>
                    <a:pt x="3249803" y="5198249"/>
                  </a:lnTo>
                  <a:lnTo>
                    <a:pt x="3249803" y="5208765"/>
                  </a:lnTo>
                  <a:lnTo>
                    <a:pt x="3254121" y="5213032"/>
                  </a:lnTo>
                  <a:lnTo>
                    <a:pt x="3259328" y="5213032"/>
                  </a:lnTo>
                  <a:lnTo>
                    <a:pt x="3259328" y="5193982"/>
                  </a:lnTo>
                  <a:close/>
                </a:path>
                <a:path w="10424160" h="5213350">
                  <a:moveTo>
                    <a:pt x="3264662" y="5193982"/>
                  </a:moveTo>
                  <a:lnTo>
                    <a:pt x="3259328" y="5193982"/>
                  </a:lnTo>
                  <a:lnTo>
                    <a:pt x="3259328" y="5213032"/>
                  </a:lnTo>
                  <a:lnTo>
                    <a:pt x="3264662" y="5213032"/>
                  </a:lnTo>
                  <a:lnTo>
                    <a:pt x="3268853" y="5208765"/>
                  </a:lnTo>
                  <a:lnTo>
                    <a:pt x="3268853" y="5198249"/>
                  </a:lnTo>
                  <a:lnTo>
                    <a:pt x="3264662" y="5193982"/>
                  </a:lnTo>
                  <a:close/>
                </a:path>
                <a:path w="10424160" h="5213350">
                  <a:moveTo>
                    <a:pt x="3221228" y="5193982"/>
                  </a:moveTo>
                  <a:lnTo>
                    <a:pt x="3216021" y="5193982"/>
                  </a:lnTo>
                  <a:lnTo>
                    <a:pt x="3211703" y="5198249"/>
                  </a:lnTo>
                  <a:lnTo>
                    <a:pt x="3211703" y="5208765"/>
                  </a:lnTo>
                  <a:lnTo>
                    <a:pt x="3216021" y="5213032"/>
                  </a:lnTo>
                  <a:lnTo>
                    <a:pt x="3221228" y="5213032"/>
                  </a:lnTo>
                  <a:lnTo>
                    <a:pt x="3221228" y="5193982"/>
                  </a:lnTo>
                  <a:close/>
                </a:path>
                <a:path w="10424160" h="5213350">
                  <a:moveTo>
                    <a:pt x="3226561" y="5193982"/>
                  </a:moveTo>
                  <a:lnTo>
                    <a:pt x="3221228" y="5193982"/>
                  </a:lnTo>
                  <a:lnTo>
                    <a:pt x="3221228" y="5213032"/>
                  </a:lnTo>
                  <a:lnTo>
                    <a:pt x="3226561" y="5213032"/>
                  </a:lnTo>
                  <a:lnTo>
                    <a:pt x="3230753" y="5208765"/>
                  </a:lnTo>
                  <a:lnTo>
                    <a:pt x="3230753" y="5198249"/>
                  </a:lnTo>
                  <a:lnTo>
                    <a:pt x="3226561" y="5193982"/>
                  </a:lnTo>
                  <a:close/>
                </a:path>
                <a:path w="10424160" h="5213350">
                  <a:moveTo>
                    <a:pt x="3183128" y="5193982"/>
                  </a:moveTo>
                  <a:lnTo>
                    <a:pt x="3177921" y="5193982"/>
                  </a:lnTo>
                  <a:lnTo>
                    <a:pt x="3173603" y="5198249"/>
                  </a:lnTo>
                  <a:lnTo>
                    <a:pt x="3173603" y="5208765"/>
                  </a:lnTo>
                  <a:lnTo>
                    <a:pt x="3177921" y="5213032"/>
                  </a:lnTo>
                  <a:lnTo>
                    <a:pt x="3183128" y="5213032"/>
                  </a:lnTo>
                  <a:lnTo>
                    <a:pt x="3183128" y="5193982"/>
                  </a:lnTo>
                  <a:close/>
                </a:path>
                <a:path w="10424160" h="5213350">
                  <a:moveTo>
                    <a:pt x="3188461" y="5193982"/>
                  </a:moveTo>
                  <a:lnTo>
                    <a:pt x="3183128" y="5193982"/>
                  </a:lnTo>
                  <a:lnTo>
                    <a:pt x="3183128" y="5213032"/>
                  </a:lnTo>
                  <a:lnTo>
                    <a:pt x="3188461" y="5213032"/>
                  </a:lnTo>
                  <a:lnTo>
                    <a:pt x="3192653" y="5208765"/>
                  </a:lnTo>
                  <a:lnTo>
                    <a:pt x="3192653" y="5198249"/>
                  </a:lnTo>
                  <a:lnTo>
                    <a:pt x="3188461" y="5193982"/>
                  </a:lnTo>
                  <a:close/>
                </a:path>
                <a:path w="10424160" h="5213350">
                  <a:moveTo>
                    <a:pt x="3145028" y="5193982"/>
                  </a:moveTo>
                  <a:lnTo>
                    <a:pt x="3139694" y="5193982"/>
                  </a:lnTo>
                  <a:lnTo>
                    <a:pt x="3135503" y="5198249"/>
                  </a:lnTo>
                  <a:lnTo>
                    <a:pt x="3135503" y="5208765"/>
                  </a:lnTo>
                  <a:lnTo>
                    <a:pt x="3139694" y="5213032"/>
                  </a:lnTo>
                  <a:lnTo>
                    <a:pt x="3145028" y="5213032"/>
                  </a:lnTo>
                  <a:lnTo>
                    <a:pt x="3145028" y="5193982"/>
                  </a:lnTo>
                  <a:close/>
                </a:path>
                <a:path w="10424160" h="5213350">
                  <a:moveTo>
                    <a:pt x="3150235" y="5193982"/>
                  </a:moveTo>
                  <a:lnTo>
                    <a:pt x="3145028" y="5193982"/>
                  </a:lnTo>
                  <a:lnTo>
                    <a:pt x="3145028" y="5213032"/>
                  </a:lnTo>
                  <a:lnTo>
                    <a:pt x="3150235" y="5213032"/>
                  </a:lnTo>
                  <a:lnTo>
                    <a:pt x="3154553" y="5208765"/>
                  </a:lnTo>
                  <a:lnTo>
                    <a:pt x="3154553" y="5198249"/>
                  </a:lnTo>
                  <a:lnTo>
                    <a:pt x="3150235" y="5193982"/>
                  </a:lnTo>
                  <a:close/>
                </a:path>
                <a:path w="10424160" h="5213350">
                  <a:moveTo>
                    <a:pt x="3106928" y="5193982"/>
                  </a:moveTo>
                  <a:lnTo>
                    <a:pt x="3101594" y="5193982"/>
                  </a:lnTo>
                  <a:lnTo>
                    <a:pt x="3097403" y="5198249"/>
                  </a:lnTo>
                  <a:lnTo>
                    <a:pt x="3097403" y="5208765"/>
                  </a:lnTo>
                  <a:lnTo>
                    <a:pt x="3101594" y="5213032"/>
                  </a:lnTo>
                  <a:lnTo>
                    <a:pt x="3106928" y="5213032"/>
                  </a:lnTo>
                  <a:lnTo>
                    <a:pt x="3106928" y="5193982"/>
                  </a:lnTo>
                  <a:close/>
                </a:path>
                <a:path w="10424160" h="5213350">
                  <a:moveTo>
                    <a:pt x="3112135" y="5193982"/>
                  </a:moveTo>
                  <a:lnTo>
                    <a:pt x="3106928" y="5193982"/>
                  </a:lnTo>
                  <a:lnTo>
                    <a:pt x="3106928" y="5213032"/>
                  </a:lnTo>
                  <a:lnTo>
                    <a:pt x="3112135" y="5213032"/>
                  </a:lnTo>
                  <a:lnTo>
                    <a:pt x="3116453" y="5208765"/>
                  </a:lnTo>
                  <a:lnTo>
                    <a:pt x="3116453" y="5198249"/>
                  </a:lnTo>
                  <a:lnTo>
                    <a:pt x="3112135" y="5193982"/>
                  </a:lnTo>
                  <a:close/>
                </a:path>
                <a:path w="10424160" h="5213350">
                  <a:moveTo>
                    <a:pt x="3068828" y="5193982"/>
                  </a:moveTo>
                  <a:lnTo>
                    <a:pt x="3063494" y="5193982"/>
                  </a:lnTo>
                  <a:lnTo>
                    <a:pt x="3059303" y="5198249"/>
                  </a:lnTo>
                  <a:lnTo>
                    <a:pt x="3059303" y="5208765"/>
                  </a:lnTo>
                  <a:lnTo>
                    <a:pt x="3063494" y="5213032"/>
                  </a:lnTo>
                  <a:lnTo>
                    <a:pt x="3068828" y="5213032"/>
                  </a:lnTo>
                  <a:lnTo>
                    <a:pt x="3068828" y="5193982"/>
                  </a:lnTo>
                  <a:close/>
                </a:path>
                <a:path w="10424160" h="5213350">
                  <a:moveTo>
                    <a:pt x="3074035" y="5193982"/>
                  </a:moveTo>
                  <a:lnTo>
                    <a:pt x="3068828" y="5193982"/>
                  </a:lnTo>
                  <a:lnTo>
                    <a:pt x="3068828" y="5213032"/>
                  </a:lnTo>
                  <a:lnTo>
                    <a:pt x="3074035" y="5213032"/>
                  </a:lnTo>
                  <a:lnTo>
                    <a:pt x="3078353" y="5208765"/>
                  </a:lnTo>
                  <a:lnTo>
                    <a:pt x="3078353" y="5198249"/>
                  </a:lnTo>
                  <a:lnTo>
                    <a:pt x="3074035" y="5193982"/>
                  </a:lnTo>
                  <a:close/>
                </a:path>
                <a:path w="10424160" h="5213350">
                  <a:moveTo>
                    <a:pt x="3030600" y="5193982"/>
                  </a:moveTo>
                  <a:lnTo>
                    <a:pt x="3025394" y="5193982"/>
                  </a:lnTo>
                  <a:lnTo>
                    <a:pt x="3021075" y="5198249"/>
                  </a:lnTo>
                  <a:lnTo>
                    <a:pt x="3021075" y="5208765"/>
                  </a:lnTo>
                  <a:lnTo>
                    <a:pt x="3025394" y="5213032"/>
                  </a:lnTo>
                  <a:lnTo>
                    <a:pt x="3030600" y="5213032"/>
                  </a:lnTo>
                  <a:lnTo>
                    <a:pt x="3030600" y="5193982"/>
                  </a:lnTo>
                  <a:close/>
                </a:path>
                <a:path w="10424160" h="5213350">
                  <a:moveTo>
                    <a:pt x="3030728" y="5206682"/>
                  </a:moveTo>
                  <a:lnTo>
                    <a:pt x="3030600" y="5206682"/>
                  </a:lnTo>
                  <a:lnTo>
                    <a:pt x="3030600" y="5213032"/>
                  </a:lnTo>
                  <a:lnTo>
                    <a:pt x="3030728" y="5213032"/>
                  </a:lnTo>
                  <a:lnTo>
                    <a:pt x="3030728" y="5206682"/>
                  </a:lnTo>
                  <a:close/>
                </a:path>
                <a:path w="10424160" h="5213350">
                  <a:moveTo>
                    <a:pt x="3035935" y="5193982"/>
                  </a:moveTo>
                  <a:lnTo>
                    <a:pt x="3030728" y="5193982"/>
                  </a:lnTo>
                  <a:lnTo>
                    <a:pt x="3030728" y="5213032"/>
                  </a:lnTo>
                  <a:lnTo>
                    <a:pt x="3035935" y="5213032"/>
                  </a:lnTo>
                  <a:lnTo>
                    <a:pt x="3040253" y="5208765"/>
                  </a:lnTo>
                  <a:lnTo>
                    <a:pt x="3040253" y="5198249"/>
                  </a:lnTo>
                  <a:lnTo>
                    <a:pt x="3035935" y="5193982"/>
                  </a:lnTo>
                  <a:close/>
                </a:path>
                <a:path w="10424160" h="5213350">
                  <a:moveTo>
                    <a:pt x="3030728" y="5193982"/>
                  </a:moveTo>
                  <a:lnTo>
                    <a:pt x="3030600" y="5193982"/>
                  </a:lnTo>
                  <a:lnTo>
                    <a:pt x="3030600" y="5200332"/>
                  </a:lnTo>
                  <a:lnTo>
                    <a:pt x="3030728" y="5200332"/>
                  </a:lnTo>
                  <a:lnTo>
                    <a:pt x="3030728" y="5193982"/>
                  </a:lnTo>
                  <a:close/>
                </a:path>
                <a:path w="10424160" h="5213350">
                  <a:moveTo>
                    <a:pt x="2992500" y="5193982"/>
                  </a:moveTo>
                  <a:lnTo>
                    <a:pt x="2987294" y="5193982"/>
                  </a:lnTo>
                  <a:lnTo>
                    <a:pt x="2982975" y="5198249"/>
                  </a:lnTo>
                  <a:lnTo>
                    <a:pt x="2982975" y="5208765"/>
                  </a:lnTo>
                  <a:lnTo>
                    <a:pt x="2987294" y="5213032"/>
                  </a:lnTo>
                  <a:lnTo>
                    <a:pt x="2992500" y="5213032"/>
                  </a:lnTo>
                  <a:lnTo>
                    <a:pt x="2992500" y="5193982"/>
                  </a:lnTo>
                  <a:close/>
                </a:path>
                <a:path w="10424160" h="5213350">
                  <a:moveTo>
                    <a:pt x="2997835" y="5193982"/>
                  </a:moveTo>
                  <a:lnTo>
                    <a:pt x="2992500" y="5193982"/>
                  </a:lnTo>
                  <a:lnTo>
                    <a:pt x="2992500" y="5213032"/>
                  </a:lnTo>
                  <a:lnTo>
                    <a:pt x="2997835" y="5213032"/>
                  </a:lnTo>
                  <a:lnTo>
                    <a:pt x="3002025" y="5208765"/>
                  </a:lnTo>
                  <a:lnTo>
                    <a:pt x="3002025" y="5198249"/>
                  </a:lnTo>
                  <a:lnTo>
                    <a:pt x="2997835" y="5193982"/>
                  </a:lnTo>
                  <a:close/>
                </a:path>
                <a:path w="10424160" h="5213350">
                  <a:moveTo>
                    <a:pt x="2954400" y="5193982"/>
                  </a:moveTo>
                  <a:lnTo>
                    <a:pt x="2949194" y="5193982"/>
                  </a:lnTo>
                  <a:lnTo>
                    <a:pt x="2944875" y="5198249"/>
                  </a:lnTo>
                  <a:lnTo>
                    <a:pt x="2944875" y="5208765"/>
                  </a:lnTo>
                  <a:lnTo>
                    <a:pt x="2949194" y="5213032"/>
                  </a:lnTo>
                  <a:lnTo>
                    <a:pt x="2954400" y="5213032"/>
                  </a:lnTo>
                  <a:lnTo>
                    <a:pt x="2954400" y="5193982"/>
                  </a:lnTo>
                  <a:close/>
                </a:path>
                <a:path w="10424160" h="5213350">
                  <a:moveTo>
                    <a:pt x="2959735" y="5193982"/>
                  </a:moveTo>
                  <a:lnTo>
                    <a:pt x="2954400" y="5193982"/>
                  </a:lnTo>
                  <a:lnTo>
                    <a:pt x="2954400" y="5213032"/>
                  </a:lnTo>
                  <a:lnTo>
                    <a:pt x="2959735" y="5213032"/>
                  </a:lnTo>
                  <a:lnTo>
                    <a:pt x="2963925" y="5208765"/>
                  </a:lnTo>
                  <a:lnTo>
                    <a:pt x="2963925" y="5198249"/>
                  </a:lnTo>
                  <a:lnTo>
                    <a:pt x="2959735" y="5193982"/>
                  </a:lnTo>
                  <a:close/>
                </a:path>
                <a:path w="10424160" h="5213350">
                  <a:moveTo>
                    <a:pt x="2916300" y="5193982"/>
                  </a:moveTo>
                  <a:lnTo>
                    <a:pt x="2911094" y="5193982"/>
                  </a:lnTo>
                  <a:lnTo>
                    <a:pt x="2906775" y="5198249"/>
                  </a:lnTo>
                  <a:lnTo>
                    <a:pt x="2906775" y="5208765"/>
                  </a:lnTo>
                  <a:lnTo>
                    <a:pt x="2911094" y="5213032"/>
                  </a:lnTo>
                  <a:lnTo>
                    <a:pt x="2916300" y="5213032"/>
                  </a:lnTo>
                  <a:lnTo>
                    <a:pt x="2916300" y="5193982"/>
                  </a:lnTo>
                  <a:close/>
                </a:path>
                <a:path w="10424160" h="5213350">
                  <a:moveTo>
                    <a:pt x="2921635" y="5193982"/>
                  </a:moveTo>
                  <a:lnTo>
                    <a:pt x="2916300" y="5193982"/>
                  </a:lnTo>
                  <a:lnTo>
                    <a:pt x="2916300" y="5213032"/>
                  </a:lnTo>
                  <a:lnTo>
                    <a:pt x="2921635" y="5213032"/>
                  </a:lnTo>
                  <a:lnTo>
                    <a:pt x="2925825" y="5208765"/>
                  </a:lnTo>
                  <a:lnTo>
                    <a:pt x="2925825" y="5198249"/>
                  </a:lnTo>
                  <a:lnTo>
                    <a:pt x="2921635" y="5193982"/>
                  </a:lnTo>
                  <a:close/>
                </a:path>
                <a:path w="10424160" h="5213350">
                  <a:moveTo>
                    <a:pt x="2878200" y="5193982"/>
                  </a:moveTo>
                  <a:lnTo>
                    <a:pt x="2872867" y="5193982"/>
                  </a:lnTo>
                  <a:lnTo>
                    <a:pt x="2868675" y="5198249"/>
                  </a:lnTo>
                  <a:lnTo>
                    <a:pt x="2868675" y="5208765"/>
                  </a:lnTo>
                  <a:lnTo>
                    <a:pt x="2872867" y="5213032"/>
                  </a:lnTo>
                  <a:lnTo>
                    <a:pt x="2878200" y="5213032"/>
                  </a:lnTo>
                  <a:lnTo>
                    <a:pt x="2878200" y="5193982"/>
                  </a:lnTo>
                  <a:close/>
                </a:path>
                <a:path w="10424160" h="5213350">
                  <a:moveTo>
                    <a:pt x="2883408" y="5193982"/>
                  </a:moveTo>
                  <a:lnTo>
                    <a:pt x="2878200" y="5193982"/>
                  </a:lnTo>
                  <a:lnTo>
                    <a:pt x="2878200" y="5213032"/>
                  </a:lnTo>
                  <a:lnTo>
                    <a:pt x="2883408" y="5213032"/>
                  </a:lnTo>
                  <a:lnTo>
                    <a:pt x="2887725" y="5208765"/>
                  </a:lnTo>
                  <a:lnTo>
                    <a:pt x="2887725" y="5198249"/>
                  </a:lnTo>
                  <a:lnTo>
                    <a:pt x="2883408" y="5193982"/>
                  </a:lnTo>
                  <a:close/>
                </a:path>
                <a:path w="10424160" h="5213350">
                  <a:moveTo>
                    <a:pt x="2840100" y="5193982"/>
                  </a:moveTo>
                  <a:lnTo>
                    <a:pt x="2834767" y="5193982"/>
                  </a:lnTo>
                  <a:lnTo>
                    <a:pt x="2830575" y="5198249"/>
                  </a:lnTo>
                  <a:lnTo>
                    <a:pt x="2830575" y="5208765"/>
                  </a:lnTo>
                  <a:lnTo>
                    <a:pt x="2834767" y="5213032"/>
                  </a:lnTo>
                  <a:lnTo>
                    <a:pt x="2840100" y="5213032"/>
                  </a:lnTo>
                  <a:lnTo>
                    <a:pt x="2840100" y="5193982"/>
                  </a:lnTo>
                  <a:close/>
                </a:path>
                <a:path w="10424160" h="5213350">
                  <a:moveTo>
                    <a:pt x="2845308" y="5193982"/>
                  </a:moveTo>
                  <a:lnTo>
                    <a:pt x="2840100" y="5193982"/>
                  </a:lnTo>
                  <a:lnTo>
                    <a:pt x="2840100" y="5213032"/>
                  </a:lnTo>
                  <a:lnTo>
                    <a:pt x="2845308" y="5213032"/>
                  </a:lnTo>
                  <a:lnTo>
                    <a:pt x="2849625" y="5208765"/>
                  </a:lnTo>
                  <a:lnTo>
                    <a:pt x="2849625" y="5198249"/>
                  </a:lnTo>
                  <a:lnTo>
                    <a:pt x="2845308" y="5193982"/>
                  </a:lnTo>
                  <a:close/>
                </a:path>
                <a:path w="10424160" h="5213350">
                  <a:moveTo>
                    <a:pt x="2801873" y="5193982"/>
                  </a:moveTo>
                  <a:lnTo>
                    <a:pt x="2796667" y="5193982"/>
                  </a:lnTo>
                  <a:lnTo>
                    <a:pt x="2792348" y="5198249"/>
                  </a:lnTo>
                  <a:lnTo>
                    <a:pt x="2792348" y="5208765"/>
                  </a:lnTo>
                  <a:lnTo>
                    <a:pt x="2796667" y="5213032"/>
                  </a:lnTo>
                  <a:lnTo>
                    <a:pt x="2801873" y="5213032"/>
                  </a:lnTo>
                  <a:lnTo>
                    <a:pt x="2801873" y="5193982"/>
                  </a:lnTo>
                  <a:close/>
                </a:path>
                <a:path w="10424160" h="5213350">
                  <a:moveTo>
                    <a:pt x="2807208" y="5193982"/>
                  </a:moveTo>
                  <a:lnTo>
                    <a:pt x="2802000" y="5193982"/>
                  </a:lnTo>
                  <a:lnTo>
                    <a:pt x="2802000" y="5213032"/>
                  </a:lnTo>
                  <a:lnTo>
                    <a:pt x="2807208" y="5213032"/>
                  </a:lnTo>
                  <a:lnTo>
                    <a:pt x="2811525" y="5208765"/>
                  </a:lnTo>
                  <a:lnTo>
                    <a:pt x="2811525" y="5198249"/>
                  </a:lnTo>
                  <a:lnTo>
                    <a:pt x="2807208" y="5193982"/>
                  </a:lnTo>
                  <a:close/>
                </a:path>
                <a:path w="10424160" h="5213350">
                  <a:moveTo>
                    <a:pt x="2763773" y="5193982"/>
                  </a:moveTo>
                  <a:lnTo>
                    <a:pt x="2758567" y="5193982"/>
                  </a:lnTo>
                  <a:lnTo>
                    <a:pt x="2754248" y="5198249"/>
                  </a:lnTo>
                  <a:lnTo>
                    <a:pt x="2754248" y="5208765"/>
                  </a:lnTo>
                  <a:lnTo>
                    <a:pt x="2758567" y="5213032"/>
                  </a:lnTo>
                  <a:lnTo>
                    <a:pt x="2763773" y="5213032"/>
                  </a:lnTo>
                  <a:lnTo>
                    <a:pt x="2763773" y="5193982"/>
                  </a:lnTo>
                  <a:close/>
                </a:path>
                <a:path w="10424160" h="5213350">
                  <a:moveTo>
                    <a:pt x="2769108" y="5193982"/>
                  </a:moveTo>
                  <a:lnTo>
                    <a:pt x="2763773" y="5193982"/>
                  </a:lnTo>
                  <a:lnTo>
                    <a:pt x="2763773" y="5213032"/>
                  </a:lnTo>
                  <a:lnTo>
                    <a:pt x="2769108" y="5213032"/>
                  </a:lnTo>
                  <a:lnTo>
                    <a:pt x="2773298" y="5208765"/>
                  </a:lnTo>
                  <a:lnTo>
                    <a:pt x="2773298" y="5198249"/>
                  </a:lnTo>
                  <a:lnTo>
                    <a:pt x="2769108" y="5193982"/>
                  </a:lnTo>
                  <a:close/>
                </a:path>
                <a:path w="10424160" h="5213350">
                  <a:moveTo>
                    <a:pt x="2725673" y="5193982"/>
                  </a:moveTo>
                  <a:lnTo>
                    <a:pt x="2720467" y="5193982"/>
                  </a:lnTo>
                  <a:lnTo>
                    <a:pt x="2716148" y="5198249"/>
                  </a:lnTo>
                  <a:lnTo>
                    <a:pt x="2716148" y="5208765"/>
                  </a:lnTo>
                  <a:lnTo>
                    <a:pt x="2720467" y="5213032"/>
                  </a:lnTo>
                  <a:lnTo>
                    <a:pt x="2725673" y="5213032"/>
                  </a:lnTo>
                  <a:lnTo>
                    <a:pt x="2725673" y="5193982"/>
                  </a:lnTo>
                  <a:close/>
                </a:path>
                <a:path w="10424160" h="5213350">
                  <a:moveTo>
                    <a:pt x="2731008" y="5193982"/>
                  </a:moveTo>
                  <a:lnTo>
                    <a:pt x="2725673" y="5193982"/>
                  </a:lnTo>
                  <a:lnTo>
                    <a:pt x="2725673" y="5213032"/>
                  </a:lnTo>
                  <a:lnTo>
                    <a:pt x="2731008" y="5213032"/>
                  </a:lnTo>
                  <a:lnTo>
                    <a:pt x="2735198" y="5208765"/>
                  </a:lnTo>
                  <a:lnTo>
                    <a:pt x="2735198" y="5198249"/>
                  </a:lnTo>
                  <a:lnTo>
                    <a:pt x="2731008" y="5193982"/>
                  </a:lnTo>
                  <a:close/>
                </a:path>
                <a:path w="10424160" h="5213350">
                  <a:moveTo>
                    <a:pt x="2687573" y="5193982"/>
                  </a:moveTo>
                  <a:lnTo>
                    <a:pt x="2682367" y="5193982"/>
                  </a:lnTo>
                  <a:lnTo>
                    <a:pt x="2678048" y="5198249"/>
                  </a:lnTo>
                  <a:lnTo>
                    <a:pt x="2678048" y="5208765"/>
                  </a:lnTo>
                  <a:lnTo>
                    <a:pt x="2682367" y="5213032"/>
                  </a:lnTo>
                  <a:lnTo>
                    <a:pt x="2687573" y="5213032"/>
                  </a:lnTo>
                  <a:lnTo>
                    <a:pt x="2687573" y="5193982"/>
                  </a:lnTo>
                  <a:close/>
                </a:path>
                <a:path w="10424160" h="5213350">
                  <a:moveTo>
                    <a:pt x="2692908" y="5193982"/>
                  </a:moveTo>
                  <a:lnTo>
                    <a:pt x="2687573" y="5193982"/>
                  </a:lnTo>
                  <a:lnTo>
                    <a:pt x="2687573" y="5213032"/>
                  </a:lnTo>
                  <a:lnTo>
                    <a:pt x="2692908" y="5213032"/>
                  </a:lnTo>
                  <a:lnTo>
                    <a:pt x="2697098" y="5208765"/>
                  </a:lnTo>
                  <a:lnTo>
                    <a:pt x="2697098" y="5198249"/>
                  </a:lnTo>
                  <a:lnTo>
                    <a:pt x="2692908" y="5193982"/>
                  </a:lnTo>
                  <a:close/>
                </a:path>
                <a:path w="10424160" h="5213350">
                  <a:moveTo>
                    <a:pt x="2649473" y="5193982"/>
                  </a:moveTo>
                  <a:lnTo>
                    <a:pt x="2644140" y="5193982"/>
                  </a:lnTo>
                  <a:lnTo>
                    <a:pt x="2639949" y="5198249"/>
                  </a:lnTo>
                  <a:lnTo>
                    <a:pt x="2639949" y="5208765"/>
                  </a:lnTo>
                  <a:lnTo>
                    <a:pt x="2644140" y="5213032"/>
                  </a:lnTo>
                  <a:lnTo>
                    <a:pt x="2649473" y="5213032"/>
                  </a:lnTo>
                  <a:lnTo>
                    <a:pt x="2649473" y="5193982"/>
                  </a:lnTo>
                  <a:close/>
                </a:path>
                <a:path w="10424160" h="5213350">
                  <a:moveTo>
                    <a:pt x="2654681" y="5193982"/>
                  </a:moveTo>
                  <a:lnTo>
                    <a:pt x="2649473" y="5193982"/>
                  </a:lnTo>
                  <a:lnTo>
                    <a:pt x="2649473" y="5213032"/>
                  </a:lnTo>
                  <a:lnTo>
                    <a:pt x="2654681" y="5213032"/>
                  </a:lnTo>
                  <a:lnTo>
                    <a:pt x="2658998" y="5208765"/>
                  </a:lnTo>
                  <a:lnTo>
                    <a:pt x="2658998" y="5198249"/>
                  </a:lnTo>
                  <a:lnTo>
                    <a:pt x="2654681" y="5193982"/>
                  </a:lnTo>
                  <a:close/>
                </a:path>
                <a:path w="10424160" h="5213350">
                  <a:moveTo>
                    <a:pt x="2611374" y="5193982"/>
                  </a:moveTo>
                  <a:lnTo>
                    <a:pt x="2606040" y="5193982"/>
                  </a:lnTo>
                  <a:lnTo>
                    <a:pt x="2601849" y="5198249"/>
                  </a:lnTo>
                  <a:lnTo>
                    <a:pt x="2601849" y="5208765"/>
                  </a:lnTo>
                  <a:lnTo>
                    <a:pt x="2606040" y="5213032"/>
                  </a:lnTo>
                  <a:lnTo>
                    <a:pt x="2611374" y="5213032"/>
                  </a:lnTo>
                  <a:lnTo>
                    <a:pt x="2611374" y="5193982"/>
                  </a:lnTo>
                  <a:close/>
                </a:path>
                <a:path w="10424160" h="5213350">
                  <a:moveTo>
                    <a:pt x="2616581" y="5193982"/>
                  </a:moveTo>
                  <a:lnTo>
                    <a:pt x="2611374" y="5193982"/>
                  </a:lnTo>
                  <a:lnTo>
                    <a:pt x="2611374" y="5213032"/>
                  </a:lnTo>
                  <a:lnTo>
                    <a:pt x="2616581" y="5213032"/>
                  </a:lnTo>
                  <a:lnTo>
                    <a:pt x="2620899" y="5208765"/>
                  </a:lnTo>
                  <a:lnTo>
                    <a:pt x="2620899" y="5198249"/>
                  </a:lnTo>
                  <a:lnTo>
                    <a:pt x="2616581" y="5193982"/>
                  </a:lnTo>
                  <a:close/>
                </a:path>
                <a:path w="10424160" h="5213350">
                  <a:moveTo>
                    <a:pt x="2573274" y="5193982"/>
                  </a:moveTo>
                  <a:lnTo>
                    <a:pt x="2567940" y="5193982"/>
                  </a:lnTo>
                  <a:lnTo>
                    <a:pt x="2563749" y="5198249"/>
                  </a:lnTo>
                  <a:lnTo>
                    <a:pt x="2563749" y="5208765"/>
                  </a:lnTo>
                  <a:lnTo>
                    <a:pt x="2567940" y="5213032"/>
                  </a:lnTo>
                  <a:lnTo>
                    <a:pt x="2573274" y="5213032"/>
                  </a:lnTo>
                  <a:lnTo>
                    <a:pt x="2573274" y="5193982"/>
                  </a:lnTo>
                  <a:close/>
                </a:path>
                <a:path w="10424160" h="5213350">
                  <a:moveTo>
                    <a:pt x="2578481" y="5193982"/>
                  </a:moveTo>
                  <a:lnTo>
                    <a:pt x="2573274" y="5193982"/>
                  </a:lnTo>
                  <a:lnTo>
                    <a:pt x="2573274" y="5213032"/>
                  </a:lnTo>
                  <a:lnTo>
                    <a:pt x="2578481" y="5213032"/>
                  </a:lnTo>
                  <a:lnTo>
                    <a:pt x="2582799" y="5208765"/>
                  </a:lnTo>
                  <a:lnTo>
                    <a:pt x="2582799" y="5198249"/>
                  </a:lnTo>
                  <a:lnTo>
                    <a:pt x="2578481" y="5193982"/>
                  </a:lnTo>
                  <a:close/>
                </a:path>
                <a:path w="10424160" h="5213350">
                  <a:moveTo>
                    <a:pt x="2535047" y="5193982"/>
                  </a:moveTo>
                  <a:lnTo>
                    <a:pt x="2529840" y="5193982"/>
                  </a:lnTo>
                  <a:lnTo>
                    <a:pt x="2525522" y="5198249"/>
                  </a:lnTo>
                  <a:lnTo>
                    <a:pt x="2525522" y="5208765"/>
                  </a:lnTo>
                  <a:lnTo>
                    <a:pt x="2529840" y="5213032"/>
                  </a:lnTo>
                  <a:lnTo>
                    <a:pt x="2535047" y="5213032"/>
                  </a:lnTo>
                  <a:lnTo>
                    <a:pt x="2535047" y="5193982"/>
                  </a:lnTo>
                  <a:close/>
                </a:path>
                <a:path w="10424160" h="5213350">
                  <a:moveTo>
                    <a:pt x="2535174" y="5206682"/>
                  </a:moveTo>
                  <a:lnTo>
                    <a:pt x="2535047" y="5206682"/>
                  </a:lnTo>
                  <a:lnTo>
                    <a:pt x="2535047" y="5213032"/>
                  </a:lnTo>
                  <a:lnTo>
                    <a:pt x="2535174" y="5213032"/>
                  </a:lnTo>
                  <a:lnTo>
                    <a:pt x="2535174" y="5206682"/>
                  </a:lnTo>
                  <a:close/>
                </a:path>
                <a:path w="10424160" h="5213350">
                  <a:moveTo>
                    <a:pt x="2540381" y="5193982"/>
                  </a:moveTo>
                  <a:lnTo>
                    <a:pt x="2535174" y="5193982"/>
                  </a:lnTo>
                  <a:lnTo>
                    <a:pt x="2535174" y="5213032"/>
                  </a:lnTo>
                  <a:lnTo>
                    <a:pt x="2540381" y="5213032"/>
                  </a:lnTo>
                  <a:lnTo>
                    <a:pt x="2544699" y="5208765"/>
                  </a:lnTo>
                  <a:lnTo>
                    <a:pt x="2544699" y="5198249"/>
                  </a:lnTo>
                  <a:lnTo>
                    <a:pt x="2540381" y="5193982"/>
                  </a:lnTo>
                  <a:close/>
                </a:path>
                <a:path w="10424160" h="5213350">
                  <a:moveTo>
                    <a:pt x="2535174" y="5193982"/>
                  </a:moveTo>
                  <a:lnTo>
                    <a:pt x="2535047" y="5193982"/>
                  </a:lnTo>
                  <a:lnTo>
                    <a:pt x="2535047" y="5200332"/>
                  </a:lnTo>
                  <a:lnTo>
                    <a:pt x="2535174" y="5200332"/>
                  </a:lnTo>
                  <a:lnTo>
                    <a:pt x="2535174" y="5193982"/>
                  </a:lnTo>
                  <a:close/>
                </a:path>
                <a:path w="10424160" h="5213350">
                  <a:moveTo>
                    <a:pt x="2496947" y="5193982"/>
                  </a:moveTo>
                  <a:lnTo>
                    <a:pt x="2491740" y="5193982"/>
                  </a:lnTo>
                  <a:lnTo>
                    <a:pt x="2487422" y="5198249"/>
                  </a:lnTo>
                  <a:lnTo>
                    <a:pt x="2487422" y="5208765"/>
                  </a:lnTo>
                  <a:lnTo>
                    <a:pt x="2491740" y="5213032"/>
                  </a:lnTo>
                  <a:lnTo>
                    <a:pt x="2496947" y="5213032"/>
                  </a:lnTo>
                  <a:lnTo>
                    <a:pt x="2496947" y="5193982"/>
                  </a:lnTo>
                  <a:close/>
                </a:path>
                <a:path w="10424160" h="5213350">
                  <a:moveTo>
                    <a:pt x="2502281" y="5193982"/>
                  </a:moveTo>
                  <a:lnTo>
                    <a:pt x="2496947" y="5193982"/>
                  </a:lnTo>
                  <a:lnTo>
                    <a:pt x="2496947" y="5213032"/>
                  </a:lnTo>
                  <a:lnTo>
                    <a:pt x="2502281" y="5213032"/>
                  </a:lnTo>
                  <a:lnTo>
                    <a:pt x="2506472" y="5208765"/>
                  </a:lnTo>
                  <a:lnTo>
                    <a:pt x="2506472" y="5198249"/>
                  </a:lnTo>
                  <a:lnTo>
                    <a:pt x="2502281" y="5193982"/>
                  </a:lnTo>
                  <a:close/>
                </a:path>
                <a:path w="10424160" h="5213350">
                  <a:moveTo>
                    <a:pt x="2458847" y="5193982"/>
                  </a:moveTo>
                  <a:lnTo>
                    <a:pt x="2453640" y="5193982"/>
                  </a:lnTo>
                  <a:lnTo>
                    <a:pt x="2449322" y="5198249"/>
                  </a:lnTo>
                  <a:lnTo>
                    <a:pt x="2449322" y="5208765"/>
                  </a:lnTo>
                  <a:lnTo>
                    <a:pt x="2453640" y="5213032"/>
                  </a:lnTo>
                  <a:lnTo>
                    <a:pt x="2458847" y="5213032"/>
                  </a:lnTo>
                  <a:lnTo>
                    <a:pt x="2458847" y="5193982"/>
                  </a:lnTo>
                  <a:close/>
                </a:path>
                <a:path w="10424160" h="5213350">
                  <a:moveTo>
                    <a:pt x="2464181" y="5193982"/>
                  </a:moveTo>
                  <a:lnTo>
                    <a:pt x="2458847" y="5193982"/>
                  </a:lnTo>
                  <a:lnTo>
                    <a:pt x="2458847" y="5213032"/>
                  </a:lnTo>
                  <a:lnTo>
                    <a:pt x="2464181" y="5213032"/>
                  </a:lnTo>
                  <a:lnTo>
                    <a:pt x="2468372" y="5208765"/>
                  </a:lnTo>
                  <a:lnTo>
                    <a:pt x="2468372" y="5198249"/>
                  </a:lnTo>
                  <a:lnTo>
                    <a:pt x="2464181" y="5193982"/>
                  </a:lnTo>
                  <a:close/>
                </a:path>
                <a:path w="10424160" h="5213350">
                  <a:moveTo>
                    <a:pt x="2420747" y="5193982"/>
                  </a:moveTo>
                  <a:lnTo>
                    <a:pt x="2415540" y="5193982"/>
                  </a:lnTo>
                  <a:lnTo>
                    <a:pt x="2411222" y="5198249"/>
                  </a:lnTo>
                  <a:lnTo>
                    <a:pt x="2411222" y="5208765"/>
                  </a:lnTo>
                  <a:lnTo>
                    <a:pt x="2415540" y="5213032"/>
                  </a:lnTo>
                  <a:lnTo>
                    <a:pt x="2420747" y="5213032"/>
                  </a:lnTo>
                  <a:lnTo>
                    <a:pt x="2420747" y="5193982"/>
                  </a:lnTo>
                  <a:close/>
                </a:path>
                <a:path w="10424160" h="5213350">
                  <a:moveTo>
                    <a:pt x="2426081" y="5193982"/>
                  </a:moveTo>
                  <a:lnTo>
                    <a:pt x="2420747" y="5193982"/>
                  </a:lnTo>
                  <a:lnTo>
                    <a:pt x="2420747" y="5213032"/>
                  </a:lnTo>
                  <a:lnTo>
                    <a:pt x="2426081" y="5213032"/>
                  </a:lnTo>
                  <a:lnTo>
                    <a:pt x="2430272" y="5208765"/>
                  </a:lnTo>
                  <a:lnTo>
                    <a:pt x="2430272" y="5198249"/>
                  </a:lnTo>
                  <a:lnTo>
                    <a:pt x="2426081" y="5193982"/>
                  </a:lnTo>
                  <a:close/>
                </a:path>
                <a:path w="10424160" h="5213350">
                  <a:moveTo>
                    <a:pt x="2382647" y="5193982"/>
                  </a:moveTo>
                  <a:lnTo>
                    <a:pt x="2377313" y="5193982"/>
                  </a:lnTo>
                  <a:lnTo>
                    <a:pt x="2373122" y="5198249"/>
                  </a:lnTo>
                  <a:lnTo>
                    <a:pt x="2373122" y="5208765"/>
                  </a:lnTo>
                  <a:lnTo>
                    <a:pt x="2377313" y="5213032"/>
                  </a:lnTo>
                  <a:lnTo>
                    <a:pt x="2382647" y="5213032"/>
                  </a:lnTo>
                  <a:lnTo>
                    <a:pt x="2382647" y="5193982"/>
                  </a:lnTo>
                  <a:close/>
                </a:path>
                <a:path w="10424160" h="5213350">
                  <a:moveTo>
                    <a:pt x="2387854" y="5193982"/>
                  </a:moveTo>
                  <a:lnTo>
                    <a:pt x="2382647" y="5193982"/>
                  </a:lnTo>
                  <a:lnTo>
                    <a:pt x="2382647" y="5213032"/>
                  </a:lnTo>
                  <a:lnTo>
                    <a:pt x="2387854" y="5213032"/>
                  </a:lnTo>
                  <a:lnTo>
                    <a:pt x="2392172" y="5208765"/>
                  </a:lnTo>
                  <a:lnTo>
                    <a:pt x="2392172" y="5198249"/>
                  </a:lnTo>
                  <a:lnTo>
                    <a:pt x="2387854" y="5193982"/>
                  </a:lnTo>
                  <a:close/>
                </a:path>
                <a:path w="10424160" h="5213350">
                  <a:moveTo>
                    <a:pt x="2344547" y="5193982"/>
                  </a:moveTo>
                  <a:lnTo>
                    <a:pt x="2339213" y="5193982"/>
                  </a:lnTo>
                  <a:lnTo>
                    <a:pt x="2335022" y="5198249"/>
                  </a:lnTo>
                  <a:lnTo>
                    <a:pt x="2335022" y="5208765"/>
                  </a:lnTo>
                  <a:lnTo>
                    <a:pt x="2339213" y="5213032"/>
                  </a:lnTo>
                  <a:lnTo>
                    <a:pt x="2344547" y="5213032"/>
                  </a:lnTo>
                  <a:lnTo>
                    <a:pt x="2344547" y="5193982"/>
                  </a:lnTo>
                  <a:close/>
                </a:path>
                <a:path w="10424160" h="5213350">
                  <a:moveTo>
                    <a:pt x="2349754" y="5193982"/>
                  </a:moveTo>
                  <a:lnTo>
                    <a:pt x="2344547" y="5193982"/>
                  </a:lnTo>
                  <a:lnTo>
                    <a:pt x="2344547" y="5213032"/>
                  </a:lnTo>
                  <a:lnTo>
                    <a:pt x="2349754" y="5213032"/>
                  </a:lnTo>
                  <a:lnTo>
                    <a:pt x="2354072" y="5208765"/>
                  </a:lnTo>
                  <a:lnTo>
                    <a:pt x="2354072" y="5198249"/>
                  </a:lnTo>
                  <a:lnTo>
                    <a:pt x="2349754" y="5193982"/>
                  </a:lnTo>
                  <a:close/>
                </a:path>
                <a:path w="10424160" h="5213350">
                  <a:moveTo>
                    <a:pt x="2306447" y="5193982"/>
                  </a:moveTo>
                  <a:lnTo>
                    <a:pt x="2301113" y="5193982"/>
                  </a:lnTo>
                  <a:lnTo>
                    <a:pt x="2296922" y="5198249"/>
                  </a:lnTo>
                  <a:lnTo>
                    <a:pt x="2296922" y="5208765"/>
                  </a:lnTo>
                  <a:lnTo>
                    <a:pt x="2301113" y="5213032"/>
                  </a:lnTo>
                  <a:lnTo>
                    <a:pt x="2306447" y="5213032"/>
                  </a:lnTo>
                  <a:lnTo>
                    <a:pt x="2306447" y="5193982"/>
                  </a:lnTo>
                  <a:close/>
                </a:path>
                <a:path w="10424160" h="5213350">
                  <a:moveTo>
                    <a:pt x="2311654" y="5193982"/>
                  </a:moveTo>
                  <a:lnTo>
                    <a:pt x="2306447" y="5193982"/>
                  </a:lnTo>
                  <a:lnTo>
                    <a:pt x="2306447" y="5213032"/>
                  </a:lnTo>
                  <a:lnTo>
                    <a:pt x="2311654" y="5213032"/>
                  </a:lnTo>
                  <a:lnTo>
                    <a:pt x="2315972" y="5208765"/>
                  </a:lnTo>
                  <a:lnTo>
                    <a:pt x="2315972" y="5198249"/>
                  </a:lnTo>
                  <a:lnTo>
                    <a:pt x="2311654" y="5193982"/>
                  </a:lnTo>
                  <a:close/>
                </a:path>
                <a:path w="10424160" h="5213350">
                  <a:moveTo>
                    <a:pt x="2268220" y="5193982"/>
                  </a:moveTo>
                  <a:lnTo>
                    <a:pt x="2263013" y="5193982"/>
                  </a:lnTo>
                  <a:lnTo>
                    <a:pt x="2258695" y="5198249"/>
                  </a:lnTo>
                  <a:lnTo>
                    <a:pt x="2258695" y="5208765"/>
                  </a:lnTo>
                  <a:lnTo>
                    <a:pt x="2263013" y="5213032"/>
                  </a:lnTo>
                  <a:lnTo>
                    <a:pt x="2268220" y="5213032"/>
                  </a:lnTo>
                  <a:lnTo>
                    <a:pt x="2268220" y="5193982"/>
                  </a:lnTo>
                  <a:close/>
                </a:path>
                <a:path w="10424160" h="5213350">
                  <a:moveTo>
                    <a:pt x="2273554" y="5193982"/>
                  </a:moveTo>
                  <a:lnTo>
                    <a:pt x="2268347" y="5193982"/>
                  </a:lnTo>
                  <a:lnTo>
                    <a:pt x="2268347" y="5213032"/>
                  </a:lnTo>
                  <a:lnTo>
                    <a:pt x="2273554" y="5213032"/>
                  </a:lnTo>
                  <a:lnTo>
                    <a:pt x="2277872" y="5208765"/>
                  </a:lnTo>
                  <a:lnTo>
                    <a:pt x="2277872" y="5198249"/>
                  </a:lnTo>
                  <a:lnTo>
                    <a:pt x="2273554" y="5193982"/>
                  </a:lnTo>
                  <a:close/>
                </a:path>
                <a:path w="10424160" h="5213350">
                  <a:moveTo>
                    <a:pt x="2230120" y="5193982"/>
                  </a:moveTo>
                  <a:lnTo>
                    <a:pt x="2224913" y="5193982"/>
                  </a:lnTo>
                  <a:lnTo>
                    <a:pt x="2220595" y="5198249"/>
                  </a:lnTo>
                  <a:lnTo>
                    <a:pt x="2220595" y="5208765"/>
                  </a:lnTo>
                  <a:lnTo>
                    <a:pt x="2224913" y="5213032"/>
                  </a:lnTo>
                  <a:lnTo>
                    <a:pt x="2230120" y="5213032"/>
                  </a:lnTo>
                  <a:lnTo>
                    <a:pt x="2230120" y="5193982"/>
                  </a:lnTo>
                  <a:close/>
                </a:path>
                <a:path w="10424160" h="5213350">
                  <a:moveTo>
                    <a:pt x="2235454" y="5193982"/>
                  </a:moveTo>
                  <a:lnTo>
                    <a:pt x="2230120" y="5193982"/>
                  </a:lnTo>
                  <a:lnTo>
                    <a:pt x="2230120" y="5213032"/>
                  </a:lnTo>
                  <a:lnTo>
                    <a:pt x="2235454" y="5213032"/>
                  </a:lnTo>
                  <a:lnTo>
                    <a:pt x="2239645" y="5208765"/>
                  </a:lnTo>
                  <a:lnTo>
                    <a:pt x="2239645" y="5198249"/>
                  </a:lnTo>
                  <a:lnTo>
                    <a:pt x="2235454" y="5193982"/>
                  </a:lnTo>
                  <a:close/>
                </a:path>
                <a:path w="10424160" h="5213350">
                  <a:moveTo>
                    <a:pt x="2192020" y="5193982"/>
                  </a:moveTo>
                  <a:lnTo>
                    <a:pt x="2186813" y="5193982"/>
                  </a:lnTo>
                  <a:lnTo>
                    <a:pt x="2182495" y="5198249"/>
                  </a:lnTo>
                  <a:lnTo>
                    <a:pt x="2182495" y="5208765"/>
                  </a:lnTo>
                  <a:lnTo>
                    <a:pt x="2186813" y="5213032"/>
                  </a:lnTo>
                  <a:lnTo>
                    <a:pt x="2192020" y="5213032"/>
                  </a:lnTo>
                  <a:lnTo>
                    <a:pt x="2192020" y="5193982"/>
                  </a:lnTo>
                  <a:close/>
                </a:path>
                <a:path w="10424160" h="5213350">
                  <a:moveTo>
                    <a:pt x="2197354" y="5193982"/>
                  </a:moveTo>
                  <a:lnTo>
                    <a:pt x="2192020" y="5193982"/>
                  </a:lnTo>
                  <a:lnTo>
                    <a:pt x="2192020" y="5213032"/>
                  </a:lnTo>
                  <a:lnTo>
                    <a:pt x="2197354" y="5213032"/>
                  </a:lnTo>
                  <a:lnTo>
                    <a:pt x="2201545" y="5208765"/>
                  </a:lnTo>
                  <a:lnTo>
                    <a:pt x="2201545" y="5198249"/>
                  </a:lnTo>
                  <a:lnTo>
                    <a:pt x="2197354" y="5193982"/>
                  </a:lnTo>
                  <a:close/>
                </a:path>
                <a:path w="10424160" h="5213350">
                  <a:moveTo>
                    <a:pt x="2153920" y="5193982"/>
                  </a:moveTo>
                  <a:lnTo>
                    <a:pt x="2148585" y="5193982"/>
                  </a:lnTo>
                  <a:lnTo>
                    <a:pt x="2144395" y="5198249"/>
                  </a:lnTo>
                  <a:lnTo>
                    <a:pt x="2144395" y="5208765"/>
                  </a:lnTo>
                  <a:lnTo>
                    <a:pt x="2148585" y="5213032"/>
                  </a:lnTo>
                  <a:lnTo>
                    <a:pt x="2153920" y="5213032"/>
                  </a:lnTo>
                  <a:lnTo>
                    <a:pt x="2153920" y="5193982"/>
                  </a:lnTo>
                  <a:close/>
                </a:path>
                <a:path w="10424160" h="5213350">
                  <a:moveTo>
                    <a:pt x="2159127" y="5193982"/>
                  </a:moveTo>
                  <a:lnTo>
                    <a:pt x="2153920" y="5193982"/>
                  </a:lnTo>
                  <a:lnTo>
                    <a:pt x="2153920" y="5213032"/>
                  </a:lnTo>
                  <a:lnTo>
                    <a:pt x="2159127" y="5213032"/>
                  </a:lnTo>
                  <a:lnTo>
                    <a:pt x="2163445" y="5208765"/>
                  </a:lnTo>
                  <a:lnTo>
                    <a:pt x="2163445" y="5198249"/>
                  </a:lnTo>
                  <a:lnTo>
                    <a:pt x="2159127" y="5193982"/>
                  </a:lnTo>
                  <a:close/>
                </a:path>
                <a:path w="10424160" h="5213350">
                  <a:moveTo>
                    <a:pt x="2115820" y="5193982"/>
                  </a:moveTo>
                  <a:lnTo>
                    <a:pt x="2110485" y="5193982"/>
                  </a:lnTo>
                  <a:lnTo>
                    <a:pt x="2106295" y="5198249"/>
                  </a:lnTo>
                  <a:lnTo>
                    <a:pt x="2106295" y="5208765"/>
                  </a:lnTo>
                  <a:lnTo>
                    <a:pt x="2110485" y="5213032"/>
                  </a:lnTo>
                  <a:lnTo>
                    <a:pt x="2115820" y="5213032"/>
                  </a:lnTo>
                  <a:lnTo>
                    <a:pt x="2115820" y="5193982"/>
                  </a:lnTo>
                  <a:close/>
                </a:path>
                <a:path w="10424160" h="5213350">
                  <a:moveTo>
                    <a:pt x="2121027" y="5193982"/>
                  </a:moveTo>
                  <a:lnTo>
                    <a:pt x="2115820" y="5193982"/>
                  </a:lnTo>
                  <a:lnTo>
                    <a:pt x="2115820" y="5213032"/>
                  </a:lnTo>
                  <a:lnTo>
                    <a:pt x="2121027" y="5213032"/>
                  </a:lnTo>
                  <a:lnTo>
                    <a:pt x="2125345" y="5208765"/>
                  </a:lnTo>
                  <a:lnTo>
                    <a:pt x="2125345" y="5198249"/>
                  </a:lnTo>
                  <a:lnTo>
                    <a:pt x="2121027" y="5193982"/>
                  </a:lnTo>
                  <a:close/>
                </a:path>
                <a:path w="10424160" h="5213350">
                  <a:moveTo>
                    <a:pt x="2077720" y="5193982"/>
                  </a:moveTo>
                  <a:lnTo>
                    <a:pt x="2072385" y="5193982"/>
                  </a:lnTo>
                  <a:lnTo>
                    <a:pt x="2068195" y="5198249"/>
                  </a:lnTo>
                  <a:lnTo>
                    <a:pt x="2068195" y="5208765"/>
                  </a:lnTo>
                  <a:lnTo>
                    <a:pt x="2072385" y="5213032"/>
                  </a:lnTo>
                  <a:lnTo>
                    <a:pt x="2077720" y="5213032"/>
                  </a:lnTo>
                  <a:lnTo>
                    <a:pt x="2077720" y="5193982"/>
                  </a:lnTo>
                  <a:close/>
                </a:path>
                <a:path w="10424160" h="5213350">
                  <a:moveTo>
                    <a:pt x="2082927" y="5193982"/>
                  </a:moveTo>
                  <a:lnTo>
                    <a:pt x="2077720" y="5193982"/>
                  </a:lnTo>
                  <a:lnTo>
                    <a:pt x="2077720" y="5213032"/>
                  </a:lnTo>
                  <a:lnTo>
                    <a:pt x="2082927" y="5213032"/>
                  </a:lnTo>
                  <a:lnTo>
                    <a:pt x="2087245" y="5208765"/>
                  </a:lnTo>
                  <a:lnTo>
                    <a:pt x="2087245" y="5198249"/>
                  </a:lnTo>
                  <a:lnTo>
                    <a:pt x="2082927" y="5193982"/>
                  </a:lnTo>
                  <a:close/>
                </a:path>
                <a:path w="10424160" h="5213350">
                  <a:moveTo>
                    <a:pt x="2039493" y="5193982"/>
                  </a:moveTo>
                  <a:lnTo>
                    <a:pt x="2034285" y="5193982"/>
                  </a:lnTo>
                  <a:lnTo>
                    <a:pt x="2029968" y="5198249"/>
                  </a:lnTo>
                  <a:lnTo>
                    <a:pt x="2029968" y="5208765"/>
                  </a:lnTo>
                  <a:lnTo>
                    <a:pt x="2034285" y="5213032"/>
                  </a:lnTo>
                  <a:lnTo>
                    <a:pt x="2039493" y="5213032"/>
                  </a:lnTo>
                  <a:lnTo>
                    <a:pt x="2039493" y="5193982"/>
                  </a:lnTo>
                  <a:close/>
                </a:path>
                <a:path w="10424160" h="5213350">
                  <a:moveTo>
                    <a:pt x="2044827" y="5193982"/>
                  </a:moveTo>
                  <a:lnTo>
                    <a:pt x="2039620" y="5193982"/>
                  </a:lnTo>
                  <a:lnTo>
                    <a:pt x="2039620" y="5213032"/>
                  </a:lnTo>
                  <a:lnTo>
                    <a:pt x="2044827" y="5213032"/>
                  </a:lnTo>
                  <a:lnTo>
                    <a:pt x="2049145" y="5208765"/>
                  </a:lnTo>
                  <a:lnTo>
                    <a:pt x="2049145" y="5198249"/>
                  </a:lnTo>
                  <a:lnTo>
                    <a:pt x="2044827" y="5193982"/>
                  </a:lnTo>
                  <a:close/>
                </a:path>
                <a:path w="10424160" h="5213350">
                  <a:moveTo>
                    <a:pt x="2001393" y="5193982"/>
                  </a:moveTo>
                  <a:lnTo>
                    <a:pt x="1996185" y="5193982"/>
                  </a:lnTo>
                  <a:lnTo>
                    <a:pt x="1991868" y="5198249"/>
                  </a:lnTo>
                  <a:lnTo>
                    <a:pt x="1991868" y="5208765"/>
                  </a:lnTo>
                  <a:lnTo>
                    <a:pt x="1996185" y="5213032"/>
                  </a:lnTo>
                  <a:lnTo>
                    <a:pt x="2001393" y="5213032"/>
                  </a:lnTo>
                  <a:lnTo>
                    <a:pt x="2001393" y="5193982"/>
                  </a:lnTo>
                  <a:close/>
                </a:path>
                <a:path w="10424160" h="5213350">
                  <a:moveTo>
                    <a:pt x="2006727" y="5193982"/>
                  </a:moveTo>
                  <a:lnTo>
                    <a:pt x="2001393" y="5193982"/>
                  </a:lnTo>
                  <a:lnTo>
                    <a:pt x="2001393" y="5213032"/>
                  </a:lnTo>
                  <a:lnTo>
                    <a:pt x="2006727" y="5213032"/>
                  </a:lnTo>
                  <a:lnTo>
                    <a:pt x="2010918" y="5208765"/>
                  </a:lnTo>
                  <a:lnTo>
                    <a:pt x="2010918" y="5198249"/>
                  </a:lnTo>
                  <a:lnTo>
                    <a:pt x="2006727" y="5193982"/>
                  </a:lnTo>
                  <a:close/>
                </a:path>
                <a:path w="10424160" h="5213350">
                  <a:moveTo>
                    <a:pt x="1963293" y="5193982"/>
                  </a:moveTo>
                  <a:lnTo>
                    <a:pt x="1958085" y="5193982"/>
                  </a:lnTo>
                  <a:lnTo>
                    <a:pt x="1953768" y="5198249"/>
                  </a:lnTo>
                  <a:lnTo>
                    <a:pt x="1953768" y="5208765"/>
                  </a:lnTo>
                  <a:lnTo>
                    <a:pt x="1958085" y="5213032"/>
                  </a:lnTo>
                  <a:lnTo>
                    <a:pt x="1963293" y="5213032"/>
                  </a:lnTo>
                  <a:lnTo>
                    <a:pt x="1963293" y="5193982"/>
                  </a:lnTo>
                  <a:close/>
                </a:path>
                <a:path w="10424160" h="5213350">
                  <a:moveTo>
                    <a:pt x="1968627" y="5193982"/>
                  </a:moveTo>
                  <a:lnTo>
                    <a:pt x="1963293" y="5193982"/>
                  </a:lnTo>
                  <a:lnTo>
                    <a:pt x="1963293" y="5213032"/>
                  </a:lnTo>
                  <a:lnTo>
                    <a:pt x="1968627" y="5213032"/>
                  </a:lnTo>
                  <a:lnTo>
                    <a:pt x="1972818" y="5208765"/>
                  </a:lnTo>
                  <a:lnTo>
                    <a:pt x="1972818" y="5198249"/>
                  </a:lnTo>
                  <a:lnTo>
                    <a:pt x="1968627" y="5193982"/>
                  </a:lnTo>
                  <a:close/>
                </a:path>
                <a:path w="10424160" h="5213350">
                  <a:moveTo>
                    <a:pt x="1925193" y="5193982"/>
                  </a:moveTo>
                  <a:lnTo>
                    <a:pt x="1919985" y="5193982"/>
                  </a:lnTo>
                  <a:lnTo>
                    <a:pt x="1915668" y="5198249"/>
                  </a:lnTo>
                  <a:lnTo>
                    <a:pt x="1915668" y="5208765"/>
                  </a:lnTo>
                  <a:lnTo>
                    <a:pt x="1919985" y="5213032"/>
                  </a:lnTo>
                  <a:lnTo>
                    <a:pt x="1925193" y="5213032"/>
                  </a:lnTo>
                  <a:lnTo>
                    <a:pt x="1925193" y="5193982"/>
                  </a:lnTo>
                  <a:close/>
                </a:path>
                <a:path w="10424160" h="5213350">
                  <a:moveTo>
                    <a:pt x="1930527" y="5193982"/>
                  </a:moveTo>
                  <a:lnTo>
                    <a:pt x="1925193" y="5193982"/>
                  </a:lnTo>
                  <a:lnTo>
                    <a:pt x="1925193" y="5213032"/>
                  </a:lnTo>
                  <a:lnTo>
                    <a:pt x="1930527" y="5213032"/>
                  </a:lnTo>
                  <a:lnTo>
                    <a:pt x="1934718" y="5208765"/>
                  </a:lnTo>
                  <a:lnTo>
                    <a:pt x="1934718" y="5198249"/>
                  </a:lnTo>
                  <a:lnTo>
                    <a:pt x="1930527" y="5193982"/>
                  </a:lnTo>
                  <a:close/>
                </a:path>
                <a:path w="10424160" h="5213350">
                  <a:moveTo>
                    <a:pt x="1887093" y="5193982"/>
                  </a:moveTo>
                  <a:lnTo>
                    <a:pt x="1881758" y="5193982"/>
                  </a:lnTo>
                  <a:lnTo>
                    <a:pt x="1877568" y="5198249"/>
                  </a:lnTo>
                  <a:lnTo>
                    <a:pt x="1877568" y="5208765"/>
                  </a:lnTo>
                  <a:lnTo>
                    <a:pt x="1881758" y="5213032"/>
                  </a:lnTo>
                  <a:lnTo>
                    <a:pt x="1887093" y="5213032"/>
                  </a:lnTo>
                  <a:lnTo>
                    <a:pt x="1887093" y="5193982"/>
                  </a:lnTo>
                  <a:close/>
                </a:path>
                <a:path w="10424160" h="5213350">
                  <a:moveTo>
                    <a:pt x="1892300" y="5193982"/>
                  </a:moveTo>
                  <a:lnTo>
                    <a:pt x="1887093" y="5193982"/>
                  </a:lnTo>
                  <a:lnTo>
                    <a:pt x="1887093" y="5213032"/>
                  </a:lnTo>
                  <a:lnTo>
                    <a:pt x="1892300" y="5213032"/>
                  </a:lnTo>
                  <a:lnTo>
                    <a:pt x="1896618" y="5208765"/>
                  </a:lnTo>
                  <a:lnTo>
                    <a:pt x="1896618" y="5198249"/>
                  </a:lnTo>
                  <a:lnTo>
                    <a:pt x="1892300" y="5193982"/>
                  </a:lnTo>
                  <a:close/>
                </a:path>
                <a:path w="10424160" h="5213350">
                  <a:moveTo>
                    <a:pt x="1848993" y="5193982"/>
                  </a:moveTo>
                  <a:lnTo>
                    <a:pt x="1843658" y="5193982"/>
                  </a:lnTo>
                  <a:lnTo>
                    <a:pt x="1839468" y="5198249"/>
                  </a:lnTo>
                  <a:lnTo>
                    <a:pt x="1839468" y="5208765"/>
                  </a:lnTo>
                  <a:lnTo>
                    <a:pt x="1843658" y="5213032"/>
                  </a:lnTo>
                  <a:lnTo>
                    <a:pt x="1848993" y="5213032"/>
                  </a:lnTo>
                  <a:lnTo>
                    <a:pt x="1848993" y="5193982"/>
                  </a:lnTo>
                  <a:close/>
                </a:path>
                <a:path w="10424160" h="5213350">
                  <a:moveTo>
                    <a:pt x="1854200" y="5193982"/>
                  </a:moveTo>
                  <a:lnTo>
                    <a:pt x="1848993" y="5193982"/>
                  </a:lnTo>
                  <a:lnTo>
                    <a:pt x="1848993" y="5213032"/>
                  </a:lnTo>
                  <a:lnTo>
                    <a:pt x="1854200" y="5213032"/>
                  </a:lnTo>
                  <a:lnTo>
                    <a:pt x="1858518" y="5208765"/>
                  </a:lnTo>
                  <a:lnTo>
                    <a:pt x="1858518" y="5198249"/>
                  </a:lnTo>
                  <a:lnTo>
                    <a:pt x="1854200" y="5193982"/>
                  </a:lnTo>
                  <a:close/>
                </a:path>
                <a:path w="10424160" h="5213350">
                  <a:moveTo>
                    <a:pt x="1810893" y="5193982"/>
                  </a:moveTo>
                  <a:lnTo>
                    <a:pt x="1805558" y="5193982"/>
                  </a:lnTo>
                  <a:lnTo>
                    <a:pt x="1801368" y="5198249"/>
                  </a:lnTo>
                  <a:lnTo>
                    <a:pt x="1801368" y="5208765"/>
                  </a:lnTo>
                  <a:lnTo>
                    <a:pt x="1805558" y="5213032"/>
                  </a:lnTo>
                  <a:lnTo>
                    <a:pt x="1810893" y="5213032"/>
                  </a:lnTo>
                  <a:lnTo>
                    <a:pt x="1810893" y="5193982"/>
                  </a:lnTo>
                  <a:close/>
                </a:path>
                <a:path w="10424160" h="5213350">
                  <a:moveTo>
                    <a:pt x="1816100" y="5193982"/>
                  </a:moveTo>
                  <a:lnTo>
                    <a:pt x="1810893" y="5193982"/>
                  </a:lnTo>
                  <a:lnTo>
                    <a:pt x="1810893" y="5213032"/>
                  </a:lnTo>
                  <a:lnTo>
                    <a:pt x="1816100" y="5213032"/>
                  </a:lnTo>
                  <a:lnTo>
                    <a:pt x="1820418" y="5208765"/>
                  </a:lnTo>
                  <a:lnTo>
                    <a:pt x="1820418" y="5198249"/>
                  </a:lnTo>
                  <a:lnTo>
                    <a:pt x="1816100" y="5193982"/>
                  </a:lnTo>
                  <a:close/>
                </a:path>
                <a:path w="10424160" h="5213350">
                  <a:moveTo>
                    <a:pt x="1772665" y="5193982"/>
                  </a:moveTo>
                  <a:lnTo>
                    <a:pt x="1767458" y="5193982"/>
                  </a:lnTo>
                  <a:lnTo>
                    <a:pt x="1763140" y="5198249"/>
                  </a:lnTo>
                  <a:lnTo>
                    <a:pt x="1763140" y="5208765"/>
                  </a:lnTo>
                  <a:lnTo>
                    <a:pt x="1767458" y="5213032"/>
                  </a:lnTo>
                  <a:lnTo>
                    <a:pt x="1772665" y="5213032"/>
                  </a:lnTo>
                  <a:lnTo>
                    <a:pt x="1772665" y="5193982"/>
                  </a:lnTo>
                  <a:close/>
                </a:path>
                <a:path w="10424160" h="5213350">
                  <a:moveTo>
                    <a:pt x="1772793" y="5206682"/>
                  </a:moveTo>
                  <a:lnTo>
                    <a:pt x="1772665" y="5206682"/>
                  </a:lnTo>
                  <a:lnTo>
                    <a:pt x="1772665" y="5213032"/>
                  </a:lnTo>
                  <a:lnTo>
                    <a:pt x="1772793" y="5213032"/>
                  </a:lnTo>
                  <a:lnTo>
                    <a:pt x="1772793" y="5206682"/>
                  </a:lnTo>
                  <a:close/>
                </a:path>
                <a:path w="10424160" h="5213350">
                  <a:moveTo>
                    <a:pt x="1778000" y="5193982"/>
                  </a:moveTo>
                  <a:lnTo>
                    <a:pt x="1772793" y="5193982"/>
                  </a:lnTo>
                  <a:lnTo>
                    <a:pt x="1772793" y="5213032"/>
                  </a:lnTo>
                  <a:lnTo>
                    <a:pt x="1778000" y="5213032"/>
                  </a:lnTo>
                  <a:lnTo>
                    <a:pt x="1782318" y="5208765"/>
                  </a:lnTo>
                  <a:lnTo>
                    <a:pt x="1782318" y="5198249"/>
                  </a:lnTo>
                  <a:lnTo>
                    <a:pt x="1778000" y="5193982"/>
                  </a:lnTo>
                  <a:close/>
                </a:path>
                <a:path w="10424160" h="5213350">
                  <a:moveTo>
                    <a:pt x="1772793" y="5193982"/>
                  </a:moveTo>
                  <a:lnTo>
                    <a:pt x="1772665" y="5193982"/>
                  </a:lnTo>
                  <a:lnTo>
                    <a:pt x="1772665" y="5200332"/>
                  </a:lnTo>
                  <a:lnTo>
                    <a:pt x="1772793" y="5200332"/>
                  </a:lnTo>
                  <a:lnTo>
                    <a:pt x="1772793" y="5193982"/>
                  </a:lnTo>
                  <a:close/>
                </a:path>
                <a:path w="10424160" h="5213350">
                  <a:moveTo>
                    <a:pt x="1734565" y="5193982"/>
                  </a:moveTo>
                  <a:lnTo>
                    <a:pt x="1729358" y="5193982"/>
                  </a:lnTo>
                  <a:lnTo>
                    <a:pt x="1725040" y="5198249"/>
                  </a:lnTo>
                  <a:lnTo>
                    <a:pt x="1725040" y="5208765"/>
                  </a:lnTo>
                  <a:lnTo>
                    <a:pt x="1729358" y="5213032"/>
                  </a:lnTo>
                  <a:lnTo>
                    <a:pt x="1734565" y="5213032"/>
                  </a:lnTo>
                  <a:lnTo>
                    <a:pt x="1734565" y="5193982"/>
                  </a:lnTo>
                  <a:close/>
                </a:path>
                <a:path w="10424160" h="5213350">
                  <a:moveTo>
                    <a:pt x="1739900" y="5193982"/>
                  </a:moveTo>
                  <a:lnTo>
                    <a:pt x="1734565" y="5193982"/>
                  </a:lnTo>
                  <a:lnTo>
                    <a:pt x="1734565" y="5213032"/>
                  </a:lnTo>
                  <a:lnTo>
                    <a:pt x="1739900" y="5213032"/>
                  </a:lnTo>
                  <a:lnTo>
                    <a:pt x="1744090" y="5208765"/>
                  </a:lnTo>
                  <a:lnTo>
                    <a:pt x="1744090" y="5198249"/>
                  </a:lnTo>
                  <a:lnTo>
                    <a:pt x="1739900" y="5193982"/>
                  </a:lnTo>
                  <a:close/>
                </a:path>
                <a:path w="10424160" h="5213350">
                  <a:moveTo>
                    <a:pt x="1696465" y="5193982"/>
                  </a:moveTo>
                  <a:lnTo>
                    <a:pt x="1691258" y="5193982"/>
                  </a:lnTo>
                  <a:lnTo>
                    <a:pt x="1686940" y="5198249"/>
                  </a:lnTo>
                  <a:lnTo>
                    <a:pt x="1686940" y="5208765"/>
                  </a:lnTo>
                  <a:lnTo>
                    <a:pt x="1691258" y="5213032"/>
                  </a:lnTo>
                  <a:lnTo>
                    <a:pt x="1696465" y="5213032"/>
                  </a:lnTo>
                  <a:lnTo>
                    <a:pt x="1696465" y="5193982"/>
                  </a:lnTo>
                  <a:close/>
                </a:path>
                <a:path w="10424160" h="5213350">
                  <a:moveTo>
                    <a:pt x="1701800" y="5193982"/>
                  </a:moveTo>
                  <a:lnTo>
                    <a:pt x="1696465" y="5193982"/>
                  </a:lnTo>
                  <a:lnTo>
                    <a:pt x="1696465" y="5213032"/>
                  </a:lnTo>
                  <a:lnTo>
                    <a:pt x="1701800" y="5213032"/>
                  </a:lnTo>
                  <a:lnTo>
                    <a:pt x="1705990" y="5208765"/>
                  </a:lnTo>
                  <a:lnTo>
                    <a:pt x="1705990" y="5198249"/>
                  </a:lnTo>
                  <a:lnTo>
                    <a:pt x="1701800" y="5193982"/>
                  </a:lnTo>
                  <a:close/>
                </a:path>
                <a:path w="10424160" h="5213350">
                  <a:moveTo>
                    <a:pt x="1658365" y="5193982"/>
                  </a:moveTo>
                  <a:lnTo>
                    <a:pt x="1653158" y="5193982"/>
                  </a:lnTo>
                  <a:lnTo>
                    <a:pt x="1648840" y="5198249"/>
                  </a:lnTo>
                  <a:lnTo>
                    <a:pt x="1648840" y="5208765"/>
                  </a:lnTo>
                  <a:lnTo>
                    <a:pt x="1653158" y="5213032"/>
                  </a:lnTo>
                  <a:lnTo>
                    <a:pt x="1658365" y="5213032"/>
                  </a:lnTo>
                  <a:lnTo>
                    <a:pt x="1658365" y="5193982"/>
                  </a:lnTo>
                  <a:close/>
                </a:path>
                <a:path w="10424160" h="5213350">
                  <a:moveTo>
                    <a:pt x="1663700" y="5193982"/>
                  </a:moveTo>
                  <a:lnTo>
                    <a:pt x="1658365" y="5193982"/>
                  </a:lnTo>
                  <a:lnTo>
                    <a:pt x="1658365" y="5213032"/>
                  </a:lnTo>
                  <a:lnTo>
                    <a:pt x="1663700" y="5213032"/>
                  </a:lnTo>
                  <a:lnTo>
                    <a:pt x="1667890" y="5208765"/>
                  </a:lnTo>
                  <a:lnTo>
                    <a:pt x="1667890" y="5198249"/>
                  </a:lnTo>
                  <a:lnTo>
                    <a:pt x="1663700" y="5193982"/>
                  </a:lnTo>
                  <a:close/>
                </a:path>
                <a:path w="10424160" h="5213350">
                  <a:moveTo>
                    <a:pt x="1620265" y="5193982"/>
                  </a:moveTo>
                  <a:lnTo>
                    <a:pt x="1614932" y="5193982"/>
                  </a:lnTo>
                  <a:lnTo>
                    <a:pt x="1610740" y="5198249"/>
                  </a:lnTo>
                  <a:lnTo>
                    <a:pt x="1610740" y="5208765"/>
                  </a:lnTo>
                  <a:lnTo>
                    <a:pt x="1614932" y="5213032"/>
                  </a:lnTo>
                  <a:lnTo>
                    <a:pt x="1620265" y="5213032"/>
                  </a:lnTo>
                  <a:lnTo>
                    <a:pt x="1620265" y="5193982"/>
                  </a:lnTo>
                  <a:close/>
                </a:path>
                <a:path w="10424160" h="5213350">
                  <a:moveTo>
                    <a:pt x="1625472" y="5193982"/>
                  </a:moveTo>
                  <a:lnTo>
                    <a:pt x="1620265" y="5193982"/>
                  </a:lnTo>
                  <a:lnTo>
                    <a:pt x="1620265" y="5213032"/>
                  </a:lnTo>
                  <a:lnTo>
                    <a:pt x="1625472" y="5213032"/>
                  </a:lnTo>
                  <a:lnTo>
                    <a:pt x="1629790" y="5208765"/>
                  </a:lnTo>
                  <a:lnTo>
                    <a:pt x="1629790" y="5198249"/>
                  </a:lnTo>
                  <a:lnTo>
                    <a:pt x="1625472" y="5193982"/>
                  </a:lnTo>
                  <a:close/>
                </a:path>
                <a:path w="10424160" h="5213350">
                  <a:moveTo>
                    <a:pt x="1582165" y="5193982"/>
                  </a:moveTo>
                  <a:lnTo>
                    <a:pt x="1576832" y="5193982"/>
                  </a:lnTo>
                  <a:lnTo>
                    <a:pt x="1572640" y="5198249"/>
                  </a:lnTo>
                  <a:lnTo>
                    <a:pt x="1572640" y="5208765"/>
                  </a:lnTo>
                  <a:lnTo>
                    <a:pt x="1576832" y="5213032"/>
                  </a:lnTo>
                  <a:lnTo>
                    <a:pt x="1582165" y="5213032"/>
                  </a:lnTo>
                  <a:lnTo>
                    <a:pt x="1582165" y="5193982"/>
                  </a:lnTo>
                  <a:close/>
                </a:path>
                <a:path w="10424160" h="5213350">
                  <a:moveTo>
                    <a:pt x="1587372" y="5193982"/>
                  </a:moveTo>
                  <a:lnTo>
                    <a:pt x="1582165" y="5193982"/>
                  </a:lnTo>
                  <a:lnTo>
                    <a:pt x="1582165" y="5213032"/>
                  </a:lnTo>
                  <a:lnTo>
                    <a:pt x="1587372" y="5213032"/>
                  </a:lnTo>
                  <a:lnTo>
                    <a:pt x="1591690" y="5208765"/>
                  </a:lnTo>
                  <a:lnTo>
                    <a:pt x="1591690" y="5198249"/>
                  </a:lnTo>
                  <a:lnTo>
                    <a:pt x="1587372" y="5193982"/>
                  </a:lnTo>
                  <a:close/>
                </a:path>
                <a:path w="10424160" h="5213350">
                  <a:moveTo>
                    <a:pt x="1543939" y="5193982"/>
                  </a:moveTo>
                  <a:lnTo>
                    <a:pt x="1538732" y="5193982"/>
                  </a:lnTo>
                  <a:lnTo>
                    <a:pt x="1534414" y="5198249"/>
                  </a:lnTo>
                  <a:lnTo>
                    <a:pt x="1534414" y="5208765"/>
                  </a:lnTo>
                  <a:lnTo>
                    <a:pt x="1538732" y="5213032"/>
                  </a:lnTo>
                  <a:lnTo>
                    <a:pt x="1543939" y="5213032"/>
                  </a:lnTo>
                  <a:lnTo>
                    <a:pt x="1543939" y="5193982"/>
                  </a:lnTo>
                  <a:close/>
                </a:path>
                <a:path w="10424160" h="5213350">
                  <a:moveTo>
                    <a:pt x="1549272" y="5193982"/>
                  </a:moveTo>
                  <a:lnTo>
                    <a:pt x="1544065" y="5193982"/>
                  </a:lnTo>
                  <a:lnTo>
                    <a:pt x="1544065" y="5213032"/>
                  </a:lnTo>
                  <a:lnTo>
                    <a:pt x="1549272" y="5213032"/>
                  </a:lnTo>
                  <a:lnTo>
                    <a:pt x="1553590" y="5208765"/>
                  </a:lnTo>
                  <a:lnTo>
                    <a:pt x="1553590" y="5198249"/>
                  </a:lnTo>
                  <a:lnTo>
                    <a:pt x="1549272" y="5193982"/>
                  </a:lnTo>
                  <a:close/>
                </a:path>
                <a:path w="10424160" h="5213350">
                  <a:moveTo>
                    <a:pt x="1505839" y="5193982"/>
                  </a:moveTo>
                  <a:lnTo>
                    <a:pt x="1500632" y="5193982"/>
                  </a:lnTo>
                  <a:lnTo>
                    <a:pt x="1496314" y="5198249"/>
                  </a:lnTo>
                  <a:lnTo>
                    <a:pt x="1496314" y="5208765"/>
                  </a:lnTo>
                  <a:lnTo>
                    <a:pt x="1500632" y="5213032"/>
                  </a:lnTo>
                  <a:lnTo>
                    <a:pt x="1505839" y="5213032"/>
                  </a:lnTo>
                  <a:lnTo>
                    <a:pt x="1505839" y="5193982"/>
                  </a:lnTo>
                  <a:close/>
                </a:path>
                <a:path w="10424160" h="5213350">
                  <a:moveTo>
                    <a:pt x="1511172" y="5193982"/>
                  </a:moveTo>
                  <a:lnTo>
                    <a:pt x="1505839" y="5193982"/>
                  </a:lnTo>
                  <a:lnTo>
                    <a:pt x="1505839" y="5213032"/>
                  </a:lnTo>
                  <a:lnTo>
                    <a:pt x="1511172" y="5213032"/>
                  </a:lnTo>
                  <a:lnTo>
                    <a:pt x="1515364" y="5208765"/>
                  </a:lnTo>
                  <a:lnTo>
                    <a:pt x="1515364" y="5198249"/>
                  </a:lnTo>
                  <a:lnTo>
                    <a:pt x="1511172" y="5193982"/>
                  </a:lnTo>
                  <a:close/>
                </a:path>
                <a:path w="10424160" h="5213350">
                  <a:moveTo>
                    <a:pt x="1467739" y="5193982"/>
                  </a:moveTo>
                  <a:lnTo>
                    <a:pt x="1462532" y="5193982"/>
                  </a:lnTo>
                  <a:lnTo>
                    <a:pt x="1458214" y="5198249"/>
                  </a:lnTo>
                  <a:lnTo>
                    <a:pt x="1458214" y="5208765"/>
                  </a:lnTo>
                  <a:lnTo>
                    <a:pt x="1462532" y="5213032"/>
                  </a:lnTo>
                  <a:lnTo>
                    <a:pt x="1467739" y="5213032"/>
                  </a:lnTo>
                  <a:lnTo>
                    <a:pt x="1467739" y="5193982"/>
                  </a:lnTo>
                  <a:close/>
                </a:path>
                <a:path w="10424160" h="5213350">
                  <a:moveTo>
                    <a:pt x="1473072" y="5193982"/>
                  </a:moveTo>
                  <a:lnTo>
                    <a:pt x="1467739" y="5193982"/>
                  </a:lnTo>
                  <a:lnTo>
                    <a:pt x="1467739" y="5213032"/>
                  </a:lnTo>
                  <a:lnTo>
                    <a:pt x="1473072" y="5213032"/>
                  </a:lnTo>
                  <a:lnTo>
                    <a:pt x="1477264" y="5208765"/>
                  </a:lnTo>
                  <a:lnTo>
                    <a:pt x="1477264" y="5198249"/>
                  </a:lnTo>
                  <a:lnTo>
                    <a:pt x="1473072" y="5193982"/>
                  </a:lnTo>
                  <a:close/>
                </a:path>
                <a:path w="10424160" h="5213350">
                  <a:moveTo>
                    <a:pt x="1429639" y="5193982"/>
                  </a:moveTo>
                  <a:lnTo>
                    <a:pt x="1424432" y="5193982"/>
                  </a:lnTo>
                  <a:lnTo>
                    <a:pt x="1420114" y="5198249"/>
                  </a:lnTo>
                  <a:lnTo>
                    <a:pt x="1420114" y="5208765"/>
                  </a:lnTo>
                  <a:lnTo>
                    <a:pt x="1424432" y="5213032"/>
                  </a:lnTo>
                  <a:lnTo>
                    <a:pt x="1429639" y="5213032"/>
                  </a:lnTo>
                  <a:lnTo>
                    <a:pt x="1429639" y="5193982"/>
                  </a:lnTo>
                  <a:close/>
                </a:path>
                <a:path w="10424160" h="5213350">
                  <a:moveTo>
                    <a:pt x="1434972" y="5193982"/>
                  </a:moveTo>
                  <a:lnTo>
                    <a:pt x="1429639" y="5193982"/>
                  </a:lnTo>
                  <a:lnTo>
                    <a:pt x="1429639" y="5213032"/>
                  </a:lnTo>
                  <a:lnTo>
                    <a:pt x="1434972" y="5213032"/>
                  </a:lnTo>
                  <a:lnTo>
                    <a:pt x="1439164" y="5208765"/>
                  </a:lnTo>
                  <a:lnTo>
                    <a:pt x="1439164" y="5198249"/>
                  </a:lnTo>
                  <a:lnTo>
                    <a:pt x="1434972" y="5193982"/>
                  </a:lnTo>
                  <a:close/>
                </a:path>
                <a:path w="10424160" h="5213350">
                  <a:moveTo>
                    <a:pt x="1391539" y="5193982"/>
                  </a:moveTo>
                  <a:lnTo>
                    <a:pt x="1386205" y="5193982"/>
                  </a:lnTo>
                  <a:lnTo>
                    <a:pt x="1382014" y="5198249"/>
                  </a:lnTo>
                  <a:lnTo>
                    <a:pt x="1382014" y="5208765"/>
                  </a:lnTo>
                  <a:lnTo>
                    <a:pt x="1386205" y="5213032"/>
                  </a:lnTo>
                  <a:lnTo>
                    <a:pt x="1391539" y="5213032"/>
                  </a:lnTo>
                  <a:lnTo>
                    <a:pt x="1391539" y="5193982"/>
                  </a:lnTo>
                  <a:close/>
                </a:path>
                <a:path w="10424160" h="5213350">
                  <a:moveTo>
                    <a:pt x="1396745" y="5193982"/>
                  </a:moveTo>
                  <a:lnTo>
                    <a:pt x="1391539" y="5193982"/>
                  </a:lnTo>
                  <a:lnTo>
                    <a:pt x="1391539" y="5213032"/>
                  </a:lnTo>
                  <a:lnTo>
                    <a:pt x="1396745" y="5213032"/>
                  </a:lnTo>
                  <a:lnTo>
                    <a:pt x="1401064" y="5208765"/>
                  </a:lnTo>
                  <a:lnTo>
                    <a:pt x="1401064" y="5198249"/>
                  </a:lnTo>
                  <a:lnTo>
                    <a:pt x="1396745" y="5193982"/>
                  </a:lnTo>
                  <a:close/>
                </a:path>
                <a:path w="10424160" h="5213350">
                  <a:moveTo>
                    <a:pt x="1353439" y="5193982"/>
                  </a:moveTo>
                  <a:lnTo>
                    <a:pt x="1348105" y="5193982"/>
                  </a:lnTo>
                  <a:lnTo>
                    <a:pt x="1343914" y="5198249"/>
                  </a:lnTo>
                  <a:lnTo>
                    <a:pt x="1343914" y="5208765"/>
                  </a:lnTo>
                  <a:lnTo>
                    <a:pt x="1348105" y="5213032"/>
                  </a:lnTo>
                  <a:lnTo>
                    <a:pt x="1353439" y="5213032"/>
                  </a:lnTo>
                  <a:lnTo>
                    <a:pt x="1353439" y="5193982"/>
                  </a:lnTo>
                  <a:close/>
                </a:path>
                <a:path w="10424160" h="5213350">
                  <a:moveTo>
                    <a:pt x="1358645" y="5193982"/>
                  </a:moveTo>
                  <a:lnTo>
                    <a:pt x="1353439" y="5193982"/>
                  </a:lnTo>
                  <a:lnTo>
                    <a:pt x="1353439" y="5213032"/>
                  </a:lnTo>
                  <a:lnTo>
                    <a:pt x="1358645" y="5213032"/>
                  </a:lnTo>
                  <a:lnTo>
                    <a:pt x="1362964" y="5208765"/>
                  </a:lnTo>
                  <a:lnTo>
                    <a:pt x="1362964" y="5198249"/>
                  </a:lnTo>
                  <a:lnTo>
                    <a:pt x="1358645" y="5193982"/>
                  </a:lnTo>
                  <a:close/>
                </a:path>
                <a:path w="10424160" h="5213350">
                  <a:moveTo>
                    <a:pt x="1315339" y="5193982"/>
                  </a:moveTo>
                  <a:lnTo>
                    <a:pt x="1310005" y="5193982"/>
                  </a:lnTo>
                  <a:lnTo>
                    <a:pt x="1305814" y="5198249"/>
                  </a:lnTo>
                  <a:lnTo>
                    <a:pt x="1305814" y="5208765"/>
                  </a:lnTo>
                  <a:lnTo>
                    <a:pt x="1310005" y="5213032"/>
                  </a:lnTo>
                  <a:lnTo>
                    <a:pt x="1315339" y="5213032"/>
                  </a:lnTo>
                  <a:lnTo>
                    <a:pt x="1315339" y="5193982"/>
                  </a:lnTo>
                  <a:close/>
                </a:path>
                <a:path w="10424160" h="5213350">
                  <a:moveTo>
                    <a:pt x="1320545" y="5193982"/>
                  </a:moveTo>
                  <a:lnTo>
                    <a:pt x="1315339" y="5193982"/>
                  </a:lnTo>
                  <a:lnTo>
                    <a:pt x="1315339" y="5213032"/>
                  </a:lnTo>
                  <a:lnTo>
                    <a:pt x="1320545" y="5213032"/>
                  </a:lnTo>
                  <a:lnTo>
                    <a:pt x="1324864" y="5208765"/>
                  </a:lnTo>
                  <a:lnTo>
                    <a:pt x="1324864" y="5198249"/>
                  </a:lnTo>
                  <a:lnTo>
                    <a:pt x="1320545" y="5193982"/>
                  </a:lnTo>
                  <a:close/>
                </a:path>
                <a:path w="10424160" h="5213350">
                  <a:moveTo>
                    <a:pt x="1277112" y="5193982"/>
                  </a:moveTo>
                  <a:lnTo>
                    <a:pt x="1271905" y="5193982"/>
                  </a:lnTo>
                  <a:lnTo>
                    <a:pt x="1267587" y="5198249"/>
                  </a:lnTo>
                  <a:lnTo>
                    <a:pt x="1267587" y="5208765"/>
                  </a:lnTo>
                  <a:lnTo>
                    <a:pt x="1271905" y="5213032"/>
                  </a:lnTo>
                  <a:lnTo>
                    <a:pt x="1277112" y="5213032"/>
                  </a:lnTo>
                  <a:lnTo>
                    <a:pt x="1277112" y="5193982"/>
                  </a:lnTo>
                  <a:close/>
                </a:path>
                <a:path w="10424160" h="5213350">
                  <a:moveTo>
                    <a:pt x="1282445" y="5193982"/>
                  </a:moveTo>
                  <a:lnTo>
                    <a:pt x="1277239" y="5193982"/>
                  </a:lnTo>
                  <a:lnTo>
                    <a:pt x="1277239" y="5213032"/>
                  </a:lnTo>
                  <a:lnTo>
                    <a:pt x="1282445" y="5213032"/>
                  </a:lnTo>
                  <a:lnTo>
                    <a:pt x="1286764" y="5208765"/>
                  </a:lnTo>
                  <a:lnTo>
                    <a:pt x="1286764" y="5198249"/>
                  </a:lnTo>
                  <a:lnTo>
                    <a:pt x="1282445" y="5193982"/>
                  </a:lnTo>
                  <a:close/>
                </a:path>
                <a:path w="10424160" h="5213350">
                  <a:moveTo>
                    <a:pt x="1239012" y="5193982"/>
                  </a:moveTo>
                  <a:lnTo>
                    <a:pt x="1233805" y="5193982"/>
                  </a:lnTo>
                  <a:lnTo>
                    <a:pt x="1229487" y="5198249"/>
                  </a:lnTo>
                  <a:lnTo>
                    <a:pt x="1229487" y="5208765"/>
                  </a:lnTo>
                  <a:lnTo>
                    <a:pt x="1233805" y="5213032"/>
                  </a:lnTo>
                  <a:lnTo>
                    <a:pt x="1239012" y="5213032"/>
                  </a:lnTo>
                  <a:lnTo>
                    <a:pt x="1239012" y="5193982"/>
                  </a:lnTo>
                  <a:close/>
                </a:path>
                <a:path w="10424160" h="5213350">
                  <a:moveTo>
                    <a:pt x="1244345" y="5193982"/>
                  </a:moveTo>
                  <a:lnTo>
                    <a:pt x="1239012" y="5193982"/>
                  </a:lnTo>
                  <a:lnTo>
                    <a:pt x="1239012" y="5213032"/>
                  </a:lnTo>
                  <a:lnTo>
                    <a:pt x="1244345" y="5213032"/>
                  </a:lnTo>
                  <a:lnTo>
                    <a:pt x="1248537" y="5208765"/>
                  </a:lnTo>
                  <a:lnTo>
                    <a:pt x="1248537" y="5198249"/>
                  </a:lnTo>
                  <a:lnTo>
                    <a:pt x="1244345" y="5193982"/>
                  </a:lnTo>
                  <a:close/>
                </a:path>
                <a:path w="10424160" h="5213350">
                  <a:moveTo>
                    <a:pt x="1200912" y="5193982"/>
                  </a:moveTo>
                  <a:lnTo>
                    <a:pt x="1195705" y="5193982"/>
                  </a:lnTo>
                  <a:lnTo>
                    <a:pt x="1191387" y="5198249"/>
                  </a:lnTo>
                  <a:lnTo>
                    <a:pt x="1191387" y="5208765"/>
                  </a:lnTo>
                  <a:lnTo>
                    <a:pt x="1195705" y="5213032"/>
                  </a:lnTo>
                  <a:lnTo>
                    <a:pt x="1200912" y="5213032"/>
                  </a:lnTo>
                  <a:lnTo>
                    <a:pt x="1200912" y="5193982"/>
                  </a:lnTo>
                  <a:close/>
                </a:path>
                <a:path w="10424160" h="5213350">
                  <a:moveTo>
                    <a:pt x="1206245" y="5193982"/>
                  </a:moveTo>
                  <a:lnTo>
                    <a:pt x="1200912" y="5193982"/>
                  </a:lnTo>
                  <a:lnTo>
                    <a:pt x="1200912" y="5213032"/>
                  </a:lnTo>
                  <a:lnTo>
                    <a:pt x="1206245" y="5213032"/>
                  </a:lnTo>
                  <a:lnTo>
                    <a:pt x="1210437" y="5208765"/>
                  </a:lnTo>
                  <a:lnTo>
                    <a:pt x="1210437" y="5198249"/>
                  </a:lnTo>
                  <a:lnTo>
                    <a:pt x="1206245" y="5193982"/>
                  </a:lnTo>
                  <a:close/>
                </a:path>
                <a:path w="10424160" h="5213350">
                  <a:moveTo>
                    <a:pt x="1162812" y="5193982"/>
                  </a:moveTo>
                  <a:lnTo>
                    <a:pt x="1157605" y="5193982"/>
                  </a:lnTo>
                  <a:lnTo>
                    <a:pt x="1153287" y="5198249"/>
                  </a:lnTo>
                  <a:lnTo>
                    <a:pt x="1153287" y="5208765"/>
                  </a:lnTo>
                  <a:lnTo>
                    <a:pt x="1157605" y="5213032"/>
                  </a:lnTo>
                  <a:lnTo>
                    <a:pt x="1162812" y="5213032"/>
                  </a:lnTo>
                  <a:lnTo>
                    <a:pt x="1162812" y="5193982"/>
                  </a:lnTo>
                  <a:close/>
                </a:path>
                <a:path w="10424160" h="5213350">
                  <a:moveTo>
                    <a:pt x="1168145" y="5193982"/>
                  </a:moveTo>
                  <a:lnTo>
                    <a:pt x="1162812" y="5193982"/>
                  </a:lnTo>
                  <a:lnTo>
                    <a:pt x="1162812" y="5213032"/>
                  </a:lnTo>
                  <a:lnTo>
                    <a:pt x="1168145" y="5213032"/>
                  </a:lnTo>
                  <a:lnTo>
                    <a:pt x="1172337" y="5208765"/>
                  </a:lnTo>
                  <a:lnTo>
                    <a:pt x="1172337" y="5198249"/>
                  </a:lnTo>
                  <a:lnTo>
                    <a:pt x="1168145" y="5193982"/>
                  </a:lnTo>
                  <a:close/>
                </a:path>
                <a:path w="10424160" h="5213350">
                  <a:moveTo>
                    <a:pt x="1124712" y="5193982"/>
                  </a:moveTo>
                  <a:lnTo>
                    <a:pt x="1119377" y="5193982"/>
                  </a:lnTo>
                  <a:lnTo>
                    <a:pt x="1115187" y="5198249"/>
                  </a:lnTo>
                  <a:lnTo>
                    <a:pt x="1115187" y="5208765"/>
                  </a:lnTo>
                  <a:lnTo>
                    <a:pt x="1119377" y="5213032"/>
                  </a:lnTo>
                  <a:lnTo>
                    <a:pt x="1124712" y="5213032"/>
                  </a:lnTo>
                  <a:lnTo>
                    <a:pt x="1124712" y="5193982"/>
                  </a:lnTo>
                  <a:close/>
                </a:path>
                <a:path w="10424160" h="5213350">
                  <a:moveTo>
                    <a:pt x="1129919" y="5193982"/>
                  </a:moveTo>
                  <a:lnTo>
                    <a:pt x="1124712" y="5193982"/>
                  </a:lnTo>
                  <a:lnTo>
                    <a:pt x="1124712" y="5213032"/>
                  </a:lnTo>
                  <a:lnTo>
                    <a:pt x="1129919" y="5213032"/>
                  </a:lnTo>
                  <a:lnTo>
                    <a:pt x="1134237" y="5208765"/>
                  </a:lnTo>
                  <a:lnTo>
                    <a:pt x="1134237" y="5198249"/>
                  </a:lnTo>
                  <a:lnTo>
                    <a:pt x="1129919" y="5193982"/>
                  </a:lnTo>
                  <a:close/>
                </a:path>
                <a:path w="10424160" h="5213350">
                  <a:moveTo>
                    <a:pt x="1086612" y="5193982"/>
                  </a:moveTo>
                  <a:lnTo>
                    <a:pt x="1081277" y="5193982"/>
                  </a:lnTo>
                  <a:lnTo>
                    <a:pt x="1077087" y="5198249"/>
                  </a:lnTo>
                  <a:lnTo>
                    <a:pt x="1077087" y="5208765"/>
                  </a:lnTo>
                  <a:lnTo>
                    <a:pt x="1081277" y="5213032"/>
                  </a:lnTo>
                  <a:lnTo>
                    <a:pt x="1086612" y="5213032"/>
                  </a:lnTo>
                  <a:lnTo>
                    <a:pt x="1086612" y="5193982"/>
                  </a:lnTo>
                  <a:close/>
                </a:path>
                <a:path w="10424160" h="5213350">
                  <a:moveTo>
                    <a:pt x="1091819" y="5193982"/>
                  </a:moveTo>
                  <a:lnTo>
                    <a:pt x="1086612" y="5193982"/>
                  </a:lnTo>
                  <a:lnTo>
                    <a:pt x="1086612" y="5213032"/>
                  </a:lnTo>
                  <a:lnTo>
                    <a:pt x="1091819" y="5213032"/>
                  </a:lnTo>
                  <a:lnTo>
                    <a:pt x="1096137" y="5208765"/>
                  </a:lnTo>
                  <a:lnTo>
                    <a:pt x="1096137" y="5198249"/>
                  </a:lnTo>
                  <a:lnTo>
                    <a:pt x="1091819" y="5193982"/>
                  </a:lnTo>
                  <a:close/>
                </a:path>
                <a:path w="10424160" h="5213350">
                  <a:moveTo>
                    <a:pt x="1048512" y="5193982"/>
                  </a:moveTo>
                  <a:lnTo>
                    <a:pt x="1043177" y="5193982"/>
                  </a:lnTo>
                  <a:lnTo>
                    <a:pt x="1038987" y="5198249"/>
                  </a:lnTo>
                  <a:lnTo>
                    <a:pt x="1038987" y="5208765"/>
                  </a:lnTo>
                  <a:lnTo>
                    <a:pt x="1043177" y="5213032"/>
                  </a:lnTo>
                  <a:lnTo>
                    <a:pt x="1048512" y="5213032"/>
                  </a:lnTo>
                  <a:lnTo>
                    <a:pt x="1048512" y="5193982"/>
                  </a:lnTo>
                  <a:close/>
                </a:path>
                <a:path w="10424160" h="5213350">
                  <a:moveTo>
                    <a:pt x="1053719" y="5193982"/>
                  </a:moveTo>
                  <a:lnTo>
                    <a:pt x="1048512" y="5193982"/>
                  </a:lnTo>
                  <a:lnTo>
                    <a:pt x="1048512" y="5213032"/>
                  </a:lnTo>
                  <a:lnTo>
                    <a:pt x="1053719" y="5213032"/>
                  </a:lnTo>
                  <a:lnTo>
                    <a:pt x="1058037" y="5208765"/>
                  </a:lnTo>
                  <a:lnTo>
                    <a:pt x="1058037" y="5198249"/>
                  </a:lnTo>
                  <a:lnTo>
                    <a:pt x="1053719" y="5193982"/>
                  </a:lnTo>
                  <a:close/>
                </a:path>
                <a:path w="10424160" h="5213350">
                  <a:moveTo>
                    <a:pt x="1010285" y="5193982"/>
                  </a:moveTo>
                  <a:lnTo>
                    <a:pt x="1005077" y="5193982"/>
                  </a:lnTo>
                  <a:lnTo>
                    <a:pt x="1000760" y="5198249"/>
                  </a:lnTo>
                  <a:lnTo>
                    <a:pt x="1000760" y="5208765"/>
                  </a:lnTo>
                  <a:lnTo>
                    <a:pt x="1005077" y="5213032"/>
                  </a:lnTo>
                  <a:lnTo>
                    <a:pt x="1010285" y="5213032"/>
                  </a:lnTo>
                  <a:lnTo>
                    <a:pt x="1010285" y="5193982"/>
                  </a:lnTo>
                  <a:close/>
                </a:path>
                <a:path w="10424160" h="5213350">
                  <a:moveTo>
                    <a:pt x="1015619" y="5193982"/>
                  </a:moveTo>
                  <a:lnTo>
                    <a:pt x="1010412" y="5193982"/>
                  </a:lnTo>
                  <a:lnTo>
                    <a:pt x="1010412" y="5213032"/>
                  </a:lnTo>
                  <a:lnTo>
                    <a:pt x="1015619" y="5213032"/>
                  </a:lnTo>
                  <a:lnTo>
                    <a:pt x="1019937" y="5208765"/>
                  </a:lnTo>
                  <a:lnTo>
                    <a:pt x="1019937" y="5198249"/>
                  </a:lnTo>
                  <a:lnTo>
                    <a:pt x="1015619" y="5193982"/>
                  </a:lnTo>
                  <a:close/>
                </a:path>
                <a:path w="10424160" h="5213350">
                  <a:moveTo>
                    <a:pt x="972185" y="5193982"/>
                  </a:moveTo>
                  <a:lnTo>
                    <a:pt x="966977" y="5193982"/>
                  </a:lnTo>
                  <a:lnTo>
                    <a:pt x="962660" y="5198249"/>
                  </a:lnTo>
                  <a:lnTo>
                    <a:pt x="962660" y="5208765"/>
                  </a:lnTo>
                  <a:lnTo>
                    <a:pt x="966977" y="5213032"/>
                  </a:lnTo>
                  <a:lnTo>
                    <a:pt x="972185" y="5213032"/>
                  </a:lnTo>
                  <a:lnTo>
                    <a:pt x="972185" y="5193982"/>
                  </a:lnTo>
                  <a:close/>
                </a:path>
                <a:path w="10424160" h="5213350">
                  <a:moveTo>
                    <a:pt x="977519" y="5193982"/>
                  </a:moveTo>
                  <a:lnTo>
                    <a:pt x="972185" y="5193982"/>
                  </a:lnTo>
                  <a:lnTo>
                    <a:pt x="972185" y="5213032"/>
                  </a:lnTo>
                  <a:lnTo>
                    <a:pt x="977519" y="5213032"/>
                  </a:lnTo>
                  <a:lnTo>
                    <a:pt x="981710" y="5208765"/>
                  </a:lnTo>
                  <a:lnTo>
                    <a:pt x="981710" y="5198249"/>
                  </a:lnTo>
                  <a:lnTo>
                    <a:pt x="977519" y="5193982"/>
                  </a:lnTo>
                  <a:close/>
                </a:path>
                <a:path w="10424160" h="5213350">
                  <a:moveTo>
                    <a:pt x="934085" y="5193982"/>
                  </a:moveTo>
                  <a:lnTo>
                    <a:pt x="928877" y="5193982"/>
                  </a:lnTo>
                  <a:lnTo>
                    <a:pt x="924560" y="5198249"/>
                  </a:lnTo>
                  <a:lnTo>
                    <a:pt x="924560" y="5208765"/>
                  </a:lnTo>
                  <a:lnTo>
                    <a:pt x="928877" y="5213032"/>
                  </a:lnTo>
                  <a:lnTo>
                    <a:pt x="934085" y="5213032"/>
                  </a:lnTo>
                  <a:lnTo>
                    <a:pt x="934085" y="5193982"/>
                  </a:lnTo>
                  <a:close/>
                </a:path>
                <a:path w="10424160" h="5213350">
                  <a:moveTo>
                    <a:pt x="939419" y="5193982"/>
                  </a:moveTo>
                  <a:lnTo>
                    <a:pt x="934085" y="5193982"/>
                  </a:lnTo>
                  <a:lnTo>
                    <a:pt x="934085" y="5213032"/>
                  </a:lnTo>
                  <a:lnTo>
                    <a:pt x="939419" y="5213032"/>
                  </a:lnTo>
                  <a:lnTo>
                    <a:pt x="943610" y="5208765"/>
                  </a:lnTo>
                  <a:lnTo>
                    <a:pt x="943610" y="5198249"/>
                  </a:lnTo>
                  <a:lnTo>
                    <a:pt x="939419" y="5193982"/>
                  </a:lnTo>
                  <a:close/>
                </a:path>
                <a:path w="10424160" h="5213350">
                  <a:moveTo>
                    <a:pt x="895985" y="5193982"/>
                  </a:moveTo>
                  <a:lnTo>
                    <a:pt x="890777" y="5193982"/>
                  </a:lnTo>
                  <a:lnTo>
                    <a:pt x="886460" y="5198249"/>
                  </a:lnTo>
                  <a:lnTo>
                    <a:pt x="886460" y="5208765"/>
                  </a:lnTo>
                  <a:lnTo>
                    <a:pt x="890777" y="5213032"/>
                  </a:lnTo>
                  <a:lnTo>
                    <a:pt x="895985" y="5213032"/>
                  </a:lnTo>
                  <a:lnTo>
                    <a:pt x="895985" y="5193982"/>
                  </a:lnTo>
                  <a:close/>
                </a:path>
                <a:path w="10424160" h="5213350">
                  <a:moveTo>
                    <a:pt x="901319" y="5193982"/>
                  </a:moveTo>
                  <a:lnTo>
                    <a:pt x="895985" y="5193982"/>
                  </a:lnTo>
                  <a:lnTo>
                    <a:pt x="895985" y="5213032"/>
                  </a:lnTo>
                  <a:lnTo>
                    <a:pt x="901319" y="5213032"/>
                  </a:lnTo>
                  <a:lnTo>
                    <a:pt x="905510" y="5208765"/>
                  </a:lnTo>
                  <a:lnTo>
                    <a:pt x="905510" y="5198249"/>
                  </a:lnTo>
                  <a:lnTo>
                    <a:pt x="901319" y="5193982"/>
                  </a:lnTo>
                  <a:close/>
                </a:path>
                <a:path w="10424160" h="5213350">
                  <a:moveTo>
                    <a:pt x="857885" y="5193982"/>
                  </a:moveTo>
                  <a:lnTo>
                    <a:pt x="852551" y="5193982"/>
                  </a:lnTo>
                  <a:lnTo>
                    <a:pt x="848360" y="5198249"/>
                  </a:lnTo>
                  <a:lnTo>
                    <a:pt x="848360" y="5208765"/>
                  </a:lnTo>
                  <a:lnTo>
                    <a:pt x="852551" y="5213032"/>
                  </a:lnTo>
                  <a:lnTo>
                    <a:pt x="857885" y="5213032"/>
                  </a:lnTo>
                  <a:lnTo>
                    <a:pt x="857885" y="5193982"/>
                  </a:lnTo>
                  <a:close/>
                </a:path>
                <a:path w="10424160" h="5213350">
                  <a:moveTo>
                    <a:pt x="863092" y="5193982"/>
                  </a:moveTo>
                  <a:lnTo>
                    <a:pt x="857885" y="5193982"/>
                  </a:lnTo>
                  <a:lnTo>
                    <a:pt x="857885" y="5213032"/>
                  </a:lnTo>
                  <a:lnTo>
                    <a:pt x="863092" y="5213032"/>
                  </a:lnTo>
                  <a:lnTo>
                    <a:pt x="867410" y="5208765"/>
                  </a:lnTo>
                  <a:lnTo>
                    <a:pt x="867410" y="5198249"/>
                  </a:lnTo>
                  <a:lnTo>
                    <a:pt x="863092" y="5193982"/>
                  </a:lnTo>
                  <a:close/>
                </a:path>
                <a:path w="10424160" h="5213350">
                  <a:moveTo>
                    <a:pt x="819785" y="5193982"/>
                  </a:moveTo>
                  <a:lnTo>
                    <a:pt x="814451" y="5193982"/>
                  </a:lnTo>
                  <a:lnTo>
                    <a:pt x="810260" y="5198249"/>
                  </a:lnTo>
                  <a:lnTo>
                    <a:pt x="810260" y="5208765"/>
                  </a:lnTo>
                  <a:lnTo>
                    <a:pt x="814451" y="5213032"/>
                  </a:lnTo>
                  <a:lnTo>
                    <a:pt x="819785" y="5213032"/>
                  </a:lnTo>
                  <a:lnTo>
                    <a:pt x="819785" y="5193982"/>
                  </a:lnTo>
                  <a:close/>
                </a:path>
                <a:path w="10424160" h="5213350">
                  <a:moveTo>
                    <a:pt x="824992" y="5193982"/>
                  </a:moveTo>
                  <a:lnTo>
                    <a:pt x="819785" y="5193982"/>
                  </a:lnTo>
                  <a:lnTo>
                    <a:pt x="819785" y="5213032"/>
                  </a:lnTo>
                  <a:lnTo>
                    <a:pt x="824992" y="5213032"/>
                  </a:lnTo>
                  <a:lnTo>
                    <a:pt x="829310" y="5208765"/>
                  </a:lnTo>
                  <a:lnTo>
                    <a:pt x="829310" y="5198249"/>
                  </a:lnTo>
                  <a:lnTo>
                    <a:pt x="824992" y="5193982"/>
                  </a:lnTo>
                  <a:close/>
                </a:path>
                <a:path w="10424160" h="5213350">
                  <a:moveTo>
                    <a:pt x="781685" y="5193982"/>
                  </a:moveTo>
                  <a:lnTo>
                    <a:pt x="776351" y="5193982"/>
                  </a:lnTo>
                  <a:lnTo>
                    <a:pt x="772160" y="5198249"/>
                  </a:lnTo>
                  <a:lnTo>
                    <a:pt x="772160" y="5208765"/>
                  </a:lnTo>
                  <a:lnTo>
                    <a:pt x="776351" y="5213032"/>
                  </a:lnTo>
                  <a:lnTo>
                    <a:pt x="781685" y="5213032"/>
                  </a:lnTo>
                  <a:lnTo>
                    <a:pt x="781685" y="5193982"/>
                  </a:lnTo>
                  <a:close/>
                </a:path>
                <a:path w="10424160" h="5213350">
                  <a:moveTo>
                    <a:pt x="786892" y="5193982"/>
                  </a:moveTo>
                  <a:lnTo>
                    <a:pt x="781685" y="5193982"/>
                  </a:lnTo>
                  <a:lnTo>
                    <a:pt x="781685" y="5213032"/>
                  </a:lnTo>
                  <a:lnTo>
                    <a:pt x="786892" y="5213032"/>
                  </a:lnTo>
                  <a:lnTo>
                    <a:pt x="791210" y="5208765"/>
                  </a:lnTo>
                  <a:lnTo>
                    <a:pt x="791210" y="5198249"/>
                  </a:lnTo>
                  <a:lnTo>
                    <a:pt x="786892" y="5193982"/>
                  </a:lnTo>
                  <a:close/>
                </a:path>
                <a:path w="10424160" h="5213350">
                  <a:moveTo>
                    <a:pt x="743458" y="5193982"/>
                  </a:moveTo>
                  <a:lnTo>
                    <a:pt x="738251" y="5193982"/>
                  </a:lnTo>
                  <a:lnTo>
                    <a:pt x="733933" y="5198249"/>
                  </a:lnTo>
                  <a:lnTo>
                    <a:pt x="733933" y="5208765"/>
                  </a:lnTo>
                  <a:lnTo>
                    <a:pt x="738251" y="5213032"/>
                  </a:lnTo>
                  <a:lnTo>
                    <a:pt x="743458" y="5213032"/>
                  </a:lnTo>
                  <a:lnTo>
                    <a:pt x="743458" y="5193982"/>
                  </a:lnTo>
                  <a:close/>
                </a:path>
                <a:path w="10424160" h="5213350">
                  <a:moveTo>
                    <a:pt x="743585" y="5206682"/>
                  </a:moveTo>
                  <a:lnTo>
                    <a:pt x="743458" y="5206682"/>
                  </a:lnTo>
                  <a:lnTo>
                    <a:pt x="743458" y="5213032"/>
                  </a:lnTo>
                  <a:lnTo>
                    <a:pt x="743585" y="5213032"/>
                  </a:lnTo>
                  <a:lnTo>
                    <a:pt x="743585" y="5206682"/>
                  </a:lnTo>
                  <a:close/>
                </a:path>
                <a:path w="10424160" h="5213350">
                  <a:moveTo>
                    <a:pt x="748792" y="5193982"/>
                  </a:moveTo>
                  <a:lnTo>
                    <a:pt x="743585" y="5193982"/>
                  </a:lnTo>
                  <a:lnTo>
                    <a:pt x="743585" y="5213032"/>
                  </a:lnTo>
                  <a:lnTo>
                    <a:pt x="748792" y="5213032"/>
                  </a:lnTo>
                  <a:lnTo>
                    <a:pt x="753110" y="5208765"/>
                  </a:lnTo>
                  <a:lnTo>
                    <a:pt x="753110" y="5198249"/>
                  </a:lnTo>
                  <a:lnTo>
                    <a:pt x="748792" y="5193982"/>
                  </a:lnTo>
                  <a:close/>
                </a:path>
                <a:path w="10424160" h="5213350">
                  <a:moveTo>
                    <a:pt x="743585" y="5193982"/>
                  </a:moveTo>
                  <a:lnTo>
                    <a:pt x="743458" y="5193982"/>
                  </a:lnTo>
                  <a:lnTo>
                    <a:pt x="743458" y="5200332"/>
                  </a:lnTo>
                  <a:lnTo>
                    <a:pt x="743585" y="5200332"/>
                  </a:lnTo>
                  <a:lnTo>
                    <a:pt x="743585" y="5193982"/>
                  </a:lnTo>
                  <a:close/>
                </a:path>
                <a:path w="10424160" h="5213350">
                  <a:moveTo>
                    <a:pt x="705358" y="5193982"/>
                  </a:moveTo>
                  <a:lnTo>
                    <a:pt x="700151" y="5193982"/>
                  </a:lnTo>
                  <a:lnTo>
                    <a:pt x="695833" y="5198249"/>
                  </a:lnTo>
                  <a:lnTo>
                    <a:pt x="695833" y="5208765"/>
                  </a:lnTo>
                  <a:lnTo>
                    <a:pt x="700151" y="5213032"/>
                  </a:lnTo>
                  <a:lnTo>
                    <a:pt x="705358" y="5213032"/>
                  </a:lnTo>
                  <a:lnTo>
                    <a:pt x="705358" y="5193982"/>
                  </a:lnTo>
                  <a:close/>
                </a:path>
                <a:path w="10424160" h="5213350">
                  <a:moveTo>
                    <a:pt x="710692" y="5193982"/>
                  </a:moveTo>
                  <a:lnTo>
                    <a:pt x="705358" y="5193982"/>
                  </a:lnTo>
                  <a:lnTo>
                    <a:pt x="705358" y="5213032"/>
                  </a:lnTo>
                  <a:lnTo>
                    <a:pt x="710692" y="5213032"/>
                  </a:lnTo>
                  <a:lnTo>
                    <a:pt x="714883" y="5208765"/>
                  </a:lnTo>
                  <a:lnTo>
                    <a:pt x="714883" y="5198249"/>
                  </a:lnTo>
                  <a:lnTo>
                    <a:pt x="710692" y="5193982"/>
                  </a:lnTo>
                  <a:close/>
                </a:path>
                <a:path w="10424160" h="5213350">
                  <a:moveTo>
                    <a:pt x="667258" y="5193982"/>
                  </a:moveTo>
                  <a:lnTo>
                    <a:pt x="662000" y="5193982"/>
                  </a:lnTo>
                  <a:lnTo>
                    <a:pt x="657745" y="5198249"/>
                  </a:lnTo>
                  <a:lnTo>
                    <a:pt x="657745" y="5208765"/>
                  </a:lnTo>
                  <a:lnTo>
                    <a:pt x="662000" y="5213032"/>
                  </a:lnTo>
                  <a:lnTo>
                    <a:pt x="667258" y="5213032"/>
                  </a:lnTo>
                  <a:lnTo>
                    <a:pt x="667258" y="5193982"/>
                  </a:lnTo>
                  <a:close/>
                </a:path>
                <a:path w="10424160" h="5213350">
                  <a:moveTo>
                    <a:pt x="672592" y="5193982"/>
                  </a:moveTo>
                  <a:lnTo>
                    <a:pt x="667258" y="5193982"/>
                  </a:lnTo>
                  <a:lnTo>
                    <a:pt x="667258" y="5213032"/>
                  </a:lnTo>
                  <a:lnTo>
                    <a:pt x="672592" y="5213032"/>
                  </a:lnTo>
                  <a:lnTo>
                    <a:pt x="676783" y="5208765"/>
                  </a:lnTo>
                  <a:lnTo>
                    <a:pt x="676783" y="5198249"/>
                  </a:lnTo>
                  <a:lnTo>
                    <a:pt x="672592" y="5193982"/>
                  </a:lnTo>
                  <a:close/>
                </a:path>
                <a:path w="10424160" h="5213350">
                  <a:moveTo>
                    <a:pt x="629145" y="5193982"/>
                  </a:moveTo>
                  <a:lnTo>
                    <a:pt x="623887" y="5193982"/>
                  </a:lnTo>
                  <a:lnTo>
                    <a:pt x="619620" y="5198249"/>
                  </a:lnTo>
                  <a:lnTo>
                    <a:pt x="619620" y="5208765"/>
                  </a:lnTo>
                  <a:lnTo>
                    <a:pt x="623887" y="5213032"/>
                  </a:lnTo>
                  <a:lnTo>
                    <a:pt x="629145" y="5213032"/>
                  </a:lnTo>
                  <a:lnTo>
                    <a:pt x="629145" y="5193982"/>
                  </a:lnTo>
                  <a:close/>
                </a:path>
                <a:path w="10424160" h="5213350">
                  <a:moveTo>
                    <a:pt x="634428" y="5193982"/>
                  </a:moveTo>
                  <a:lnTo>
                    <a:pt x="629170" y="5193982"/>
                  </a:lnTo>
                  <a:lnTo>
                    <a:pt x="629170" y="5213032"/>
                  </a:lnTo>
                  <a:lnTo>
                    <a:pt x="634428" y="5213032"/>
                  </a:lnTo>
                  <a:lnTo>
                    <a:pt x="638695" y="5208765"/>
                  </a:lnTo>
                  <a:lnTo>
                    <a:pt x="638695" y="5198249"/>
                  </a:lnTo>
                  <a:lnTo>
                    <a:pt x="634428" y="5193982"/>
                  </a:lnTo>
                  <a:close/>
                </a:path>
                <a:path w="10424160" h="5213350">
                  <a:moveTo>
                    <a:pt x="591032" y="5193982"/>
                  </a:moveTo>
                  <a:lnTo>
                    <a:pt x="585762" y="5193982"/>
                  </a:lnTo>
                  <a:lnTo>
                    <a:pt x="581507" y="5198249"/>
                  </a:lnTo>
                  <a:lnTo>
                    <a:pt x="581507" y="5208765"/>
                  </a:lnTo>
                  <a:lnTo>
                    <a:pt x="585762" y="5213032"/>
                  </a:lnTo>
                  <a:lnTo>
                    <a:pt x="591032" y="5213032"/>
                  </a:lnTo>
                  <a:lnTo>
                    <a:pt x="591032" y="5193982"/>
                  </a:lnTo>
                  <a:close/>
                </a:path>
                <a:path w="10424160" h="5213350">
                  <a:moveTo>
                    <a:pt x="596303" y="5193982"/>
                  </a:moveTo>
                  <a:lnTo>
                    <a:pt x="591045" y="5193982"/>
                  </a:lnTo>
                  <a:lnTo>
                    <a:pt x="591045" y="5213032"/>
                  </a:lnTo>
                  <a:lnTo>
                    <a:pt x="596303" y="5213032"/>
                  </a:lnTo>
                  <a:lnTo>
                    <a:pt x="600570" y="5208765"/>
                  </a:lnTo>
                  <a:lnTo>
                    <a:pt x="600570" y="5198249"/>
                  </a:lnTo>
                  <a:lnTo>
                    <a:pt x="596303" y="5193982"/>
                  </a:lnTo>
                  <a:close/>
                </a:path>
                <a:path w="10424160" h="5213350">
                  <a:moveTo>
                    <a:pt x="552907" y="5193982"/>
                  </a:moveTo>
                  <a:lnTo>
                    <a:pt x="547649" y="5193982"/>
                  </a:lnTo>
                  <a:lnTo>
                    <a:pt x="543382" y="5198249"/>
                  </a:lnTo>
                  <a:lnTo>
                    <a:pt x="543382" y="5208765"/>
                  </a:lnTo>
                  <a:lnTo>
                    <a:pt x="547649" y="5213032"/>
                  </a:lnTo>
                  <a:lnTo>
                    <a:pt x="552907" y="5213032"/>
                  </a:lnTo>
                  <a:lnTo>
                    <a:pt x="552907" y="5193982"/>
                  </a:lnTo>
                  <a:close/>
                </a:path>
                <a:path w="10424160" h="5213350">
                  <a:moveTo>
                    <a:pt x="558190" y="5193982"/>
                  </a:moveTo>
                  <a:lnTo>
                    <a:pt x="552932" y="5193982"/>
                  </a:lnTo>
                  <a:lnTo>
                    <a:pt x="552932" y="5213032"/>
                  </a:lnTo>
                  <a:lnTo>
                    <a:pt x="558190" y="5213032"/>
                  </a:lnTo>
                  <a:lnTo>
                    <a:pt x="562457" y="5208765"/>
                  </a:lnTo>
                  <a:lnTo>
                    <a:pt x="562457" y="5198249"/>
                  </a:lnTo>
                  <a:lnTo>
                    <a:pt x="558190" y="5193982"/>
                  </a:lnTo>
                  <a:close/>
                </a:path>
                <a:path w="10424160" h="5213350">
                  <a:moveTo>
                    <a:pt x="514794" y="5193982"/>
                  </a:moveTo>
                  <a:lnTo>
                    <a:pt x="509523" y="5193982"/>
                  </a:lnTo>
                  <a:lnTo>
                    <a:pt x="505269" y="5198249"/>
                  </a:lnTo>
                  <a:lnTo>
                    <a:pt x="505269" y="5208765"/>
                  </a:lnTo>
                  <a:lnTo>
                    <a:pt x="509523" y="5213032"/>
                  </a:lnTo>
                  <a:lnTo>
                    <a:pt x="514794" y="5213032"/>
                  </a:lnTo>
                  <a:lnTo>
                    <a:pt x="514794" y="5193982"/>
                  </a:lnTo>
                  <a:close/>
                </a:path>
                <a:path w="10424160" h="5213350">
                  <a:moveTo>
                    <a:pt x="520064" y="5193982"/>
                  </a:moveTo>
                  <a:lnTo>
                    <a:pt x="514807" y="5193982"/>
                  </a:lnTo>
                  <a:lnTo>
                    <a:pt x="514807" y="5213032"/>
                  </a:lnTo>
                  <a:lnTo>
                    <a:pt x="520064" y="5213032"/>
                  </a:lnTo>
                  <a:lnTo>
                    <a:pt x="524332" y="5208765"/>
                  </a:lnTo>
                  <a:lnTo>
                    <a:pt x="524332" y="5198249"/>
                  </a:lnTo>
                  <a:lnTo>
                    <a:pt x="520064" y="5193982"/>
                  </a:lnTo>
                  <a:close/>
                </a:path>
                <a:path w="10424160" h="5213350">
                  <a:moveTo>
                    <a:pt x="476669" y="5193982"/>
                  </a:moveTo>
                  <a:lnTo>
                    <a:pt x="471411" y="5193982"/>
                  </a:lnTo>
                  <a:lnTo>
                    <a:pt x="467144" y="5198249"/>
                  </a:lnTo>
                  <a:lnTo>
                    <a:pt x="467144" y="5208765"/>
                  </a:lnTo>
                  <a:lnTo>
                    <a:pt x="471411" y="5213032"/>
                  </a:lnTo>
                  <a:lnTo>
                    <a:pt x="476669" y="5213032"/>
                  </a:lnTo>
                  <a:lnTo>
                    <a:pt x="476669" y="5193982"/>
                  </a:lnTo>
                  <a:close/>
                </a:path>
                <a:path w="10424160" h="5213350">
                  <a:moveTo>
                    <a:pt x="481952" y="5193982"/>
                  </a:moveTo>
                  <a:lnTo>
                    <a:pt x="476694" y="5193982"/>
                  </a:lnTo>
                  <a:lnTo>
                    <a:pt x="476694" y="5213032"/>
                  </a:lnTo>
                  <a:lnTo>
                    <a:pt x="481952" y="5213032"/>
                  </a:lnTo>
                  <a:lnTo>
                    <a:pt x="486219" y="5208765"/>
                  </a:lnTo>
                  <a:lnTo>
                    <a:pt x="486219" y="5198249"/>
                  </a:lnTo>
                  <a:lnTo>
                    <a:pt x="481952" y="5193982"/>
                  </a:lnTo>
                  <a:close/>
                </a:path>
                <a:path w="10424160" h="5213350">
                  <a:moveTo>
                    <a:pt x="438556" y="5193982"/>
                  </a:moveTo>
                  <a:lnTo>
                    <a:pt x="433285" y="5193982"/>
                  </a:lnTo>
                  <a:lnTo>
                    <a:pt x="429031" y="5198249"/>
                  </a:lnTo>
                  <a:lnTo>
                    <a:pt x="429031" y="5208765"/>
                  </a:lnTo>
                  <a:lnTo>
                    <a:pt x="433285" y="5213032"/>
                  </a:lnTo>
                  <a:lnTo>
                    <a:pt x="438556" y="5213032"/>
                  </a:lnTo>
                  <a:lnTo>
                    <a:pt x="438556" y="5193982"/>
                  </a:lnTo>
                  <a:close/>
                </a:path>
                <a:path w="10424160" h="5213350">
                  <a:moveTo>
                    <a:pt x="443826" y="5193982"/>
                  </a:moveTo>
                  <a:lnTo>
                    <a:pt x="438569" y="5193982"/>
                  </a:lnTo>
                  <a:lnTo>
                    <a:pt x="438569" y="5213032"/>
                  </a:lnTo>
                  <a:lnTo>
                    <a:pt x="443826" y="5213032"/>
                  </a:lnTo>
                  <a:lnTo>
                    <a:pt x="448094" y="5208765"/>
                  </a:lnTo>
                  <a:lnTo>
                    <a:pt x="448094" y="5198249"/>
                  </a:lnTo>
                  <a:lnTo>
                    <a:pt x="443826" y="5193982"/>
                  </a:lnTo>
                  <a:close/>
                </a:path>
                <a:path w="10424160" h="5213350">
                  <a:moveTo>
                    <a:pt x="400430" y="5193982"/>
                  </a:moveTo>
                  <a:lnTo>
                    <a:pt x="395173" y="5193982"/>
                  </a:lnTo>
                  <a:lnTo>
                    <a:pt x="390905" y="5198249"/>
                  </a:lnTo>
                  <a:lnTo>
                    <a:pt x="390905" y="5208765"/>
                  </a:lnTo>
                  <a:lnTo>
                    <a:pt x="395173" y="5213032"/>
                  </a:lnTo>
                  <a:lnTo>
                    <a:pt x="400430" y="5213032"/>
                  </a:lnTo>
                  <a:lnTo>
                    <a:pt x="400430" y="5193982"/>
                  </a:lnTo>
                  <a:close/>
                </a:path>
                <a:path w="10424160" h="5213350">
                  <a:moveTo>
                    <a:pt x="405714" y="5193982"/>
                  </a:moveTo>
                  <a:lnTo>
                    <a:pt x="400456" y="5193982"/>
                  </a:lnTo>
                  <a:lnTo>
                    <a:pt x="400456" y="5213032"/>
                  </a:lnTo>
                  <a:lnTo>
                    <a:pt x="405714" y="5213032"/>
                  </a:lnTo>
                  <a:lnTo>
                    <a:pt x="409981" y="5208765"/>
                  </a:lnTo>
                  <a:lnTo>
                    <a:pt x="409981" y="5198249"/>
                  </a:lnTo>
                  <a:lnTo>
                    <a:pt x="405714" y="5193982"/>
                  </a:lnTo>
                  <a:close/>
                </a:path>
                <a:path w="10424160" h="5213350">
                  <a:moveTo>
                    <a:pt x="362318" y="5193982"/>
                  </a:moveTo>
                  <a:lnTo>
                    <a:pt x="357047" y="5193982"/>
                  </a:lnTo>
                  <a:lnTo>
                    <a:pt x="352793" y="5198249"/>
                  </a:lnTo>
                  <a:lnTo>
                    <a:pt x="352793" y="5208765"/>
                  </a:lnTo>
                  <a:lnTo>
                    <a:pt x="357047" y="5213032"/>
                  </a:lnTo>
                  <a:lnTo>
                    <a:pt x="362318" y="5213032"/>
                  </a:lnTo>
                  <a:lnTo>
                    <a:pt x="362318" y="5193982"/>
                  </a:lnTo>
                  <a:close/>
                </a:path>
                <a:path w="10424160" h="5213350">
                  <a:moveTo>
                    <a:pt x="367588" y="5193982"/>
                  </a:moveTo>
                  <a:lnTo>
                    <a:pt x="362330" y="5193982"/>
                  </a:lnTo>
                  <a:lnTo>
                    <a:pt x="362330" y="5213032"/>
                  </a:lnTo>
                  <a:lnTo>
                    <a:pt x="367588" y="5213032"/>
                  </a:lnTo>
                  <a:lnTo>
                    <a:pt x="371855" y="5208765"/>
                  </a:lnTo>
                  <a:lnTo>
                    <a:pt x="371855" y="5198249"/>
                  </a:lnTo>
                  <a:lnTo>
                    <a:pt x="367588" y="5193982"/>
                  </a:lnTo>
                  <a:close/>
                </a:path>
                <a:path w="10424160" h="5213350">
                  <a:moveTo>
                    <a:pt x="324192" y="5193982"/>
                  </a:moveTo>
                  <a:lnTo>
                    <a:pt x="318935" y="5193982"/>
                  </a:lnTo>
                  <a:lnTo>
                    <a:pt x="314667" y="5198249"/>
                  </a:lnTo>
                  <a:lnTo>
                    <a:pt x="314667" y="5208765"/>
                  </a:lnTo>
                  <a:lnTo>
                    <a:pt x="318935" y="5213032"/>
                  </a:lnTo>
                  <a:lnTo>
                    <a:pt x="324192" y="5213032"/>
                  </a:lnTo>
                  <a:lnTo>
                    <a:pt x="324192" y="5193982"/>
                  </a:lnTo>
                  <a:close/>
                </a:path>
                <a:path w="10424160" h="5213350">
                  <a:moveTo>
                    <a:pt x="329476" y="5193982"/>
                  </a:moveTo>
                  <a:lnTo>
                    <a:pt x="324218" y="5193982"/>
                  </a:lnTo>
                  <a:lnTo>
                    <a:pt x="324218" y="5213032"/>
                  </a:lnTo>
                  <a:lnTo>
                    <a:pt x="329476" y="5213032"/>
                  </a:lnTo>
                  <a:lnTo>
                    <a:pt x="333743" y="5208765"/>
                  </a:lnTo>
                  <a:lnTo>
                    <a:pt x="333743" y="5198249"/>
                  </a:lnTo>
                  <a:lnTo>
                    <a:pt x="329476" y="5193982"/>
                  </a:lnTo>
                  <a:close/>
                </a:path>
                <a:path w="10424160" h="5213350">
                  <a:moveTo>
                    <a:pt x="286080" y="5193982"/>
                  </a:moveTo>
                  <a:lnTo>
                    <a:pt x="280822" y="5193982"/>
                  </a:lnTo>
                  <a:lnTo>
                    <a:pt x="276555" y="5198249"/>
                  </a:lnTo>
                  <a:lnTo>
                    <a:pt x="276555" y="5208765"/>
                  </a:lnTo>
                  <a:lnTo>
                    <a:pt x="280822" y="5213032"/>
                  </a:lnTo>
                  <a:lnTo>
                    <a:pt x="286080" y="5213032"/>
                  </a:lnTo>
                  <a:lnTo>
                    <a:pt x="286080" y="5193982"/>
                  </a:lnTo>
                  <a:close/>
                </a:path>
                <a:path w="10424160" h="5213350">
                  <a:moveTo>
                    <a:pt x="291350" y="5193982"/>
                  </a:moveTo>
                  <a:lnTo>
                    <a:pt x="286092" y="5193982"/>
                  </a:lnTo>
                  <a:lnTo>
                    <a:pt x="286092" y="5213032"/>
                  </a:lnTo>
                  <a:lnTo>
                    <a:pt x="291350" y="5213032"/>
                  </a:lnTo>
                  <a:lnTo>
                    <a:pt x="295617" y="5208765"/>
                  </a:lnTo>
                  <a:lnTo>
                    <a:pt x="295617" y="5198249"/>
                  </a:lnTo>
                  <a:lnTo>
                    <a:pt x="291350" y="5193982"/>
                  </a:lnTo>
                  <a:close/>
                </a:path>
                <a:path w="10424160" h="5213350">
                  <a:moveTo>
                    <a:pt x="247954" y="5193982"/>
                  </a:moveTo>
                  <a:lnTo>
                    <a:pt x="242696" y="5193982"/>
                  </a:lnTo>
                  <a:lnTo>
                    <a:pt x="238429" y="5198249"/>
                  </a:lnTo>
                  <a:lnTo>
                    <a:pt x="238429" y="5208765"/>
                  </a:lnTo>
                  <a:lnTo>
                    <a:pt x="242696" y="5213032"/>
                  </a:lnTo>
                  <a:lnTo>
                    <a:pt x="247954" y="5213032"/>
                  </a:lnTo>
                  <a:lnTo>
                    <a:pt x="247954" y="5193982"/>
                  </a:lnTo>
                  <a:close/>
                </a:path>
                <a:path w="10424160" h="5213350">
                  <a:moveTo>
                    <a:pt x="253238" y="5193982"/>
                  </a:moveTo>
                  <a:lnTo>
                    <a:pt x="247980" y="5193982"/>
                  </a:lnTo>
                  <a:lnTo>
                    <a:pt x="247980" y="5213032"/>
                  </a:lnTo>
                  <a:lnTo>
                    <a:pt x="253238" y="5213032"/>
                  </a:lnTo>
                  <a:lnTo>
                    <a:pt x="257505" y="5208765"/>
                  </a:lnTo>
                  <a:lnTo>
                    <a:pt x="257505" y="5198249"/>
                  </a:lnTo>
                  <a:lnTo>
                    <a:pt x="253238" y="5193982"/>
                  </a:lnTo>
                  <a:close/>
                </a:path>
                <a:path w="10424160" h="5213350">
                  <a:moveTo>
                    <a:pt x="209842" y="5193982"/>
                  </a:moveTo>
                  <a:lnTo>
                    <a:pt x="204584" y="5193982"/>
                  </a:lnTo>
                  <a:lnTo>
                    <a:pt x="200317" y="5198249"/>
                  </a:lnTo>
                  <a:lnTo>
                    <a:pt x="200317" y="5208765"/>
                  </a:lnTo>
                  <a:lnTo>
                    <a:pt x="204584" y="5213032"/>
                  </a:lnTo>
                  <a:lnTo>
                    <a:pt x="209842" y="5213032"/>
                  </a:lnTo>
                  <a:lnTo>
                    <a:pt x="209842" y="5193982"/>
                  </a:lnTo>
                  <a:close/>
                </a:path>
                <a:path w="10424160" h="5213350">
                  <a:moveTo>
                    <a:pt x="215112" y="5193982"/>
                  </a:moveTo>
                  <a:lnTo>
                    <a:pt x="209854" y="5193982"/>
                  </a:lnTo>
                  <a:lnTo>
                    <a:pt x="209854" y="5213032"/>
                  </a:lnTo>
                  <a:lnTo>
                    <a:pt x="215112" y="5213032"/>
                  </a:lnTo>
                  <a:lnTo>
                    <a:pt x="219379" y="5208765"/>
                  </a:lnTo>
                  <a:lnTo>
                    <a:pt x="219379" y="5198249"/>
                  </a:lnTo>
                  <a:lnTo>
                    <a:pt x="215112" y="5193982"/>
                  </a:lnTo>
                  <a:close/>
                </a:path>
                <a:path w="10424160" h="5213350">
                  <a:moveTo>
                    <a:pt x="172262" y="5193169"/>
                  </a:moveTo>
                  <a:lnTo>
                    <a:pt x="171274" y="5211914"/>
                  </a:lnTo>
                  <a:lnTo>
                    <a:pt x="171259" y="5212194"/>
                  </a:lnTo>
                  <a:lnTo>
                    <a:pt x="176517" y="5212473"/>
                  </a:lnTo>
                  <a:lnTo>
                    <a:pt x="181000" y="5208435"/>
                  </a:lnTo>
                  <a:lnTo>
                    <a:pt x="181464" y="5199507"/>
                  </a:lnTo>
                  <a:lnTo>
                    <a:pt x="181546" y="5197932"/>
                  </a:lnTo>
                  <a:lnTo>
                    <a:pt x="177507" y="5193449"/>
                  </a:lnTo>
                  <a:lnTo>
                    <a:pt x="172262" y="5193169"/>
                  </a:lnTo>
                  <a:close/>
                </a:path>
                <a:path w="10424160" h="5213350">
                  <a:moveTo>
                    <a:pt x="166992" y="5192890"/>
                  </a:moveTo>
                  <a:lnTo>
                    <a:pt x="162509" y="5196928"/>
                  </a:lnTo>
                  <a:lnTo>
                    <a:pt x="162034" y="5205857"/>
                  </a:lnTo>
                  <a:lnTo>
                    <a:pt x="161950" y="5207431"/>
                  </a:lnTo>
                  <a:lnTo>
                    <a:pt x="165989" y="5211914"/>
                  </a:lnTo>
                  <a:lnTo>
                    <a:pt x="171246" y="5212194"/>
                  </a:lnTo>
                  <a:lnTo>
                    <a:pt x="172222" y="5193449"/>
                  </a:lnTo>
                  <a:lnTo>
                    <a:pt x="172237" y="5193169"/>
                  </a:lnTo>
                  <a:lnTo>
                    <a:pt x="166992" y="5192890"/>
                  </a:lnTo>
                  <a:close/>
                </a:path>
                <a:path w="10424160" h="5213350">
                  <a:moveTo>
                    <a:pt x="137871" y="5186603"/>
                  </a:moveTo>
                  <a:lnTo>
                    <a:pt x="130937" y="5204345"/>
                  </a:lnTo>
                  <a:lnTo>
                    <a:pt x="135826" y="5206263"/>
                  </a:lnTo>
                  <a:lnTo>
                    <a:pt x="141351" y="5203837"/>
                  </a:lnTo>
                  <a:lnTo>
                    <a:pt x="145186" y="5194046"/>
                  </a:lnTo>
                  <a:lnTo>
                    <a:pt x="142773" y="5188521"/>
                  </a:lnTo>
                  <a:lnTo>
                    <a:pt x="137871" y="5186603"/>
                  </a:lnTo>
                  <a:close/>
                </a:path>
                <a:path w="10424160" h="5213350">
                  <a:moveTo>
                    <a:pt x="132956" y="5184673"/>
                  </a:moveTo>
                  <a:lnTo>
                    <a:pt x="127431" y="5187099"/>
                  </a:lnTo>
                  <a:lnTo>
                    <a:pt x="123596" y="5196890"/>
                  </a:lnTo>
                  <a:lnTo>
                    <a:pt x="126022" y="5202415"/>
                  </a:lnTo>
                  <a:lnTo>
                    <a:pt x="130943" y="5204345"/>
                  </a:lnTo>
                  <a:lnTo>
                    <a:pt x="131105" y="5203837"/>
                  </a:lnTo>
                  <a:lnTo>
                    <a:pt x="137853" y="5186603"/>
                  </a:lnTo>
                  <a:lnTo>
                    <a:pt x="132956" y="5184673"/>
                  </a:lnTo>
                  <a:close/>
                </a:path>
                <a:path w="10424160" h="5213350">
                  <a:moveTo>
                    <a:pt x="104533" y="5172100"/>
                  </a:moveTo>
                  <a:lnTo>
                    <a:pt x="94564" y="5188331"/>
                  </a:lnTo>
                  <a:lnTo>
                    <a:pt x="99034" y="5191086"/>
                  </a:lnTo>
                  <a:lnTo>
                    <a:pt x="104901" y="5189689"/>
                  </a:lnTo>
                  <a:lnTo>
                    <a:pt x="110413" y="5180723"/>
                  </a:lnTo>
                  <a:lnTo>
                    <a:pt x="109016" y="5174856"/>
                  </a:lnTo>
                  <a:lnTo>
                    <a:pt x="104533" y="5172100"/>
                  </a:lnTo>
                  <a:close/>
                </a:path>
                <a:path w="10424160" h="5213350">
                  <a:moveTo>
                    <a:pt x="100037" y="5169344"/>
                  </a:moveTo>
                  <a:lnTo>
                    <a:pt x="94170" y="5170741"/>
                  </a:lnTo>
                  <a:lnTo>
                    <a:pt x="88658" y="5179707"/>
                  </a:lnTo>
                  <a:lnTo>
                    <a:pt x="90055" y="5185575"/>
                  </a:lnTo>
                  <a:lnTo>
                    <a:pt x="94559" y="5188331"/>
                  </a:lnTo>
                  <a:lnTo>
                    <a:pt x="96227" y="5185575"/>
                  </a:lnTo>
                  <a:lnTo>
                    <a:pt x="104520" y="5172100"/>
                  </a:lnTo>
                  <a:lnTo>
                    <a:pt x="100037" y="5169344"/>
                  </a:lnTo>
                  <a:close/>
                </a:path>
                <a:path w="10424160" h="5213350">
                  <a:moveTo>
                    <a:pt x="75222" y="5150891"/>
                  </a:moveTo>
                  <a:lnTo>
                    <a:pt x="62306" y="5164899"/>
                  </a:lnTo>
                  <a:lnTo>
                    <a:pt x="66167" y="5168468"/>
                  </a:lnTo>
                  <a:lnTo>
                    <a:pt x="72199" y="5168214"/>
                  </a:lnTo>
                  <a:lnTo>
                    <a:pt x="79324" y="5160479"/>
                  </a:lnTo>
                  <a:lnTo>
                    <a:pt x="79127" y="5155565"/>
                  </a:lnTo>
                  <a:lnTo>
                    <a:pt x="79082" y="5154460"/>
                  </a:lnTo>
                  <a:lnTo>
                    <a:pt x="75222" y="5150891"/>
                  </a:lnTo>
                  <a:close/>
                </a:path>
                <a:path w="10424160" h="5213350">
                  <a:moveTo>
                    <a:pt x="71335" y="5147310"/>
                  </a:moveTo>
                  <a:lnTo>
                    <a:pt x="65316" y="5147551"/>
                  </a:lnTo>
                  <a:lnTo>
                    <a:pt x="58178" y="5155285"/>
                  </a:lnTo>
                  <a:lnTo>
                    <a:pt x="58375" y="5160213"/>
                  </a:lnTo>
                  <a:lnTo>
                    <a:pt x="58420" y="5161318"/>
                  </a:lnTo>
                  <a:lnTo>
                    <a:pt x="62307" y="5164899"/>
                  </a:lnTo>
                  <a:lnTo>
                    <a:pt x="66598" y="5160213"/>
                  </a:lnTo>
                  <a:lnTo>
                    <a:pt x="75197" y="5150891"/>
                  </a:lnTo>
                  <a:lnTo>
                    <a:pt x="71335" y="5147310"/>
                  </a:lnTo>
                  <a:close/>
                </a:path>
                <a:path w="10424160" h="5213350">
                  <a:moveTo>
                    <a:pt x="50977" y="5124030"/>
                  </a:moveTo>
                  <a:lnTo>
                    <a:pt x="35610" y="5135295"/>
                  </a:lnTo>
                  <a:lnTo>
                    <a:pt x="38722" y="5139537"/>
                  </a:lnTo>
                  <a:lnTo>
                    <a:pt x="44678" y="5140464"/>
                  </a:lnTo>
                  <a:lnTo>
                    <a:pt x="53162" y="5134241"/>
                  </a:lnTo>
                  <a:lnTo>
                    <a:pt x="54089" y="5128272"/>
                  </a:lnTo>
                  <a:lnTo>
                    <a:pt x="50977" y="5124030"/>
                  </a:lnTo>
                  <a:close/>
                </a:path>
                <a:path w="10424160" h="5213350">
                  <a:moveTo>
                    <a:pt x="41897" y="5118862"/>
                  </a:moveTo>
                  <a:lnTo>
                    <a:pt x="33401" y="5125085"/>
                  </a:lnTo>
                  <a:lnTo>
                    <a:pt x="32486" y="5131041"/>
                  </a:lnTo>
                  <a:lnTo>
                    <a:pt x="35607" y="5135295"/>
                  </a:lnTo>
                  <a:lnTo>
                    <a:pt x="37018" y="5134241"/>
                  </a:lnTo>
                  <a:lnTo>
                    <a:pt x="50947" y="5124030"/>
                  </a:lnTo>
                  <a:lnTo>
                    <a:pt x="47853" y="5119776"/>
                  </a:lnTo>
                  <a:lnTo>
                    <a:pt x="41897" y="5118862"/>
                  </a:lnTo>
                  <a:close/>
                </a:path>
                <a:path w="10424160" h="5213350">
                  <a:moveTo>
                    <a:pt x="32994" y="5092623"/>
                  </a:moveTo>
                  <a:lnTo>
                    <a:pt x="15748" y="5100726"/>
                  </a:lnTo>
                  <a:lnTo>
                    <a:pt x="17983" y="5105488"/>
                  </a:lnTo>
                  <a:lnTo>
                    <a:pt x="23660" y="5107533"/>
                  </a:lnTo>
                  <a:lnTo>
                    <a:pt x="33185" y="5103063"/>
                  </a:lnTo>
                  <a:lnTo>
                    <a:pt x="35229" y="5097386"/>
                  </a:lnTo>
                  <a:lnTo>
                    <a:pt x="32994" y="5092623"/>
                  </a:lnTo>
                  <a:close/>
                </a:path>
                <a:path w="10424160" h="5213350">
                  <a:moveTo>
                    <a:pt x="25069" y="5085803"/>
                  </a:moveTo>
                  <a:lnTo>
                    <a:pt x="15544" y="5090274"/>
                  </a:lnTo>
                  <a:lnTo>
                    <a:pt x="13500" y="5095951"/>
                  </a:lnTo>
                  <a:lnTo>
                    <a:pt x="15741" y="5100726"/>
                  </a:lnTo>
                  <a:lnTo>
                    <a:pt x="32954" y="5092623"/>
                  </a:lnTo>
                  <a:lnTo>
                    <a:pt x="31885" y="5090274"/>
                  </a:lnTo>
                  <a:lnTo>
                    <a:pt x="30746" y="5087848"/>
                  </a:lnTo>
                  <a:lnTo>
                    <a:pt x="25069" y="5085803"/>
                  </a:lnTo>
                  <a:close/>
                </a:path>
                <a:path w="10424160" h="5213350">
                  <a:moveTo>
                    <a:pt x="16764" y="5050167"/>
                  </a:moveTo>
                  <a:lnTo>
                    <a:pt x="6362" y="5051729"/>
                  </a:lnTo>
                  <a:lnTo>
                    <a:pt x="2768" y="5056568"/>
                  </a:lnTo>
                  <a:lnTo>
                    <a:pt x="4343" y="5066995"/>
                  </a:lnTo>
                  <a:lnTo>
                    <a:pt x="9182" y="5070576"/>
                  </a:lnTo>
                  <a:lnTo>
                    <a:pt x="19596" y="5069014"/>
                  </a:lnTo>
                  <a:lnTo>
                    <a:pt x="23177" y="5064175"/>
                  </a:lnTo>
                  <a:lnTo>
                    <a:pt x="22824" y="5061800"/>
                  </a:lnTo>
                  <a:lnTo>
                    <a:pt x="3387" y="5061800"/>
                  </a:lnTo>
                  <a:lnTo>
                    <a:pt x="22221" y="5058968"/>
                  </a:lnTo>
                  <a:lnTo>
                    <a:pt x="22393" y="5058968"/>
                  </a:lnTo>
                  <a:lnTo>
                    <a:pt x="21615" y="5053749"/>
                  </a:lnTo>
                  <a:lnTo>
                    <a:pt x="16764" y="5050167"/>
                  </a:lnTo>
                  <a:close/>
                </a:path>
                <a:path w="10424160" h="5213350">
                  <a:moveTo>
                    <a:pt x="22402" y="5058968"/>
                  </a:moveTo>
                  <a:lnTo>
                    <a:pt x="3556" y="5061800"/>
                  </a:lnTo>
                  <a:lnTo>
                    <a:pt x="22824" y="5061800"/>
                  </a:lnTo>
                  <a:lnTo>
                    <a:pt x="22402" y="5058968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5" y="1215389"/>
              <a:ext cx="3514090" cy="395605"/>
            </a:xfrm>
            <a:custGeom>
              <a:avLst/>
              <a:gdLst/>
              <a:ahLst/>
              <a:cxnLst/>
              <a:rect l="l" t="t" r="r" b="b"/>
              <a:pathLst>
                <a:path w="3514090" h="395605">
                  <a:moveTo>
                    <a:pt x="3513581" y="0"/>
                  </a:moveTo>
                  <a:lnTo>
                    <a:pt x="98869" y="0"/>
                  </a:lnTo>
                  <a:lnTo>
                    <a:pt x="0" y="395478"/>
                  </a:lnTo>
                  <a:lnTo>
                    <a:pt x="3414776" y="395478"/>
                  </a:lnTo>
                  <a:lnTo>
                    <a:pt x="3513581" y="0"/>
                  </a:lnTo>
                  <a:close/>
                </a:path>
              </a:pathLst>
            </a:custGeom>
            <a:solidFill>
              <a:srgbClr val="27446D"/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50821" y="1263053"/>
            <a:ext cx="2831864" cy="4043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>
              <a:spcBef>
                <a:spcPts val="106"/>
              </a:spcBef>
            </a:pPr>
            <a:r>
              <a:rPr sz="2539" b="1" spc="-238" dirty="0" err="1" smtClean="0">
                <a:solidFill>
                  <a:srgbClr val="FFFFFF"/>
                </a:solidFill>
                <a:latin typeface="Malgun Gothic"/>
                <a:cs typeface="Malgun Gothic"/>
              </a:rPr>
              <a:t>전송계</a:t>
            </a:r>
            <a:r>
              <a:rPr lang="ko-KR" altLang="en-US"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층</a:t>
            </a:r>
            <a:r>
              <a:rPr sz="2539" b="1" spc="-238" dirty="0" smtClean="0">
                <a:solidFill>
                  <a:srgbClr val="FFFFFF"/>
                </a:solidFill>
                <a:latin typeface="Malgun Gothic"/>
                <a:cs typeface="Malgun Gothic"/>
              </a:rPr>
              <a:t>의</a:t>
            </a:r>
            <a:r>
              <a:rPr sz="2539" b="1" spc="-212" dirty="0" smtClean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38" dirty="0">
                <a:solidFill>
                  <a:srgbClr val="FFFFFF"/>
                </a:solidFill>
                <a:latin typeface="Malgun Gothic"/>
                <a:cs typeface="Malgun Gothic"/>
              </a:rPr>
              <a:t>포트</a:t>
            </a:r>
            <a:r>
              <a:rPr sz="2539" b="1" spc="-222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539" b="1" spc="-212" dirty="0">
                <a:solidFill>
                  <a:srgbClr val="FFFFFF"/>
                </a:solidFill>
                <a:latin typeface="Malgun Gothic"/>
                <a:cs typeface="Malgun Gothic"/>
              </a:rPr>
              <a:t>주소</a:t>
            </a:r>
            <a:endParaRPr sz="2539" dirty="0">
              <a:latin typeface="Malgun Gothic"/>
              <a:cs typeface="Malgun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72" y="2005410"/>
            <a:ext cx="9312103" cy="40478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19417" y="6288362"/>
            <a:ext cx="6040548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4">
              <a:lnSpc>
                <a:spcPts val="1661"/>
              </a:lnSpc>
            </a:pP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데이터통신과</a:t>
            </a:r>
            <a:r>
              <a:rPr sz="1481" spc="-12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네트워킹,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32" dirty="0">
                <a:solidFill>
                  <a:srgbClr val="404040"/>
                </a:solidFill>
                <a:latin typeface="Batang"/>
                <a:cs typeface="Batang"/>
              </a:rPr>
              <a:t>2013,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5판,</a:t>
            </a:r>
            <a:r>
              <a:rPr sz="1481" spc="-143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69" dirty="0">
                <a:solidFill>
                  <a:srgbClr val="404040"/>
                </a:solidFill>
                <a:latin typeface="Batang"/>
                <a:cs typeface="Batang"/>
              </a:rPr>
              <a:t>B.</a:t>
            </a:r>
            <a:r>
              <a:rPr sz="1481" spc="-127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74" dirty="0">
                <a:solidFill>
                  <a:srgbClr val="404040"/>
                </a:solidFill>
                <a:latin typeface="Batang"/>
                <a:cs typeface="Batang"/>
              </a:rPr>
              <a:t>A.</a:t>
            </a:r>
            <a:r>
              <a:rPr sz="1481" spc="-138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48" dirty="0">
                <a:solidFill>
                  <a:srgbClr val="404040"/>
                </a:solidFill>
                <a:latin typeface="Batang"/>
                <a:cs typeface="Batang"/>
              </a:rPr>
              <a:t>Forouzan,</a:t>
            </a:r>
            <a:r>
              <a:rPr sz="1481" spc="-111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69" dirty="0">
                <a:solidFill>
                  <a:srgbClr val="404040"/>
                </a:solidFill>
                <a:latin typeface="Batang"/>
                <a:cs typeface="Batang"/>
              </a:rPr>
              <a:t>맥그로우힐</a:t>
            </a:r>
            <a:r>
              <a:rPr sz="1481" spc="-116" dirty="0">
                <a:solidFill>
                  <a:srgbClr val="404040"/>
                </a:solidFill>
                <a:latin typeface="Batang"/>
                <a:cs typeface="Batang"/>
              </a:rPr>
              <a:t> </a:t>
            </a:r>
            <a:r>
              <a:rPr sz="1481" spc="-132" dirty="0">
                <a:solidFill>
                  <a:srgbClr val="404040"/>
                </a:solidFill>
                <a:latin typeface="Batang"/>
                <a:cs typeface="Batang"/>
              </a:rPr>
              <a:t>코리아, </a:t>
            </a:r>
            <a:r>
              <a:rPr sz="1481" spc="-21" dirty="0">
                <a:solidFill>
                  <a:srgbClr val="404040"/>
                </a:solidFill>
                <a:latin typeface="Batang"/>
                <a:cs typeface="Batang"/>
              </a:rPr>
              <a:t>p714</a:t>
            </a:r>
            <a:endParaRPr sz="1481">
              <a:latin typeface="Batang"/>
              <a:cs typeface="Batang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57578" y="6517813"/>
            <a:ext cx="34928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4">
              <a:lnSpc>
                <a:spcPts val="2327"/>
              </a:lnSpc>
            </a:pPr>
            <a:r>
              <a:rPr sz="2116" spc="63" dirty="0">
                <a:latin typeface="Malgun Gothic"/>
                <a:cs typeface="Malgun Gothic"/>
              </a:rPr>
              <a:t>27</a:t>
            </a:r>
            <a:endParaRPr sz="2116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373946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 · OSI LAYER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네트워크 계층 vs 전송 계층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계층은 '호스트(장치)'까지, 전송 계층은 그 안의 '프로세스'까지 전달한다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 w="12700">
            <a:solidFill>
              <a:srgbClr val="C2CA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호스트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74320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338328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832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4300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233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34095" y="219456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 w="12700">
            <a:solidFill>
              <a:srgbClr val="C2CA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4095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호스트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37015" y="274320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7015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7015" y="338328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7015" y="33832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37015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7015" y="40233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Z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2468880" cy="1097280"/>
          </a:xfrm>
          <a:prstGeom prst="roundRect">
            <a:avLst>
              <a:gd name="adj" fmla="val 25000"/>
            </a:avLst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0" y="3566160"/>
            <a:ext cx="1280160" cy="0"/>
          </a:xfrm>
          <a:prstGeom prst="line">
            <a:avLst/>
          </a:prstGeom>
          <a:noFill/>
          <a:ln w="19050">
            <a:solidFill>
              <a:srgbClr val="1E316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3566160"/>
            <a:ext cx="1280160" cy="0"/>
          </a:xfrm>
          <a:prstGeom prst="line">
            <a:avLst/>
          </a:prstGeom>
          <a:noFill/>
          <a:ln w="19050">
            <a:solidFill>
              <a:srgbClr val="1E316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657600" y="5212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계층: 호스트-대-호스트 (장치까지)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5532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계층: 프로세스-대-프로세스 (포트로 구분)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Forouzan, 5th ed., pp.713–714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LAYER · OSI LAYER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세션 계층 (Session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네트워크의 대화 조정자 — 세션을 열고 유지·동기화하고 종료함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제어 (Dialog Control)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반이중 혹은 전이중 방식으로 대화를 조정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(Synchronization)</a:t>
            </a:r>
            <a:endParaRPr lang="en-US" sz="1500" dirty="0"/>
          </a:p>
          <a:p>
            <a:pPr marL="381000" lvl="1" indent="-190500">
              <a:lnSpc>
                <a:spcPct val="125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데이터 스트림에 검사점(checkpoint)을 추가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· OSI LAYER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표현 계층 (Presentation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장치 간 상호운용성(interoperability) 보장 — 두 시스템이 주고받는 정보의 구문·의미를 일치시킴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554480" cy="7315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3017520"/>
            <a:ext cx="9357055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01752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시스템이 서로 다른 문자열·숫자 체계를 쓸 때 공통 형식으로 변환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554480" cy="7315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94560" y="3886200"/>
            <a:ext cx="9357055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88620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전송할 정보의 비트 수를 줄임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1554480" cy="73152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54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94560" y="4754880"/>
            <a:ext cx="9357055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475488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비밀성 보장을 위해 정보를 다른 형태로 변환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· OSI LAYER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응용 계층 (Application Layer)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사용자·소프트웨어가 네트워크에 접근하도록 하는 사용자 인터페이스 제공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전송 및 관리 (FTAM)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우편 서비스 (Mail)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 서비스 (Directory)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서비스 (Web)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프로토콜: HTTP · FTP · SMTP · DNS · SNMP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001F5F"/>
          </a:solidFill>
          <a:ln>
            <a:solidFill>
              <a:srgbClr val="001F5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0" y="4754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종합 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7계층 한눈에 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08176"/>
            <a:ext cx="10911535" cy="0"/>
          </a:xfrm>
          <a:prstGeom prst="line">
            <a:avLst/>
          </a:prstGeom>
          <a:noFill/>
          <a:ln w="12700">
            <a:solidFill>
              <a:srgbClr val="DD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640080" cy="4572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1600200"/>
            <a:ext cx="2103120" cy="4572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4586144" cy="4572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역할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9424" y="1600200"/>
            <a:ext cx="3017520" cy="457200"/>
          </a:xfrm>
          <a:prstGeom prst="rect">
            <a:avLst/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0864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단위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057400"/>
            <a:ext cx="64008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57400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0160" y="2057400"/>
            <a:ext cx="21031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057400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2057400"/>
            <a:ext cx="45796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057400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접근·UI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69424" y="2057400"/>
            <a:ext cx="30175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0864" y="2057400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633472"/>
            <a:ext cx="64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63347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2633472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633472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83280" y="2633472"/>
            <a:ext cx="45796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633472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변환·압축·암호화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69424" y="2633472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0864" y="2633472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209544"/>
            <a:ext cx="64008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209544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3209544"/>
            <a:ext cx="21031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3209544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83280" y="3209544"/>
            <a:ext cx="45796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209544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제어·동기화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69424" y="3209544"/>
            <a:ext cx="30175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0864" y="3209544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785616"/>
            <a:ext cx="64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3785616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80160" y="3785616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3785616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83280" y="3785616"/>
            <a:ext cx="45796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85616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프로세스-대-프로세스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969424" y="3785616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0864" y="3785616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4361688"/>
            <a:ext cx="64008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361688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80160" y="4361688"/>
            <a:ext cx="21031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0" y="4361688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383280" y="4361688"/>
            <a:ext cx="45796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4361688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발신지-대-목적지·라우팅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969424" y="4361688"/>
            <a:ext cx="30175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0864" y="4361688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패킷/데이터그램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40080" y="4937760"/>
            <a:ext cx="64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937760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80160" y="4937760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0" y="4937760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데이터링크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383280" y="4937760"/>
            <a:ext cx="45796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4937760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노드-대-노드·프레임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969424" y="4937760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0864" y="4937760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40080" y="5513832"/>
            <a:ext cx="64008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551383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80160" y="5513832"/>
            <a:ext cx="21031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71600" y="5513832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383280" y="5513832"/>
            <a:ext cx="45796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5513832"/>
            <a:ext cx="5486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비트의 물리적 전송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969424" y="5513832"/>
            <a:ext cx="3017520" cy="576072"/>
          </a:xfrm>
          <a:prstGeom prst="rect">
            <a:avLst/>
          </a:prstGeom>
          <a:solidFill>
            <a:srgbClr val="F1F3F5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60864" y="5513832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80727" y="2319226"/>
            <a:ext cx="1009557" cy="1579154"/>
          </a:xfrm>
          <a:custGeom>
            <a:avLst/>
            <a:gdLst/>
            <a:ahLst/>
            <a:cxnLst/>
            <a:rect l="l" t="t" r="r" b="b"/>
            <a:pathLst>
              <a:path w="954404" h="1492885">
                <a:moveTo>
                  <a:pt x="0" y="0"/>
                </a:moveTo>
                <a:lnTo>
                  <a:pt x="32834" y="35555"/>
                </a:lnTo>
                <a:lnTo>
                  <a:pt x="65250" y="71347"/>
                </a:lnTo>
                <a:lnTo>
                  <a:pt x="97248" y="107374"/>
                </a:lnTo>
                <a:lnTo>
                  <a:pt x="128826" y="143632"/>
                </a:lnTo>
                <a:lnTo>
                  <a:pt x="159987" y="180119"/>
                </a:lnTo>
                <a:lnTo>
                  <a:pt x="190728" y="216830"/>
                </a:lnTo>
                <a:lnTo>
                  <a:pt x="221052" y="253764"/>
                </a:lnTo>
                <a:lnTo>
                  <a:pt x="250957" y="290917"/>
                </a:lnTo>
                <a:lnTo>
                  <a:pt x="280444" y="328286"/>
                </a:lnTo>
                <a:lnTo>
                  <a:pt x="309514" y="365869"/>
                </a:lnTo>
                <a:lnTo>
                  <a:pt x="338165" y="403661"/>
                </a:lnTo>
                <a:lnTo>
                  <a:pt x="366399" y="441660"/>
                </a:lnTo>
                <a:lnTo>
                  <a:pt x="394215" y="479863"/>
                </a:lnTo>
                <a:lnTo>
                  <a:pt x="421613" y="518267"/>
                </a:lnTo>
                <a:lnTo>
                  <a:pt x="448594" y="556868"/>
                </a:lnTo>
                <a:lnTo>
                  <a:pt x="475157" y="595664"/>
                </a:lnTo>
                <a:lnTo>
                  <a:pt x="501304" y="634652"/>
                </a:lnTo>
                <a:lnTo>
                  <a:pt x="527033" y="673829"/>
                </a:lnTo>
                <a:lnTo>
                  <a:pt x="552345" y="713191"/>
                </a:lnTo>
                <a:lnTo>
                  <a:pt x="577240" y="752736"/>
                </a:lnTo>
                <a:lnTo>
                  <a:pt x="601719" y="792460"/>
                </a:lnTo>
                <a:lnTo>
                  <a:pt x="625780" y="832360"/>
                </a:lnTo>
                <a:lnTo>
                  <a:pt x="649426" y="872434"/>
                </a:lnTo>
                <a:lnTo>
                  <a:pt x="672654" y="912679"/>
                </a:lnTo>
                <a:lnTo>
                  <a:pt x="695466" y="953090"/>
                </a:lnTo>
                <a:lnTo>
                  <a:pt x="717862" y="993666"/>
                </a:lnTo>
                <a:lnTo>
                  <a:pt x="739842" y="1034403"/>
                </a:lnTo>
                <a:lnTo>
                  <a:pt x="761406" y="1075297"/>
                </a:lnTo>
                <a:lnTo>
                  <a:pt x="782554" y="1116347"/>
                </a:lnTo>
                <a:lnTo>
                  <a:pt x="803286" y="1157549"/>
                </a:lnTo>
                <a:lnTo>
                  <a:pt x="823602" y="1198900"/>
                </a:lnTo>
                <a:lnTo>
                  <a:pt x="843502" y="1240397"/>
                </a:lnTo>
                <a:lnTo>
                  <a:pt x="862987" y="1282037"/>
                </a:lnTo>
                <a:lnTo>
                  <a:pt x="882057" y="1323816"/>
                </a:lnTo>
                <a:lnTo>
                  <a:pt x="900711" y="1365733"/>
                </a:lnTo>
                <a:lnTo>
                  <a:pt x="918950" y="1407783"/>
                </a:lnTo>
                <a:lnTo>
                  <a:pt x="936774" y="1449963"/>
                </a:lnTo>
                <a:lnTo>
                  <a:pt x="954277" y="1492271"/>
                </a:lnTo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5" name="object 5"/>
          <p:cNvGrpSpPr/>
          <p:nvPr/>
        </p:nvGrpSpPr>
        <p:grpSpPr>
          <a:xfrm>
            <a:off x="110397" y="40570"/>
            <a:ext cx="2175617" cy="908130"/>
            <a:chOff x="100838" y="38353"/>
            <a:chExt cx="2056764" cy="858519"/>
          </a:xfrm>
        </p:grpSpPr>
        <p:sp>
          <p:nvSpPr>
            <p:cNvPr id="6" name="object 6"/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8452" y="4033927"/>
            <a:ext cx="9544242" cy="2106189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 marR="5374">
              <a:spcBef>
                <a:spcPts val="106"/>
              </a:spcBef>
            </a:pPr>
            <a:r>
              <a:rPr sz="2962" spc="-106" dirty="0">
                <a:solidFill>
                  <a:srgbClr val="F57B1F"/>
                </a:solidFill>
                <a:latin typeface="Batang"/>
                <a:cs typeface="Batang"/>
              </a:rPr>
              <a:t>OSI</a:t>
            </a:r>
            <a:r>
              <a:rPr sz="2962" spc="-31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264" dirty="0">
                <a:solidFill>
                  <a:srgbClr val="F57B1F"/>
                </a:solidFill>
                <a:latin typeface="Batang"/>
                <a:cs typeface="Batang"/>
              </a:rPr>
              <a:t>7계층</a:t>
            </a:r>
            <a:r>
              <a:rPr sz="2962" spc="-264" dirty="0">
                <a:latin typeface="Batang"/>
                <a:cs typeface="Batang"/>
              </a:rPr>
              <a:t>은</a:t>
            </a:r>
            <a:r>
              <a:rPr sz="2962" spc="-312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전역적으로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호환가능한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49" dirty="0">
                <a:latin typeface="Batang"/>
                <a:cs typeface="Batang"/>
              </a:rPr>
              <a:t>네트워크 </a:t>
            </a:r>
            <a:r>
              <a:rPr sz="2962" spc="-328" dirty="0">
                <a:latin typeface="Batang"/>
                <a:cs typeface="Batang"/>
              </a:rPr>
              <a:t>프로토콜 개발을 위한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지침을 </a:t>
            </a:r>
            <a:r>
              <a:rPr sz="2962" spc="-37" dirty="0">
                <a:latin typeface="Batang"/>
                <a:cs typeface="Batang"/>
              </a:rPr>
              <a:t>제공한다.</a:t>
            </a:r>
            <a:endParaRPr sz="2962" dirty="0">
              <a:latin typeface="Batang"/>
              <a:cs typeface="Batang"/>
            </a:endParaRPr>
          </a:p>
          <a:p>
            <a:pPr marL="13434" marR="824180">
              <a:spcBef>
                <a:spcPts val="2063"/>
              </a:spcBef>
            </a:pP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물리계층</a:t>
            </a:r>
            <a:r>
              <a:rPr sz="2962" spc="-328" dirty="0">
                <a:latin typeface="Batang"/>
                <a:cs typeface="Batang"/>
              </a:rPr>
              <a:t>은 물리적인</a:t>
            </a:r>
            <a:r>
              <a:rPr sz="2962" spc="-33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매체를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통해서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54" dirty="0">
                <a:latin typeface="Batang"/>
                <a:cs typeface="Batang"/>
              </a:rPr>
              <a:t>비트 </a:t>
            </a:r>
            <a:r>
              <a:rPr sz="2962" spc="-328" dirty="0">
                <a:latin typeface="Batang"/>
                <a:cs typeface="Batang"/>
              </a:rPr>
              <a:t>스트림을 </a:t>
            </a:r>
            <a:r>
              <a:rPr sz="2962" spc="-53" dirty="0">
                <a:latin typeface="Batang"/>
                <a:cs typeface="Batang"/>
              </a:rPr>
              <a:t>전송한다.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4081752"/>
            <a:ext cx="378836" cy="37883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5245663"/>
            <a:ext cx="378836" cy="378836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625887" y="2172567"/>
            <a:ext cx="9377095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5374">
              <a:lnSpc>
                <a:spcPct val="100000"/>
              </a:lnSpc>
              <a:spcBef>
                <a:spcPts val="106"/>
              </a:spcBef>
            </a:pPr>
            <a:r>
              <a:rPr sz="2962" spc="-201" dirty="0">
                <a:solidFill>
                  <a:srgbClr val="F57B1F"/>
                </a:solidFill>
                <a:latin typeface="Batang"/>
                <a:cs typeface="Batang"/>
              </a:rPr>
              <a:t>ISO</a:t>
            </a:r>
            <a:r>
              <a:rPr sz="2962" spc="-201" dirty="0">
                <a:solidFill>
                  <a:srgbClr val="000000"/>
                </a:solidFill>
                <a:latin typeface="Batang"/>
                <a:cs typeface="Batang"/>
              </a:rPr>
              <a:t>는</a:t>
            </a:r>
            <a:r>
              <a:rPr sz="2962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000000"/>
                </a:solidFill>
                <a:latin typeface="Batang"/>
                <a:cs typeface="Batang"/>
              </a:rPr>
              <a:t>개방</a:t>
            </a:r>
            <a:r>
              <a:rPr sz="2962" spc="-38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시스템</a:t>
            </a:r>
            <a:r>
              <a:rPr sz="2962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201" dirty="0">
                <a:solidFill>
                  <a:srgbClr val="000000"/>
                </a:solidFill>
                <a:latin typeface="Batang"/>
                <a:cs typeface="Batang"/>
              </a:rPr>
              <a:t>상호연동(OSI,</a:t>
            </a:r>
            <a:r>
              <a:rPr sz="2962" spc="-37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21" dirty="0">
                <a:solidFill>
                  <a:srgbClr val="000000"/>
                </a:solidFill>
                <a:latin typeface="Batang"/>
                <a:cs typeface="Batang"/>
              </a:rPr>
              <a:t>Open </a:t>
            </a:r>
            <a:r>
              <a:rPr sz="2962" spc="-111" dirty="0">
                <a:solidFill>
                  <a:srgbClr val="000000"/>
                </a:solidFill>
                <a:latin typeface="Batang"/>
                <a:cs typeface="Batang"/>
              </a:rPr>
              <a:t>System</a:t>
            </a:r>
            <a:r>
              <a:rPr sz="2962" spc="-32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132" dirty="0">
                <a:solidFill>
                  <a:srgbClr val="000000"/>
                </a:solidFill>
                <a:latin typeface="Batang"/>
                <a:cs typeface="Batang"/>
              </a:rPr>
              <a:t>Interconnection)이라</a:t>
            </a:r>
            <a:r>
              <a:rPr sz="2962" spc="-2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97" dirty="0">
                <a:solidFill>
                  <a:srgbClr val="000000"/>
                </a:solidFill>
                <a:latin typeface="Batang"/>
                <a:cs typeface="Batang"/>
              </a:rPr>
              <a:t>불리는 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모델을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07" dirty="0">
                <a:solidFill>
                  <a:srgbClr val="000000"/>
                </a:solidFill>
                <a:latin typeface="Batang"/>
                <a:cs typeface="Batang"/>
              </a:rPr>
              <a:t>만들었다.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2325405"/>
            <a:ext cx="378836" cy="37802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3" descr="$PPTXTitle">
            <a:extLst>
              <a:ext uri="{FF2B5EF4-FFF2-40B4-BE49-F238E27FC236}">
                <a16:creationId xmlns:a16="http://schemas.microsoft.com/office/drawing/2014/main" id="{1E30DE8C-8352-4BBD-9634-AB9CE8E87AA7}"/>
              </a:ext>
            </a:extLst>
          </p:cNvPr>
          <p:cNvSpPr txBox="1">
            <a:spLocks/>
          </p:cNvSpPr>
          <p:nvPr/>
        </p:nvSpPr>
        <p:spPr>
          <a:xfrm>
            <a:off x="1417424" y="1005239"/>
            <a:ext cx="9913491" cy="5190880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434" marR="1072038">
              <a:lnSpc>
                <a:spcPct val="100000"/>
              </a:lnSpc>
            </a:pPr>
            <a:r>
              <a:rPr lang="en-US" altLang="ko-KR" sz="1600" spc="-201" dirty="0">
                <a:solidFill>
                  <a:srgbClr val="F57B1F"/>
                </a:solidFill>
                <a:latin typeface="Batang"/>
                <a:cs typeface="Batang"/>
              </a:rPr>
              <a:t>ISO</a:t>
            </a:r>
            <a:r>
              <a:rPr lang="ko-KR" altLang="en-US" sz="1600" spc="-201" dirty="0">
                <a:solidFill>
                  <a:srgbClr val="000000"/>
                </a:solidFill>
                <a:latin typeface="Batang"/>
                <a:cs typeface="Batang"/>
              </a:rPr>
              <a:t>는</a:t>
            </a:r>
            <a:r>
              <a:rPr lang="ko-KR" altLang="en-US" sz="1600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49" dirty="0">
                <a:solidFill>
                  <a:srgbClr val="000000"/>
                </a:solidFill>
                <a:latin typeface="Batang"/>
                <a:cs typeface="Batang"/>
              </a:rPr>
              <a:t>개방</a:t>
            </a:r>
            <a:r>
              <a:rPr lang="ko-KR" altLang="en-US" sz="1600" spc="-38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시스템</a:t>
            </a:r>
            <a:r>
              <a:rPr lang="ko-KR" altLang="en-US" sz="1600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201" dirty="0">
                <a:solidFill>
                  <a:srgbClr val="000000"/>
                </a:solidFill>
                <a:latin typeface="Batang"/>
                <a:cs typeface="Batang"/>
              </a:rPr>
              <a:t>상호연동</a:t>
            </a:r>
            <a:r>
              <a:rPr lang="en-US" altLang="ko-KR" sz="1600" spc="-201" dirty="0">
                <a:solidFill>
                  <a:srgbClr val="000000"/>
                </a:solidFill>
                <a:latin typeface="Batang"/>
                <a:cs typeface="Batang"/>
              </a:rPr>
              <a:t>(OSI,</a:t>
            </a:r>
            <a:r>
              <a:rPr lang="ko-KR" altLang="en-US" sz="1600" spc="-37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en-US" altLang="ko-KR" sz="1600" spc="-21" dirty="0">
                <a:solidFill>
                  <a:srgbClr val="000000"/>
                </a:solidFill>
                <a:latin typeface="Batang"/>
                <a:cs typeface="Batang"/>
              </a:rPr>
              <a:t>Open </a:t>
            </a:r>
            <a:r>
              <a:rPr lang="en-US" altLang="ko-KR" sz="1600" spc="-111" dirty="0">
                <a:solidFill>
                  <a:srgbClr val="000000"/>
                </a:solidFill>
                <a:latin typeface="Batang"/>
                <a:cs typeface="Batang"/>
              </a:rPr>
              <a:t>System</a:t>
            </a:r>
            <a:r>
              <a:rPr lang="ko-KR" altLang="en-US" sz="1600" spc="-323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en-US" altLang="ko-KR" sz="1600" spc="-132" dirty="0">
                <a:solidFill>
                  <a:srgbClr val="000000"/>
                </a:solidFill>
                <a:latin typeface="Batang"/>
                <a:cs typeface="Batang"/>
              </a:rPr>
              <a:t>Interconnection)</a:t>
            </a:r>
            <a:r>
              <a:rPr lang="ko-KR" altLang="en-US" sz="1600" spc="-132" dirty="0">
                <a:solidFill>
                  <a:srgbClr val="000000"/>
                </a:solidFill>
                <a:latin typeface="Batang"/>
                <a:cs typeface="Batang"/>
              </a:rPr>
              <a:t>이라</a:t>
            </a:r>
            <a:r>
              <a:rPr lang="ko-KR" altLang="en-US" sz="1600" spc="-2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97" dirty="0">
                <a:solidFill>
                  <a:srgbClr val="000000"/>
                </a:solidFill>
                <a:latin typeface="Batang"/>
                <a:cs typeface="Batang"/>
              </a:rPr>
              <a:t>불리는 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모델을</a:t>
            </a:r>
            <a:r>
              <a:rPr lang="ko-KR" altLang="en-US" sz="1600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07" dirty="0">
                <a:solidFill>
                  <a:srgbClr val="000000"/>
                </a:solidFill>
                <a:latin typeface="Batang"/>
                <a:cs typeface="Batang"/>
              </a:rPr>
              <a:t>만들었다</a:t>
            </a:r>
            <a:r>
              <a:rPr lang="en-US" altLang="ko-KR" sz="1600" spc="-307" dirty="0">
                <a:solidFill>
                  <a:srgbClr val="000000"/>
                </a:solidFill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  <a:p>
            <a:pPr marL="13434" marR="1072038">
              <a:lnSpc>
                <a:spcPct val="100000"/>
              </a:lnSpc>
            </a:pPr>
            <a:endParaRPr lang="en-US" altLang="ko-KR" sz="1600" dirty="0">
              <a:latin typeface="Batang"/>
              <a:cs typeface="Batang"/>
            </a:endParaRPr>
          </a:p>
          <a:p>
            <a:pPr marL="13434" marR="5374">
              <a:spcBef>
                <a:spcPts val="106"/>
              </a:spcBef>
            </a:pPr>
            <a:r>
              <a:rPr lang="en-US" altLang="ko-KR" sz="1600" spc="-106" dirty="0">
                <a:solidFill>
                  <a:srgbClr val="F57B1F"/>
                </a:solidFill>
                <a:latin typeface="Batang"/>
                <a:cs typeface="Batang"/>
              </a:rPr>
              <a:t>OSI</a:t>
            </a:r>
            <a:r>
              <a:rPr lang="ko-KR" altLang="en-US" sz="1600" spc="-31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en-US" altLang="ko-KR" sz="1600" spc="-264" dirty="0">
                <a:solidFill>
                  <a:srgbClr val="F57B1F"/>
                </a:solidFill>
                <a:latin typeface="Batang"/>
                <a:cs typeface="Batang"/>
              </a:rPr>
              <a:t>7</a:t>
            </a:r>
            <a:r>
              <a:rPr lang="ko-KR" altLang="en-US" sz="1600" spc="-264" dirty="0">
                <a:solidFill>
                  <a:srgbClr val="F57B1F"/>
                </a:solidFill>
                <a:latin typeface="Batang"/>
                <a:cs typeface="Batang"/>
              </a:rPr>
              <a:t>계층</a:t>
            </a:r>
            <a:r>
              <a:rPr lang="ko-KR" altLang="en-US" sz="1600" spc="-264" dirty="0">
                <a:latin typeface="Batang"/>
                <a:cs typeface="Batang"/>
              </a:rPr>
              <a:t>은</a:t>
            </a:r>
            <a:r>
              <a:rPr lang="ko-KR" altLang="en-US" sz="1600" spc="-312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전역적으로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호환가능한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49" dirty="0">
                <a:latin typeface="Batang"/>
                <a:cs typeface="Batang"/>
              </a:rPr>
              <a:t>네트워크 </a:t>
            </a:r>
            <a:r>
              <a:rPr lang="ko-KR" altLang="en-US" sz="1600" spc="-328" dirty="0">
                <a:latin typeface="Batang"/>
                <a:cs typeface="Batang"/>
              </a:rPr>
              <a:t>프로토콜 개발을 위한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지침을 </a:t>
            </a:r>
            <a:r>
              <a:rPr lang="ko-KR" altLang="en-US" sz="1600" spc="-37" dirty="0">
                <a:latin typeface="Batang"/>
                <a:cs typeface="Batang"/>
              </a:rPr>
              <a:t>제공한다</a:t>
            </a:r>
            <a:r>
              <a:rPr lang="en-US" altLang="ko-KR" sz="1600" spc="-37" dirty="0"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  <a:p>
            <a:pPr marL="13434" marR="824180">
              <a:spcBef>
                <a:spcPts val="2063"/>
              </a:spcBef>
            </a:pP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물리계층</a:t>
            </a:r>
            <a:r>
              <a:rPr lang="ko-KR" altLang="en-US" sz="1600" spc="-328" dirty="0">
                <a:latin typeface="Batang"/>
                <a:cs typeface="Batang"/>
              </a:rPr>
              <a:t>은 물리적인</a:t>
            </a:r>
            <a:r>
              <a:rPr lang="ko-KR" altLang="en-US" sz="1600" spc="-33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매체를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통해서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54" dirty="0">
                <a:latin typeface="Batang"/>
                <a:cs typeface="Batang"/>
              </a:rPr>
              <a:t>비트 </a:t>
            </a:r>
            <a:r>
              <a:rPr lang="ko-KR" altLang="en-US" sz="1600" spc="-328" dirty="0">
                <a:latin typeface="Batang"/>
                <a:cs typeface="Batang"/>
              </a:rPr>
              <a:t>스트림을 </a:t>
            </a:r>
            <a:r>
              <a:rPr lang="ko-KR" altLang="en-US" sz="1600" spc="-53" dirty="0">
                <a:latin typeface="Batang"/>
                <a:cs typeface="Batang"/>
              </a:rPr>
              <a:t>전송한다</a:t>
            </a:r>
            <a:r>
              <a:rPr lang="en-US" altLang="ko-KR" sz="1600" spc="-53" dirty="0">
                <a:latin typeface="Batang"/>
                <a:cs typeface="Batang"/>
              </a:rPr>
              <a:t>.</a:t>
            </a:r>
          </a:p>
          <a:p>
            <a:pPr marL="13434" marR="824180">
              <a:spcBef>
                <a:spcPts val="2063"/>
              </a:spcBef>
            </a:pPr>
            <a:endParaRPr lang="en-US" altLang="ko-KR" sz="1600" dirty="0">
              <a:latin typeface="Batang"/>
              <a:cs typeface="Batang"/>
            </a:endParaRPr>
          </a:p>
          <a:p>
            <a:pPr marL="13434" marR="1072038">
              <a:lnSpc>
                <a:spcPct val="100000"/>
              </a:lnSpc>
            </a:pPr>
            <a:r>
              <a:rPr lang="ko-KR" altLang="en-US" sz="1600" spc="-455" dirty="0">
                <a:solidFill>
                  <a:srgbClr val="F57B1F"/>
                </a:solidFill>
                <a:latin typeface="Batang"/>
                <a:cs typeface="Batang"/>
              </a:rPr>
              <a:t>데이터링크</a:t>
            </a:r>
            <a:r>
              <a:rPr lang="ko-KR" altLang="en-US" sz="1600" spc="-64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433" dirty="0">
                <a:solidFill>
                  <a:srgbClr val="F57B1F"/>
                </a:solidFill>
                <a:latin typeface="Batang"/>
                <a:cs typeface="Batang"/>
              </a:rPr>
              <a:t>계층</a:t>
            </a:r>
            <a:r>
              <a:rPr lang="ko-KR" altLang="en-US" sz="1600" spc="-433" dirty="0">
                <a:solidFill>
                  <a:srgbClr val="000000"/>
                </a:solidFill>
                <a:latin typeface="Batang"/>
                <a:cs typeface="Batang"/>
              </a:rPr>
              <a:t>은</a:t>
            </a:r>
            <a:r>
              <a:rPr lang="ko-KR" altLang="en-US" sz="1600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28" dirty="0">
                <a:solidFill>
                  <a:srgbClr val="000000"/>
                </a:solidFill>
                <a:latin typeface="Batang"/>
                <a:cs typeface="Batang"/>
              </a:rPr>
              <a:t>하나의</a:t>
            </a:r>
            <a:r>
              <a:rPr lang="ko-KR" altLang="en-US" sz="1600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50" dirty="0">
                <a:solidFill>
                  <a:srgbClr val="000000"/>
                </a:solidFill>
                <a:latin typeface="Batang"/>
                <a:cs typeface="Batang"/>
              </a:rPr>
              <a:t>노드에서</a:t>
            </a:r>
            <a:r>
              <a:rPr lang="ko-KR" altLang="en-US" sz="1600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512" dirty="0">
                <a:solidFill>
                  <a:srgbClr val="000000"/>
                </a:solidFill>
                <a:latin typeface="Batang"/>
                <a:cs typeface="Batang"/>
              </a:rPr>
              <a:t>다음 </a:t>
            </a:r>
            <a:r>
              <a:rPr lang="ko-KR" altLang="en-US" sz="1600" spc="-450" dirty="0">
                <a:solidFill>
                  <a:srgbClr val="000000"/>
                </a:solidFill>
                <a:latin typeface="Batang"/>
                <a:cs typeface="Batang"/>
              </a:rPr>
              <a:t>노드까지</a:t>
            </a:r>
            <a:r>
              <a:rPr lang="ko-KR" altLang="en-US" sz="1600" spc="-635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50" dirty="0">
                <a:solidFill>
                  <a:srgbClr val="000000"/>
                </a:solidFill>
                <a:latin typeface="Batang"/>
                <a:cs typeface="Batang"/>
              </a:rPr>
              <a:t>오류없이</a:t>
            </a:r>
            <a:r>
              <a:rPr lang="ko-KR" altLang="en-US" sz="1600" spc="-629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50" dirty="0">
                <a:solidFill>
                  <a:srgbClr val="000000"/>
                </a:solidFill>
                <a:latin typeface="Batang"/>
                <a:cs typeface="Batang"/>
              </a:rPr>
              <a:t>프레임을</a:t>
            </a:r>
            <a:r>
              <a:rPr lang="ko-KR" altLang="en-US" sz="1600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50" dirty="0">
                <a:solidFill>
                  <a:srgbClr val="000000"/>
                </a:solidFill>
                <a:latin typeface="Batang"/>
                <a:cs typeface="Batang"/>
              </a:rPr>
              <a:t>전달하는</a:t>
            </a:r>
            <a:r>
              <a:rPr lang="ko-KR" altLang="en-US" sz="1600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512" dirty="0">
                <a:solidFill>
                  <a:srgbClr val="000000"/>
                </a:solidFill>
                <a:latin typeface="Batang"/>
                <a:cs typeface="Batang"/>
              </a:rPr>
              <a:t>책임을 </a:t>
            </a:r>
            <a:r>
              <a:rPr lang="ko-KR" altLang="en-US" sz="1600" spc="-381" dirty="0">
                <a:solidFill>
                  <a:srgbClr val="000000"/>
                </a:solidFill>
                <a:latin typeface="Batang"/>
                <a:cs typeface="Batang"/>
              </a:rPr>
              <a:t>갖는다</a:t>
            </a:r>
            <a:r>
              <a:rPr lang="en-US" altLang="ko-KR" sz="1600" spc="-381" dirty="0">
                <a:solidFill>
                  <a:srgbClr val="000000"/>
                </a:solidFill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  <a:p>
            <a:pPr marL="13434" marR="1133163">
              <a:spcBef>
                <a:spcPts val="2190"/>
              </a:spcBef>
            </a:pPr>
            <a:endParaRPr lang="en-US" altLang="ko-KR" sz="1600" spc="-26" dirty="0">
              <a:latin typeface="Batang"/>
              <a:cs typeface="Batang"/>
            </a:endParaRPr>
          </a:p>
          <a:p>
            <a:pPr marL="13434" marR="5374">
              <a:spcBef>
                <a:spcPts val="106"/>
              </a:spcBef>
            </a:pP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네트워크 계층</a:t>
            </a:r>
            <a:r>
              <a:rPr lang="ko-KR" altLang="en-US" sz="1600" spc="-328" dirty="0">
                <a:latin typeface="Batang"/>
                <a:cs typeface="Batang"/>
              </a:rPr>
              <a:t>은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발신지에서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목적지까지</a:t>
            </a:r>
            <a:r>
              <a:rPr lang="ko-KR" altLang="en-US" sz="1600" spc="-333" dirty="0">
                <a:latin typeface="Batang"/>
                <a:cs typeface="Batang"/>
              </a:rPr>
              <a:t> </a:t>
            </a:r>
            <a:r>
              <a:rPr lang="ko-KR" altLang="en-US" sz="1600" spc="-354" dirty="0">
                <a:latin typeface="Batang"/>
                <a:cs typeface="Batang"/>
              </a:rPr>
              <a:t>패킷을 </a:t>
            </a:r>
            <a:r>
              <a:rPr lang="ko-KR" altLang="en-US" sz="1600" spc="-328" dirty="0">
                <a:latin typeface="Batang"/>
                <a:cs typeface="Batang"/>
              </a:rPr>
              <a:t>전달하는 책임을 </a:t>
            </a:r>
            <a:r>
              <a:rPr lang="ko-KR" altLang="en-US" sz="1600" spc="-21" dirty="0">
                <a:latin typeface="Batang"/>
                <a:cs typeface="Batang"/>
              </a:rPr>
              <a:t>갖는다</a:t>
            </a:r>
            <a:r>
              <a:rPr lang="en-US" altLang="ko-KR" sz="1600" spc="-21" dirty="0"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  <a:p>
            <a:pPr marL="13434" marR="1096218">
              <a:spcBef>
                <a:spcPts val="2190"/>
              </a:spcBef>
            </a:pP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전송</a:t>
            </a:r>
            <a:r>
              <a:rPr lang="ko-KR" altLang="en-US" sz="1600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계층</a:t>
            </a:r>
            <a:r>
              <a:rPr lang="ko-KR" altLang="en-US" sz="1600" spc="-328" dirty="0">
                <a:latin typeface="Batang"/>
                <a:cs typeface="Batang"/>
              </a:rPr>
              <a:t>은 발신지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38" dirty="0">
                <a:latin typeface="Batang"/>
                <a:cs typeface="Batang"/>
              </a:rPr>
              <a:t>프로세스로부터 </a:t>
            </a:r>
            <a:r>
              <a:rPr lang="ko-KR" altLang="en-US" sz="1600" spc="-328" dirty="0" err="1">
                <a:latin typeface="Batang"/>
                <a:cs typeface="Batang"/>
              </a:rPr>
              <a:t>수신지</a:t>
            </a:r>
            <a:r>
              <a:rPr lang="ko-KR" altLang="en-US" sz="1600" spc="-328" dirty="0">
                <a:latin typeface="Batang"/>
                <a:cs typeface="Batang"/>
              </a:rPr>
              <a:t> 프로세스까지 메시지를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49" dirty="0">
                <a:latin typeface="Batang"/>
                <a:cs typeface="Batang"/>
              </a:rPr>
              <a:t>전달하는 </a:t>
            </a:r>
            <a:r>
              <a:rPr lang="ko-KR" altLang="en-US" sz="1600" spc="-328" dirty="0">
                <a:latin typeface="Batang"/>
                <a:cs typeface="Batang"/>
              </a:rPr>
              <a:t>책임을 </a:t>
            </a:r>
            <a:r>
              <a:rPr lang="ko-KR" altLang="en-US" sz="1600" spc="-21" dirty="0">
                <a:latin typeface="Batang"/>
                <a:cs typeface="Batang"/>
              </a:rPr>
              <a:t>갖는다</a:t>
            </a:r>
            <a:r>
              <a:rPr lang="en-US" altLang="ko-KR" sz="1600" spc="-21" dirty="0">
                <a:latin typeface="Batang"/>
                <a:cs typeface="Batang"/>
              </a:rPr>
              <a:t>.</a:t>
            </a:r>
          </a:p>
          <a:p>
            <a:pPr marL="13434" marR="1072038">
              <a:lnSpc>
                <a:spcPct val="100000"/>
              </a:lnSpc>
            </a:pPr>
            <a:endParaRPr lang="en-US" altLang="ko-KR" sz="1600" dirty="0">
              <a:latin typeface="Batang"/>
              <a:cs typeface="Batang"/>
            </a:endParaRPr>
          </a:p>
          <a:p>
            <a:pPr marL="13434" marR="5374">
              <a:spcBef>
                <a:spcPts val="106"/>
              </a:spcBef>
            </a:pPr>
            <a:r>
              <a:rPr lang="en-US" altLang="ko-KR" sz="1600" spc="-212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lang="ko-KR" altLang="en-US" sz="1600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프로토콜의</a:t>
            </a:r>
            <a:r>
              <a:rPr lang="ko-KR" altLang="en-US" sz="1600" spc="-312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응용계층</a:t>
            </a:r>
            <a:r>
              <a:rPr lang="ko-KR" altLang="en-US" sz="1600" spc="-328" dirty="0">
                <a:latin typeface="Batang"/>
                <a:cs typeface="Batang"/>
              </a:rPr>
              <a:t>은</a:t>
            </a:r>
            <a:r>
              <a:rPr lang="ko-KR" altLang="en-US" sz="1600" spc="-307" dirty="0">
                <a:latin typeface="Batang"/>
                <a:cs typeface="Batang"/>
              </a:rPr>
              <a:t> </a:t>
            </a:r>
            <a:r>
              <a:rPr lang="en-US" altLang="ko-KR" sz="1600" spc="-222" dirty="0">
                <a:latin typeface="Batang"/>
                <a:cs typeface="Batang"/>
              </a:rPr>
              <a:t>OSI</a:t>
            </a:r>
            <a:r>
              <a:rPr lang="ko-KR" altLang="en-US" sz="1600" spc="-222" dirty="0">
                <a:latin typeface="Batang"/>
                <a:cs typeface="Batang"/>
              </a:rPr>
              <a:t>모델의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153" dirty="0">
                <a:latin typeface="Batang"/>
                <a:cs typeface="Batang"/>
              </a:rPr>
              <a:t>세션</a:t>
            </a:r>
            <a:r>
              <a:rPr lang="en-US" altLang="ko-KR" sz="1600" spc="-153" dirty="0">
                <a:latin typeface="Batang"/>
                <a:cs typeface="Batang"/>
              </a:rPr>
              <a:t>, </a:t>
            </a:r>
            <a:r>
              <a:rPr lang="ko-KR" altLang="en-US" sz="1600" spc="-216" dirty="0">
                <a:latin typeface="Batang"/>
                <a:cs typeface="Batang"/>
              </a:rPr>
              <a:t>표현</a:t>
            </a:r>
            <a:r>
              <a:rPr lang="en-US" altLang="ko-KR" sz="1600" spc="-216" dirty="0">
                <a:latin typeface="Batang"/>
                <a:cs typeface="Batang"/>
              </a:rPr>
              <a:t>,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응용계층을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합한 것과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26" dirty="0">
                <a:latin typeface="Batang"/>
                <a:cs typeface="Batang"/>
              </a:rPr>
              <a:t>같다</a:t>
            </a:r>
            <a:r>
              <a:rPr lang="en-US" altLang="ko-KR" sz="1600" spc="-26" dirty="0"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  <a:p>
            <a:pPr marL="13434" marR="1133163">
              <a:spcBef>
                <a:spcPts val="2190"/>
              </a:spcBef>
            </a:pPr>
            <a:r>
              <a:rPr lang="en-US" altLang="ko-KR" sz="1600" spc="-212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 프로토콜을</a:t>
            </a:r>
            <a:r>
              <a:rPr lang="ko-KR" altLang="en-US" sz="1600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28" dirty="0">
                <a:solidFill>
                  <a:srgbClr val="F57B1F"/>
                </a:solidFill>
                <a:latin typeface="Batang"/>
                <a:cs typeface="Batang"/>
              </a:rPr>
              <a:t>사용하는</a:t>
            </a:r>
            <a:r>
              <a:rPr lang="ko-KR" altLang="en-US" sz="1600" spc="-312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38" dirty="0">
                <a:solidFill>
                  <a:srgbClr val="F57B1F"/>
                </a:solidFill>
                <a:latin typeface="Batang"/>
                <a:cs typeface="Batang"/>
              </a:rPr>
              <a:t>인터넷</a:t>
            </a:r>
            <a:r>
              <a:rPr lang="ko-KR" altLang="en-US" sz="1600" spc="-338" dirty="0">
                <a:latin typeface="Batang"/>
                <a:cs typeface="Batang"/>
              </a:rPr>
              <a:t>에는 </a:t>
            </a:r>
            <a:r>
              <a:rPr lang="ko-KR" altLang="en-US" sz="1600" spc="-264" dirty="0">
                <a:latin typeface="Batang"/>
                <a:cs typeface="Batang"/>
              </a:rPr>
              <a:t>물리주소</a:t>
            </a:r>
            <a:r>
              <a:rPr lang="en-US" altLang="ko-KR" sz="1600" spc="-264" dirty="0">
                <a:latin typeface="Batang"/>
                <a:cs typeface="Batang"/>
              </a:rPr>
              <a:t>,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264" dirty="0">
                <a:latin typeface="Batang"/>
                <a:cs typeface="Batang"/>
              </a:rPr>
              <a:t>논리주소</a:t>
            </a:r>
            <a:r>
              <a:rPr lang="en-US" altLang="ko-KR" sz="1600" spc="-264" dirty="0">
                <a:latin typeface="Batang"/>
                <a:cs typeface="Batang"/>
              </a:rPr>
              <a:t>,</a:t>
            </a:r>
            <a:r>
              <a:rPr lang="ko-KR" altLang="en-US" sz="1600" spc="-312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포트</a:t>
            </a:r>
            <a:r>
              <a:rPr lang="ko-KR" altLang="en-US" sz="1600" spc="-317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주소</a:t>
            </a:r>
            <a:r>
              <a:rPr lang="ko-KR" altLang="en-US" sz="1600" spc="-312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및</a:t>
            </a:r>
            <a:r>
              <a:rPr lang="ko-KR" altLang="en-US" sz="1600" spc="-312" dirty="0">
                <a:latin typeface="Batang"/>
                <a:cs typeface="Batang"/>
              </a:rPr>
              <a:t> </a:t>
            </a:r>
            <a:r>
              <a:rPr lang="ko-KR" altLang="en-US" sz="1600" spc="-354" dirty="0">
                <a:latin typeface="Batang"/>
                <a:cs typeface="Batang"/>
              </a:rPr>
              <a:t>별정 </a:t>
            </a:r>
            <a:r>
              <a:rPr lang="ko-KR" altLang="en-US" sz="1600" spc="-328" dirty="0">
                <a:latin typeface="Batang"/>
                <a:cs typeface="Batang"/>
              </a:rPr>
              <a:t>주소의</a:t>
            </a:r>
            <a:r>
              <a:rPr lang="ko-KR" altLang="en-US" sz="1600" spc="-33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네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가지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328" dirty="0">
                <a:latin typeface="Batang"/>
                <a:cs typeface="Batang"/>
              </a:rPr>
              <a:t>주소가</a:t>
            </a:r>
            <a:r>
              <a:rPr lang="ko-KR" altLang="en-US" sz="1600" spc="-323" dirty="0">
                <a:latin typeface="Batang"/>
                <a:cs typeface="Batang"/>
              </a:rPr>
              <a:t> </a:t>
            </a:r>
            <a:r>
              <a:rPr lang="ko-KR" altLang="en-US" sz="1600" spc="-26" dirty="0">
                <a:latin typeface="Batang"/>
                <a:cs typeface="Batang"/>
              </a:rPr>
              <a:t>있다</a:t>
            </a:r>
            <a:r>
              <a:rPr lang="en-US" altLang="ko-KR" sz="1600" spc="-26" dirty="0">
                <a:latin typeface="Batang"/>
                <a:cs typeface="Batang"/>
              </a:rPr>
              <a:t>.</a:t>
            </a:r>
          </a:p>
          <a:p>
            <a:pPr marL="13434" marR="1072038">
              <a:lnSpc>
                <a:spcPct val="100000"/>
              </a:lnSpc>
            </a:pPr>
            <a:endParaRPr lang="en-US" altLang="ko-KR" sz="1600" spc="-26" dirty="0">
              <a:solidFill>
                <a:srgbClr val="F57B1F"/>
              </a:solidFill>
              <a:latin typeface="Batang"/>
              <a:cs typeface="Batang"/>
            </a:endParaRPr>
          </a:p>
          <a:p>
            <a:pPr marL="13434" marR="1072038">
              <a:lnSpc>
                <a:spcPct val="100000"/>
              </a:lnSpc>
            </a:pPr>
            <a:r>
              <a:rPr lang="en-US" altLang="ko-KR" sz="1600" spc="-249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lang="ko-KR" altLang="en-US" sz="1600" spc="-39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60" dirty="0">
                <a:solidFill>
                  <a:srgbClr val="F57B1F"/>
                </a:solidFill>
                <a:latin typeface="Batang"/>
                <a:cs typeface="Batang"/>
              </a:rPr>
              <a:t>프로토콜</a:t>
            </a:r>
            <a:r>
              <a:rPr lang="ko-KR" altLang="en-US" sz="1600" spc="-39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lang="ko-KR" altLang="en-US" sz="1600" spc="-354" dirty="0">
                <a:solidFill>
                  <a:srgbClr val="F57B1F"/>
                </a:solidFill>
                <a:latin typeface="Batang"/>
                <a:cs typeface="Batang"/>
              </a:rPr>
              <a:t>그룹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은</a:t>
            </a:r>
            <a:r>
              <a:rPr lang="ko-KR" altLang="en-US" sz="1600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en-US" altLang="ko-KR" sz="1600" spc="-143" dirty="0">
                <a:solidFill>
                  <a:srgbClr val="000000"/>
                </a:solidFill>
                <a:latin typeface="Batang"/>
                <a:cs typeface="Batang"/>
              </a:rPr>
              <a:t>OSI</a:t>
            </a:r>
            <a:r>
              <a:rPr lang="ko-KR" altLang="en-US" sz="1600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49" dirty="0">
                <a:solidFill>
                  <a:srgbClr val="000000"/>
                </a:solidFill>
                <a:latin typeface="Batang"/>
                <a:cs typeface="Batang"/>
              </a:rPr>
              <a:t>모델</a:t>
            </a:r>
            <a:r>
              <a:rPr lang="ko-KR" altLang="en-US" sz="1600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97" dirty="0">
                <a:solidFill>
                  <a:srgbClr val="000000"/>
                </a:solidFill>
                <a:latin typeface="Batang"/>
                <a:cs typeface="Batang"/>
              </a:rPr>
              <a:t>이전에 </a:t>
            </a:r>
            <a:r>
              <a:rPr lang="ko-KR" altLang="en-US" sz="1600" spc="-360" dirty="0">
                <a:solidFill>
                  <a:srgbClr val="000000"/>
                </a:solidFill>
                <a:latin typeface="Batang"/>
                <a:cs typeface="Batang"/>
              </a:rPr>
              <a:t>개발된</a:t>
            </a:r>
            <a:r>
              <a:rPr lang="ko-KR" altLang="en-US" sz="1600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65" dirty="0">
                <a:solidFill>
                  <a:srgbClr val="000000"/>
                </a:solidFill>
                <a:latin typeface="Batang"/>
                <a:cs typeface="Batang"/>
              </a:rPr>
              <a:t>프로토콜</a:t>
            </a:r>
            <a:r>
              <a:rPr lang="ko-KR" altLang="en-US" sz="1600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17" dirty="0">
                <a:solidFill>
                  <a:srgbClr val="000000"/>
                </a:solidFill>
                <a:latin typeface="Batang"/>
                <a:cs typeface="Batang"/>
              </a:rPr>
              <a:t>그룹이다</a:t>
            </a:r>
            <a:r>
              <a:rPr lang="en-US" altLang="ko-KR" sz="1600" spc="-317" dirty="0">
                <a:solidFill>
                  <a:srgbClr val="000000"/>
                </a:solidFill>
                <a:latin typeface="Batang"/>
                <a:cs typeface="Batang"/>
              </a:rPr>
              <a:t>.</a:t>
            </a:r>
          </a:p>
          <a:p>
            <a:pPr marL="13434" marR="1096218">
              <a:spcBef>
                <a:spcPts val="2190"/>
              </a:spcBef>
            </a:pPr>
            <a:r>
              <a:rPr lang="en-US" altLang="ko-KR" sz="1600" spc="-286" dirty="0">
                <a:solidFill>
                  <a:srgbClr val="000000"/>
                </a:solidFill>
                <a:latin typeface="Batang"/>
                <a:cs typeface="Batang"/>
              </a:rPr>
              <a:t>1</a:t>
            </a:r>
            <a:r>
              <a:rPr lang="ko-KR" altLang="en-US" sz="1600" spc="-286" dirty="0">
                <a:solidFill>
                  <a:srgbClr val="000000"/>
                </a:solidFill>
                <a:latin typeface="Batang"/>
                <a:cs typeface="Batang"/>
              </a:rPr>
              <a:t>계층과</a:t>
            </a:r>
            <a:r>
              <a:rPr lang="ko-KR" altLang="en-US" sz="160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en-US" altLang="ko-KR" sz="1600" spc="-286" dirty="0">
                <a:solidFill>
                  <a:srgbClr val="000000"/>
                </a:solidFill>
                <a:latin typeface="Batang"/>
                <a:cs typeface="Batang"/>
              </a:rPr>
              <a:t>2</a:t>
            </a:r>
            <a:r>
              <a:rPr lang="ko-KR" altLang="en-US" sz="1600" spc="-286" dirty="0">
                <a:solidFill>
                  <a:srgbClr val="000000"/>
                </a:solidFill>
                <a:latin typeface="Batang"/>
                <a:cs typeface="Batang"/>
              </a:rPr>
              <a:t>계층은</a:t>
            </a:r>
            <a:r>
              <a:rPr lang="ko-KR" altLang="en-US" sz="160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275" dirty="0">
                <a:solidFill>
                  <a:srgbClr val="000000"/>
                </a:solidFill>
                <a:latin typeface="Batang"/>
                <a:cs typeface="Batang"/>
              </a:rPr>
              <a:t>홉</a:t>
            </a:r>
            <a:r>
              <a:rPr lang="en-US" altLang="ko-KR" sz="1600" spc="-275" dirty="0">
                <a:solidFill>
                  <a:srgbClr val="000000"/>
                </a:solidFill>
                <a:latin typeface="Batang"/>
                <a:cs typeface="Batang"/>
              </a:rPr>
              <a:t>-</a:t>
            </a:r>
            <a:r>
              <a:rPr lang="ko-KR" altLang="en-US" sz="1600" spc="-275" dirty="0">
                <a:solidFill>
                  <a:srgbClr val="000000"/>
                </a:solidFill>
                <a:latin typeface="Batang"/>
                <a:cs typeface="Batang"/>
              </a:rPr>
              <a:t>대</a:t>
            </a:r>
            <a:r>
              <a:rPr lang="en-US" altLang="ko-KR" sz="1600" spc="-275" dirty="0">
                <a:solidFill>
                  <a:srgbClr val="000000"/>
                </a:solidFill>
                <a:latin typeface="Batang"/>
                <a:cs typeface="Batang"/>
              </a:rPr>
              <a:t>-</a:t>
            </a:r>
            <a:r>
              <a:rPr lang="ko-KR" altLang="en-US" sz="1600" spc="-328" dirty="0">
                <a:solidFill>
                  <a:srgbClr val="000000"/>
                </a:solidFill>
                <a:latin typeface="Batang"/>
                <a:cs typeface="Batang"/>
              </a:rPr>
              <a:t>홉</a:t>
            </a:r>
            <a:r>
              <a:rPr lang="ko-KR" altLang="en-US" sz="160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49" dirty="0">
                <a:solidFill>
                  <a:srgbClr val="000000"/>
                </a:solidFill>
                <a:latin typeface="Batang"/>
                <a:cs typeface="Batang"/>
              </a:rPr>
              <a:t>전달</a:t>
            </a:r>
            <a:r>
              <a:rPr lang="ko-KR" altLang="en-US" sz="1600" spc="-39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방식을</a:t>
            </a:r>
            <a:r>
              <a:rPr lang="ko-KR" altLang="en-US" sz="160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296" dirty="0">
                <a:solidFill>
                  <a:srgbClr val="000000"/>
                </a:solidFill>
                <a:latin typeface="Batang"/>
                <a:cs typeface="Batang"/>
              </a:rPr>
              <a:t>취하며</a:t>
            </a:r>
            <a:r>
              <a:rPr lang="en-US" altLang="ko-KR" sz="1600" spc="-296" dirty="0">
                <a:solidFill>
                  <a:srgbClr val="000000"/>
                </a:solidFill>
                <a:latin typeface="Batang"/>
                <a:cs typeface="Batang"/>
              </a:rPr>
              <a:t>,    </a:t>
            </a:r>
            <a:r>
              <a:rPr lang="en-US" altLang="ko-KR" sz="1600" spc="-269" dirty="0">
                <a:solidFill>
                  <a:srgbClr val="000000"/>
                </a:solidFill>
                <a:latin typeface="Batang"/>
                <a:cs typeface="Batang"/>
              </a:rPr>
              <a:t> 3</a:t>
            </a:r>
            <a:r>
              <a:rPr lang="ko-KR" altLang="en-US" sz="1600" spc="-269" dirty="0">
                <a:solidFill>
                  <a:srgbClr val="000000"/>
                </a:solidFill>
                <a:latin typeface="Batang"/>
                <a:cs typeface="Batang"/>
              </a:rPr>
              <a:t>계층</a:t>
            </a:r>
            <a:r>
              <a:rPr lang="ko-KR" altLang="en-US" sz="1600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60" dirty="0">
                <a:solidFill>
                  <a:srgbClr val="000000"/>
                </a:solidFill>
                <a:latin typeface="Batang"/>
                <a:cs typeface="Batang"/>
              </a:rPr>
              <a:t>이상은</a:t>
            </a:r>
            <a:r>
              <a:rPr lang="ko-KR" altLang="en-US" sz="1600" spc="-39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12" dirty="0">
                <a:solidFill>
                  <a:srgbClr val="000000"/>
                </a:solidFill>
                <a:latin typeface="Batang"/>
                <a:cs typeface="Batang"/>
              </a:rPr>
              <a:t>종단</a:t>
            </a:r>
            <a:r>
              <a:rPr lang="en-US" altLang="ko-KR" sz="1600" spc="-312" dirty="0">
                <a:solidFill>
                  <a:srgbClr val="000000"/>
                </a:solidFill>
                <a:latin typeface="Batang"/>
                <a:cs typeface="Batang"/>
              </a:rPr>
              <a:t>-</a:t>
            </a:r>
            <a:r>
              <a:rPr lang="ko-KR" altLang="en-US" sz="1600" spc="-280" dirty="0">
                <a:solidFill>
                  <a:srgbClr val="000000"/>
                </a:solidFill>
                <a:latin typeface="Batang"/>
                <a:cs typeface="Batang"/>
              </a:rPr>
              <a:t>대</a:t>
            </a:r>
            <a:r>
              <a:rPr lang="en-US" altLang="ko-KR" sz="1600" spc="-280" dirty="0">
                <a:solidFill>
                  <a:srgbClr val="000000"/>
                </a:solidFill>
                <a:latin typeface="Batang"/>
                <a:cs typeface="Batang"/>
              </a:rPr>
              <a:t>-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종단</a:t>
            </a:r>
            <a:r>
              <a:rPr lang="ko-KR" altLang="en-US" sz="1600" spc="-38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354" dirty="0">
                <a:solidFill>
                  <a:srgbClr val="000000"/>
                </a:solidFill>
                <a:latin typeface="Batang"/>
                <a:cs typeface="Batang"/>
              </a:rPr>
              <a:t>전달</a:t>
            </a:r>
            <a:r>
              <a:rPr lang="ko-KR" altLang="en-US" sz="1600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lang="ko-KR" altLang="en-US" sz="1600" spc="-402" dirty="0">
                <a:solidFill>
                  <a:srgbClr val="000000"/>
                </a:solidFill>
                <a:latin typeface="Batang"/>
                <a:cs typeface="Batang"/>
              </a:rPr>
              <a:t>방식을 </a:t>
            </a:r>
            <a:r>
              <a:rPr lang="ko-KR" altLang="en-US" sz="1600" spc="-296" dirty="0">
                <a:solidFill>
                  <a:srgbClr val="000000"/>
                </a:solidFill>
                <a:latin typeface="Batang"/>
                <a:cs typeface="Batang"/>
              </a:rPr>
              <a:t>갖는다</a:t>
            </a:r>
            <a:r>
              <a:rPr lang="en-US" altLang="ko-KR" sz="1600" spc="-296" dirty="0">
                <a:solidFill>
                  <a:srgbClr val="000000"/>
                </a:solidFill>
                <a:latin typeface="Batang"/>
                <a:cs typeface="Batang"/>
              </a:rPr>
              <a:t>.</a:t>
            </a:r>
            <a:endParaRPr lang="ko-KR" altLang="en-US" sz="1600" dirty="0">
              <a:latin typeface="Batang"/>
              <a:cs typeface="Batang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40104FC7-EC9B-4228-8533-38ED7C9BAABA}"/>
              </a:ext>
            </a:extLst>
          </p:cNvPr>
          <p:cNvGrpSpPr/>
          <p:nvPr/>
        </p:nvGrpSpPr>
        <p:grpSpPr>
          <a:xfrm>
            <a:off x="110397" y="40570"/>
            <a:ext cx="2175617" cy="908130"/>
            <a:chOff x="100838" y="38353"/>
            <a:chExt cx="2056764" cy="858519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89C8CC0-13C9-4A03-A614-314504198B00}"/>
                </a:ext>
              </a:extLst>
            </p:cNvPr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CB0088F8-4E3E-42E6-B840-998FC78712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E81BDCC2-FC8F-48F6-AA97-D3B300FFA8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42614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80727" y="2319226"/>
            <a:ext cx="1009557" cy="1579154"/>
          </a:xfrm>
          <a:custGeom>
            <a:avLst/>
            <a:gdLst/>
            <a:ahLst/>
            <a:cxnLst/>
            <a:rect l="l" t="t" r="r" b="b"/>
            <a:pathLst>
              <a:path w="954404" h="1492885">
                <a:moveTo>
                  <a:pt x="0" y="0"/>
                </a:moveTo>
                <a:lnTo>
                  <a:pt x="32834" y="35555"/>
                </a:lnTo>
                <a:lnTo>
                  <a:pt x="65250" y="71347"/>
                </a:lnTo>
                <a:lnTo>
                  <a:pt x="97248" y="107374"/>
                </a:lnTo>
                <a:lnTo>
                  <a:pt x="128826" y="143632"/>
                </a:lnTo>
                <a:lnTo>
                  <a:pt x="159987" y="180119"/>
                </a:lnTo>
                <a:lnTo>
                  <a:pt x="190728" y="216830"/>
                </a:lnTo>
                <a:lnTo>
                  <a:pt x="221052" y="253764"/>
                </a:lnTo>
                <a:lnTo>
                  <a:pt x="250957" y="290917"/>
                </a:lnTo>
                <a:lnTo>
                  <a:pt x="280444" y="328286"/>
                </a:lnTo>
                <a:lnTo>
                  <a:pt x="309514" y="365869"/>
                </a:lnTo>
                <a:lnTo>
                  <a:pt x="338165" y="403661"/>
                </a:lnTo>
                <a:lnTo>
                  <a:pt x="366399" y="441660"/>
                </a:lnTo>
                <a:lnTo>
                  <a:pt x="394215" y="479863"/>
                </a:lnTo>
                <a:lnTo>
                  <a:pt x="421613" y="518267"/>
                </a:lnTo>
                <a:lnTo>
                  <a:pt x="448594" y="556868"/>
                </a:lnTo>
                <a:lnTo>
                  <a:pt x="475157" y="595664"/>
                </a:lnTo>
                <a:lnTo>
                  <a:pt x="501304" y="634652"/>
                </a:lnTo>
                <a:lnTo>
                  <a:pt x="527033" y="673829"/>
                </a:lnTo>
                <a:lnTo>
                  <a:pt x="552345" y="713191"/>
                </a:lnTo>
                <a:lnTo>
                  <a:pt x="577240" y="752736"/>
                </a:lnTo>
                <a:lnTo>
                  <a:pt x="601719" y="792460"/>
                </a:lnTo>
                <a:lnTo>
                  <a:pt x="625780" y="832360"/>
                </a:lnTo>
                <a:lnTo>
                  <a:pt x="649426" y="872434"/>
                </a:lnTo>
                <a:lnTo>
                  <a:pt x="672654" y="912679"/>
                </a:lnTo>
                <a:lnTo>
                  <a:pt x="695466" y="953090"/>
                </a:lnTo>
                <a:lnTo>
                  <a:pt x="717862" y="993666"/>
                </a:lnTo>
                <a:lnTo>
                  <a:pt x="739842" y="1034403"/>
                </a:lnTo>
                <a:lnTo>
                  <a:pt x="761406" y="1075297"/>
                </a:lnTo>
                <a:lnTo>
                  <a:pt x="782554" y="1116347"/>
                </a:lnTo>
                <a:lnTo>
                  <a:pt x="803286" y="1157549"/>
                </a:lnTo>
                <a:lnTo>
                  <a:pt x="823602" y="1198900"/>
                </a:lnTo>
                <a:lnTo>
                  <a:pt x="843502" y="1240397"/>
                </a:lnTo>
                <a:lnTo>
                  <a:pt x="862987" y="1282037"/>
                </a:lnTo>
                <a:lnTo>
                  <a:pt x="882057" y="1323816"/>
                </a:lnTo>
                <a:lnTo>
                  <a:pt x="900711" y="1365733"/>
                </a:lnTo>
                <a:lnTo>
                  <a:pt x="918950" y="1407783"/>
                </a:lnTo>
                <a:lnTo>
                  <a:pt x="936774" y="1449963"/>
                </a:lnTo>
                <a:lnTo>
                  <a:pt x="954277" y="1492271"/>
                </a:lnTo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 sz="1904"/>
          </a:p>
        </p:txBody>
      </p:sp>
      <p:grpSp>
        <p:nvGrpSpPr>
          <p:cNvPr id="5" name="object 5"/>
          <p:cNvGrpSpPr/>
          <p:nvPr/>
        </p:nvGrpSpPr>
        <p:grpSpPr>
          <a:xfrm>
            <a:off x="110397" y="40570"/>
            <a:ext cx="2175617" cy="908130"/>
            <a:chOff x="100838" y="38353"/>
            <a:chExt cx="2056764" cy="858519"/>
          </a:xfrm>
        </p:grpSpPr>
        <p:sp>
          <p:nvSpPr>
            <p:cNvPr id="6" name="object 6"/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375082" y="594046"/>
            <a:ext cx="2283089" cy="606540"/>
            <a:chOff x="2241804" y="561593"/>
            <a:chExt cx="2158365" cy="573405"/>
          </a:xfrm>
        </p:grpSpPr>
        <p:sp>
          <p:nvSpPr>
            <p:cNvPr id="10" name="object 10"/>
            <p:cNvSpPr/>
            <p:nvPr/>
          </p:nvSpPr>
          <p:spPr>
            <a:xfrm>
              <a:off x="2358009" y="612266"/>
              <a:ext cx="2037080" cy="517525"/>
            </a:xfrm>
            <a:custGeom>
              <a:avLst/>
              <a:gdLst/>
              <a:ahLst/>
              <a:cxnLst/>
              <a:rect l="l" t="t" r="r" b="b"/>
              <a:pathLst>
                <a:path w="2037079" h="517525">
                  <a:moveTo>
                    <a:pt x="2036826" y="517525"/>
                  </a:moveTo>
                  <a:lnTo>
                    <a:pt x="1492758" y="0"/>
                  </a:lnTo>
                </a:path>
                <a:path w="2037079" h="517525">
                  <a:moveTo>
                    <a:pt x="1485645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F1F1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804" y="561593"/>
              <a:ext cx="134112" cy="13411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8452" y="3686527"/>
            <a:ext cx="9934937" cy="21190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 marR="5374">
              <a:spcBef>
                <a:spcPts val="106"/>
              </a:spcBef>
            </a:pP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네트워크 계층</a:t>
            </a:r>
            <a:r>
              <a:rPr sz="2962" spc="-328" dirty="0">
                <a:latin typeface="Batang"/>
                <a:cs typeface="Batang"/>
              </a:rPr>
              <a:t>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발신지에서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목적지까지</a:t>
            </a:r>
            <a:r>
              <a:rPr sz="2962" spc="-333" dirty="0">
                <a:latin typeface="Batang"/>
                <a:cs typeface="Batang"/>
              </a:rPr>
              <a:t> </a:t>
            </a:r>
            <a:r>
              <a:rPr sz="2962" spc="-354" dirty="0">
                <a:latin typeface="Batang"/>
                <a:cs typeface="Batang"/>
              </a:rPr>
              <a:t>패킷을 </a:t>
            </a:r>
            <a:r>
              <a:rPr sz="2962" spc="-328" dirty="0">
                <a:latin typeface="Batang"/>
                <a:cs typeface="Batang"/>
              </a:rPr>
              <a:t>전달하는 책임을 </a:t>
            </a:r>
            <a:r>
              <a:rPr sz="2962" spc="-21" dirty="0">
                <a:latin typeface="Batang"/>
                <a:cs typeface="Batang"/>
              </a:rPr>
              <a:t>갖는다.</a:t>
            </a:r>
            <a:endParaRPr sz="2962" dirty="0">
              <a:latin typeface="Batang"/>
              <a:cs typeface="Batang"/>
            </a:endParaRPr>
          </a:p>
          <a:p>
            <a:pPr marL="13434" marR="1096218">
              <a:spcBef>
                <a:spcPts val="2190"/>
              </a:spcBef>
            </a:pP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전송</a:t>
            </a:r>
            <a:r>
              <a:rPr sz="2962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계층</a:t>
            </a:r>
            <a:r>
              <a:rPr sz="2962" spc="-328" dirty="0">
                <a:latin typeface="Batang"/>
                <a:cs typeface="Batang"/>
              </a:rPr>
              <a:t>은 발신지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38" dirty="0">
                <a:latin typeface="Batang"/>
                <a:cs typeface="Batang"/>
              </a:rPr>
              <a:t>프로세스로부터 </a:t>
            </a:r>
            <a:r>
              <a:rPr sz="2962" spc="-328" dirty="0">
                <a:latin typeface="Batang"/>
                <a:cs typeface="Batang"/>
              </a:rPr>
              <a:t>수신지 프로세스까지 메시지를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49" dirty="0">
                <a:latin typeface="Batang"/>
                <a:cs typeface="Batang"/>
              </a:rPr>
              <a:t>전달하는 </a:t>
            </a:r>
            <a:r>
              <a:rPr sz="2962" spc="-328" dirty="0">
                <a:latin typeface="Batang"/>
                <a:cs typeface="Batang"/>
              </a:rPr>
              <a:t>책임을 </a:t>
            </a:r>
            <a:r>
              <a:rPr sz="2962" spc="-21" dirty="0">
                <a:latin typeface="Batang"/>
                <a:cs typeface="Batang"/>
              </a:rPr>
              <a:t>갖는다.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3734352"/>
            <a:ext cx="378836" cy="37883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4915191"/>
            <a:ext cx="378836" cy="378030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621798" y="2079267"/>
            <a:ext cx="9290831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11419">
              <a:lnSpc>
                <a:spcPct val="100000"/>
              </a:lnSpc>
              <a:spcBef>
                <a:spcPts val="106"/>
              </a:spcBef>
            </a:pPr>
            <a:r>
              <a:rPr sz="2962" spc="-455" dirty="0">
                <a:solidFill>
                  <a:srgbClr val="F57B1F"/>
                </a:solidFill>
                <a:latin typeface="Batang"/>
                <a:cs typeface="Batang"/>
              </a:rPr>
              <a:t>데이터링크</a:t>
            </a:r>
            <a:r>
              <a:rPr sz="2962" spc="-645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433" dirty="0">
                <a:solidFill>
                  <a:srgbClr val="F57B1F"/>
                </a:solidFill>
                <a:latin typeface="Batang"/>
                <a:cs typeface="Batang"/>
              </a:rPr>
              <a:t>계층</a:t>
            </a:r>
            <a:r>
              <a:rPr sz="2962" spc="-433" dirty="0">
                <a:solidFill>
                  <a:srgbClr val="000000"/>
                </a:solidFill>
                <a:latin typeface="Batang"/>
                <a:cs typeface="Batang"/>
              </a:rPr>
              <a:t>은</a:t>
            </a:r>
            <a:r>
              <a:rPr sz="2962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428" dirty="0">
                <a:solidFill>
                  <a:srgbClr val="000000"/>
                </a:solidFill>
                <a:latin typeface="Batang"/>
                <a:cs typeface="Batang"/>
              </a:rPr>
              <a:t>하나의</a:t>
            </a:r>
            <a:r>
              <a:rPr sz="2962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450" dirty="0">
                <a:solidFill>
                  <a:srgbClr val="000000"/>
                </a:solidFill>
                <a:latin typeface="Batang"/>
                <a:cs typeface="Batang"/>
              </a:rPr>
              <a:t>노드에서</a:t>
            </a:r>
            <a:r>
              <a:rPr sz="2962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512" dirty="0">
                <a:solidFill>
                  <a:srgbClr val="000000"/>
                </a:solidFill>
                <a:latin typeface="Batang"/>
                <a:cs typeface="Batang"/>
              </a:rPr>
              <a:t>다음 </a:t>
            </a:r>
            <a:r>
              <a:rPr sz="2962" spc="-450" dirty="0">
                <a:solidFill>
                  <a:srgbClr val="000000"/>
                </a:solidFill>
                <a:latin typeface="Batang"/>
                <a:cs typeface="Batang"/>
              </a:rPr>
              <a:t>노드까지</a:t>
            </a:r>
            <a:r>
              <a:rPr sz="2962" spc="-635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450" dirty="0">
                <a:solidFill>
                  <a:srgbClr val="000000"/>
                </a:solidFill>
                <a:latin typeface="Batang"/>
                <a:cs typeface="Batang"/>
              </a:rPr>
              <a:t>오류없이</a:t>
            </a:r>
            <a:r>
              <a:rPr sz="2962" spc="-629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450" dirty="0">
                <a:solidFill>
                  <a:srgbClr val="000000"/>
                </a:solidFill>
                <a:latin typeface="Batang"/>
                <a:cs typeface="Batang"/>
              </a:rPr>
              <a:t>프레임을</a:t>
            </a:r>
            <a:r>
              <a:rPr sz="2962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450" dirty="0">
                <a:solidFill>
                  <a:srgbClr val="000000"/>
                </a:solidFill>
                <a:latin typeface="Batang"/>
                <a:cs typeface="Batang"/>
              </a:rPr>
              <a:t>전달하는</a:t>
            </a:r>
            <a:r>
              <a:rPr sz="2962" spc="-640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512" dirty="0">
                <a:solidFill>
                  <a:srgbClr val="000000"/>
                </a:solidFill>
                <a:latin typeface="Batang"/>
                <a:cs typeface="Batang"/>
              </a:rPr>
              <a:t>책임을 </a:t>
            </a:r>
            <a:r>
              <a:rPr sz="2962" spc="-381" dirty="0">
                <a:solidFill>
                  <a:srgbClr val="000000"/>
                </a:solidFill>
                <a:latin typeface="Batang"/>
                <a:cs typeface="Batang"/>
              </a:rPr>
              <a:t>갖는다.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306" y="2096492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10397" y="40570"/>
            <a:ext cx="2175617" cy="908130"/>
            <a:chOff x="100838" y="38353"/>
            <a:chExt cx="2056764" cy="858519"/>
          </a:xfrm>
        </p:grpSpPr>
        <p:sp>
          <p:nvSpPr>
            <p:cNvPr id="6" name="object 6"/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8451" y="3415700"/>
            <a:ext cx="9434605" cy="2119013"/>
          </a:xfrm>
          <a:prstGeom prst="rect">
            <a:avLst/>
          </a:prstGeom>
        </p:spPr>
        <p:txBody>
          <a:bodyPr vert="horz" wrap="square" lIns="0" tIns="13434" rIns="0" bIns="0" rtlCol="0">
            <a:spAutoFit/>
          </a:bodyPr>
          <a:lstStyle/>
          <a:p>
            <a:pPr marL="13434" marR="5374">
              <a:spcBef>
                <a:spcPts val="106"/>
              </a:spcBef>
            </a:pPr>
            <a:r>
              <a:rPr sz="2962" spc="-212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sz="2962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프로토콜의</a:t>
            </a:r>
            <a:r>
              <a:rPr sz="2962" spc="-312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응용계층</a:t>
            </a:r>
            <a:r>
              <a:rPr sz="2962" spc="-328" dirty="0">
                <a:latin typeface="Batang"/>
                <a:cs typeface="Batang"/>
              </a:rPr>
              <a:t>은</a:t>
            </a:r>
            <a:r>
              <a:rPr sz="2962" spc="-307" dirty="0">
                <a:latin typeface="Batang"/>
                <a:cs typeface="Batang"/>
              </a:rPr>
              <a:t> </a:t>
            </a:r>
            <a:r>
              <a:rPr sz="2962" spc="-222" dirty="0">
                <a:latin typeface="Batang"/>
                <a:cs typeface="Batang"/>
              </a:rPr>
              <a:t>OSI모델의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153" dirty="0">
                <a:latin typeface="Batang"/>
                <a:cs typeface="Batang"/>
              </a:rPr>
              <a:t>세션, </a:t>
            </a:r>
            <a:r>
              <a:rPr sz="2962" spc="-216" dirty="0">
                <a:latin typeface="Batang"/>
                <a:cs typeface="Batang"/>
              </a:rPr>
              <a:t>표현,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응용계층을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합한 것과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26" dirty="0">
                <a:latin typeface="Batang"/>
                <a:cs typeface="Batang"/>
              </a:rPr>
              <a:t>같다.</a:t>
            </a:r>
            <a:endParaRPr sz="2962" dirty="0">
              <a:latin typeface="Batang"/>
              <a:cs typeface="Batang"/>
            </a:endParaRPr>
          </a:p>
          <a:p>
            <a:pPr marL="13434" marR="1133163">
              <a:spcBef>
                <a:spcPts val="2190"/>
              </a:spcBef>
            </a:pPr>
            <a:r>
              <a:rPr sz="2962" spc="-212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 프로토콜을</a:t>
            </a:r>
            <a:r>
              <a:rPr sz="2962" spc="-323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28" dirty="0">
                <a:solidFill>
                  <a:srgbClr val="F57B1F"/>
                </a:solidFill>
                <a:latin typeface="Batang"/>
                <a:cs typeface="Batang"/>
              </a:rPr>
              <a:t>사용하는</a:t>
            </a:r>
            <a:r>
              <a:rPr sz="2962" spc="-312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38" dirty="0">
                <a:solidFill>
                  <a:srgbClr val="F57B1F"/>
                </a:solidFill>
                <a:latin typeface="Batang"/>
                <a:cs typeface="Batang"/>
              </a:rPr>
              <a:t>인터넷</a:t>
            </a:r>
            <a:r>
              <a:rPr sz="2962" spc="-338" dirty="0">
                <a:latin typeface="Batang"/>
                <a:cs typeface="Batang"/>
              </a:rPr>
              <a:t>에는 </a:t>
            </a:r>
            <a:r>
              <a:rPr sz="2962" spc="-264" dirty="0">
                <a:latin typeface="Batang"/>
                <a:cs typeface="Batang"/>
              </a:rPr>
              <a:t>물리주소,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264" dirty="0">
                <a:latin typeface="Batang"/>
                <a:cs typeface="Batang"/>
              </a:rPr>
              <a:t>논리주소,</a:t>
            </a:r>
            <a:r>
              <a:rPr sz="2962" spc="-312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포트</a:t>
            </a:r>
            <a:r>
              <a:rPr sz="2962" spc="-317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주소</a:t>
            </a:r>
            <a:r>
              <a:rPr sz="2962" spc="-312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및</a:t>
            </a:r>
            <a:r>
              <a:rPr sz="2962" spc="-312" dirty="0">
                <a:latin typeface="Batang"/>
                <a:cs typeface="Batang"/>
              </a:rPr>
              <a:t> </a:t>
            </a:r>
            <a:r>
              <a:rPr sz="2962" spc="-354" dirty="0">
                <a:latin typeface="Batang"/>
                <a:cs typeface="Batang"/>
              </a:rPr>
              <a:t>별정 </a:t>
            </a:r>
            <a:r>
              <a:rPr sz="2962" spc="-328" dirty="0">
                <a:latin typeface="Batang"/>
                <a:cs typeface="Batang"/>
              </a:rPr>
              <a:t>주소의</a:t>
            </a:r>
            <a:r>
              <a:rPr sz="2962" spc="-33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네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가지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328" dirty="0">
                <a:latin typeface="Batang"/>
                <a:cs typeface="Batang"/>
              </a:rPr>
              <a:t>주소가</a:t>
            </a:r>
            <a:r>
              <a:rPr sz="2962" spc="-323" dirty="0">
                <a:latin typeface="Batang"/>
                <a:cs typeface="Batang"/>
              </a:rPr>
              <a:t> </a:t>
            </a:r>
            <a:r>
              <a:rPr sz="2962" spc="-26" dirty="0">
                <a:latin typeface="Batang"/>
                <a:cs typeface="Batang"/>
              </a:rPr>
              <a:t>있다.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3463524"/>
            <a:ext cx="378836" cy="37883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4644364"/>
            <a:ext cx="378836" cy="378029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578452" y="2051203"/>
            <a:ext cx="9394348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 marR="5374">
              <a:lnSpc>
                <a:spcPct val="100000"/>
              </a:lnSpc>
              <a:spcBef>
                <a:spcPts val="106"/>
              </a:spcBef>
            </a:pPr>
            <a:r>
              <a:rPr sz="2962" spc="-249" dirty="0">
                <a:solidFill>
                  <a:srgbClr val="F57B1F"/>
                </a:solidFill>
                <a:latin typeface="Batang"/>
                <a:cs typeface="Batang"/>
              </a:rPr>
              <a:t>TCP/IP</a:t>
            </a:r>
            <a:r>
              <a:rPr sz="2962" spc="-39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60" dirty="0">
                <a:solidFill>
                  <a:srgbClr val="F57B1F"/>
                </a:solidFill>
                <a:latin typeface="Batang"/>
                <a:cs typeface="Batang"/>
              </a:rPr>
              <a:t>프로토콜</a:t>
            </a:r>
            <a:r>
              <a:rPr sz="2962" spc="-397" dirty="0">
                <a:solidFill>
                  <a:srgbClr val="F57B1F"/>
                </a:solidFill>
                <a:latin typeface="Batang"/>
                <a:cs typeface="Batang"/>
              </a:rPr>
              <a:t> </a:t>
            </a:r>
            <a:r>
              <a:rPr sz="2962" spc="-354" dirty="0">
                <a:solidFill>
                  <a:srgbClr val="F57B1F"/>
                </a:solidFill>
                <a:latin typeface="Batang"/>
                <a:cs typeface="Batang"/>
              </a:rPr>
              <a:t>그룹</a:t>
            </a:r>
            <a:r>
              <a:rPr sz="2962" spc="-354" dirty="0">
                <a:solidFill>
                  <a:srgbClr val="000000"/>
                </a:solidFill>
                <a:latin typeface="Batang"/>
                <a:cs typeface="Batang"/>
              </a:rPr>
              <a:t>은</a:t>
            </a:r>
            <a:r>
              <a:rPr sz="2962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143" dirty="0">
                <a:solidFill>
                  <a:srgbClr val="000000"/>
                </a:solidFill>
                <a:latin typeface="Batang"/>
                <a:cs typeface="Batang"/>
              </a:rPr>
              <a:t>OSI</a:t>
            </a:r>
            <a:r>
              <a:rPr sz="2962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49" dirty="0">
                <a:solidFill>
                  <a:srgbClr val="000000"/>
                </a:solidFill>
                <a:latin typeface="Batang"/>
                <a:cs typeface="Batang"/>
              </a:rPr>
              <a:t>모델</a:t>
            </a:r>
            <a:r>
              <a:rPr sz="2962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97" dirty="0">
                <a:solidFill>
                  <a:srgbClr val="000000"/>
                </a:solidFill>
                <a:latin typeface="Batang"/>
                <a:cs typeface="Batang"/>
              </a:rPr>
              <a:t>이전에 </a:t>
            </a:r>
            <a:r>
              <a:rPr sz="2962" spc="-360" dirty="0">
                <a:solidFill>
                  <a:srgbClr val="000000"/>
                </a:solidFill>
                <a:latin typeface="Batang"/>
                <a:cs typeface="Batang"/>
              </a:rPr>
              <a:t>개발된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65" dirty="0">
                <a:solidFill>
                  <a:srgbClr val="000000"/>
                </a:solidFill>
                <a:latin typeface="Batang"/>
                <a:cs typeface="Batang"/>
              </a:rPr>
              <a:t>프로토콜</a:t>
            </a:r>
            <a:r>
              <a:rPr sz="2962" spc="-40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spc="-317" dirty="0">
                <a:solidFill>
                  <a:srgbClr val="000000"/>
                </a:solidFill>
                <a:latin typeface="Batang"/>
                <a:cs typeface="Batang"/>
              </a:rPr>
              <a:t>그룹이다.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2096492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10397" y="40570"/>
            <a:ext cx="2175617" cy="908130"/>
            <a:chOff x="100838" y="38353"/>
            <a:chExt cx="2056764" cy="858519"/>
          </a:xfrm>
        </p:grpSpPr>
        <p:sp>
          <p:nvSpPr>
            <p:cNvPr id="6" name="object 6"/>
            <p:cNvSpPr/>
            <p:nvPr/>
          </p:nvSpPr>
          <p:spPr>
            <a:xfrm>
              <a:off x="1149857" y="345947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80">
                  <a:moveTo>
                    <a:pt x="275463" y="0"/>
                  </a:moveTo>
                  <a:lnTo>
                    <a:pt x="225945" y="4437"/>
                  </a:lnTo>
                  <a:lnTo>
                    <a:pt x="179340" y="17232"/>
                  </a:lnTo>
                  <a:lnTo>
                    <a:pt x="136426" y="37606"/>
                  </a:lnTo>
                  <a:lnTo>
                    <a:pt x="97980" y="64781"/>
                  </a:lnTo>
                  <a:lnTo>
                    <a:pt x="64781" y="97980"/>
                  </a:lnTo>
                  <a:lnTo>
                    <a:pt x="37606" y="136426"/>
                  </a:lnTo>
                  <a:lnTo>
                    <a:pt x="17232" y="179340"/>
                  </a:lnTo>
                  <a:lnTo>
                    <a:pt x="4437" y="225945"/>
                  </a:lnTo>
                  <a:lnTo>
                    <a:pt x="0" y="275463"/>
                  </a:lnTo>
                  <a:lnTo>
                    <a:pt x="4437" y="324980"/>
                  </a:lnTo>
                  <a:lnTo>
                    <a:pt x="17232" y="371585"/>
                  </a:lnTo>
                  <a:lnTo>
                    <a:pt x="37606" y="414499"/>
                  </a:lnTo>
                  <a:lnTo>
                    <a:pt x="64781" y="452945"/>
                  </a:lnTo>
                  <a:lnTo>
                    <a:pt x="97980" y="486144"/>
                  </a:lnTo>
                  <a:lnTo>
                    <a:pt x="136426" y="513319"/>
                  </a:lnTo>
                  <a:lnTo>
                    <a:pt x="179340" y="533693"/>
                  </a:lnTo>
                  <a:lnTo>
                    <a:pt x="225945" y="546488"/>
                  </a:lnTo>
                  <a:lnTo>
                    <a:pt x="275463" y="550926"/>
                  </a:lnTo>
                  <a:lnTo>
                    <a:pt x="324980" y="546488"/>
                  </a:lnTo>
                  <a:lnTo>
                    <a:pt x="371585" y="533693"/>
                  </a:lnTo>
                  <a:lnTo>
                    <a:pt x="414499" y="513319"/>
                  </a:lnTo>
                  <a:lnTo>
                    <a:pt x="452945" y="486144"/>
                  </a:lnTo>
                  <a:lnTo>
                    <a:pt x="486144" y="452945"/>
                  </a:lnTo>
                  <a:lnTo>
                    <a:pt x="513319" y="414499"/>
                  </a:lnTo>
                  <a:lnTo>
                    <a:pt x="533693" y="371585"/>
                  </a:lnTo>
                  <a:lnTo>
                    <a:pt x="546488" y="324980"/>
                  </a:lnTo>
                  <a:lnTo>
                    <a:pt x="550925" y="275463"/>
                  </a:lnTo>
                  <a:lnTo>
                    <a:pt x="546488" y="225945"/>
                  </a:lnTo>
                  <a:lnTo>
                    <a:pt x="533693" y="179340"/>
                  </a:lnTo>
                  <a:lnTo>
                    <a:pt x="513319" y="136426"/>
                  </a:lnTo>
                  <a:lnTo>
                    <a:pt x="486144" y="97980"/>
                  </a:lnTo>
                  <a:lnTo>
                    <a:pt x="452945" y="64781"/>
                  </a:lnTo>
                  <a:lnTo>
                    <a:pt x="414499" y="37606"/>
                  </a:lnTo>
                  <a:lnTo>
                    <a:pt x="371585" y="17232"/>
                  </a:lnTo>
                  <a:lnTo>
                    <a:pt x="324980" y="4437"/>
                  </a:lnTo>
                  <a:lnTo>
                    <a:pt x="275463" y="0"/>
                  </a:lnTo>
                  <a:close/>
                </a:path>
              </a:pathLst>
            </a:custGeom>
            <a:solidFill>
              <a:srgbClr val="BEBEB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 sz="1904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228" y="180339"/>
              <a:ext cx="1349121" cy="7056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38" y="38353"/>
              <a:ext cx="1056513" cy="563879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578451" y="2276892"/>
            <a:ext cx="9913491" cy="925225"/>
          </a:xfrm>
          <a:prstGeom prst="rect">
            <a:avLst/>
          </a:prstGeom>
        </p:spPr>
        <p:txBody>
          <a:bodyPr vert="horz" wrap="square" lIns="0" tIns="13434" rIns="0" bIns="0" rtlCol="0" anchor="ctr">
            <a:spAutoFit/>
          </a:bodyPr>
          <a:lstStyle/>
          <a:p>
            <a:pPr marL="13434">
              <a:lnSpc>
                <a:spcPct val="100000"/>
              </a:lnSpc>
              <a:spcBef>
                <a:spcPts val="106"/>
              </a:spcBef>
            </a:pPr>
            <a:r>
              <a:rPr sz="2962" b="0" spc="-286" dirty="0">
                <a:solidFill>
                  <a:srgbClr val="000000"/>
                </a:solidFill>
                <a:latin typeface="Batang"/>
                <a:cs typeface="Batang"/>
              </a:rPr>
              <a:t>1계층과</a:t>
            </a:r>
            <a:r>
              <a:rPr sz="2962" b="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286" dirty="0">
                <a:solidFill>
                  <a:srgbClr val="000000"/>
                </a:solidFill>
                <a:latin typeface="Batang"/>
                <a:cs typeface="Batang"/>
              </a:rPr>
              <a:t>2계층은</a:t>
            </a:r>
            <a:r>
              <a:rPr sz="2962" b="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275" dirty="0">
                <a:solidFill>
                  <a:srgbClr val="000000"/>
                </a:solidFill>
                <a:latin typeface="Batang"/>
                <a:cs typeface="Batang"/>
              </a:rPr>
              <a:t>홉-대-</a:t>
            </a:r>
            <a:r>
              <a:rPr sz="2962" b="0" spc="-328" dirty="0">
                <a:solidFill>
                  <a:srgbClr val="000000"/>
                </a:solidFill>
                <a:latin typeface="Batang"/>
                <a:cs typeface="Batang"/>
              </a:rPr>
              <a:t>홉</a:t>
            </a:r>
            <a:r>
              <a:rPr sz="2962" b="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349" dirty="0">
                <a:solidFill>
                  <a:srgbClr val="000000"/>
                </a:solidFill>
                <a:latin typeface="Batang"/>
                <a:cs typeface="Batang"/>
              </a:rPr>
              <a:t>전달</a:t>
            </a:r>
            <a:r>
              <a:rPr sz="2962" b="0" spc="-39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354" dirty="0">
                <a:solidFill>
                  <a:srgbClr val="000000"/>
                </a:solidFill>
                <a:latin typeface="Batang"/>
                <a:cs typeface="Batang"/>
              </a:rPr>
              <a:t>방식을</a:t>
            </a:r>
            <a:r>
              <a:rPr sz="2962" b="0" spc="-402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296" dirty="0">
                <a:solidFill>
                  <a:srgbClr val="000000"/>
                </a:solidFill>
                <a:latin typeface="Batang"/>
                <a:cs typeface="Batang"/>
              </a:rPr>
              <a:t>취하며,</a:t>
            </a:r>
            <a:endParaRPr sz="2962" dirty="0">
              <a:latin typeface="Batang"/>
              <a:cs typeface="Batang"/>
            </a:endParaRPr>
          </a:p>
          <a:p>
            <a:pPr marL="13434" marR="1072038">
              <a:lnSpc>
                <a:spcPct val="100000"/>
              </a:lnSpc>
            </a:pPr>
            <a:r>
              <a:rPr sz="2962" b="0" spc="-269" dirty="0">
                <a:solidFill>
                  <a:srgbClr val="000000"/>
                </a:solidFill>
                <a:latin typeface="Batang"/>
                <a:cs typeface="Batang"/>
              </a:rPr>
              <a:t>3계층</a:t>
            </a:r>
            <a:r>
              <a:rPr sz="2962" b="0" spc="-386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360" dirty="0">
                <a:solidFill>
                  <a:srgbClr val="000000"/>
                </a:solidFill>
                <a:latin typeface="Batang"/>
                <a:cs typeface="Batang"/>
              </a:rPr>
              <a:t>이상은</a:t>
            </a:r>
            <a:r>
              <a:rPr sz="2962" b="0" spc="-397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312" dirty="0">
                <a:solidFill>
                  <a:srgbClr val="000000"/>
                </a:solidFill>
                <a:latin typeface="Batang"/>
                <a:cs typeface="Batang"/>
              </a:rPr>
              <a:t>종단-</a:t>
            </a:r>
            <a:r>
              <a:rPr sz="2962" b="0" spc="-280" dirty="0">
                <a:solidFill>
                  <a:srgbClr val="000000"/>
                </a:solidFill>
                <a:latin typeface="Batang"/>
                <a:cs typeface="Batang"/>
              </a:rPr>
              <a:t>대-</a:t>
            </a:r>
            <a:r>
              <a:rPr sz="2962" b="0" spc="-354" dirty="0">
                <a:solidFill>
                  <a:srgbClr val="000000"/>
                </a:solidFill>
                <a:latin typeface="Batang"/>
                <a:cs typeface="Batang"/>
              </a:rPr>
              <a:t>종단</a:t>
            </a:r>
            <a:r>
              <a:rPr sz="2962" b="0" spc="-38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354" dirty="0">
                <a:solidFill>
                  <a:srgbClr val="000000"/>
                </a:solidFill>
                <a:latin typeface="Batang"/>
                <a:cs typeface="Batang"/>
              </a:rPr>
              <a:t>전달</a:t>
            </a:r>
            <a:r>
              <a:rPr sz="2962" b="0" spc="-391" dirty="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sz="2962" b="0" spc="-402" dirty="0">
                <a:solidFill>
                  <a:srgbClr val="000000"/>
                </a:solidFill>
                <a:latin typeface="Batang"/>
                <a:cs typeface="Batang"/>
              </a:rPr>
              <a:t>방식을 </a:t>
            </a:r>
            <a:r>
              <a:rPr sz="2962" b="0" spc="-296" dirty="0">
                <a:solidFill>
                  <a:srgbClr val="000000"/>
                </a:solidFill>
                <a:latin typeface="Batang"/>
                <a:cs typeface="Batang"/>
              </a:rPr>
              <a:t>갖는다.</a:t>
            </a:r>
            <a:endParaRPr sz="2962" dirty="0">
              <a:latin typeface="Batang"/>
              <a:cs typeface="Batang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06" y="2096492"/>
            <a:ext cx="378836" cy="378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한컴 말랑말랑 Regular"/>
        <a:ea typeface="바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6B7A85"/>
          </a:solidFill>
          <a:prstDash val="solid"/>
          <a:tailEnd type="triangle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6636</Words>
  <Application>Microsoft Office PowerPoint</Application>
  <PresentationFormat>와이드스크린</PresentationFormat>
  <Paragraphs>1180</Paragraphs>
  <Slides>86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100" baseType="lpstr">
      <vt:lpstr>굴림</vt:lpstr>
      <vt:lpstr>Malgun Gothic</vt:lpstr>
      <vt:lpstr>Malgun Gothic</vt:lpstr>
      <vt:lpstr>바탕</vt:lpstr>
      <vt:lpstr>바탕</vt:lpstr>
      <vt:lpstr>한컴 말랑말랑 Regular</vt:lpstr>
      <vt:lpstr>Arial</vt:lpstr>
      <vt:lpstr>Calibri</vt:lpstr>
      <vt:lpstr>Cambria</vt:lpstr>
      <vt:lpstr>Consolas</vt:lpstr>
      <vt:lpstr>Helvetica</vt:lpstr>
      <vt:lpstr>Times New Roman</vt:lpstr>
      <vt:lpstr>Wingdings</vt:lpstr>
      <vt:lpstr>Office 테마</vt:lpstr>
      <vt:lpstr>PowerPoint 프레젠테이션</vt:lpstr>
      <vt:lpstr>PowerPoint 프레젠테이션</vt:lpstr>
      <vt:lpstr>데이터통신의 개념과  구성요소를  이해한다.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데이터 통신은 통신 매체를 통하여 두 개의 장치간에 데이터를 교환하는 것이다.</vt:lpstr>
      <vt:lpstr>네트워크는 통신이 가능한 서로 연결된 장치들의 모임이다.</vt:lpstr>
      <vt:lpstr>PowerPoint 프레젠테이션</vt:lpstr>
      <vt:lpstr>PowerPoint 프레젠테이션</vt:lpstr>
      <vt:lpstr>PowerPoint 프레젠테이션</vt:lpstr>
      <vt:lpstr>프로토콜 계층화에 대한 개념을 이해한다.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</vt:lpstr>
      <vt:lpstr>PowerPoint 프레젠테이션</vt:lpstr>
      <vt:lpstr>PowerPoint 프레젠테이션</vt:lpstr>
      <vt:lpstr>PowerPoint 프레젠테이션</vt:lpstr>
      <vt:lpstr>PowerPoint 프레젠테이션</vt:lpstr>
      <vt:lpstr>6</vt:lpstr>
      <vt:lpstr>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ISO는 개방 시스템 상호연동(OSI, Open System Interconnection)이라 불리는 모델을 만들었다.</vt:lpstr>
      <vt:lpstr>PowerPoint 프레젠테이션</vt:lpstr>
      <vt:lpstr>데이터링크 계층은 하나의 노드에서 다음 노드까지 오류없이 프레임을 전달하는 책임을 갖는다.</vt:lpstr>
      <vt:lpstr>TCP/IP 프로토콜 그룹은 OSI 모델 이전에 개발된 프로토콜 그룹이다.</vt:lpstr>
      <vt:lpstr>1계층과 2계층은 홉-대-홉 전달 방식을 취하며, 3계층 이상은 종단-대-종단 전달 방식을 갖는다.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Koscom</dc:creator>
  <cp:lastModifiedBy>이혜선</cp:lastModifiedBy>
  <cp:revision>65</cp:revision>
  <dcterms:created xsi:type="dcterms:W3CDTF">2026-07-30T10:41:13Z</dcterms:created>
  <dcterms:modified xsi:type="dcterms:W3CDTF">2026-10-12T23:21:43Z</dcterms:modified>
</cp:coreProperties>
</file>